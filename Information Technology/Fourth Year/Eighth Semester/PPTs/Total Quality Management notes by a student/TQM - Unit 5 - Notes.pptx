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314" r:id="rId5"/>
    <p:sldId id="315" r:id="rId6"/>
    <p:sldId id="316" r:id="rId7"/>
    <p:sldId id="317" r:id="rId8"/>
    <p:sldId id="320" r:id="rId9"/>
    <p:sldId id="31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CC636-2D94-4FDB-A9D5-0F4F24401FEF}" v="3" dt="2024-01-08T02:51:53.15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C7B2C-0613-40BC-99EB-AB57D586161E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F80CA-B8B9-489F-B982-EA74453B0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E4-37F2-4DAF-B911-FE88651F54B4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CCD8F-9922-44B8-AF1C-B9C40CBCD0C8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7B68-A56A-47FA-9616-442AF0E0749D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4FFF9-63CE-42C7-935D-6923D4B7DA96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3C9E-BB09-4E93-81B8-DBF55CD8EC03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81A5-632B-4D7F-84D7-B4BC5B7B7492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2D7A-7838-40DC-A901-128F8EB79171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1AD1-4823-4203-9CE2-FC7BB7466274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2D883-2492-4DF9-8CDD-1962A44C2987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0156B-E676-4800-8D46-51C0AA9D3D46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41FF2-F459-481C-91CD-AF05CC167FC6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321E1-CE2D-48AA-BDE6-A6B4CFB39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8312"/>
            <a:ext cx="8229600" cy="4800600"/>
          </a:xfrm>
        </p:spPr>
        <p:txBody>
          <a:bodyPr>
            <a:normAutofit/>
          </a:bodyPr>
          <a:lstStyle/>
          <a:p>
            <a:pPr algn="just" fontAlgn="base"/>
            <a:r>
              <a:rPr lang="en-US" sz="2200" dirty="0"/>
              <a:t>A quality management system (QMS, alternatively “quality system”) is a mechanism for managing and continuously improving core processes to “achieve maximum customer satisfaction at the lowest overall cost to the organization”.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F6C6-AD1D-465C-877D-4E1D54256CE7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286000" y="6248415"/>
            <a:ext cx="5029200" cy="365125"/>
          </a:xfrm>
        </p:spPr>
        <p:txBody>
          <a:bodyPr/>
          <a:lstStyle/>
          <a:p>
            <a:r>
              <a:rPr lang="sv-SE" sz="2000"/>
              <a:t>Mr. Minhaj Nezami    AOE0861    TQM     Unit 5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9"/>
            <a:ext cx="1755800" cy="102421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C7BBAA3-263A-8FE5-5AA3-E40EF73A5AE9}"/>
              </a:ext>
            </a:extLst>
          </p:cNvPr>
          <p:cNvSpPr txBox="1">
            <a:spLocks/>
          </p:cNvSpPr>
          <p:nvPr/>
        </p:nvSpPr>
        <p:spPr>
          <a:xfrm>
            <a:off x="1905000" y="1031996"/>
            <a:ext cx="5486400" cy="70532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9276" tIns="49638" rIns="99276" bIns="496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System (CO5)</a:t>
            </a:r>
          </a:p>
        </p:txBody>
      </p:sp>
      <p:pic>
        <p:nvPicPr>
          <p:cNvPr id="2" name="Picture 2" descr="C:\Users\ndc\Desktop\New folder\14.-quality-systems-1024x791.png">
            <a:extLst>
              <a:ext uri="{FF2B5EF4-FFF2-40B4-BE49-F238E27FC236}">
                <a16:creationId xmlns:a16="http://schemas.microsoft.com/office/drawing/2014/main" id="{68571E0B-56E2-C24F-BF7A-41E5E9A3B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200400"/>
            <a:ext cx="8229600" cy="3521075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4C96731-C870-40EB-D937-4D3BC0195019}"/>
              </a:ext>
            </a:extLst>
          </p:cNvPr>
          <p:cNvSpPr txBox="1">
            <a:spLocks/>
          </p:cNvSpPr>
          <p:nvPr/>
        </p:nvSpPr>
        <p:spPr>
          <a:xfrm>
            <a:off x="1636395" y="136525"/>
            <a:ext cx="1908810" cy="533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Unit: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E9D9B-0136-0337-DB72-E3A94A743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205" y="49016"/>
            <a:ext cx="5674994" cy="10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1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CA9C4-0A54-7413-F42D-AAA7914C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D5156-AE35-B279-372D-138A0728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86B70-58BF-D4BB-4906-A25BDC08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6DCAA-069A-631F-CC72-16451754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89916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6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DBA2C-4ED0-10FF-E8DF-0D0071E0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679D7-D485-2C39-B31D-3FC13BD4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6F80A-B3B8-3906-2604-235332DD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CAA9A3-40F0-A053-D711-FC4A2B1B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28600"/>
            <a:ext cx="86868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1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D9D1B-6F56-A628-91FB-10EC6AF7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17623-99DB-4AB8-03CD-6F8A4404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2CF2D-3C94-AEFB-9107-71A8A518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19F7D-86F4-1A44-BED5-8A0A3528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04800"/>
            <a:ext cx="8686800" cy="60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6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CA127-E1B9-F69D-C2C5-3F2811D6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69131-535A-2C3B-FFED-052ABA30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48D2D-826D-8DDC-559F-7DABD82D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ABBA5-AE50-5A37-7158-1F6BCA152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364"/>
            <a:ext cx="8686800" cy="3429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E6C0EE-5D5E-1D40-4223-3BAFDB85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33800"/>
            <a:ext cx="85344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6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3E52C-C4FB-C284-45BD-E5E067D8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8874-D671-4FC2-9622-E0803231E34A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0352A-E388-FD00-A9C3-D457DB64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Mr. Minhaj Nezami    AOE0861    TQM     Unit 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A944D-BDEE-527E-006E-2A3437CE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321E1-CE2D-48AA-BDE6-A6B4CFB395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79797-0719-5FF2-D9E9-B631D211B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46404"/>
            <a:ext cx="9058717" cy="59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EB66973E9294FAC88E302AED0D4BB" ma:contentTypeVersion="5" ma:contentTypeDescription="Create a new document." ma:contentTypeScope="" ma:versionID="a86ab2d4ba2caba11e26356378a7097c">
  <xsd:schema xmlns:xsd="http://www.w3.org/2001/XMLSchema" xmlns:xs="http://www.w3.org/2001/XMLSchema" xmlns:p="http://schemas.microsoft.com/office/2006/metadata/properties" xmlns:ns2="e932ca28-9566-489e-9fb7-fd3ef7d89fed" targetNamespace="http://schemas.microsoft.com/office/2006/metadata/properties" ma:root="true" ma:fieldsID="eb63a5825f1f3d8e91dff0465dfe6477" ns2:_="">
    <xsd:import namespace="e932ca28-9566-489e-9fb7-fd3ef7d89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2ca28-9566-489e-9fb7-fd3ef7d89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B345E1-36D0-413D-B4AB-CDE288107B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32ca28-9566-489e-9fb7-fd3ef7d89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B60CA8-EDA1-48EB-8950-3ECC5BDE3C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1E88F0-1D20-4143-9CED-68763ACCC1BD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e932ca28-9566-489e-9fb7-fd3ef7d89fed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105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Noida Institute of Engineering and Technology, Greater Noida</dc:title>
  <dc:creator>ndc</dc:creator>
  <cp:lastModifiedBy>ganga soni</cp:lastModifiedBy>
  <cp:revision>126</cp:revision>
  <dcterms:created xsi:type="dcterms:W3CDTF">2020-05-18T00:40:56Z</dcterms:created>
  <dcterms:modified xsi:type="dcterms:W3CDTF">2026-05-10T17:41:38Z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0x010100810EB66973E9294FAC88E302AED0D4BB</vt:lpwstr>
  </property>
</Properties>
</file>