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4"/>
  </p:sldMasterIdLst>
  <p:notesMasterIdLst>
    <p:notesMasterId r:id="rId82"/>
  </p:notesMasterIdLst>
  <p:sldIdLst>
    <p:sldId id="257" r:id="rId5"/>
    <p:sldId id="258" r:id="rId6"/>
    <p:sldId id="377" r:id="rId7"/>
    <p:sldId id="349" r:id="rId8"/>
    <p:sldId id="260" r:id="rId9"/>
    <p:sldId id="357" r:id="rId10"/>
    <p:sldId id="261" r:id="rId11"/>
    <p:sldId id="372" r:id="rId12"/>
    <p:sldId id="262" r:id="rId13"/>
    <p:sldId id="373" r:id="rId14"/>
    <p:sldId id="327" r:id="rId15"/>
    <p:sldId id="374" r:id="rId16"/>
    <p:sldId id="263" r:id="rId17"/>
    <p:sldId id="264" r:id="rId18"/>
    <p:sldId id="330" r:id="rId19"/>
    <p:sldId id="402" r:id="rId20"/>
    <p:sldId id="403" r:id="rId21"/>
    <p:sldId id="404" r:id="rId22"/>
    <p:sldId id="405" r:id="rId23"/>
    <p:sldId id="406" r:id="rId24"/>
    <p:sldId id="407" r:id="rId25"/>
    <p:sldId id="408" r:id="rId26"/>
    <p:sldId id="409" r:id="rId27"/>
    <p:sldId id="412" r:id="rId28"/>
    <p:sldId id="413" r:id="rId29"/>
    <p:sldId id="414" r:id="rId30"/>
    <p:sldId id="415" r:id="rId31"/>
    <p:sldId id="418" r:id="rId32"/>
    <p:sldId id="419" r:id="rId33"/>
    <p:sldId id="416" r:id="rId34"/>
    <p:sldId id="417" r:id="rId35"/>
    <p:sldId id="420" r:id="rId36"/>
    <p:sldId id="421" r:id="rId37"/>
    <p:sldId id="422" r:id="rId38"/>
    <p:sldId id="423" r:id="rId39"/>
    <p:sldId id="424" r:id="rId40"/>
    <p:sldId id="425" r:id="rId41"/>
    <p:sldId id="426" r:id="rId42"/>
    <p:sldId id="427" r:id="rId43"/>
    <p:sldId id="428" r:id="rId44"/>
    <p:sldId id="429" r:id="rId45"/>
    <p:sldId id="430" r:id="rId46"/>
    <p:sldId id="431" r:id="rId47"/>
    <p:sldId id="432" r:id="rId48"/>
    <p:sldId id="433" r:id="rId49"/>
    <p:sldId id="434" r:id="rId50"/>
    <p:sldId id="435" r:id="rId51"/>
    <p:sldId id="436" r:id="rId52"/>
    <p:sldId id="437" r:id="rId53"/>
    <p:sldId id="438" r:id="rId54"/>
    <p:sldId id="439" r:id="rId55"/>
    <p:sldId id="440" r:id="rId56"/>
    <p:sldId id="441" r:id="rId57"/>
    <p:sldId id="442" r:id="rId58"/>
    <p:sldId id="443" r:id="rId59"/>
    <p:sldId id="444" r:id="rId60"/>
    <p:sldId id="445" r:id="rId61"/>
    <p:sldId id="449" r:id="rId62"/>
    <p:sldId id="450" r:id="rId63"/>
    <p:sldId id="451" r:id="rId64"/>
    <p:sldId id="287" r:id="rId65"/>
    <p:sldId id="289" r:id="rId66"/>
    <p:sldId id="290" r:id="rId67"/>
    <p:sldId id="291" r:id="rId68"/>
    <p:sldId id="292" r:id="rId69"/>
    <p:sldId id="293" r:id="rId70"/>
    <p:sldId id="294" r:id="rId71"/>
    <p:sldId id="295" r:id="rId72"/>
    <p:sldId id="324" r:id="rId73"/>
    <p:sldId id="296" r:id="rId74"/>
    <p:sldId id="452" r:id="rId75"/>
    <p:sldId id="454" r:id="rId76"/>
    <p:sldId id="455" r:id="rId77"/>
    <p:sldId id="297" r:id="rId78"/>
    <p:sldId id="298" r:id="rId79"/>
    <p:sldId id="375" r:id="rId80"/>
    <p:sldId id="456"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75EEEC-DD59-44B3-A785-5601BC256287}" v="3" dt="2024-01-08T02:59:36.591"/>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045" autoAdjust="0"/>
    <p:restoredTop sz="95332" autoAdjust="0"/>
  </p:normalViewPr>
  <p:slideViewPr>
    <p:cSldViewPr snapToGrid="0">
      <p:cViewPr varScale="1">
        <p:scale>
          <a:sx n="82" d="100"/>
          <a:sy n="82" d="100"/>
        </p:scale>
        <p:origin x="1939"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6/11/relationships/changesInfo" Target="changesInfos/changesInfo1.xml"/><Relationship Id="rId61" Type="http://schemas.openxmlformats.org/officeDocument/2006/relationships/slide" Target="slides/slide57.xml"/><Relationship Id="rId8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GYA RASTOGI" userId="S::1813310098@niet.co.in::cd4bf2ca-38b3-439c-a30d-01b880439bd4" providerId="AD" clId="Web-{B461D4C5-CA9E-4043-914C-C9491E04F08C}"/>
    <pc:docChg chg="modSld">
      <pc:chgData name="MANOGYA RASTOGI" userId="S::1813310098@niet.co.in::cd4bf2ca-38b3-439c-a30d-01b880439bd4" providerId="AD" clId="Web-{B461D4C5-CA9E-4043-914C-C9491E04F08C}" dt="2022-06-09T05:01:01.858" v="4" actId="14100"/>
      <pc:docMkLst>
        <pc:docMk/>
      </pc:docMkLst>
      <pc:sldChg chg="modSp">
        <pc:chgData name="MANOGYA RASTOGI" userId="S::1813310098@niet.co.in::cd4bf2ca-38b3-439c-a30d-01b880439bd4" providerId="AD" clId="Web-{B461D4C5-CA9E-4043-914C-C9491E04F08C}" dt="2022-06-09T04:57:02.587" v="2" actId="1076"/>
        <pc:sldMkLst>
          <pc:docMk/>
          <pc:sldMk cId="3919311891" sldId="272"/>
        </pc:sldMkLst>
        <pc:spChg chg="mod">
          <ac:chgData name="MANOGYA RASTOGI" userId="S::1813310098@niet.co.in::cd4bf2ca-38b3-439c-a30d-01b880439bd4" providerId="AD" clId="Web-{B461D4C5-CA9E-4043-914C-C9491E04F08C}" dt="2022-06-09T04:57:02.587" v="2" actId="1076"/>
          <ac:spMkLst>
            <pc:docMk/>
            <pc:sldMk cId="3919311891" sldId="272"/>
            <ac:spMk id="3" creationId="{00000000-0000-0000-0000-000000000000}"/>
          </ac:spMkLst>
        </pc:spChg>
      </pc:sldChg>
      <pc:sldChg chg="modSp">
        <pc:chgData name="MANOGYA RASTOGI" userId="S::1813310098@niet.co.in::cd4bf2ca-38b3-439c-a30d-01b880439bd4" providerId="AD" clId="Web-{B461D4C5-CA9E-4043-914C-C9491E04F08C}" dt="2022-06-09T05:01:01.858" v="4" actId="14100"/>
        <pc:sldMkLst>
          <pc:docMk/>
          <pc:sldMk cId="0" sldId="371"/>
        </pc:sldMkLst>
        <pc:picChg chg="mod">
          <ac:chgData name="MANOGYA RASTOGI" userId="S::1813310098@niet.co.in::cd4bf2ca-38b3-439c-a30d-01b880439bd4" providerId="AD" clId="Web-{B461D4C5-CA9E-4043-914C-C9491E04F08C}" dt="2022-06-09T05:01:01.858" v="4" actId="14100"/>
          <ac:picMkLst>
            <pc:docMk/>
            <pc:sldMk cId="0" sldId="371"/>
            <ac:picMk id="1026" creationId="{00000000-0000-0000-0000-000000000000}"/>
          </ac:picMkLst>
        </pc:picChg>
      </pc:sldChg>
    </pc:docChg>
  </pc:docChgLst>
  <pc:docChgLst>
    <pc:chgData name="MADNEETA SINGH" userId="ba487e41d220043c" providerId="LiveId" clId="{C9E100A0-AAFC-4134-9299-26B8887E983C}"/>
    <pc:docChg chg="undo custSel modSld">
      <pc:chgData name="MADNEETA SINGH" userId="ba487e41d220043c" providerId="LiveId" clId="{C9E100A0-AAFC-4134-9299-26B8887E983C}" dt="2022-12-27T09:47:31.567" v="450" actId="20577"/>
      <pc:docMkLst>
        <pc:docMk/>
      </pc:docMkLst>
      <pc:sldChg chg="addSp delSp modSp mod">
        <pc:chgData name="MADNEETA SINGH" userId="ba487e41d220043c" providerId="LiveId" clId="{C9E100A0-AAFC-4134-9299-26B8887E983C}" dt="2022-12-27T09:47:31.567" v="450" actId="20577"/>
        <pc:sldMkLst>
          <pc:docMk/>
          <pc:sldMk cId="0" sldId="257"/>
        </pc:sldMkLst>
        <pc:spChg chg="mod">
          <ac:chgData name="MADNEETA SINGH" userId="ba487e41d220043c" providerId="LiveId" clId="{C9E100A0-AAFC-4134-9299-26B8887E983C}" dt="2022-12-27T09:47:24.187" v="445" actId="20577"/>
          <ac:spMkLst>
            <pc:docMk/>
            <pc:sldMk cId="0" sldId="257"/>
            <ac:spMk id="2" creationId="{00000000-0000-0000-0000-000000000000}"/>
          </ac:spMkLst>
        </pc:spChg>
        <pc:spChg chg="mod">
          <ac:chgData name="MADNEETA SINGH" userId="ba487e41d220043c" providerId="LiveId" clId="{C9E100A0-AAFC-4134-9299-26B8887E983C}" dt="2022-12-24T10:30:25.143" v="41" actId="2711"/>
          <ac:spMkLst>
            <pc:docMk/>
            <pc:sldMk cId="0" sldId="257"/>
            <ac:spMk id="3" creationId="{00000000-0000-0000-0000-000000000000}"/>
          </ac:spMkLst>
        </pc:spChg>
        <pc:spChg chg="mod">
          <ac:chgData name="MADNEETA SINGH" userId="ba487e41d220043c" providerId="LiveId" clId="{C9E100A0-AAFC-4134-9299-26B8887E983C}" dt="2022-12-24T10:30:25.143" v="41" actId="2711"/>
          <ac:spMkLst>
            <pc:docMk/>
            <pc:sldMk cId="0" sldId="257"/>
            <ac:spMk id="6" creationId="{00000000-0000-0000-0000-000000000000}"/>
          </ac:spMkLst>
        </pc:spChg>
        <pc:spChg chg="mod">
          <ac:chgData name="MADNEETA SINGH" userId="ba487e41d220043c" providerId="LiveId" clId="{C9E100A0-AAFC-4134-9299-26B8887E983C}" dt="2022-12-24T10:30:25.143" v="41" actId="2711"/>
          <ac:spMkLst>
            <pc:docMk/>
            <pc:sldMk cId="0" sldId="257"/>
            <ac:spMk id="9" creationId="{00000000-0000-0000-0000-000000000000}"/>
          </ac:spMkLst>
        </pc:spChg>
        <pc:spChg chg="mod">
          <ac:chgData name="MADNEETA SINGH" userId="ba487e41d220043c" providerId="LiveId" clId="{C9E100A0-AAFC-4134-9299-26B8887E983C}" dt="2022-12-24T10:30:25.143" v="41" actId="2711"/>
          <ac:spMkLst>
            <pc:docMk/>
            <pc:sldMk cId="0" sldId="257"/>
            <ac:spMk id="10" creationId="{00000000-0000-0000-0000-000000000000}"/>
          </ac:spMkLst>
        </pc:spChg>
        <pc:spChg chg="mod">
          <ac:chgData name="MADNEETA SINGH" userId="ba487e41d220043c" providerId="LiveId" clId="{C9E100A0-AAFC-4134-9299-26B8887E983C}" dt="2022-12-24T10:30:25.143" v="41" actId="2711"/>
          <ac:spMkLst>
            <pc:docMk/>
            <pc:sldMk cId="0" sldId="257"/>
            <ac:spMk id="12" creationId="{00000000-0000-0000-0000-000000000000}"/>
          </ac:spMkLst>
        </pc:spChg>
        <pc:spChg chg="mod">
          <ac:chgData name="MADNEETA SINGH" userId="ba487e41d220043c" providerId="LiveId" clId="{C9E100A0-AAFC-4134-9299-26B8887E983C}" dt="2022-12-24T10:30:25.143" v="41" actId="2711"/>
          <ac:spMkLst>
            <pc:docMk/>
            <pc:sldMk cId="0" sldId="257"/>
            <ac:spMk id="13" creationId="{00000000-0000-0000-0000-000000000000}"/>
          </ac:spMkLst>
        </pc:spChg>
        <pc:spChg chg="mod">
          <ac:chgData name="MADNEETA SINGH" userId="ba487e41d220043c" providerId="LiveId" clId="{C9E100A0-AAFC-4134-9299-26B8887E983C}" dt="2022-12-24T10:30:25.143" v="41" actId="2711"/>
          <ac:spMkLst>
            <pc:docMk/>
            <pc:sldMk cId="0" sldId="257"/>
            <ac:spMk id="14" creationId="{00000000-0000-0000-0000-000000000000}"/>
          </ac:spMkLst>
        </pc:spChg>
        <pc:spChg chg="mod">
          <ac:chgData name="MADNEETA SINGH" userId="ba487e41d220043c" providerId="LiveId" clId="{C9E100A0-AAFC-4134-9299-26B8887E983C}" dt="2022-12-27T09:47:31.567" v="450" actId="20577"/>
          <ac:spMkLst>
            <pc:docMk/>
            <pc:sldMk cId="0" sldId="257"/>
            <ac:spMk id="15" creationId="{00000000-0000-0000-0000-000000000000}"/>
          </ac:spMkLst>
        </pc:spChg>
        <pc:picChg chg="add mod">
          <ac:chgData name="MADNEETA SINGH" userId="ba487e41d220043c" providerId="LiveId" clId="{C9E100A0-AAFC-4134-9299-26B8887E983C}" dt="2022-12-24T10:27:46.514" v="9" actId="1076"/>
          <ac:picMkLst>
            <pc:docMk/>
            <pc:sldMk cId="0" sldId="257"/>
            <ac:picMk id="5" creationId="{BA28F76D-68A9-7D69-4E7D-71928F6F427A}"/>
          </ac:picMkLst>
        </pc:picChg>
        <pc:picChg chg="del">
          <ac:chgData name="MADNEETA SINGH" userId="ba487e41d220043c" providerId="LiveId" clId="{C9E100A0-AAFC-4134-9299-26B8887E983C}" dt="2022-12-24T10:27:13.124" v="0" actId="478"/>
          <ac:picMkLst>
            <pc:docMk/>
            <pc:sldMk cId="0" sldId="257"/>
            <ac:picMk id="16" creationId="{930D611E-C963-4D65-9CBC-7E3B5BC747B9}"/>
          </ac:picMkLst>
        </pc:picChg>
      </pc:sldChg>
      <pc:sldChg chg="modSp mod">
        <pc:chgData name="MADNEETA SINGH" userId="ba487e41d220043c" providerId="LiveId" clId="{C9E100A0-AAFC-4134-9299-26B8887E983C}" dt="2022-12-24T10:28:29.125" v="15" actId="20577"/>
        <pc:sldMkLst>
          <pc:docMk/>
          <pc:sldMk cId="0" sldId="258"/>
        </pc:sldMkLst>
        <pc:spChg chg="mod">
          <ac:chgData name="MADNEETA SINGH" userId="ba487e41d220043c" providerId="LiveId" clId="{C9E100A0-AAFC-4134-9299-26B8887E983C}" dt="2022-12-24T10:28:29.125" v="15" actId="20577"/>
          <ac:spMkLst>
            <pc:docMk/>
            <pc:sldMk cId="0" sldId="258"/>
            <ac:spMk id="3" creationId="{00000000-0000-0000-0000-000000000000}"/>
          </ac:spMkLst>
        </pc:spChg>
      </pc:sldChg>
      <pc:sldChg chg="modSp mod">
        <pc:chgData name="MADNEETA SINGH" userId="ba487e41d220043c" providerId="LiveId" clId="{C9E100A0-AAFC-4134-9299-26B8887E983C}" dt="2022-12-24T10:28:40.353" v="21" actId="20577"/>
        <pc:sldMkLst>
          <pc:docMk/>
          <pc:sldMk cId="0" sldId="259"/>
        </pc:sldMkLst>
        <pc:spChg chg="mod">
          <ac:chgData name="MADNEETA SINGH" userId="ba487e41d220043c" providerId="LiveId" clId="{C9E100A0-AAFC-4134-9299-26B8887E983C}" dt="2022-12-24T10:28:40.353" v="21" actId="20577"/>
          <ac:spMkLst>
            <pc:docMk/>
            <pc:sldMk cId="0" sldId="259"/>
            <ac:spMk id="3" creationId="{00000000-0000-0000-0000-000000000000}"/>
          </ac:spMkLst>
        </pc:spChg>
      </pc:sldChg>
      <pc:sldChg chg="modSp mod">
        <pc:chgData name="MADNEETA SINGH" userId="ba487e41d220043c" providerId="LiveId" clId="{C9E100A0-AAFC-4134-9299-26B8887E983C}" dt="2022-12-24T10:33:56.017" v="76" actId="20577"/>
        <pc:sldMkLst>
          <pc:docMk/>
          <pc:sldMk cId="4192245201" sldId="263"/>
        </pc:sldMkLst>
        <pc:spChg chg="mod">
          <ac:chgData name="MADNEETA SINGH" userId="ba487e41d220043c" providerId="LiveId" clId="{C9E100A0-AAFC-4134-9299-26B8887E983C}" dt="2022-12-24T10:33:56.017" v="76" actId="20577"/>
          <ac:spMkLst>
            <pc:docMk/>
            <pc:sldMk cId="4192245201" sldId="263"/>
            <ac:spMk id="3" creationId="{00000000-0000-0000-0000-000000000000}"/>
          </ac:spMkLst>
        </pc:spChg>
      </pc:sldChg>
      <pc:sldChg chg="modSp mod">
        <pc:chgData name="MADNEETA SINGH" userId="ba487e41d220043c" providerId="LiveId" clId="{C9E100A0-AAFC-4134-9299-26B8887E983C}" dt="2022-12-24T10:34:45.492" v="82" actId="2711"/>
        <pc:sldMkLst>
          <pc:docMk/>
          <pc:sldMk cId="3919311891" sldId="266"/>
        </pc:sldMkLst>
        <pc:spChg chg="mod">
          <ac:chgData name="MADNEETA SINGH" userId="ba487e41d220043c" providerId="LiveId" clId="{C9E100A0-AAFC-4134-9299-26B8887E983C}" dt="2022-12-24T10:34:45.492" v="82" actId="2711"/>
          <ac:spMkLst>
            <pc:docMk/>
            <pc:sldMk cId="3919311891" sldId="266"/>
            <ac:spMk id="3" creationId="{00000000-0000-0000-0000-000000000000}"/>
          </ac:spMkLst>
        </pc:spChg>
        <pc:spChg chg="mod">
          <ac:chgData name="MADNEETA SINGH" userId="ba487e41d220043c" providerId="LiveId" clId="{C9E100A0-AAFC-4134-9299-26B8887E983C}" dt="2022-12-24T10:34:45.492" v="82" actId="2711"/>
          <ac:spMkLst>
            <pc:docMk/>
            <pc:sldMk cId="3919311891" sldId="266"/>
            <ac:spMk id="4" creationId="{00000000-0000-0000-0000-000000000000}"/>
          </ac:spMkLst>
        </pc:spChg>
        <pc:spChg chg="mod">
          <ac:chgData name="MADNEETA SINGH" userId="ba487e41d220043c" providerId="LiveId" clId="{C9E100A0-AAFC-4134-9299-26B8887E983C}" dt="2022-12-24T10:34:45.492" v="82" actId="2711"/>
          <ac:spMkLst>
            <pc:docMk/>
            <pc:sldMk cId="3919311891" sldId="266"/>
            <ac:spMk id="6" creationId="{00000000-0000-0000-0000-000000000000}"/>
          </ac:spMkLst>
        </pc:spChg>
        <pc:spChg chg="mod">
          <ac:chgData name="MADNEETA SINGH" userId="ba487e41d220043c" providerId="LiveId" clId="{C9E100A0-AAFC-4134-9299-26B8887E983C}" dt="2022-12-24T10:34:45.492" v="82" actId="2711"/>
          <ac:spMkLst>
            <pc:docMk/>
            <pc:sldMk cId="3919311891" sldId="266"/>
            <ac:spMk id="7" creationId="{00000000-0000-0000-0000-000000000000}"/>
          </ac:spMkLst>
        </pc:spChg>
        <pc:spChg chg="mod">
          <ac:chgData name="MADNEETA SINGH" userId="ba487e41d220043c" providerId="LiveId" clId="{C9E100A0-AAFC-4134-9299-26B8887E983C}" dt="2022-12-24T10:34:45.492" v="82" actId="2711"/>
          <ac:spMkLst>
            <pc:docMk/>
            <pc:sldMk cId="3919311891" sldId="266"/>
            <ac:spMk id="9" creationId="{00000000-0000-0000-0000-000000000000}"/>
          </ac:spMkLst>
        </pc:spChg>
      </pc:sldChg>
      <pc:sldChg chg="modSp mod">
        <pc:chgData name="MADNEETA SINGH" userId="ba487e41d220043c" providerId="LiveId" clId="{C9E100A0-AAFC-4134-9299-26B8887E983C}" dt="2022-12-24T10:44:40.421" v="282" actId="2711"/>
        <pc:sldMkLst>
          <pc:docMk/>
          <pc:sldMk cId="3919311891" sldId="267"/>
        </pc:sldMkLst>
        <pc:spChg chg="mod">
          <ac:chgData name="MADNEETA SINGH" userId="ba487e41d220043c" providerId="LiveId" clId="{C9E100A0-AAFC-4134-9299-26B8887E983C}" dt="2022-12-24T10:44:40.421" v="282" actId="2711"/>
          <ac:spMkLst>
            <pc:docMk/>
            <pc:sldMk cId="3919311891" sldId="267"/>
            <ac:spMk id="3" creationId="{00000000-0000-0000-0000-000000000000}"/>
          </ac:spMkLst>
        </pc:spChg>
        <pc:spChg chg="mod">
          <ac:chgData name="MADNEETA SINGH" userId="ba487e41d220043c" providerId="LiveId" clId="{C9E100A0-AAFC-4134-9299-26B8887E983C}" dt="2022-12-24T10:44:40.421" v="282" actId="2711"/>
          <ac:spMkLst>
            <pc:docMk/>
            <pc:sldMk cId="3919311891" sldId="267"/>
            <ac:spMk id="4" creationId="{00000000-0000-0000-0000-000000000000}"/>
          </ac:spMkLst>
        </pc:spChg>
        <pc:spChg chg="mod">
          <ac:chgData name="MADNEETA SINGH" userId="ba487e41d220043c" providerId="LiveId" clId="{C9E100A0-AAFC-4134-9299-26B8887E983C}" dt="2022-12-24T10:44:40.421" v="282" actId="2711"/>
          <ac:spMkLst>
            <pc:docMk/>
            <pc:sldMk cId="3919311891" sldId="267"/>
            <ac:spMk id="6" creationId="{00000000-0000-0000-0000-000000000000}"/>
          </ac:spMkLst>
        </pc:spChg>
        <pc:spChg chg="mod">
          <ac:chgData name="MADNEETA SINGH" userId="ba487e41d220043c" providerId="LiveId" clId="{C9E100A0-AAFC-4134-9299-26B8887E983C}" dt="2022-12-24T10:44:40.421" v="282" actId="2711"/>
          <ac:spMkLst>
            <pc:docMk/>
            <pc:sldMk cId="3919311891" sldId="267"/>
            <ac:spMk id="7" creationId="{00000000-0000-0000-0000-000000000000}"/>
          </ac:spMkLst>
        </pc:spChg>
        <pc:spChg chg="mod">
          <ac:chgData name="MADNEETA SINGH" userId="ba487e41d220043c" providerId="LiveId" clId="{C9E100A0-AAFC-4134-9299-26B8887E983C}" dt="2022-12-24T10:44:40.421" v="282" actId="2711"/>
          <ac:spMkLst>
            <pc:docMk/>
            <pc:sldMk cId="3919311891" sldId="267"/>
            <ac:spMk id="9" creationId="{00000000-0000-0000-0000-000000000000}"/>
          </ac:spMkLst>
        </pc:spChg>
      </pc:sldChg>
      <pc:sldChg chg="modSp mod">
        <pc:chgData name="MADNEETA SINGH" userId="ba487e41d220043c" providerId="LiveId" clId="{C9E100A0-AAFC-4134-9299-26B8887E983C}" dt="2022-12-24T10:46:56.730" v="310" actId="20577"/>
        <pc:sldMkLst>
          <pc:docMk/>
          <pc:sldMk cId="3919311891" sldId="268"/>
        </pc:sldMkLst>
        <pc:spChg chg="mod">
          <ac:chgData name="MADNEETA SINGH" userId="ba487e41d220043c" providerId="LiveId" clId="{C9E100A0-AAFC-4134-9299-26B8887E983C}" dt="2022-12-24T10:46:56.730" v="310" actId="20577"/>
          <ac:spMkLst>
            <pc:docMk/>
            <pc:sldMk cId="3919311891" sldId="268"/>
            <ac:spMk id="7" creationId="{00000000-0000-0000-0000-000000000000}"/>
          </ac:spMkLst>
        </pc:spChg>
      </pc:sldChg>
      <pc:sldChg chg="modSp mod">
        <pc:chgData name="MADNEETA SINGH" userId="ba487e41d220043c" providerId="LiveId" clId="{C9E100A0-AAFC-4134-9299-26B8887E983C}" dt="2022-12-24T10:48:02.164" v="323" actId="113"/>
        <pc:sldMkLst>
          <pc:docMk/>
          <pc:sldMk cId="3919311891" sldId="270"/>
        </pc:sldMkLst>
        <pc:spChg chg="mod">
          <ac:chgData name="MADNEETA SINGH" userId="ba487e41d220043c" providerId="LiveId" clId="{C9E100A0-AAFC-4134-9299-26B8887E983C}" dt="2022-12-24T10:48:02.164" v="323" actId="113"/>
          <ac:spMkLst>
            <pc:docMk/>
            <pc:sldMk cId="3919311891" sldId="270"/>
            <ac:spMk id="3" creationId="{00000000-0000-0000-0000-000000000000}"/>
          </ac:spMkLst>
        </pc:spChg>
      </pc:sldChg>
      <pc:sldChg chg="modSp mod">
        <pc:chgData name="MADNEETA SINGH" userId="ba487e41d220043c" providerId="LiveId" clId="{C9E100A0-AAFC-4134-9299-26B8887E983C}" dt="2022-12-24T10:50:25.979" v="341" actId="5793"/>
        <pc:sldMkLst>
          <pc:docMk/>
          <pc:sldMk cId="3919311891" sldId="271"/>
        </pc:sldMkLst>
        <pc:spChg chg="mod">
          <ac:chgData name="MADNEETA SINGH" userId="ba487e41d220043c" providerId="LiveId" clId="{C9E100A0-AAFC-4134-9299-26B8887E983C}" dt="2022-12-24T10:50:25.979" v="341" actId="5793"/>
          <ac:spMkLst>
            <pc:docMk/>
            <pc:sldMk cId="3919311891" sldId="271"/>
            <ac:spMk id="3" creationId="{00000000-0000-0000-0000-000000000000}"/>
          </ac:spMkLst>
        </pc:spChg>
      </pc:sldChg>
      <pc:sldChg chg="modSp mod">
        <pc:chgData name="MADNEETA SINGH" userId="ba487e41d220043c" providerId="LiveId" clId="{C9E100A0-AAFC-4134-9299-26B8887E983C}" dt="2022-12-24T10:51:04.529" v="348" actId="5793"/>
        <pc:sldMkLst>
          <pc:docMk/>
          <pc:sldMk cId="3919311891" sldId="272"/>
        </pc:sldMkLst>
        <pc:spChg chg="mod">
          <ac:chgData name="MADNEETA SINGH" userId="ba487e41d220043c" providerId="LiveId" clId="{C9E100A0-AAFC-4134-9299-26B8887E983C}" dt="2022-12-24T10:51:04.529" v="348" actId="5793"/>
          <ac:spMkLst>
            <pc:docMk/>
            <pc:sldMk cId="3919311891" sldId="272"/>
            <ac:spMk id="3" creationId="{00000000-0000-0000-0000-000000000000}"/>
          </ac:spMkLst>
        </pc:spChg>
      </pc:sldChg>
      <pc:sldChg chg="modSp mod">
        <pc:chgData name="MADNEETA SINGH" userId="ba487e41d220043c" providerId="LiveId" clId="{C9E100A0-AAFC-4134-9299-26B8887E983C}" dt="2022-12-24T10:51:53.354" v="358" actId="20577"/>
        <pc:sldMkLst>
          <pc:docMk/>
          <pc:sldMk cId="3919311891" sldId="273"/>
        </pc:sldMkLst>
        <pc:spChg chg="mod">
          <ac:chgData name="MADNEETA SINGH" userId="ba487e41d220043c" providerId="LiveId" clId="{C9E100A0-AAFC-4134-9299-26B8887E983C}" dt="2022-12-24T10:51:53.354" v="358" actId="20577"/>
          <ac:spMkLst>
            <pc:docMk/>
            <pc:sldMk cId="3919311891" sldId="273"/>
            <ac:spMk id="3" creationId="{00000000-0000-0000-0000-000000000000}"/>
          </ac:spMkLst>
        </pc:spChg>
      </pc:sldChg>
      <pc:sldChg chg="modSp mod">
        <pc:chgData name="MADNEETA SINGH" userId="ba487e41d220043c" providerId="LiveId" clId="{C9E100A0-AAFC-4134-9299-26B8887E983C}" dt="2022-12-24T10:52:22.508" v="362" actId="20577"/>
        <pc:sldMkLst>
          <pc:docMk/>
          <pc:sldMk cId="3919311891" sldId="288"/>
        </pc:sldMkLst>
        <pc:spChg chg="mod">
          <ac:chgData name="MADNEETA SINGH" userId="ba487e41d220043c" providerId="LiveId" clId="{C9E100A0-AAFC-4134-9299-26B8887E983C}" dt="2022-12-24T10:52:22.508" v="362" actId="20577"/>
          <ac:spMkLst>
            <pc:docMk/>
            <pc:sldMk cId="3919311891" sldId="288"/>
            <ac:spMk id="3" creationId="{00000000-0000-0000-0000-000000000000}"/>
          </ac:spMkLst>
        </pc:spChg>
      </pc:sldChg>
      <pc:sldChg chg="modSp mod">
        <pc:chgData name="MADNEETA SINGH" userId="ba487e41d220043c" providerId="LiveId" clId="{C9E100A0-AAFC-4134-9299-26B8887E983C}" dt="2022-12-24T10:53:59.748" v="393" actId="20577"/>
        <pc:sldMkLst>
          <pc:docMk/>
          <pc:sldMk cId="3919311891" sldId="289"/>
        </pc:sldMkLst>
        <pc:spChg chg="mod">
          <ac:chgData name="MADNEETA SINGH" userId="ba487e41d220043c" providerId="LiveId" clId="{C9E100A0-AAFC-4134-9299-26B8887E983C}" dt="2022-12-24T10:53:59.748" v="393" actId="20577"/>
          <ac:spMkLst>
            <pc:docMk/>
            <pc:sldMk cId="3919311891" sldId="289"/>
            <ac:spMk id="3" creationId="{00000000-0000-0000-0000-000000000000}"/>
          </ac:spMkLst>
        </pc:spChg>
      </pc:sldChg>
      <pc:sldChg chg="modSp mod">
        <pc:chgData name="MADNEETA SINGH" userId="ba487e41d220043c" providerId="LiveId" clId="{C9E100A0-AAFC-4134-9299-26B8887E983C}" dt="2022-12-24T10:54:25.788" v="403" actId="27636"/>
        <pc:sldMkLst>
          <pc:docMk/>
          <pc:sldMk cId="3919311891" sldId="290"/>
        </pc:sldMkLst>
        <pc:spChg chg="mod">
          <ac:chgData name="MADNEETA SINGH" userId="ba487e41d220043c" providerId="LiveId" clId="{C9E100A0-AAFC-4134-9299-26B8887E983C}" dt="2022-12-24T10:54:25.788" v="403" actId="27636"/>
          <ac:spMkLst>
            <pc:docMk/>
            <pc:sldMk cId="3919311891" sldId="290"/>
            <ac:spMk id="3" creationId="{00000000-0000-0000-0000-000000000000}"/>
          </ac:spMkLst>
        </pc:spChg>
      </pc:sldChg>
      <pc:sldChg chg="modSp mod">
        <pc:chgData name="MADNEETA SINGH" userId="ba487e41d220043c" providerId="LiveId" clId="{C9E100A0-AAFC-4134-9299-26B8887E983C}" dt="2022-12-24T10:54:34.098" v="405" actId="20577"/>
        <pc:sldMkLst>
          <pc:docMk/>
          <pc:sldMk cId="3919311891" sldId="291"/>
        </pc:sldMkLst>
        <pc:spChg chg="mod">
          <ac:chgData name="MADNEETA SINGH" userId="ba487e41d220043c" providerId="LiveId" clId="{C9E100A0-AAFC-4134-9299-26B8887E983C}" dt="2022-12-24T10:54:34.098" v="405" actId="20577"/>
          <ac:spMkLst>
            <pc:docMk/>
            <pc:sldMk cId="3919311891" sldId="291"/>
            <ac:spMk id="3" creationId="{00000000-0000-0000-0000-000000000000}"/>
          </ac:spMkLst>
        </pc:spChg>
      </pc:sldChg>
      <pc:sldChg chg="modSp mod">
        <pc:chgData name="MADNEETA SINGH" userId="ba487e41d220043c" providerId="LiveId" clId="{C9E100A0-AAFC-4134-9299-26B8887E983C}" dt="2022-12-24T10:55:10.838" v="414" actId="20577"/>
        <pc:sldMkLst>
          <pc:docMk/>
          <pc:sldMk cId="3919311891" sldId="292"/>
        </pc:sldMkLst>
        <pc:spChg chg="mod">
          <ac:chgData name="MADNEETA SINGH" userId="ba487e41d220043c" providerId="LiveId" clId="{C9E100A0-AAFC-4134-9299-26B8887E983C}" dt="2022-12-24T10:55:10.838" v="414" actId="20577"/>
          <ac:spMkLst>
            <pc:docMk/>
            <pc:sldMk cId="3919311891" sldId="292"/>
            <ac:spMk id="3" creationId="{00000000-0000-0000-0000-000000000000}"/>
          </ac:spMkLst>
        </pc:spChg>
      </pc:sldChg>
      <pc:sldChg chg="modSp mod">
        <pc:chgData name="MADNEETA SINGH" userId="ba487e41d220043c" providerId="LiveId" clId="{C9E100A0-AAFC-4134-9299-26B8887E983C}" dt="2022-12-24T10:55:45.488" v="423" actId="113"/>
        <pc:sldMkLst>
          <pc:docMk/>
          <pc:sldMk cId="3919311891" sldId="293"/>
        </pc:sldMkLst>
        <pc:spChg chg="mod">
          <ac:chgData name="MADNEETA SINGH" userId="ba487e41d220043c" providerId="LiveId" clId="{C9E100A0-AAFC-4134-9299-26B8887E983C}" dt="2022-12-24T10:55:45.488" v="423" actId="113"/>
          <ac:spMkLst>
            <pc:docMk/>
            <pc:sldMk cId="3919311891" sldId="293"/>
            <ac:spMk id="3" creationId="{00000000-0000-0000-0000-000000000000}"/>
          </ac:spMkLst>
        </pc:spChg>
      </pc:sldChg>
      <pc:sldChg chg="modSp mod">
        <pc:chgData name="MADNEETA SINGH" userId="ba487e41d220043c" providerId="LiveId" clId="{C9E100A0-AAFC-4134-9299-26B8887E983C}" dt="2022-12-24T10:56:01.357" v="426" actId="20577"/>
        <pc:sldMkLst>
          <pc:docMk/>
          <pc:sldMk cId="3919311891" sldId="297"/>
        </pc:sldMkLst>
        <pc:spChg chg="mod">
          <ac:chgData name="MADNEETA SINGH" userId="ba487e41d220043c" providerId="LiveId" clId="{C9E100A0-AAFC-4134-9299-26B8887E983C}" dt="2022-12-24T10:56:01.357" v="426" actId="20577"/>
          <ac:spMkLst>
            <pc:docMk/>
            <pc:sldMk cId="3919311891" sldId="297"/>
            <ac:spMk id="3" creationId="{00000000-0000-0000-0000-000000000000}"/>
          </ac:spMkLst>
        </pc:spChg>
      </pc:sldChg>
      <pc:sldChg chg="modSp mod">
        <pc:chgData name="MADNEETA SINGH" userId="ba487e41d220043c" providerId="LiveId" clId="{C9E100A0-AAFC-4134-9299-26B8887E983C}" dt="2022-12-24T10:56:29.918" v="442" actId="20577"/>
        <pc:sldMkLst>
          <pc:docMk/>
          <pc:sldMk cId="3919311891" sldId="298"/>
        </pc:sldMkLst>
        <pc:spChg chg="mod">
          <ac:chgData name="MADNEETA SINGH" userId="ba487e41d220043c" providerId="LiveId" clId="{C9E100A0-AAFC-4134-9299-26B8887E983C}" dt="2022-12-24T10:56:29.918" v="442" actId="20577"/>
          <ac:spMkLst>
            <pc:docMk/>
            <pc:sldMk cId="3919311891" sldId="298"/>
            <ac:spMk id="3" creationId="{00000000-0000-0000-0000-000000000000}"/>
          </ac:spMkLst>
        </pc:spChg>
      </pc:sldChg>
      <pc:sldChg chg="modSp mod">
        <pc:chgData name="MADNEETA SINGH" userId="ba487e41d220043c" providerId="LiveId" clId="{C9E100A0-AAFC-4134-9299-26B8887E983C}" dt="2022-12-24T10:35:43.752" v="88" actId="14100"/>
        <pc:sldMkLst>
          <pc:docMk/>
          <pc:sldMk cId="3919311891" sldId="304"/>
        </pc:sldMkLst>
        <pc:spChg chg="mod">
          <ac:chgData name="MADNEETA SINGH" userId="ba487e41d220043c" providerId="LiveId" clId="{C9E100A0-AAFC-4134-9299-26B8887E983C}" dt="2022-12-24T10:35:33.396" v="86" actId="2711"/>
          <ac:spMkLst>
            <pc:docMk/>
            <pc:sldMk cId="3919311891" sldId="304"/>
            <ac:spMk id="4" creationId="{00000000-0000-0000-0000-000000000000}"/>
          </ac:spMkLst>
        </pc:spChg>
        <pc:spChg chg="mod">
          <ac:chgData name="MADNEETA SINGH" userId="ba487e41d220043c" providerId="LiveId" clId="{C9E100A0-AAFC-4134-9299-26B8887E983C}" dt="2022-12-24T10:35:33.396" v="86" actId="2711"/>
          <ac:spMkLst>
            <pc:docMk/>
            <pc:sldMk cId="3919311891" sldId="304"/>
            <ac:spMk id="6" creationId="{00000000-0000-0000-0000-000000000000}"/>
          </ac:spMkLst>
        </pc:spChg>
        <pc:spChg chg="mod">
          <ac:chgData name="MADNEETA SINGH" userId="ba487e41d220043c" providerId="LiveId" clId="{C9E100A0-AAFC-4134-9299-26B8887E983C}" dt="2022-12-24T10:35:33.396" v="86" actId="2711"/>
          <ac:spMkLst>
            <pc:docMk/>
            <pc:sldMk cId="3919311891" sldId="304"/>
            <ac:spMk id="7" creationId="{00000000-0000-0000-0000-000000000000}"/>
          </ac:spMkLst>
        </pc:spChg>
        <pc:spChg chg="mod">
          <ac:chgData name="MADNEETA SINGH" userId="ba487e41d220043c" providerId="LiveId" clId="{C9E100A0-AAFC-4134-9299-26B8887E983C}" dt="2022-12-24T10:35:33.396" v="86" actId="2711"/>
          <ac:spMkLst>
            <pc:docMk/>
            <pc:sldMk cId="3919311891" sldId="304"/>
            <ac:spMk id="9" creationId="{00000000-0000-0000-0000-000000000000}"/>
          </ac:spMkLst>
        </pc:spChg>
        <pc:spChg chg="mod">
          <ac:chgData name="MADNEETA SINGH" userId="ba487e41d220043c" providerId="LiveId" clId="{C9E100A0-AAFC-4134-9299-26B8887E983C}" dt="2022-12-24T10:35:33.396" v="86" actId="2711"/>
          <ac:spMkLst>
            <pc:docMk/>
            <pc:sldMk cId="3919311891" sldId="304"/>
            <ac:spMk id="13" creationId="{00000000-0000-0000-0000-000000000000}"/>
          </ac:spMkLst>
        </pc:spChg>
        <pc:spChg chg="mod">
          <ac:chgData name="MADNEETA SINGH" userId="ba487e41d220043c" providerId="LiveId" clId="{C9E100A0-AAFC-4134-9299-26B8887E983C}" dt="2022-12-24T10:35:33.396" v="86" actId="2711"/>
          <ac:spMkLst>
            <pc:docMk/>
            <pc:sldMk cId="3919311891" sldId="304"/>
            <ac:spMk id="14" creationId="{00000000-0000-0000-0000-000000000000}"/>
          </ac:spMkLst>
        </pc:spChg>
        <pc:spChg chg="mod">
          <ac:chgData name="MADNEETA SINGH" userId="ba487e41d220043c" providerId="LiveId" clId="{C9E100A0-AAFC-4134-9299-26B8887E983C}" dt="2022-12-24T10:35:33.396" v="86" actId="2711"/>
          <ac:spMkLst>
            <pc:docMk/>
            <pc:sldMk cId="3919311891" sldId="304"/>
            <ac:spMk id="15" creationId="{00000000-0000-0000-0000-000000000000}"/>
          </ac:spMkLst>
        </pc:spChg>
        <pc:spChg chg="mod">
          <ac:chgData name="MADNEETA SINGH" userId="ba487e41d220043c" providerId="LiveId" clId="{C9E100A0-AAFC-4134-9299-26B8887E983C}" dt="2022-12-24T10:35:33.396" v="86" actId="2711"/>
          <ac:spMkLst>
            <pc:docMk/>
            <pc:sldMk cId="3919311891" sldId="304"/>
            <ac:spMk id="16" creationId="{00000000-0000-0000-0000-000000000000}"/>
          </ac:spMkLst>
        </pc:spChg>
        <pc:spChg chg="mod">
          <ac:chgData name="MADNEETA SINGH" userId="ba487e41d220043c" providerId="LiveId" clId="{C9E100A0-AAFC-4134-9299-26B8887E983C}" dt="2022-12-24T10:35:33.396" v="86" actId="2711"/>
          <ac:spMkLst>
            <pc:docMk/>
            <pc:sldMk cId="3919311891" sldId="304"/>
            <ac:spMk id="17" creationId="{00000000-0000-0000-0000-000000000000}"/>
          </ac:spMkLst>
        </pc:spChg>
        <pc:spChg chg="mod">
          <ac:chgData name="MADNEETA SINGH" userId="ba487e41d220043c" providerId="LiveId" clId="{C9E100A0-AAFC-4134-9299-26B8887E983C}" dt="2022-12-24T10:35:33.396" v="86" actId="2711"/>
          <ac:spMkLst>
            <pc:docMk/>
            <pc:sldMk cId="3919311891" sldId="304"/>
            <ac:spMk id="18" creationId="{00000000-0000-0000-0000-000000000000}"/>
          </ac:spMkLst>
        </pc:spChg>
        <pc:spChg chg="mod">
          <ac:chgData name="MADNEETA SINGH" userId="ba487e41d220043c" providerId="LiveId" clId="{C9E100A0-AAFC-4134-9299-26B8887E983C}" dt="2022-12-24T10:35:33.396" v="86" actId="2711"/>
          <ac:spMkLst>
            <pc:docMk/>
            <pc:sldMk cId="3919311891" sldId="304"/>
            <ac:spMk id="19" creationId="{00000000-0000-0000-0000-000000000000}"/>
          </ac:spMkLst>
        </pc:spChg>
        <pc:spChg chg="mod">
          <ac:chgData name="MADNEETA SINGH" userId="ba487e41d220043c" providerId="LiveId" clId="{C9E100A0-AAFC-4134-9299-26B8887E983C}" dt="2022-12-24T10:35:43.752" v="88" actId="14100"/>
          <ac:spMkLst>
            <pc:docMk/>
            <pc:sldMk cId="3919311891" sldId="304"/>
            <ac:spMk id="20" creationId="{00000000-0000-0000-0000-000000000000}"/>
          </ac:spMkLst>
        </pc:spChg>
        <pc:spChg chg="mod">
          <ac:chgData name="MADNEETA SINGH" userId="ba487e41d220043c" providerId="LiveId" clId="{C9E100A0-AAFC-4134-9299-26B8887E983C}" dt="2022-12-24T10:35:33.396" v="86" actId="2711"/>
          <ac:spMkLst>
            <pc:docMk/>
            <pc:sldMk cId="3919311891" sldId="304"/>
            <ac:spMk id="21" creationId="{00000000-0000-0000-0000-000000000000}"/>
          </ac:spMkLst>
        </pc:spChg>
      </pc:sldChg>
      <pc:sldChg chg="modSp mod">
        <pc:chgData name="MADNEETA SINGH" userId="ba487e41d220043c" providerId="LiveId" clId="{C9E100A0-AAFC-4134-9299-26B8887E983C}" dt="2022-12-24T10:45:06.463" v="286" actId="27636"/>
        <pc:sldMkLst>
          <pc:docMk/>
          <pc:sldMk cId="3919311891" sldId="307"/>
        </pc:sldMkLst>
        <pc:spChg chg="mod">
          <ac:chgData name="MADNEETA SINGH" userId="ba487e41d220043c" providerId="LiveId" clId="{C9E100A0-AAFC-4134-9299-26B8887E983C}" dt="2022-12-24T10:45:06.463" v="286" actId="27636"/>
          <ac:spMkLst>
            <pc:docMk/>
            <pc:sldMk cId="3919311891" sldId="307"/>
            <ac:spMk id="3" creationId="{00000000-0000-0000-0000-000000000000}"/>
          </ac:spMkLst>
        </pc:spChg>
        <pc:spChg chg="mod">
          <ac:chgData name="MADNEETA SINGH" userId="ba487e41d220043c" providerId="LiveId" clId="{C9E100A0-AAFC-4134-9299-26B8887E983C}" dt="2022-12-24T10:45:06.452" v="285" actId="2711"/>
          <ac:spMkLst>
            <pc:docMk/>
            <pc:sldMk cId="3919311891" sldId="307"/>
            <ac:spMk id="4" creationId="{00000000-0000-0000-0000-000000000000}"/>
          </ac:spMkLst>
        </pc:spChg>
        <pc:spChg chg="mod">
          <ac:chgData name="MADNEETA SINGH" userId="ba487e41d220043c" providerId="LiveId" clId="{C9E100A0-AAFC-4134-9299-26B8887E983C}" dt="2022-12-24T10:45:06.452" v="285" actId="2711"/>
          <ac:spMkLst>
            <pc:docMk/>
            <pc:sldMk cId="3919311891" sldId="307"/>
            <ac:spMk id="6" creationId="{00000000-0000-0000-0000-000000000000}"/>
          </ac:spMkLst>
        </pc:spChg>
        <pc:spChg chg="mod">
          <ac:chgData name="MADNEETA SINGH" userId="ba487e41d220043c" providerId="LiveId" clId="{C9E100A0-AAFC-4134-9299-26B8887E983C}" dt="2022-12-24T10:45:06.452" v="285" actId="2711"/>
          <ac:spMkLst>
            <pc:docMk/>
            <pc:sldMk cId="3919311891" sldId="307"/>
            <ac:spMk id="7" creationId="{00000000-0000-0000-0000-000000000000}"/>
          </ac:spMkLst>
        </pc:spChg>
        <pc:spChg chg="mod">
          <ac:chgData name="MADNEETA SINGH" userId="ba487e41d220043c" providerId="LiveId" clId="{C9E100A0-AAFC-4134-9299-26B8887E983C}" dt="2022-12-24T10:45:06.452" v="285" actId="2711"/>
          <ac:spMkLst>
            <pc:docMk/>
            <pc:sldMk cId="3919311891" sldId="307"/>
            <ac:spMk id="9" creationId="{00000000-0000-0000-0000-000000000000}"/>
          </ac:spMkLst>
        </pc:spChg>
      </pc:sldChg>
      <pc:sldChg chg="modSp mod">
        <pc:chgData name="MADNEETA SINGH" userId="ba487e41d220043c" providerId="LiveId" clId="{C9E100A0-AAFC-4134-9299-26B8887E983C}" dt="2022-12-24T10:45:12.500" v="287" actId="2711"/>
        <pc:sldMkLst>
          <pc:docMk/>
          <pc:sldMk cId="3919311891" sldId="308"/>
        </pc:sldMkLst>
        <pc:spChg chg="mod">
          <ac:chgData name="MADNEETA SINGH" userId="ba487e41d220043c" providerId="LiveId" clId="{C9E100A0-AAFC-4134-9299-26B8887E983C}" dt="2022-12-24T10:45:12.500" v="287" actId="2711"/>
          <ac:spMkLst>
            <pc:docMk/>
            <pc:sldMk cId="3919311891" sldId="308"/>
            <ac:spMk id="3" creationId="{00000000-0000-0000-0000-000000000000}"/>
          </ac:spMkLst>
        </pc:spChg>
        <pc:spChg chg="mod">
          <ac:chgData name="MADNEETA SINGH" userId="ba487e41d220043c" providerId="LiveId" clId="{C9E100A0-AAFC-4134-9299-26B8887E983C}" dt="2022-12-24T10:45:12.500" v="287" actId="2711"/>
          <ac:spMkLst>
            <pc:docMk/>
            <pc:sldMk cId="3919311891" sldId="308"/>
            <ac:spMk id="4" creationId="{00000000-0000-0000-0000-000000000000}"/>
          </ac:spMkLst>
        </pc:spChg>
        <pc:spChg chg="mod">
          <ac:chgData name="MADNEETA SINGH" userId="ba487e41d220043c" providerId="LiveId" clId="{C9E100A0-AAFC-4134-9299-26B8887E983C}" dt="2022-12-24T10:45:12.500" v="287" actId="2711"/>
          <ac:spMkLst>
            <pc:docMk/>
            <pc:sldMk cId="3919311891" sldId="308"/>
            <ac:spMk id="6" creationId="{00000000-0000-0000-0000-000000000000}"/>
          </ac:spMkLst>
        </pc:spChg>
        <pc:spChg chg="mod">
          <ac:chgData name="MADNEETA SINGH" userId="ba487e41d220043c" providerId="LiveId" clId="{C9E100A0-AAFC-4134-9299-26B8887E983C}" dt="2022-12-24T10:45:12.500" v="287" actId="2711"/>
          <ac:spMkLst>
            <pc:docMk/>
            <pc:sldMk cId="3919311891" sldId="308"/>
            <ac:spMk id="7" creationId="{00000000-0000-0000-0000-000000000000}"/>
          </ac:spMkLst>
        </pc:spChg>
        <pc:spChg chg="mod">
          <ac:chgData name="MADNEETA SINGH" userId="ba487e41d220043c" providerId="LiveId" clId="{C9E100A0-AAFC-4134-9299-26B8887E983C}" dt="2022-12-24T10:45:12.500" v="287" actId="2711"/>
          <ac:spMkLst>
            <pc:docMk/>
            <pc:sldMk cId="3919311891" sldId="308"/>
            <ac:spMk id="9" creationId="{00000000-0000-0000-0000-000000000000}"/>
          </ac:spMkLst>
        </pc:spChg>
      </pc:sldChg>
      <pc:sldChg chg="modSp mod">
        <pc:chgData name="MADNEETA SINGH" userId="ba487e41d220043c" providerId="LiveId" clId="{C9E100A0-AAFC-4134-9299-26B8887E983C}" dt="2022-12-24T10:47:02.307" v="312" actId="20577"/>
        <pc:sldMkLst>
          <pc:docMk/>
          <pc:sldMk cId="3919311891" sldId="313"/>
        </pc:sldMkLst>
        <pc:spChg chg="mod">
          <ac:chgData name="MADNEETA SINGH" userId="ba487e41d220043c" providerId="LiveId" clId="{C9E100A0-AAFC-4134-9299-26B8887E983C}" dt="2022-12-24T10:47:02.307" v="312" actId="20577"/>
          <ac:spMkLst>
            <pc:docMk/>
            <pc:sldMk cId="3919311891" sldId="313"/>
            <ac:spMk id="7" creationId="{00000000-0000-0000-0000-000000000000}"/>
          </ac:spMkLst>
        </pc:spChg>
      </pc:sldChg>
      <pc:sldChg chg="modSp mod">
        <pc:chgData name="MADNEETA SINGH" userId="ba487e41d220043c" providerId="LiveId" clId="{C9E100A0-AAFC-4134-9299-26B8887E983C}" dt="2022-12-24T10:48:14.519" v="325" actId="5793"/>
        <pc:sldMkLst>
          <pc:docMk/>
          <pc:sldMk cId="3919311891" sldId="315"/>
        </pc:sldMkLst>
        <pc:spChg chg="mod">
          <ac:chgData name="MADNEETA SINGH" userId="ba487e41d220043c" providerId="LiveId" clId="{C9E100A0-AAFC-4134-9299-26B8887E983C}" dt="2022-12-24T10:48:14.519" v="325" actId="5793"/>
          <ac:spMkLst>
            <pc:docMk/>
            <pc:sldMk cId="3919311891" sldId="315"/>
            <ac:spMk id="3" creationId="{00000000-0000-0000-0000-000000000000}"/>
          </ac:spMkLst>
        </pc:spChg>
      </pc:sldChg>
      <pc:sldChg chg="modSp mod">
        <pc:chgData name="MADNEETA SINGH" userId="ba487e41d220043c" providerId="LiveId" clId="{C9E100A0-AAFC-4134-9299-26B8887E983C}" dt="2022-12-24T10:48:24.329" v="327" actId="5793"/>
        <pc:sldMkLst>
          <pc:docMk/>
          <pc:sldMk cId="3919311891" sldId="316"/>
        </pc:sldMkLst>
        <pc:spChg chg="mod">
          <ac:chgData name="MADNEETA SINGH" userId="ba487e41d220043c" providerId="LiveId" clId="{C9E100A0-AAFC-4134-9299-26B8887E983C}" dt="2022-12-24T10:48:24.329" v="327" actId="5793"/>
          <ac:spMkLst>
            <pc:docMk/>
            <pc:sldMk cId="3919311891" sldId="316"/>
            <ac:spMk id="3" creationId="{00000000-0000-0000-0000-000000000000}"/>
          </ac:spMkLst>
        </pc:spChg>
      </pc:sldChg>
      <pc:sldChg chg="modSp mod">
        <pc:chgData name="MADNEETA SINGH" userId="ba487e41d220043c" providerId="LiveId" clId="{C9E100A0-AAFC-4134-9299-26B8887E983C}" dt="2022-12-24T10:50:45.239" v="346" actId="20577"/>
        <pc:sldMkLst>
          <pc:docMk/>
          <pc:sldMk cId="3919311891" sldId="318"/>
        </pc:sldMkLst>
        <pc:spChg chg="mod">
          <ac:chgData name="MADNEETA SINGH" userId="ba487e41d220043c" providerId="LiveId" clId="{C9E100A0-AAFC-4134-9299-26B8887E983C}" dt="2022-12-24T10:50:45.239" v="346" actId="20577"/>
          <ac:spMkLst>
            <pc:docMk/>
            <pc:sldMk cId="3919311891" sldId="318"/>
            <ac:spMk id="3" creationId="{00000000-0000-0000-0000-000000000000}"/>
          </ac:spMkLst>
        </pc:spChg>
      </pc:sldChg>
      <pc:sldChg chg="modSp mod">
        <pc:chgData name="MADNEETA SINGH" userId="ba487e41d220043c" providerId="LiveId" clId="{C9E100A0-AAFC-4134-9299-26B8887E983C}" dt="2022-12-24T10:50:34.514" v="342" actId="5793"/>
        <pc:sldMkLst>
          <pc:docMk/>
          <pc:sldMk cId="3919311891" sldId="319"/>
        </pc:sldMkLst>
        <pc:spChg chg="mod">
          <ac:chgData name="MADNEETA SINGH" userId="ba487e41d220043c" providerId="LiveId" clId="{C9E100A0-AAFC-4134-9299-26B8887E983C}" dt="2022-12-24T10:50:34.514" v="342" actId="5793"/>
          <ac:spMkLst>
            <pc:docMk/>
            <pc:sldMk cId="3919311891" sldId="319"/>
            <ac:spMk id="3" creationId="{00000000-0000-0000-0000-000000000000}"/>
          </ac:spMkLst>
        </pc:spChg>
      </pc:sldChg>
      <pc:sldChg chg="modSp mod">
        <pc:chgData name="MADNEETA SINGH" userId="ba487e41d220043c" providerId="LiveId" clId="{C9E100A0-AAFC-4134-9299-26B8887E983C}" dt="2022-12-24T10:50:13.505" v="340" actId="5793"/>
        <pc:sldMkLst>
          <pc:docMk/>
          <pc:sldMk cId="3919311891" sldId="320"/>
        </pc:sldMkLst>
        <pc:spChg chg="mod">
          <ac:chgData name="MADNEETA SINGH" userId="ba487e41d220043c" providerId="LiveId" clId="{C9E100A0-AAFC-4134-9299-26B8887E983C}" dt="2022-12-24T10:50:13.505" v="340" actId="5793"/>
          <ac:spMkLst>
            <pc:docMk/>
            <pc:sldMk cId="3919311891" sldId="320"/>
            <ac:spMk id="3" creationId="{00000000-0000-0000-0000-000000000000}"/>
          </ac:spMkLst>
        </pc:spChg>
      </pc:sldChg>
      <pc:sldChg chg="modSp mod">
        <pc:chgData name="MADNEETA SINGH" userId="ba487e41d220043c" providerId="LiveId" clId="{C9E100A0-AAFC-4134-9299-26B8887E983C}" dt="2022-12-24T10:34:25.212" v="79" actId="1076"/>
        <pc:sldMkLst>
          <pc:docMk/>
          <pc:sldMk cId="3919311891" sldId="330"/>
        </pc:sldMkLst>
        <pc:spChg chg="mod">
          <ac:chgData name="MADNEETA SINGH" userId="ba487e41d220043c" providerId="LiveId" clId="{C9E100A0-AAFC-4134-9299-26B8887E983C}" dt="2022-12-24T10:34:08.833" v="77" actId="1076"/>
          <ac:spMkLst>
            <pc:docMk/>
            <pc:sldMk cId="3919311891" sldId="330"/>
            <ac:spMk id="10" creationId="{00000000-0000-0000-0000-000000000000}"/>
          </ac:spMkLst>
        </pc:spChg>
        <pc:graphicFrameChg chg="mod modGraphic">
          <ac:chgData name="MADNEETA SINGH" userId="ba487e41d220043c" providerId="LiveId" clId="{C9E100A0-AAFC-4134-9299-26B8887E983C}" dt="2022-12-24T10:34:25.212" v="79" actId="1076"/>
          <ac:graphicFrameMkLst>
            <pc:docMk/>
            <pc:sldMk cId="3919311891" sldId="330"/>
            <ac:graphicFrameMk id="11" creationId="{00000000-0000-0000-0000-000000000000}"/>
          </ac:graphicFrameMkLst>
        </pc:graphicFrameChg>
      </pc:sldChg>
      <pc:sldChg chg="modSp mod">
        <pc:chgData name="MADNEETA SINGH" userId="ba487e41d220043c" providerId="LiveId" clId="{C9E100A0-AAFC-4134-9299-26B8887E983C}" dt="2022-12-24T10:49:03.930" v="334" actId="14100"/>
        <pc:sldMkLst>
          <pc:docMk/>
          <pc:sldMk cId="3919311891" sldId="332"/>
        </pc:sldMkLst>
        <pc:spChg chg="mod">
          <ac:chgData name="MADNEETA SINGH" userId="ba487e41d220043c" providerId="LiveId" clId="{C9E100A0-AAFC-4134-9299-26B8887E983C}" dt="2022-12-24T10:43:23.200" v="272" actId="2711"/>
          <ac:spMkLst>
            <pc:docMk/>
            <pc:sldMk cId="3919311891" sldId="332"/>
            <ac:spMk id="4" creationId="{00000000-0000-0000-0000-000000000000}"/>
          </ac:spMkLst>
        </pc:spChg>
        <pc:spChg chg="mod">
          <ac:chgData name="MADNEETA SINGH" userId="ba487e41d220043c" providerId="LiveId" clId="{C9E100A0-AAFC-4134-9299-26B8887E983C}" dt="2022-12-24T10:43:23.200" v="272" actId="2711"/>
          <ac:spMkLst>
            <pc:docMk/>
            <pc:sldMk cId="3919311891" sldId="332"/>
            <ac:spMk id="6" creationId="{00000000-0000-0000-0000-000000000000}"/>
          </ac:spMkLst>
        </pc:spChg>
        <pc:spChg chg="mod">
          <ac:chgData name="MADNEETA SINGH" userId="ba487e41d220043c" providerId="LiveId" clId="{C9E100A0-AAFC-4134-9299-26B8887E983C}" dt="2022-12-24T10:43:23.200" v="272" actId="2711"/>
          <ac:spMkLst>
            <pc:docMk/>
            <pc:sldMk cId="3919311891" sldId="332"/>
            <ac:spMk id="7" creationId="{00000000-0000-0000-0000-000000000000}"/>
          </ac:spMkLst>
        </pc:spChg>
        <pc:spChg chg="mod">
          <ac:chgData name="MADNEETA SINGH" userId="ba487e41d220043c" providerId="LiveId" clId="{C9E100A0-AAFC-4134-9299-26B8887E983C}" dt="2022-12-24T10:43:23.200" v="272" actId="2711"/>
          <ac:spMkLst>
            <pc:docMk/>
            <pc:sldMk cId="3919311891" sldId="332"/>
            <ac:spMk id="9" creationId="{00000000-0000-0000-0000-000000000000}"/>
          </ac:spMkLst>
        </pc:spChg>
        <pc:spChg chg="mod">
          <ac:chgData name="MADNEETA SINGH" userId="ba487e41d220043c" providerId="LiveId" clId="{C9E100A0-AAFC-4134-9299-26B8887E983C}" dt="2022-12-24T10:49:03.930" v="334" actId="14100"/>
          <ac:spMkLst>
            <pc:docMk/>
            <pc:sldMk cId="3919311891" sldId="332"/>
            <ac:spMk id="10" creationId="{00000000-0000-0000-0000-000000000000}"/>
          </ac:spMkLst>
        </pc:spChg>
      </pc:sldChg>
      <pc:sldChg chg="modSp mod">
        <pc:chgData name="MADNEETA SINGH" userId="ba487e41d220043c" providerId="LiveId" clId="{C9E100A0-AAFC-4134-9299-26B8887E983C}" dt="2022-12-24T10:49:10.939" v="335" actId="20577"/>
        <pc:sldMkLst>
          <pc:docMk/>
          <pc:sldMk cId="3919311891" sldId="333"/>
        </pc:sldMkLst>
        <pc:spChg chg="mod">
          <ac:chgData name="MADNEETA SINGH" userId="ba487e41d220043c" providerId="LiveId" clId="{C9E100A0-AAFC-4134-9299-26B8887E983C}" dt="2022-12-24T10:43:52.248" v="276" actId="2711"/>
          <ac:spMkLst>
            <pc:docMk/>
            <pc:sldMk cId="3919311891" sldId="333"/>
            <ac:spMk id="4" creationId="{00000000-0000-0000-0000-000000000000}"/>
          </ac:spMkLst>
        </pc:spChg>
        <pc:spChg chg="mod">
          <ac:chgData name="MADNEETA SINGH" userId="ba487e41d220043c" providerId="LiveId" clId="{C9E100A0-AAFC-4134-9299-26B8887E983C}" dt="2022-12-24T10:43:52.248" v="276" actId="2711"/>
          <ac:spMkLst>
            <pc:docMk/>
            <pc:sldMk cId="3919311891" sldId="333"/>
            <ac:spMk id="6" creationId="{00000000-0000-0000-0000-000000000000}"/>
          </ac:spMkLst>
        </pc:spChg>
        <pc:spChg chg="mod">
          <ac:chgData name="MADNEETA SINGH" userId="ba487e41d220043c" providerId="LiveId" clId="{C9E100A0-AAFC-4134-9299-26B8887E983C}" dt="2022-12-24T10:43:52.248" v="276" actId="2711"/>
          <ac:spMkLst>
            <pc:docMk/>
            <pc:sldMk cId="3919311891" sldId="333"/>
            <ac:spMk id="7" creationId="{00000000-0000-0000-0000-000000000000}"/>
          </ac:spMkLst>
        </pc:spChg>
        <pc:spChg chg="mod">
          <ac:chgData name="MADNEETA SINGH" userId="ba487e41d220043c" providerId="LiveId" clId="{C9E100A0-AAFC-4134-9299-26B8887E983C}" dt="2022-12-24T10:43:52.248" v="276" actId="2711"/>
          <ac:spMkLst>
            <pc:docMk/>
            <pc:sldMk cId="3919311891" sldId="333"/>
            <ac:spMk id="9" creationId="{00000000-0000-0000-0000-000000000000}"/>
          </ac:spMkLst>
        </pc:spChg>
        <pc:spChg chg="mod">
          <ac:chgData name="MADNEETA SINGH" userId="ba487e41d220043c" providerId="LiveId" clId="{C9E100A0-AAFC-4134-9299-26B8887E983C}" dt="2022-12-24T10:49:10.939" v="335" actId="20577"/>
          <ac:spMkLst>
            <pc:docMk/>
            <pc:sldMk cId="3919311891" sldId="333"/>
            <ac:spMk id="10" creationId="{00000000-0000-0000-0000-000000000000}"/>
          </ac:spMkLst>
        </pc:spChg>
        <pc:graphicFrameChg chg="mod">
          <ac:chgData name="MADNEETA SINGH" userId="ba487e41d220043c" providerId="LiveId" clId="{C9E100A0-AAFC-4134-9299-26B8887E983C}" dt="2022-12-24T10:43:47.970" v="275" actId="1076"/>
          <ac:graphicFrameMkLst>
            <pc:docMk/>
            <pc:sldMk cId="3919311891" sldId="333"/>
            <ac:graphicFrameMk id="11" creationId="{00000000-0000-0000-0000-000000000000}"/>
          </ac:graphicFrameMkLst>
        </pc:graphicFrameChg>
      </pc:sldChg>
      <pc:sldChg chg="modSp mod">
        <pc:chgData name="MADNEETA SINGH" userId="ba487e41d220043c" providerId="LiveId" clId="{C9E100A0-AAFC-4134-9299-26B8887E983C}" dt="2022-12-24T10:45:30.644" v="289" actId="2711"/>
        <pc:sldMkLst>
          <pc:docMk/>
          <pc:sldMk cId="3919311891" sldId="335"/>
        </pc:sldMkLst>
        <pc:spChg chg="mod">
          <ac:chgData name="MADNEETA SINGH" userId="ba487e41d220043c" providerId="LiveId" clId="{C9E100A0-AAFC-4134-9299-26B8887E983C}" dt="2022-12-24T10:45:30.644" v="289" actId="2711"/>
          <ac:spMkLst>
            <pc:docMk/>
            <pc:sldMk cId="3919311891" sldId="335"/>
            <ac:spMk id="4" creationId="{00000000-0000-0000-0000-000000000000}"/>
          </ac:spMkLst>
        </pc:spChg>
        <pc:spChg chg="mod">
          <ac:chgData name="MADNEETA SINGH" userId="ba487e41d220043c" providerId="LiveId" clId="{C9E100A0-AAFC-4134-9299-26B8887E983C}" dt="2022-12-24T10:45:30.644" v="289" actId="2711"/>
          <ac:spMkLst>
            <pc:docMk/>
            <pc:sldMk cId="3919311891" sldId="335"/>
            <ac:spMk id="6" creationId="{00000000-0000-0000-0000-000000000000}"/>
          </ac:spMkLst>
        </pc:spChg>
        <pc:spChg chg="mod">
          <ac:chgData name="MADNEETA SINGH" userId="ba487e41d220043c" providerId="LiveId" clId="{C9E100A0-AAFC-4134-9299-26B8887E983C}" dt="2022-12-24T10:45:30.644" v="289" actId="2711"/>
          <ac:spMkLst>
            <pc:docMk/>
            <pc:sldMk cId="3919311891" sldId="335"/>
            <ac:spMk id="7" creationId="{00000000-0000-0000-0000-000000000000}"/>
          </ac:spMkLst>
        </pc:spChg>
        <pc:spChg chg="mod">
          <ac:chgData name="MADNEETA SINGH" userId="ba487e41d220043c" providerId="LiveId" clId="{C9E100A0-AAFC-4134-9299-26B8887E983C}" dt="2022-12-24T10:45:30.644" v="289" actId="2711"/>
          <ac:spMkLst>
            <pc:docMk/>
            <pc:sldMk cId="3919311891" sldId="335"/>
            <ac:spMk id="9" creationId="{00000000-0000-0000-0000-000000000000}"/>
          </ac:spMkLst>
        </pc:spChg>
        <pc:spChg chg="mod">
          <ac:chgData name="MADNEETA SINGH" userId="ba487e41d220043c" providerId="LiveId" clId="{C9E100A0-AAFC-4134-9299-26B8887E983C}" dt="2022-12-24T10:45:30.644" v="289" actId="2711"/>
          <ac:spMkLst>
            <pc:docMk/>
            <pc:sldMk cId="3919311891" sldId="335"/>
            <ac:spMk id="10" creationId="{00000000-0000-0000-0000-000000000000}"/>
          </ac:spMkLst>
        </pc:spChg>
      </pc:sldChg>
      <pc:sldChg chg="modSp mod">
        <pc:chgData name="MADNEETA SINGH" userId="ba487e41d220043c" providerId="LiveId" clId="{C9E100A0-AAFC-4134-9299-26B8887E983C}" dt="2022-12-24T10:49:21.693" v="336" actId="20577"/>
        <pc:sldMkLst>
          <pc:docMk/>
          <pc:sldMk cId="3919311891" sldId="336"/>
        </pc:sldMkLst>
        <pc:spChg chg="mod">
          <ac:chgData name="MADNEETA SINGH" userId="ba487e41d220043c" providerId="LiveId" clId="{C9E100A0-AAFC-4134-9299-26B8887E983C}" dt="2022-12-24T10:49:21.693" v="336" actId="20577"/>
          <ac:spMkLst>
            <pc:docMk/>
            <pc:sldMk cId="3919311891" sldId="336"/>
            <ac:spMk id="10" creationId="{00000000-0000-0000-0000-000000000000}"/>
          </ac:spMkLst>
        </pc:spChg>
        <pc:graphicFrameChg chg="mod modGraphic">
          <ac:chgData name="MADNEETA SINGH" userId="ba487e41d220043c" providerId="LiveId" clId="{C9E100A0-AAFC-4134-9299-26B8887E983C}" dt="2022-12-24T10:46:36.780" v="304" actId="14100"/>
          <ac:graphicFrameMkLst>
            <pc:docMk/>
            <pc:sldMk cId="3919311891" sldId="336"/>
            <ac:graphicFrameMk id="11" creationId="{00000000-0000-0000-0000-000000000000}"/>
          </ac:graphicFrameMkLst>
        </pc:graphicFrameChg>
      </pc:sldChg>
      <pc:sldChg chg="modSp mod">
        <pc:chgData name="MADNEETA SINGH" userId="ba487e41d220043c" providerId="LiveId" clId="{C9E100A0-AAFC-4134-9299-26B8887E983C}" dt="2022-12-24T10:49:28.689" v="337" actId="20577"/>
        <pc:sldMkLst>
          <pc:docMk/>
          <pc:sldMk cId="3919311891" sldId="338"/>
        </pc:sldMkLst>
        <pc:spChg chg="mod">
          <ac:chgData name="MADNEETA SINGH" userId="ba487e41d220043c" providerId="LiveId" clId="{C9E100A0-AAFC-4134-9299-26B8887E983C}" dt="2022-12-24T10:49:28.689" v="337" actId="20577"/>
          <ac:spMkLst>
            <pc:docMk/>
            <pc:sldMk cId="3919311891" sldId="338"/>
            <ac:spMk id="10" creationId="{00000000-0000-0000-0000-000000000000}"/>
          </ac:spMkLst>
        </pc:spChg>
      </pc:sldChg>
      <pc:sldChg chg="modSp mod">
        <pc:chgData name="MADNEETA SINGH" userId="ba487e41d220043c" providerId="LiveId" clId="{C9E100A0-AAFC-4134-9299-26B8887E983C}" dt="2022-12-24T10:47:31.333" v="318" actId="20577"/>
        <pc:sldMkLst>
          <pc:docMk/>
          <pc:sldMk cId="3919311891" sldId="339"/>
        </pc:sldMkLst>
        <pc:spChg chg="mod">
          <ac:chgData name="MADNEETA SINGH" userId="ba487e41d220043c" providerId="LiveId" clId="{C9E100A0-AAFC-4134-9299-26B8887E983C}" dt="2022-12-24T10:47:31.333" v="318" actId="20577"/>
          <ac:spMkLst>
            <pc:docMk/>
            <pc:sldMk cId="3919311891" sldId="339"/>
            <ac:spMk id="10" creationId="{00000000-0000-0000-0000-000000000000}"/>
          </ac:spMkLst>
        </pc:spChg>
        <pc:graphicFrameChg chg="mod">
          <ac:chgData name="MADNEETA SINGH" userId="ba487e41d220043c" providerId="LiveId" clId="{C9E100A0-AAFC-4134-9299-26B8887E983C}" dt="2022-12-24T10:47:24.320" v="315" actId="1076"/>
          <ac:graphicFrameMkLst>
            <pc:docMk/>
            <pc:sldMk cId="3919311891" sldId="339"/>
            <ac:graphicFrameMk id="11" creationId="{00000000-0000-0000-0000-000000000000}"/>
          </ac:graphicFrameMkLst>
        </pc:graphicFrameChg>
      </pc:sldChg>
      <pc:sldChg chg="modSp mod">
        <pc:chgData name="MADNEETA SINGH" userId="ba487e41d220043c" providerId="LiveId" clId="{C9E100A0-AAFC-4134-9299-26B8887E983C}" dt="2022-12-24T10:49:40.319" v="338" actId="20577"/>
        <pc:sldMkLst>
          <pc:docMk/>
          <pc:sldMk cId="3919311891" sldId="341"/>
        </pc:sldMkLst>
        <pc:spChg chg="mod">
          <ac:chgData name="MADNEETA SINGH" userId="ba487e41d220043c" providerId="LiveId" clId="{C9E100A0-AAFC-4134-9299-26B8887E983C}" dt="2022-12-24T10:49:40.319" v="338" actId="20577"/>
          <ac:spMkLst>
            <pc:docMk/>
            <pc:sldMk cId="3919311891" sldId="341"/>
            <ac:spMk id="10" creationId="{00000000-0000-0000-0000-000000000000}"/>
          </ac:spMkLst>
        </pc:spChg>
      </pc:sldChg>
      <pc:sldChg chg="modSp mod">
        <pc:chgData name="MADNEETA SINGH" userId="ba487e41d220043c" providerId="LiveId" clId="{C9E100A0-AAFC-4134-9299-26B8887E983C}" dt="2022-12-24T10:48:47.959" v="333" actId="20577"/>
        <pc:sldMkLst>
          <pc:docMk/>
          <pc:sldMk cId="3919311891" sldId="342"/>
        </pc:sldMkLst>
        <pc:spChg chg="mod">
          <ac:chgData name="MADNEETA SINGH" userId="ba487e41d220043c" providerId="LiveId" clId="{C9E100A0-AAFC-4134-9299-26B8887E983C}" dt="2022-12-24T10:48:47.959" v="333" actId="20577"/>
          <ac:spMkLst>
            <pc:docMk/>
            <pc:sldMk cId="3919311891" sldId="342"/>
            <ac:spMk id="10" creationId="{00000000-0000-0000-0000-000000000000}"/>
          </ac:spMkLst>
        </pc:spChg>
        <pc:graphicFrameChg chg="mod">
          <ac:chgData name="MADNEETA SINGH" userId="ba487e41d220043c" providerId="LiveId" clId="{C9E100A0-AAFC-4134-9299-26B8887E983C}" dt="2022-12-24T10:48:42.331" v="330" actId="1076"/>
          <ac:graphicFrameMkLst>
            <pc:docMk/>
            <pc:sldMk cId="3919311891" sldId="342"/>
            <ac:graphicFrameMk id="11" creationId="{00000000-0000-0000-0000-000000000000}"/>
          </ac:graphicFrameMkLst>
        </pc:graphicFrameChg>
      </pc:sldChg>
      <pc:sldChg chg="modSp mod">
        <pc:chgData name="MADNEETA SINGH" userId="ba487e41d220043c" providerId="LiveId" clId="{C9E100A0-AAFC-4134-9299-26B8887E983C}" dt="2022-12-24T10:51:14.258" v="349" actId="20577"/>
        <pc:sldMkLst>
          <pc:docMk/>
          <pc:sldMk cId="3919311891" sldId="344"/>
        </pc:sldMkLst>
        <pc:spChg chg="mod">
          <ac:chgData name="MADNEETA SINGH" userId="ba487e41d220043c" providerId="LiveId" clId="{C9E100A0-AAFC-4134-9299-26B8887E983C}" dt="2022-12-24T10:51:14.258" v="349" actId="20577"/>
          <ac:spMkLst>
            <pc:docMk/>
            <pc:sldMk cId="3919311891" sldId="344"/>
            <ac:spMk id="10" creationId="{00000000-0000-0000-0000-000000000000}"/>
          </ac:spMkLst>
        </pc:spChg>
      </pc:sldChg>
      <pc:sldChg chg="modSp mod">
        <pc:chgData name="MADNEETA SINGH" userId="ba487e41d220043c" providerId="LiveId" clId="{C9E100A0-AAFC-4134-9299-26B8887E983C}" dt="2022-12-24T10:51:35.639" v="355" actId="20577"/>
        <pc:sldMkLst>
          <pc:docMk/>
          <pc:sldMk cId="3919311891" sldId="348"/>
        </pc:sldMkLst>
        <pc:spChg chg="mod">
          <ac:chgData name="MADNEETA SINGH" userId="ba487e41d220043c" providerId="LiveId" clId="{C9E100A0-AAFC-4134-9299-26B8887E983C}" dt="2022-12-24T10:51:35.639" v="355" actId="20577"/>
          <ac:spMkLst>
            <pc:docMk/>
            <pc:sldMk cId="3919311891" sldId="348"/>
            <ac:spMk id="10" creationId="{00000000-0000-0000-0000-000000000000}"/>
          </ac:spMkLst>
        </pc:spChg>
        <pc:graphicFrameChg chg="mod">
          <ac:chgData name="MADNEETA SINGH" userId="ba487e41d220043c" providerId="LiveId" clId="{C9E100A0-AAFC-4134-9299-26B8887E983C}" dt="2022-12-24T10:51:29.059" v="352" actId="1076"/>
          <ac:graphicFrameMkLst>
            <pc:docMk/>
            <pc:sldMk cId="3919311891" sldId="348"/>
            <ac:graphicFrameMk id="11" creationId="{00000000-0000-0000-0000-000000000000}"/>
          </ac:graphicFrameMkLst>
        </pc:graphicFrameChg>
      </pc:sldChg>
      <pc:sldChg chg="modSp mod">
        <pc:chgData name="MADNEETA SINGH" userId="ba487e41d220043c" providerId="LiveId" clId="{C9E100A0-AAFC-4134-9299-26B8887E983C}" dt="2022-12-24T10:28:52.483" v="25" actId="20577"/>
        <pc:sldMkLst>
          <pc:docMk/>
          <pc:sldMk cId="0" sldId="349"/>
        </pc:sldMkLst>
        <pc:spChg chg="mod">
          <ac:chgData name="MADNEETA SINGH" userId="ba487e41d220043c" providerId="LiveId" clId="{C9E100A0-AAFC-4134-9299-26B8887E983C}" dt="2022-12-24T10:28:52.483" v="25" actId="20577"/>
          <ac:spMkLst>
            <pc:docMk/>
            <pc:sldMk cId="0" sldId="349"/>
            <ac:spMk id="3" creationId="{00000000-0000-0000-0000-000000000000}"/>
          </ac:spMkLst>
        </pc:spChg>
      </pc:sldChg>
      <pc:sldChg chg="modSp mod">
        <pc:chgData name="MADNEETA SINGH" userId="ba487e41d220043c" providerId="LiveId" clId="{C9E100A0-AAFC-4134-9299-26B8887E983C}" dt="2022-12-24T10:35:11.168" v="84" actId="2711"/>
        <pc:sldMkLst>
          <pc:docMk/>
          <pc:sldMk cId="3919311891" sldId="350"/>
        </pc:sldMkLst>
        <pc:spChg chg="mod">
          <ac:chgData name="MADNEETA SINGH" userId="ba487e41d220043c" providerId="LiveId" clId="{C9E100A0-AAFC-4134-9299-26B8887E983C}" dt="2022-12-24T10:35:02.852" v="83" actId="2711"/>
          <ac:spMkLst>
            <pc:docMk/>
            <pc:sldMk cId="3919311891" sldId="350"/>
            <ac:spMk id="4" creationId="{00000000-0000-0000-0000-000000000000}"/>
          </ac:spMkLst>
        </pc:spChg>
        <pc:spChg chg="mod">
          <ac:chgData name="MADNEETA SINGH" userId="ba487e41d220043c" providerId="LiveId" clId="{C9E100A0-AAFC-4134-9299-26B8887E983C}" dt="2022-12-24T10:35:02.852" v="83" actId="2711"/>
          <ac:spMkLst>
            <pc:docMk/>
            <pc:sldMk cId="3919311891" sldId="350"/>
            <ac:spMk id="6" creationId="{00000000-0000-0000-0000-000000000000}"/>
          </ac:spMkLst>
        </pc:spChg>
        <pc:spChg chg="mod">
          <ac:chgData name="MADNEETA SINGH" userId="ba487e41d220043c" providerId="LiveId" clId="{C9E100A0-AAFC-4134-9299-26B8887E983C}" dt="2022-12-24T10:35:02.852" v="83" actId="2711"/>
          <ac:spMkLst>
            <pc:docMk/>
            <pc:sldMk cId="3919311891" sldId="350"/>
            <ac:spMk id="7" creationId="{00000000-0000-0000-0000-000000000000}"/>
          </ac:spMkLst>
        </pc:spChg>
        <pc:spChg chg="mod">
          <ac:chgData name="MADNEETA SINGH" userId="ba487e41d220043c" providerId="LiveId" clId="{C9E100A0-AAFC-4134-9299-26B8887E983C}" dt="2022-12-24T10:35:02.852" v="83" actId="2711"/>
          <ac:spMkLst>
            <pc:docMk/>
            <pc:sldMk cId="3919311891" sldId="350"/>
            <ac:spMk id="9" creationId="{00000000-0000-0000-0000-000000000000}"/>
          </ac:spMkLst>
        </pc:spChg>
        <pc:graphicFrameChg chg="modGraphic">
          <ac:chgData name="MADNEETA SINGH" userId="ba487e41d220043c" providerId="LiveId" clId="{C9E100A0-AAFC-4134-9299-26B8887E983C}" dt="2022-12-24T10:35:11.168" v="84" actId="2711"/>
          <ac:graphicFrameMkLst>
            <pc:docMk/>
            <pc:sldMk cId="3919311891" sldId="350"/>
            <ac:graphicFrameMk id="11" creationId="{00000000-0000-0000-0000-000000000000}"/>
          </ac:graphicFrameMkLst>
        </pc:graphicFrameChg>
      </pc:sldChg>
      <pc:sldChg chg="modSp mod">
        <pc:chgData name="MADNEETA SINGH" userId="ba487e41d220043c" providerId="LiveId" clId="{C9E100A0-AAFC-4134-9299-26B8887E983C}" dt="2022-12-24T10:35:17.882" v="85" actId="2711"/>
        <pc:sldMkLst>
          <pc:docMk/>
          <pc:sldMk cId="3919311891" sldId="351"/>
        </pc:sldMkLst>
        <pc:spChg chg="mod">
          <ac:chgData name="MADNEETA SINGH" userId="ba487e41d220043c" providerId="LiveId" clId="{C9E100A0-AAFC-4134-9299-26B8887E983C}" dt="2022-12-24T10:35:17.882" v="85" actId="2711"/>
          <ac:spMkLst>
            <pc:docMk/>
            <pc:sldMk cId="3919311891" sldId="351"/>
            <ac:spMk id="4" creationId="{00000000-0000-0000-0000-000000000000}"/>
          </ac:spMkLst>
        </pc:spChg>
        <pc:spChg chg="mod">
          <ac:chgData name="MADNEETA SINGH" userId="ba487e41d220043c" providerId="LiveId" clId="{C9E100A0-AAFC-4134-9299-26B8887E983C}" dt="2022-12-24T10:35:17.882" v="85" actId="2711"/>
          <ac:spMkLst>
            <pc:docMk/>
            <pc:sldMk cId="3919311891" sldId="351"/>
            <ac:spMk id="6" creationId="{00000000-0000-0000-0000-000000000000}"/>
          </ac:spMkLst>
        </pc:spChg>
        <pc:spChg chg="mod">
          <ac:chgData name="MADNEETA SINGH" userId="ba487e41d220043c" providerId="LiveId" clId="{C9E100A0-AAFC-4134-9299-26B8887E983C}" dt="2022-12-24T10:35:17.882" v="85" actId="2711"/>
          <ac:spMkLst>
            <pc:docMk/>
            <pc:sldMk cId="3919311891" sldId="351"/>
            <ac:spMk id="7" creationId="{00000000-0000-0000-0000-000000000000}"/>
          </ac:spMkLst>
        </pc:spChg>
        <pc:spChg chg="mod">
          <ac:chgData name="MADNEETA SINGH" userId="ba487e41d220043c" providerId="LiveId" clId="{C9E100A0-AAFC-4134-9299-26B8887E983C}" dt="2022-12-24T10:35:17.882" v="85" actId="2711"/>
          <ac:spMkLst>
            <pc:docMk/>
            <pc:sldMk cId="3919311891" sldId="351"/>
            <ac:spMk id="9" creationId="{00000000-0000-0000-0000-000000000000}"/>
          </ac:spMkLst>
        </pc:spChg>
        <pc:spChg chg="mod">
          <ac:chgData name="MADNEETA SINGH" userId="ba487e41d220043c" providerId="LiveId" clId="{C9E100A0-AAFC-4134-9299-26B8887E983C}" dt="2022-12-24T10:35:17.882" v="85" actId="2711"/>
          <ac:spMkLst>
            <pc:docMk/>
            <pc:sldMk cId="3919311891" sldId="351"/>
            <ac:spMk id="12" creationId="{00000000-0000-0000-0000-000000000000}"/>
          </ac:spMkLst>
        </pc:spChg>
      </pc:sldChg>
      <pc:sldChg chg="modSp mod">
        <pc:chgData name="MADNEETA SINGH" userId="ba487e41d220043c" providerId="LiveId" clId="{C9E100A0-AAFC-4134-9299-26B8887E983C}" dt="2022-12-24T10:41:56.241" v="261" actId="113"/>
        <pc:sldMkLst>
          <pc:docMk/>
          <pc:sldMk cId="3919311891" sldId="352"/>
        </pc:sldMkLst>
        <pc:spChg chg="mod">
          <ac:chgData name="MADNEETA SINGH" userId="ba487e41d220043c" providerId="LiveId" clId="{C9E100A0-AAFC-4134-9299-26B8887E983C}" dt="2022-12-24T10:36:03.072" v="89" actId="2711"/>
          <ac:spMkLst>
            <pc:docMk/>
            <pc:sldMk cId="3919311891" sldId="352"/>
            <ac:spMk id="4" creationId="{00000000-0000-0000-0000-000000000000}"/>
          </ac:spMkLst>
        </pc:spChg>
        <pc:spChg chg="mod">
          <ac:chgData name="MADNEETA SINGH" userId="ba487e41d220043c" providerId="LiveId" clId="{C9E100A0-AAFC-4134-9299-26B8887E983C}" dt="2022-12-24T10:36:03.072" v="89" actId="2711"/>
          <ac:spMkLst>
            <pc:docMk/>
            <pc:sldMk cId="3919311891" sldId="352"/>
            <ac:spMk id="6" creationId="{00000000-0000-0000-0000-000000000000}"/>
          </ac:spMkLst>
        </pc:spChg>
        <pc:spChg chg="mod">
          <ac:chgData name="MADNEETA SINGH" userId="ba487e41d220043c" providerId="LiveId" clId="{C9E100A0-AAFC-4134-9299-26B8887E983C}" dt="2022-12-24T10:36:03.072" v="89" actId="2711"/>
          <ac:spMkLst>
            <pc:docMk/>
            <pc:sldMk cId="3919311891" sldId="352"/>
            <ac:spMk id="7" creationId="{00000000-0000-0000-0000-000000000000}"/>
          </ac:spMkLst>
        </pc:spChg>
        <pc:spChg chg="mod">
          <ac:chgData name="MADNEETA SINGH" userId="ba487e41d220043c" providerId="LiveId" clId="{C9E100A0-AAFC-4134-9299-26B8887E983C}" dt="2022-12-24T10:36:03.072" v="89" actId="2711"/>
          <ac:spMkLst>
            <pc:docMk/>
            <pc:sldMk cId="3919311891" sldId="352"/>
            <ac:spMk id="9" creationId="{00000000-0000-0000-0000-000000000000}"/>
          </ac:spMkLst>
        </pc:spChg>
        <pc:spChg chg="mod">
          <ac:chgData name="MADNEETA SINGH" userId="ba487e41d220043c" providerId="LiveId" clId="{C9E100A0-AAFC-4134-9299-26B8887E983C}" dt="2022-12-24T10:41:48.021" v="259" actId="113"/>
          <ac:spMkLst>
            <pc:docMk/>
            <pc:sldMk cId="3919311891" sldId="352"/>
            <ac:spMk id="22" creationId="{00000000-0000-0000-0000-000000000000}"/>
          </ac:spMkLst>
        </pc:spChg>
        <pc:spChg chg="mod">
          <ac:chgData name="MADNEETA SINGH" userId="ba487e41d220043c" providerId="LiveId" clId="{C9E100A0-AAFC-4134-9299-26B8887E983C}" dt="2022-12-24T10:41:56.241" v="261" actId="113"/>
          <ac:spMkLst>
            <pc:docMk/>
            <pc:sldMk cId="3919311891" sldId="352"/>
            <ac:spMk id="23" creationId="{00000000-0000-0000-0000-000000000000}"/>
          </ac:spMkLst>
        </pc:spChg>
      </pc:sldChg>
      <pc:sldChg chg="modSp mod">
        <pc:chgData name="MADNEETA SINGH" userId="ba487e41d220043c" providerId="LiveId" clId="{C9E100A0-AAFC-4134-9299-26B8887E983C}" dt="2022-12-24T10:42:05.701" v="262" actId="113"/>
        <pc:sldMkLst>
          <pc:docMk/>
          <pc:sldMk cId="0" sldId="354"/>
        </pc:sldMkLst>
        <pc:spChg chg="mod">
          <ac:chgData name="MADNEETA SINGH" userId="ba487e41d220043c" providerId="LiveId" clId="{C9E100A0-AAFC-4134-9299-26B8887E983C}" dt="2022-12-24T10:42:05.701" v="262" actId="113"/>
          <ac:spMkLst>
            <pc:docMk/>
            <pc:sldMk cId="0" sldId="354"/>
            <ac:spMk id="2" creationId="{00000000-0000-0000-0000-000000000000}"/>
          </ac:spMkLst>
        </pc:spChg>
        <pc:spChg chg="mod">
          <ac:chgData name="MADNEETA SINGH" userId="ba487e41d220043c" providerId="LiveId" clId="{C9E100A0-AAFC-4134-9299-26B8887E983C}" dt="2022-12-24T10:38:32.016" v="230" actId="2711"/>
          <ac:spMkLst>
            <pc:docMk/>
            <pc:sldMk cId="0" sldId="354"/>
            <ac:spMk id="4" creationId="{00000000-0000-0000-0000-000000000000}"/>
          </ac:spMkLst>
        </pc:spChg>
        <pc:spChg chg="mod">
          <ac:chgData name="MADNEETA SINGH" userId="ba487e41d220043c" providerId="LiveId" clId="{C9E100A0-AAFC-4134-9299-26B8887E983C}" dt="2022-12-24T10:38:32.016" v="230" actId="2711"/>
          <ac:spMkLst>
            <pc:docMk/>
            <pc:sldMk cId="0" sldId="354"/>
            <ac:spMk id="5" creationId="{00000000-0000-0000-0000-000000000000}"/>
          </ac:spMkLst>
        </pc:spChg>
        <pc:spChg chg="mod">
          <ac:chgData name="MADNEETA SINGH" userId="ba487e41d220043c" providerId="LiveId" clId="{C9E100A0-AAFC-4134-9299-26B8887E983C}" dt="2022-12-24T10:38:32.016" v="230" actId="2711"/>
          <ac:spMkLst>
            <pc:docMk/>
            <pc:sldMk cId="0" sldId="354"/>
            <ac:spMk id="6" creationId="{00000000-0000-0000-0000-000000000000}"/>
          </ac:spMkLst>
        </pc:spChg>
        <pc:spChg chg="mod">
          <ac:chgData name="MADNEETA SINGH" userId="ba487e41d220043c" providerId="LiveId" clId="{C9E100A0-AAFC-4134-9299-26B8887E983C}" dt="2022-12-24T10:38:32.016" v="230" actId="2711"/>
          <ac:spMkLst>
            <pc:docMk/>
            <pc:sldMk cId="0" sldId="354"/>
            <ac:spMk id="8" creationId="{00000000-0000-0000-0000-000000000000}"/>
          </ac:spMkLst>
        </pc:spChg>
        <pc:spChg chg="mod">
          <ac:chgData name="MADNEETA SINGH" userId="ba487e41d220043c" providerId="LiveId" clId="{C9E100A0-AAFC-4134-9299-26B8887E983C}" dt="2022-12-24T10:38:32.016" v="230" actId="2711"/>
          <ac:spMkLst>
            <pc:docMk/>
            <pc:sldMk cId="0" sldId="354"/>
            <ac:spMk id="9" creationId="{00000000-0000-0000-0000-000000000000}"/>
          </ac:spMkLst>
        </pc:spChg>
        <pc:spChg chg="mod">
          <ac:chgData name="MADNEETA SINGH" userId="ba487e41d220043c" providerId="LiveId" clId="{C9E100A0-AAFC-4134-9299-26B8887E983C}" dt="2022-12-24T10:39:02.761" v="238" actId="20577"/>
          <ac:spMkLst>
            <pc:docMk/>
            <pc:sldMk cId="0" sldId="354"/>
            <ac:spMk id="10" creationId="{00000000-0000-0000-0000-000000000000}"/>
          </ac:spMkLst>
        </pc:spChg>
        <pc:spChg chg="mod">
          <ac:chgData name="MADNEETA SINGH" userId="ba487e41d220043c" providerId="LiveId" clId="{C9E100A0-AAFC-4134-9299-26B8887E983C}" dt="2022-12-24T10:38:32.016" v="230" actId="2711"/>
          <ac:spMkLst>
            <pc:docMk/>
            <pc:sldMk cId="0" sldId="354"/>
            <ac:spMk id="12" creationId="{00000000-0000-0000-0000-000000000000}"/>
          </ac:spMkLst>
        </pc:spChg>
        <pc:spChg chg="mod">
          <ac:chgData name="MADNEETA SINGH" userId="ba487e41d220043c" providerId="LiveId" clId="{C9E100A0-AAFC-4134-9299-26B8887E983C}" dt="2022-12-24T10:38:32.016" v="230" actId="2711"/>
          <ac:spMkLst>
            <pc:docMk/>
            <pc:sldMk cId="0" sldId="354"/>
            <ac:spMk id="13" creationId="{00000000-0000-0000-0000-000000000000}"/>
          </ac:spMkLst>
        </pc:spChg>
        <pc:spChg chg="mod">
          <ac:chgData name="MADNEETA SINGH" userId="ba487e41d220043c" providerId="LiveId" clId="{C9E100A0-AAFC-4134-9299-26B8887E983C}" dt="2022-12-24T10:39:08.124" v="239" actId="14100"/>
          <ac:spMkLst>
            <pc:docMk/>
            <pc:sldMk cId="0" sldId="354"/>
            <ac:spMk id="14" creationId="{00000000-0000-0000-0000-000000000000}"/>
          </ac:spMkLst>
        </pc:spChg>
        <pc:spChg chg="mod">
          <ac:chgData name="MADNEETA SINGH" userId="ba487e41d220043c" providerId="LiveId" clId="{C9E100A0-AAFC-4134-9299-26B8887E983C}" dt="2022-12-24T10:38:32.016" v="230" actId="2711"/>
          <ac:spMkLst>
            <pc:docMk/>
            <pc:sldMk cId="0" sldId="354"/>
            <ac:spMk id="16" creationId="{00000000-0000-0000-0000-000000000000}"/>
          </ac:spMkLst>
        </pc:spChg>
        <pc:spChg chg="mod">
          <ac:chgData name="MADNEETA SINGH" userId="ba487e41d220043c" providerId="LiveId" clId="{C9E100A0-AAFC-4134-9299-26B8887E983C}" dt="2022-12-24T10:38:32.016" v="230" actId="2711"/>
          <ac:spMkLst>
            <pc:docMk/>
            <pc:sldMk cId="0" sldId="354"/>
            <ac:spMk id="17" creationId="{00000000-0000-0000-0000-000000000000}"/>
          </ac:spMkLst>
        </pc:spChg>
        <pc:spChg chg="mod">
          <ac:chgData name="MADNEETA SINGH" userId="ba487e41d220043c" providerId="LiveId" clId="{C9E100A0-AAFC-4134-9299-26B8887E983C}" dt="2022-12-24T10:39:11.632" v="240" actId="14100"/>
          <ac:spMkLst>
            <pc:docMk/>
            <pc:sldMk cId="0" sldId="354"/>
            <ac:spMk id="18" creationId="{00000000-0000-0000-0000-000000000000}"/>
          </ac:spMkLst>
        </pc:spChg>
        <pc:spChg chg="mod">
          <ac:chgData name="MADNEETA SINGH" userId="ba487e41d220043c" providerId="LiveId" clId="{C9E100A0-AAFC-4134-9299-26B8887E983C}" dt="2022-12-24T10:38:32.016" v="230" actId="2711"/>
          <ac:spMkLst>
            <pc:docMk/>
            <pc:sldMk cId="0" sldId="354"/>
            <ac:spMk id="20" creationId="{00000000-0000-0000-0000-000000000000}"/>
          </ac:spMkLst>
        </pc:spChg>
        <pc:spChg chg="mod">
          <ac:chgData name="MADNEETA SINGH" userId="ba487e41d220043c" providerId="LiveId" clId="{C9E100A0-AAFC-4134-9299-26B8887E983C}" dt="2022-12-24T10:38:32.016" v="230" actId="2711"/>
          <ac:spMkLst>
            <pc:docMk/>
            <pc:sldMk cId="0" sldId="354"/>
            <ac:spMk id="21" creationId="{00000000-0000-0000-0000-000000000000}"/>
          </ac:spMkLst>
        </pc:spChg>
        <pc:spChg chg="mod">
          <ac:chgData name="MADNEETA SINGH" userId="ba487e41d220043c" providerId="LiveId" clId="{C9E100A0-AAFC-4134-9299-26B8887E983C}" dt="2022-12-24T10:39:21.899" v="241" actId="14100"/>
          <ac:spMkLst>
            <pc:docMk/>
            <pc:sldMk cId="0" sldId="354"/>
            <ac:spMk id="22" creationId="{00000000-0000-0000-0000-000000000000}"/>
          </ac:spMkLst>
        </pc:spChg>
        <pc:spChg chg="mod">
          <ac:chgData name="MADNEETA SINGH" userId="ba487e41d220043c" providerId="LiveId" clId="{C9E100A0-AAFC-4134-9299-26B8887E983C}" dt="2022-12-24T10:38:32.016" v="230" actId="2711"/>
          <ac:spMkLst>
            <pc:docMk/>
            <pc:sldMk cId="0" sldId="354"/>
            <ac:spMk id="24" creationId="{00000000-0000-0000-0000-000000000000}"/>
          </ac:spMkLst>
        </pc:spChg>
        <pc:spChg chg="mod">
          <ac:chgData name="MADNEETA SINGH" userId="ba487e41d220043c" providerId="LiveId" clId="{C9E100A0-AAFC-4134-9299-26B8887E983C}" dt="2022-12-24T10:38:32.016" v="230" actId="2711"/>
          <ac:spMkLst>
            <pc:docMk/>
            <pc:sldMk cId="0" sldId="354"/>
            <ac:spMk id="25" creationId="{00000000-0000-0000-0000-000000000000}"/>
          </ac:spMkLst>
        </pc:spChg>
        <pc:spChg chg="mod">
          <ac:chgData name="MADNEETA SINGH" userId="ba487e41d220043c" providerId="LiveId" clId="{C9E100A0-AAFC-4134-9299-26B8887E983C}" dt="2022-12-24T10:39:25.863" v="242" actId="14100"/>
          <ac:spMkLst>
            <pc:docMk/>
            <pc:sldMk cId="0" sldId="354"/>
            <ac:spMk id="26" creationId="{00000000-0000-0000-0000-000000000000}"/>
          </ac:spMkLst>
        </pc:spChg>
        <pc:spChg chg="mod">
          <ac:chgData name="MADNEETA SINGH" userId="ba487e41d220043c" providerId="LiveId" clId="{C9E100A0-AAFC-4134-9299-26B8887E983C}" dt="2022-12-24T10:38:32.016" v="230" actId="2711"/>
          <ac:spMkLst>
            <pc:docMk/>
            <pc:sldMk cId="0" sldId="354"/>
            <ac:spMk id="28" creationId="{00000000-0000-0000-0000-000000000000}"/>
          </ac:spMkLst>
        </pc:spChg>
        <pc:spChg chg="mod">
          <ac:chgData name="MADNEETA SINGH" userId="ba487e41d220043c" providerId="LiveId" clId="{C9E100A0-AAFC-4134-9299-26B8887E983C}" dt="2022-12-24T10:38:32.016" v="230" actId="2711"/>
          <ac:spMkLst>
            <pc:docMk/>
            <pc:sldMk cId="0" sldId="354"/>
            <ac:spMk id="29" creationId="{00000000-0000-0000-0000-000000000000}"/>
          </ac:spMkLst>
        </pc:spChg>
        <pc:spChg chg="mod">
          <ac:chgData name="MADNEETA SINGH" userId="ba487e41d220043c" providerId="LiveId" clId="{C9E100A0-AAFC-4134-9299-26B8887E983C}" dt="2022-12-24T10:38:32.016" v="230" actId="2711"/>
          <ac:spMkLst>
            <pc:docMk/>
            <pc:sldMk cId="0" sldId="354"/>
            <ac:spMk id="30" creationId="{00000000-0000-0000-0000-000000000000}"/>
          </ac:spMkLst>
        </pc:spChg>
        <pc:spChg chg="mod">
          <ac:chgData name="MADNEETA SINGH" userId="ba487e41d220043c" providerId="LiveId" clId="{C9E100A0-AAFC-4134-9299-26B8887E983C}" dt="2022-12-24T10:38:32.016" v="230" actId="2711"/>
          <ac:spMkLst>
            <pc:docMk/>
            <pc:sldMk cId="0" sldId="354"/>
            <ac:spMk id="31" creationId="{00000000-0000-0000-0000-000000000000}"/>
          </ac:spMkLst>
        </pc:spChg>
        <pc:spChg chg="mod">
          <ac:chgData name="MADNEETA SINGH" userId="ba487e41d220043c" providerId="LiveId" clId="{C9E100A0-AAFC-4134-9299-26B8887E983C}" dt="2022-12-24T10:38:32.016" v="230" actId="2711"/>
          <ac:spMkLst>
            <pc:docMk/>
            <pc:sldMk cId="0" sldId="354"/>
            <ac:spMk id="32" creationId="{00000000-0000-0000-0000-000000000000}"/>
          </ac:spMkLst>
        </pc:spChg>
        <pc:spChg chg="mod">
          <ac:chgData name="MADNEETA SINGH" userId="ba487e41d220043c" providerId="LiveId" clId="{C9E100A0-AAFC-4134-9299-26B8887E983C}" dt="2022-12-24T10:38:32.016" v="230" actId="2711"/>
          <ac:spMkLst>
            <pc:docMk/>
            <pc:sldMk cId="0" sldId="354"/>
            <ac:spMk id="33" creationId="{00000000-0000-0000-0000-000000000000}"/>
          </ac:spMkLst>
        </pc:spChg>
        <pc:spChg chg="mod">
          <ac:chgData name="MADNEETA SINGH" userId="ba487e41d220043c" providerId="LiveId" clId="{C9E100A0-AAFC-4134-9299-26B8887E983C}" dt="2022-12-24T10:38:32.016" v="230" actId="2711"/>
          <ac:spMkLst>
            <pc:docMk/>
            <pc:sldMk cId="0" sldId="354"/>
            <ac:spMk id="34" creationId="{00000000-0000-0000-0000-000000000000}"/>
          </ac:spMkLst>
        </pc:spChg>
        <pc:spChg chg="mod">
          <ac:chgData name="MADNEETA SINGH" userId="ba487e41d220043c" providerId="LiveId" clId="{C9E100A0-AAFC-4134-9299-26B8887E983C}" dt="2022-12-24T10:38:32.016" v="230" actId="2711"/>
          <ac:spMkLst>
            <pc:docMk/>
            <pc:sldMk cId="0" sldId="354"/>
            <ac:spMk id="35" creationId="{00000000-0000-0000-0000-000000000000}"/>
          </ac:spMkLst>
        </pc:spChg>
        <pc:spChg chg="mod">
          <ac:chgData name="MADNEETA SINGH" userId="ba487e41d220043c" providerId="LiveId" clId="{C9E100A0-AAFC-4134-9299-26B8887E983C}" dt="2022-12-24T10:38:32.016" v="230" actId="2711"/>
          <ac:spMkLst>
            <pc:docMk/>
            <pc:sldMk cId="0" sldId="354"/>
            <ac:spMk id="36" creationId="{00000000-0000-0000-0000-000000000000}"/>
          </ac:spMkLst>
        </pc:spChg>
        <pc:spChg chg="mod">
          <ac:chgData name="MADNEETA SINGH" userId="ba487e41d220043c" providerId="LiveId" clId="{C9E100A0-AAFC-4134-9299-26B8887E983C}" dt="2022-12-24T10:38:32.016" v="230" actId="2711"/>
          <ac:spMkLst>
            <pc:docMk/>
            <pc:sldMk cId="0" sldId="354"/>
            <ac:spMk id="37" creationId="{00000000-0000-0000-0000-000000000000}"/>
          </ac:spMkLst>
        </pc:spChg>
        <pc:spChg chg="mod">
          <ac:chgData name="MADNEETA SINGH" userId="ba487e41d220043c" providerId="LiveId" clId="{C9E100A0-AAFC-4134-9299-26B8887E983C}" dt="2022-12-24T10:38:32.016" v="230" actId="2711"/>
          <ac:spMkLst>
            <pc:docMk/>
            <pc:sldMk cId="0" sldId="354"/>
            <ac:spMk id="39" creationId="{00000000-0000-0000-0000-000000000000}"/>
          </ac:spMkLst>
        </pc:spChg>
        <pc:spChg chg="mod">
          <ac:chgData name="MADNEETA SINGH" userId="ba487e41d220043c" providerId="LiveId" clId="{C9E100A0-AAFC-4134-9299-26B8887E983C}" dt="2022-12-24T10:38:32.016" v="230" actId="2711"/>
          <ac:spMkLst>
            <pc:docMk/>
            <pc:sldMk cId="0" sldId="354"/>
            <ac:spMk id="40" creationId="{00000000-0000-0000-0000-000000000000}"/>
          </ac:spMkLst>
        </pc:spChg>
        <pc:spChg chg="mod">
          <ac:chgData name="MADNEETA SINGH" userId="ba487e41d220043c" providerId="LiveId" clId="{C9E100A0-AAFC-4134-9299-26B8887E983C}" dt="2022-12-24T10:38:32.016" v="230" actId="2711"/>
          <ac:spMkLst>
            <pc:docMk/>
            <pc:sldMk cId="0" sldId="354"/>
            <ac:spMk id="41" creationId="{00000000-0000-0000-0000-000000000000}"/>
          </ac:spMkLst>
        </pc:spChg>
        <pc:spChg chg="mod">
          <ac:chgData name="MADNEETA SINGH" userId="ba487e41d220043c" providerId="LiveId" clId="{C9E100A0-AAFC-4134-9299-26B8887E983C}" dt="2022-12-24T10:38:32.016" v="230" actId="2711"/>
          <ac:spMkLst>
            <pc:docMk/>
            <pc:sldMk cId="0" sldId="354"/>
            <ac:spMk id="42" creationId="{00000000-0000-0000-0000-000000000000}"/>
          </ac:spMkLst>
        </pc:spChg>
        <pc:spChg chg="mod">
          <ac:chgData name="MADNEETA SINGH" userId="ba487e41d220043c" providerId="LiveId" clId="{C9E100A0-AAFC-4134-9299-26B8887E983C}" dt="2022-12-24T10:38:32.016" v="230" actId="2711"/>
          <ac:spMkLst>
            <pc:docMk/>
            <pc:sldMk cId="0" sldId="354"/>
            <ac:spMk id="43" creationId="{00000000-0000-0000-0000-000000000000}"/>
          </ac:spMkLst>
        </pc:spChg>
        <pc:spChg chg="mod">
          <ac:chgData name="MADNEETA SINGH" userId="ba487e41d220043c" providerId="LiveId" clId="{C9E100A0-AAFC-4134-9299-26B8887E983C}" dt="2022-12-24T10:38:32.016" v="230" actId="2711"/>
          <ac:spMkLst>
            <pc:docMk/>
            <pc:sldMk cId="0" sldId="354"/>
            <ac:spMk id="44" creationId="{00000000-0000-0000-0000-000000000000}"/>
          </ac:spMkLst>
        </pc:spChg>
        <pc:spChg chg="mod">
          <ac:chgData name="MADNEETA SINGH" userId="ba487e41d220043c" providerId="LiveId" clId="{C9E100A0-AAFC-4134-9299-26B8887E983C}" dt="2022-12-24T10:38:32.016" v="230" actId="2711"/>
          <ac:spMkLst>
            <pc:docMk/>
            <pc:sldMk cId="0" sldId="354"/>
            <ac:spMk id="45" creationId="{00000000-0000-0000-0000-000000000000}"/>
          </ac:spMkLst>
        </pc:spChg>
        <pc:spChg chg="mod">
          <ac:chgData name="MADNEETA SINGH" userId="ba487e41d220043c" providerId="LiveId" clId="{C9E100A0-AAFC-4134-9299-26B8887E983C}" dt="2022-12-24T10:38:32.016" v="230" actId="2711"/>
          <ac:spMkLst>
            <pc:docMk/>
            <pc:sldMk cId="0" sldId="354"/>
            <ac:spMk id="46" creationId="{00000000-0000-0000-0000-000000000000}"/>
          </ac:spMkLst>
        </pc:spChg>
        <pc:spChg chg="mod">
          <ac:chgData name="MADNEETA SINGH" userId="ba487e41d220043c" providerId="LiveId" clId="{C9E100A0-AAFC-4134-9299-26B8887E983C}" dt="2022-12-24T10:38:32.016" v="230" actId="2711"/>
          <ac:spMkLst>
            <pc:docMk/>
            <pc:sldMk cId="0" sldId="354"/>
            <ac:spMk id="47" creationId="{00000000-0000-0000-0000-000000000000}"/>
          </ac:spMkLst>
        </pc:spChg>
        <pc:spChg chg="mod">
          <ac:chgData name="MADNEETA SINGH" userId="ba487e41d220043c" providerId="LiveId" clId="{C9E100A0-AAFC-4134-9299-26B8887E983C}" dt="2022-12-24T10:38:32.016" v="230" actId="2711"/>
          <ac:spMkLst>
            <pc:docMk/>
            <pc:sldMk cId="0" sldId="354"/>
            <ac:spMk id="48" creationId="{00000000-0000-0000-0000-000000000000}"/>
          </ac:spMkLst>
        </pc:spChg>
        <pc:spChg chg="mod">
          <ac:chgData name="MADNEETA SINGH" userId="ba487e41d220043c" providerId="LiveId" clId="{C9E100A0-AAFC-4134-9299-26B8887E983C}" dt="2022-12-24T10:38:32.016" v="230" actId="2711"/>
          <ac:spMkLst>
            <pc:docMk/>
            <pc:sldMk cId="0" sldId="354"/>
            <ac:spMk id="49" creationId="{00000000-0000-0000-0000-000000000000}"/>
          </ac:spMkLst>
        </pc:spChg>
        <pc:spChg chg="mod">
          <ac:chgData name="MADNEETA SINGH" userId="ba487e41d220043c" providerId="LiveId" clId="{C9E100A0-AAFC-4134-9299-26B8887E983C}" dt="2022-12-24T10:38:32.016" v="230" actId="2711"/>
          <ac:spMkLst>
            <pc:docMk/>
            <pc:sldMk cId="0" sldId="354"/>
            <ac:spMk id="51" creationId="{00000000-0000-0000-0000-000000000000}"/>
          </ac:spMkLst>
        </pc:spChg>
        <pc:spChg chg="mod">
          <ac:chgData name="MADNEETA SINGH" userId="ba487e41d220043c" providerId="LiveId" clId="{C9E100A0-AAFC-4134-9299-26B8887E983C}" dt="2022-12-24T10:38:32.016" v="230" actId="2711"/>
          <ac:spMkLst>
            <pc:docMk/>
            <pc:sldMk cId="0" sldId="354"/>
            <ac:spMk id="52" creationId="{00000000-0000-0000-0000-000000000000}"/>
          </ac:spMkLst>
        </pc:spChg>
        <pc:spChg chg="mod">
          <ac:chgData name="MADNEETA SINGH" userId="ba487e41d220043c" providerId="LiveId" clId="{C9E100A0-AAFC-4134-9299-26B8887E983C}" dt="2022-12-24T10:38:32.016" v="230" actId="2711"/>
          <ac:spMkLst>
            <pc:docMk/>
            <pc:sldMk cId="0" sldId="354"/>
            <ac:spMk id="53" creationId="{00000000-0000-0000-0000-000000000000}"/>
          </ac:spMkLst>
        </pc:spChg>
        <pc:spChg chg="mod">
          <ac:chgData name="MADNEETA SINGH" userId="ba487e41d220043c" providerId="LiveId" clId="{C9E100A0-AAFC-4134-9299-26B8887E983C}" dt="2022-12-24T10:38:32.016" v="230" actId="2711"/>
          <ac:spMkLst>
            <pc:docMk/>
            <pc:sldMk cId="0" sldId="354"/>
            <ac:spMk id="55" creationId="{00000000-0000-0000-0000-000000000000}"/>
          </ac:spMkLst>
        </pc:spChg>
        <pc:spChg chg="mod">
          <ac:chgData name="MADNEETA SINGH" userId="ba487e41d220043c" providerId="LiveId" clId="{C9E100A0-AAFC-4134-9299-26B8887E983C}" dt="2022-12-24T10:38:32.016" v="230" actId="2711"/>
          <ac:spMkLst>
            <pc:docMk/>
            <pc:sldMk cId="0" sldId="354"/>
            <ac:spMk id="56" creationId="{00000000-0000-0000-0000-000000000000}"/>
          </ac:spMkLst>
        </pc:spChg>
        <pc:spChg chg="mod">
          <ac:chgData name="MADNEETA SINGH" userId="ba487e41d220043c" providerId="LiveId" clId="{C9E100A0-AAFC-4134-9299-26B8887E983C}" dt="2022-12-24T10:38:32.016" v="230" actId="2711"/>
          <ac:spMkLst>
            <pc:docMk/>
            <pc:sldMk cId="0" sldId="354"/>
            <ac:spMk id="57" creationId="{00000000-0000-0000-0000-000000000000}"/>
          </ac:spMkLst>
        </pc:spChg>
        <pc:spChg chg="mod">
          <ac:chgData name="MADNEETA SINGH" userId="ba487e41d220043c" providerId="LiveId" clId="{C9E100A0-AAFC-4134-9299-26B8887E983C}" dt="2022-12-24T10:38:32.016" v="230" actId="2711"/>
          <ac:spMkLst>
            <pc:docMk/>
            <pc:sldMk cId="0" sldId="354"/>
            <ac:spMk id="59" creationId="{00000000-0000-0000-0000-000000000000}"/>
          </ac:spMkLst>
        </pc:spChg>
        <pc:spChg chg="mod">
          <ac:chgData name="MADNEETA SINGH" userId="ba487e41d220043c" providerId="LiveId" clId="{C9E100A0-AAFC-4134-9299-26B8887E983C}" dt="2022-12-24T10:38:32.016" v="230" actId="2711"/>
          <ac:spMkLst>
            <pc:docMk/>
            <pc:sldMk cId="0" sldId="354"/>
            <ac:spMk id="60" creationId="{00000000-0000-0000-0000-000000000000}"/>
          </ac:spMkLst>
        </pc:spChg>
        <pc:spChg chg="mod">
          <ac:chgData name="MADNEETA SINGH" userId="ba487e41d220043c" providerId="LiveId" clId="{C9E100A0-AAFC-4134-9299-26B8887E983C}" dt="2022-12-24T10:38:32.016" v="230" actId="2711"/>
          <ac:spMkLst>
            <pc:docMk/>
            <pc:sldMk cId="0" sldId="354"/>
            <ac:spMk id="61" creationId="{00000000-0000-0000-0000-000000000000}"/>
          </ac:spMkLst>
        </pc:spChg>
        <pc:spChg chg="mod">
          <ac:chgData name="MADNEETA SINGH" userId="ba487e41d220043c" providerId="LiveId" clId="{C9E100A0-AAFC-4134-9299-26B8887E983C}" dt="2022-12-24T10:38:32.016" v="230" actId="2711"/>
          <ac:spMkLst>
            <pc:docMk/>
            <pc:sldMk cId="0" sldId="354"/>
            <ac:spMk id="62" creationId="{00000000-0000-0000-0000-000000000000}"/>
          </ac:spMkLst>
        </pc:spChg>
        <pc:spChg chg="mod">
          <ac:chgData name="MADNEETA SINGH" userId="ba487e41d220043c" providerId="LiveId" clId="{C9E100A0-AAFC-4134-9299-26B8887E983C}" dt="2022-12-24T10:38:32.016" v="230" actId="2711"/>
          <ac:spMkLst>
            <pc:docMk/>
            <pc:sldMk cId="0" sldId="354"/>
            <ac:spMk id="64" creationId="{00000000-0000-0000-0000-000000000000}"/>
          </ac:spMkLst>
        </pc:spChg>
        <pc:spChg chg="mod">
          <ac:chgData name="MADNEETA SINGH" userId="ba487e41d220043c" providerId="LiveId" clId="{C9E100A0-AAFC-4134-9299-26B8887E983C}" dt="2022-12-24T10:38:32.016" v="230" actId="2711"/>
          <ac:spMkLst>
            <pc:docMk/>
            <pc:sldMk cId="0" sldId="354"/>
            <ac:spMk id="65" creationId="{00000000-0000-0000-0000-000000000000}"/>
          </ac:spMkLst>
        </pc:spChg>
        <pc:spChg chg="mod">
          <ac:chgData name="MADNEETA SINGH" userId="ba487e41d220043c" providerId="LiveId" clId="{C9E100A0-AAFC-4134-9299-26B8887E983C}" dt="2022-12-24T10:38:32.016" v="230" actId="2711"/>
          <ac:spMkLst>
            <pc:docMk/>
            <pc:sldMk cId="0" sldId="354"/>
            <ac:spMk id="66" creationId="{00000000-0000-0000-0000-000000000000}"/>
          </ac:spMkLst>
        </pc:spChg>
        <pc:grpChg chg="mod">
          <ac:chgData name="MADNEETA SINGH" userId="ba487e41d220043c" providerId="LiveId" clId="{C9E100A0-AAFC-4134-9299-26B8887E983C}" dt="2022-12-24T10:38:47.321" v="233" actId="14100"/>
          <ac:grpSpMkLst>
            <pc:docMk/>
            <pc:sldMk cId="0" sldId="354"/>
            <ac:grpSpMk id="3" creationId="{00000000-0000-0000-0000-000000000000}"/>
          </ac:grpSpMkLst>
        </pc:grpChg>
      </pc:sldChg>
      <pc:sldChg chg="delSp modSp mod">
        <pc:chgData name="MADNEETA SINGH" userId="ba487e41d220043c" providerId="LiveId" clId="{C9E100A0-AAFC-4134-9299-26B8887E983C}" dt="2022-12-24T10:42:25.030" v="264" actId="1076"/>
        <pc:sldMkLst>
          <pc:docMk/>
          <pc:sldMk cId="0" sldId="355"/>
        </pc:sldMkLst>
        <pc:spChg chg="mod">
          <ac:chgData name="MADNEETA SINGH" userId="ba487e41d220043c" providerId="LiveId" clId="{C9E100A0-AAFC-4134-9299-26B8887E983C}" dt="2022-12-24T10:42:25.030" v="264" actId="1076"/>
          <ac:spMkLst>
            <pc:docMk/>
            <pc:sldMk cId="0" sldId="355"/>
            <ac:spMk id="2" creationId="{00000000-0000-0000-0000-000000000000}"/>
          </ac:spMkLst>
        </pc:spChg>
        <pc:spChg chg="del">
          <ac:chgData name="MADNEETA SINGH" userId="ba487e41d220043c" providerId="LiveId" clId="{C9E100A0-AAFC-4134-9299-26B8887E983C}" dt="2022-12-24T10:41:04.322" v="254" actId="21"/>
          <ac:spMkLst>
            <pc:docMk/>
            <pc:sldMk cId="0" sldId="355"/>
            <ac:spMk id="4" creationId="{00000000-0000-0000-0000-000000000000}"/>
          </ac:spMkLst>
        </pc:spChg>
        <pc:spChg chg="del">
          <ac:chgData name="MADNEETA SINGH" userId="ba487e41d220043c" providerId="LiveId" clId="{C9E100A0-AAFC-4134-9299-26B8887E983C}" dt="2022-12-24T10:40:55.251" v="252" actId="21"/>
          <ac:spMkLst>
            <pc:docMk/>
            <pc:sldMk cId="0" sldId="355"/>
            <ac:spMk id="5" creationId="{00000000-0000-0000-0000-000000000000}"/>
          </ac:spMkLst>
        </pc:spChg>
        <pc:spChg chg="del">
          <ac:chgData name="MADNEETA SINGH" userId="ba487e41d220043c" providerId="LiveId" clId="{C9E100A0-AAFC-4134-9299-26B8887E983C}" dt="2022-12-24T10:41:09.371" v="255" actId="21"/>
          <ac:spMkLst>
            <pc:docMk/>
            <pc:sldMk cId="0" sldId="355"/>
            <ac:spMk id="6" creationId="{00000000-0000-0000-0000-000000000000}"/>
          </ac:spMkLst>
        </pc:spChg>
        <pc:spChg chg="del mod">
          <ac:chgData name="MADNEETA SINGH" userId="ba487e41d220043c" providerId="LiveId" clId="{C9E100A0-AAFC-4134-9299-26B8887E983C}" dt="2022-12-24T10:40:51.113" v="251" actId="21"/>
          <ac:spMkLst>
            <pc:docMk/>
            <pc:sldMk cId="0" sldId="355"/>
            <ac:spMk id="7" creationId="{00000000-0000-0000-0000-000000000000}"/>
          </ac:spMkLst>
        </pc:spChg>
        <pc:spChg chg="del">
          <ac:chgData name="MADNEETA SINGH" userId="ba487e41d220043c" providerId="LiveId" clId="{C9E100A0-AAFC-4134-9299-26B8887E983C}" dt="2022-12-24T10:41:00.676" v="253" actId="21"/>
          <ac:spMkLst>
            <pc:docMk/>
            <pc:sldMk cId="0" sldId="355"/>
            <ac:spMk id="8" creationId="{00000000-0000-0000-0000-000000000000}"/>
          </ac:spMkLst>
        </pc:spChg>
        <pc:spChg chg="mod">
          <ac:chgData name="MADNEETA SINGH" userId="ba487e41d220043c" providerId="LiveId" clId="{C9E100A0-AAFC-4134-9299-26B8887E983C}" dt="2022-12-24T10:41:19.551" v="256" actId="1076"/>
          <ac:spMkLst>
            <pc:docMk/>
            <pc:sldMk cId="0" sldId="355"/>
            <ac:spMk id="9" creationId="{00000000-0000-0000-0000-000000000000}"/>
          </ac:spMkLst>
        </pc:spChg>
        <pc:spChg chg="mod">
          <ac:chgData name="MADNEETA SINGH" userId="ba487e41d220043c" providerId="LiveId" clId="{C9E100A0-AAFC-4134-9299-26B8887E983C}" dt="2022-12-24T10:41:28.232" v="258" actId="1076"/>
          <ac:spMkLst>
            <pc:docMk/>
            <pc:sldMk cId="0" sldId="355"/>
            <ac:spMk id="18" creationId="{00000000-0000-0000-0000-000000000000}"/>
          </ac:spMkLst>
        </pc:spChg>
        <pc:grpChg chg="mod">
          <ac:chgData name="MADNEETA SINGH" userId="ba487e41d220043c" providerId="LiveId" clId="{C9E100A0-AAFC-4134-9299-26B8887E983C}" dt="2022-12-24T10:41:24.511" v="257" actId="1076"/>
          <ac:grpSpMkLst>
            <pc:docMk/>
            <pc:sldMk cId="0" sldId="355"/>
            <ac:grpSpMk id="10" creationId="{00000000-0000-0000-0000-000000000000}"/>
          </ac:grpSpMkLst>
        </pc:grpChg>
      </pc:sldChg>
      <pc:sldChg chg="modSp mod">
        <pc:chgData name="MADNEETA SINGH" userId="ba487e41d220043c" providerId="LiveId" clId="{C9E100A0-AAFC-4134-9299-26B8887E983C}" dt="2022-12-24T10:43:12.124" v="270" actId="14100"/>
        <pc:sldMkLst>
          <pc:docMk/>
          <pc:sldMk cId="0" sldId="356"/>
        </pc:sldMkLst>
        <pc:spChg chg="mod">
          <ac:chgData name="MADNEETA SINGH" userId="ba487e41d220043c" providerId="LiveId" clId="{C9E100A0-AAFC-4134-9299-26B8887E983C}" dt="2022-12-24T10:42:58.062" v="267" actId="113"/>
          <ac:spMkLst>
            <pc:docMk/>
            <pc:sldMk cId="0" sldId="356"/>
            <ac:spMk id="2" creationId="{00000000-0000-0000-0000-000000000000}"/>
          </ac:spMkLst>
        </pc:spChg>
        <pc:spChg chg="mod">
          <ac:chgData name="MADNEETA SINGH" userId="ba487e41d220043c" providerId="LiveId" clId="{C9E100A0-AAFC-4134-9299-26B8887E983C}" dt="2022-12-24T10:43:03.702" v="268" actId="14100"/>
          <ac:spMkLst>
            <pc:docMk/>
            <pc:sldMk cId="0" sldId="356"/>
            <ac:spMk id="9" creationId="{00000000-0000-0000-0000-000000000000}"/>
          </ac:spMkLst>
        </pc:spChg>
        <pc:spChg chg="mod">
          <ac:chgData name="MADNEETA SINGH" userId="ba487e41d220043c" providerId="LiveId" clId="{C9E100A0-AAFC-4134-9299-26B8887E983C}" dt="2022-12-24T10:43:12.124" v="270" actId="14100"/>
          <ac:spMkLst>
            <pc:docMk/>
            <pc:sldMk cId="0" sldId="356"/>
            <ac:spMk id="10" creationId="{00000000-0000-0000-0000-000000000000}"/>
          </ac:spMkLst>
        </pc:spChg>
        <pc:spChg chg="mod">
          <ac:chgData name="MADNEETA SINGH" userId="ba487e41d220043c" providerId="LiveId" clId="{C9E100A0-AAFC-4134-9299-26B8887E983C}" dt="2022-12-24T10:42:48.581" v="266" actId="14100"/>
          <ac:spMkLst>
            <pc:docMk/>
            <pc:sldMk cId="0" sldId="356"/>
            <ac:spMk id="21" creationId="{00000000-0000-0000-0000-000000000000}"/>
          </ac:spMkLst>
        </pc:spChg>
      </pc:sldChg>
      <pc:sldChg chg="modSp mod">
        <pc:chgData name="MADNEETA SINGH" userId="ba487e41d220043c" providerId="LiveId" clId="{C9E100A0-AAFC-4134-9299-26B8887E983C}" dt="2022-12-24T10:30:42.743" v="42" actId="2711"/>
        <pc:sldMkLst>
          <pc:docMk/>
          <pc:sldMk cId="0" sldId="357"/>
        </pc:sldMkLst>
        <pc:spChg chg="mod">
          <ac:chgData name="MADNEETA SINGH" userId="ba487e41d220043c" providerId="LiveId" clId="{C9E100A0-AAFC-4134-9299-26B8887E983C}" dt="2022-12-24T10:30:42.743" v="42" actId="2711"/>
          <ac:spMkLst>
            <pc:docMk/>
            <pc:sldMk cId="0" sldId="357"/>
            <ac:spMk id="2" creationId="{00000000-0000-0000-0000-000000000000}"/>
          </ac:spMkLst>
        </pc:spChg>
        <pc:spChg chg="mod">
          <ac:chgData name="MADNEETA SINGH" userId="ba487e41d220043c" providerId="LiveId" clId="{C9E100A0-AAFC-4134-9299-26B8887E983C}" dt="2022-12-24T10:30:42.743" v="42" actId="2711"/>
          <ac:spMkLst>
            <pc:docMk/>
            <pc:sldMk cId="0" sldId="357"/>
            <ac:spMk id="5" creationId="{00000000-0000-0000-0000-000000000000}"/>
          </ac:spMkLst>
        </pc:spChg>
        <pc:spChg chg="mod">
          <ac:chgData name="MADNEETA SINGH" userId="ba487e41d220043c" providerId="LiveId" clId="{C9E100A0-AAFC-4134-9299-26B8887E983C}" dt="2022-12-24T10:30:42.743" v="42" actId="2711"/>
          <ac:spMkLst>
            <pc:docMk/>
            <pc:sldMk cId="0" sldId="357"/>
            <ac:spMk id="6" creationId="{00000000-0000-0000-0000-000000000000}"/>
          </ac:spMkLst>
        </pc:spChg>
        <pc:spChg chg="mod">
          <ac:chgData name="MADNEETA SINGH" userId="ba487e41d220043c" providerId="LiveId" clId="{C9E100A0-AAFC-4134-9299-26B8887E983C}" dt="2022-12-24T10:30:42.743" v="42" actId="2711"/>
          <ac:spMkLst>
            <pc:docMk/>
            <pc:sldMk cId="0" sldId="357"/>
            <ac:spMk id="7" creationId="{00000000-0000-0000-0000-000000000000}"/>
          </ac:spMkLst>
        </pc:spChg>
        <pc:spChg chg="mod">
          <ac:chgData name="MADNEETA SINGH" userId="ba487e41d220043c" providerId="LiveId" clId="{C9E100A0-AAFC-4134-9299-26B8887E983C}" dt="2022-12-24T10:30:42.743" v="42" actId="2711"/>
          <ac:spMkLst>
            <pc:docMk/>
            <pc:sldMk cId="0" sldId="357"/>
            <ac:spMk id="8" creationId="{00000000-0000-0000-0000-000000000000}"/>
          </ac:spMkLst>
        </pc:spChg>
        <pc:spChg chg="mod">
          <ac:chgData name="MADNEETA SINGH" userId="ba487e41d220043c" providerId="LiveId" clId="{C9E100A0-AAFC-4134-9299-26B8887E983C}" dt="2022-12-24T10:30:42.743" v="42" actId="2711"/>
          <ac:spMkLst>
            <pc:docMk/>
            <pc:sldMk cId="0" sldId="357"/>
            <ac:spMk id="9" creationId="{00000000-0000-0000-0000-000000000000}"/>
          </ac:spMkLst>
        </pc:spChg>
        <pc:spChg chg="mod">
          <ac:chgData name="MADNEETA SINGH" userId="ba487e41d220043c" providerId="LiveId" clId="{C9E100A0-AAFC-4134-9299-26B8887E983C}" dt="2022-12-24T10:30:42.743" v="42" actId="2711"/>
          <ac:spMkLst>
            <pc:docMk/>
            <pc:sldMk cId="0" sldId="357"/>
            <ac:spMk id="10" creationId="{00000000-0000-0000-0000-000000000000}"/>
          </ac:spMkLst>
        </pc:spChg>
        <pc:spChg chg="mod">
          <ac:chgData name="MADNEETA SINGH" userId="ba487e41d220043c" providerId="LiveId" clId="{C9E100A0-AAFC-4134-9299-26B8887E983C}" dt="2022-12-24T10:30:42.743" v="42" actId="2711"/>
          <ac:spMkLst>
            <pc:docMk/>
            <pc:sldMk cId="0" sldId="357"/>
            <ac:spMk id="11" creationId="{00000000-0000-0000-0000-000000000000}"/>
          </ac:spMkLst>
        </pc:spChg>
        <pc:spChg chg="mod">
          <ac:chgData name="MADNEETA SINGH" userId="ba487e41d220043c" providerId="LiveId" clId="{C9E100A0-AAFC-4134-9299-26B8887E983C}" dt="2022-12-24T10:30:42.743" v="42" actId="2711"/>
          <ac:spMkLst>
            <pc:docMk/>
            <pc:sldMk cId="0" sldId="357"/>
            <ac:spMk id="12" creationId="{00000000-0000-0000-0000-000000000000}"/>
          </ac:spMkLst>
        </pc:spChg>
        <pc:spChg chg="mod">
          <ac:chgData name="MADNEETA SINGH" userId="ba487e41d220043c" providerId="LiveId" clId="{C9E100A0-AAFC-4134-9299-26B8887E983C}" dt="2022-12-24T10:30:42.743" v="42" actId="2711"/>
          <ac:spMkLst>
            <pc:docMk/>
            <pc:sldMk cId="0" sldId="357"/>
            <ac:spMk id="13" creationId="{00000000-0000-0000-0000-000000000000}"/>
          </ac:spMkLst>
        </pc:spChg>
        <pc:spChg chg="mod">
          <ac:chgData name="MADNEETA SINGH" userId="ba487e41d220043c" providerId="LiveId" clId="{C9E100A0-AAFC-4134-9299-26B8887E983C}" dt="2022-12-24T10:30:42.743" v="42" actId="2711"/>
          <ac:spMkLst>
            <pc:docMk/>
            <pc:sldMk cId="0" sldId="357"/>
            <ac:spMk id="14" creationId="{00000000-0000-0000-0000-000000000000}"/>
          </ac:spMkLst>
        </pc:spChg>
        <pc:spChg chg="mod">
          <ac:chgData name="MADNEETA SINGH" userId="ba487e41d220043c" providerId="LiveId" clId="{C9E100A0-AAFC-4134-9299-26B8887E983C}" dt="2022-12-24T10:30:42.743" v="42" actId="2711"/>
          <ac:spMkLst>
            <pc:docMk/>
            <pc:sldMk cId="0" sldId="357"/>
            <ac:spMk id="15" creationId="{00000000-0000-0000-0000-000000000000}"/>
          </ac:spMkLst>
        </pc:spChg>
      </pc:sldChg>
      <pc:sldChg chg="modSp mod">
        <pc:chgData name="MADNEETA SINGH" userId="ba487e41d220043c" providerId="LiveId" clId="{C9E100A0-AAFC-4134-9299-26B8887E983C}" dt="2022-12-24T10:34:40.192" v="81" actId="1076"/>
        <pc:sldMkLst>
          <pc:docMk/>
          <pc:sldMk cId="0" sldId="358"/>
        </pc:sldMkLst>
        <pc:spChg chg="mod">
          <ac:chgData name="MADNEETA SINGH" userId="ba487e41d220043c" providerId="LiveId" clId="{C9E100A0-AAFC-4134-9299-26B8887E983C}" dt="2022-12-24T10:34:33.217" v="80" actId="2711"/>
          <ac:spMkLst>
            <pc:docMk/>
            <pc:sldMk cId="0" sldId="358"/>
            <ac:spMk id="2" creationId="{00000000-0000-0000-0000-000000000000}"/>
          </ac:spMkLst>
        </pc:spChg>
        <pc:spChg chg="mod">
          <ac:chgData name="MADNEETA SINGH" userId="ba487e41d220043c" providerId="LiveId" clId="{C9E100A0-AAFC-4134-9299-26B8887E983C}" dt="2022-12-24T10:34:33.217" v="80" actId="2711"/>
          <ac:spMkLst>
            <pc:docMk/>
            <pc:sldMk cId="0" sldId="358"/>
            <ac:spMk id="5" creationId="{00000000-0000-0000-0000-000000000000}"/>
          </ac:spMkLst>
        </pc:spChg>
        <pc:spChg chg="mod">
          <ac:chgData name="MADNEETA SINGH" userId="ba487e41d220043c" providerId="LiveId" clId="{C9E100A0-AAFC-4134-9299-26B8887E983C}" dt="2022-12-24T10:34:33.217" v="80" actId="2711"/>
          <ac:spMkLst>
            <pc:docMk/>
            <pc:sldMk cId="0" sldId="358"/>
            <ac:spMk id="6" creationId="{00000000-0000-0000-0000-000000000000}"/>
          </ac:spMkLst>
        </pc:spChg>
        <pc:spChg chg="mod">
          <ac:chgData name="MADNEETA SINGH" userId="ba487e41d220043c" providerId="LiveId" clId="{C9E100A0-AAFC-4134-9299-26B8887E983C}" dt="2022-12-24T10:34:33.217" v="80" actId="2711"/>
          <ac:spMkLst>
            <pc:docMk/>
            <pc:sldMk cId="0" sldId="358"/>
            <ac:spMk id="7" creationId="{00000000-0000-0000-0000-000000000000}"/>
          </ac:spMkLst>
        </pc:spChg>
        <pc:spChg chg="mod">
          <ac:chgData name="MADNEETA SINGH" userId="ba487e41d220043c" providerId="LiveId" clId="{C9E100A0-AAFC-4134-9299-26B8887E983C}" dt="2022-12-24T10:34:33.217" v="80" actId="2711"/>
          <ac:spMkLst>
            <pc:docMk/>
            <pc:sldMk cId="0" sldId="358"/>
            <ac:spMk id="8" creationId="{00000000-0000-0000-0000-000000000000}"/>
          </ac:spMkLst>
        </pc:spChg>
        <pc:spChg chg="mod">
          <ac:chgData name="MADNEETA SINGH" userId="ba487e41d220043c" providerId="LiveId" clId="{C9E100A0-AAFC-4134-9299-26B8887E983C}" dt="2022-12-24T10:34:33.217" v="80" actId="2711"/>
          <ac:spMkLst>
            <pc:docMk/>
            <pc:sldMk cId="0" sldId="358"/>
            <ac:spMk id="9" creationId="{00000000-0000-0000-0000-000000000000}"/>
          </ac:spMkLst>
        </pc:spChg>
        <pc:spChg chg="mod">
          <ac:chgData name="MADNEETA SINGH" userId="ba487e41d220043c" providerId="LiveId" clId="{C9E100A0-AAFC-4134-9299-26B8887E983C}" dt="2022-12-24T10:34:33.217" v="80" actId="2711"/>
          <ac:spMkLst>
            <pc:docMk/>
            <pc:sldMk cId="0" sldId="358"/>
            <ac:spMk id="10" creationId="{00000000-0000-0000-0000-000000000000}"/>
          </ac:spMkLst>
        </pc:spChg>
        <pc:spChg chg="mod">
          <ac:chgData name="MADNEETA SINGH" userId="ba487e41d220043c" providerId="LiveId" clId="{C9E100A0-AAFC-4134-9299-26B8887E983C}" dt="2022-12-24T10:34:40.192" v="81" actId="1076"/>
          <ac:spMkLst>
            <pc:docMk/>
            <pc:sldMk cId="0" sldId="358"/>
            <ac:spMk id="11" creationId="{00000000-0000-0000-0000-000000000000}"/>
          </ac:spMkLst>
        </pc:spChg>
        <pc:spChg chg="mod">
          <ac:chgData name="MADNEETA SINGH" userId="ba487e41d220043c" providerId="LiveId" clId="{C9E100A0-AAFC-4134-9299-26B8887E983C}" dt="2022-12-24T10:34:33.217" v="80" actId="2711"/>
          <ac:spMkLst>
            <pc:docMk/>
            <pc:sldMk cId="0" sldId="358"/>
            <ac:spMk id="12" creationId="{00000000-0000-0000-0000-000000000000}"/>
          </ac:spMkLst>
        </pc:spChg>
        <pc:spChg chg="mod">
          <ac:chgData name="MADNEETA SINGH" userId="ba487e41d220043c" providerId="LiveId" clId="{C9E100A0-AAFC-4134-9299-26B8887E983C}" dt="2022-12-24T10:34:33.217" v="80" actId="2711"/>
          <ac:spMkLst>
            <pc:docMk/>
            <pc:sldMk cId="0" sldId="358"/>
            <ac:spMk id="13" creationId="{00000000-0000-0000-0000-000000000000}"/>
          </ac:spMkLst>
        </pc:spChg>
        <pc:spChg chg="mod">
          <ac:chgData name="MADNEETA SINGH" userId="ba487e41d220043c" providerId="LiveId" clId="{C9E100A0-AAFC-4134-9299-26B8887E983C}" dt="2022-12-24T10:34:33.217" v="80" actId="2711"/>
          <ac:spMkLst>
            <pc:docMk/>
            <pc:sldMk cId="0" sldId="358"/>
            <ac:spMk id="14" creationId="{00000000-0000-0000-0000-000000000000}"/>
          </ac:spMkLst>
        </pc:spChg>
        <pc:spChg chg="mod">
          <ac:chgData name="MADNEETA SINGH" userId="ba487e41d220043c" providerId="LiveId" clId="{C9E100A0-AAFC-4134-9299-26B8887E983C}" dt="2022-12-24T10:34:33.217" v="80" actId="2711"/>
          <ac:spMkLst>
            <pc:docMk/>
            <pc:sldMk cId="0" sldId="358"/>
            <ac:spMk id="15" creationId="{00000000-0000-0000-0000-000000000000}"/>
          </ac:spMkLst>
        </pc:spChg>
      </pc:sldChg>
      <pc:sldChg chg="modSp mod">
        <pc:chgData name="MADNEETA SINGH" userId="ba487e41d220043c" providerId="LiveId" clId="{C9E100A0-AAFC-4134-9299-26B8887E983C}" dt="2022-12-24T10:44:32.250" v="281" actId="1076"/>
        <pc:sldMkLst>
          <pc:docMk/>
          <pc:sldMk cId="0" sldId="359"/>
        </pc:sldMkLst>
        <pc:spChg chg="mod">
          <ac:chgData name="MADNEETA SINGH" userId="ba487e41d220043c" providerId="LiveId" clId="{C9E100A0-AAFC-4134-9299-26B8887E983C}" dt="2022-12-24T10:44:25.920" v="280" actId="2711"/>
          <ac:spMkLst>
            <pc:docMk/>
            <pc:sldMk cId="0" sldId="359"/>
            <ac:spMk id="2" creationId="{00000000-0000-0000-0000-000000000000}"/>
          </ac:spMkLst>
        </pc:spChg>
        <pc:spChg chg="mod">
          <ac:chgData name="MADNEETA SINGH" userId="ba487e41d220043c" providerId="LiveId" clId="{C9E100A0-AAFC-4134-9299-26B8887E983C}" dt="2022-12-24T10:44:25.920" v="280" actId="2711"/>
          <ac:spMkLst>
            <pc:docMk/>
            <pc:sldMk cId="0" sldId="359"/>
            <ac:spMk id="5" creationId="{00000000-0000-0000-0000-000000000000}"/>
          </ac:spMkLst>
        </pc:spChg>
        <pc:spChg chg="mod">
          <ac:chgData name="MADNEETA SINGH" userId="ba487e41d220043c" providerId="LiveId" clId="{C9E100A0-AAFC-4134-9299-26B8887E983C}" dt="2022-12-24T10:44:25.920" v="280" actId="2711"/>
          <ac:spMkLst>
            <pc:docMk/>
            <pc:sldMk cId="0" sldId="359"/>
            <ac:spMk id="6" creationId="{00000000-0000-0000-0000-000000000000}"/>
          </ac:spMkLst>
        </pc:spChg>
        <pc:spChg chg="mod">
          <ac:chgData name="MADNEETA SINGH" userId="ba487e41d220043c" providerId="LiveId" clId="{C9E100A0-AAFC-4134-9299-26B8887E983C}" dt="2022-12-24T10:44:25.920" v="280" actId="2711"/>
          <ac:spMkLst>
            <pc:docMk/>
            <pc:sldMk cId="0" sldId="359"/>
            <ac:spMk id="7" creationId="{00000000-0000-0000-0000-000000000000}"/>
          </ac:spMkLst>
        </pc:spChg>
        <pc:spChg chg="mod">
          <ac:chgData name="MADNEETA SINGH" userId="ba487e41d220043c" providerId="LiveId" clId="{C9E100A0-AAFC-4134-9299-26B8887E983C}" dt="2022-12-24T10:44:25.920" v="280" actId="2711"/>
          <ac:spMkLst>
            <pc:docMk/>
            <pc:sldMk cId="0" sldId="359"/>
            <ac:spMk id="8" creationId="{00000000-0000-0000-0000-000000000000}"/>
          </ac:spMkLst>
        </pc:spChg>
        <pc:spChg chg="mod">
          <ac:chgData name="MADNEETA SINGH" userId="ba487e41d220043c" providerId="LiveId" clId="{C9E100A0-AAFC-4134-9299-26B8887E983C}" dt="2022-12-24T10:44:25.920" v="280" actId="2711"/>
          <ac:spMkLst>
            <pc:docMk/>
            <pc:sldMk cId="0" sldId="359"/>
            <ac:spMk id="9" creationId="{00000000-0000-0000-0000-000000000000}"/>
          </ac:spMkLst>
        </pc:spChg>
        <pc:spChg chg="mod">
          <ac:chgData name="MADNEETA SINGH" userId="ba487e41d220043c" providerId="LiveId" clId="{C9E100A0-AAFC-4134-9299-26B8887E983C}" dt="2022-12-24T10:44:25.920" v="280" actId="2711"/>
          <ac:spMkLst>
            <pc:docMk/>
            <pc:sldMk cId="0" sldId="359"/>
            <ac:spMk id="10" creationId="{00000000-0000-0000-0000-000000000000}"/>
          </ac:spMkLst>
        </pc:spChg>
        <pc:spChg chg="mod">
          <ac:chgData name="MADNEETA SINGH" userId="ba487e41d220043c" providerId="LiveId" clId="{C9E100A0-AAFC-4134-9299-26B8887E983C}" dt="2022-12-24T10:44:32.250" v="281" actId="1076"/>
          <ac:spMkLst>
            <pc:docMk/>
            <pc:sldMk cId="0" sldId="359"/>
            <ac:spMk id="11" creationId="{00000000-0000-0000-0000-000000000000}"/>
          </ac:spMkLst>
        </pc:spChg>
        <pc:spChg chg="mod">
          <ac:chgData name="MADNEETA SINGH" userId="ba487e41d220043c" providerId="LiveId" clId="{C9E100A0-AAFC-4134-9299-26B8887E983C}" dt="2022-12-24T10:44:25.920" v="280" actId="2711"/>
          <ac:spMkLst>
            <pc:docMk/>
            <pc:sldMk cId="0" sldId="359"/>
            <ac:spMk id="12" creationId="{00000000-0000-0000-0000-000000000000}"/>
          </ac:spMkLst>
        </pc:spChg>
        <pc:spChg chg="mod">
          <ac:chgData name="MADNEETA SINGH" userId="ba487e41d220043c" providerId="LiveId" clId="{C9E100A0-AAFC-4134-9299-26B8887E983C}" dt="2022-12-24T10:44:25.920" v="280" actId="2711"/>
          <ac:spMkLst>
            <pc:docMk/>
            <pc:sldMk cId="0" sldId="359"/>
            <ac:spMk id="13" creationId="{00000000-0000-0000-0000-000000000000}"/>
          </ac:spMkLst>
        </pc:spChg>
        <pc:spChg chg="mod">
          <ac:chgData name="MADNEETA SINGH" userId="ba487e41d220043c" providerId="LiveId" clId="{C9E100A0-AAFC-4134-9299-26B8887E983C}" dt="2022-12-24T10:44:25.920" v="280" actId="2711"/>
          <ac:spMkLst>
            <pc:docMk/>
            <pc:sldMk cId="0" sldId="359"/>
            <ac:spMk id="14" creationId="{00000000-0000-0000-0000-000000000000}"/>
          </ac:spMkLst>
        </pc:spChg>
        <pc:spChg chg="mod">
          <ac:chgData name="MADNEETA SINGH" userId="ba487e41d220043c" providerId="LiveId" clId="{C9E100A0-AAFC-4134-9299-26B8887E983C}" dt="2022-12-24T10:44:25.920" v="280" actId="2711"/>
          <ac:spMkLst>
            <pc:docMk/>
            <pc:sldMk cId="0" sldId="359"/>
            <ac:spMk id="15" creationId="{00000000-0000-0000-0000-000000000000}"/>
          </ac:spMkLst>
        </pc:spChg>
      </pc:sldChg>
      <pc:sldChg chg="modSp mod">
        <pc:chgData name="MADNEETA SINGH" userId="ba487e41d220043c" providerId="LiveId" clId="{C9E100A0-AAFC-4134-9299-26B8887E983C}" dt="2022-12-24T10:46:51.165" v="308" actId="2711"/>
        <pc:sldMkLst>
          <pc:docMk/>
          <pc:sldMk cId="0" sldId="360"/>
        </pc:sldMkLst>
        <pc:spChg chg="mod">
          <ac:chgData name="MADNEETA SINGH" userId="ba487e41d220043c" providerId="LiveId" clId="{C9E100A0-AAFC-4134-9299-26B8887E983C}" dt="2022-12-24T10:46:51.165" v="308" actId="2711"/>
          <ac:spMkLst>
            <pc:docMk/>
            <pc:sldMk cId="0" sldId="360"/>
            <ac:spMk id="2" creationId="{00000000-0000-0000-0000-000000000000}"/>
          </ac:spMkLst>
        </pc:spChg>
        <pc:spChg chg="mod">
          <ac:chgData name="MADNEETA SINGH" userId="ba487e41d220043c" providerId="LiveId" clId="{C9E100A0-AAFC-4134-9299-26B8887E983C}" dt="2022-12-24T10:46:51.165" v="308" actId="2711"/>
          <ac:spMkLst>
            <pc:docMk/>
            <pc:sldMk cId="0" sldId="360"/>
            <ac:spMk id="5" creationId="{00000000-0000-0000-0000-000000000000}"/>
          </ac:spMkLst>
        </pc:spChg>
        <pc:spChg chg="mod">
          <ac:chgData name="MADNEETA SINGH" userId="ba487e41d220043c" providerId="LiveId" clId="{C9E100A0-AAFC-4134-9299-26B8887E983C}" dt="2022-12-24T10:46:51.165" v="308" actId="2711"/>
          <ac:spMkLst>
            <pc:docMk/>
            <pc:sldMk cId="0" sldId="360"/>
            <ac:spMk id="6" creationId="{00000000-0000-0000-0000-000000000000}"/>
          </ac:spMkLst>
        </pc:spChg>
        <pc:spChg chg="mod">
          <ac:chgData name="MADNEETA SINGH" userId="ba487e41d220043c" providerId="LiveId" clId="{C9E100A0-AAFC-4134-9299-26B8887E983C}" dt="2022-12-24T10:46:51.165" v="308" actId="2711"/>
          <ac:spMkLst>
            <pc:docMk/>
            <pc:sldMk cId="0" sldId="360"/>
            <ac:spMk id="7" creationId="{00000000-0000-0000-0000-000000000000}"/>
          </ac:spMkLst>
        </pc:spChg>
        <pc:spChg chg="mod">
          <ac:chgData name="MADNEETA SINGH" userId="ba487e41d220043c" providerId="LiveId" clId="{C9E100A0-AAFC-4134-9299-26B8887E983C}" dt="2022-12-24T10:46:51.165" v="308" actId="2711"/>
          <ac:spMkLst>
            <pc:docMk/>
            <pc:sldMk cId="0" sldId="360"/>
            <ac:spMk id="8" creationId="{00000000-0000-0000-0000-000000000000}"/>
          </ac:spMkLst>
        </pc:spChg>
        <pc:spChg chg="mod">
          <ac:chgData name="MADNEETA SINGH" userId="ba487e41d220043c" providerId="LiveId" clId="{C9E100A0-AAFC-4134-9299-26B8887E983C}" dt="2022-12-24T10:46:51.165" v="308" actId="2711"/>
          <ac:spMkLst>
            <pc:docMk/>
            <pc:sldMk cId="0" sldId="360"/>
            <ac:spMk id="9" creationId="{00000000-0000-0000-0000-000000000000}"/>
          </ac:spMkLst>
        </pc:spChg>
        <pc:spChg chg="mod">
          <ac:chgData name="MADNEETA SINGH" userId="ba487e41d220043c" providerId="LiveId" clId="{C9E100A0-AAFC-4134-9299-26B8887E983C}" dt="2022-12-24T10:46:51.165" v="308" actId="2711"/>
          <ac:spMkLst>
            <pc:docMk/>
            <pc:sldMk cId="0" sldId="360"/>
            <ac:spMk id="10" creationId="{00000000-0000-0000-0000-000000000000}"/>
          </ac:spMkLst>
        </pc:spChg>
        <pc:spChg chg="mod">
          <ac:chgData name="MADNEETA SINGH" userId="ba487e41d220043c" providerId="LiveId" clId="{C9E100A0-AAFC-4134-9299-26B8887E983C}" dt="2022-12-24T10:46:51.165" v="308" actId="2711"/>
          <ac:spMkLst>
            <pc:docMk/>
            <pc:sldMk cId="0" sldId="360"/>
            <ac:spMk id="11" creationId="{00000000-0000-0000-0000-000000000000}"/>
          </ac:spMkLst>
        </pc:spChg>
        <pc:spChg chg="mod">
          <ac:chgData name="MADNEETA SINGH" userId="ba487e41d220043c" providerId="LiveId" clId="{C9E100A0-AAFC-4134-9299-26B8887E983C}" dt="2022-12-24T10:46:51.165" v="308" actId="2711"/>
          <ac:spMkLst>
            <pc:docMk/>
            <pc:sldMk cId="0" sldId="360"/>
            <ac:spMk id="12" creationId="{00000000-0000-0000-0000-000000000000}"/>
          </ac:spMkLst>
        </pc:spChg>
        <pc:spChg chg="mod">
          <ac:chgData name="MADNEETA SINGH" userId="ba487e41d220043c" providerId="LiveId" clId="{C9E100A0-AAFC-4134-9299-26B8887E983C}" dt="2022-12-24T10:46:51.165" v="308" actId="2711"/>
          <ac:spMkLst>
            <pc:docMk/>
            <pc:sldMk cId="0" sldId="360"/>
            <ac:spMk id="13" creationId="{00000000-0000-0000-0000-000000000000}"/>
          </ac:spMkLst>
        </pc:spChg>
        <pc:spChg chg="mod">
          <ac:chgData name="MADNEETA SINGH" userId="ba487e41d220043c" providerId="LiveId" clId="{C9E100A0-AAFC-4134-9299-26B8887E983C}" dt="2022-12-24T10:46:51.165" v="308" actId="2711"/>
          <ac:spMkLst>
            <pc:docMk/>
            <pc:sldMk cId="0" sldId="360"/>
            <ac:spMk id="14" creationId="{00000000-0000-0000-0000-000000000000}"/>
          </ac:spMkLst>
        </pc:spChg>
        <pc:spChg chg="mod">
          <ac:chgData name="MADNEETA SINGH" userId="ba487e41d220043c" providerId="LiveId" clId="{C9E100A0-AAFC-4134-9299-26B8887E983C}" dt="2022-12-24T10:46:51.165" v="308" actId="2711"/>
          <ac:spMkLst>
            <pc:docMk/>
            <pc:sldMk cId="0" sldId="360"/>
            <ac:spMk id="15" creationId="{00000000-0000-0000-0000-000000000000}"/>
          </ac:spMkLst>
        </pc:spChg>
      </pc:sldChg>
      <pc:sldChg chg="modSp mod">
        <pc:chgData name="MADNEETA SINGH" userId="ba487e41d220043c" providerId="LiveId" clId="{C9E100A0-AAFC-4134-9299-26B8887E983C}" dt="2022-12-24T10:47:42.144" v="319" actId="2711"/>
        <pc:sldMkLst>
          <pc:docMk/>
          <pc:sldMk cId="0" sldId="361"/>
        </pc:sldMkLst>
        <pc:spChg chg="mod">
          <ac:chgData name="MADNEETA SINGH" userId="ba487e41d220043c" providerId="LiveId" clId="{C9E100A0-AAFC-4134-9299-26B8887E983C}" dt="2022-12-24T10:47:42.144" v="319" actId="2711"/>
          <ac:spMkLst>
            <pc:docMk/>
            <pc:sldMk cId="0" sldId="361"/>
            <ac:spMk id="2" creationId="{00000000-0000-0000-0000-000000000000}"/>
          </ac:spMkLst>
        </pc:spChg>
        <pc:spChg chg="mod">
          <ac:chgData name="MADNEETA SINGH" userId="ba487e41d220043c" providerId="LiveId" clId="{C9E100A0-AAFC-4134-9299-26B8887E983C}" dt="2022-12-24T10:47:42.144" v="319" actId="2711"/>
          <ac:spMkLst>
            <pc:docMk/>
            <pc:sldMk cId="0" sldId="361"/>
            <ac:spMk id="5" creationId="{00000000-0000-0000-0000-000000000000}"/>
          </ac:spMkLst>
        </pc:spChg>
        <pc:spChg chg="mod">
          <ac:chgData name="MADNEETA SINGH" userId="ba487e41d220043c" providerId="LiveId" clId="{C9E100A0-AAFC-4134-9299-26B8887E983C}" dt="2022-12-24T10:47:42.144" v="319" actId="2711"/>
          <ac:spMkLst>
            <pc:docMk/>
            <pc:sldMk cId="0" sldId="361"/>
            <ac:spMk id="6" creationId="{00000000-0000-0000-0000-000000000000}"/>
          </ac:spMkLst>
        </pc:spChg>
        <pc:spChg chg="mod">
          <ac:chgData name="MADNEETA SINGH" userId="ba487e41d220043c" providerId="LiveId" clId="{C9E100A0-AAFC-4134-9299-26B8887E983C}" dt="2022-12-24T10:47:42.144" v="319" actId="2711"/>
          <ac:spMkLst>
            <pc:docMk/>
            <pc:sldMk cId="0" sldId="361"/>
            <ac:spMk id="7" creationId="{00000000-0000-0000-0000-000000000000}"/>
          </ac:spMkLst>
        </pc:spChg>
        <pc:spChg chg="mod">
          <ac:chgData name="MADNEETA SINGH" userId="ba487e41d220043c" providerId="LiveId" clId="{C9E100A0-AAFC-4134-9299-26B8887E983C}" dt="2022-12-24T10:47:42.144" v="319" actId="2711"/>
          <ac:spMkLst>
            <pc:docMk/>
            <pc:sldMk cId="0" sldId="361"/>
            <ac:spMk id="8" creationId="{00000000-0000-0000-0000-000000000000}"/>
          </ac:spMkLst>
        </pc:spChg>
        <pc:spChg chg="mod">
          <ac:chgData name="MADNEETA SINGH" userId="ba487e41d220043c" providerId="LiveId" clId="{C9E100A0-AAFC-4134-9299-26B8887E983C}" dt="2022-12-24T10:47:42.144" v="319" actId="2711"/>
          <ac:spMkLst>
            <pc:docMk/>
            <pc:sldMk cId="0" sldId="361"/>
            <ac:spMk id="9" creationId="{00000000-0000-0000-0000-000000000000}"/>
          </ac:spMkLst>
        </pc:spChg>
        <pc:spChg chg="mod">
          <ac:chgData name="MADNEETA SINGH" userId="ba487e41d220043c" providerId="LiveId" clId="{C9E100A0-AAFC-4134-9299-26B8887E983C}" dt="2022-12-24T10:47:42.144" v="319" actId="2711"/>
          <ac:spMkLst>
            <pc:docMk/>
            <pc:sldMk cId="0" sldId="361"/>
            <ac:spMk id="10" creationId="{00000000-0000-0000-0000-000000000000}"/>
          </ac:spMkLst>
        </pc:spChg>
        <pc:spChg chg="mod">
          <ac:chgData name="MADNEETA SINGH" userId="ba487e41d220043c" providerId="LiveId" clId="{C9E100A0-AAFC-4134-9299-26B8887E983C}" dt="2022-12-24T10:47:42.144" v="319" actId="2711"/>
          <ac:spMkLst>
            <pc:docMk/>
            <pc:sldMk cId="0" sldId="361"/>
            <ac:spMk id="11" creationId="{00000000-0000-0000-0000-000000000000}"/>
          </ac:spMkLst>
        </pc:spChg>
        <pc:spChg chg="mod">
          <ac:chgData name="MADNEETA SINGH" userId="ba487e41d220043c" providerId="LiveId" clId="{C9E100A0-AAFC-4134-9299-26B8887E983C}" dt="2022-12-24T10:47:42.144" v="319" actId="2711"/>
          <ac:spMkLst>
            <pc:docMk/>
            <pc:sldMk cId="0" sldId="361"/>
            <ac:spMk id="12" creationId="{00000000-0000-0000-0000-000000000000}"/>
          </ac:spMkLst>
        </pc:spChg>
        <pc:spChg chg="mod">
          <ac:chgData name="MADNEETA SINGH" userId="ba487e41d220043c" providerId="LiveId" clId="{C9E100A0-AAFC-4134-9299-26B8887E983C}" dt="2022-12-24T10:47:42.144" v="319" actId="2711"/>
          <ac:spMkLst>
            <pc:docMk/>
            <pc:sldMk cId="0" sldId="361"/>
            <ac:spMk id="13" creationId="{00000000-0000-0000-0000-000000000000}"/>
          </ac:spMkLst>
        </pc:spChg>
        <pc:spChg chg="mod">
          <ac:chgData name="MADNEETA SINGH" userId="ba487e41d220043c" providerId="LiveId" clId="{C9E100A0-AAFC-4134-9299-26B8887E983C}" dt="2022-12-24T10:47:42.144" v="319" actId="2711"/>
          <ac:spMkLst>
            <pc:docMk/>
            <pc:sldMk cId="0" sldId="361"/>
            <ac:spMk id="14" creationId="{00000000-0000-0000-0000-000000000000}"/>
          </ac:spMkLst>
        </pc:spChg>
        <pc:spChg chg="mod">
          <ac:chgData name="MADNEETA SINGH" userId="ba487e41d220043c" providerId="LiveId" clId="{C9E100A0-AAFC-4134-9299-26B8887E983C}" dt="2022-12-24T10:47:42.144" v="319" actId="2711"/>
          <ac:spMkLst>
            <pc:docMk/>
            <pc:sldMk cId="0" sldId="361"/>
            <ac:spMk id="15" creationId="{00000000-0000-0000-0000-000000000000}"/>
          </ac:spMkLst>
        </pc:spChg>
      </pc:sldChg>
      <pc:sldChg chg="modSp mod">
        <pc:chgData name="MADNEETA SINGH" userId="ba487e41d220043c" providerId="LiveId" clId="{C9E100A0-AAFC-4134-9299-26B8887E983C}" dt="2022-12-24T10:49:49.300" v="339" actId="1076"/>
        <pc:sldMkLst>
          <pc:docMk/>
          <pc:sldMk cId="0" sldId="362"/>
        </pc:sldMkLst>
        <pc:spChg chg="mod">
          <ac:chgData name="MADNEETA SINGH" userId="ba487e41d220043c" providerId="LiveId" clId="{C9E100A0-AAFC-4134-9299-26B8887E983C}" dt="2022-12-24T10:49:49.300" v="339" actId="1076"/>
          <ac:spMkLst>
            <pc:docMk/>
            <pc:sldMk cId="0" sldId="362"/>
            <ac:spMk id="11" creationId="{00000000-0000-0000-0000-000000000000}"/>
          </ac:spMkLst>
        </pc:spChg>
      </pc:sldChg>
      <pc:sldChg chg="modSp mod">
        <pc:chgData name="MADNEETA SINGH" userId="ba487e41d220043c" providerId="LiveId" clId="{C9E100A0-AAFC-4134-9299-26B8887E983C}" dt="2022-12-24T10:51:42.326" v="356" actId="2711"/>
        <pc:sldMkLst>
          <pc:docMk/>
          <pc:sldMk cId="0" sldId="363"/>
        </pc:sldMkLst>
        <pc:spChg chg="mod">
          <ac:chgData name="MADNEETA SINGH" userId="ba487e41d220043c" providerId="LiveId" clId="{C9E100A0-AAFC-4134-9299-26B8887E983C}" dt="2022-12-24T10:51:42.326" v="356" actId="2711"/>
          <ac:spMkLst>
            <pc:docMk/>
            <pc:sldMk cId="0" sldId="363"/>
            <ac:spMk id="2" creationId="{00000000-0000-0000-0000-000000000000}"/>
          </ac:spMkLst>
        </pc:spChg>
        <pc:spChg chg="mod">
          <ac:chgData name="MADNEETA SINGH" userId="ba487e41d220043c" providerId="LiveId" clId="{C9E100A0-AAFC-4134-9299-26B8887E983C}" dt="2022-12-24T10:51:42.326" v="356" actId="2711"/>
          <ac:spMkLst>
            <pc:docMk/>
            <pc:sldMk cId="0" sldId="363"/>
            <ac:spMk id="5" creationId="{00000000-0000-0000-0000-000000000000}"/>
          </ac:spMkLst>
        </pc:spChg>
        <pc:spChg chg="mod">
          <ac:chgData name="MADNEETA SINGH" userId="ba487e41d220043c" providerId="LiveId" clId="{C9E100A0-AAFC-4134-9299-26B8887E983C}" dt="2022-12-24T10:51:42.326" v="356" actId="2711"/>
          <ac:spMkLst>
            <pc:docMk/>
            <pc:sldMk cId="0" sldId="363"/>
            <ac:spMk id="6" creationId="{00000000-0000-0000-0000-000000000000}"/>
          </ac:spMkLst>
        </pc:spChg>
        <pc:spChg chg="mod">
          <ac:chgData name="MADNEETA SINGH" userId="ba487e41d220043c" providerId="LiveId" clId="{C9E100A0-AAFC-4134-9299-26B8887E983C}" dt="2022-12-24T10:51:42.326" v="356" actId="2711"/>
          <ac:spMkLst>
            <pc:docMk/>
            <pc:sldMk cId="0" sldId="363"/>
            <ac:spMk id="7" creationId="{00000000-0000-0000-0000-000000000000}"/>
          </ac:spMkLst>
        </pc:spChg>
        <pc:spChg chg="mod">
          <ac:chgData name="MADNEETA SINGH" userId="ba487e41d220043c" providerId="LiveId" clId="{C9E100A0-AAFC-4134-9299-26B8887E983C}" dt="2022-12-24T10:51:42.326" v="356" actId="2711"/>
          <ac:spMkLst>
            <pc:docMk/>
            <pc:sldMk cId="0" sldId="363"/>
            <ac:spMk id="8" creationId="{00000000-0000-0000-0000-000000000000}"/>
          </ac:spMkLst>
        </pc:spChg>
        <pc:spChg chg="mod">
          <ac:chgData name="MADNEETA SINGH" userId="ba487e41d220043c" providerId="LiveId" clId="{C9E100A0-AAFC-4134-9299-26B8887E983C}" dt="2022-12-24T10:51:42.326" v="356" actId="2711"/>
          <ac:spMkLst>
            <pc:docMk/>
            <pc:sldMk cId="0" sldId="363"/>
            <ac:spMk id="9" creationId="{00000000-0000-0000-0000-000000000000}"/>
          </ac:spMkLst>
        </pc:spChg>
        <pc:spChg chg="mod">
          <ac:chgData name="MADNEETA SINGH" userId="ba487e41d220043c" providerId="LiveId" clId="{C9E100A0-AAFC-4134-9299-26B8887E983C}" dt="2022-12-24T10:51:42.326" v="356" actId="2711"/>
          <ac:spMkLst>
            <pc:docMk/>
            <pc:sldMk cId="0" sldId="363"/>
            <ac:spMk id="10" creationId="{00000000-0000-0000-0000-000000000000}"/>
          </ac:spMkLst>
        </pc:spChg>
        <pc:spChg chg="mod">
          <ac:chgData name="MADNEETA SINGH" userId="ba487e41d220043c" providerId="LiveId" clId="{C9E100A0-AAFC-4134-9299-26B8887E983C}" dt="2022-12-24T10:51:42.326" v="356" actId="2711"/>
          <ac:spMkLst>
            <pc:docMk/>
            <pc:sldMk cId="0" sldId="363"/>
            <ac:spMk id="11" creationId="{00000000-0000-0000-0000-000000000000}"/>
          </ac:spMkLst>
        </pc:spChg>
        <pc:spChg chg="mod">
          <ac:chgData name="MADNEETA SINGH" userId="ba487e41d220043c" providerId="LiveId" clId="{C9E100A0-AAFC-4134-9299-26B8887E983C}" dt="2022-12-24T10:51:42.326" v="356" actId="2711"/>
          <ac:spMkLst>
            <pc:docMk/>
            <pc:sldMk cId="0" sldId="363"/>
            <ac:spMk id="12" creationId="{00000000-0000-0000-0000-000000000000}"/>
          </ac:spMkLst>
        </pc:spChg>
        <pc:spChg chg="mod">
          <ac:chgData name="MADNEETA SINGH" userId="ba487e41d220043c" providerId="LiveId" clId="{C9E100A0-AAFC-4134-9299-26B8887E983C}" dt="2022-12-24T10:51:42.326" v="356" actId="2711"/>
          <ac:spMkLst>
            <pc:docMk/>
            <pc:sldMk cId="0" sldId="363"/>
            <ac:spMk id="13" creationId="{00000000-0000-0000-0000-000000000000}"/>
          </ac:spMkLst>
        </pc:spChg>
        <pc:spChg chg="mod">
          <ac:chgData name="MADNEETA SINGH" userId="ba487e41d220043c" providerId="LiveId" clId="{C9E100A0-AAFC-4134-9299-26B8887E983C}" dt="2022-12-24T10:51:42.326" v="356" actId="2711"/>
          <ac:spMkLst>
            <pc:docMk/>
            <pc:sldMk cId="0" sldId="363"/>
            <ac:spMk id="14" creationId="{00000000-0000-0000-0000-000000000000}"/>
          </ac:spMkLst>
        </pc:spChg>
        <pc:spChg chg="mod">
          <ac:chgData name="MADNEETA SINGH" userId="ba487e41d220043c" providerId="LiveId" clId="{C9E100A0-AAFC-4134-9299-26B8887E983C}" dt="2022-12-24T10:51:42.326" v="356" actId="2711"/>
          <ac:spMkLst>
            <pc:docMk/>
            <pc:sldMk cId="0" sldId="363"/>
            <ac:spMk id="15" creationId="{00000000-0000-0000-0000-000000000000}"/>
          </ac:spMkLst>
        </pc:spChg>
      </pc:sldChg>
      <pc:sldChg chg="modSp mod">
        <pc:chgData name="MADNEETA SINGH" userId="ba487e41d220043c" providerId="LiveId" clId="{C9E100A0-AAFC-4134-9299-26B8887E983C}" dt="2022-12-24T10:52:03.078" v="359" actId="20577"/>
        <pc:sldMkLst>
          <pc:docMk/>
          <pc:sldMk cId="3919311891" sldId="364"/>
        </pc:sldMkLst>
        <pc:spChg chg="mod">
          <ac:chgData name="MADNEETA SINGH" userId="ba487e41d220043c" providerId="LiveId" clId="{C9E100A0-AAFC-4134-9299-26B8887E983C}" dt="2022-12-24T10:52:03.078" v="359" actId="20577"/>
          <ac:spMkLst>
            <pc:docMk/>
            <pc:sldMk cId="3919311891" sldId="364"/>
            <ac:spMk id="10" creationId="{00000000-0000-0000-0000-000000000000}"/>
          </ac:spMkLst>
        </pc:spChg>
      </pc:sldChg>
      <pc:sldChg chg="modSp mod">
        <pc:chgData name="MADNEETA SINGH" userId="ba487e41d220043c" providerId="LiveId" clId="{C9E100A0-AAFC-4134-9299-26B8887E983C}" dt="2022-12-24T10:43:28.380" v="273" actId="2711"/>
        <pc:sldMkLst>
          <pc:docMk/>
          <pc:sldMk cId="3919311891" sldId="365"/>
        </pc:sldMkLst>
        <pc:spChg chg="mod">
          <ac:chgData name="MADNEETA SINGH" userId="ba487e41d220043c" providerId="LiveId" clId="{C9E100A0-AAFC-4134-9299-26B8887E983C}" dt="2022-12-24T10:43:28.380" v="273" actId="2711"/>
          <ac:spMkLst>
            <pc:docMk/>
            <pc:sldMk cId="3919311891" sldId="365"/>
            <ac:spMk id="3" creationId="{00000000-0000-0000-0000-000000000000}"/>
          </ac:spMkLst>
        </pc:spChg>
        <pc:spChg chg="mod">
          <ac:chgData name="MADNEETA SINGH" userId="ba487e41d220043c" providerId="LiveId" clId="{C9E100A0-AAFC-4134-9299-26B8887E983C}" dt="2022-12-24T10:43:28.380" v="273" actId="2711"/>
          <ac:spMkLst>
            <pc:docMk/>
            <pc:sldMk cId="3919311891" sldId="365"/>
            <ac:spMk id="4" creationId="{00000000-0000-0000-0000-000000000000}"/>
          </ac:spMkLst>
        </pc:spChg>
        <pc:spChg chg="mod">
          <ac:chgData name="MADNEETA SINGH" userId="ba487e41d220043c" providerId="LiveId" clId="{C9E100A0-AAFC-4134-9299-26B8887E983C}" dt="2022-12-24T10:43:28.380" v="273" actId="2711"/>
          <ac:spMkLst>
            <pc:docMk/>
            <pc:sldMk cId="3919311891" sldId="365"/>
            <ac:spMk id="6" creationId="{00000000-0000-0000-0000-000000000000}"/>
          </ac:spMkLst>
        </pc:spChg>
        <pc:spChg chg="mod">
          <ac:chgData name="MADNEETA SINGH" userId="ba487e41d220043c" providerId="LiveId" clId="{C9E100A0-AAFC-4134-9299-26B8887E983C}" dt="2022-12-24T10:43:28.380" v="273" actId="2711"/>
          <ac:spMkLst>
            <pc:docMk/>
            <pc:sldMk cId="3919311891" sldId="365"/>
            <ac:spMk id="7" creationId="{00000000-0000-0000-0000-000000000000}"/>
          </ac:spMkLst>
        </pc:spChg>
        <pc:spChg chg="mod">
          <ac:chgData name="MADNEETA SINGH" userId="ba487e41d220043c" providerId="LiveId" clId="{C9E100A0-AAFC-4134-9299-26B8887E983C}" dt="2022-12-24T10:43:28.380" v="273" actId="2711"/>
          <ac:spMkLst>
            <pc:docMk/>
            <pc:sldMk cId="3919311891" sldId="365"/>
            <ac:spMk id="9" creationId="{00000000-0000-0000-0000-000000000000}"/>
          </ac:spMkLst>
        </pc:spChg>
      </pc:sldChg>
      <pc:sldChg chg="modSp mod">
        <pc:chgData name="MADNEETA SINGH" userId="ba487e41d220043c" providerId="LiveId" clId="{C9E100A0-AAFC-4134-9299-26B8887E983C}" dt="2022-12-24T10:47:14.870" v="313" actId="2711"/>
        <pc:sldMkLst>
          <pc:docMk/>
          <pc:sldMk cId="3919311891" sldId="367"/>
        </pc:sldMkLst>
        <pc:spChg chg="mod">
          <ac:chgData name="MADNEETA SINGH" userId="ba487e41d220043c" providerId="LiveId" clId="{C9E100A0-AAFC-4134-9299-26B8887E983C}" dt="2022-12-24T10:47:14.870" v="313" actId="2711"/>
          <ac:spMkLst>
            <pc:docMk/>
            <pc:sldMk cId="3919311891" sldId="367"/>
            <ac:spMk id="3" creationId="{00000000-0000-0000-0000-000000000000}"/>
          </ac:spMkLst>
        </pc:spChg>
        <pc:spChg chg="mod">
          <ac:chgData name="MADNEETA SINGH" userId="ba487e41d220043c" providerId="LiveId" clId="{C9E100A0-AAFC-4134-9299-26B8887E983C}" dt="2022-12-24T10:47:14.870" v="313" actId="2711"/>
          <ac:spMkLst>
            <pc:docMk/>
            <pc:sldMk cId="3919311891" sldId="367"/>
            <ac:spMk id="4" creationId="{00000000-0000-0000-0000-000000000000}"/>
          </ac:spMkLst>
        </pc:spChg>
        <pc:spChg chg="mod">
          <ac:chgData name="MADNEETA SINGH" userId="ba487e41d220043c" providerId="LiveId" clId="{C9E100A0-AAFC-4134-9299-26B8887E983C}" dt="2022-12-24T10:47:14.870" v="313" actId="2711"/>
          <ac:spMkLst>
            <pc:docMk/>
            <pc:sldMk cId="3919311891" sldId="367"/>
            <ac:spMk id="6" creationId="{00000000-0000-0000-0000-000000000000}"/>
          </ac:spMkLst>
        </pc:spChg>
        <pc:spChg chg="mod">
          <ac:chgData name="MADNEETA SINGH" userId="ba487e41d220043c" providerId="LiveId" clId="{C9E100A0-AAFC-4134-9299-26B8887E983C}" dt="2022-12-24T10:47:14.870" v="313" actId="2711"/>
          <ac:spMkLst>
            <pc:docMk/>
            <pc:sldMk cId="3919311891" sldId="367"/>
            <ac:spMk id="7" creationId="{00000000-0000-0000-0000-000000000000}"/>
          </ac:spMkLst>
        </pc:spChg>
        <pc:spChg chg="mod">
          <ac:chgData name="MADNEETA SINGH" userId="ba487e41d220043c" providerId="LiveId" clId="{C9E100A0-AAFC-4134-9299-26B8887E983C}" dt="2022-12-24T10:47:14.870" v="313" actId="2711"/>
          <ac:spMkLst>
            <pc:docMk/>
            <pc:sldMk cId="3919311891" sldId="367"/>
            <ac:spMk id="9" creationId="{00000000-0000-0000-0000-000000000000}"/>
          </ac:spMkLst>
        </pc:spChg>
      </pc:sldChg>
      <pc:sldChg chg="modSp mod">
        <pc:chgData name="MADNEETA SINGH" userId="ba487e41d220043c" providerId="LiveId" clId="{C9E100A0-AAFC-4134-9299-26B8887E983C}" dt="2022-12-24T10:51:19.675" v="350" actId="20577"/>
        <pc:sldMkLst>
          <pc:docMk/>
          <pc:sldMk cId="3919311891" sldId="369"/>
        </pc:sldMkLst>
        <pc:spChg chg="mod">
          <ac:chgData name="MADNEETA SINGH" userId="ba487e41d220043c" providerId="LiveId" clId="{C9E100A0-AAFC-4134-9299-26B8887E983C}" dt="2022-12-24T10:51:19.675" v="350" actId="20577"/>
          <ac:spMkLst>
            <pc:docMk/>
            <pc:sldMk cId="3919311891" sldId="369"/>
            <ac:spMk id="3" creationId="{00000000-0000-0000-0000-000000000000}"/>
          </ac:spMkLst>
        </pc:spChg>
      </pc:sldChg>
      <pc:sldChg chg="modSp mod">
        <pc:chgData name="MADNEETA SINGH" userId="ba487e41d220043c" providerId="LiveId" clId="{C9E100A0-AAFC-4134-9299-26B8887E983C}" dt="2022-12-24T10:52:10.098" v="360" actId="20577"/>
        <pc:sldMkLst>
          <pc:docMk/>
          <pc:sldMk cId="3919311891" sldId="370"/>
        </pc:sldMkLst>
        <pc:spChg chg="mod">
          <ac:chgData name="MADNEETA SINGH" userId="ba487e41d220043c" providerId="LiveId" clId="{C9E100A0-AAFC-4134-9299-26B8887E983C}" dt="2022-12-24T10:52:10.098" v="360" actId="20577"/>
          <ac:spMkLst>
            <pc:docMk/>
            <pc:sldMk cId="3919311891" sldId="370"/>
            <ac:spMk id="3" creationId="{00000000-0000-0000-0000-000000000000}"/>
          </ac:spMkLst>
        </pc:spChg>
      </pc:sldChg>
      <pc:sldChg chg="modSp mod">
        <pc:chgData name="MADNEETA SINGH" userId="ba487e41d220043c" providerId="LiveId" clId="{C9E100A0-AAFC-4134-9299-26B8887E983C}" dt="2022-12-24T10:30:53.553" v="43" actId="20577"/>
        <pc:sldMkLst>
          <pc:docMk/>
          <pc:sldMk cId="2271345092" sldId="372"/>
        </pc:sldMkLst>
        <pc:spChg chg="mod">
          <ac:chgData name="MADNEETA SINGH" userId="ba487e41d220043c" providerId="LiveId" clId="{C9E100A0-AAFC-4134-9299-26B8887E983C}" dt="2022-12-24T10:30:53.553" v="43" actId="20577"/>
          <ac:spMkLst>
            <pc:docMk/>
            <pc:sldMk cId="2271345092" sldId="372"/>
            <ac:spMk id="5122" creationId="{5B1A7B65-C597-49B6-A05A-EDB96458B673}"/>
          </ac:spMkLst>
        </pc:spChg>
      </pc:sldChg>
      <pc:sldChg chg="modSp mod">
        <pc:chgData name="MADNEETA SINGH" userId="ba487e41d220043c" providerId="LiveId" clId="{C9E100A0-AAFC-4134-9299-26B8887E983C}" dt="2022-12-24T10:32:34.606" v="59" actId="14100"/>
        <pc:sldMkLst>
          <pc:docMk/>
          <pc:sldMk cId="2682524112" sldId="373"/>
        </pc:sldMkLst>
        <pc:spChg chg="mod">
          <ac:chgData name="MADNEETA SINGH" userId="ba487e41d220043c" providerId="LiveId" clId="{C9E100A0-AAFC-4134-9299-26B8887E983C}" dt="2022-12-24T10:32:34.606" v="59" actId="14100"/>
          <ac:spMkLst>
            <pc:docMk/>
            <pc:sldMk cId="2682524112" sldId="373"/>
            <ac:spMk id="11" creationId="{726A2084-274C-41B1-8454-558D0521AB91}"/>
          </ac:spMkLst>
        </pc:spChg>
      </pc:sldChg>
      <pc:sldChg chg="modSp mod">
        <pc:chgData name="MADNEETA SINGH" userId="ba487e41d220043c" providerId="LiveId" clId="{C9E100A0-AAFC-4134-9299-26B8887E983C}" dt="2022-12-24T10:33:26.330" v="66" actId="255"/>
        <pc:sldMkLst>
          <pc:docMk/>
          <pc:sldMk cId="2618530383" sldId="374"/>
        </pc:sldMkLst>
        <pc:spChg chg="mod">
          <ac:chgData name="MADNEETA SINGH" userId="ba487e41d220043c" providerId="LiveId" clId="{C9E100A0-AAFC-4134-9299-26B8887E983C}" dt="2022-12-24T10:33:26.330" v="66" actId="255"/>
          <ac:spMkLst>
            <pc:docMk/>
            <pc:sldMk cId="2618530383" sldId="374"/>
            <ac:spMk id="3" creationId="{00000000-0000-0000-0000-000000000000}"/>
          </ac:spMkLst>
        </pc:spChg>
        <pc:spChg chg="mod">
          <ac:chgData name="MADNEETA SINGH" userId="ba487e41d220043c" providerId="LiveId" clId="{C9E100A0-AAFC-4134-9299-26B8887E983C}" dt="2022-12-24T10:32:46.023" v="60" actId="2711"/>
          <ac:spMkLst>
            <pc:docMk/>
            <pc:sldMk cId="2618530383" sldId="374"/>
            <ac:spMk id="4" creationId="{2708BBE5-2643-4F5D-9408-C65C8A01CF17}"/>
          </ac:spMkLst>
        </pc:spChg>
        <pc:spChg chg="mod">
          <ac:chgData name="MADNEETA SINGH" userId="ba487e41d220043c" providerId="LiveId" clId="{C9E100A0-AAFC-4134-9299-26B8887E983C}" dt="2022-12-24T10:32:46.023" v="60" actId="2711"/>
          <ac:spMkLst>
            <pc:docMk/>
            <pc:sldMk cId="2618530383" sldId="374"/>
            <ac:spMk id="6" creationId="{D6BB4067-E2E4-4311-8E0F-C9B41D37465E}"/>
          </ac:spMkLst>
        </pc:spChg>
        <pc:spChg chg="mod">
          <ac:chgData name="MADNEETA SINGH" userId="ba487e41d220043c" providerId="LiveId" clId="{C9E100A0-AAFC-4134-9299-26B8887E983C}" dt="2022-12-24T10:32:46.023" v="60" actId="2711"/>
          <ac:spMkLst>
            <pc:docMk/>
            <pc:sldMk cId="2618530383" sldId="374"/>
            <ac:spMk id="7" creationId="{EE8848A3-4949-45B2-8CCF-B3ECA21DE740}"/>
          </ac:spMkLst>
        </pc:spChg>
        <pc:spChg chg="mod">
          <ac:chgData name="MADNEETA SINGH" userId="ba487e41d220043c" providerId="LiveId" clId="{C9E100A0-AAFC-4134-9299-26B8887E983C}" dt="2022-12-24T10:32:46.023" v="60" actId="2711"/>
          <ac:spMkLst>
            <pc:docMk/>
            <pc:sldMk cId="2618530383" sldId="374"/>
            <ac:spMk id="8" creationId="{6FA00553-970E-4494-8393-F217E60B36B8}"/>
          </ac:spMkLst>
        </pc:spChg>
        <pc:spChg chg="mod">
          <ac:chgData name="MADNEETA SINGH" userId="ba487e41d220043c" providerId="LiveId" clId="{C9E100A0-AAFC-4134-9299-26B8887E983C}" dt="2022-12-24T10:32:46.023" v="60" actId="2711"/>
          <ac:spMkLst>
            <pc:docMk/>
            <pc:sldMk cId="2618530383" sldId="374"/>
            <ac:spMk id="5122" creationId="{5B1A7B65-C597-49B6-A05A-EDB96458B673}"/>
          </ac:spMkLst>
        </pc:spChg>
        <pc:picChg chg="mod">
          <ac:chgData name="MADNEETA SINGH" userId="ba487e41d220043c" providerId="LiveId" clId="{C9E100A0-AAFC-4134-9299-26B8887E983C}" dt="2022-12-24T10:32:46.023" v="60" actId="2711"/>
          <ac:picMkLst>
            <pc:docMk/>
            <pc:sldMk cId="2618530383" sldId="374"/>
            <ac:picMk id="9" creationId="{DF246A64-8781-491F-87B5-A9819E4B7880}"/>
          </ac:picMkLst>
        </pc:picChg>
        <pc:picChg chg="mod">
          <ac:chgData name="MADNEETA SINGH" userId="ba487e41d220043c" providerId="LiveId" clId="{C9E100A0-AAFC-4134-9299-26B8887E983C}" dt="2022-12-24T10:32:46.023" v="60" actId="2711"/>
          <ac:picMkLst>
            <pc:docMk/>
            <pc:sldMk cId="2618530383" sldId="374"/>
            <ac:picMk id="5126" creationId="{346322A1-7256-40E3-AFE2-4816C2A9946E}"/>
          </ac:picMkLst>
        </pc:picChg>
      </pc:sldChg>
    </pc:docChg>
  </pc:docChgLst>
  <pc:docChgLst>
    <pc:chgData name="AZEEM AHMAD KHAN" userId="S::1901330109006@niet.co.in::45479026-2366-4240-9dbb-1e18969aa17b" providerId="AD" clId="Web-{910B31A4-E168-463B-9DB3-E9078315D00E}"/>
    <pc:docChg chg="modSld">
      <pc:chgData name="AZEEM AHMAD KHAN" userId="S::1901330109006@niet.co.in::45479026-2366-4240-9dbb-1e18969aa17b" providerId="AD" clId="Web-{910B31A4-E168-463B-9DB3-E9078315D00E}" dt="2022-04-18T07:41:44.148" v="1" actId="1076"/>
      <pc:docMkLst>
        <pc:docMk/>
      </pc:docMkLst>
      <pc:sldChg chg="modSp">
        <pc:chgData name="AZEEM AHMAD KHAN" userId="S::1901330109006@niet.co.in::45479026-2366-4240-9dbb-1e18969aa17b" providerId="AD" clId="Web-{910B31A4-E168-463B-9DB3-E9078315D00E}" dt="2022-04-18T07:41:44.148" v="1" actId="1076"/>
        <pc:sldMkLst>
          <pc:docMk/>
          <pc:sldMk cId="0" sldId="371"/>
        </pc:sldMkLst>
        <pc:picChg chg="mod">
          <ac:chgData name="AZEEM AHMAD KHAN" userId="S::1901330109006@niet.co.in::45479026-2366-4240-9dbb-1e18969aa17b" providerId="AD" clId="Web-{910B31A4-E168-463B-9DB3-E9078315D00E}" dt="2022-04-18T07:41:44.148" v="1" actId="1076"/>
          <ac:picMkLst>
            <pc:docMk/>
            <pc:sldMk cId="0" sldId="371"/>
            <ac:picMk id="1026" creationId="{00000000-0000-0000-0000-000000000000}"/>
          </ac:picMkLst>
        </pc:picChg>
      </pc:sldChg>
    </pc:docChg>
  </pc:docChgLst>
  <pc:docChgLst>
    <pc:chgData name="MADNEETA SINGH" userId="ba487e41d220043c" providerId="LiveId" clId="{0D75EEEC-DD59-44B3-A785-5601BC256287}"/>
    <pc:docChg chg="undo custSel addSld delSld modSld modMainMaster">
      <pc:chgData name="MADNEETA SINGH" userId="ba487e41d220043c" providerId="LiveId" clId="{0D75EEEC-DD59-44B3-A785-5601BC256287}" dt="2024-01-08T03:00:04.628" v="47" actId="20577"/>
      <pc:docMkLst>
        <pc:docMk/>
      </pc:docMkLst>
      <pc:sldChg chg="modSp mod">
        <pc:chgData name="MADNEETA SINGH" userId="ba487e41d220043c" providerId="LiveId" clId="{0D75EEEC-DD59-44B3-A785-5601BC256287}" dt="2024-01-08T03:00:04.628" v="47" actId="20577"/>
        <pc:sldMkLst>
          <pc:docMk/>
          <pc:sldMk cId="0" sldId="257"/>
        </pc:sldMkLst>
        <pc:spChg chg="mod">
          <ac:chgData name="MADNEETA SINGH" userId="ba487e41d220043c" providerId="LiveId" clId="{0D75EEEC-DD59-44B3-A785-5601BC256287}" dt="2024-01-08T03:00:04.628" v="47" actId="20577"/>
          <ac:spMkLst>
            <pc:docMk/>
            <pc:sldMk cId="0" sldId="257"/>
            <ac:spMk id="3" creationId="{00000000-0000-0000-0000-000000000000}"/>
          </ac:spMkLst>
        </pc:spChg>
        <pc:spChg chg="mod">
          <ac:chgData name="MADNEETA SINGH" userId="ba487e41d220043c" providerId="LiveId" clId="{0D75EEEC-DD59-44B3-A785-5601BC256287}" dt="2024-01-08T02:49:49.318" v="0"/>
          <ac:spMkLst>
            <pc:docMk/>
            <pc:sldMk cId="0" sldId="257"/>
            <ac:spMk id="13" creationId="{00000000-0000-0000-0000-000000000000}"/>
          </ac:spMkLst>
        </pc:spChg>
      </pc:sldChg>
      <pc:sldChg chg="modSp">
        <pc:chgData name="MADNEETA SINGH" userId="ba487e41d220043c" providerId="LiveId" clId="{0D75EEEC-DD59-44B3-A785-5601BC256287}" dt="2024-01-08T02:49:49.318" v="0"/>
        <pc:sldMkLst>
          <pc:docMk/>
          <pc:sldMk cId="0" sldId="258"/>
        </pc:sldMkLst>
        <pc:spChg chg="mod">
          <ac:chgData name="MADNEETA SINGH" userId="ba487e41d220043c" providerId="LiveId" clId="{0D75EEEC-DD59-44B3-A785-5601BC256287}" dt="2024-01-08T02:49:49.318" v="0"/>
          <ac:spMkLst>
            <pc:docMk/>
            <pc:sldMk cId="0" sldId="258"/>
            <ac:spMk id="13" creationId="{00000000-0000-0000-0000-000000000000}"/>
          </ac:spMkLst>
        </pc:spChg>
      </pc:sldChg>
      <pc:sldChg chg="modSp">
        <pc:chgData name="MADNEETA SINGH" userId="ba487e41d220043c" providerId="LiveId" clId="{0D75EEEC-DD59-44B3-A785-5601BC256287}" dt="2024-01-08T02:49:49.318" v="0"/>
        <pc:sldMkLst>
          <pc:docMk/>
          <pc:sldMk cId="0" sldId="259"/>
        </pc:sldMkLst>
        <pc:spChg chg="mod">
          <ac:chgData name="MADNEETA SINGH" userId="ba487e41d220043c" providerId="LiveId" clId="{0D75EEEC-DD59-44B3-A785-5601BC256287}" dt="2024-01-08T02:49:49.318" v="0"/>
          <ac:spMkLst>
            <pc:docMk/>
            <pc:sldMk cId="0" sldId="259"/>
            <ac:spMk id="13" creationId="{00000000-0000-0000-0000-000000000000}"/>
          </ac:spMkLst>
        </pc:spChg>
      </pc:sldChg>
      <pc:sldChg chg="modSp">
        <pc:chgData name="MADNEETA SINGH" userId="ba487e41d220043c" providerId="LiveId" clId="{0D75EEEC-DD59-44B3-A785-5601BC256287}" dt="2024-01-08T02:50:04.723" v="1"/>
        <pc:sldMkLst>
          <pc:docMk/>
          <pc:sldMk cId="0" sldId="260"/>
        </pc:sldMkLst>
        <pc:spChg chg="mod">
          <ac:chgData name="MADNEETA SINGH" userId="ba487e41d220043c" providerId="LiveId" clId="{0D75EEEC-DD59-44B3-A785-5601BC256287}" dt="2024-01-08T02:49:49.318" v="0"/>
          <ac:spMkLst>
            <pc:docMk/>
            <pc:sldMk cId="0" sldId="260"/>
            <ac:spMk id="10" creationId="{00000000-0000-0000-0000-000000000000}"/>
          </ac:spMkLst>
        </pc:spChg>
        <pc:graphicFrameChg chg="mod">
          <ac:chgData name="MADNEETA SINGH" userId="ba487e41d220043c" providerId="LiveId" clId="{0D75EEEC-DD59-44B3-A785-5601BC256287}" dt="2024-01-08T02:50:04.723" v="1"/>
          <ac:graphicFrameMkLst>
            <pc:docMk/>
            <pc:sldMk cId="0" sldId="260"/>
            <ac:graphicFrameMk id="9" creationId="{00000000-0000-0000-0000-000000000000}"/>
          </ac:graphicFrameMkLst>
        </pc:graphicFrameChg>
      </pc:sldChg>
      <pc:sldChg chg="modSp">
        <pc:chgData name="MADNEETA SINGH" userId="ba487e41d220043c" providerId="LiveId" clId="{0D75EEEC-DD59-44B3-A785-5601BC256287}" dt="2024-01-08T02:50:04.723" v="1"/>
        <pc:sldMkLst>
          <pc:docMk/>
          <pc:sldMk cId="0" sldId="261"/>
        </pc:sldMkLst>
        <pc:spChg chg="mod">
          <ac:chgData name="MADNEETA SINGH" userId="ba487e41d220043c" providerId="LiveId" clId="{0D75EEEC-DD59-44B3-A785-5601BC256287}" dt="2024-01-08T02:49:49.318" v="0"/>
          <ac:spMkLst>
            <pc:docMk/>
            <pc:sldMk cId="0" sldId="261"/>
            <ac:spMk id="10" creationId="{00000000-0000-0000-0000-000000000000}"/>
          </ac:spMkLst>
        </pc:spChg>
        <pc:graphicFrameChg chg="mod">
          <ac:chgData name="MADNEETA SINGH" userId="ba487e41d220043c" providerId="LiveId" clId="{0D75EEEC-DD59-44B3-A785-5601BC256287}" dt="2024-01-08T02:50:04.723" v="1"/>
          <ac:graphicFrameMkLst>
            <pc:docMk/>
            <pc:sldMk cId="0" sldId="261"/>
            <ac:graphicFrameMk id="9" creationId="{00000000-0000-0000-0000-000000000000}"/>
          </ac:graphicFrameMkLst>
        </pc:graphicFrameChg>
      </pc:sldChg>
      <pc:sldChg chg="modSp">
        <pc:chgData name="MADNEETA SINGH" userId="ba487e41d220043c" providerId="LiveId" clId="{0D75EEEC-DD59-44B3-A785-5601BC256287}" dt="2024-01-08T02:50:04.723" v="1"/>
        <pc:sldMkLst>
          <pc:docMk/>
          <pc:sldMk cId="0" sldId="262"/>
        </pc:sldMkLst>
        <pc:spChg chg="mod">
          <ac:chgData name="MADNEETA SINGH" userId="ba487e41d220043c" providerId="LiveId" clId="{0D75EEEC-DD59-44B3-A785-5601BC256287}" dt="2024-01-08T02:49:49.318" v="0"/>
          <ac:spMkLst>
            <pc:docMk/>
            <pc:sldMk cId="0" sldId="262"/>
            <ac:spMk id="5" creationId="{00000000-0000-0000-0000-000000000000}"/>
          </ac:spMkLst>
        </pc:spChg>
        <pc:graphicFrameChg chg="mod">
          <ac:chgData name="MADNEETA SINGH" userId="ba487e41d220043c" providerId="LiveId" clId="{0D75EEEC-DD59-44B3-A785-5601BC256287}" dt="2024-01-08T02:50:04.723" v="1"/>
          <ac:graphicFrameMkLst>
            <pc:docMk/>
            <pc:sldMk cId="0" sldId="262"/>
            <ac:graphicFrameMk id="12" creationId="{00000000-0000-0000-0000-000000000000}"/>
          </ac:graphicFrameMkLst>
        </pc:graphicFrameChg>
      </pc:sldChg>
      <pc:sldChg chg="modSp">
        <pc:chgData name="MADNEETA SINGH" userId="ba487e41d220043c" providerId="LiveId" clId="{0D75EEEC-DD59-44B3-A785-5601BC256287}" dt="2024-01-08T02:49:49.318" v="0"/>
        <pc:sldMkLst>
          <pc:docMk/>
          <pc:sldMk cId="4192245201" sldId="263"/>
        </pc:sldMkLst>
        <pc:spChg chg="mod">
          <ac:chgData name="MADNEETA SINGH" userId="ba487e41d220043c" providerId="LiveId" clId="{0D75EEEC-DD59-44B3-A785-5601BC256287}" dt="2024-01-08T02:49:49.318" v="0"/>
          <ac:spMkLst>
            <pc:docMk/>
            <pc:sldMk cId="4192245201" sldId="263"/>
            <ac:spMk id="12" creationId="{00000000-0000-0000-0000-000000000000}"/>
          </ac:spMkLst>
        </pc:spChg>
      </pc:sldChg>
      <pc:sldChg chg="modSp">
        <pc:chgData name="MADNEETA SINGH" userId="ba487e41d220043c" providerId="LiveId" clId="{0D75EEEC-DD59-44B3-A785-5601BC256287}" dt="2024-01-08T02:49:49.318" v="0"/>
        <pc:sldMkLst>
          <pc:docMk/>
          <pc:sldMk cId="3919311891" sldId="264"/>
        </pc:sldMkLst>
        <pc:spChg chg="mod">
          <ac:chgData name="MADNEETA SINGH" userId="ba487e41d220043c" providerId="LiveId" clId="{0D75EEEC-DD59-44B3-A785-5601BC256287}" dt="2024-01-08T02:49:49.318" v="0"/>
          <ac:spMkLst>
            <pc:docMk/>
            <pc:sldMk cId="3919311891" sldId="264"/>
            <ac:spMk id="9" creationId="{00000000-0000-0000-0000-000000000000}"/>
          </ac:spMkLst>
        </pc:spChg>
      </pc:sldChg>
      <pc:sldChg chg="modSp">
        <pc:chgData name="MADNEETA SINGH" userId="ba487e41d220043c" providerId="LiveId" clId="{0D75EEEC-DD59-44B3-A785-5601BC256287}" dt="2024-01-08T02:49:49.318" v="0"/>
        <pc:sldMkLst>
          <pc:docMk/>
          <pc:sldMk cId="3919311891" sldId="266"/>
        </pc:sldMkLst>
        <pc:spChg chg="mod">
          <ac:chgData name="MADNEETA SINGH" userId="ba487e41d220043c" providerId="LiveId" clId="{0D75EEEC-DD59-44B3-A785-5601BC256287}" dt="2024-01-08T02:49:49.318" v="0"/>
          <ac:spMkLst>
            <pc:docMk/>
            <pc:sldMk cId="3919311891" sldId="266"/>
            <ac:spMk id="9" creationId="{00000000-0000-0000-0000-000000000000}"/>
          </ac:spMkLst>
        </pc:spChg>
      </pc:sldChg>
      <pc:sldChg chg="modSp">
        <pc:chgData name="MADNEETA SINGH" userId="ba487e41d220043c" providerId="LiveId" clId="{0D75EEEC-DD59-44B3-A785-5601BC256287}" dt="2024-01-08T02:49:49.318" v="0"/>
        <pc:sldMkLst>
          <pc:docMk/>
          <pc:sldMk cId="3919311891" sldId="267"/>
        </pc:sldMkLst>
        <pc:spChg chg="mod">
          <ac:chgData name="MADNEETA SINGH" userId="ba487e41d220043c" providerId="LiveId" clId="{0D75EEEC-DD59-44B3-A785-5601BC256287}" dt="2024-01-08T02:49:49.318" v="0"/>
          <ac:spMkLst>
            <pc:docMk/>
            <pc:sldMk cId="3919311891" sldId="267"/>
            <ac:spMk id="9" creationId="{00000000-0000-0000-0000-000000000000}"/>
          </ac:spMkLst>
        </pc:spChg>
      </pc:sldChg>
      <pc:sldChg chg="modSp">
        <pc:chgData name="MADNEETA SINGH" userId="ba487e41d220043c" providerId="LiveId" clId="{0D75EEEC-DD59-44B3-A785-5601BC256287}" dt="2024-01-08T02:49:49.318" v="0"/>
        <pc:sldMkLst>
          <pc:docMk/>
          <pc:sldMk cId="3919311891" sldId="268"/>
        </pc:sldMkLst>
        <pc:spChg chg="mod">
          <ac:chgData name="MADNEETA SINGH" userId="ba487e41d220043c" providerId="LiveId" clId="{0D75EEEC-DD59-44B3-A785-5601BC256287}" dt="2024-01-08T02:49:49.318" v="0"/>
          <ac:spMkLst>
            <pc:docMk/>
            <pc:sldMk cId="3919311891" sldId="268"/>
            <ac:spMk id="9" creationId="{00000000-0000-0000-0000-000000000000}"/>
          </ac:spMkLst>
        </pc:spChg>
      </pc:sldChg>
      <pc:sldChg chg="modSp">
        <pc:chgData name="MADNEETA SINGH" userId="ba487e41d220043c" providerId="LiveId" clId="{0D75EEEC-DD59-44B3-A785-5601BC256287}" dt="2024-01-08T02:49:49.318" v="0"/>
        <pc:sldMkLst>
          <pc:docMk/>
          <pc:sldMk cId="3919311891" sldId="270"/>
        </pc:sldMkLst>
        <pc:spChg chg="mod">
          <ac:chgData name="MADNEETA SINGH" userId="ba487e41d220043c" providerId="LiveId" clId="{0D75EEEC-DD59-44B3-A785-5601BC256287}" dt="2024-01-08T02:49:49.318" v="0"/>
          <ac:spMkLst>
            <pc:docMk/>
            <pc:sldMk cId="3919311891" sldId="270"/>
            <ac:spMk id="9" creationId="{00000000-0000-0000-0000-000000000000}"/>
          </ac:spMkLst>
        </pc:spChg>
      </pc:sldChg>
      <pc:sldChg chg="modSp">
        <pc:chgData name="MADNEETA SINGH" userId="ba487e41d220043c" providerId="LiveId" clId="{0D75EEEC-DD59-44B3-A785-5601BC256287}" dt="2024-01-08T02:49:49.318" v="0"/>
        <pc:sldMkLst>
          <pc:docMk/>
          <pc:sldMk cId="3919311891" sldId="271"/>
        </pc:sldMkLst>
        <pc:spChg chg="mod">
          <ac:chgData name="MADNEETA SINGH" userId="ba487e41d220043c" providerId="LiveId" clId="{0D75EEEC-DD59-44B3-A785-5601BC256287}" dt="2024-01-08T02:49:49.318" v="0"/>
          <ac:spMkLst>
            <pc:docMk/>
            <pc:sldMk cId="3919311891" sldId="271"/>
            <ac:spMk id="9" creationId="{00000000-0000-0000-0000-000000000000}"/>
          </ac:spMkLst>
        </pc:spChg>
      </pc:sldChg>
      <pc:sldChg chg="modSp">
        <pc:chgData name="MADNEETA SINGH" userId="ba487e41d220043c" providerId="LiveId" clId="{0D75EEEC-DD59-44B3-A785-5601BC256287}" dt="2024-01-08T02:49:49.318" v="0"/>
        <pc:sldMkLst>
          <pc:docMk/>
          <pc:sldMk cId="3919311891" sldId="272"/>
        </pc:sldMkLst>
        <pc:spChg chg="mod">
          <ac:chgData name="MADNEETA SINGH" userId="ba487e41d220043c" providerId="LiveId" clId="{0D75EEEC-DD59-44B3-A785-5601BC256287}" dt="2024-01-08T02:49:49.318" v="0"/>
          <ac:spMkLst>
            <pc:docMk/>
            <pc:sldMk cId="3919311891" sldId="272"/>
            <ac:spMk id="9" creationId="{00000000-0000-0000-0000-000000000000}"/>
          </ac:spMkLst>
        </pc:spChg>
      </pc:sldChg>
      <pc:sldChg chg="modSp">
        <pc:chgData name="MADNEETA SINGH" userId="ba487e41d220043c" providerId="LiveId" clId="{0D75EEEC-DD59-44B3-A785-5601BC256287}" dt="2024-01-08T02:49:49.318" v="0"/>
        <pc:sldMkLst>
          <pc:docMk/>
          <pc:sldMk cId="3919311891" sldId="273"/>
        </pc:sldMkLst>
        <pc:spChg chg="mod">
          <ac:chgData name="MADNEETA SINGH" userId="ba487e41d220043c" providerId="LiveId" clId="{0D75EEEC-DD59-44B3-A785-5601BC256287}" dt="2024-01-08T02:49:49.318" v="0"/>
          <ac:spMkLst>
            <pc:docMk/>
            <pc:sldMk cId="3919311891" sldId="273"/>
            <ac:spMk id="9" creationId="{00000000-0000-0000-0000-000000000000}"/>
          </ac:spMkLst>
        </pc:spChg>
      </pc:sldChg>
      <pc:sldChg chg="modSp">
        <pc:chgData name="MADNEETA SINGH" userId="ba487e41d220043c" providerId="LiveId" clId="{0D75EEEC-DD59-44B3-A785-5601BC256287}" dt="2024-01-08T02:49:49.318" v="0"/>
        <pc:sldMkLst>
          <pc:docMk/>
          <pc:sldMk cId="3919311891" sldId="287"/>
        </pc:sldMkLst>
        <pc:spChg chg="mod">
          <ac:chgData name="MADNEETA SINGH" userId="ba487e41d220043c" providerId="LiveId" clId="{0D75EEEC-DD59-44B3-A785-5601BC256287}" dt="2024-01-08T02:49:49.318" v="0"/>
          <ac:spMkLst>
            <pc:docMk/>
            <pc:sldMk cId="3919311891" sldId="287"/>
            <ac:spMk id="9" creationId="{00000000-0000-0000-0000-000000000000}"/>
          </ac:spMkLst>
        </pc:spChg>
      </pc:sldChg>
      <pc:sldChg chg="modSp">
        <pc:chgData name="MADNEETA SINGH" userId="ba487e41d220043c" providerId="LiveId" clId="{0D75EEEC-DD59-44B3-A785-5601BC256287}" dt="2024-01-08T02:49:49.318" v="0"/>
        <pc:sldMkLst>
          <pc:docMk/>
          <pc:sldMk cId="3919311891" sldId="288"/>
        </pc:sldMkLst>
        <pc:spChg chg="mod">
          <ac:chgData name="MADNEETA SINGH" userId="ba487e41d220043c" providerId="LiveId" clId="{0D75EEEC-DD59-44B3-A785-5601BC256287}" dt="2024-01-08T02:49:49.318" v="0"/>
          <ac:spMkLst>
            <pc:docMk/>
            <pc:sldMk cId="3919311891" sldId="288"/>
            <ac:spMk id="9" creationId="{00000000-0000-0000-0000-000000000000}"/>
          </ac:spMkLst>
        </pc:spChg>
      </pc:sldChg>
      <pc:sldChg chg="modSp">
        <pc:chgData name="MADNEETA SINGH" userId="ba487e41d220043c" providerId="LiveId" clId="{0D75EEEC-DD59-44B3-A785-5601BC256287}" dt="2024-01-08T02:49:49.318" v="0"/>
        <pc:sldMkLst>
          <pc:docMk/>
          <pc:sldMk cId="3919311891" sldId="289"/>
        </pc:sldMkLst>
        <pc:spChg chg="mod">
          <ac:chgData name="MADNEETA SINGH" userId="ba487e41d220043c" providerId="LiveId" clId="{0D75EEEC-DD59-44B3-A785-5601BC256287}" dt="2024-01-08T02:49:49.318" v="0"/>
          <ac:spMkLst>
            <pc:docMk/>
            <pc:sldMk cId="3919311891" sldId="289"/>
            <ac:spMk id="9" creationId="{00000000-0000-0000-0000-000000000000}"/>
          </ac:spMkLst>
        </pc:spChg>
      </pc:sldChg>
      <pc:sldChg chg="modSp">
        <pc:chgData name="MADNEETA SINGH" userId="ba487e41d220043c" providerId="LiveId" clId="{0D75EEEC-DD59-44B3-A785-5601BC256287}" dt="2024-01-08T02:49:49.318" v="0"/>
        <pc:sldMkLst>
          <pc:docMk/>
          <pc:sldMk cId="3919311891" sldId="290"/>
        </pc:sldMkLst>
        <pc:spChg chg="mod">
          <ac:chgData name="MADNEETA SINGH" userId="ba487e41d220043c" providerId="LiveId" clId="{0D75EEEC-DD59-44B3-A785-5601BC256287}" dt="2024-01-08T02:49:49.318" v="0"/>
          <ac:spMkLst>
            <pc:docMk/>
            <pc:sldMk cId="3919311891" sldId="290"/>
            <ac:spMk id="9" creationId="{00000000-0000-0000-0000-000000000000}"/>
          </ac:spMkLst>
        </pc:spChg>
      </pc:sldChg>
      <pc:sldChg chg="modSp">
        <pc:chgData name="MADNEETA SINGH" userId="ba487e41d220043c" providerId="LiveId" clId="{0D75EEEC-DD59-44B3-A785-5601BC256287}" dt="2024-01-08T02:49:49.318" v="0"/>
        <pc:sldMkLst>
          <pc:docMk/>
          <pc:sldMk cId="3919311891" sldId="291"/>
        </pc:sldMkLst>
        <pc:spChg chg="mod">
          <ac:chgData name="MADNEETA SINGH" userId="ba487e41d220043c" providerId="LiveId" clId="{0D75EEEC-DD59-44B3-A785-5601BC256287}" dt="2024-01-08T02:49:49.318" v="0"/>
          <ac:spMkLst>
            <pc:docMk/>
            <pc:sldMk cId="3919311891" sldId="291"/>
            <ac:spMk id="9" creationId="{00000000-0000-0000-0000-000000000000}"/>
          </ac:spMkLst>
        </pc:spChg>
      </pc:sldChg>
      <pc:sldChg chg="modSp">
        <pc:chgData name="MADNEETA SINGH" userId="ba487e41d220043c" providerId="LiveId" clId="{0D75EEEC-DD59-44B3-A785-5601BC256287}" dt="2024-01-08T02:49:49.318" v="0"/>
        <pc:sldMkLst>
          <pc:docMk/>
          <pc:sldMk cId="3919311891" sldId="292"/>
        </pc:sldMkLst>
        <pc:spChg chg="mod">
          <ac:chgData name="MADNEETA SINGH" userId="ba487e41d220043c" providerId="LiveId" clId="{0D75EEEC-DD59-44B3-A785-5601BC256287}" dt="2024-01-08T02:49:49.318" v="0"/>
          <ac:spMkLst>
            <pc:docMk/>
            <pc:sldMk cId="3919311891" sldId="292"/>
            <ac:spMk id="9" creationId="{00000000-0000-0000-0000-000000000000}"/>
          </ac:spMkLst>
        </pc:spChg>
      </pc:sldChg>
      <pc:sldChg chg="modSp">
        <pc:chgData name="MADNEETA SINGH" userId="ba487e41d220043c" providerId="LiveId" clId="{0D75EEEC-DD59-44B3-A785-5601BC256287}" dt="2024-01-08T02:49:49.318" v="0"/>
        <pc:sldMkLst>
          <pc:docMk/>
          <pc:sldMk cId="3919311891" sldId="293"/>
        </pc:sldMkLst>
        <pc:spChg chg="mod">
          <ac:chgData name="MADNEETA SINGH" userId="ba487e41d220043c" providerId="LiveId" clId="{0D75EEEC-DD59-44B3-A785-5601BC256287}" dt="2024-01-08T02:49:49.318" v="0"/>
          <ac:spMkLst>
            <pc:docMk/>
            <pc:sldMk cId="3919311891" sldId="293"/>
            <ac:spMk id="9" creationId="{00000000-0000-0000-0000-000000000000}"/>
          </ac:spMkLst>
        </pc:spChg>
      </pc:sldChg>
      <pc:sldChg chg="modSp">
        <pc:chgData name="MADNEETA SINGH" userId="ba487e41d220043c" providerId="LiveId" clId="{0D75EEEC-DD59-44B3-A785-5601BC256287}" dt="2024-01-08T02:49:49.318" v="0"/>
        <pc:sldMkLst>
          <pc:docMk/>
          <pc:sldMk cId="3919311891" sldId="294"/>
        </pc:sldMkLst>
        <pc:spChg chg="mod">
          <ac:chgData name="MADNEETA SINGH" userId="ba487e41d220043c" providerId="LiveId" clId="{0D75EEEC-DD59-44B3-A785-5601BC256287}" dt="2024-01-08T02:49:49.318" v="0"/>
          <ac:spMkLst>
            <pc:docMk/>
            <pc:sldMk cId="3919311891" sldId="294"/>
            <ac:spMk id="9" creationId="{00000000-0000-0000-0000-000000000000}"/>
          </ac:spMkLst>
        </pc:spChg>
      </pc:sldChg>
      <pc:sldChg chg="modSp">
        <pc:chgData name="MADNEETA SINGH" userId="ba487e41d220043c" providerId="LiveId" clId="{0D75EEEC-DD59-44B3-A785-5601BC256287}" dt="2024-01-08T02:49:49.318" v="0"/>
        <pc:sldMkLst>
          <pc:docMk/>
          <pc:sldMk cId="3919311891" sldId="295"/>
        </pc:sldMkLst>
        <pc:spChg chg="mod">
          <ac:chgData name="MADNEETA SINGH" userId="ba487e41d220043c" providerId="LiveId" clId="{0D75EEEC-DD59-44B3-A785-5601BC256287}" dt="2024-01-08T02:49:49.318" v="0"/>
          <ac:spMkLst>
            <pc:docMk/>
            <pc:sldMk cId="3919311891" sldId="295"/>
            <ac:spMk id="9" creationId="{00000000-0000-0000-0000-000000000000}"/>
          </ac:spMkLst>
        </pc:spChg>
      </pc:sldChg>
      <pc:sldChg chg="modSp">
        <pc:chgData name="MADNEETA SINGH" userId="ba487e41d220043c" providerId="LiveId" clId="{0D75EEEC-DD59-44B3-A785-5601BC256287}" dt="2024-01-08T02:49:49.318" v="0"/>
        <pc:sldMkLst>
          <pc:docMk/>
          <pc:sldMk cId="3919311891" sldId="296"/>
        </pc:sldMkLst>
        <pc:spChg chg="mod">
          <ac:chgData name="MADNEETA SINGH" userId="ba487e41d220043c" providerId="LiveId" clId="{0D75EEEC-DD59-44B3-A785-5601BC256287}" dt="2024-01-08T02:49:49.318" v="0"/>
          <ac:spMkLst>
            <pc:docMk/>
            <pc:sldMk cId="3919311891" sldId="296"/>
            <ac:spMk id="9" creationId="{00000000-0000-0000-0000-000000000000}"/>
          </ac:spMkLst>
        </pc:spChg>
      </pc:sldChg>
      <pc:sldChg chg="modSp">
        <pc:chgData name="MADNEETA SINGH" userId="ba487e41d220043c" providerId="LiveId" clId="{0D75EEEC-DD59-44B3-A785-5601BC256287}" dt="2024-01-08T02:49:49.318" v="0"/>
        <pc:sldMkLst>
          <pc:docMk/>
          <pc:sldMk cId="3919311891" sldId="297"/>
        </pc:sldMkLst>
        <pc:spChg chg="mod">
          <ac:chgData name="MADNEETA SINGH" userId="ba487e41d220043c" providerId="LiveId" clId="{0D75EEEC-DD59-44B3-A785-5601BC256287}" dt="2024-01-08T02:49:49.318" v="0"/>
          <ac:spMkLst>
            <pc:docMk/>
            <pc:sldMk cId="3919311891" sldId="297"/>
            <ac:spMk id="9" creationId="{00000000-0000-0000-0000-000000000000}"/>
          </ac:spMkLst>
        </pc:spChg>
      </pc:sldChg>
      <pc:sldChg chg="modSp">
        <pc:chgData name="MADNEETA SINGH" userId="ba487e41d220043c" providerId="LiveId" clId="{0D75EEEC-DD59-44B3-A785-5601BC256287}" dt="2024-01-08T02:49:49.318" v="0"/>
        <pc:sldMkLst>
          <pc:docMk/>
          <pc:sldMk cId="3919311891" sldId="298"/>
        </pc:sldMkLst>
        <pc:spChg chg="mod">
          <ac:chgData name="MADNEETA SINGH" userId="ba487e41d220043c" providerId="LiveId" clId="{0D75EEEC-DD59-44B3-A785-5601BC256287}" dt="2024-01-08T02:49:49.318" v="0"/>
          <ac:spMkLst>
            <pc:docMk/>
            <pc:sldMk cId="3919311891" sldId="298"/>
            <ac:spMk id="9" creationId="{00000000-0000-0000-0000-000000000000}"/>
          </ac:spMkLst>
        </pc:spChg>
      </pc:sldChg>
      <pc:sldChg chg="modSp">
        <pc:chgData name="MADNEETA SINGH" userId="ba487e41d220043c" providerId="LiveId" clId="{0D75EEEC-DD59-44B3-A785-5601BC256287}" dt="2024-01-08T02:49:49.318" v="0"/>
        <pc:sldMkLst>
          <pc:docMk/>
          <pc:sldMk cId="3919311891" sldId="299"/>
        </pc:sldMkLst>
        <pc:spChg chg="mod">
          <ac:chgData name="MADNEETA SINGH" userId="ba487e41d220043c" providerId="LiveId" clId="{0D75EEEC-DD59-44B3-A785-5601BC256287}" dt="2024-01-08T02:49:49.318" v="0"/>
          <ac:spMkLst>
            <pc:docMk/>
            <pc:sldMk cId="3919311891" sldId="299"/>
            <ac:spMk id="9" creationId="{00000000-0000-0000-0000-000000000000}"/>
          </ac:spMkLst>
        </pc:spChg>
      </pc:sldChg>
      <pc:sldChg chg="modSp">
        <pc:chgData name="MADNEETA SINGH" userId="ba487e41d220043c" providerId="LiveId" clId="{0D75EEEC-DD59-44B3-A785-5601BC256287}" dt="2024-01-08T02:49:49.318" v="0"/>
        <pc:sldMkLst>
          <pc:docMk/>
          <pc:sldMk cId="4102396168" sldId="302"/>
        </pc:sldMkLst>
        <pc:spChg chg="mod">
          <ac:chgData name="MADNEETA SINGH" userId="ba487e41d220043c" providerId="LiveId" clId="{0D75EEEC-DD59-44B3-A785-5601BC256287}" dt="2024-01-08T02:49:49.318" v="0"/>
          <ac:spMkLst>
            <pc:docMk/>
            <pc:sldMk cId="4102396168" sldId="302"/>
            <ac:spMk id="10" creationId="{00000000-0000-0000-0000-000000000000}"/>
          </ac:spMkLst>
        </pc:spChg>
      </pc:sldChg>
      <pc:sldChg chg="modSp">
        <pc:chgData name="MADNEETA SINGH" userId="ba487e41d220043c" providerId="LiveId" clId="{0D75EEEC-DD59-44B3-A785-5601BC256287}" dt="2024-01-08T02:49:49.318" v="0"/>
        <pc:sldMkLst>
          <pc:docMk/>
          <pc:sldMk cId="3919311891" sldId="304"/>
        </pc:sldMkLst>
        <pc:spChg chg="mod">
          <ac:chgData name="MADNEETA SINGH" userId="ba487e41d220043c" providerId="LiveId" clId="{0D75EEEC-DD59-44B3-A785-5601BC256287}" dt="2024-01-08T02:49:49.318" v="0"/>
          <ac:spMkLst>
            <pc:docMk/>
            <pc:sldMk cId="3919311891" sldId="304"/>
            <ac:spMk id="9" creationId="{00000000-0000-0000-0000-000000000000}"/>
          </ac:spMkLst>
        </pc:spChg>
      </pc:sldChg>
      <pc:sldChg chg="modSp">
        <pc:chgData name="MADNEETA SINGH" userId="ba487e41d220043c" providerId="LiveId" clId="{0D75EEEC-DD59-44B3-A785-5601BC256287}" dt="2024-01-08T02:49:49.318" v="0"/>
        <pc:sldMkLst>
          <pc:docMk/>
          <pc:sldMk cId="3919311891" sldId="307"/>
        </pc:sldMkLst>
        <pc:spChg chg="mod">
          <ac:chgData name="MADNEETA SINGH" userId="ba487e41d220043c" providerId="LiveId" clId="{0D75EEEC-DD59-44B3-A785-5601BC256287}" dt="2024-01-08T02:49:49.318" v="0"/>
          <ac:spMkLst>
            <pc:docMk/>
            <pc:sldMk cId="3919311891" sldId="307"/>
            <ac:spMk id="9" creationId="{00000000-0000-0000-0000-000000000000}"/>
          </ac:spMkLst>
        </pc:spChg>
      </pc:sldChg>
      <pc:sldChg chg="modSp">
        <pc:chgData name="MADNEETA SINGH" userId="ba487e41d220043c" providerId="LiveId" clId="{0D75EEEC-DD59-44B3-A785-5601BC256287}" dt="2024-01-08T02:49:49.318" v="0"/>
        <pc:sldMkLst>
          <pc:docMk/>
          <pc:sldMk cId="3919311891" sldId="308"/>
        </pc:sldMkLst>
        <pc:spChg chg="mod">
          <ac:chgData name="MADNEETA SINGH" userId="ba487e41d220043c" providerId="LiveId" clId="{0D75EEEC-DD59-44B3-A785-5601BC256287}" dt="2024-01-08T02:49:49.318" v="0"/>
          <ac:spMkLst>
            <pc:docMk/>
            <pc:sldMk cId="3919311891" sldId="308"/>
            <ac:spMk id="9" creationId="{00000000-0000-0000-0000-000000000000}"/>
          </ac:spMkLst>
        </pc:spChg>
      </pc:sldChg>
      <pc:sldChg chg="modSp">
        <pc:chgData name="MADNEETA SINGH" userId="ba487e41d220043c" providerId="LiveId" clId="{0D75EEEC-DD59-44B3-A785-5601BC256287}" dt="2024-01-08T02:49:49.318" v="0"/>
        <pc:sldMkLst>
          <pc:docMk/>
          <pc:sldMk cId="3919311891" sldId="310"/>
        </pc:sldMkLst>
        <pc:spChg chg="mod">
          <ac:chgData name="MADNEETA SINGH" userId="ba487e41d220043c" providerId="LiveId" clId="{0D75EEEC-DD59-44B3-A785-5601BC256287}" dt="2024-01-08T02:49:49.318" v="0"/>
          <ac:spMkLst>
            <pc:docMk/>
            <pc:sldMk cId="3919311891" sldId="310"/>
            <ac:spMk id="9" creationId="{00000000-0000-0000-0000-000000000000}"/>
          </ac:spMkLst>
        </pc:spChg>
      </pc:sldChg>
      <pc:sldChg chg="modSp">
        <pc:chgData name="MADNEETA SINGH" userId="ba487e41d220043c" providerId="LiveId" clId="{0D75EEEC-DD59-44B3-A785-5601BC256287}" dt="2024-01-08T02:49:49.318" v="0"/>
        <pc:sldMkLst>
          <pc:docMk/>
          <pc:sldMk cId="3919311891" sldId="311"/>
        </pc:sldMkLst>
        <pc:spChg chg="mod">
          <ac:chgData name="MADNEETA SINGH" userId="ba487e41d220043c" providerId="LiveId" clId="{0D75EEEC-DD59-44B3-A785-5601BC256287}" dt="2024-01-08T02:49:49.318" v="0"/>
          <ac:spMkLst>
            <pc:docMk/>
            <pc:sldMk cId="3919311891" sldId="311"/>
            <ac:spMk id="9" creationId="{00000000-0000-0000-0000-000000000000}"/>
          </ac:spMkLst>
        </pc:spChg>
      </pc:sldChg>
      <pc:sldChg chg="modSp">
        <pc:chgData name="MADNEETA SINGH" userId="ba487e41d220043c" providerId="LiveId" clId="{0D75EEEC-DD59-44B3-A785-5601BC256287}" dt="2024-01-08T02:49:49.318" v="0"/>
        <pc:sldMkLst>
          <pc:docMk/>
          <pc:sldMk cId="3919311891" sldId="312"/>
        </pc:sldMkLst>
        <pc:spChg chg="mod">
          <ac:chgData name="MADNEETA SINGH" userId="ba487e41d220043c" providerId="LiveId" clId="{0D75EEEC-DD59-44B3-A785-5601BC256287}" dt="2024-01-08T02:49:49.318" v="0"/>
          <ac:spMkLst>
            <pc:docMk/>
            <pc:sldMk cId="3919311891" sldId="312"/>
            <ac:spMk id="9" creationId="{00000000-0000-0000-0000-000000000000}"/>
          </ac:spMkLst>
        </pc:spChg>
      </pc:sldChg>
      <pc:sldChg chg="modSp">
        <pc:chgData name="MADNEETA SINGH" userId="ba487e41d220043c" providerId="LiveId" clId="{0D75EEEC-DD59-44B3-A785-5601BC256287}" dt="2024-01-08T02:49:49.318" v="0"/>
        <pc:sldMkLst>
          <pc:docMk/>
          <pc:sldMk cId="3919311891" sldId="313"/>
        </pc:sldMkLst>
        <pc:spChg chg="mod">
          <ac:chgData name="MADNEETA SINGH" userId="ba487e41d220043c" providerId="LiveId" clId="{0D75EEEC-DD59-44B3-A785-5601BC256287}" dt="2024-01-08T02:49:49.318" v="0"/>
          <ac:spMkLst>
            <pc:docMk/>
            <pc:sldMk cId="3919311891" sldId="313"/>
            <ac:spMk id="9" creationId="{00000000-0000-0000-0000-000000000000}"/>
          </ac:spMkLst>
        </pc:spChg>
      </pc:sldChg>
      <pc:sldChg chg="modSp">
        <pc:chgData name="MADNEETA SINGH" userId="ba487e41d220043c" providerId="LiveId" clId="{0D75EEEC-DD59-44B3-A785-5601BC256287}" dt="2024-01-08T02:49:49.318" v="0"/>
        <pc:sldMkLst>
          <pc:docMk/>
          <pc:sldMk cId="3919311891" sldId="314"/>
        </pc:sldMkLst>
        <pc:spChg chg="mod">
          <ac:chgData name="MADNEETA SINGH" userId="ba487e41d220043c" providerId="LiveId" clId="{0D75EEEC-DD59-44B3-A785-5601BC256287}" dt="2024-01-08T02:49:49.318" v="0"/>
          <ac:spMkLst>
            <pc:docMk/>
            <pc:sldMk cId="3919311891" sldId="314"/>
            <ac:spMk id="9" creationId="{00000000-0000-0000-0000-000000000000}"/>
          </ac:spMkLst>
        </pc:spChg>
      </pc:sldChg>
      <pc:sldChg chg="modSp">
        <pc:chgData name="MADNEETA SINGH" userId="ba487e41d220043c" providerId="LiveId" clId="{0D75EEEC-DD59-44B3-A785-5601BC256287}" dt="2024-01-08T02:49:49.318" v="0"/>
        <pc:sldMkLst>
          <pc:docMk/>
          <pc:sldMk cId="3919311891" sldId="315"/>
        </pc:sldMkLst>
        <pc:spChg chg="mod">
          <ac:chgData name="MADNEETA SINGH" userId="ba487e41d220043c" providerId="LiveId" clId="{0D75EEEC-DD59-44B3-A785-5601BC256287}" dt="2024-01-08T02:49:49.318" v="0"/>
          <ac:spMkLst>
            <pc:docMk/>
            <pc:sldMk cId="3919311891" sldId="315"/>
            <ac:spMk id="9" creationId="{00000000-0000-0000-0000-000000000000}"/>
          </ac:spMkLst>
        </pc:spChg>
      </pc:sldChg>
      <pc:sldChg chg="modSp">
        <pc:chgData name="MADNEETA SINGH" userId="ba487e41d220043c" providerId="LiveId" clId="{0D75EEEC-DD59-44B3-A785-5601BC256287}" dt="2024-01-08T02:49:49.318" v="0"/>
        <pc:sldMkLst>
          <pc:docMk/>
          <pc:sldMk cId="3919311891" sldId="316"/>
        </pc:sldMkLst>
        <pc:spChg chg="mod">
          <ac:chgData name="MADNEETA SINGH" userId="ba487e41d220043c" providerId="LiveId" clId="{0D75EEEC-DD59-44B3-A785-5601BC256287}" dt="2024-01-08T02:49:49.318" v="0"/>
          <ac:spMkLst>
            <pc:docMk/>
            <pc:sldMk cId="3919311891" sldId="316"/>
            <ac:spMk id="9" creationId="{00000000-0000-0000-0000-000000000000}"/>
          </ac:spMkLst>
        </pc:spChg>
      </pc:sldChg>
      <pc:sldChg chg="modSp">
        <pc:chgData name="MADNEETA SINGH" userId="ba487e41d220043c" providerId="LiveId" clId="{0D75EEEC-DD59-44B3-A785-5601BC256287}" dt="2024-01-08T02:49:49.318" v="0"/>
        <pc:sldMkLst>
          <pc:docMk/>
          <pc:sldMk cId="3919311891" sldId="317"/>
        </pc:sldMkLst>
        <pc:spChg chg="mod">
          <ac:chgData name="MADNEETA SINGH" userId="ba487e41d220043c" providerId="LiveId" clId="{0D75EEEC-DD59-44B3-A785-5601BC256287}" dt="2024-01-08T02:49:49.318" v="0"/>
          <ac:spMkLst>
            <pc:docMk/>
            <pc:sldMk cId="3919311891" sldId="317"/>
            <ac:spMk id="9" creationId="{00000000-0000-0000-0000-000000000000}"/>
          </ac:spMkLst>
        </pc:spChg>
      </pc:sldChg>
      <pc:sldChg chg="modSp">
        <pc:chgData name="MADNEETA SINGH" userId="ba487e41d220043c" providerId="LiveId" clId="{0D75EEEC-DD59-44B3-A785-5601BC256287}" dt="2024-01-08T02:49:49.318" v="0"/>
        <pc:sldMkLst>
          <pc:docMk/>
          <pc:sldMk cId="3919311891" sldId="318"/>
        </pc:sldMkLst>
        <pc:spChg chg="mod">
          <ac:chgData name="MADNEETA SINGH" userId="ba487e41d220043c" providerId="LiveId" clId="{0D75EEEC-DD59-44B3-A785-5601BC256287}" dt="2024-01-08T02:49:49.318" v="0"/>
          <ac:spMkLst>
            <pc:docMk/>
            <pc:sldMk cId="3919311891" sldId="318"/>
            <ac:spMk id="9" creationId="{00000000-0000-0000-0000-000000000000}"/>
          </ac:spMkLst>
        </pc:spChg>
      </pc:sldChg>
      <pc:sldChg chg="modSp">
        <pc:chgData name="MADNEETA SINGH" userId="ba487e41d220043c" providerId="LiveId" clId="{0D75EEEC-DD59-44B3-A785-5601BC256287}" dt="2024-01-08T02:49:49.318" v="0"/>
        <pc:sldMkLst>
          <pc:docMk/>
          <pc:sldMk cId="3919311891" sldId="319"/>
        </pc:sldMkLst>
        <pc:spChg chg="mod">
          <ac:chgData name="MADNEETA SINGH" userId="ba487e41d220043c" providerId="LiveId" clId="{0D75EEEC-DD59-44B3-A785-5601BC256287}" dt="2024-01-08T02:49:49.318" v="0"/>
          <ac:spMkLst>
            <pc:docMk/>
            <pc:sldMk cId="3919311891" sldId="319"/>
            <ac:spMk id="9" creationId="{00000000-0000-0000-0000-000000000000}"/>
          </ac:spMkLst>
        </pc:spChg>
      </pc:sldChg>
      <pc:sldChg chg="modSp">
        <pc:chgData name="MADNEETA SINGH" userId="ba487e41d220043c" providerId="LiveId" clId="{0D75EEEC-DD59-44B3-A785-5601BC256287}" dt="2024-01-08T02:49:49.318" v="0"/>
        <pc:sldMkLst>
          <pc:docMk/>
          <pc:sldMk cId="3919311891" sldId="320"/>
        </pc:sldMkLst>
        <pc:spChg chg="mod">
          <ac:chgData name="MADNEETA SINGH" userId="ba487e41d220043c" providerId="LiveId" clId="{0D75EEEC-DD59-44B3-A785-5601BC256287}" dt="2024-01-08T02:49:49.318" v="0"/>
          <ac:spMkLst>
            <pc:docMk/>
            <pc:sldMk cId="3919311891" sldId="320"/>
            <ac:spMk id="9" creationId="{00000000-0000-0000-0000-000000000000}"/>
          </ac:spMkLst>
        </pc:spChg>
      </pc:sldChg>
      <pc:sldChg chg="modSp">
        <pc:chgData name="MADNEETA SINGH" userId="ba487e41d220043c" providerId="LiveId" clId="{0D75EEEC-DD59-44B3-A785-5601BC256287}" dt="2024-01-08T02:49:49.318" v="0"/>
        <pc:sldMkLst>
          <pc:docMk/>
          <pc:sldMk cId="3919311891" sldId="321"/>
        </pc:sldMkLst>
        <pc:spChg chg="mod">
          <ac:chgData name="MADNEETA SINGH" userId="ba487e41d220043c" providerId="LiveId" clId="{0D75EEEC-DD59-44B3-A785-5601BC256287}" dt="2024-01-08T02:49:49.318" v="0"/>
          <ac:spMkLst>
            <pc:docMk/>
            <pc:sldMk cId="3919311891" sldId="321"/>
            <ac:spMk id="9" creationId="{00000000-0000-0000-0000-000000000000}"/>
          </ac:spMkLst>
        </pc:spChg>
      </pc:sldChg>
      <pc:sldChg chg="modSp">
        <pc:chgData name="MADNEETA SINGH" userId="ba487e41d220043c" providerId="LiveId" clId="{0D75EEEC-DD59-44B3-A785-5601BC256287}" dt="2024-01-08T02:49:49.318" v="0"/>
        <pc:sldMkLst>
          <pc:docMk/>
          <pc:sldMk cId="3919311891" sldId="322"/>
        </pc:sldMkLst>
        <pc:spChg chg="mod">
          <ac:chgData name="MADNEETA SINGH" userId="ba487e41d220043c" providerId="LiveId" clId="{0D75EEEC-DD59-44B3-A785-5601BC256287}" dt="2024-01-08T02:49:49.318" v="0"/>
          <ac:spMkLst>
            <pc:docMk/>
            <pc:sldMk cId="3919311891" sldId="322"/>
            <ac:spMk id="9" creationId="{00000000-0000-0000-0000-000000000000}"/>
          </ac:spMkLst>
        </pc:spChg>
      </pc:sldChg>
      <pc:sldChg chg="modSp">
        <pc:chgData name="MADNEETA SINGH" userId="ba487e41d220043c" providerId="LiveId" clId="{0D75EEEC-DD59-44B3-A785-5601BC256287}" dt="2024-01-08T02:49:49.318" v="0"/>
        <pc:sldMkLst>
          <pc:docMk/>
          <pc:sldMk cId="3919311891" sldId="323"/>
        </pc:sldMkLst>
        <pc:spChg chg="mod">
          <ac:chgData name="MADNEETA SINGH" userId="ba487e41d220043c" providerId="LiveId" clId="{0D75EEEC-DD59-44B3-A785-5601BC256287}" dt="2024-01-08T02:49:49.318" v="0"/>
          <ac:spMkLst>
            <pc:docMk/>
            <pc:sldMk cId="3919311891" sldId="323"/>
            <ac:spMk id="9" creationId="{00000000-0000-0000-0000-000000000000}"/>
          </ac:spMkLst>
        </pc:spChg>
      </pc:sldChg>
      <pc:sldChg chg="modSp">
        <pc:chgData name="MADNEETA SINGH" userId="ba487e41d220043c" providerId="LiveId" clId="{0D75EEEC-DD59-44B3-A785-5601BC256287}" dt="2024-01-08T02:49:49.318" v="0"/>
        <pc:sldMkLst>
          <pc:docMk/>
          <pc:sldMk cId="3919311891" sldId="324"/>
        </pc:sldMkLst>
        <pc:spChg chg="mod">
          <ac:chgData name="MADNEETA SINGH" userId="ba487e41d220043c" providerId="LiveId" clId="{0D75EEEC-DD59-44B3-A785-5601BC256287}" dt="2024-01-08T02:49:49.318" v="0"/>
          <ac:spMkLst>
            <pc:docMk/>
            <pc:sldMk cId="3919311891" sldId="324"/>
            <ac:spMk id="9" creationId="{00000000-0000-0000-0000-000000000000}"/>
          </ac:spMkLst>
        </pc:spChg>
      </pc:sldChg>
      <pc:sldChg chg="modSp">
        <pc:chgData name="MADNEETA SINGH" userId="ba487e41d220043c" providerId="LiveId" clId="{0D75EEEC-DD59-44B3-A785-5601BC256287}" dt="2024-01-08T02:49:49.318" v="0"/>
        <pc:sldMkLst>
          <pc:docMk/>
          <pc:sldMk cId="3919311891" sldId="325"/>
        </pc:sldMkLst>
        <pc:spChg chg="mod">
          <ac:chgData name="MADNEETA SINGH" userId="ba487e41d220043c" providerId="LiveId" clId="{0D75EEEC-DD59-44B3-A785-5601BC256287}" dt="2024-01-08T02:49:49.318" v="0"/>
          <ac:spMkLst>
            <pc:docMk/>
            <pc:sldMk cId="3919311891" sldId="325"/>
            <ac:spMk id="9" creationId="{00000000-0000-0000-0000-000000000000}"/>
          </ac:spMkLst>
        </pc:spChg>
      </pc:sldChg>
      <pc:sldChg chg="modSp">
        <pc:chgData name="MADNEETA SINGH" userId="ba487e41d220043c" providerId="LiveId" clId="{0D75EEEC-DD59-44B3-A785-5601BC256287}" dt="2024-01-08T02:50:04.723" v="1"/>
        <pc:sldMkLst>
          <pc:docMk/>
          <pc:sldMk cId="0" sldId="327"/>
        </pc:sldMkLst>
        <pc:spChg chg="mod">
          <ac:chgData name="MADNEETA SINGH" userId="ba487e41d220043c" providerId="LiveId" clId="{0D75EEEC-DD59-44B3-A785-5601BC256287}" dt="2024-01-08T02:49:49.318" v="0"/>
          <ac:spMkLst>
            <pc:docMk/>
            <pc:sldMk cId="0" sldId="327"/>
            <ac:spMk id="5" creationId="{00000000-0000-0000-0000-000000000000}"/>
          </ac:spMkLst>
        </pc:spChg>
        <pc:graphicFrameChg chg="mod">
          <ac:chgData name="MADNEETA SINGH" userId="ba487e41d220043c" providerId="LiveId" clId="{0D75EEEC-DD59-44B3-A785-5601BC256287}" dt="2024-01-08T02:50:04.723" v="1"/>
          <ac:graphicFrameMkLst>
            <pc:docMk/>
            <pc:sldMk cId="0" sldId="327"/>
            <ac:graphicFrameMk id="9" creationId="{00000000-0000-0000-0000-000000000000}"/>
          </ac:graphicFrameMkLst>
        </pc:graphicFrameChg>
      </pc:sldChg>
      <pc:sldChg chg="modSp">
        <pc:chgData name="MADNEETA SINGH" userId="ba487e41d220043c" providerId="LiveId" clId="{0D75EEEC-DD59-44B3-A785-5601BC256287}" dt="2024-01-08T02:50:04.723" v="1"/>
        <pc:sldMkLst>
          <pc:docMk/>
          <pc:sldMk cId="3919311891" sldId="330"/>
        </pc:sldMkLst>
        <pc:spChg chg="mod">
          <ac:chgData name="MADNEETA SINGH" userId="ba487e41d220043c" providerId="LiveId" clId="{0D75EEEC-DD59-44B3-A785-5601BC256287}" dt="2024-01-08T02:49:49.318" v="0"/>
          <ac:spMkLst>
            <pc:docMk/>
            <pc:sldMk cId="3919311891" sldId="330"/>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30"/>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32"/>
        </pc:sldMkLst>
        <pc:spChg chg="mod">
          <ac:chgData name="MADNEETA SINGH" userId="ba487e41d220043c" providerId="LiveId" clId="{0D75EEEC-DD59-44B3-A785-5601BC256287}" dt="2024-01-08T02:49:49.318" v="0"/>
          <ac:spMkLst>
            <pc:docMk/>
            <pc:sldMk cId="3919311891" sldId="332"/>
            <ac:spMk id="9" creationId="{00000000-0000-0000-0000-000000000000}"/>
          </ac:spMkLst>
        </pc:spChg>
      </pc:sldChg>
      <pc:sldChg chg="modSp">
        <pc:chgData name="MADNEETA SINGH" userId="ba487e41d220043c" providerId="LiveId" clId="{0D75EEEC-DD59-44B3-A785-5601BC256287}" dt="2024-01-08T02:50:04.723" v="1"/>
        <pc:sldMkLst>
          <pc:docMk/>
          <pc:sldMk cId="3919311891" sldId="333"/>
        </pc:sldMkLst>
        <pc:spChg chg="mod">
          <ac:chgData name="MADNEETA SINGH" userId="ba487e41d220043c" providerId="LiveId" clId="{0D75EEEC-DD59-44B3-A785-5601BC256287}" dt="2024-01-08T02:49:49.318" v="0"/>
          <ac:spMkLst>
            <pc:docMk/>
            <pc:sldMk cId="3919311891" sldId="333"/>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33"/>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35"/>
        </pc:sldMkLst>
        <pc:spChg chg="mod">
          <ac:chgData name="MADNEETA SINGH" userId="ba487e41d220043c" providerId="LiveId" clId="{0D75EEEC-DD59-44B3-A785-5601BC256287}" dt="2024-01-08T02:49:49.318" v="0"/>
          <ac:spMkLst>
            <pc:docMk/>
            <pc:sldMk cId="3919311891" sldId="335"/>
            <ac:spMk id="9" creationId="{00000000-0000-0000-0000-000000000000}"/>
          </ac:spMkLst>
        </pc:spChg>
      </pc:sldChg>
      <pc:sldChg chg="modSp">
        <pc:chgData name="MADNEETA SINGH" userId="ba487e41d220043c" providerId="LiveId" clId="{0D75EEEC-DD59-44B3-A785-5601BC256287}" dt="2024-01-08T02:50:04.723" v="1"/>
        <pc:sldMkLst>
          <pc:docMk/>
          <pc:sldMk cId="3919311891" sldId="336"/>
        </pc:sldMkLst>
        <pc:spChg chg="mod">
          <ac:chgData name="MADNEETA SINGH" userId="ba487e41d220043c" providerId="LiveId" clId="{0D75EEEC-DD59-44B3-A785-5601BC256287}" dt="2024-01-08T02:49:49.318" v="0"/>
          <ac:spMkLst>
            <pc:docMk/>
            <pc:sldMk cId="3919311891" sldId="336"/>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36"/>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38"/>
        </pc:sldMkLst>
        <pc:spChg chg="mod">
          <ac:chgData name="MADNEETA SINGH" userId="ba487e41d220043c" providerId="LiveId" clId="{0D75EEEC-DD59-44B3-A785-5601BC256287}" dt="2024-01-08T02:49:49.318" v="0"/>
          <ac:spMkLst>
            <pc:docMk/>
            <pc:sldMk cId="3919311891" sldId="338"/>
            <ac:spMk id="9" creationId="{00000000-0000-0000-0000-000000000000}"/>
          </ac:spMkLst>
        </pc:spChg>
      </pc:sldChg>
      <pc:sldChg chg="modSp">
        <pc:chgData name="MADNEETA SINGH" userId="ba487e41d220043c" providerId="LiveId" clId="{0D75EEEC-DD59-44B3-A785-5601BC256287}" dt="2024-01-08T02:50:04.723" v="1"/>
        <pc:sldMkLst>
          <pc:docMk/>
          <pc:sldMk cId="3919311891" sldId="339"/>
        </pc:sldMkLst>
        <pc:spChg chg="mod">
          <ac:chgData name="MADNEETA SINGH" userId="ba487e41d220043c" providerId="LiveId" clId="{0D75EEEC-DD59-44B3-A785-5601BC256287}" dt="2024-01-08T02:49:49.318" v="0"/>
          <ac:spMkLst>
            <pc:docMk/>
            <pc:sldMk cId="3919311891" sldId="339"/>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39"/>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41"/>
        </pc:sldMkLst>
        <pc:spChg chg="mod">
          <ac:chgData name="MADNEETA SINGH" userId="ba487e41d220043c" providerId="LiveId" clId="{0D75EEEC-DD59-44B3-A785-5601BC256287}" dt="2024-01-08T02:49:49.318" v="0"/>
          <ac:spMkLst>
            <pc:docMk/>
            <pc:sldMk cId="3919311891" sldId="341"/>
            <ac:spMk id="9" creationId="{00000000-0000-0000-0000-000000000000}"/>
          </ac:spMkLst>
        </pc:spChg>
      </pc:sldChg>
      <pc:sldChg chg="modSp">
        <pc:chgData name="MADNEETA SINGH" userId="ba487e41d220043c" providerId="LiveId" clId="{0D75EEEC-DD59-44B3-A785-5601BC256287}" dt="2024-01-08T02:50:04.723" v="1"/>
        <pc:sldMkLst>
          <pc:docMk/>
          <pc:sldMk cId="3919311891" sldId="342"/>
        </pc:sldMkLst>
        <pc:spChg chg="mod">
          <ac:chgData name="MADNEETA SINGH" userId="ba487e41d220043c" providerId="LiveId" clId="{0D75EEEC-DD59-44B3-A785-5601BC256287}" dt="2024-01-08T02:49:49.318" v="0"/>
          <ac:spMkLst>
            <pc:docMk/>
            <pc:sldMk cId="3919311891" sldId="342"/>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42"/>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3919311891" sldId="344"/>
        </pc:sldMkLst>
        <pc:spChg chg="mod">
          <ac:chgData name="MADNEETA SINGH" userId="ba487e41d220043c" providerId="LiveId" clId="{0D75EEEC-DD59-44B3-A785-5601BC256287}" dt="2024-01-08T02:49:49.318" v="0"/>
          <ac:spMkLst>
            <pc:docMk/>
            <pc:sldMk cId="3919311891" sldId="344"/>
            <ac:spMk id="9" creationId="{00000000-0000-0000-0000-000000000000}"/>
          </ac:spMkLst>
        </pc:spChg>
      </pc:sldChg>
      <pc:sldChg chg="modSp">
        <pc:chgData name="MADNEETA SINGH" userId="ba487e41d220043c" providerId="LiveId" clId="{0D75EEEC-DD59-44B3-A785-5601BC256287}" dt="2024-01-08T02:50:04.723" v="1"/>
        <pc:sldMkLst>
          <pc:docMk/>
          <pc:sldMk cId="3919311891" sldId="348"/>
        </pc:sldMkLst>
        <pc:spChg chg="mod">
          <ac:chgData name="MADNEETA SINGH" userId="ba487e41d220043c" providerId="LiveId" clId="{0D75EEEC-DD59-44B3-A785-5601BC256287}" dt="2024-01-08T02:49:49.318" v="0"/>
          <ac:spMkLst>
            <pc:docMk/>
            <pc:sldMk cId="3919311891" sldId="348"/>
            <ac:spMk id="9" creationId="{00000000-0000-0000-0000-000000000000}"/>
          </ac:spMkLst>
        </pc:spChg>
        <pc:graphicFrameChg chg="mod">
          <ac:chgData name="MADNEETA SINGH" userId="ba487e41d220043c" providerId="LiveId" clId="{0D75EEEC-DD59-44B3-A785-5601BC256287}" dt="2024-01-08T02:50:04.723" v="1"/>
          <ac:graphicFrameMkLst>
            <pc:docMk/>
            <pc:sldMk cId="3919311891" sldId="348"/>
            <ac:graphicFrameMk id="11" creationId="{00000000-0000-0000-0000-000000000000}"/>
          </ac:graphicFrameMkLst>
        </pc:graphicFrameChg>
      </pc:sldChg>
      <pc:sldChg chg="modSp">
        <pc:chgData name="MADNEETA SINGH" userId="ba487e41d220043c" providerId="LiveId" clId="{0D75EEEC-DD59-44B3-A785-5601BC256287}" dt="2024-01-08T02:49:49.318" v="0"/>
        <pc:sldMkLst>
          <pc:docMk/>
          <pc:sldMk cId="0" sldId="349"/>
        </pc:sldMkLst>
        <pc:spChg chg="mod">
          <ac:chgData name="MADNEETA SINGH" userId="ba487e41d220043c" providerId="LiveId" clId="{0D75EEEC-DD59-44B3-A785-5601BC256287}" dt="2024-01-08T02:49:49.318" v="0"/>
          <ac:spMkLst>
            <pc:docMk/>
            <pc:sldMk cId="0" sldId="349"/>
            <ac:spMk id="13" creationId="{00000000-0000-0000-0000-000000000000}"/>
          </ac:spMkLst>
        </pc:spChg>
      </pc:sldChg>
      <pc:sldChg chg="modSp">
        <pc:chgData name="MADNEETA SINGH" userId="ba487e41d220043c" providerId="LiveId" clId="{0D75EEEC-DD59-44B3-A785-5601BC256287}" dt="2024-01-08T02:49:49.318" v="0"/>
        <pc:sldMkLst>
          <pc:docMk/>
          <pc:sldMk cId="3919311891" sldId="350"/>
        </pc:sldMkLst>
        <pc:spChg chg="mod">
          <ac:chgData name="MADNEETA SINGH" userId="ba487e41d220043c" providerId="LiveId" clId="{0D75EEEC-DD59-44B3-A785-5601BC256287}" dt="2024-01-08T02:49:49.318" v="0"/>
          <ac:spMkLst>
            <pc:docMk/>
            <pc:sldMk cId="3919311891" sldId="350"/>
            <ac:spMk id="9" creationId="{00000000-0000-0000-0000-000000000000}"/>
          </ac:spMkLst>
        </pc:spChg>
      </pc:sldChg>
      <pc:sldChg chg="modSp">
        <pc:chgData name="MADNEETA SINGH" userId="ba487e41d220043c" providerId="LiveId" clId="{0D75EEEC-DD59-44B3-A785-5601BC256287}" dt="2024-01-08T02:49:49.318" v="0"/>
        <pc:sldMkLst>
          <pc:docMk/>
          <pc:sldMk cId="3919311891" sldId="351"/>
        </pc:sldMkLst>
        <pc:spChg chg="mod">
          <ac:chgData name="MADNEETA SINGH" userId="ba487e41d220043c" providerId="LiveId" clId="{0D75EEEC-DD59-44B3-A785-5601BC256287}" dt="2024-01-08T02:49:49.318" v="0"/>
          <ac:spMkLst>
            <pc:docMk/>
            <pc:sldMk cId="3919311891" sldId="351"/>
            <ac:spMk id="9" creationId="{00000000-0000-0000-0000-000000000000}"/>
          </ac:spMkLst>
        </pc:spChg>
      </pc:sldChg>
      <pc:sldChg chg="modSp">
        <pc:chgData name="MADNEETA SINGH" userId="ba487e41d220043c" providerId="LiveId" clId="{0D75EEEC-DD59-44B3-A785-5601BC256287}" dt="2024-01-08T02:49:49.318" v="0"/>
        <pc:sldMkLst>
          <pc:docMk/>
          <pc:sldMk cId="3919311891" sldId="352"/>
        </pc:sldMkLst>
        <pc:spChg chg="mod">
          <ac:chgData name="MADNEETA SINGH" userId="ba487e41d220043c" providerId="LiveId" clId="{0D75EEEC-DD59-44B3-A785-5601BC256287}" dt="2024-01-08T02:49:49.318" v="0"/>
          <ac:spMkLst>
            <pc:docMk/>
            <pc:sldMk cId="3919311891" sldId="352"/>
            <ac:spMk id="9" creationId="{00000000-0000-0000-0000-000000000000}"/>
          </ac:spMkLst>
        </pc:spChg>
      </pc:sldChg>
      <pc:sldChg chg="modSp">
        <pc:chgData name="MADNEETA SINGH" userId="ba487e41d220043c" providerId="LiveId" clId="{0D75EEEC-DD59-44B3-A785-5601BC256287}" dt="2024-01-08T02:49:49.318" v="0"/>
        <pc:sldMkLst>
          <pc:docMk/>
          <pc:sldMk cId="0" sldId="354"/>
        </pc:sldMkLst>
        <pc:spChg chg="mod">
          <ac:chgData name="MADNEETA SINGH" userId="ba487e41d220043c" providerId="LiveId" clId="{0D75EEEC-DD59-44B3-A785-5601BC256287}" dt="2024-01-08T02:49:49.318" v="0"/>
          <ac:spMkLst>
            <pc:docMk/>
            <pc:sldMk cId="0" sldId="354"/>
            <ac:spMk id="66" creationId="{00000000-0000-0000-0000-000000000000}"/>
          </ac:spMkLst>
        </pc:spChg>
      </pc:sldChg>
      <pc:sldChg chg="modSp">
        <pc:chgData name="MADNEETA SINGH" userId="ba487e41d220043c" providerId="LiveId" clId="{0D75EEEC-DD59-44B3-A785-5601BC256287}" dt="2024-01-08T02:49:49.318" v="0"/>
        <pc:sldMkLst>
          <pc:docMk/>
          <pc:sldMk cId="0" sldId="355"/>
        </pc:sldMkLst>
        <pc:spChg chg="mod">
          <ac:chgData name="MADNEETA SINGH" userId="ba487e41d220043c" providerId="LiveId" clId="{0D75EEEC-DD59-44B3-A785-5601BC256287}" dt="2024-01-08T02:49:49.318" v="0"/>
          <ac:spMkLst>
            <pc:docMk/>
            <pc:sldMk cId="0" sldId="355"/>
            <ac:spMk id="44" creationId="{00000000-0000-0000-0000-000000000000}"/>
          </ac:spMkLst>
        </pc:spChg>
      </pc:sldChg>
      <pc:sldChg chg="modSp">
        <pc:chgData name="MADNEETA SINGH" userId="ba487e41d220043c" providerId="LiveId" clId="{0D75EEEC-DD59-44B3-A785-5601BC256287}" dt="2024-01-08T02:49:49.318" v="0"/>
        <pc:sldMkLst>
          <pc:docMk/>
          <pc:sldMk cId="0" sldId="356"/>
        </pc:sldMkLst>
        <pc:spChg chg="mod">
          <ac:chgData name="MADNEETA SINGH" userId="ba487e41d220043c" providerId="LiveId" clId="{0D75EEEC-DD59-44B3-A785-5601BC256287}" dt="2024-01-08T02:49:49.318" v="0"/>
          <ac:spMkLst>
            <pc:docMk/>
            <pc:sldMk cId="0" sldId="356"/>
            <ac:spMk id="21" creationId="{00000000-0000-0000-0000-000000000000}"/>
          </ac:spMkLst>
        </pc:spChg>
      </pc:sldChg>
      <pc:sldChg chg="modSp">
        <pc:chgData name="MADNEETA SINGH" userId="ba487e41d220043c" providerId="LiveId" clId="{0D75EEEC-DD59-44B3-A785-5601BC256287}" dt="2024-01-08T02:49:49.318" v="0"/>
        <pc:sldMkLst>
          <pc:docMk/>
          <pc:sldMk cId="0" sldId="357"/>
        </pc:sldMkLst>
        <pc:spChg chg="mod">
          <ac:chgData name="MADNEETA SINGH" userId="ba487e41d220043c" providerId="LiveId" clId="{0D75EEEC-DD59-44B3-A785-5601BC256287}" dt="2024-01-08T02:49:49.318" v="0"/>
          <ac:spMkLst>
            <pc:docMk/>
            <pc:sldMk cId="0" sldId="357"/>
            <ac:spMk id="15" creationId="{00000000-0000-0000-0000-000000000000}"/>
          </ac:spMkLst>
        </pc:spChg>
      </pc:sldChg>
      <pc:sldChg chg="modSp">
        <pc:chgData name="MADNEETA SINGH" userId="ba487e41d220043c" providerId="LiveId" clId="{0D75EEEC-DD59-44B3-A785-5601BC256287}" dt="2024-01-08T02:49:49.318" v="0"/>
        <pc:sldMkLst>
          <pc:docMk/>
          <pc:sldMk cId="0" sldId="358"/>
        </pc:sldMkLst>
        <pc:spChg chg="mod">
          <ac:chgData name="MADNEETA SINGH" userId="ba487e41d220043c" providerId="LiveId" clId="{0D75EEEC-DD59-44B3-A785-5601BC256287}" dt="2024-01-08T02:49:49.318" v="0"/>
          <ac:spMkLst>
            <pc:docMk/>
            <pc:sldMk cId="0" sldId="358"/>
            <ac:spMk id="15" creationId="{00000000-0000-0000-0000-000000000000}"/>
          </ac:spMkLst>
        </pc:spChg>
      </pc:sldChg>
      <pc:sldChg chg="modSp">
        <pc:chgData name="MADNEETA SINGH" userId="ba487e41d220043c" providerId="LiveId" clId="{0D75EEEC-DD59-44B3-A785-5601BC256287}" dt="2024-01-08T02:49:49.318" v="0"/>
        <pc:sldMkLst>
          <pc:docMk/>
          <pc:sldMk cId="0" sldId="359"/>
        </pc:sldMkLst>
        <pc:spChg chg="mod">
          <ac:chgData name="MADNEETA SINGH" userId="ba487e41d220043c" providerId="LiveId" clId="{0D75EEEC-DD59-44B3-A785-5601BC256287}" dt="2024-01-08T02:49:49.318" v="0"/>
          <ac:spMkLst>
            <pc:docMk/>
            <pc:sldMk cId="0" sldId="359"/>
            <ac:spMk id="15" creationId="{00000000-0000-0000-0000-000000000000}"/>
          </ac:spMkLst>
        </pc:spChg>
      </pc:sldChg>
      <pc:sldChg chg="modSp">
        <pc:chgData name="MADNEETA SINGH" userId="ba487e41d220043c" providerId="LiveId" clId="{0D75EEEC-DD59-44B3-A785-5601BC256287}" dt="2024-01-08T02:49:49.318" v="0"/>
        <pc:sldMkLst>
          <pc:docMk/>
          <pc:sldMk cId="0" sldId="360"/>
        </pc:sldMkLst>
        <pc:spChg chg="mod">
          <ac:chgData name="MADNEETA SINGH" userId="ba487e41d220043c" providerId="LiveId" clId="{0D75EEEC-DD59-44B3-A785-5601BC256287}" dt="2024-01-08T02:49:49.318" v="0"/>
          <ac:spMkLst>
            <pc:docMk/>
            <pc:sldMk cId="0" sldId="360"/>
            <ac:spMk id="15" creationId="{00000000-0000-0000-0000-000000000000}"/>
          </ac:spMkLst>
        </pc:spChg>
      </pc:sldChg>
      <pc:sldChg chg="modSp">
        <pc:chgData name="MADNEETA SINGH" userId="ba487e41d220043c" providerId="LiveId" clId="{0D75EEEC-DD59-44B3-A785-5601BC256287}" dt="2024-01-08T02:49:49.318" v="0"/>
        <pc:sldMkLst>
          <pc:docMk/>
          <pc:sldMk cId="0" sldId="361"/>
        </pc:sldMkLst>
        <pc:spChg chg="mod">
          <ac:chgData name="MADNEETA SINGH" userId="ba487e41d220043c" providerId="LiveId" clId="{0D75EEEC-DD59-44B3-A785-5601BC256287}" dt="2024-01-08T02:49:49.318" v="0"/>
          <ac:spMkLst>
            <pc:docMk/>
            <pc:sldMk cId="0" sldId="361"/>
            <ac:spMk id="15" creationId="{00000000-0000-0000-0000-000000000000}"/>
          </ac:spMkLst>
        </pc:spChg>
      </pc:sldChg>
      <pc:sldChg chg="modSp">
        <pc:chgData name="MADNEETA SINGH" userId="ba487e41d220043c" providerId="LiveId" clId="{0D75EEEC-DD59-44B3-A785-5601BC256287}" dt="2024-01-08T02:49:49.318" v="0"/>
        <pc:sldMkLst>
          <pc:docMk/>
          <pc:sldMk cId="0" sldId="362"/>
        </pc:sldMkLst>
        <pc:spChg chg="mod">
          <ac:chgData name="MADNEETA SINGH" userId="ba487e41d220043c" providerId="LiveId" clId="{0D75EEEC-DD59-44B3-A785-5601BC256287}" dt="2024-01-08T02:49:49.318" v="0"/>
          <ac:spMkLst>
            <pc:docMk/>
            <pc:sldMk cId="0" sldId="362"/>
            <ac:spMk id="15" creationId="{00000000-0000-0000-0000-000000000000}"/>
          </ac:spMkLst>
        </pc:spChg>
      </pc:sldChg>
      <pc:sldChg chg="modSp">
        <pc:chgData name="MADNEETA SINGH" userId="ba487e41d220043c" providerId="LiveId" clId="{0D75EEEC-DD59-44B3-A785-5601BC256287}" dt="2024-01-08T02:49:49.318" v="0"/>
        <pc:sldMkLst>
          <pc:docMk/>
          <pc:sldMk cId="0" sldId="363"/>
        </pc:sldMkLst>
        <pc:spChg chg="mod">
          <ac:chgData name="MADNEETA SINGH" userId="ba487e41d220043c" providerId="LiveId" clId="{0D75EEEC-DD59-44B3-A785-5601BC256287}" dt="2024-01-08T02:49:49.318" v="0"/>
          <ac:spMkLst>
            <pc:docMk/>
            <pc:sldMk cId="0" sldId="363"/>
            <ac:spMk id="15" creationId="{00000000-0000-0000-0000-000000000000}"/>
          </ac:spMkLst>
        </pc:spChg>
      </pc:sldChg>
      <pc:sldChg chg="modSp">
        <pc:chgData name="MADNEETA SINGH" userId="ba487e41d220043c" providerId="LiveId" clId="{0D75EEEC-DD59-44B3-A785-5601BC256287}" dt="2024-01-08T02:49:49.318" v="0"/>
        <pc:sldMkLst>
          <pc:docMk/>
          <pc:sldMk cId="3919311891" sldId="364"/>
        </pc:sldMkLst>
        <pc:spChg chg="mod">
          <ac:chgData name="MADNEETA SINGH" userId="ba487e41d220043c" providerId="LiveId" clId="{0D75EEEC-DD59-44B3-A785-5601BC256287}" dt="2024-01-08T02:49:49.318" v="0"/>
          <ac:spMkLst>
            <pc:docMk/>
            <pc:sldMk cId="3919311891" sldId="364"/>
            <ac:spMk id="9" creationId="{00000000-0000-0000-0000-000000000000}"/>
          </ac:spMkLst>
        </pc:spChg>
      </pc:sldChg>
      <pc:sldChg chg="modSp">
        <pc:chgData name="MADNEETA SINGH" userId="ba487e41d220043c" providerId="LiveId" clId="{0D75EEEC-DD59-44B3-A785-5601BC256287}" dt="2024-01-08T02:49:49.318" v="0"/>
        <pc:sldMkLst>
          <pc:docMk/>
          <pc:sldMk cId="3919311891" sldId="365"/>
        </pc:sldMkLst>
        <pc:spChg chg="mod">
          <ac:chgData name="MADNEETA SINGH" userId="ba487e41d220043c" providerId="LiveId" clId="{0D75EEEC-DD59-44B3-A785-5601BC256287}" dt="2024-01-08T02:49:49.318" v="0"/>
          <ac:spMkLst>
            <pc:docMk/>
            <pc:sldMk cId="3919311891" sldId="365"/>
            <ac:spMk id="9" creationId="{00000000-0000-0000-0000-000000000000}"/>
          </ac:spMkLst>
        </pc:spChg>
      </pc:sldChg>
      <pc:sldChg chg="modSp">
        <pc:chgData name="MADNEETA SINGH" userId="ba487e41d220043c" providerId="LiveId" clId="{0D75EEEC-DD59-44B3-A785-5601BC256287}" dt="2024-01-08T02:49:49.318" v="0"/>
        <pc:sldMkLst>
          <pc:docMk/>
          <pc:sldMk cId="3919311891" sldId="366"/>
        </pc:sldMkLst>
        <pc:spChg chg="mod">
          <ac:chgData name="MADNEETA SINGH" userId="ba487e41d220043c" providerId="LiveId" clId="{0D75EEEC-DD59-44B3-A785-5601BC256287}" dt="2024-01-08T02:49:49.318" v="0"/>
          <ac:spMkLst>
            <pc:docMk/>
            <pc:sldMk cId="3919311891" sldId="366"/>
            <ac:spMk id="9" creationId="{00000000-0000-0000-0000-000000000000}"/>
          </ac:spMkLst>
        </pc:spChg>
      </pc:sldChg>
      <pc:sldChg chg="modSp">
        <pc:chgData name="MADNEETA SINGH" userId="ba487e41d220043c" providerId="LiveId" clId="{0D75EEEC-DD59-44B3-A785-5601BC256287}" dt="2024-01-08T02:49:49.318" v="0"/>
        <pc:sldMkLst>
          <pc:docMk/>
          <pc:sldMk cId="3919311891" sldId="367"/>
        </pc:sldMkLst>
        <pc:spChg chg="mod">
          <ac:chgData name="MADNEETA SINGH" userId="ba487e41d220043c" providerId="LiveId" clId="{0D75EEEC-DD59-44B3-A785-5601BC256287}" dt="2024-01-08T02:49:49.318" v="0"/>
          <ac:spMkLst>
            <pc:docMk/>
            <pc:sldMk cId="3919311891" sldId="367"/>
            <ac:spMk id="9" creationId="{00000000-0000-0000-0000-000000000000}"/>
          </ac:spMkLst>
        </pc:spChg>
      </pc:sldChg>
      <pc:sldChg chg="modSp">
        <pc:chgData name="MADNEETA SINGH" userId="ba487e41d220043c" providerId="LiveId" clId="{0D75EEEC-DD59-44B3-A785-5601BC256287}" dt="2024-01-08T02:49:49.318" v="0"/>
        <pc:sldMkLst>
          <pc:docMk/>
          <pc:sldMk cId="3919311891" sldId="368"/>
        </pc:sldMkLst>
        <pc:spChg chg="mod">
          <ac:chgData name="MADNEETA SINGH" userId="ba487e41d220043c" providerId="LiveId" clId="{0D75EEEC-DD59-44B3-A785-5601BC256287}" dt="2024-01-08T02:49:49.318" v="0"/>
          <ac:spMkLst>
            <pc:docMk/>
            <pc:sldMk cId="3919311891" sldId="368"/>
            <ac:spMk id="9" creationId="{00000000-0000-0000-0000-000000000000}"/>
          </ac:spMkLst>
        </pc:spChg>
      </pc:sldChg>
      <pc:sldChg chg="modSp">
        <pc:chgData name="MADNEETA SINGH" userId="ba487e41d220043c" providerId="LiveId" clId="{0D75EEEC-DD59-44B3-A785-5601BC256287}" dt="2024-01-08T02:49:49.318" v="0"/>
        <pc:sldMkLst>
          <pc:docMk/>
          <pc:sldMk cId="3919311891" sldId="369"/>
        </pc:sldMkLst>
        <pc:spChg chg="mod">
          <ac:chgData name="MADNEETA SINGH" userId="ba487e41d220043c" providerId="LiveId" clId="{0D75EEEC-DD59-44B3-A785-5601BC256287}" dt="2024-01-08T02:49:49.318" v="0"/>
          <ac:spMkLst>
            <pc:docMk/>
            <pc:sldMk cId="3919311891" sldId="369"/>
            <ac:spMk id="9" creationId="{00000000-0000-0000-0000-000000000000}"/>
          </ac:spMkLst>
        </pc:spChg>
      </pc:sldChg>
      <pc:sldChg chg="modSp">
        <pc:chgData name="MADNEETA SINGH" userId="ba487e41d220043c" providerId="LiveId" clId="{0D75EEEC-DD59-44B3-A785-5601BC256287}" dt="2024-01-08T02:49:49.318" v="0"/>
        <pc:sldMkLst>
          <pc:docMk/>
          <pc:sldMk cId="3919311891" sldId="370"/>
        </pc:sldMkLst>
        <pc:spChg chg="mod">
          <ac:chgData name="MADNEETA SINGH" userId="ba487e41d220043c" providerId="LiveId" clId="{0D75EEEC-DD59-44B3-A785-5601BC256287}" dt="2024-01-08T02:49:49.318" v="0"/>
          <ac:spMkLst>
            <pc:docMk/>
            <pc:sldMk cId="3919311891" sldId="370"/>
            <ac:spMk id="9" creationId="{00000000-0000-0000-0000-000000000000}"/>
          </ac:spMkLst>
        </pc:spChg>
      </pc:sldChg>
      <pc:sldChg chg="modSp">
        <pc:chgData name="MADNEETA SINGH" userId="ba487e41d220043c" providerId="LiveId" clId="{0D75EEEC-DD59-44B3-A785-5601BC256287}" dt="2024-01-08T02:49:49.318" v="0"/>
        <pc:sldMkLst>
          <pc:docMk/>
          <pc:sldMk cId="0" sldId="371"/>
        </pc:sldMkLst>
        <pc:spChg chg="mod">
          <ac:chgData name="MADNEETA SINGH" userId="ba487e41d220043c" providerId="LiveId" clId="{0D75EEEC-DD59-44B3-A785-5601BC256287}" dt="2024-01-08T02:49:49.318" v="0"/>
          <ac:spMkLst>
            <pc:docMk/>
            <pc:sldMk cId="0" sldId="371"/>
            <ac:spMk id="5" creationId="{00000000-0000-0000-0000-000000000000}"/>
          </ac:spMkLst>
        </pc:spChg>
      </pc:sldChg>
      <pc:sldChg chg="modSp">
        <pc:chgData name="MADNEETA SINGH" userId="ba487e41d220043c" providerId="LiveId" clId="{0D75EEEC-DD59-44B3-A785-5601BC256287}" dt="2024-01-08T02:49:49.318" v="0"/>
        <pc:sldMkLst>
          <pc:docMk/>
          <pc:sldMk cId="2271345092" sldId="372"/>
        </pc:sldMkLst>
        <pc:spChg chg="mod">
          <ac:chgData name="MADNEETA SINGH" userId="ba487e41d220043c" providerId="LiveId" clId="{0D75EEEC-DD59-44B3-A785-5601BC256287}" dt="2024-01-08T02:49:49.318" v="0"/>
          <ac:spMkLst>
            <pc:docMk/>
            <pc:sldMk cId="2271345092" sldId="372"/>
            <ac:spMk id="8" creationId="{6FA00553-970E-4494-8393-F217E60B36B8}"/>
          </ac:spMkLst>
        </pc:spChg>
      </pc:sldChg>
      <pc:sldChg chg="modSp">
        <pc:chgData name="MADNEETA SINGH" userId="ba487e41d220043c" providerId="LiveId" clId="{0D75EEEC-DD59-44B3-A785-5601BC256287}" dt="2024-01-08T02:49:49.318" v="0"/>
        <pc:sldMkLst>
          <pc:docMk/>
          <pc:sldMk cId="2682524112" sldId="373"/>
        </pc:sldMkLst>
        <pc:spChg chg="mod">
          <ac:chgData name="MADNEETA SINGH" userId="ba487e41d220043c" providerId="LiveId" clId="{0D75EEEC-DD59-44B3-A785-5601BC256287}" dt="2024-01-08T02:49:49.318" v="0"/>
          <ac:spMkLst>
            <pc:docMk/>
            <pc:sldMk cId="2682524112" sldId="373"/>
            <ac:spMk id="9" creationId="{42AF3D76-6534-410A-9BD2-AA5AD364FAE3}"/>
          </ac:spMkLst>
        </pc:spChg>
      </pc:sldChg>
      <pc:sldChg chg="modSp">
        <pc:chgData name="MADNEETA SINGH" userId="ba487e41d220043c" providerId="LiveId" clId="{0D75EEEC-DD59-44B3-A785-5601BC256287}" dt="2024-01-08T02:49:49.318" v="0"/>
        <pc:sldMkLst>
          <pc:docMk/>
          <pc:sldMk cId="2618530383" sldId="374"/>
        </pc:sldMkLst>
        <pc:spChg chg="mod">
          <ac:chgData name="MADNEETA SINGH" userId="ba487e41d220043c" providerId="LiveId" clId="{0D75EEEC-DD59-44B3-A785-5601BC256287}" dt="2024-01-08T02:49:49.318" v="0"/>
          <ac:spMkLst>
            <pc:docMk/>
            <pc:sldMk cId="2618530383" sldId="374"/>
            <ac:spMk id="8" creationId="{6FA00553-970E-4494-8393-F217E60B36B8}"/>
          </ac:spMkLst>
        </pc:spChg>
      </pc:sldChg>
      <pc:sldChg chg="modSp">
        <pc:chgData name="MADNEETA SINGH" userId="ba487e41d220043c" providerId="LiveId" clId="{0D75EEEC-DD59-44B3-A785-5601BC256287}" dt="2024-01-08T02:49:49.318" v="0"/>
        <pc:sldMkLst>
          <pc:docMk/>
          <pc:sldMk cId="3934278209" sldId="375"/>
        </pc:sldMkLst>
        <pc:spChg chg="mod">
          <ac:chgData name="MADNEETA SINGH" userId="ba487e41d220043c" providerId="LiveId" clId="{0D75EEEC-DD59-44B3-A785-5601BC256287}" dt="2024-01-08T02:49:49.318" v="0"/>
          <ac:spMkLst>
            <pc:docMk/>
            <pc:sldMk cId="3934278209" sldId="375"/>
            <ac:spMk id="9" creationId="{00000000-0000-0000-0000-000000000000}"/>
          </ac:spMkLst>
        </pc:spChg>
      </pc:sldChg>
      <pc:sldChg chg="new del">
        <pc:chgData name="MADNEETA SINGH" userId="ba487e41d220043c" providerId="LiveId" clId="{0D75EEEC-DD59-44B3-A785-5601BC256287}" dt="2024-01-08T02:59:42.076" v="6" actId="2696"/>
        <pc:sldMkLst>
          <pc:docMk/>
          <pc:sldMk cId="1849106301" sldId="376"/>
        </pc:sldMkLst>
      </pc:sldChg>
      <pc:sldChg chg="new del">
        <pc:chgData name="MADNEETA SINGH" userId="ba487e41d220043c" providerId="LiveId" clId="{0D75EEEC-DD59-44B3-A785-5601BC256287}" dt="2024-01-08T02:59:16.006" v="3" actId="680"/>
        <pc:sldMkLst>
          <pc:docMk/>
          <pc:sldMk cId="4150559450" sldId="376"/>
        </pc:sldMkLst>
      </pc:sldChg>
      <pc:sldChg chg="add">
        <pc:chgData name="MADNEETA SINGH" userId="ba487e41d220043c" providerId="LiveId" clId="{0D75EEEC-DD59-44B3-A785-5601BC256287}" dt="2024-01-08T02:59:36.585" v="5"/>
        <pc:sldMkLst>
          <pc:docMk/>
          <pc:sldMk cId="3157954392" sldId="377"/>
        </pc:sldMkLst>
      </pc:sldChg>
      <pc:sldMasterChg chg="modSp modSldLayout">
        <pc:chgData name="MADNEETA SINGH" userId="ba487e41d220043c" providerId="LiveId" clId="{0D75EEEC-DD59-44B3-A785-5601BC256287}" dt="2024-01-08T02:49:49.318" v="0"/>
        <pc:sldMasterMkLst>
          <pc:docMk/>
          <pc:sldMasterMk cId="0" sldId="2147483648"/>
        </pc:sldMasterMkLst>
        <pc:spChg chg="mod">
          <ac:chgData name="MADNEETA SINGH" userId="ba487e41d220043c" providerId="LiveId" clId="{0D75EEEC-DD59-44B3-A785-5601BC256287}" dt="2024-01-08T02:49:49.318" v="0"/>
          <ac:spMkLst>
            <pc:docMk/>
            <pc:sldMasterMk cId="0" sldId="2147483648"/>
            <ac:spMk id="5" creationId="{00000000-0000-0000-0000-000000000000}"/>
          </ac:spMkLst>
        </pc:spChg>
        <pc:sldLayoutChg chg="modSp">
          <pc:chgData name="MADNEETA SINGH" userId="ba487e41d220043c" providerId="LiveId" clId="{0D75EEEC-DD59-44B3-A785-5601BC256287}" dt="2024-01-08T02:49:49.318" v="0"/>
          <pc:sldLayoutMkLst>
            <pc:docMk/>
            <pc:sldMasterMk cId="0" sldId="2147483648"/>
            <pc:sldLayoutMk cId="0" sldId="2147483649"/>
          </pc:sldLayoutMkLst>
          <pc:spChg chg="mod">
            <ac:chgData name="MADNEETA SINGH" userId="ba487e41d220043c" providerId="LiveId" clId="{0D75EEEC-DD59-44B3-A785-5601BC256287}" dt="2024-01-08T02:49:49.318" v="0"/>
            <ac:spMkLst>
              <pc:docMk/>
              <pc:sldMasterMk cId="0" sldId="2147483648"/>
              <pc:sldLayoutMk cId="0" sldId="2147483649"/>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0"/>
          </pc:sldLayoutMkLst>
          <pc:spChg chg="mod">
            <ac:chgData name="MADNEETA SINGH" userId="ba487e41d220043c" providerId="LiveId" clId="{0D75EEEC-DD59-44B3-A785-5601BC256287}" dt="2024-01-08T02:49:49.318" v="0"/>
            <ac:spMkLst>
              <pc:docMk/>
              <pc:sldMasterMk cId="0" sldId="2147483648"/>
              <pc:sldLayoutMk cId="0" sldId="2147483650"/>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1"/>
          </pc:sldLayoutMkLst>
          <pc:spChg chg="mod">
            <ac:chgData name="MADNEETA SINGH" userId="ba487e41d220043c" providerId="LiveId" clId="{0D75EEEC-DD59-44B3-A785-5601BC256287}" dt="2024-01-08T02:49:49.318" v="0"/>
            <ac:spMkLst>
              <pc:docMk/>
              <pc:sldMasterMk cId="0" sldId="2147483648"/>
              <pc:sldLayoutMk cId="0" sldId="2147483651"/>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2"/>
          </pc:sldLayoutMkLst>
          <pc:spChg chg="mod">
            <ac:chgData name="MADNEETA SINGH" userId="ba487e41d220043c" providerId="LiveId" clId="{0D75EEEC-DD59-44B3-A785-5601BC256287}" dt="2024-01-08T02:49:49.318" v="0"/>
            <ac:spMkLst>
              <pc:docMk/>
              <pc:sldMasterMk cId="0" sldId="2147483648"/>
              <pc:sldLayoutMk cId="0" sldId="2147483652"/>
              <ac:spMk id="6"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3"/>
          </pc:sldLayoutMkLst>
          <pc:spChg chg="mod">
            <ac:chgData name="MADNEETA SINGH" userId="ba487e41d220043c" providerId="LiveId" clId="{0D75EEEC-DD59-44B3-A785-5601BC256287}" dt="2024-01-08T02:49:49.318" v="0"/>
            <ac:spMkLst>
              <pc:docMk/>
              <pc:sldMasterMk cId="0" sldId="2147483648"/>
              <pc:sldLayoutMk cId="0" sldId="2147483653"/>
              <ac:spMk id="8"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4"/>
          </pc:sldLayoutMkLst>
          <pc:spChg chg="mod">
            <ac:chgData name="MADNEETA SINGH" userId="ba487e41d220043c" providerId="LiveId" clId="{0D75EEEC-DD59-44B3-A785-5601BC256287}" dt="2024-01-08T02:49:49.318" v="0"/>
            <ac:spMkLst>
              <pc:docMk/>
              <pc:sldMasterMk cId="0" sldId="2147483648"/>
              <pc:sldLayoutMk cId="0" sldId="2147483654"/>
              <ac:spMk id="4"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5"/>
          </pc:sldLayoutMkLst>
          <pc:spChg chg="mod">
            <ac:chgData name="MADNEETA SINGH" userId="ba487e41d220043c" providerId="LiveId" clId="{0D75EEEC-DD59-44B3-A785-5601BC256287}" dt="2024-01-08T02:49:49.318" v="0"/>
            <ac:spMkLst>
              <pc:docMk/>
              <pc:sldMasterMk cId="0" sldId="2147483648"/>
              <pc:sldLayoutMk cId="0" sldId="2147483655"/>
              <ac:spMk id="3"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6"/>
          </pc:sldLayoutMkLst>
          <pc:spChg chg="mod">
            <ac:chgData name="MADNEETA SINGH" userId="ba487e41d220043c" providerId="LiveId" clId="{0D75EEEC-DD59-44B3-A785-5601BC256287}" dt="2024-01-08T02:49:49.318" v="0"/>
            <ac:spMkLst>
              <pc:docMk/>
              <pc:sldMasterMk cId="0" sldId="2147483648"/>
              <pc:sldLayoutMk cId="0" sldId="2147483656"/>
              <ac:spMk id="6"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7"/>
          </pc:sldLayoutMkLst>
          <pc:spChg chg="mod">
            <ac:chgData name="MADNEETA SINGH" userId="ba487e41d220043c" providerId="LiveId" clId="{0D75EEEC-DD59-44B3-A785-5601BC256287}" dt="2024-01-08T02:49:49.318" v="0"/>
            <ac:spMkLst>
              <pc:docMk/>
              <pc:sldMasterMk cId="0" sldId="2147483648"/>
              <pc:sldLayoutMk cId="0" sldId="2147483657"/>
              <ac:spMk id="6"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8"/>
          </pc:sldLayoutMkLst>
          <pc:spChg chg="mod">
            <ac:chgData name="MADNEETA SINGH" userId="ba487e41d220043c" providerId="LiveId" clId="{0D75EEEC-DD59-44B3-A785-5601BC256287}" dt="2024-01-08T02:49:49.318" v="0"/>
            <ac:spMkLst>
              <pc:docMk/>
              <pc:sldMasterMk cId="0" sldId="2147483648"/>
              <pc:sldLayoutMk cId="0" sldId="2147483658"/>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48"/>
            <pc:sldLayoutMk cId="0" sldId="2147483659"/>
          </pc:sldLayoutMkLst>
          <pc:spChg chg="mod">
            <ac:chgData name="MADNEETA SINGH" userId="ba487e41d220043c" providerId="LiveId" clId="{0D75EEEC-DD59-44B3-A785-5601BC256287}" dt="2024-01-08T02:49:49.318" v="0"/>
            <ac:spMkLst>
              <pc:docMk/>
              <pc:sldMasterMk cId="0" sldId="2147483648"/>
              <pc:sldLayoutMk cId="0" sldId="2147483659"/>
              <ac:spMk id="5" creationId="{00000000-0000-0000-0000-000000000000}"/>
            </ac:spMkLst>
          </pc:spChg>
        </pc:sldLayoutChg>
      </pc:sldMasterChg>
      <pc:sldMasterChg chg="modSp modSldLayout">
        <pc:chgData name="MADNEETA SINGH" userId="ba487e41d220043c" providerId="LiveId" clId="{0D75EEEC-DD59-44B3-A785-5601BC256287}" dt="2024-01-08T02:49:49.318" v="0"/>
        <pc:sldMasterMkLst>
          <pc:docMk/>
          <pc:sldMasterMk cId="0" sldId="2147483660"/>
        </pc:sldMasterMkLst>
        <pc:spChg chg="mod">
          <ac:chgData name="MADNEETA SINGH" userId="ba487e41d220043c" providerId="LiveId" clId="{0D75EEEC-DD59-44B3-A785-5601BC256287}" dt="2024-01-08T02:49:49.318" v="0"/>
          <ac:spMkLst>
            <pc:docMk/>
            <pc:sldMasterMk cId="0" sldId="2147483660"/>
            <ac:spMk id="4" creationId="{00000000-0000-0000-0000-000000000000}"/>
          </ac:spMkLst>
        </pc:spChg>
        <pc:sldLayoutChg chg="modSp">
          <pc:chgData name="MADNEETA SINGH" userId="ba487e41d220043c" providerId="LiveId" clId="{0D75EEEC-DD59-44B3-A785-5601BC256287}" dt="2024-01-08T02:49:49.318" v="0"/>
          <pc:sldLayoutMkLst>
            <pc:docMk/>
            <pc:sldMasterMk cId="0" sldId="2147483660"/>
            <pc:sldLayoutMk cId="0" sldId="2147483661"/>
          </pc:sldLayoutMkLst>
          <pc:spChg chg="mod">
            <ac:chgData name="MADNEETA SINGH" userId="ba487e41d220043c" providerId="LiveId" clId="{0D75EEEC-DD59-44B3-A785-5601BC256287}" dt="2024-01-08T02:49:49.318" v="0"/>
            <ac:spMkLst>
              <pc:docMk/>
              <pc:sldMasterMk cId="0" sldId="2147483660"/>
              <pc:sldLayoutMk cId="0" sldId="2147483661"/>
              <ac:spMk id="4"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60"/>
            <pc:sldLayoutMk cId="0" sldId="2147483662"/>
          </pc:sldLayoutMkLst>
          <pc:spChg chg="mod">
            <ac:chgData name="MADNEETA SINGH" userId="ba487e41d220043c" providerId="LiveId" clId="{0D75EEEC-DD59-44B3-A785-5601BC256287}" dt="2024-01-08T02:49:49.318" v="0"/>
            <ac:spMkLst>
              <pc:docMk/>
              <pc:sldMasterMk cId="0" sldId="2147483660"/>
              <pc:sldLayoutMk cId="0" sldId="2147483662"/>
              <ac:spMk id="4"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60"/>
            <pc:sldLayoutMk cId="0" sldId="2147483663"/>
          </pc:sldLayoutMkLst>
          <pc:spChg chg="mod">
            <ac:chgData name="MADNEETA SINGH" userId="ba487e41d220043c" providerId="LiveId" clId="{0D75EEEC-DD59-44B3-A785-5601BC256287}" dt="2024-01-08T02:49:49.318" v="0"/>
            <ac:spMkLst>
              <pc:docMk/>
              <pc:sldMasterMk cId="0" sldId="2147483660"/>
              <pc:sldLayoutMk cId="0" sldId="2147483663"/>
              <ac:spMk id="5"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60"/>
            <pc:sldLayoutMk cId="0" sldId="2147483664"/>
          </pc:sldLayoutMkLst>
          <pc:spChg chg="mod">
            <ac:chgData name="MADNEETA SINGH" userId="ba487e41d220043c" providerId="LiveId" clId="{0D75EEEC-DD59-44B3-A785-5601BC256287}" dt="2024-01-08T02:49:49.318" v="0"/>
            <ac:spMkLst>
              <pc:docMk/>
              <pc:sldMasterMk cId="0" sldId="2147483660"/>
              <pc:sldLayoutMk cId="0" sldId="2147483664"/>
              <ac:spMk id="3" creationId="{00000000-0000-0000-0000-000000000000}"/>
            </ac:spMkLst>
          </pc:spChg>
        </pc:sldLayoutChg>
        <pc:sldLayoutChg chg="modSp">
          <pc:chgData name="MADNEETA SINGH" userId="ba487e41d220043c" providerId="LiveId" clId="{0D75EEEC-DD59-44B3-A785-5601BC256287}" dt="2024-01-08T02:49:49.318" v="0"/>
          <pc:sldLayoutMkLst>
            <pc:docMk/>
            <pc:sldMasterMk cId="0" sldId="2147483660"/>
            <pc:sldLayoutMk cId="0" sldId="2147483665"/>
          </pc:sldLayoutMkLst>
          <pc:spChg chg="mod">
            <ac:chgData name="MADNEETA SINGH" userId="ba487e41d220043c" providerId="LiveId" clId="{0D75EEEC-DD59-44B3-A785-5601BC256287}" dt="2024-01-08T02:49:49.318" v="0"/>
            <ac:spMkLst>
              <pc:docMk/>
              <pc:sldMasterMk cId="0" sldId="2147483660"/>
              <pc:sldLayoutMk cId="0" sldId="2147483665"/>
              <ac:spMk id="2"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0D7228-3539-4B68-860D-9078AF16C421}" type="datetimeFigureOut">
              <a:rPr lang="en-US" smtClean="0"/>
              <a:pPr/>
              <a:t>5/1/2026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9B1642F-E42A-48FA-B34C-37F2223A5ED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70412"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2430885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9B1642F-E42A-48FA-B34C-37F2223A5ED7}" type="slidenum">
              <a:rPr lang="en-US" smtClean="0"/>
              <a:pPr/>
              <a:t>5</a:t>
            </a:fld>
            <a:endParaRPr lang="en-US"/>
          </a:p>
        </p:txBody>
      </p:sp>
    </p:spTree>
    <p:extLst>
      <p:ext uri="{BB962C8B-B14F-4D97-AF65-F5344CB8AC3E}">
        <p14:creationId xmlns:p14="http://schemas.microsoft.com/office/powerpoint/2010/main" val="2759492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8</a:t>
            </a:fld>
            <a:endParaRPr lang="en-US" altLang="en-US">
              <a:latin typeface="Calibri" panose="020F0502020204030204" pitchFamily="34" charset="0"/>
            </a:endParaRPr>
          </a:p>
        </p:txBody>
      </p:sp>
    </p:spTree>
    <p:extLst>
      <p:ext uri="{BB962C8B-B14F-4D97-AF65-F5344CB8AC3E}">
        <p14:creationId xmlns:p14="http://schemas.microsoft.com/office/powerpoint/2010/main" val="1039798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13101999-EFE7-4F20-8417-57CE4AA63B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E9B48342-6D08-4057-9932-BDB18F8D36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9964C029-07FF-4F6E-9659-3B26F76D780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240D6B3-95D5-47F9-A8CD-847D2C7D7F27}" type="slidenum">
              <a:rPr lang="en-US" altLang="en-US">
                <a:latin typeface="Calibri" panose="020F0502020204030204" pitchFamily="34" charset="0"/>
              </a:rPr>
              <a:pPr eaLnBrk="1" hangingPunct="1"/>
              <a:t>10</a:t>
            </a:fld>
            <a:endParaRPr lang="en-US" altLang="en-US">
              <a:latin typeface="Calibri" panose="020F0502020204030204" pitchFamily="34" charset="0"/>
            </a:endParaRPr>
          </a:p>
        </p:txBody>
      </p:sp>
    </p:spTree>
    <p:extLst>
      <p:ext uri="{BB962C8B-B14F-4D97-AF65-F5344CB8AC3E}">
        <p14:creationId xmlns:p14="http://schemas.microsoft.com/office/powerpoint/2010/main" val="1502025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12</a:t>
            </a:fld>
            <a:endParaRPr lang="en-US" altLang="en-US">
              <a:latin typeface="Calibri" panose="020F0502020204030204" pitchFamily="34" charset="0"/>
            </a:endParaRPr>
          </a:p>
        </p:txBody>
      </p:sp>
    </p:spTree>
    <p:extLst>
      <p:ext uri="{BB962C8B-B14F-4D97-AF65-F5344CB8AC3E}">
        <p14:creationId xmlns:p14="http://schemas.microsoft.com/office/powerpoint/2010/main" val="2400390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extLst>
      <p:ext uri="{BB962C8B-B14F-4D97-AF65-F5344CB8AC3E}">
        <p14:creationId xmlns:p14="http://schemas.microsoft.com/office/powerpoint/2010/main" val="2210545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9B1642F-E42A-48FA-B34C-37F2223A5ED7}" type="slidenum">
              <a:rPr lang="en-US" smtClean="0"/>
              <a:pPr/>
              <a:t>28</a:t>
            </a:fld>
            <a:endParaRPr lang="en-US"/>
          </a:p>
        </p:txBody>
      </p:sp>
    </p:spTree>
    <p:extLst>
      <p:ext uri="{BB962C8B-B14F-4D97-AF65-F5344CB8AC3E}">
        <p14:creationId xmlns:p14="http://schemas.microsoft.com/office/powerpoint/2010/main" val="654824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9B1642F-E42A-48FA-B34C-37F2223A5ED7}" type="slidenum">
              <a:rPr lang="en-US" smtClean="0"/>
              <a:pPr/>
              <a:t>29</a:t>
            </a:fld>
            <a:endParaRPr lang="en-US"/>
          </a:p>
        </p:txBody>
      </p:sp>
    </p:spTree>
    <p:extLst>
      <p:ext uri="{BB962C8B-B14F-4D97-AF65-F5344CB8AC3E}">
        <p14:creationId xmlns:p14="http://schemas.microsoft.com/office/powerpoint/2010/main" val="761221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9B1642F-E42A-48FA-B34C-37F2223A5ED7}" type="slidenum">
              <a:rPr lang="en-US" smtClean="0"/>
              <a:pPr/>
              <a:t>66</a:t>
            </a:fld>
            <a:endParaRPr lang="en-US"/>
          </a:p>
        </p:txBody>
      </p:sp>
    </p:spTree>
    <p:extLst>
      <p:ext uri="{BB962C8B-B14F-4D97-AF65-F5344CB8AC3E}">
        <p14:creationId xmlns:p14="http://schemas.microsoft.com/office/powerpoint/2010/main" val="3893788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9B1642F-E42A-48FA-B34C-37F2223A5ED7}" type="slidenum">
              <a:rPr lang="en-US" smtClean="0"/>
              <a:pPr/>
              <a:t>67</a:t>
            </a:fld>
            <a:endParaRPr lang="en-US"/>
          </a:p>
        </p:txBody>
      </p:sp>
    </p:spTree>
    <p:extLst>
      <p:ext uri="{BB962C8B-B14F-4D97-AF65-F5344CB8AC3E}">
        <p14:creationId xmlns:p14="http://schemas.microsoft.com/office/powerpoint/2010/main" val="356943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E970B98-5D7A-43F3-9BC4-2003FF5259A4}"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619450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1"/>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vl1pPr>
            <a:lvl2pPr>
              <a:defRPr sz="2000"/>
            </a:lvl2pPr>
            <a:lvl3pPr>
              <a:defRPr sz="1800"/>
            </a:lvl3pPr>
          </a:lstStyle>
          <a:p>
            <a:pPr lvl="0"/>
            <a:r>
              <a:rPr lang="en-US"/>
              <a:t>Edit Master text styles</a:t>
            </a:r>
          </a:p>
          <a:p>
            <a:pPr lvl="1"/>
            <a:r>
              <a:rPr lang="en-US"/>
              <a:t>Second level</a:t>
            </a:r>
          </a:p>
          <a:p>
            <a:pPr lvl="2"/>
            <a:r>
              <a:rPr lang="en-US"/>
              <a:t>Third level</a:t>
            </a:r>
          </a:p>
        </p:txBody>
      </p:sp>
      <p:sp>
        <p:nvSpPr>
          <p:cNvPr id="4" name="Date Placeholder 3"/>
          <p:cNvSpPr>
            <a:spLocks noGrp="1"/>
          </p:cNvSpPr>
          <p:nvPr>
            <p:ph type="dt" sz="half" idx="10"/>
          </p:nvPr>
        </p:nvSpPr>
        <p:spPr/>
        <p:txBody>
          <a:bodyPr/>
          <a:lstStyle/>
          <a:p>
            <a:fld id="{2246BF0D-FE34-4F28-8A0D-1200AC06C7FB}"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945703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4E1696C-0BB9-4028-8B51-522E17D45617}"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901738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F75FA2-A608-4318-BD2B-39CA5C39A612}" type="datetime1">
              <a:rPr lang="en-US" smtClean="0"/>
              <a:t>5/1/2026</a:t>
            </a:fld>
            <a:endParaRPr lang="en-US"/>
          </a:p>
        </p:txBody>
      </p:sp>
      <p:sp>
        <p:nvSpPr>
          <p:cNvPr id="6" name="Footer Placeholder 5"/>
          <p:cNvSpPr>
            <a:spLocks noGrp="1"/>
          </p:cNvSpPr>
          <p:nvPr>
            <p:ph type="ftr" sz="quarter" idx="11"/>
          </p:nvPr>
        </p:nvSpPr>
        <p:spPr/>
        <p:txBody>
          <a:bodyPr/>
          <a:lstStyle/>
          <a:p>
            <a:r>
              <a:rPr lang="sv-SE"/>
              <a:t>Mr. Minhaj Nezami   AOE0861     TQM     Unit 4</a:t>
            </a:r>
            <a:endParaRPr lang="en-US" dirty="0"/>
          </a:p>
        </p:txBody>
      </p:sp>
      <p:sp>
        <p:nvSpPr>
          <p:cNvPr id="7" name="Slide Number Placeholder 6"/>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501841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8C6B466-B719-4AEA-A977-1622807A8869}" type="datetime1">
              <a:rPr lang="en-US" smtClean="0"/>
              <a:t>5/1/2026</a:t>
            </a:fld>
            <a:endParaRPr lang="en-US"/>
          </a:p>
        </p:txBody>
      </p:sp>
      <p:sp>
        <p:nvSpPr>
          <p:cNvPr id="8" name="Footer Placeholder 7"/>
          <p:cNvSpPr>
            <a:spLocks noGrp="1"/>
          </p:cNvSpPr>
          <p:nvPr>
            <p:ph type="ftr" sz="quarter" idx="11"/>
          </p:nvPr>
        </p:nvSpPr>
        <p:spPr/>
        <p:txBody>
          <a:bodyPr/>
          <a:lstStyle/>
          <a:p>
            <a:r>
              <a:rPr lang="sv-SE"/>
              <a:t>Mr. Minhaj Nezami   AOE0861     TQM     Unit 4</a:t>
            </a:r>
            <a:endParaRPr lang="en-US" dirty="0"/>
          </a:p>
        </p:txBody>
      </p:sp>
      <p:sp>
        <p:nvSpPr>
          <p:cNvPr id="9" name="Slide Number Placeholder 8"/>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846032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1BAF768-1082-42A3-A3C0-E825FD6562DB}" type="datetime1">
              <a:rPr lang="en-US" smtClean="0"/>
              <a:t>5/1/2026</a:t>
            </a:fld>
            <a:endParaRPr lang="en-US"/>
          </a:p>
        </p:txBody>
      </p:sp>
      <p:sp>
        <p:nvSpPr>
          <p:cNvPr id="4" name="Footer Placeholder 3"/>
          <p:cNvSpPr>
            <a:spLocks noGrp="1"/>
          </p:cNvSpPr>
          <p:nvPr>
            <p:ph type="ftr" sz="quarter" idx="11"/>
          </p:nvPr>
        </p:nvSpPr>
        <p:spPr/>
        <p:txBody>
          <a:bodyPr/>
          <a:lstStyle/>
          <a:p>
            <a:r>
              <a:rPr lang="sv-SE"/>
              <a:t>Mr. Minhaj Nezami   AOE0861     TQM     Unit 4</a:t>
            </a:r>
            <a:endParaRPr lang="en-US" dirty="0"/>
          </a:p>
        </p:txBody>
      </p:sp>
      <p:sp>
        <p:nvSpPr>
          <p:cNvPr id="5" name="Slide Number Placeholder 4"/>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211251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821074-CFED-4F95-96B0-ACF60C4EEE34}" type="datetime1">
              <a:rPr lang="en-US" smtClean="0"/>
              <a:t>5/1/2026</a:t>
            </a:fld>
            <a:endParaRPr lang="en-US"/>
          </a:p>
        </p:txBody>
      </p:sp>
      <p:sp>
        <p:nvSpPr>
          <p:cNvPr id="3" name="Footer Placeholder 2"/>
          <p:cNvSpPr>
            <a:spLocks noGrp="1"/>
          </p:cNvSpPr>
          <p:nvPr>
            <p:ph type="ftr" sz="quarter" idx="11"/>
          </p:nvPr>
        </p:nvSpPr>
        <p:spPr/>
        <p:txBody>
          <a:bodyPr/>
          <a:lstStyle/>
          <a:p>
            <a:r>
              <a:rPr lang="sv-SE"/>
              <a:t>Mr. Minhaj Nezami   AOE0861     TQM     Unit 4</a:t>
            </a:r>
            <a:endParaRPr lang="en-US" dirty="0"/>
          </a:p>
        </p:txBody>
      </p:sp>
      <p:sp>
        <p:nvSpPr>
          <p:cNvPr id="4" name="Slide Number Placeholder 3"/>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540261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44CD6E7-04DE-40DB-9989-588F19B2E961}" type="datetime1">
              <a:rPr lang="en-US" smtClean="0"/>
              <a:t>5/1/2026</a:t>
            </a:fld>
            <a:endParaRPr lang="en-US"/>
          </a:p>
        </p:txBody>
      </p:sp>
      <p:sp>
        <p:nvSpPr>
          <p:cNvPr id="6" name="Footer Placeholder 5"/>
          <p:cNvSpPr>
            <a:spLocks noGrp="1"/>
          </p:cNvSpPr>
          <p:nvPr>
            <p:ph type="ftr" sz="quarter" idx="11"/>
          </p:nvPr>
        </p:nvSpPr>
        <p:spPr/>
        <p:txBody>
          <a:bodyPr/>
          <a:lstStyle/>
          <a:p>
            <a:r>
              <a:rPr lang="sv-SE"/>
              <a:t>Mr. Minhaj Nezami   AOE0861     TQM     Unit 4</a:t>
            </a:r>
            <a:endParaRPr lang="en-US" dirty="0"/>
          </a:p>
        </p:txBody>
      </p:sp>
      <p:sp>
        <p:nvSpPr>
          <p:cNvPr id="7" name="Slide Number Placeholder 6"/>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558317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DE7EB84-0464-417D-8C81-FDAAADDEA6CC}" type="datetime1">
              <a:rPr lang="en-US" smtClean="0"/>
              <a:t>5/1/2026</a:t>
            </a:fld>
            <a:endParaRPr lang="en-US"/>
          </a:p>
        </p:txBody>
      </p:sp>
      <p:sp>
        <p:nvSpPr>
          <p:cNvPr id="6" name="Footer Placeholder 5"/>
          <p:cNvSpPr>
            <a:spLocks noGrp="1"/>
          </p:cNvSpPr>
          <p:nvPr>
            <p:ph type="ftr" sz="quarter" idx="11"/>
          </p:nvPr>
        </p:nvSpPr>
        <p:spPr/>
        <p:txBody>
          <a:bodyPr/>
          <a:lstStyle/>
          <a:p>
            <a:r>
              <a:rPr lang="sv-SE"/>
              <a:t>Mr. Minhaj Nezami   AOE0861     TQM     Unit 4</a:t>
            </a:r>
            <a:endParaRPr lang="en-US" dirty="0"/>
          </a:p>
        </p:txBody>
      </p:sp>
      <p:sp>
        <p:nvSpPr>
          <p:cNvPr id="7" name="Slide Number Placeholder 6"/>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203363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B9C82C-E8C4-49AC-8C7A-68C238E98946}"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649443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E323B9-893B-4199-807A-50453DE1CAE7}"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a:t>
            </a:fld>
            <a:endParaRPr lang="en-US"/>
          </a:p>
        </p:txBody>
      </p:sp>
    </p:spTree>
    <p:extLst>
      <p:ext uri="{BB962C8B-B14F-4D97-AF65-F5344CB8AC3E}">
        <p14:creationId xmlns:p14="http://schemas.microsoft.com/office/powerpoint/2010/main" val="3012317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CC1C8D5-ED3B-41A2-BFA8-A6C33709A26D}"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6F9321E1-CE2D-48AA-BDE6-A6B4CFB39523}" type="slidenum">
              <a:rPr lang="en-US" smtClean="0"/>
              <a:pPr/>
              <a:t>‹#›</a:t>
            </a:fld>
            <a:endParaRPr lang="en-US"/>
          </a:p>
        </p:txBody>
      </p:sp>
    </p:spTree>
    <p:extLst>
      <p:ext uri="{BB962C8B-B14F-4D97-AF65-F5344CB8AC3E}">
        <p14:creationId xmlns:p14="http://schemas.microsoft.com/office/powerpoint/2010/main" val="969473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42BE24-AFFE-4702-BCA3-D853CBBD7F1E}" type="datetime1">
              <a:rPr lang="en-US" smtClean="0"/>
              <a:t>5/1/2026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Mr. Minhaj Nezami   AOE0861     TQM     Unit 4</a:t>
            </a:r>
            <a:endParaRPr lang="sv-SE"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IN" smtClean="0"/>
              <a:pPr/>
              <a:t>‹#›</a:t>
            </a:fld>
            <a:endParaRPr lang="en-IN"/>
          </a:p>
        </p:txBody>
      </p:sp>
    </p:spTree>
    <p:extLst>
      <p:ext uri="{BB962C8B-B14F-4D97-AF65-F5344CB8AC3E}">
        <p14:creationId xmlns:p14="http://schemas.microsoft.com/office/powerpoint/2010/main" val="71749784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hyperlink" Target="https://www.researchgate.net/publication/318654507_Total_Quality_Management_Notes" TargetMode="External"/><Relationship Id="rId3" Type="http://schemas.openxmlformats.org/officeDocument/2006/relationships/hyperlink" Target="https://www.youtube.com/watch?v=yWlAOFs04go" TargetMode="External"/><Relationship Id="rId7" Type="http://schemas.openxmlformats.org/officeDocument/2006/relationships/hyperlink" Target="https://www.youtube.com/watch?v=HkdoR-NNEoI" TargetMode="External"/><Relationship Id="rId2" Type="http://schemas.openxmlformats.org/officeDocument/2006/relationships/hyperlink" Target="https://www.youtube.com/watch?v=Q3EOCAuExJU" TargetMode="External"/><Relationship Id="rId1" Type="http://schemas.openxmlformats.org/officeDocument/2006/relationships/slideLayout" Target="../slideLayouts/slideLayout2.xml"/><Relationship Id="rId6" Type="http://schemas.openxmlformats.org/officeDocument/2006/relationships/hyperlink" Target="https://www.youtube.com/watch?v=2ePeXePNLrs" TargetMode="External"/><Relationship Id="rId5" Type="http://schemas.openxmlformats.org/officeDocument/2006/relationships/hyperlink" Target="https://www.youtube.com/watch?v=qb3mvJ1gb9g" TargetMode="External"/><Relationship Id="rId10" Type="http://schemas.openxmlformats.org/officeDocument/2006/relationships/image" Target="../media/image6.png"/><Relationship Id="rId4" Type="http://schemas.openxmlformats.org/officeDocument/2006/relationships/hyperlink" Target="https://www.youtube.com/watch?v=QifqIoUNTJM" TargetMode="External"/><Relationship Id="rId9" Type="http://schemas.openxmlformats.org/officeDocument/2006/relationships/hyperlink" Target="http://www.mescenter.ru/images/abook_file/Total_Quality_Management_and_Six_Sigma.pdf" TargetMode="Externa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researchgate.net/publication/318654507_Total_Quality_Management_Notes"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811491"/>
            <a:ext cx="5923384" cy="1322108"/>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dirty="0">
              <a:solidFill>
                <a:schemeClr val="tx1"/>
              </a:solidFill>
              <a:latin typeface="+mj-lt"/>
            </a:endParaRPr>
          </a:p>
          <a:p>
            <a:r>
              <a:rPr lang="en-US" sz="2800" b="1" dirty="0">
                <a:solidFill>
                  <a:schemeClr val="tx1"/>
                </a:solidFill>
                <a:latin typeface="+mj-lt"/>
                <a:cs typeface="Times New Roman" pitchFamily="18" charset="0"/>
              </a:rPr>
              <a:t>Statistical Process and Quality Control</a:t>
            </a:r>
          </a:p>
        </p:txBody>
      </p:sp>
      <p:sp>
        <p:nvSpPr>
          <p:cNvPr id="9" name="Date Placeholder 8"/>
          <p:cNvSpPr>
            <a:spLocks noGrp="1"/>
          </p:cNvSpPr>
          <p:nvPr>
            <p:ph type="dt" sz="half" idx="10"/>
          </p:nvPr>
        </p:nvSpPr>
        <p:spPr>
          <a:xfrm>
            <a:off x="381000" y="6492890"/>
            <a:ext cx="2133600" cy="365125"/>
          </a:xfrm>
        </p:spPr>
        <p:txBody>
          <a:bodyPr/>
          <a:lstStyle/>
          <a:p>
            <a:fld id="{A3A32791-D328-45E6-A96A-D63063E2180B}" type="datetime1">
              <a:rPr lang="en-US" smtClean="0">
                <a:latin typeface="+mj-lt"/>
              </a:rPr>
              <a:t>5/1/2026</a:t>
            </a:fld>
            <a:endParaRPr lang="en-US">
              <a:latin typeface="+mj-lt"/>
            </a:endParaRPr>
          </a:p>
        </p:txBody>
      </p:sp>
      <p:sp>
        <p:nvSpPr>
          <p:cNvPr id="13" name="Footer Placeholder 12"/>
          <p:cNvSpPr>
            <a:spLocks noGrp="1"/>
          </p:cNvSpPr>
          <p:nvPr>
            <p:ph type="ftr" sz="quarter" idx="11"/>
          </p:nvPr>
        </p:nvSpPr>
        <p:spPr>
          <a:xfrm>
            <a:off x="2247900" y="6215040"/>
            <a:ext cx="5029200" cy="365125"/>
          </a:xfrm>
        </p:spPr>
        <p:txBody>
          <a:bodyPr/>
          <a:lstStyle/>
          <a:p>
            <a:r>
              <a:rPr lang="sv-SE" sz="2000">
                <a:latin typeface="+mj-lt"/>
              </a:rPr>
              <a:t>Mr. Minhaj Nezami   AOE0861     TQM     Unit 4</a:t>
            </a:r>
            <a:endParaRPr lang="en-US" sz="2000" dirty="0">
              <a:latin typeface="+mj-lt"/>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latin typeface="+mj-lt"/>
              </a:rPr>
              <a:pPr/>
              <a:t>1</a:t>
            </a:fld>
            <a:endParaRPr lang="en-US" dirty="0">
              <a:latin typeface="+mj-lt"/>
            </a:endParaRPr>
          </a:p>
        </p:txBody>
      </p:sp>
      <p:sp>
        <p:nvSpPr>
          <p:cNvPr id="6" name="Subtitle 2"/>
          <p:cNvSpPr txBox="1">
            <a:spLocks/>
          </p:cNvSpPr>
          <p:nvPr/>
        </p:nvSpPr>
        <p:spPr>
          <a:xfrm>
            <a:off x="4343400" y="3810001"/>
            <a:ext cx="4689764" cy="1904999"/>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400" dirty="0">
                <a:solidFill>
                  <a:schemeClr val="tx1"/>
                </a:solidFill>
                <a:latin typeface="Times New Roman" pitchFamily="18" charset="0"/>
                <a:cs typeface="Times New Roman" pitchFamily="18" charset="0"/>
              </a:rPr>
              <a:t>Faculty Name – Mr. Minhaj Nezami</a:t>
            </a:r>
          </a:p>
          <a:p>
            <a:pPr lvl="0" algn="ctr">
              <a:spcBef>
                <a:spcPct val="20000"/>
              </a:spcBef>
              <a:defRPr/>
            </a:pPr>
            <a:r>
              <a:rPr lang="en-US" sz="2400" dirty="0">
                <a:solidFill>
                  <a:schemeClr val="tx1"/>
                </a:solidFill>
                <a:latin typeface="Times New Roman" pitchFamily="18" charset="0"/>
                <a:cs typeface="Times New Roman" pitchFamily="18" charset="0"/>
              </a:rPr>
              <a:t>Assistant Professor </a:t>
            </a:r>
          </a:p>
          <a:p>
            <a:pPr lvl="0" algn="ctr">
              <a:spcBef>
                <a:spcPct val="20000"/>
              </a:spcBef>
              <a:defRPr/>
            </a:pPr>
            <a:r>
              <a:rPr lang="en-US" sz="2400" dirty="0">
                <a:solidFill>
                  <a:schemeClr val="tx1"/>
                </a:solidFill>
                <a:latin typeface="Times New Roman" pitchFamily="18" charset="0"/>
                <a:cs typeface="Times New Roman" pitchFamily="18" charset="0"/>
              </a:rPr>
              <a:t>Department - IT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a:ln>
                  <a:noFill/>
                </a:ln>
                <a:solidFill>
                  <a:schemeClr val="tx1"/>
                </a:solidFill>
                <a:effectLst/>
                <a:uLnTx/>
                <a:uFillTx/>
                <a:latin typeface="+mj-lt"/>
                <a:ea typeface="+mn-ea"/>
                <a:cs typeface="+mn-cs"/>
              </a:rPr>
              <a:t>Unit:</a:t>
            </a:r>
            <a:r>
              <a:rPr kumimoji="0" lang="en-US" sz="2400" b="0" i="0" u="none" strike="noStrike" kern="1200" cap="none" spc="0" normalizeH="0" noProof="0">
                <a:ln>
                  <a:noFill/>
                </a:ln>
                <a:solidFill>
                  <a:schemeClr val="tx1"/>
                </a:solidFill>
                <a:effectLst/>
                <a:uLnTx/>
                <a:uFillTx/>
                <a:latin typeface="+mj-lt"/>
                <a:ea typeface="+mn-ea"/>
                <a:cs typeface="+mn-cs"/>
              </a:rPr>
              <a:t> 4</a:t>
            </a:r>
            <a:endParaRPr kumimoji="0" lang="en-US" sz="2400" b="0" i="0" u="none" strike="noStrike" kern="1200" cap="none" spc="0" normalizeH="0" baseline="0" noProof="0">
              <a:ln>
                <a:noFill/>
              </a:ln>
              <a:solidFill>
                <a:schemeClr val="tx1"/>
              </a:solidFill>
              <a:effectLst/>
              <a:uLnTx/>
              <a:uFillTx/>
              <a:latin typeface="+mj-lt"/>
              <a:ea typeface="+mn-ea"/>
              <a:cs typeface="+mn-cs"/>
            </a:endParaRPr>
          </a:p>
        </p:txBody>
      </p:sp>
      <p:sp>
        <p:nvSpPr>
          <p:cNvPr id="14" name="Subtitle 2"/>
          <p:cNvSpPr txBox="1">
            <a:spLocks/>
          </p:cNvSpPr>
          <p:nvPr/>
        </p:nvSpPr>
        <p:spPr>
          <a:xfrm>
            <a:off x="152400" y="3810001"/>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j-lt"/>
                <a:cs typeface="Times New Roman" pitchFamily="18" charset="0"/>
              </a:rPr>
              <a:t>Subject</a:t>
            </a:r>
            <a:r>
              <a:rPr kumimoji="0" lang="en-US" sz="2400" b="0" i="0" u="none" strike="noStrike" kern="1200" cap="none" spc="0" normalizeH="0" noProof="0" dirty="0">
                <a:ln>
                  <a:noFill/>
                </a:ln>
                <a:solidFill>
                  <a:schemeClr val="tx1"/>
                </a:solidFill>
                <a:effectLst/>
                <a:uLnTx/>
                <a:uFillTx/>
                <a:latin typeface="+mj-lt"/>
                <a:cs typeface="Times New Roman" pitchFamily="18" charset="0"/>
              </a:rPr>
              <a:t> Name – Total Quality Management</a:t>
            </a:r>
            <a:endParaRPr kumimoji="0" lang="en-US" sz="2400" b="0" i="0" u="none" strike="noStrike" kern="1200" cap="none" spc="0" normalizeH="0" baseline="0" noProof="0" dirty="0">
              <a:ln>
                <a:noFill/>
              </a:ln>
              <a:solidFill>
                <a:schemeClr val="tx1"/>
              </a:solidFill>
              <a:effectLst/>
              <a:uLnTx/>
              <a:uFillTx/>
              <a:latin typeface="+mj-lt"/>
              <a:cs typeface="Times New Roman" pitchFamily="18" charset="0"/>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j-lt"/>
                <a:cs typeface="Times New Roman" pitchFamily="18" charset="0"/>
              </a:rPr>
              <a:t>Course</a:t>
            </a:r>
            <a:r>
              <a:rPr kumimoji="0" lang="en-US" sz="2400" b="0" i="0" u="none" strike="noStrike" kern="1200" cap="none" spc="0" normalizeH="0" noProof="0" dirty="0">
                <a:ln>
                  <a:noFill/>
                </a:ln>
                <a:solidFill>
                  <a:schemeClr val="tx1"/>
                </a:solidFill>
                <a:effectLst/>
                <a:uLnTx/>
                <a:uFillTx/>
                <a:latin typeface="+mj-lt"/>
                <a:cs typeface="Times New Roman" pitchFamily="18" charset="0"/>
              </a:rPr>
              <a:t> – </a:t>
            </a:r>
            <a:r>
              <a:rPr lang="en-US" sz="2400" noProof="0" dirty="0">
                <a:solidFill>
                  <a:schemeClr val="tx1"/>
                </a:solidFill>
                <a:latin typeface="+mj-lt"/>
                <a:cs typeface="Times New Roman" pitchFamily="18" charset="0"/>
              </a:rPr>
              <a:t>B</a:t>
            </a:r>
            <a:r>
              <a:rPr kumimoji="0" lang="en-US" sz="2400" b="0" i="0" u="none" strike="noStrike" kern="1200" cap="none" spc="0" normalizeH="0" noProof="0" dirty="0">
                <a:ln>
                  <a:noFill/>
                </a:ln>
                <a:solidFill>
                  <a:schemeClr val="tx1"/>
                </a:solidFill>
                <a:effectLst/>
                <a:uLnTx/>
                <a:uFillTx/>
                <a:latin typeface="+mj-lt"/>
                <a:cs typeface="Times New Roman" pitchFamily="18" charset="0"/>
              </a:rPr>
              <a:t>. </a:t>
            </a:r>
            <a:r>
              <a:rPr kumimoji="0" lang="en-US" sz="2400" b="0" i="0" u="none" strike="noStrike" kern="1200" cap="none" spc="0" normalizeH="0" noProof="0">
                <a:ln>
                  <a:noFill/>
                </a:ln>
                <a:solidFill>
                  <a:schemeClr val="tx1"/>
                </a:solidFill>
                <a:effectLst/>
                <a:uLnTx/>
                <a:uFillTx/>
                <a:latin typeface="+mj-lt"/>
                <a:cs typeface="Times New Roman" pitchFamily="18" charset="0"/>
              </a:rPr>
              <a:t>Tech </a:t>
            </a:r>
            <a:r>
              <a:rPr lang="en-US" sz="2400" noProof="0" dirty="0">
                <a:solidFill>
                  <a:schemeClr val="tx1"/>
                </a:solidFill>
                <a:latin typeface="+mj-lt"/>
                <a:cs typeface="Times New Roman" pitchFamily="18" charset="0"/>
              </a:rPr>
              <a:t>8</a:t>
            </a:r>
            <a:r>
              <a:rPr kumimoji="0" lang="en-US" sz="2400" b="0" i="0" u="none" strike="noStrike" kern="1200" cap="none" spc="0" normalizeH="0" baseline="30000" noProof="0">
                <a:ln>
                  <a:noFill/>
                </a:ln>
                <a:solidFill>
                  <a:schemeClr val="tx1"/>
                </a:solidFill>
                <a:effectLst/>
                <a:uLnTx/>
                <a:uFillTx/>
                <a:latin typeface="+mj-lt"/>
                <a:cs typeface="Times New Roman" pitchFamily="18" charset="0"/>
              </a:rPr>
              <a:t>th</a:t>
            </a:r>
            <a:r>
              <a:rPr kumimoji="0" lang="en-US" sz="2400" b="0" i="0" u="none" strike="noStrike" kern="1200" cap="none" spc="0" normalizeH="0" noProof="0">
                <a:ln>
                  <a:noFill/>
                </a:ln>
                <a:solidFill>
                  <a:schemeClr val="tx1"/>
                </a:solidFill>
                <a:effectLst/>
                <a:uLnTx/>
                <a:uFillTx/>
                <a:latin typeface="+mj-lt"/>
                <a:cs typeface="Times New Roman" pitchFamily="18" charset="0"/>
              </a:rPr>
              <a:t> </a:t>
            </a:r>
            <a:r>
              <a:rPr lang="en-US" sz="2400" dirty="0" err="1">
                <a:solidFill>
                  <a:schemeClr val="tx1"/>
                </a:solidFill>
                <a:latin typeface="+mj-lt"/>
                <a:cs typeface="Times New Roman" pitchFamily="18" charset="0"/>
              </a:rPr>
              <a:t>S</a:t>
            </a:r>
            <a:r>
              <a:rPr kumimoji="0" lang="en-US" sz="2400" b="0" i="0" u="none" strike="noStrike" kern="1200" cap="none" spc="0" normalizeH="0" noProof="0" dirty="0" err="1">
                <a:ln>
                  <a:noFill/>
                </a:ln>
                <a:solidFill>
                  <a:schemeClr val="tx1"/>
                </a:solidFill>
                <a:effectLst/>
                <a:uLnTx/>
                <a:uFillTx/>
                <a:latin typeface="+mj-lt"/>
                <a:cs typeface="Times New Roman" pitchFamily="18" charset="0"/>
              </a:rPr>
              <a:t>em</a:t>
            </a:r>
            <a:r>
              <a:rPr kumimoji="0" lang="en-US" sz="2400" b="0" i="0" u="none" strike="noStrike" kern="1200" cap="none" spc="0" normalizeH="0" noProof="0" dirty="0">
                <a:ln>
                  <a:noFill/>
                </a:ln>
                <a:solidFill>
                  <a:schemeClr val="tx1"/>
                </a:solidFill>
                <a:effectLst/>
                <a:uLnTx/>
                <a:uFillTx/>
                <a:latin typeface="+mj-lt"/>
                <a:cs typeface="Times New Roman" pitchFamily="18" charset="0"/>
              </a:rPr>
              <a:t> </a:t>
            </a:r>
            <a:br>
              <a:rPr kumimoji="0" lang="en-US" sz="2000" b="0" i="0" u="none" strike="noStrike" kern="1200" cap="none" spc="0" normalizeH="0" noProof="0" dirty="0">
                <a:ln>
                  <a:noFill/>
                </a:ln>
                <a:solidFill>
                  <a:schemeClr val="tx1"/>
                </a:solidFill>
                <a:effectLst/>
                <a:uLnTx/>
                <a:uFillTx/>
                <a:latin typeface="+mj-lt"/>
                <a:cs typeface="Times New Roman" pitchFamily="18" charset="0"/>
              </a:rPr>
            </a:br>
            <a:endParaRPr kumimoji="0" lang="en-US" sz="2000" b="0" i="0" u="none" strike="noStrike" kern="1200" cap="none" spc="0" normalizeH="0" baseline="0" noProof="0" dirty="0">
              <a:ln>
                <a:noFill/>
              </a:ln>
              <a:solidFill>
                <a:schemeClr val="tx1"/>
              </a:solidFill>
              <a:effectLst/>
              <a:uLnTx/>
              <a:uFillTx/>
              <a:latin typeface="+mj-lt"/>
              <a:cs typeface="Times New Roman" pitchFamily="18" charset="0"/>
            </a:endParaRPr>
          </a:p>
        </p:txBody>
      </p:sp>
      <p:pic>
        <p:nvPicPr>
          <p:cNvPr id="4" name="Picture 3"/>
          <p:cNvPicPr>
            <a:picLocks noChangeAspect="1"/>
          </p:cNvPicPr>
          <p:nvPr/>
        </p:nvPicPr>
        <p:blipFill>
          <a:blip r:embed="rId4"/>
          <a:stretch>
            <a:fillRect/>
          </a:stretch>
        </p:blipFill>
        <p:spPr>
          <a:xfrm>
            <a:off x="0" y="0"/>
            <a:ext cx="1755800" cy="1024217"/>
          </a:xfrm>
          <a:prstGeom prst="rect">
            <a:avLst/>
          </a:prstGeom>
        </p:spPr>
      </p:pic>
      <p:pic>
        <p:nvPicPr>
          <p:cNvPr id="18" name="Picture 17"/>
          <p:cNvPicPr>
            <a:picLocks noChangeAspect="1"/>
          </p:cNvPicPr>
          <p:nvPr/>
        </p:nvPicPr>
        <p:blipFill>
          <a:blip r:embed="rId5"/>
          <a:stretch>
            <a:fillRect/>
          </a:stretch>
        </p:blipFill>
        <p:spPr>
          <a:xfrm>
            <a:off x="1755800" y="-29856"/>
            <a:ext cx="7425572" cy="1146147"/>
          </a:xfrm>
          <a:prstGeom prst="rect">
            <a:avLst/>
          </a:prstGeom>
        </p:spPr>
      </p:pic>
      <p:pic>
        <p:nvPicPr>
          <p:cNvPr id="2" name="Picture 1">
            <a:extLst>
              <a:ext uri="{FF2B5EF4-FFF2-40B4-BE49-F238E27FC236}">
                <a16:creationId xmlns:a16="http://schemas.microsoft.com/office/drawing/2014/main" id="{E73F2BB4-DCF8-14FF-3A2B-10C913CC348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40910" y="2199924"/>
            <a:ext cx="1315466" cy="15437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599"/>
            <a:ext cx="8305800" cy="5257815"/>
          </a:xfrm>
        </p:spPr>
        <p:txBody>
          <a:bodyPr>
            <a:normAutofit fontScale="92500" lnSpcReduction="20000"/>
          </a:bodyPr>
          <a:lstStyle/>
          <a:p>
            <a:r>
              <a:rPr lang="en-US" sz="2400" dirty="0">
                <a:cs typeface="Times New Roman" panose="02020603050405020304" pitchFamily="18" charset="0"/>
              </a:rPr>
              <a:t>Course objectives		</a:t>
            </a:r>
          </a:p>
          <a:p>
            <a:r>
              <a:rPr lang="en-US" sz="2400" dirty="0">
                <a:cs typeface="Times New Roman" panose="02020603050405020304" pitchFamily="18" charset="0"/>
              </a:rPr>
              <a:t>Course outcomes</a:t>
            </a:r>
          </a:p>
          <a:p>
            <a:r>
              <a:rPr lang="en-US" sz="2400" dirty="0">
                <a:cs typeface="Times New Roman" panose="02020603050405020304" pitchFamily="18" charset="0"/>
              </a:rPr>
              <a:t>Program Outcome</a:t>
            </a:r>
          </a:p>
          <a:p>
            <a:pPr lvl="0"/>
            <a:r>
              <a:rPr lang="en-US" sz="2400" dirty="0">
                <a:solidFill>
                  <a:schemeClr val="dk1"/>
                </a:solidFill>
                <a:cs typeface="Times New Roman" panose="02020603050405020304" pitchFamily="18" charset="0"/>
              </a:rPr>
              <a:t>CO-PO Mapping</a:t>
            </a:r>
          </a:p>
          <a:p>
            <a:pPr lvl="0"/>
            <a:r>
              <a:rPr lang="en-US" sz="2400" dirty="0">
                <a:solidFill>
                  <a:schemeClr val="dk1"/>
                </a:solidFill>
                <a:cs typeface="Times New Roman" panose="02020603050405020304" pitchFamily="18" charset="0"/>
              </a:rPr>
              <a:t>Program Specific Outcome</a:t>
            </a:r>
          </a:p>
          <a:p>
            <a:pPr lvl="0"/>
            <a:r>
              <a:rPr lang="en-US" sz="2400" dirty="0">
                <a:solidFill>
                  <a:schemeClr val="dk1"/>
                </a:solidFill>
                <a:cs typeface="Times New Roman" panose="02020603050405020304" pitchFamily="18" charset="0"/>
              </a:rPr>
              <a:t>CO-PSO Mapping</a:t>
            </a:r>
          </a:p>
          <a:p>
            <a:pPr lvl="0"/>
            <a:r>
              <a:rPr lang="en-US" sz="2400" dirty="0">
                <a:solidFill>
                  <a:schemeClr val="dk1"/>
                </a:solidFill>
                <a:cs typeface="Times New Roman" panose="02020603050405020304" pitchFamily="18" charset="0"/>
              </a:rPr>
              <a:t>Program Educational Objectives</a:t>
            </a:r>
          </a:p>
          <a:p>
            <a:pPr lvl="0"/>
            <a:r>
              <a:rPr lang="en-US" sz="2400" dirty="0">
                <a:latin typeface="Times New Roman" panose="02020603050405020304" pitchFamily="18" charset="0"/>
                <a:cs typeface="Times New Roman" panose="02020603050405020304" pitchFamily="18" charset="0"/>
              </a:rPr>
              <a:t>Unit Recap and Precap</a:t>
            </a:r>
            <a:endParaRPr lang="en-US" sz="2400" dirty="0">
              <a:solidFill>
                <a:schemeClr val="dk1"/>
              </a:solidFill>
              <a:cs typeface="Times New Roman" panose="02020603050405020304" pitchFamily="18" charset="0"/>
            </a:endParaRPr>
          </a:p>
          <a:p>
            <a:pPr lvl="0"/>
            <a:r>
              <a:rPr lang="en-US" sz="2400" dirty="0">
                <a:solidFill>
                  <a:schemeClr val="dk1"/>
                </a:solidFill>
                <a:cs typeface="Times New Roman" panose="02020603050405020304" pitchFamily="18" charset="0"/>
              </a:rPr>
              <a:t>Syllabus of Unit 4</a:t>
            </a:r>
          </a:p>
          <a:p>
            <a:pPr marL="355600">
              <a:spcBef>
                <a:spcPts val="370"/>
              </a:spcBef>
              <a:buFont typeface="Arial"/>
              <a:buChar char="•"/>
              <a:tabLst>
                <a:tab pos="354965" algn="l"/>
                <a:tab pos="355600" algn="l"/>
              </a:tabLst>
            </a:pPr>
            <a:r>
              <a:rPr lang="en-US" sz="2400" spc="-5" dirty="0">
                <a:cs typeface="Century"/>
              </a:rPr>
              <a:t>Statistical Process Control</a:t>
            </a:r>
          </a:p>
          <a:p>
            <a:pPr marL="355600">
              <a:spcBef>
                <a:spcPts val="370"/>
              </a:spcBef>
              <a:buFont typeface="Arial"/>
              <a:buChar char="•"/>
              <a:tabLst>
                <a:tab pos="354965" algn="l"/>
                <a:tab pos="355600" algn="l"/>
              </a:tabLst>
            </a:pPr>
            <a:r>
              <a:rPr lang="en-US" sz="2400" spc="-5" dirty="0">
                <a:solidFill>
                  <a:schemeClr val="dk1"/>
                </a:solidFill>
                <a:cs typeface="Times New Roman" panose="02020603050405020304" pitchFamily="18" charset="0"/>
              </a:rPr>
              <a:t>Quality Function Deployment </a:t>
            </a:r>
            <a:endParaRPr lang="en-US" sz="2400" dirty="0">
              <a:cs typeface="Century"/>
            </a:endParaRPr>
          </a:p>
          <a:p>
            <a:pPr marL="355600">
              <a:spcBef>
                <a:spcPts val="265"/>
              </a:spcBef>
              <a:buFont typeface="Arial"/>
              <a:buChar char="•"/>
              <a:tabLst>
                <a:tab pos="354965" algn="l"/>
                <a:tab pos="355600" algn="l"/>
              </a:tabLst>
            </a:pPr>
            <a:r>
              <a:rPr lang="en-US" sz="2400" spc="-5" dirty="0">
                <a:cs typeface="Century"/>
              </a:rPr>
              <a:t>Taguchi Quality Loss Function</a:t>
            </a:r>
          </a:p>
          <a:p>
            <a:pPr marL="355600">
              <a:spcBef>
                <a:spcPts val="265"/>
              </a:spcBef>
              <a:buFont typeface="Arial"/>
              <a:buChar char="•"/>
              <a:tabLst>
                <a:tab pos="354965" algn="l"/>
                <a:tab pos="355600" algn="l"/>
              </a:tabLst>
            </a:pPr>
            <a:r>
              <a:rPr lang="en-US" sz="2400" spc="-5" dirty="0">
                <a:cs typeface="Century"/>
              </a:rPr>
              <a:t>Total Productive Maintenance</a:t>
            </a:r>
          </a:p>
          <a:p>
            <a:pPr marL="355600">
              <a:spcBef>
                <a:spcPts val="265"/>
              </a:spcBef>
              <a:buFont typeface="Arial"/>
              <a:buChar char="•"/>
              <a:tabLst>
                <a:tab pos="354965" algn="l"/>
                <a:tab pos="355600" algn="l"/>
              </a:tabLst>
            </a:pPr>
            <a:r>
              <a:rPr lang="en-US" sz="2400" dirty="0">
                <a:cs typeface="Times New Roman" panose="02020603050405020304" pitchFamily="18" charset="0"/>
              </a:rPr>
              <a:t>Daily quiz</a:t>
            </a:r>
          </a:p>
          <a:p>
            <a:pPr marL="355600">
              <a:spcBef>
                <a:spcPts val="265"/>
              </a:spcBef>
              <a:buFont typeface="Arial"/>
              <a:buChar char="•"/>
              <a:tabLst>
                <a:tab pos="354965" algn="l"/>
                <a:tab pos="355600" algn="l"/>
              </a:tabLst>
            </a:pPr>
            <a:r>
              <a:rPr lang="en-US" sz="2400">
                <a:cs typeface="Times New Roman" panose="02020603050405020304" pitchFamily="18" charset="0"/>
              </a:rPr>
              <a:t>Previous </a:t>
            </a:r>
            <a:r>
              <a:rPr lang="en-US" sz="2400" dirty="0">
                <a:cs typeface="Times New Roman" panose="02020603050405020304" pitchFamily="18" charset="0"/>
              </a:rPr>
              <a:t>Year Question Papers</a:t>
            </a:r>
          </a:p>
        </p:txBody>
      </p:sp>
      <p:sp>
        <p:nvSpPr>
          <p:cNvPr id="6" name="Date Placeholder 5"/>
          <p:cNvSpPr>
            <a:spLocks noGrp="1"/>
          </p:cNvSpPr>
          <p:nvPr>
            <p:ph type="dt" sz="half" idx="10"/>
          </p:nvPr>
        </p:nvSpPr>
        <p:spPr/>
        <p:txBody>
          <a:bodyPr/>
          <a:lstStyle/>
          <a:p>
            <a:fld id="{D9CFC04E-B7D6-4F12-8F06-1FABFAAA8818}" type="datetime1">
              <a:rPr lang="en-US" smtClean="0"/>
              <a:t>5/1/2026</a:t>
            </a:fld>
            <a:endParaRPr lang="en-US"/>
          </a:p>
        </p:txBody>
      </p:sp>
      <p:sp>
        <p:nvSpPr>
          <p:cNvPr id="13"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pic>
        <p:nvPicPr>
          <p:cNvPr id="12" name="Picture 11"/>
          <p:cNvPicPr>
            <a:picLocks noChangeAspect="1"/>
          </p:cNvPicPr>
          <p:nvPr/>
        </p:nvPicPr>
        <p:blipFill>
          <a:blip r:embed="rId3"/>
          <a:stretch>
            <a:fillRect/>
          </a:stretch>
        </p:blipFill>
        <p:spPr>
          <a:xfrm>
            <a:off x="0" y="1"/>
            <a:ext cx="1755800" cy="1024217"/>
          </a:xfrm>
          <a:prstGeom prst="rect">
            <a:avLst/>
          </a:prstGeom>
        </p:spPr>
      </p:pic>
      <p:pic>
        <p:nvPicPr>
          <p:cNvPr id="14" name="Picture 13"/>
          <p:cNvPicPr>
            <a:picLocks noChangeAspect="1"/>
          </p:cNvPicPr>
          <p:nvPr/>
        </p:nvPicPr>
        <p:blipFill>
          <a:blip r:embed="rId4"/>
          <a:stretch>
            <a:fillRect/>
          </a:stretch>
        </p:blipFill>
        <p:spPr>
          <a:xfrm>
            <a:off x="1755800" y="-20523"/>
            <a:ext cx="7486537" cy="9571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305800" cy="5181600"/>
          </a:xfrm>
        </p:spPr>
        <p:txBody>
          <a:bodyPr>
            <a:normAutofit/>
          </a:bodyPr>
          <a:lstStyle/>
          <a:p>
            <a:pPr>
              <a:buNone/>
            </a:pPr>
            <a:r>
              <a:rPr lang="en-US" sz="2200">
                <a:solidFill>
                  <a:schemeClr val="dk1"/>
                </a:solidFill>
                <a:latin typeface="Times New Roman" panose="02020603050405020304" pitchFamily="18" charset="0"/>
                <a:cs typeface="Times New Roman" panose="02020603050405020304" pitchFamily="18" charset="0"/>
              </a:rPr>
              <a:t>            </a:t>
            </a:r>
            <a:endParaRPr lang="en-US" sz="2400" spc="-5">
              <a:solidFill>
                <a:srgbClr val="000000"/>
              </a:solidFill>
              <a:latin typeface="Georgia"/>
              <a:cs typeface="Georgia"/>
            </a:endParaRPr>
          </a:p>
          <a:p>
            <a:endParaRPr lang="en-US" sz="2400">
              <a:solidFill>
                <a:schemeClr val="dk1"/>
              </a:solidFill>
              <a:latin typeface="Times New Roman" panose="02020603050405020304" pitchFamily="18" charset="0"/>
              <a:cs typeface="Times New Roman" panose="02020603050405020304" pitchFamily="18" charset="0"/>
            </a:endParaRPr>
          </a:p>
          <a:p>
            <a:pPr lvl="0"/>
            <a:endParaRPr lang="en-US" sz="2400" spc="-5">
              <a:solidFill>
                <a:srgbClr val="000000"/>
              </a:solidFill>
              <a:latin typeface="Georgia"/>
              <a:cs typeface="Georgia"/>
            </a:endParaRPr>
          </a:p>
          <a:p>
            <a:pPr lvl="0"/>
            <a:endParaRPr lang="en-US" sz="2200" dirty="0">
              <a:solidFill>
                <a:schemeClr val="dk1"/>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9F9FD88B-F489-4EB7-ABA2-4C2A20D167E4}" type="datetime1">
              <a:rPr lang="en-US" smtClean="0"/>
              <a:t>5/1/2026</a:t>
            </a:fld>
            <a:endParaRPr lang="en-US"/>
          </a:p>
        </p:txBody>
      </p:sp>
      <p:sp>
        <p:nvSpPr>
          <p:cNvPr id="13"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pic>
        <p:nvPicPr>
          <p:cNvPr id="14" name="Picture 13"/>
          <p:cNvPicPr>
            <a:picLocks noChangeAspect="1"/>
          </p:cNvPicPr>
          <p:nvPr/>
        </p:nvPicPr>
        <p:blipFill>
          <a:blip r:embed="rId3"/>
          <a:stretch>
            <a:fillRect/>
          </a:stretch>
        </p:blipFill>
        <p:spPr>
          <a:xfrm>
            <a:off x="30018" y="25400"/>
            <a:ext cx="1755800" cy="1024217"/>
          </a:xfrm>
          <a:prstGeom prst="rect">
            <a:avLst/>
          </a:prstGeom>
        </p:spPr>
      </p:pic>
      <p:pic>
        <p:nvPicPr>
          <p:cNvPr id="15" name="Picture 14"/>
          <p:cNvPicPr>
            <a:picLocks noChangeAspect="1"/>
          </p:cNvPicPr>
          <p:nvPr/>
        </p:nvPicPr>
        <p:blipFill>
          <a:blip r:embed="rId4"/>
          <a:stretch>
            <a:fillRect/>
          </a:stretch>
        </p:blipFill>
        <p:spPr>
          <a:xfrm>
            <a:off x="1907421" y="-11179"/>
            <a:ext cx="7236579" cy="1060796"/>
          </a:xfrm>
          <a:prstGeom prst="rect">
            <a:avLst/>
          </a:prstGeom>
        </p:spPr>
      </p:pic>
      <p:pic>
        <p:nvPicPr>
          <p:cNvPr id="9" name="Picture 8"/>
          <p:cNvPicPr>
            <a:picLocks noChangeAspect="1"/>
          </p:cNvPicPr>
          <p:nvPr/>
        </p:nvPicPr>
        <p:blipFill>
          <a:blip r:embed="rId5"/>
          <a:stretch>
            <a:fillRect/>
          </a:stretch>
        </p:blipFill>
        <p:spPr>
          <a:xfrm>
            <a:off x="533400" y="827095"/>
            <a:ext cx="8077200" cy="5203810"/>
          </a:xfrm>
          <a:prstGeom prst="rect">
            <a:avLst/>
          </a:prstGeom>
        </p:spPr>
      </p:pic>
    </p:spTree>
    <p:extLst>
      <p:ext uri="{BB962C8B-B14F-4D97-AF65-F5344CB8AC3E}">
        <p14:creationId xmlns:p14="http://schemas.microsoft.com/office/powerpoint/2010/main" val="3157954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305800" cy="5105400"/>
          </a:xfrm>
        </p:spPr>
        <p:txBody>
          <a:bodyPr>
            <a:normAutofit fontScale="85000" lnSpcReduction="20000"/>
          </a:bodyPr>
          <a:lstStyle/>
          <a:p>
            <a:pPr marL="355600">
              <a:spcBef>
                <a:spcPts val="370"/>
              </a:spcBef>
              <a:buFont typeface="Arial"/>
              <a:buChar char="•"/>
              <a:tabLst>
                <a:tab pos="354965" algn="l"/>
                <a:tab pos="355600" algn="l"/>
              </a:tabLst>
            </a:pPr>
            <a:r>
              <a:rPr lang="en-US" sz="2400" spc="-5" dirty="0">
                <a:cs typeface="Century"/>
              </a:rPr>
              <a:t>Objective of Reliability</a:t>
            </a:r>
          </a:p>
          <a:p>
            <a:pPr marL="355600">
              <a:spcBef>
                <a:spcPts val="370"/>
              </a:spcBef>
              <a:buFont typeface="Arial"/>
              <a:buChar char="•"/>
              <a:tabLst>
                <a:tab pos="354965" algn="l"/>
                <a:tab pos="355600" algn="l"/>
              </a:tabLst>
            </a:pPr>
            <a:r>
              <a:rPr lang="en-US" sz="2400" spc="-5" dirty="0">
                <a:cs typeface="Century"/>
              </a:rPr>
              <a:t>Pre cap of Reliability</a:t>
            </a:r>
          </a:p>
          <a:p>
            <a:pPr marL="355600">
              <a:spcBef>
                <a:spcPts val="370"/>
              </a:spcBef>
              <a:buFont typeface="Arial"/>
              <a:buChar char="•"/>
              <a:tabLst>
                <a:tab pos="354965" algn="l"/>
                <a:tab pos="355600" algn="l"/>
              </a:tabLst>
            </a:pPr>
            <a:r>
              <a:rPr lang="en-US" sz="2400" spc="-5" dirty="0">
                <a:cs typeface="Century"/>
              </a:rPr>
              <a:t>Reliability</a:t>
            </a:r>
          </a:p>
          <a:p>
            <a:pPr marL="355600">
              <a:spcBef>
                <a:spcPts val="370"/>
              </a:spcBef>
              <a:buFont typeface="Arial"/>
              <a:buChar char="•"/>
              <a:tabLst>
                <a:tab pos="354965" algn="l"/>
                <a:tab pos="355600" algn="l"/>
              </a:tabLst>
            </a:pPr>
            <a:r>
              <a:rPr lang="en-US" sz="2400" spc="-5" dirty="0">
                <a:cs typeface="Century"/>
              </a:rPr>
              <a:t>Recap of Reliability</a:t>
            </a:r>
          </a:p>
          <a:p>
            <a:pPr marL="355600">
              <a:spcBef>
                <a:spcPts val="370"/>
              </a:spcBef>
              <a:buFont typeface="Arial"/>
              <a:buChar char="•"/>
              <a:tabLst>
                <a:tab pos="354965" algn="l"/>
                <a:tab pos="355600" algn="l"/>
              </a:tabLst>
            </a:pPr>
            <a:r>
              <a:rPr lang="en-US" sz="2400" spc="-5" dirty="0">
                <a:cs typeface="Century"/>
              </a:rPr>
              <a:t>Daily quiz </a:t>
            </a:r>
          </a:p>
          <a:p>
            <a:pPr marL="355600">
              <a:spcBef>
                <a:spcPts val="370"/>
              </a:spcBef>
              <a:buFont typeface="Arial"/>
              <a:buChar char="•"/>
              <a:tabLst>
                <a:tab pos="354965" algn="l"/>
                <a:tab pos="355600" algn="l"/>
              </a:tabLst>
            </a:pPr>
            <a:r>
              <a:rPr lang="en-US" sz="2400" spc="-5" dirty="0">
                <a:cs typeface="Century"/>
              </a:rPr>
              <a:t>Objective of PDCA</a:t>
            </a:r>
          </a:p>
          <a:p>
            <a:pPr marL="355600">
              <a:spcBef>
                <a:spcPts val="370"/>
              </a:spcBef>
              <a:buFont typeface="Arial"/>
              <a:buChar char="•"/>
              <a:tabLst>
                <a:tab pos="354965" algn="l"/>
                <a:tab pos="355600" algn="l"/>
              </a:tabLst>
            </a:pPr>
            <a:r>
              <a:rPr lang="en-US" sz="2400" dirty="0">
                <a:cs typeface="Century"/>
              </a:rPr>
              <a:t>Pre cap of </a:t>
            </a:r>
            <a:r>
              <a:rPr lang="en-US" sz="2400" spc="-5" dirty="0">
                <a:cs typeface="Century"/>
              </a:rPr>
              <a:t>PDCA</a:t>
            </a:r>
            <a:endParaRPr lang="en-US" sz="2400" dirty="0">
              <a:cs typeface="Century"/>
            </a:endParaRPr>
          </a:p>
          <a:p>
            <a:pPr marL="355600">
              <a:spcBef>
                <a:spcPts val="265"/>
              </a:spcBef>
              <a:buFont typeface="Arial"/>
              <a:buChar char="•"/>
              <a:tabLst>
                <a:tab pos="354965" algn="l"/>
                <a:tab pos="355600" algn="l"/>
              </a:tabLst>
            </a:pPr>
            <a:r>
              <a:rPr lang="en-US" sz="2400" spc="-5" dirty="0">
                <a:cs typeface="Century"/>
              </a:rPr>
              <a:t>PDCA.</a:t>
            </a:r>
          </a:p>
          <a:p>
            <a:pPr marL="355600">
              <a:spcBef>
                <a:spcPts val="265"/>
              </a:spcBef>
              <a:buFont typeface="Arial"/>
              <a:buChar char="•"/>
              <a:tabLst>
                <a:tab pos="354965" algn="l"/>
                <a:tab pos="355600" algn="l"/>
              </a:tabLst>
            </a:pPr>
            <a:r>
              <a:rPr lang="en-US" sz="2400" spc="-5" dirty="0">
                <a:cs typeface="Century"/>
              </a:rPr>
              <a:t>Recap of PDCA</a:t>
            </a:r>
          </a:p>
          <a:p>
            <a:pPr marL="355600">
              <a:spcBef>
                <a:spcPts val="265"/>
              </a:spcBef>
              <a:buFont typeface="Arial"/>
              <a:buChar char="•"/>
              <a:tabLst>
                <a:tab pos="354965" algn="l"/>
                <a:tab pos="355600" algn="l"/>
              </a:tabLst>
            </a:pPr>
            <a:r>
              <a:rPr lang="en-US" sz="2400" dirty="0">
                <a:cs typeface="Times New Roman" panose="02020603050405020304" pitchFamily="18" charset="0"/>
              </a:rPr>
              <a:t>Daily quiz</a:t>
            </a:r>
            <a:endParaRPr lang="en-US" sz="2400" spc="-5" dirty="0">
              <a:cs typeface="Century"/>
            </a:endParaRPr>
          </a:p>
          <a:p>
            <a:r>
              <a:rPr lang="en-US" sz="2400" dirty="0">
                <a:cs typeface="Times New Roman" panose="02020603050405020304" pitchFamily="18" charset="0"/>
              </a:rPr>
              <a:t>Video links</a:t>
            </a:r>
          </a:p>
          <a:p>
            <a:r>
              <a:rPr lang="en-US" sz="2400" dirty="0">
                <a:cs typeface="Times New Roman" panose="02020603050405020304" pitchFamily="18" charset="0"/>
              </a:rPr>
              <a:t>Weekly assignments</a:t>
            </a:r>
          </a:p>
          <a:p>
            <a:r>
              <a:rPr lang="en-US" sz="2400" dirty="0">
                <a:cs typeface="Times New Roman" panose="02020603050405020304" pitchFamily="18" charset="0"/>
              </a:rPr>
              <a:t>MCQs</a:t>
            </a:r>
          </a:p>
          <a:p>
            <a:r>
              <a:rPr lang="en-US" sz="2400" dirty="0">
                <a:cs typeface="Times New Roman" panose="02020603050405020304" pitchFamily="18" charset="0"/>
              </a:rPr>
              <a:t>Old question papers</a:t>
            </a:r>
          </a:p>
          <a:p>
            <a:r>
              <a:rPr lang="en-US" sz="2400" dirty="0">
                <a:cs typeface="Times New Roman" panose="02020603050405020304" pitchFamily="18" charset="0"/>
              </a:rPr>
              <a:t>Expected questions for university exam</a:t>
            </a:r>
          </a:p>
          <a:p>
            <a:r>
              <a:rPr lang="en-US" sz="2400" dirty="0">
                <a:cs typeface="Times New Roman" panose="02020603050405020304" pitchFamily="18" charset="0"/>
              </a:rPr>
              <a:t>Summary</a:t>
            </a:r>
          </a:p>
          <a:p>
            <a:pPr marL="355600">
              <a:spcBef>
                <a:spcPts val="265"/>
              </a:spcBef>
              <a:buFont typeface="Arial"/>
              <a:buChar char="•"/>
              <a:tabLst>
                <a:tab pos="354965" algn="l"/>
                <a:tab pos="355600" algn="l"/>
              </a:tabLst>
            </a:pPr>
            <a:endParaRPr lang="en-US" sz="2200" dirty="0">
              <a:latin typeface="Century"/>
              <a:cs typeface="Century"/>
            </a:endParaRPr>
          </a:p>
        </p:txBody>
      </p:sp>
      <p:sp>
        <p:nvSpPr>
          <p:cNvPr id="6" name="Date Placeholder 5"/>
          <p:cNvSpPr>
            <a:spLocks noGrp="1"/>
          </p:cNvSpPr>
          <p:nvPr>
            <p:ph type="dt" sz="half" idx="10"/>
          </p:nvPr>
        </p:nvSpPr>
        <p:spPr/>
        <p:txBody>
          <a:bodyPr/>
          <a:lstStyle/>
          <a:p>
            <a:fld id="{0591287C-8FDE-4B43-B4A5-70CC89B1FA90}" type="datetime1">
              <a:rPr lang="en-US" smtClean="0"/>
              <a:t>5/1/2026</a:t>
            </a:fld>
            <a:endParaRPr lang="en-US"/>
          </a:p>
        </p:txBody>
      </p:sp>
      <p:sp>
        <p:nvSpPr>
          <p:cNvPr id="13"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pic>
        <p:nvPicPr>
          <p:cNvPr id="14" name="Picture 13"/>
          <p:cNvPicPr>
            <a:picLocks noChangeAspect="1"/>
          </p:cNvPicPr>
          <p:nvPr/>
        </p:nvPicPr>
        <p:blipFill>
          <a:blip r:embed="rId3"/>
          <a:stretch>
            <a:fillRect/>
          </a:stretch>
        </p:blipFill>
        <p:spPr>
          <a:xfrm>
            <a:off x="30018" y="25400"/>
            <a:ext cx="1755800" cy="1024217"/>
          </a:xfrm>
          <a:prstGeom prst="rect">
            <a:avLst/>
          </a:prstGeom>
        </p:spPr>
      </p:pic>
      <p:pic>
        <p:nvPicPr>
          <p:cNvPr id="12" name="Picture 11"/>
          <p:cNvPicPr>
            <a:picLocks noChangeAspect="1"/>
          </p:cNvPicPr>
          <p:nvPr/>
        </p:nvPicPr>
        <p:blipFill>
          <a:blip r:embed="rId4"/>
          <a:stretch>
            <a:fillRect/>
          </a:stretch>
        </p:blipFill>
        <p:spPr>
          <a:xfrm>
            <a:off x="1657463" y="0"/>
            <a:ext cx="7486537" cy="9571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D985F54-A753-4D00-92B2-9CC8476D123B}" type="datetime1">
              <a:rPr lang="en-US" smtClean="0"/>
              <a:t>5/1/2026</a:t>
            </a:fld>
            <a:endParaRPr lang="en-US"/>
          </a:p>
        </p:txBody>
      </p:sp>
      <p:sp>
        <p:nvSpPr>
          <p:cNvPr id="10"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graphicFrame>
        <p:nvGraphicFramePr>
          <p:cNvPr id="9" name="Content Placeholder 1"/>
          <p:cNvGraphicFramePr>
            <a:graphicFrameLocks/>
          </p:cNvGraphicFramePr>
          <p:nvPr>
            <p:extLst>
              <p:ext uri="{D42A27DB-BD31-4B8C-83A1-F6EECF244321}">
                <p14:modId xmlns:p14="http://schemas.microsoft.com/office/powerpoint/2010/main" val="1756154798"/>
              </p:ext>
            </p:extLst>
          </p:nvPr>
        </p:nvGraphicFramePr>
        <p:xfrm>
          <a:off x="479685" y="1066800"/>
          <a:ext cx="8229600" cy="4647901"/>
        </p:xfrm>
        <a:graphic>
          <a:graphicData uri="http://schemas.openxmlformats.org/drawingml/2006/table">
            <a:tbl>
              <a:tblPr>
                <a:tableStyleId>{93296810-A885-4BE3-A3E7-6D5BEEA58F35}</a:tableStyleId>
              </a:tblPr>
              <a:tblGrid>
                <a:gridCol w="1591380">
                  <a:extLst>
                    <a:ext uri="{9D8B030D-6E8A-4147-A177-3AD203B41FA5}">
                      <a16:colId xmlns:a16="http://schemas.microsoft.com/office/drawing/2014/main" val="20000"/>
                    </a:ext>
                  </a:extLst>
                </a:gridCol>
                <a:gridCol w="6638220">
                  <a:extLst>
                    <a:ext uri="{9D8B030D-6E8A-4147-A177-3AD203B41FA5}">
                      <a16:colId xmlns:a16="http://schemas.microsoft.com/office/drawing/2014/main" val="20001"/>
                    </a:ext>
                  </a:extLst>
                </a:gridCol>
              </a:tblGrid>
              <a:tr h="821101">
                <a:tc>
                  <a:txBody>
                    <a:bodyPr/>
                    <a:lstStyle/>
                    <a:p>
                      <a:r>
                        <a:rPr lang="en-US" sz="2200" dirty="0"/>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just">
                        <a:lnSpc>
                          <a:spcPct val="115000"/>
                        </a:lnSpc>
                        <a:spcBef>
                          <a:spcPts val="0"/>
                        </a:spcBef>
                        <a:spcAft>
                          <a:spcPts val="0"/>
                        </a:spcAft>
                        <a:buFont typeface="+mj-lt"/>
                        <a:buNone/>
                      </a:pPr>
                      <a:r>
                        <a:rPr lang="en-US" sz="2200" dirty="0"/>
                        <a:t>To learn about common term Quality Concepts</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AOE0861.2</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a:t>To know TQM principle</a:t>
                      </a:r>
                    </a:p>
                    <a:p>
                      <a:endParaRPr lang="en-US"/>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AOE0861.3</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To understand the importance of different chart like P-charts and C-charts</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AOE0861.4</a:t>
                      </a:r>
                    </a:p>
                    <a:p>
                      <a:endParaRPr lang="en-US" u="none" dirty="0">
                        <a:solidFill>
                          <a:srgbClr val="FF0000"/>
                        </a:solidFill>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u="none" kern="1200" dirty="0"/>
                        <a:t>Statistical Process Control and Total Productive</a:t>
                      </a:r>
                      <a:r>
                        <a:rPr lang="en-US" sz="2200" u="none" kern="1200" baseline="0" dirty="0"/>
                        <a:t> Maintenance</a:t>
                      </a:r>
                      <a:endParaRPr lang="en-US" sz="2200" u="none" kern="1200" dirty="0"/>
                    </a:p>
                    <a:p>
                      <a:endParaRPr lang="en-US" u="none" dirty="0">
                        <a:solidFill>
                          <a:srgbClr val="FF0000"/>
                        </a:solidFill>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3"/>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AOE0861.5</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t>To be aware about different ISO standards and JIT</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3" name="Picture 12"/>
          <p:cNvPicPr>
            <a:picLocks noChangeAspect="1"/>
          </p:cNvPicPr>
          <p:nvPr/>
        </p:nvPicPr>
        <p:blipFill>
          <a:blip r:embed="rId3"/>
          <a:stretch>
            <a:fillRect/>
          </a:stretch>
        </p:blipFill>
        <p:spPr>
          <a:xfrm>
            <a:off x="30018" y="25400"/>
            <a:ext cx="1755800" cy="1024217"/>
          </a:xfrm>
          <a:prstGeom prst="rect">
            <a:avLst/>
          </a:prstGeom>
        </p:spPr>
      </p:pic>
      <p:pic>
        <p:nvPicPr>
          <p:cNvPr id="14" name="Picture 13"/>
          <p:cNvPicPr>
            <a:picLocks noChangeAspect="1"/>
          </p:cNvPicPr>
          <p:nvPr/>
        </p:nvPicPr>
        <p:blipFill>
          <a:blip r:embed="rId4"/>
          <a:stretch>
            <a:fillRect/>
          </a:stretch>
        </p:blipFill>
        <p:spPr>
          <a:xfrm>
            <a:off x="1657463" y="0"/>
            <a:ext cx="7486537" cy="9144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ate Placeholder 12"/>
          <p:cNvSpPr>
            <a:spLocks noGrp="1"/>
          </p:cNvSpPr>
          <p:nvPr>
            <p:ph type="dt" sz="half" idx="10"/>
          </p:nvPr>
        </p:nvSpPr>
        <p:spPr/>
        <p:txBody>
          <a:bodyPr/>
          <a:lstStyle/>
          <a:p>
            <a:fld id="{72FFE502-C62B-4E6E-8727-A8CF276B96A8}" type="datetime1">
              <a:rPr lang="en-US" smtClean="0">
                <a:latin typeface="+mj-lt"/>
              </a:rPr>
              <a:t>5/1/2026</a:t>
            </a:fld>
            <a:endParaRPr lang="en-US">
              <a:latin typeface="+mj-lt"/>
            </a:endParaRPr>
          </a:p>
        </p:txBody>
      </p:sp>
      <p:sp>
        <p:nvSpPr>
          <p:cNvPr id="15" name="Footer Placeholder 14"/>
          <p:cNvSpPr>
            <a:spLocks noGrp="1"/>
          </p:cNvSpPr>
          <p:nvPr>
            <p:ph type="ftr" sz="quarter" idx="11"/>
          </p:nvPr>
        </p:nvSpPr>
        <p:spPr>
          <a:xfrm>
            <a:off x="3124200" y="6356350"/>
            <a:ext cx="4267200" cy="365125"/>
          </a:xfrm>
        </p:spPr>
        <p:txBody>
          <a:bodyPr/>
          <a:lstStyle/>
          <a:p>
            <a:r>
              <a:rPr lang="sv-SE">
                <a:latin typeface="+mj-lt"/>
              </a:rPr>
              <a:t>Mr. Minhaj Nezami   AOE0861     TQM     Unit 4</a:t>
            </a:r>
            <a:endParaRPr lang="en-US" dirty="0">
              <a:latin typeface="+mj-lt"/>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latin typeface="+mj-lt"/>
              </a:rPr>
              <a:pPr/>
              <a:t>6</a:t>
            </a:fld>
            <a:endParaRPr lang="en-US">
              <a:latin typeface="+mj-lt"/>
            </a:endParaRPr>
          </a:p>
        </p:txBody>
      </p:sp>
      <p:grpSp>
        <p:nvGrpSpPr>
          <p:cNvPr id="3" name="object 3"/>
          <p:cNvGrpSpPr/>
          <p:nvPr/>
        </p:nvGrpSpPr>
        <p:grpSpPr>
          <a:xfrm>
            <a:off x="806334" y="1083833"/>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4114800" y="2434235"/>
            <a:ext cx="4572000" cy="760823"/>
          </a:xfrm>
          <a:prstGeom prst="rect">
            <a:avLst/>
          </a:prstGeom>
        </p:spPr>
        <p:txBody>
          <a:bodyPr vert="horz" wrap="square" lIns="0" tIns="52425" rIns="0" bIns="0" rtlCol="0">
            <a:spAutoFit/>
          </a:bodyPr>
          <a:lstStyle/>
          <a:p>
            <a:pPr lvl="0">
              <a:defRPr/>
            </a:pPr>
            <a:r>
              <a:rPr lang="en-US" sz="2200" dirty="0">
                <a:latin typeface="+mj-lt"/>
                <a:cs typeface="Times New Roman" pitchFamily="18" charset="0"/>
              </a:rPr>
              <a:t>Statistical Process and Quality Control</a:t>
            </a:r>
          </a:p>
          <a:p>
            <a:endParaRPr lang="en-US" sz="2400" dirty="0">
              <a:solidFill>
                <a:schemeClr val="bg1"/>
              </a:solidFill>
              <a:latin typeface="+mj-lt"/>
              <a:cs typeface="Times New Roman" pitchFamily="18" charset="0"/>
            </a:endParaRPr>
          </a:p>
        </p:txBody>
      </p:sp>
      <p:sp>
        <p:nvSpPr>
          <p:cNvPr id="12" name="object 12"/>
          <p:cNvSpPr/>
          <p:nvPr/>
        </p:nvSpPr>
        <p:spPr>
          <a:xfrm>
            <a:off x="3983182" y="3429000"/>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pic>
        <p:nvPicPr>
          <p:cNvPr id="21" name="Picture 20"/>
          <p:cNvPicPr>
            <a:picLocks noChangeAspect="1"/>
          </p:cNvPicPr>
          <p:nvPr/>
        </p:nvPicPr>
        <p:blipFill>
          <a:blip r:embed="rId6"/>
          <a:stretch>
            <a:fillRect/>
          </a:stretch>
        </p:blipFill>
        <p:spPr>
          <a:xfrm>
            <a:off x="30018" y="25400"/>
            <a:ext cx="1755800" cy="1024217"/>
          </a:xfrm>
          <a:prstGeom prst="rect">
            <a:avLst/>
          </a:prstGeom>
        </p:spPr>
      </p:pic>
      <p:sp>
        <p:nvSpPr>
          <p:cNvPr id="22" name="Title 1">
            <a:extLst>
              <a:ext uri="{FF2B5EF4-FFF2-40B4-BE49-F238E27FC236}">
                <a16:creationId xmlns:a16="http://schemas.microsoft.com/office/drawing/2014/main" id="{1C7BBAA3-263A-8FE5-5AA3-E40EF73A5AE9}"/>
              </a:ext>
            </a:extLst>
          </p:cNvPr>
          <p:cNvSpPr txBox="1">
            <a:spLocks/>
          </p:cNvSpPr>
          <p:nvPr/>
        </p:nvSpPr>
        <p:spPr>
          <a:xfrm>
            <a:off x="1752600" y="-43129"/>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UNIT OBJECTIVE</a:t>
            </a:r>
            <a:br>
              <a:rPr lang="en-US" sz="2800" dirty="0">
                <a:latin typeface="Times New Roman" panose="02020603050405020304" pitchFamily="18" charset="0"/>
                <a:cs typeface="Times New Roman" panose="02020603050405020304" pitchFamily="18" charset="0"/>
              </a:rPr>
            </a:b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D90303-5D79-46E9-9BB4-19C0CD37BDED}" type="datetime1">
              <a:rPr lang="en-US" smtClean="0"/>
              <a:t>5/1/2026</a:t>
            </a:fld>
            <a:endParaRPr lang="en-US"/>
          </a:p>
        </p:txBody>
      </p:sp>
      <p:sp>
        <p:nvSpPr>
          <p:cNvPr id="10"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graphicFrame>
        <p:nvGraphicFramePr>
          <p:cNvPr id="9" name="Content Placeholder 1"/>
          <p:cNvGraphicFramePr>
            <a:graphicFrameLocks/>
          </p:cNvGraphicFramePr>
          <p:nvPr>
            <p:extLst>
              <p:ext uri="{D42A27DB-BD31-4B8C-83A1-F6EECF244321}">
                <p14:modId xmlns:p14="http://schemas.microsoft.com/office/powerpoint/2010/main" val="2672799168"/>
              </p:ext>
            </p:extLst>
          </p:nvPr>
        </p:nvGraphicFramePr>
        <p:xfrm>
          <a:off x="479685" y="1066800"/>
          <a:ext cx="8229600" cy="4697041"/>
        </p:xfrm>
        <a:graphic>
          <a:graphicData uri="http://schemas.openxmlformats.org/drawingml/2006/table">
            <a:tbl>
              <a:tblPr>
                <a:tableStyleId>{93296810-A885-4BE3-A3E7-6D5BEEA58F35}</a:tableStyleId>
              </a:tblPr>
              <a:tblGrid>
                <a:gridCol w="1591380">
                  <a:extLst>
                    <a:ext uri="{9D8B030D-6E8A-4147-A177-3AD203B41FA5}">
                      <a16:colId xmlns:a16="http://schemas.microsoft.com/office/drawing/2014/main" val="20000"/>
                    </a:ext>
                  </a:extLst>
                </a:gridCol>
                <a:gridCol w="6638220">
                  <a:extLst>
                    <a:ext uri="{9D8B030D-6E8A-4147-A177-3AD203B41FA5}">
                      <a16:colId xmlns:a16="http://schemas.microsoft.com/office/drawing/2014/main" val="20001"/>
                    </a:ext>
                  </a:extLst>
                </a:gridCol>
              </a:tblGrid>
              <a:tr h="821101">
                <a:tc>
                  <a:txBody>
                    <a:bodyPr/>
                    <a:lstStyle/>
                    <a:p>
                      <a:r>
                        <a:rPr lang="en-US" sz="2200" dirty="0"/>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Define the Quality Concepts and Manufacturing Quality</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AOE0861.2</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 Conceptualize the term Quality Management and relate to this various TQM Principles</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AOE0861.3</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 Analyze the different Tools and Techniques and Control Charts</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AOE0861.4</a:t>
                      </a:r>
                    </a:p>
                    <a:p>
                      <a:endParaRPr lang="en-US" u="none" dirty="0">
                        <a:solidFill>
                          <a:srgbClr val="FF0000"/>
                        </a:solidFill>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u="none" dirty="0"/>
                        <a:t> </a:t>
                      </a:r>
                      <a:r>
                        <a:rPr lang="en-US" sz="2200" u="none" kern="1200" dirty="0"/>
                        <a:t>Statistical Process Control and Total Productive</a:t>
                      </a:r>
                      <a:r>
                        <a:rPr lang="en-US" sz="2200" u="none" kern="1200" baseline="0" dirty="0"/>
                        <a:t>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u="none" kern="1200" baseline="0" dirty="0"/>
                        <a:t> Maintenance</a:t>
                      </a:r>
                      <a:endParaRPr lang="en-US" sz="2200" u="none" kern="1200" dirty="0"/>
                    </a:p>
                    <a:p>
                      <a:pPr marL="0" marR="0" algn="just">
                        <a:spcBef>
                          <a:spcPts val="0"/>
                        </a:spcBef>
                        <a:spcAft>
                          <a:spcPts val="0"/>
                        </a:spcAft>
                      </a:pPr>
                      <a:endParaRPr lang="en-US" sz="2200" b="0" u="none" dirty="0">
                        <a:solidFill>
                          <a:srgbClr val="FF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3"/>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AOE0861.5</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 Coordinate IS0 and its concept to Quality Management</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3" name="Picture 12"/>
          <p:cNvPicPr>
            <a:picLocks noChangeAspect="1"/>
          </p:cNvPicPr>
          <p:nvPr/>
        </p:nvPicPr>
        <p:blipFill>
          <a:blip r:embed="rId2"/>
          <a:stretch>
            <a:fillRect/>
          </a:stretch>
        </p:blipFill>
        <p:spPr>
          <a:xfrm>
            <a:off x="30018" y="25400"/>
            <a:ext cx="1755800" cy="1024217"/>
          </a:xfrm>
          <a:prstGeom prst="rect">
            <a:avLst/>
          </a:prstGeom>
        </p:spPr>
      </p:pic>
      <p:pic>
        <p:nvPicPr>
          <p:cNvPr id="14" name="Picture 13"/>
          <p:cNvPicPr>
            <a:picLocks noChangeAspect="1"/>
          </p:cNvPicPr>
          <p:nvPr/>
        </p:nvPicPr>
        <p:blipFill>
          <a:blip r:embed="rId3"/>
          <a:stretch>
            <a:fillRect/>
          </a:stretch>
        </p:blipFill>
        <p:spPr>
          <a:xfrm>
            <a:off x="1699491" y="-11545"/>
            <a:ext cx="7444509" cy="9144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lnSpcReduction="10000"/>
          </a:bodyPr>
          <a:lstStyle/>
          <a:p>
            <a:pPr eaLnBrk="1" hangingPunct="1">
              <a:buNone/>
            </a:pPr>
            <a:r>
              <a:rPr lang="en-US" sz="2400" dirty="0"/>
              <a:t>1. Engineering knowledge</a:t>
            </a:r>
          </a:p>
          <a:p>
            <a:pPr eaLnBrk="1" hangingPunct="1">
              <a:buNone/>
            </a:pPr>
            <a:r>
              <a:rPr lang="en-US" altLang="en-US" sz="2400" dirty="0"/>
              <a:t>2.</a:t>
            </a:r>
            <a:r>
              <a:rPr lang="en-US" sz="2400" dirty="0"/>
              <a:t> Problem analysis</a:t>
            </a:r>
          </a:p>
          <a:p>
            <a:pPr eaLnBrk="1" hangingPunct="1">
              <a:buNone/>
            </a:pPr>
            <a:r>
              <a:rPr lang="en-US" altLang="en-US" sz="2400" dirty="0"/>
              <a:t>3.</a:t>
            </a:r>
            <a:r>
              <a:rPr lang="en-US" sz="2400" dirty="0"/>
              <a:t> Design/development of solutions</a:t>
            </a:r>
          </a:p>
          <a:p>
            <a:pPr eaLnBrk="1" hangingPunct="1">
              <a:buNone/>
            </a:pPr>
            <a:r>
              <a:rPr lang="en-US" altLang="en-US" sz="2400" dirty="0"/>
              <a:t>4.</a:t>
            </a:r>
            <a:r>
              <a:rPr lang="en-US" sz="2400" dirty="0"/>
              <a:t> Conduct investigations of complex problems</a:t>
            </a:r>
          </a:p>
          <a:p>
            <a:pPr eaLnBrk="1" hangingPunct="1">
              <a:buNone/>
            </a:pPr>
            <a:r>
              <a:rPr lang="en-US" altLang="en-US" sz="2400" dirty="0"/>
              <a:t>5.</a:t>
            </a:r>
            <a:r>
              <a:rPr lang="en-US" sz="2400" dirty="0"/>
              <a:t> Modern tool usage</a:t>
            </a:r>
          </a:p>
          <a:p>
            <a:pPr eaLnBrk="1" hangingPunct="1">
              <a:buNone/>
            </a:pPr>
            <a:r>
              <a:rPr lang="en-US" altLang="en-US" sz="2400" dirty="0"/>
              <a:t>6.</a:t>
            </a:r>
            <a:r>
              <a:rPr lang="en-US" sz="2400" dirty="0"/>
              <a:t> The engineer and society</a:t>
            </a:r>
          </a:p>
          <a:p>
            <a:pPr eaLnBrk="1" hangingPunct="1">
              <a:buNone/>
            </a:pPr>
            <a:r>
              <a:rPr lang="en-US" altLang="en-US" sz="2400" dirty="0"/>
              <a:t>7.</a:t>
            </a:r>
            <a:r>
              <a:rPr lang="en-US" sz="2400" dirty="0"/>
              <a:t> Environment and sustainability</a:t>
            </a:r>
          </a:p>
          <a:p>
            <a:pPr eaLnBrk="1" hangingPunct="1">
              <a:buNone/>
            </a:pPr>
            <a:r>
              <a:rPr lang="en-US" altLang="en-US" sz="2400" dirty="0"/>
              <a:t>8.</a:t>
            </a:r>
            <a:r>
              <a:rPr lang="en-US" sz="2400" dirty="0"/>
              <a:t> Ethics</a:t>
            </a:r>
          </a:p>
          <a:p>
            <a:pPr eaLnBrk="1" hangingPunct="1">
              <a:buNone/>
            </a:pPr>
            <a:r>
              <a:rPr lang="en-US" altLang="en-US" sz="2400" dirty="0"/>
              <a:t>9.</a:t>
            </a:r>
            <a:r>
              <a:rPr lang="en-US" sz="2400" dirty="0"/>
              <a:t> Individual and team work</a:t>
            </a:r>
          </a:p>
          <a:p>
            <a:pPr eaLnBrk="1" hangingPunct="1">
              <a:buNone/>
            </a:pPr>
            <a:r>
              <a:rPr lang="en-US" altLang="en-US" sz="2400" dirty="0"/>
              <a:t>10.</a:t>
            </a:r>
            <a:r>
              <a:rPr lang="en-US" sz="2400" dirty="0"/>
              <a:t> Communication</a:t>
            </a:r>
          </a:p>
          <a:p>
            <a:pPr eaLnBrk="1" hangingPunct="1">
              <a:buNone/>
            </a:pPr>
            <a:r>
              <a:rPr lang="en-US" altLang="en-US" sz="2400" dirty="0"/>
              <a:t>11.</a:t>
            </a:r>
            <a:r>
              <a:rPr lang="en-US" sz="2400" dirty="0"/>
              <a:t> Project management and finance</a:t>
            </a:r>
          </a:p>
          <a:p>
            <a:pPr eaLnBrk="1" hangingPunct="1">
              <a:buNone/>
            </a:pPr>
            <a:r>
              <a:rPr lang="en-US" altLang="en-US" sz="2400" dirty="0"/>
              <a:t>12.</a:t>
            </a:r>
            <a:r>
              <a:rPr lang="en-US" sz="2400" dirty="0"/>
              <a:t> Life-long learning</a:t>
            </a:r>
            <a:endParaRPr lang="en-US" altLang="en-US" sz="2200" dirty="0"/>
          </a:p>
          <a:p>
            <a:pPr eaLnBrk="1" hangingPunct="1"/>
            <a:endParaRPr lang="en-US" altLang="en-US" sz="2200" dirty="0"/>
          </a:p>
          <a:p>
            <a:pPr eaLnBrk="1" hangingPunct="1">
              <a:buFont typeface="Arial" panose="020B0604020202020204" pitchFamily="34" charset="0"/>
              <a:buNone/>
            </a:pPr>
            <a:endParaRPr lang="en-US" altLang="en-US" sz="2200" dirty="0"/>
          </a:p>
          <a:p>
            <a:pPr eaLnBrk="1" hangingPunct="1">
              <a:buFont typeface="Arial" panose="020B0604020202020204" pitchFamily="34" charset="0"/>
              <a:buNone/>
            </a:pPr>
            <a:endParaRPr lang="en-US" altLang="en-US" sz="2200" dirty="0"/>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half" idx="10"/>
          </p:nvPr>
        </p:nvSpPr>
        <p:spPr/>
        <p:txBody>
          <a:bodyPr/>
          <a:lstStyle/>
          <a:p>
            <a:pPr>
              <a:defRPr/>
            </a:pPr>
            <a:fld id="{8254E753-CBC9-4133-9E36-9FF0A5617368}" type="datetime1">
              <a:rPr lang="en-US" smtClean="0"/>
              <a:t>5/1/2026</a:t>
            </a:fld>
            <a:endParaRPr lang="en-US"/>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029200" cy="365125"/>
          </a:xfrm>
        </p:spPr>
        <p:txBody>
          <a:bodyPr/>
          <a:lstStyle/>
          <a:p>
            <a:pPr>
              <a:defRPr/>
            </a:pPr>
            <a:r>
              <a:rPr lang="pt-BR"/>
              <a:t>Mr. Minhaj Nezami   AOE0861     TQM     Unit 4</a:t>
            </a:r>
            <a:endParaRPr lang="en-US" dirty="0"/>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smtClean="0">
                <a:solidFill>
                  <a:srgbClr val="898989"/>
                </a:solidFill>
                <a:latin typeface="Calibri" panose="020F0502020204030204" pitchFamily="34" charset="0"/>
              </a:rPr>
              <a:pPr eaLnBrk="1" hangingPunct="1"/>
              <a:t>8</a:t>
            </a:fld>
            <a:endParaRPr lang="en-US" altLang="en-US">
              <a:solidFill>
                <a:srgbClr val="898989"/>
              </a:solidFill>
              <a:latin typeface="Calibri" panose="020F0502020204030204" pitchFamily="34" charset="0"/>
            </a:endParaRPr>
          </a:p>
        </p:txBody>
      </p:sp>
      <p:pic>
        <p:nvPicPr>
          <p:cNvPr id="13" name="Picture 12"/>
          <p:cNvPicPr>
            <a:picLocks noChangeAspect="1"/>
          </p:cNvPicPr>
          <p:nvPr/>
        </p:nvPicPr>
        <p:blipFill>
          <a:blip r:embed="rId3"/>
          <a:stretch>
            <a:fillRect/>
          </a:stretch>
        </p:blipFill>
        <p:spPr>
          <a:xfrm>
            <a:off x="30018" y="25400"/>
            <a:ext cx="1755800" cy="1024217"/>
          </a:xfrm>
          <a:prstGeom prst="rect">
            <a:avLst/>
          </a:prstGeom>
        </p:spPr>
      </p:pic>
      <p:pic>
        <p:nvPicPr>
          <p:cNvPr id="12" name="Picture 11"/>
          <p:cNvPicPr>
            <a:picLocks noChangeAspect="1"/>
          </p:cNvPicPr>
          <p:nvPr/>
        </p:nvPicPr>
        <p:blipFill>
          <a:blip r:embed="rId4"/>
          <a:stretch>
            <a:fillRect/>
          </a:stretch>
        </p:blipFill>
        <p:spPr>
          <a:xfrm>
            <a:off x="1755800" y="-24426"/>
            <a:ext cx="7492633" cy="920576"/>
          </a:xfrm>
          <a:prstGeom prst="rect">
            <a:avLst/>
          </a:prstGeom>
        </p:spPr>
      </p:pic>
    </p:spTree>
    <p:extLst>
      <p:ext uri="{BB962C8B-B14F-4D97-AF65-F5344CB8AC3E}">
        <p14:creationId xmlns:p14="http://schemas.microsoft.com/office/powerpoint/2010/main" val="2271345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558337-F37E-4866-8D26-2D3BAAB1FCC4}" type="datetime1">
              <a:rPr lang="en-US" smtClean="0"/>
              <a:t>5/1/2026</a:t>
            </a:fld>
            <a:endParaRPr lang="en-US"/>
          </a:p>
        </p:txBody>
      </p:sp>
      <p:sp>
        <p:nvSpPr>
          <p:cNvPr id="5" name="Footer Placeholder 4"/>
          <p:cNvSpPr>
            <a:spLocks noGrp="1"/>
          </p:cNvSpPr>
          <p:nvPr>
            <p:ph type="ftr" sz="quarter" idx="11"/>
          </p:nvPr>
        </p:nvSpPr>
        <p:spPr>
          <a:xfrm>
            <a:off x="2590800" y="6324600"/>
            <a:ext cx="5486400" cy="533400"/>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1333998953"/>
              </p:ext>
            </p:extLst>
          </p:nvPr>
        </p:nvGraphicFramePr>
        <p:xfrm>
          <a:off x="152400" y="1097066"/>
          <a:ext cx="8915400" cy="5075133"/>
        </p:xfrm>
        <a:graphic>
          <a:graphicData uri="http://schemas.openxmlformats.org/drawingml/2006/table">
            <a:tbl>
              <a:tblPr>
                <a:tableStyleId>{93296810-A885-4BE3-A3E7-6D5BEEA58F35}</a:tableStyleId>
              </a:tblPr>
              <a:tblGrid>
                <a:gridCol w="1235336">
                  <a:extLst>
                    <a:ext uri="{9D8B030D-6E8A-4147-A177-3AD203B41FA5}">
                      <a16:colId xmlns:a16="http://schemas.microsoft.com/office/drawing/2014/main" val="20000"/>
                    </a:ext>
                  </a:extLst>
                </a:gridCol>
                <a:gridCol w="580913">
                  <a:extLst>
                    <a:ext uri="{9D8B030D-6E8A-4147-A177-3AD203B41FA5}">
                      <a16:colId xmlns:a16="http://schemas.microsoft.com/office/drawing/2014/main" val="20001"/>
                    </a:ext>
                  </a:extLst>
                </a:gridCol>
                <a:gridCol w="545951">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584970">
                  <a:extLst>
                    <a:ext uri="{9D8B030D-6E8A-4147-A177-3AD203B41FA5}">
                      <a16:colId xmlns:a16="http://schemas.microsoft.com/office/drawing/2014/main" val="20004"/>
                    </a:ext>
                  </a:extLst>
                </a:gridCol>
                <a:gridCol w="669829">
                  <a:extLst>
                    <a:ext uri="{9D8B030D-6E8A-4147-A177-3AD203B41FA5}">
                      <a16:colId xmlns:a16="http://schemas.microsoft.com/office/drawing/2014/main" val="20005"/>
                    </a:ext>
                  </a:extLst>
                </a:gridCol>
                <a:gridCol w="669829">
                  <a:extLst>
                    <a:ext uri="{9D8B030D-6E8A-4147-A177-3AD203B41FA5}">
                      <a16:colId xmlns:a16="http://schemas.microsoft.com/office/drawing/2014/main" val="20006"/>
                    </a:ext>
                  </a:extLst>
                </a:gridCol>
                <a:gridCol w="669829">
                  <a:extLst>
                    <a:ext uri="{9D8B030D-6E8A-4147-A177-3AD203B41FA5}">
                      <a16:colId xmlns:a16="http://schemas.microsoft.com/office/drawing/2014/main" val="20007"/>
                    </a:ext>
                  </a:extLst>
                </a:gridCol>
                <a:gridCol w="669829">
                  <a:extLst>
                    <a:ext uri="{9D8B030D-6E8A-4147-A177-3AD203B41FA5}">
                      <a16:colId xmlns:a16="http://schemas.microsoft.com/office/drawing/2014/main" val="20008"/>
                    </a:ext>
                  </a:extLst>
                </a:gridCol>
                <a:gridCol w="669829">
                  <a:extLst>
                    <a:ext uri="{9D8B030D-6E8A-4147-A177-3AD203B41FA5}">
                      <a16:colId xmlns:a16="http://schemas.microsoft.com/office/drawing/2014/main" val="20009"/>
                    </a:ext>
                  </a:extLst>
                </a:gridCol>
                <a:gridCol w="669829">
                  <a:extLst>
                    <a:ext uri="{9D8B030D-6E8A-4147-A177-3AD203B41FA5}">
                      <a16:colId xmlns:a16="http://schemas.microsoft.com/office/drawing/2014/main" val="20010"/>
                    </a:ext>
                  </a:extLst>
                </a:gridCol>
                <a:gridCol w="669829">
                  <a:extLst>
                    <a:ext uri="{9D8B030D-6E8A-4147-A177-3AD203B41FA5}">
                      <a16:colId xmlns:a16="http://schemas.microsoft.com/office/drawing/2014/main" val="20011"/>
                    </a:ext>
                  </a:extLst>
                </a:gridCol>
                <a:gridCol w="593627">
                  <a:extLst>
                    <a:ext uri="{9D8B030D-6E8A-4147-A177-3AD203B41FA5}">
                      <a16:colId xmlns:a16="http://schemas.microsoft.com/office/drawing/2014/main" val="20012"/>
                    </a:ext>
                  </a:extLst>
                </a:gridCol>
              </a:tblGrid>
              <a:tr h="725019">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PO4</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PO6</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PO7</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PO8</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PO9</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PO10</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25019">
                <a:tc>
                  <a:txBody>
                    <a:bodyPr/>
                    <a:lstStyle/>
                    <a:p>
                      <a:pPr marL="0" marR="0" algn="ctr">
                        <a:lnSpc>
                          <a:spcPct val="115000"/>
                        </a:lnSpc>
                        <a:spcBef>
                          <a:spcPts val="0"/>
                        </a:spcBef>
                        <a:spcAft>
                          <a:spcPts val="1000"/>
                        </a:spcAft>
                      </a:pPr>
                      <a:r>
                        <a:rPr lang="en-US" sz="1800" dirty="0"/>
                        <a:t>AOE0861.1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5019">
                <a:tc>
                  <a:txBody>
                    <a:bodyPr/>
                    <a:lstStyle/>
                    <a:p>
                      <a:pPr marL="0" marR="0" algn="ctr">
                        <a:lnSpc>
                          <a:spcPct val="115000"/>
                        </a:lnSpc>
                        <a:spcBef>
                          <a:spcPts val="0"/>
                        </a:spcBef>
                        <a:spcAft>
                          <a:spcPts val="1000"/>
                        </a:spcAft>
                      </a:pPr>
                      <a:r>
                        <a:rPr lang="en-US" sz="1800" dirty="0"/>
                        <a:t>AOE0861.2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5019">
                <a:tc>
                  <a:txBody>
                    <a:bodyPr/>
                    <a:lstStyle/>
                    <a:p>
                      <a:pPr marL="0" marR="0" algn="ctr">
                        <a:lnSpc>
                          <a:spcPct val="115000"/>
                        </a:lnSpc>
                        <a:spcBef>
                          <a:spcPts val="0"/>
                        </a:spcBef>
                        <a:spcAft>
                          <a:spcPts val="1000"/>
                        </a:spcAft>
                      </a:pPr>
                      <a:r>
                        <a:rPr lang="en-US" sz="1800" dirty="0"/>
                        <a:t>AOE0861.3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25019">
                <a:tc>
                  <a:txBody>
                    <a:bodyPr/>
                    <a:lstStyle/>
                    <a:p>
                      <a:pPr marL="0" marR="0" algn="ctr">
                        <a:lnSpc>
                          <a:spcPct val="115000"/>
                        </a:lnSpc>
                        <a:spcBef>
                          <a:spcPts val="0"/>
                        </a:spcBef>
                        <a:spcAft>
                          <a:spcPts val="1000"/>
                        </a:spcAft>
                      </a:pPr>
                      <a:r>
                        <a:rPr lang="en-US" sz="1800" dirty="0"/>
                        <a:t>AOE0861.4</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3</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3</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1</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1</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3</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3</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4"/>
                  </a:ext>
                </a:extLst>
              </a:tr>
              <a:tr h="725019">
                <a:tc>
                  <a:txBody>
                    <a:bodyPr/>
                    <a:lstStyle/>
                    <a:p>
                      <a:pPr marL="0" marR="0" algn="ctr">
                        <a:lnSpc>
                          <a:spcPct val="115000"/>
                        </a:lnSpc>
                        <a:spcBef>
                          <a:spcPts val="0"/>
                        </a:spcBef>
                        <a:spcAft>
                          <a:spcPts val="1000"/>
                        </a:spcAft>
                      </a:pPr>
                      <a:r>
                        <a:rPr lang="en-US" sz="1800" dirty="0"/>
                        <a:t>AOE0861.5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25019">
                <a:tc>
                  <a:txBody>
                    <a:bodyPr/>
                    <a:lstStyle/>
                    <a:p>
                      <a:pPr marL="0" marR="0" algn="ctr">
                        <a:lnSpc>
                          <a:spcPct val="115000"/>
                        </a:lnSpc>
                        <a:spcBef>
                          <a:spcPts val="0"/>
                        </a:spcBef>
                        <a:spcAft>
                          <a:spcPts val="0"/>
                        </a:spcAft>
                      </a:pPr>
                      <a:r>
                        <a:rPr lang="en-US" sz="1800"/>
                        <a:t>Avg</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3</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2.6</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2.6</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2.4</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1</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1.6</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1</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2.2</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3</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11" name="Picture 10"/>
          <p:cNvPicPr>
            <a:picLocks noChangeAspect="1"/>
          </p:cNvPicPr>
          <p:nvPr/>
        </p:nvPicPr>
        <p:blipFill>
          <a:blip r:embed="rId2"/>
          <a:stretch>
            <a:fillRect/>
          </a:stretch>
        </p:blipFill>
        <p:spPr>
          <a:xfrm>
            <a:off x="30018" y="25400"/>
            <a:ext cx="1755800" cy="1024217"/>
          </a:xfrm>
          <a:prstGeom prst="rect">
            <a:avLst/>
          </a:prstGeom>
        </p:spPr>
      </p:pic>
      <p:pic>
        <p:nvPicPr>
          <p:cNvPr id="10" name="Picture 9"/>
          <p:cNvPicPr>
            <a:picLocks noChangeAspect="1"/>
          </p:cNvPicPr>
          <p:nvPr/>
        </p:nvPicPr>
        <p:blipFill>
          <a:blip r:embed="rId3"/>
          <a:stretch>
            <a:fillRect/>
          </a:stretch>
        </p:blipFill>
        <p:spPr>
          <a:xfrm>
            <a:off x="1683541" y="-22050"/>
            <a:ext cx="7486537" cy="9205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50F11C3-F441-4285-BDB5-65E7135D14C0}"/>
              </a:ext>
            </a:extLst>
          </p:cNvPr>
          <p:cNvSpPr>
            <a:spLocks noGrp="1"/>
          </p:cNvSpPr>
          <p:nvPr>
            <p:ph type="dt" sz="half" idx="10"/>
          </p:nvPr>
        </p:nvSpPr>
        <p:spPr/>
        <p:txBody>
          <a:bodyPr/>
          <a:lstStyle/>
          <a:p>
            <a:pPr>
              <a:defRPr/>
            </a:pPr>
            <a:fld id="{00A3E856-E843-4265-83DE-4F87D56A5BFB}" type="datetime1">
              <a:rPr lang="en-US" smtClean="0"/>
              <a:t>5/1/2026</a:t>
            </a:fld>
            <a:endParaRPr lang="en-US"/>
          </a:p>
        </p:txBody>
      </p:sp>
      <p:sp>
        <p:nvSpPr>
          <p:cNvPr id="9" name="Footer Placeholder 12">
            <a:extLst>
              <a:ext uri="{FF2B5EF4-FFF2-40B4-BE49-F238E27FC236}">
                <a16:creationId xmlns:a16="http://schemas.microsoft.com/office/drawing/2014/main" id="{42AF3D76-6534-410A-9BD2-AA5AD364FAE3}"/>
              </a:ext>
            </a:extLst>
          </p:cNvPr>
          <p:cNvSpPr>
            <a:spLocks noGrp="1"/>
          </p:cNvSpPr>
          <p:nvPr>
            <p:ph type="ftr" sz="quarter" idx="11"/>
          </p:nvPr>
        </p:nvSpPr>
        <p:spPr>
          <a:xfrm>
            <a:off x="2286000" y="6248400"/>
            <a:ext cx="5029200" cy="365125"/>
          </a:xfrm>
        </p:spPr>
        <p:txBody>
          <a:bodyPr/>
          <a:lstStyle/>
          <a:p>
            <a:pPr>
              <a:defRPr/>
            </a:pPr>
            <a:r>
              <a:rPr lang="pt-BR"/>
              <a:t>Mr. Minhaj Nezami   AOE0861     TQM     Unit 4</a:t>
            </a:r>
            <a:endParaRPr lang="en-US" dirty="0"/>
          </a:p>
        </p:txBody>
      </p:sp>
      <p:sp>
        <p:nvSpPr>
          <p:cNvPr id="7" name="Slide Number Placeholder 6">
            <a:extLst>
              <a:ext uri="{FF2B5EF4-FFF2-40B4-BE49-F238E27FC236}">
                <a16:creationId xmlns:a16="http://schemas.microsoft.com/office/drawing/2014/main" id="{A81AB0AF-3484-4295-A13E-DD948A8E004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99D4D72-2D13-45B1-9DA8-AEA9D217C0EE}" type="slidenum">
              <a:rPr lang="en-US" altLang="en-US" smtClean="0">
                <a:solidFill>
                  <a:srgbClr val="898989"/>
                </a:solidFill>
                <a:latin typeface="Calibri" panose="020F0502020204030204" pitchFamily="34" charset="0"/>
              </a:rPr>
              <a:pPr eaLnBrk="1" hangingPunct="1"/>
              <a:t>10</a:t>
            </a:fld>
            <a:endParaRPr lang="en-US" altLang="en-US">
              <a:solidFill>
                <a:srgbClr val="898989"/>
              </a:solidFill>
              <a:latin typeface="Calibri" panose="020F0502020204030204" pitchFamily="34" charset="0"/>
            </a:endParaRPr>
          </a:p>
        </p:txBody>
      </p:sp>
      <p:sp>
        <p:nvSpPr>
          <p:cNvPr id="11" name="Content Placeholder 2">
            <a:extLst>
              <a:ext uri="{FF2B5EF4-FFF2-40B4-BE49-F238E27FC236}">
                <a16:creationId xmlns:a16="http://schemas.microsoft.com/office/drawing/2014/main" id="{726A2084-274C-41B1-8454-558D0521AB91}"/>
              </a:ext>
            </a:extLst>
          </p:cNvPr>
          <p:cNvSpPr txBox="1">
            <a:spLocks/>
          </p:cNvSpPr>
          <p:nvPr/>
        </p:nvSpPr>
        <p:spPr bwMode="auto">
          <a:xfrm>
            <a:off x="108858" y="1034143"/>
            <a:ext cx="8773886" cy="5214257"/>
          </a:xfrm>
          <a:prstGeom prst="rect">
            <a:avLst/>
          </a:prstGeom>
          <a:noFill/>
          <a:ln w="9525">
            <a:noFill/>
            <a:miter lim="800000"/>
            <a:headEnd/>
            <a:tailEnd/>
          </a:ln>
        </p:spPr>
        <p:txBody>
          <a:bodyPr>
            <a:normAutofit lnSpcReduction="10000"/>
          </a:bodyPr>
          <a:lstStyle/>
          <a:p>
            <a:pPr algn="just"/>
            <a:r>
              <a:rPr lang="en-US" sz="2000" dirty="0"/>
              <a:t>On successful completion of graduation degree, The computer Science &amp; Engineering graduates will be able to:</a:t>
            </a:r>
          </a:p>
          <a:p>
            <a:pPr algn="just"/>
            <a:r>
              <a:rPr lang="en-US" dirty="0"/>
              <a:t> </a:t>
            </a:r>
          </a:p>
          <a:p>
            <a:pPr algn="just"/>
            <a:r>
              <a:rPr lang="en-US" sz="2200" b="1" dirty="0"/>
              <a:t>PSO1: </a:t>
            </a:r>
            <a:r>
              <a:rPr lang="en-US" sz="2000" dirty="0"/>
              <a:t>identify, analyze real world problems and design their ethical solutions using artificial intelligence, robotics, virtual/augmented reality, data analytics, block chain technology, and cloud computing.</a:t>
            </a:r>
          </a:p>
          <a:p>
            <a:pPr algn="just"/>
            <a:r>
              <a:rPr lang="en-US" b="1" dirty="0"/>
              <a:t> </a:t>
            </a:r>
            <a:endParaRPr lang="en-US" dirty="0"/>
          </a:p>
          <a:p>
            <a:pPr algn="just"/>
            <a:r>
              <a:rPr lang="en-US" sz="2200" b="1" dirty="0"/>
              <a:t>PSO2:</a:t>
            </a:r>
            <a:r>
              <a:rPr lang="en-US" sz="2200" dirty="0"/>
              <a:t> </a:t>
            </a:r>
            <a:r>
              <a:rPr lang="en-US" sz="2000" dirty="0"/>
              <a:t>design and develop the hardware sensor devices and related interfacing software systems for solving complex engineering problems.</a:t>
            </a:r>
          </a:p>
          <a:p>
            <a:pPr algn="just"/>
            <a:r>
              <a:rPr lang="en-US" b="1" dirty="0"/>
              <a:t> </a:t>
            </a:r>
            <a:endParaRPr lang="en-US" dirty="0"/>
          </a:p>
          <a:p>
            <a:pPr algn="just"/>
            <a:r>
              <a:rPr lang="en-US" sz="2200" b="1" dirty="0"/>
              <a:t>PSO3: </a:t>
            </a:r>
            <a:r>
              <a:rPr lang="en-US" sz="2000" dirty="0"/>
              <a:t>understand inter-disciplinary computing techniques and to apply them in the design of advanced computing.</a:t>
            </a:r>
          </a:p>
          <a:p>
            <a:pPr algn="just"/>
            <a:r>
              <a:rPr lang="en-US" b="1" dirty="0"/>
              <a:t> </a:t>
            </a:r>
            <a:endParaRPr lang="en-US" dirty="0"/>
          </a:p>
          <a:p>
            <a:pPr algn="just"/>
            <a:r>
              <a:rPr lang="en-US" sz="2200" b="1" dirty="0"/>
              <a:t>PSO4:</a:t>
            </a:r>
            <a:r>
              <a:rPr lang="en-US" sz="2200" dirty="0"/>
              <a:t> </a:t>
            </a:r>
            <a:r>
              <a:rPr lang="en-US" sz="2000" dirty="0"/>
              <a:t>conduct investigation of complex problem with the help of technical, managerial, leadership qualities, and modern engineering tools provided by industry sponsored laboratories.</a:t>
            </a:r>
          </a:p>
          <a:p>
            <a:r>
              <a:rPr lang="en-US" sz="2000" dirty="0"/>
              <a:t> </a:t>
            </a:r>
          </a:p>
        </p:txBody>
      </p:sp>
      <p:pic>
        <p:nvPicPr>
          <p:cNvPr id="14" name="Picture 13"/>
          <p:cNvPicPr>
            <a:picLocks noChangeAspect="1"/>
          </p:cNvPicPr>
          <p:nvPr/>
        </p:nvPicPr>
        <p:blipFill>
          <a:blip r:embed="rId3"/>
          <a:stretch>
            <a:fillRect/>
          </a:stretch>
        </p:blipFill>
        <p:spPr>
          <a:xfrm>
            <a:off x="30018" y="25400"/>
            <a:ext cx="1755800" cy="1024217"/>
          </a:xfrm>
          <a:prstGeom prst="rect">
            <a:avLst/>
          </a:prstGeom>
        </p:spPr>
      </p:pic>
      <p:pic>
        <p:nvPicPr>
          <p:cNvPr id="13" name="Picture 12"/>
          <p:cNvPicPr>
            <a:picLocks noChangeAspect="1"/>
          </p:cNvPicPr>
          <p:nvPr/>
        </p:nvPicPr>
        <p:blipFill>
          <a:blip r:embed="rId4"/>
          <a:stretch>
            <a:fillRect/>
          </a:stretch>
        </p:blipFill>
        <p:spPr>
          <a:xfrm>
            <a:off x="1864658" y="-1"/>
            <a:ext cx="7279342" cy="926193"/>
          </a:xfrm>
          <a:prstGeom prst="rect">
            <a:avLst/>
          </a:prstGeom>
        </p:spPr>
      </p:pic>
    </p:spTree>
    <p:extLst>
      <p:ext uri="{BB962C8B-B14F-4D97-AF65-F5344CB8AC3E}">
        <p14:creationId xmlns:p14="http://schemas.microsoft.com/office/powerpoint/2010/main" val="2682524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6E0EC9-87EB-4BB7-A99A-8CC5BB4B40D6}" type="datetime1">
              <a:rPr lang="en-US" smtClean="0"/>
              <a:t>5/1/2026</a:t>
            </a:fld>
            <a:endParaRPr lang="en-US"/>
          </a:p>
        </p:txBody>
      </p:sp>
      <p:sp>
        <p:nvSpPr>
          <p:cNvPr id="5" name="Footer Placeholder 4"/>
          <p:cNvSpPr>
            <a:spLocks noGrp="1"/>
          </p:cNvSpPr>
          <p:nvPr>
            <p:ph type="ftr" sz="quarter" idx="11"/>
          </p:nvPr>
        </p:nvSpPr>
        <p:spPr>
          <a:xfrm>
            <a:off x="2590800" y="6324600"/>
            <a:ext cx="5486400" cy="533400"/>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1237000057"/>
              </p:ext>
            </p:extLst>
          </p:nvPr>
        </p:nvGraphicFramePr>
        <p:xfrm>
          <a:off x="609600" y="1066802"/>
          <a:ext cx="8001000" cy="4876795"/>
        </p:xfrm>
        <a:graphic>
          <a:graphicData uri="http://schemas.openxmlformats.org/drawingml/2006/table">
            <a:tbl>
              <a:tblPr>
                <a:tableStyleId>{93296810-A885-4BE3-A3E7-6D5BEEA58F35}</a:tableStyleId>
              </a:tblPr>
              <a:tblGrid>
                <a:gridCol w="2000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tblGrid>
              <a:tr h="696685">
                <a:tc>
                  <a:txBody>
                    <a:bodyPr/>
                    <a:lstStyle/>
                    <a:p>
                      <a:pPr marL="0" marR="0">
                        <a:lnSpc>
                          <a:spcPct val="115000"/>
                        </a:lnSpc>
                        <a:spcBef>
                          <a:spcPts val="0"/>
                        </a:spcBef>
                        <a:spcAft>
                          <a:spcPts val="0"/>
                        </a:spcAft>
                      </a:pPr>
                      <a:r>
                        <a:rPr lang="en-US" sz="2200" dirty="0"/>
                        <a:t>CO</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PSO1</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PSO2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PSO3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96685">
                <a:tc>
                  <a:txBody>
                    <a:bodyPr/>
                    <a:lstStyle/>
                    <a:p>
                      <a:pPr marL="0" marR="0">
                        <a:lnSpc>
                          <a:spcPct val="115000"/>
                        </a:lnSpc>
                        <a:spcBef>
                          <a:spcPts val="0"/>
                        </a:spcBef>
                        <a:spcAft>
                          <a:spcPts val="1000"/>
                        </a:spcAft>
                      </a:pPr>
                      <a:r>
                        <a:rPr lang="en-US" sz="2200" dirty="0"/>
                        <a:t>AOE0861.1</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96685">
                <a:tc>
                  <a:txBody>
                    <a:bodyPr/>
                    <a:lstStyle/>
                    <a:p>
                      <a:pPr marL="0" marR="0">
                        <a:lnSpc>
                          <a:spcPct val="115000"/>
                        </a:lnSpc>
                        <a:spcBef>
                          <a:spcPts val="0"/>
                        </a:spcBef>
                        <a:spcAft>
                          <a:spcPts val="1000"/>
                        </a:spcAft>
                      </a:pPr>
                      <a:r>
                        <a:rPr lang="en-US" sz="2200" dirty="0"/>
                        <a:t>AOE0861.2</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96685">
                <a:tc>
                  <a:txBody>
                    <a:bodyPr/>
                    <a:lstStyle/>
                    <a:p>
                      <a:pPr marL="0" marR="0">
                        <a:lnSpc>
                          <a:spcPct val="115000"/>
                        </a:lnSpc>
                        <a:spcBef>
                          <a:spcPts val="0"/>
                        </a:spcBef>
                        <a:spcAft>
                          <a:spcPts val="1000"/>
                        </a:spcAft>
                      </a:pPr>
                      <a:r>
                        <a:rPr lang="en-US" sz="2200" dirty="0"/>
                        <a:t>AOE0861.3</a:t>
                      </a:r>
                      <a:endParaRPr lang="en-US" sz="2200" dirty="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2</a:t>
                      </a:r>
                      <a:endParaRPr lang="en-US" sz="220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96685">
                <a:tc>
                  <a:txBody>
                    <a:bodyPr/>
                    <a:lstStyle/>
                    <a:p>
                      <a:pPr marL="0" marR="0">
                        <a:lnSpc>
                          <a:spcPct val="115000"/>
                        </a:lnSpc>
                        <a:spcBef>
                          <a:spcPts val="0"/>
                        </a:spcBef>
                        <a:spcAft>
                          <a:spcPts val="1000"/>
                        </a:spcAft>
                      </a:pPr>
                      <a:r>
                        <a:rPr lang="en-US" sz="2200" dirty="0"/>
                        <a:t>AOE0861.4</a:t>
                      </a:r>
                      <a:endParaRPr lang="en-US" sz="2200" dirty="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a:t>3</a:t>
                      </a:r>
                      <a:endParaRPr lang="en-US" sz="220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a:t>3</a:t>
                      </a:r>
                      <a:endParaRPr lang="en-US" sz="220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a:t>3</a:t>
                      </a:r>
                      <a:endParaRPr lang="en-US" sz="220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4"/>
                  </a:ext>
                </a:extLst>
              </a:tr>
              <a:tr h="696685">
                <a:tc>
                  <a:txBody>
                    <a:bodyPr/>
                    <a:lstStyle/>
                    <a:p>
                      <a:pPr marL="0" marR="0">
                        <a:lnSpc>
                          <a:spcPct val="115000"/>
                        </a:lnSpc>
                        <a:spcBef>
                          <a:spcPts val="0"/>
                        </a:spcBef>
                        <a:spcAft>
                          <a:spcPts val="1000"/>
                        </a:spcAft>
                      </a:pPr>
                      <a:r>
                        <a:rPr lang="en-US" sz="2200" dirty="0"/>
                        <a:t>AOE0861.5</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96685">
                <a:tc>
                  <a:txBody>
                    <a:bodyPr/>
                    <a:lstStyle/>
                    <a:p>
                      <a:pPr marL="0" marR="0">
                        <a:lnSpc>
                          <a:spcPct val="115000"/>
                        </a:lnSpc>
                        <a:spcBef>
                          <a:spcPts val="0"/>
                        </a:spcBef>
                        <a:spcAft>
                          <a:spcPts val="0"/>
                        </a:spcAft>
                      </a:pPr>
                      <a:r>
                        <a:rPr lang="en-US" sz="2200" err="1"/>
                        <a:t>Avg</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a:t>3</a:t>
                      </a:r>
                      <a:endParaRPr lang="en-US" sz="2200">
                        <a:latin typeface="+mn-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a:t>2.2</a:t>
                      </a:r>
                      <a:endParaRPr lang="en-US" sz="2200">
                        <a:latin typeface="+mn-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t>2.8</a:t>
                      </a:r>
                      <a:endParaRPr lang="en-US" sz="2200" dirty="0">
                        <a:latin typeface="+mn-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11" name="Picture 10"/>
          <p:cNvPicPr>
            <a:picLocks noChangeAspect="1"/>
          </p:cNvPicPr>
          <p:nvPr/>
        </p:nvPicPr>
        <p:blipFill>
          <a:blip r:embed="rId2"/>
          <a:stretch>
            <a:fillRect/>
          </a:stretch>
        </p:blipFill>
        <p:spPr>
          <a:xfrm>
            <a:off x="30018" y="25400"/>
            <a:ext cx="1755800" cy="1024217"/>
          </a:xfrm>
          <a:prstGeom prst="rect">
            <a:avLst/>
          </a:prstGeom>
        </p:spPr>
      </p:pic>
      <p:pic>
        <p:nvPicPr>
          <p:cNvPr id="12" name="Picture 11"/>
          <p:cNvPicPr>
            <a:picLocks noChangeAspect="1"/>
          </p:cNvPicPr>
          <p:nvPr/>
        </p:nvPicPr>
        <p:blipFill>
          <a:blip r:embed="rId3"/>
          <a:stretch>
            <a:fillRect/>
          </a:stretch>
        </p:blipFill>
        <p:spPr>
          <a:xfrm>
            <a:off x="1657463" y="-44275"/>
            <a:ext cx="7486537" cy="9205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208344" y="1142999"/>
            <a:ext cx="8554656" cy="5081587"/>
          </a:xfrm>
        </p:spPr>
        <p:txBody>
          <a:bodyPr/>
          <a:lstStyle/>
          <a:p>
            <a:pPr eaLnBrk="1" hangingPunct="1">
              <a:buFont typeface="Arial" panose="020B0604020202020204" pitchFamily="34" charset="0"/>
              <a:buNone/>
            </a:pPr>
            <a:endParaRPr lang="en-US" altLang="en-US" sz="2200">
              <a:latin typeface="+mj-lt"/>
            </a:endParaRPr>
          </a:p>
          <a:p>
            <a:pPr eaLnBrk="1" hangingPunct="1"/>
            <a:endParaRPr lang="en-US" altLang="en-US" sz="2200">
              <a:latin typeface="+mj-lt"/>
            </a:endParaRPr>
          </a:p>
          <a:p>
            <a:pPr eaLnBrk="1" hangingPunct="1">
              <a:buFont typeface="Arial" panose="020B0604020202020204" pitchFamily="34" charset="0"/>
              <a:buNone/>
            </a:pPr>
            <a:endParaRPr lang="en-US" altLang="en-US" sz="2200">
              <a:latin typeface="+mj-lt"/>
            </a:endParaRPr>
          </a:p>
          <a:p>
            <a:pPr eaLnBrk="1" hangingPunct="1">
              <a:buFont typeface="Arial" panose="020B0604020202020204" pitchFamily="34" charset="0"/>
              <a:buNone/>
            </a:pPr>
            <a:endParaRPr lang="en-US" altLang="en-US" sz="2200">
              <a:latin typeface="+mj-lt"/>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half" idx="10"/>
          </p:nvPr>
        </p:nvSpPr>
        <p:spPr/>
        <p:txBody>
          <a:bodyPr/>
          <a:lstStyle/>
          <a:p>
            <a:pPr>
              <a:defRPr/>
            </a:pPr>
            <a:fld id="{A8F46F70-A2F3-4B24-AD78-954D30B443C0}" type="datetime1">
              <a:rPr lang="en-US" smtClean="0">
                <a:latin typeface="+mj-lt"/>
              </a:rPr>
              <a:t>5/1/2026</a:t>
            </a:fld>
            <a:endParaRPr lang="en-US">
              <a:latin typeface="+mj-lt"/>
            </a:endParaRP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029200" cy="365125"/>
          </a:xfrm>
        </p:spPr>
        <p:txBody>
          <a:bodyPr/>
          <a:lstStyle/>
          <a:p>
            <a:pPr>
              <a:defRPr/>
            </a:pPr>
            <a:r>
              <a:rPr lang="pt-BR">
                <a:latin typeface="+mj-lt"/>
              </a:rPr>
              <a:t>Mr. Minhaj Nezami   AOE0861     TQM     Unit 4</a:t>
            </a:r>
            <a:endParaRPr lang="en-US" dirty="0">
              <a:latin typeface="+mj-lt"/>
            </a:endParaRPr>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smtClean="0">
                <a:solidFill>
                  <a:srgbClr val="898989"/>
                </a:solidFill>
                <a:latin typeface="+mj-lt"/>
              </a:rPr>
              <a:pPr eaLnBrk="1" hangingPunct="1"/>
              <a:t>12</a:t>
            </a:fld>
            <a:endParaRPr lang="en-US" altLang="en-US">
              <a:solidFill>
                <a:srgbClr val="898989"/>
              </a:solidFill>
              <a:latin typeface="+mj-lt"/>
            </a:endParaRPr>
          </a:p>
        </p:txBody>
      </p:sp>
      <p:sp>
        <p:nvSpPr>
          <p:cNvPr id="3" name="Rectangle 2"/>
          <p:cNvSpPr/>
          <p:nvPr/>
        </p:nvSpPr>
        <p:spPr>
          <a:xfrm>
            <a:off x="457200" y="849086"/>
            <a:ext cx="8582628" cy="5663089"/>
          </a:xfrm>
          <a:prstGeom prst="rect">
            <a:avLst/>
          </a:prstGeom>
        </p:spPr>
        <p:txBody>
          <a:bodyPr wrap="square">
            <a:spAutoFit/>
          </a:bodyPr>
          <a:lstStyle/>
          <a:p>
            <a:pPr marL="0" marR="0" algn="just">
              <a:lnSpc>
                <a:spcPct val="150000"/>
              </a:lnSpc>
              <a:spcBef>
                <a:spcPts val="0"/>
              </a:spcBef>
              <a:spcAft>
                <a:spcPts val="0"/>
              </a:spcAft>
            </a:pPr>
            <a:r>
              <a:rPr lang="en-US" sz="2000" b="1" dirty="0">
                <a:latin typeface="Calibri (Body)"/>
                <a:ea typeface="Times New Roman" panose="02020603050405020304" pitchFamily="18" charset="0"/>
                <a:cs typeface="Times New Roman" panose="02020603050405020304" pitchFamily="18" charset="0"/>
              </a:rPr>
              <a:t>PEO 1: </a:t>
            </a:r>
            <a:r>
              <a:rPr lang="en-US" dirty="0">
                <a:latin typeface="Calibri (Body)"/>
                <a:ea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a:t>
            </a:r>
          </a:p>
          <a:p>
            <a:pPr marL="0" marR="0" algn="just">
              <a:lnSpc>
                <a:spcPct val="150000"/>
              </a:lnSpc>
              <a:spcBef>
                <a:spcPts val="0"/>
              </a:spcBef>
              <a:spcAft>
                <a:spcPts val="0"/>
              </a:spcAft>
            </a:pPr>
            <a:r>
              <a:rPr lang="en-US" b="1" dirty="0">
                <a:latin typeface="Calibri (Body)"/>
                <a:ea typeface="Times New Roman" panose="02020603050405020304" pitchFamily="18" charset="0"/>
                <a:cs typeface="Times New Roman" panose="02020603050405020304" pitchFamily="18" charset="0"/>
              </a:rPr>
              <a:t> </a:t>
            </a:r>
            <a:endParaRPr lang="en-US" dirty="0">
              <a:latin typeface="Calibri (Body)"/>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b="1" dirty="0">
                <a:latin typeface="Calibri (Body)"/>
                <a:ea typeface="Times New Roman" panose="02020603050405020304" pitchFamily="18" charset="0"/>
                <a:cs typeface="Times New Roman" panose="02020603050405020304" pitchFamily="18" charset="0"/>
              </a:rPr>
              <a:t> </a:t>
            </a:r>
            <a:r>
              <a:rPr lang="en-US" sz="2000" b="1" dirty="0">
                <a:latin typeface="Calibri (Body)"/>
                <a:ea typeface="Times New Roman" panose="02020603050405020304" pitchFamily="18" charset="0"/>
                <a:cs typeface="Times New Roman" panose="02020603050405020304" pitchFamily="18" charset="0"/>
              </a:rPr>
              <a:t>PEO 2: </a:t>
            </a:r>
            <a:r>
              <a:rPr lang="en-US" dirty="0">
                <a:latin typeface="Calibri (Body)"/>
                <a:ea typeface="Times New Roman" panose="02020603050405020304" pitchFamily="18" charset="0"/>
                <a:cs typeface="Times New Roman" panose="02020603050405020304" pitchFamily="18" charset="0"/>
              </a:rPr>
              <a:t>To have a successful career in industries, to pursue higher studies or to support entrepreneurial endeavors and to face the global challenges.</a:t>
            </a:r>
          </a:p>
          <a:p>
            <a:pPr marL="0" marR="0" algn="just">
              <a:lnSpc>
                <a:spcPct val="150000"/>
              </a:lnSpc>
              <a:spcBef>
                <a:spcPts val="0"/>
              </a:spcBef>
              <a:spcAft>
                <a:spcPts val="0"/>
              </a:spcAft>
            </a:pPr>
            <a:r>
              <a:rPr lang="en-US" b="1" dirty="0">
                <a:latin typeface="Calibri (Body)"/>
                <a:ea typeface="Times New Roman" panose="02020603050405020304" pitchFamily="18" charset="0"/>
                <a:cs typeface="Times New Roman" panose="02020603050405020304" pitchFamily="18" charset="0"/>
              </a:rPr>
              <a:t> </a:t>
            </a:r>
            <a:endParaRPr lang="en-US" dirty="0">
              <a:latin typeface="Calibri (Body)"/>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2000" b="1" dirty="0">
                <a:latin typeface="Calibri (Body)"/>
                <a:ea typeface="Times New Roman" panose="02020603050405020304" pitchFamily="18" charset="0"/>
                <a:cs typeface="Times New Roman" panose="02020603050405020304" pitchFamily="18" charset="0"/>
              </a:rPr>
              <a:t>PEO 3: </a:t>
            </a:r>
            <a:r>
              <a:rPr lang="en-US" dirty="0">
                <a:latin typeface="Calibri (Body)"/>
                <a:ea typeface="Times New Roman" panose="02020603050405020304" pitchFamily="18" charset="0"/>
                <a:cs typeface="Times New Roman" panose="02020603050405020304" pitchFamily="18" charset="0"/>
              </a:rPr>
              <a:t>To have an effective communication skills, professional attitude, ethical values and a desire to learn specific knowledge in emerging trends, technologies for research, innovation and product development and contribution to society.</a:t>
            </a:r>
          </a:p>
          <a:p>
            <a:pPr marL="0" marR="0" algn="just">
              <a:lnSpc>
                <a:spcPct val="150000"/>
              </a:lnSpc>
              <a:spcBef>
                <a:spcPts val="0"/>
              </a:spcBef>
              <a:spcAft>
                <a:spcPts val="0"/>
              </a:spcAft>
            </a:pPr>
            <a:r>
              <a:rPr lang="en-US" b="1" dirty="0">
                <a:latin typeface="Calibri (Body)"/>
                <a:ea typeface="Times New Roman" panose="02020603050405020304" pitchFamily="18" charset="0"/>
                <a:cs typeface="Times New Roman" panose="02020603050405020304" pitchFamily="18" charset="0"/>
              </a:rPr>
              <a:t> </a:t>
            </a:r>
            <a:endParaRPr lang="en-US" dirty="0">
              <a:latin typeface="Calibri (Body)"/>
              <a:ea typeface="Times New Roman" panose="02020603050405020304" pitchFamily="18" charset="0"/>
              <a:cs typeface="Times New Roman" panose="02020603050405020304" pitchFamily="18" charset="0"/>
            </a:endParaRPr>
          </a:p>
          <a:p>
            <a:pPr algn="just"/>
            <a:r>
              <a:rPr lang="en-US" sz="2000" b="1" dirty="0">
                <a:latin typeface="Calibri (Body)"/>
                <a:ea typeface="Times New Roman" panose="02020603050405020304" pitchFamily="18" charset="0"/>
              </a:rPr>
              <a:t>PEO 4</a:t>
            </a:r>
            <a:r>
              <a:rPr lang="en-US" b="1" dirty="0">
                <a:latin typeface="Calibri (Body)"/>
                <a:ea typeface="Times New Roman" panose="02020603050405020304" pitchFamily="18" charset="0"/>
              </a:rPr>
              <a:t>: </a:t>
            </a:r>
            <a:r>
              <a:rPr lang="en-US" dirty="0">
                <a:latin typeface="Calibri (Body)"/>
                <a:ea typeface="Times New Roman" panose="02020603050405020304" pitchFamily="18" charset="0"/>
              </a:rPr>
              <a:t>To have life-long learning for up-skilling and re-skilling for successful professional career as engineer, scientist, entrepreneur and bureaucrat for betterment of society.</a:t>
            </a:r>
            <a:endParaRPr lang="en-US" dirty="0">
              <a:latin typeface="Calibri (Body)"/>
            </a:endParaRPr>
          </a:p>
        </p:txBody>
      </p:sp>
      <p:pic>
        <p:nvPicPr>
          <p:cNvPr id="15" name="Picture 14"/>
          <p:cNvPicPr>
            <a:picLocks noChangeAspect="1"/>
          </p:cNvPicPr>
          <p:nvPr/>
        </p:nvPicPr>
        <p:blipFill>
          <a:blip r:embed="rId3"/>
          <a:stretch>
            <a:fillRect/>
          </a:stretch>
        </p:blipFill>
        <p:spPr>
          <a:xfrm>
            <a:off x="30018" y="25400"/>
            <a:ext cx="1755800" cy="1024217"/>
          </a:xfrm>
          <a:prstGeom prst="rect">
            <a:avLst/>
          </a:prstGeom>
        </p:spPr>
      </p:pic>
      <p:pic>
        <p:nvPicPr>
          <p:cNvPr id="13" name="Picture 12"/>
          <p:cNvPicPr>
            <a:picLocks noChangeAspect="1"/>
          </p:cNvPicPr>
          <p:nvPr/>
        </p:nvPicPr>
        <p:blipFill>
          <a:blip r:embed="rId4"/>
          <a:stretch>
            <a:fillRect/>
          </a:stretch>
        </p:blipFill>
        <p:spPr>
          <a:xfrm>
            <a:off x="1669555" y="-16246"/>
            <a:ext cx="7486537" cy="957155"/>
          </a:xfrm>
          <a:prstGeom prst="rect">
            <a:avLst/>
          </a:prstGeom>
        </p:spPr>
      </p:pic>
    </p:spTree>
    <p:extLst>
      <p:ext uri="{BB962C8B-B14F-4D97-AF65-F5344CB8AC3E}">
        <p14:creationId xmlns:p14="http://schemas.microsoft.com/office/powerpoint/2010/main" val="2618530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305800" cy="5105400"/>
          </a:xfrm>
        </p:spPr>
        <p:txBody>
          <a:bodyPr>
            <a:normAutofit/>
          </a:bodyPr>
          <a:lstStyle/>
          <a:p>
            <a:r>
              <a:rPr lang="en-US" sz="2400" b="1" dirty="0">
                <a:cs typeface="Times New Roman" panose="02020603050405020304" pitchFamily="18" charset="0"/>
              </a:rPr>
              <a:t>RECAP</a:t>
            </a:r>
            <a:endParaRPr lang="en-US" sz="2200" b="1" dirty="0">
              <a:cs typeface="Times New Roman" panose="02020603050405020304" pitchFamily="18" charset="0"/>
            </a:endParaRPr>
          </a:p>
          <a:p>
            <a:pPr marL="457200" indent="-457200">
              <a:buFont typeface="+mj-lt"/>
              <a:buAutoNum type="arabicPeriod"/>
            </a:pPr>
            <a:r>
              <a:rPr lang="en-US" sz="2200" dirty="0">
                <a:cs typeface="Times New Roman" panose="02020603050405020304" pitchFamily="18" charset="0"/>
              </a:rPr>
              <a:t>Quality control tools</a:t>
            </a:r>
          </a:p>
          <a:p>
            <a:pPr marL="457200" indent="-457200">
              <a:buFont typeface="+mj-lt"/>
              <a:buAutoNum type="arabicPeriod"/>
            </a:pPr>
            <a:r>
              <a:rPr lang="en-US" sz="2200" dirty="0"/>
              <a:t>Histogram</a:t>
            </a:r>
          </a:p>
          <a:p>
            <a:pPr marL="457200" indent="-457200">
              <a:buFont typeface="+mj-lt"/>
              <a:buAutoNum type="arabicPeriod"/>
            </a:pPr>
            <a:r>
              <a:rPr lang="en-US" sz="2200" dirty="0"/>
              <a:t>Check sheet </a:t>
            </a:r>
          </a:p>
          <a:p>
            <a:pPr marL="457200" indent="-457200">
              <a:buFont typeface="+mj-lt"/>
              <a:buAutoNum type="arabicPeriod"/>
            </a:pPr>
            <a:r>
              <a:rPr lang="en-US" sz="2200" dirty="0"/>
              <a:t>Ishikawa diagram </a:t>
            </a:r>
          </a:p>
          <a:p>
            <a:pPr marL="457200" indent="-457200">
              <a:buFont typeface="+mj-lt"/>
              <a:buAutoNum type="arabicPeriod"/>
            </a:pPr>
            <a:r>
              <a:rPr lang="en-US" sz="2200" dirty="0"/>
              <a:t>Pareto chart</a:t>
            </a:r>
          </a:p>
          <a:p>
            <a:pPr marL="457200" indent="-457200">
              <a:buFont typeface="+mj-lt"/>
              <a:buAutoNum type="arabicPeriod"/>
            </a:pPr>
            <a:endParaRPr lang="en-US" sz="2200" dirty="0"/>
          </a:p>
          <a:p>
            <a:r>
              <a:rPr lang="en-US" sz="2400" b="1" dirty="0">
                <a:cs typeface="Times New Roman" panose="02020603050405020304" pitchFamily="18" charset="0"/>
              </a:rPr>
              <a:t>PRECAP</a:t>
            </a:r>
          </a:p>
          <a:p>
            <a:pPr marL="457200" indent="-457200">
              <a:buNone/>
            </a:pPr>
            <a:r>
              <a:rPr lang="en-US" sz="2200" dirty="0">
                <a:cs typeface="Times New Roman" panose="02020603050405020304" pitchFamily="18" charset="0"/>
              </a:rPr>
              <a:t> 1. Quality circle</a:t>
            </a:r>
          </a:p>
          <a:p>
            <a:pPr marL="457200" indent="-457200">
              <a:buNone/>
            </a:pPr>
            <a:r>
              <a:rPr lang="en-US" sz="2200" dirty="0">
                <a:cs typeface="Times New Roman" panose="02020603050405020304" pitchFamily="18" charset="0"/>
              </a:rPr>
              <a:t> 2. Zero defect</a:t>
            </a:r>
          </a:p>
          <a:p>
            <a:pPr marL="457200" indent="-457200">
              <a:buNone/>
            </a:pPr>
            <a:r>
              <a:rPr lang="en-US" sz="2200" dirty="0">
                <a:cs typeface="Times New Roman" panose="02020603050405020304" pitchFamily="18" charset="0"/>
              </a:rPr>
              <a:t> 3. Kaizen    </a:t>
            </a:r>
          </a:p>
        </p:txBody>
      </p:sp>
      <p:sp>
        <p:nvSpPr>
          <p:cNvPr id="6" name="Date Placeholder 5"/>
          <p:cNvSpPr>
            <a:spLocks noGrp="1"/>
          </p:cNvSpPr>
          <p:nvPr>
            <p:ph type="dt" sz="half" idx="10"/>
          </p:nvPr>
        </p:nvSpPr>
        <p:spPr/>
        <p:txBody>
          <a:bodyPr/>
          <a:lstStyle/>
          <a:p>
            <a:fld id="{166F8130-1AF9-4356-815E-4FB2A2BE713B}" type="datetime1">
              <a:rPr lang="en-US" smtClean="0"/>
              <a:t>5/1/2026</a:t>
            </a:fld>
            <a:endParaRPr lang="en-US"/>
          </a:p>
        </p:txBody>
      </p:sp>
      <p:sp>
        <p:nvSpPr>
          <p:cNvPr id="12"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a:p>
        </p:txBody>
      </p:sp>
      <p:pic>
        <p:nvPicPr>
          <p:cNvPr id="13" name="Picture 12"/>
          <p:cNvPicPr>
            <a:picLocks noChangeAspect="1"/>
          </p:cNvPicPr>
          <p:nvPr/>
        </p:nvPicPr>
        <p:blipFill>
          <a:blip r:embed="rId3"/>
          <a:stretch>
            <a:fillRect/>
          </a:stretch>
        </p:blipFill>
        <p:spPr>
          <a:xfrm>
            <a:off x="30018" y="25400"/>
            <a:ext cx="1755800" cy="1024217"/>
          </a:xfrm>
          <a:prstGeom prst="rect">
            <a:avLst/>
          </a:prstGeom>
        </p:spPr>
      </p:pic>
      <p:sp>
        <p:nvSpPr>
          <p:cNvPr id="15" name="Title 1">
            <a:extLst>
              <a:ext uri="{FF2B5EF4-FFF2-40B4-BE49-F238E27FC236}">
                <a16:creationId xmlns:a16="http://schemas.microsoft.com/office/drawing/2014/main" id="{1C7BBAA3-263A-8FE5-5AA3-E40EF73A5AE9}"/>
              </a:ext>
            </a:extLst>
          </p:cNvPr>
          <p:cNvSpPr txBox="1">
            <a:spLocks/>
          </p:cNvSpPr>
          <p:nvPr/>
        </p:nvSpPr>
        <p:spPr>
          <a:xfrm>
            <a:off x="1785818" y="2540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UNIT RECAP AND PRECAP</a:t>
            </a:r>
            <a:br>
              <a:rPr lang="en-US" sz="2800"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4192245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789B8F7-16A0-4DD5-BF3B-C661AF0038C6}"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SYLLABUS OF UNIT 4</a:t>
            </a:r>
            <a:br>
              <a:rPr lang="en-US" sz="2800" dirty="0">
                <a:latin typeface="Times New Roman" panose="02020603050405020304" pitchFamily="18" charset="0"/>
                <a:cs typeface="Times New Roman" panose="02020603050405020304" pitchFamily="18" charset="0"/>
              </a:rPr>
            </a:br>
            <a:endParaRPr lang="en-US" sz="2800" dirty="0"/>
          </a:p>
        </p:txBody>
      </p:sp>
      <p:sp>
        <p:nvSpPr>
          <p:cNvPr id="15" name="Content Placeholder 14"/>
          <p:cNvSpPr>
            <a:spLocks noGrp="1"/>
          </p:cNvSpPr>
          <p:nvPr>
            <p:ph idx="1"/>
          </p:nvPr>
        </p:nvSpPr>
        <p:spPr/>
        <p:txBody>
          <a:bodyPr>
            <a:normAutofit/>
          </a:bodyPr>
          <a:lstStyle/>
          <a:p>
            <a:pPr marL="0" indent="0">
              <a:buNone/>
            </a:pPr>
            <a:r>
              <a:rPr lang="en-US" sz="2400" b="1" dirty="0"/>
              <a:t>                             Statistical Process and Quality Control </a:t>
            </a:r>
            <a:r>
              <a:rPr lang="en-US" sz="2400" dirty="0"/>
              <a:t>	</a:t>
            </a:r>
            <a:r>
              <a:rPr lang="en-US" sz="2400" b="1" dirty="0"/>
              <a:t> </a:t>
            </a:r>
            <a:r>
              <a:rPr lang="en-US" sz="2400" dirty="0"/>
              <a:t>	</a:t>
            </a:r>
          </a:p>
          <a:p>
            <a:pPr marL="0" indent="0" algn="just">
              <a:buNone/>
            </a:pPr>
            <a:r>
              <a:rPr lang="en-US" sz="2400" dirty="0"/>
              <a:t>(TPM) Introduction to Statistical process control -Quality function deployment (QFD) – Taguchi quality loss function – Total Productive Maintenance 	</a:t>
            </a:r>
          </a:p>
          <a:p>
            <a:pPr marL="0" indent="0" algn="just">
              <a:buNone/>
            </a:pPr>
            <a:endParaRPr lang="en-IN" sz="2400" dirty="0"/>
          </a:p>
        </p:txBody>
      </p:sp>
    </p:spTree>
    <p:extLst>
      <p:ext uri="{BB962C8B-B14F-4D97-AF65-F5344CB8AC3E}">
        <p14:creationId xmlns:p14="http://schemas.microsoft.com/office/powerpoint/2010/main" val="3919311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8E8B9FC-BF65-4A22-942E-4129F112C621}"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10" name="Rectangle 9"/>
          <p:cNvSpPr/>
          <p:nvPr/>
        </p:nvSpPr>
        <p:spPr>
          <a:xfrm>
            <a:off x="381000" y="1337300"/>
            <a:ext cx="8382000" cy="19050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t>The main objective of Statistical Process Control (SPC) is to ensure consistent quality by monitoring and controlling processes to minimize variation and prevent defects. It achieves this by using statistical techniques to detect deviations in real-time, allowing for immediate corrective action before faulty products are made. Key goals include improving quality, reducing costs from waste and rework, and increasing customer satisfaction. </a:t>
            </a:r>
            <a:endParaRPr lang="en-US" sz="2200" dirty="0"/>
          </a:p>
        </p:txBody>
      </p:sp>
      <p:graphicFrame>
        <p:nvGraphicFramePr>
          <p:cNvPr id="11" name="Table 10"/>
          <p:cNvGraphicFramePr>
            <a:graphicFrameLocks noGrp="1"/>
          </p:cNvGraphicFramePr>
          <p:nvPr>
            <p:extLst>
              <p:ext uri="{D42A27DB-BD31-4B8C-83A1-F6EECF244321}">
                <p14:modId xmlns:p14="http://schemas.microsoft.com/office/powerpoint/2010/main" val="3579160456"/>
              </p:ext>
            </p:extLst>
          </p:nvPr>
        </p:nvGraphicFramePr>
        <p:xfrm>
          <a:off x="259080" y="3606993"/>
          <a:ext cx="8625840" cy="1524000"/>
        </p:xfrm>
        <a:graphic>
          <a:graphicData uri="http://schemas.openxmlformats.org/drawingml/2006/table">
            <a:tbl>
              <a:tblPr>
                <a:tableStyleId>{93296810-A885-4BE3-A3E7-6D5BEEA58F35}</a:tableStyleId>
              </a:tblPr>
              <a:tblGrid>
                <a:gridCol w="1264918">
                  <a:extLst>
                    <a:ext uri="{9D8B030D-6E8A-4147-A177-3AD203B41FA5}">
                      <a16:colId xmlns:a16="http://schemas.microsoft.com/office/drawing/2014/main" val="20000"/>
                    </a:ext>
                  </a:extLst>
                </a:gridCol>
                <a:gridCol w="528280">
                  <a:extLst>
                    <a:ext uri="{9D8B030D-6E8A-4147-A177-3AD203B41FA5}">
                      <a16:colId xmlns:a16="http://schemas.microsoft.com/office/drawing/2014/main" val="20001"/>
                    </a:ext>
                  </a:extLst>
                </a:gridCol>
                <a:gridCol w="569000">
                  <a:extLst>
                    <a:ext uri="{9D8B030D-6E8A-4147-A177-3AD203B41FA5}">
                      <a16:colId xmlns:a16="http://schemas.microsoft.com/office/drawing/2014/main" val="20002"/>
                    </a:ext>
                  </a:extLst>
                </a:gridCol>
                <a:gridCol w="583476">
                  <a:extLst>
                    <a:ext uri="{9D8B030D-6E8A-4147-A177-3AD203B41FA5}">
                      <a16:colId xmlns:a16="http://schemas.microsoft.com/office/drawing/2014/main" val="20003"/>
                    </a:ext>
                  </a:extLst>
                </a:gridCol>
                <a:gridCol w="539932">
                  <a:extLst>
                    <a:ext uri="{9D8B030D-6E8A-4147-A177-3AD203B41FA5}">
                      <a16:colId xmlns:a16="http://schemas.microsoft.com/office/drawing/2014/main" val="20004"/>
                    </a:ext>
                  </a:extLst>
                </a:gridCol>
                <a:gridCol w="559762">
                  <a:extLst>
                    <a:ext uri="{9D8B030D-6E8A-4147-A177-3AD203B41FA5}">
                      <a16:colId xmlns:a16="http://schemas.microsoft.com/office/drawing/2014/main" val="20005"/>
                    </a:ext>
                  </a:extLst>
                </a:gridCol>
                <a:gridCol w="629753">
                  <a:extLst>
                    <a:ext uri="{9D8B030D-6E8A-4147-A177-3AD203B41FA5}">
                      <a16:colId xmlns:a16="http://schemas.microsoft.com/office/drawing/2014/main" val="20006"/>
                    </a:ext>
                  </a:extLst>
                </a:gridCol>
                <a:gridCol w="629753">
                  <a:extLst>
                    <a:ext uri="{9D8B030D-6E8A-4147-A177-3AD203B41FA5}">
                      <a16:colId xmlns:a16="http://schemas.microsoft.com/office/drawing/2014/main" val="20007"/>
                    </a:ext>
                  </a:extLst>
                </a:gridCol>
                <a:gridCol w="629753">
                  <a:extLst>
                    <a:ext uri="{9D8B030D-6E8A-4147-A177-3AD203B41FA5}">
                      <a16:colId xmlns:a16="http://schemas.microsoft.com/office/drawing/2014/main" val="20008"/>
                    </a:ext>
                  </a:extLst>
                </a:gridCol>
                <a:gridCol w="629753">
                  <a:extLst>
                    <a:ext uri="{9D8B030D-6E8A-4147-A177-3AD203B41FA5}">
                      <a16:colId xmlns:a16="http://schemas.microsoft.com/office/drawing/2014/main" val="20009"/>
                    </a:ext>
                  </a:extLst>
                </a:gridCol>
                <a:gridCol w="726869">
                  <a:extLst>
                    <a:ext uri="{9D8B030D-6E8A-4147-A177-3AD203B41FA5}">
                      <a16:colId xmlns:a16="http://schemas.microsoft.com/office/drawing/2014/main" val="20010"/>
                    </a:ext>
                  </a:extLst>
                </a:gridCol>
                <a:gridCol w="670560">
                  <a:extLst>
                    <a:ext uri="{9D8B030D-6E8A-4147-A177-3AD203B41FA5}">
                      <a16:colId xmlns:a16="http://schemas.microsoft.com/office/drawing/2014/main" val="20011"/>
                    </a:ext>
                  </a:extLst>
                </a:gridCol>
                <a:gridCol w="664031">
                  <a:extLst>
                    <a:ext uri="{9D8B030D-6E8A-4147-A177-3AD203B41FA5}">
                      <a16:colId xmlns:a16="http://schemas.microsoft.com/office/drawing/2014/main" val="20012"/>
                    </a:ext>
                  </a:extLst>
                </a:gridCol>
              </a:tblGrid>
              <a:tr h="762000">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PO4</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PO5</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PO6</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PO7</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PO8</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PO9</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PO10</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62000">
                <a:tc>
                  <a:txBody>
                    <a:bodyPr/>
                    <a:lstStyle/>
                    <a:p>
                      <a:pPr marL="0" marR="0" algn="ctr">
                        <a:lnSpc>
                          <a:spcPct val="115000"/>
                        </a:lnSpc>
                        <a:spcBef>
                          <a:spcPts val="0"/>
                        </a:spcBef>
                        <a:spcAft>
                          <a:spcPts val="1000"/>
                        </a:spcAft>
                      </a:pPr>
                      <a:r>
                        <a:rPr lang="en-US" sz="1800" u="none" dirty="0"/>
                        <a:t>AOE0861.1</a:t>
                      </a:r>
                      <a:endParaRPr lang="en-US" sz="1800" u="none"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3</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3</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1</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2</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1</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a:t>3</a:t>
                      </a:r>
                      <a:endParaRPr lang="en-US" sz="180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5" name="Title 1">
            <a:extLst>
              <a:ext uri="{FF2B5EF4-FFF2-40B4-BE49-F238E27FC236}">
                <a16:creationId xmlns:a16="http://schemas.microsoft.com/office/drawing/2014/main" id="{1C7BBAA3-263A-8FE5-5AA3-E40EF73A5AE9}"/>
              </a:ext>
            </a:extLst>
          </p:cNvPr>
          <p:cNvSpPr txBox="1">
            <a:spLocks/>
          </p:cNvSpPr>
          <p:nvPr/>
        </p:nvSpPr>
        <p:spPr>
          <a:xfrm>
            <a:off x="1752600" y="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t>Objective of Statistical process control </a:t>
            </a:r>
            <a:br>
              <a:rPr lang="en-US" sz="2800"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0AC99D9-A2FC-496A-801E-4B99C2017DE3}"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16</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Statistical Process Control</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738909" y="1413164"/>
            <a:ext cx="7947891" cy="1631216"/>
          </a:xfrm>
          <a:prstGeom prst="rect">
            <a:avLst/>
          </a:prstGeom>
        </p:spPr>
        <p:txBody>
          <a:bodyPr wrap="square">
            <a:spAutoFit/>
          </a:bodyPr>
          <a:lstStyle/>
          <a:p>
            <a:pPr algn="just"/>
            <a:r>
              <a:rPr lang="en-US" sz="2000" dirty="0">
                <a:solidFill>
                  <a:srgbClr val="0A0A0A"/>
                </a:solidFill>
                <a:latin typeface="Calibri (Body)"/>
              </a:rPr>
              <a:t>Statistical Process Control (SPC) is a data-driven methodology that uses statistical analysis to monitor, control, and improve manufacturing and other business processes. The primary goal is to ensure a process operates consistently and efficiently by identifying and addressing unusual variations in real-time. </a:t>
            </a:r>
            <a:endParaRPr lang="en-IN" sz="2000" dirty="0">
              <a:latin typeface="Calibri (Body)"/>
            </a:endParaRPr>
          </a:p>
        </p:txBody>
      </p:sp>
    </p:spTree>
    <p:extLst>
      <p:ext uri="{BB962C8B-B14F-4D97-AF65-F5344CB8AC3E}">
        <p14:creationId xmlns:p14="http://schemas.microsoft.com/office/powerpoint/2010/main" val="2411428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21893A0-2217-4875-A3DC-4DFA6CD0A297}"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17</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Key Concept of SPC</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457199" y="1554815"/>
            <a:ext cx="8105887" cy="2862322"/>
          </a:xfrm>
          <a:prstGeom prst="rect">
            <a:avLst/>
          </a:prstGeom>
        </p:spPr>
        <p:txBody>
          <a:bodyPr wrap="square">
            <a:spAutoFit/>
          </a:bodyPr>
          <a:lstStyle/>
          <a:p>
            <a:pPr algn="just">
              <a:buFont typeface="Arial" panose="020B0604020202020204" pitchFamily="34" charset="0"/>
              <a:buChar char="•"/>
            </a:pPr>
            <a:r>
              <a:rPr lang="en-US" sz="2000" b="1" dirty="0">
                <a:solidFill>
                  <a:srgbClr val="0A0A0A"/>
                </a:solidFill>
                <a:latin typeface="Calibri (Body)"/>
              </a:rPr>
              <a:t>Process variation:</a:t>
            </a:r>
            <a:r>
              <a:rPr lang="en-US" sz="2000" dirty="0">
                <a:solidFill>
                  <a:srgbClr val="0A0A0A"/>
                </a:solidFill>
                <a:latin typeface="Calibri (Body)"/>
              </a:rPr>
              <a:t> SPC is built on the principle that all processes have a degree of natural variation. This variation is classified into two types:</a:t>
            </a:r>
          </a:p>
          <a:p>
            <a:pPr marL="742950" lvl="1" indent="-285750" algn="just">
              <a:buFont typeface="Arial" panose="020B0604020202020204" pitchFamily="34" charset="0"/>
              <a:buChar char="•"/>
            </a:pPr>
            <a:r>
              <a:rPr lang="en-US" sz="2000" b="1" dirty="0">
                <a:solidFill>
                  <a:srgbClr val="0A0A0A"/>
                </a:solidFill>
                <a:latin typeface="Calibri (Body)"/>
              </a:rPr>
              <a:t>Common cause variation:</a:t>
            </a:r>
            <a:r>
              <a:rPr lang="en-US" sz="2000" dirty="0">
                <a:solidFill>
                  <a:srgbClr val="0A0A0A"/>
                </a:solidFill>
                <a:latin typeface="Calibri (Body)"/>
              </a:rPr>
              <a:t> Predictable, random fluctuations that are inherent to a stable process. This "background noise" indicates the process is in statistical control.</a:t>
            </a:r>
          </a:p>
          <a:p>
            <a:pPr marL="742950" lvl="1" indent="-285750" algn="just">
              <a:buFont typeface="Arial" panose="020B0604020202020204" pitchFamily="34" charset="0"/>
              <a:buChar char="•"/>
            </a:pPr>
            <a:r>
              <a:rPr lang="en-US" sz="2000" b="1" dirty="0">
                <a:solidFill>
                  <a:srgbClr val="0A0A0A"/>
                </a:solidFill>
                <a:latin typeface="Calibri (Body)"/>
              </a:rPr>
              <a:t>Special cause variation:</a:t>
            </a:r>
            <a:r>
              <a:rPr lang="en-US" sz="2000" dirty="0">
                <a:solidFill>
                  <a:srgbClr val="0A0A0A"/>
                </a:solidFill>
                <a:latin typeface="Calibri (Body)"/>
              </a:rPr>
              <a:t> Unpredictable, non-random variations caused by specific, identifiable external factors, such as machine failure, human error, or a new batch of materials.</a:t>
            </a:r>
            <a:endParaRPr lang="en-US" sz="2000" b="0" i="0" dirty="0">
              <a:solidFill>
                <a:srgbClr val="0A0A0A"/>
              </a:solidFill>
              <a:effectLst/>
              <a:latin typeface="Calibri (Body)"/>
            </a:endParaRPr>
          </a:p>
        </p:txBody>
      </p:sp>
    </p:spTree>
    <p:extLst>
      <p:ext uri="{BB962C8B-B14F-4D97-AF65-F5344CB8AC3E}">
        <p14:creationId xmlns:p14="http://schemas.microsoft.com/office/powerpoint/2010/main" val="1003666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EA872F4-6B55-4D5C-B6BE-88EDF6781772}"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18</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UNIT OBJECTIVE</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23945" y="1166843"/>
            <a:ext cx="7855038" cy="3170099"/>
          </a:xfrm>
          <a:prstGeom prst="rect">
            <a:avLst/>
          </a:prstGeom>
        </p:spPr>
        <p:txBody>
          <a:bodyPr wrap="square">
            <a:spAutoFit/>
          </a:bodyPr>
          <a:lstStyle/>
          <a:p>
            <a:pPr algn="just">
              <a:buFont typeface="Arial" panose="020B0604020202020204" pitchFamily="34" charset="0"/>
              <a:buChar char="•"/>
            </a:pPr>
            <a:r>
              <a:rPr lang="en-US" sz="2000" b="1" dirty="0">
                <a:solidFill>
                  <a:srgbClr val="0A0A0A"/>
                </a:solidFill>
              </a:rPr>
              <a:t>Prevention over detection:</a:t>
            </a:r>
            <a:r>
              <a:rPr lang="en-US" sz="2000" dirty="0">
                <a:solidFill>
                  <a:srgbClr val="0A0A0A"/>
                </a:solidFill>
              </a:rPr>
              <a:t> SPC focuses on proactively preventing defects by monitoring a process in real-time, rather than inspecting products after they have been made.</a:t>
            </a:r>
          </a:p>
          <a:p>
            <a:pPr algn="just">
              <a:buFont typeface="Arial" panose="020B0604020202020204" pitchFamily="34" charset="0"/>
              <a:buChar char="•"/>
            </a:pPr>
            <a:r>
              <a:rPr lang="en-US" sz="2000" b="1" dirty="0">
                <a:solidFill>
                  <a:srgbClr val="0A0A0A"/>
                </a:solidFill>
              </a:rPr>
              <a:t>Control vs. specification limits:</a:t>
            </a:r>
            <a:r>
              <a:rPr lang="en-US" sz="2000" dirty="0">
                <a:solidFill>
                  <a:srgbClr val="0A0A0A"/>
                </a:solidFill>
              </a:rPr>
              <a:t> Control limits are calculated from the process's historical data and reflect its actual performance. Specification limits, in contrast, are the required boundaries set by customer or product design requirements.</a:t>
            </a:r>
          </a:p>
          <a:p>
            <a:pPr algn="just">
              <a:buFont typeface="Arial" panose="020B0604020202020204" pitchFamily="34" charset="0"/>
              <a:buChar char="•"/>
            </a:pPr>
            <a:r>
              <a:rPr lang="en-US" sz="2000" b="1" dirty="0">
                <a:solidFill>
                  <a:srgbClr val="0A0A0A"/>
                </a:solidFill>
              </a:rPr>
              <a:t>Process capability:</a:t>
            </a:r>
            <a:r>
              <a:rPr lang="en-US" sz="2000" dirty="0">
                <a:solidFill>
                  <a:srgbClr val="0A0A0A"/>
                </a:solidFill>
              </a:rPr>
              <a:t> An analysis that evaluates whether a process is inherently capable of producing output that meets the customer's specified requirements.</a:t>
            </a:r>
            <a:endParaRPr lang="en-US" sz="2000" b="0" i="0" dirty="0">
              <a:solidFill>
                <a:srgbClr val="0A0A0A"/>
              </a:solidFill>
              <a:effectLst/>
            </a:endParaRPr>
          </a:p>
        </p:txBody>
      </p:sp>
    </p:spTree>
    <p:extLst>
      <p:ext uri="{BB962C8B-B14F-4D97-AF65-F5344CB8AC3E}">
        <p14:creationId xmlns:p14="http://schemas.microsoft.com/office/powerpoint/2010/main" val="718174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776D9B-4989-4C23-87F2-5FC5EA7FC4D9}"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19</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endParaRPr lang="en-US" sz="2800" dirty="0">
              <a:latin typeface="Times New Roman" panose="02020603050405020304" pitchFamily="18" charset="0"/>
              <a:cs typeface="Times New Roman" panose="02020603050405020304" pitchFamily="18" charset="0"/>
            </a:endParaRPr>
          </a:p>
          <a:p>
            <a:pPr>
              <a:defRPr/>
            </a:pPr>
            <a:endParaRPr lang="en-US" sz="2800" dirty="0">
              <a:latin typeface="Times New Roman" panose="02020603050405020304" pitchFamily="18" charset="0"/>
              <a:cs typeface="Times New Roman" panose="02020603050405020304" pitchFamily="18" charset="0"/>
            </a:endParaRPr>
          </a:p>
          <a:p>
            <a:pPr>
              <a:defRPr/>
            </a:pPr>
            <a:r>
              <a:rPr lang="en-US" sz="2800" dirty="0">
                <a:latin typeface="Times New Roman" panose="02020603050405020304" pitchFamily="18" charset="0"/>
                <a:cs typeface="Times New Roman" panose="02020603050405020304" pitchFamily="18" charset="0"/>
              </a:rPr>
              <a:t>Primary tools in SPC</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00364" y="1330036"/>
            <a:ext cx="8086436" cy="2246769"/>
          </a:xfrm>
          <a:prstGeom prst="rect">
            <a:avLst/>
          </a:prstGeom>
        </p:spPr>
        <p:txBody>
          <a:bodyPr wrap="square">
            <a:spAutoFit/>
          </a:bodyPr>
          <a:lstStyle/>
          <a:p>
            <a:pPr>
              <a:buFont typeface="Arial" panose="020B0604020202020204" pitchFamily="34" charset="0"/>
              <a:buChar char="•"/>
            </a:pPr>
            <a:r>
              <a:rPr lang="en-US" sz="2000" b="1" dirty="0">
                <a:solidFill>
                  <a:srgbClr val="0A0A0A"/>
                </a:solidFill>
                <a:latin typeface="Calibri (Body)"/>
              </a:rPr>
              <a:t>Control charts:</a:t>
            </a:r>
            <a:r>
              <a:rPr lang="en-US" sz="2000" dirty="0">
                <a:solidFill>
                  <a:srgbClr val="0A0A0A"/>
                </a:solidFill>
                <a:latin typeface="Calibri (Body)"/>
              </a:rPr>
              <a:t> The most common tool in SPC, these charts visually plot data points over time, along with a centerline and upper and lower control limits. They help distinguish between common and special cause variation. Examples include:</a:t>
            </a:r>
          </a:p>
          <a:p>
            <a:pPr marL="742950" lvl="1" indent="-285750">
              <a:buFont typeface="Arial" panose="020B0604020202020204" pitchFamily="34" charset="0"/>
              <a:buChar char="•"/>
            </a:pPr>
            <a:r>
              <a:rPr lang="en-US" sz="2000" b="1" dirty="0">
                <a:solidFill>
                  <a:srgbClr val="0A0A0A"/>
                </a:solidFill>
                <a:latin typeface="Calibri (Body)"/>
              </a:rPr>
              <a:t>X-bar charts:</a:t>
            </a:r>
            <a:r>
              <a:rPr lang="en-US" sz="2000" dirty="0">
                <a:solidFill>
                  <a:srgbClr val="0A0A0A"/>
                </a:solidFill>
                <a:latin typeface="Calibri (Body)"/>
              </a:rPr>
              <a:t> Monitor the process mean.</a:t>
            </a:r>
          </a:p>
          <a:p>
            <a:pPr marL="742950" lvl="1" indent="-285750">
              <a:buFont typeface="Arial" panose="020B0604020202020204" pitchFamily="34" charset="0"/>
              <a:buChar char="•"/>
            </a:pPr>
            <a:r>
              <a:rPr lang="en-US" sz="2000" b="1" dirty="0">
                <a:solidFill>
                  <a:srgbClr val="0A0A0A"/>
                </a:solidFill>
                <a:latin typeface="Calibri (Body)"/>
              </a:rPr>
              <a:t>R charts:</a:t>
            </a:r>
            <a:r>
              <a:rPr lang="en-US" sz="2000" dirty="0">
                <a:solidFill>
                  <a:srgbClr val="0A0A0A"/>
                </a:solidFill>
                <a:latin typeface="Calibri (Body)"/>
              </a:rPr>
              <a:t> Monitor the process range (variation).</a:t>
            </a:r>
          </a:p>
          <a:p>
            <a:pPr marL="742950" lvl="1" indent="-285750">
              <a:buFont typeface="Arial" panose="020B0604020202020204" pitchFamily="34" charset="0"/>
              <a:buChar char="•"/>
            </a:pPr>
            <a:r>
              <a:rPr lang="en-US" sz="2000" b="1" dirty="0">
                <a:solidFill>
                  <a:srgbClr val="0A0A0A"/>
                </a:solidFill>
                <a:latin typeface="Calibri (Body)"/>
              </a:rPr>
              <a:t>P-charts:</a:t>
            </a:r>
            <a:r>
              <a:rPr lang="en-US" sz="2000" dirty="0">
                <a:solidFill>
                  <a:srgbClr val="0A0A0A"/>
                </a:solidFill>
                <a:latin typeface="Calibri (Body)"/>
              </a:rPr>
              <a:t> Track the proportion of defective items.</a:t>
            </a:r>
            <a:endParaRPr lang="en-US" sz="2000" b="0" i="0" dirty="0">
              <a:solidFill>
                <a:srgbClr val="0A0A0A"/>
              </a:solidFill>
              <a:effectLst/>
              <a:latin typeface="Calibri (Body)"/>
            </a:endParaRPr>
          </a:p>
        </p:txBody>
      </p:sp>
    </p:spTree>
    <p:extLst>
      <p:ext uri="{BB962C8B-B14F-4D97-AF65-F5344CB8AC3E}">
        <p14:creationId xmlns:p14="http://schemas.microsoft.com/office/powerpoint/2010/main" val="1808541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695543-1652-4583-A4EE-37B0E6677714}"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20</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endParaRPr lang="en-US" sz="2800" dirty="0">
              <a:latin typeface="Times New Roman" panose="02020603050405020304" pitchFamily="18" charset="0"/>
              <a:cs typeface="Times New Roman" panose="02020603050405020304" pitchFamily="18" charset="0"/>
            </a:endParaRPr>
          </a:p>
          <a:p>
            <a:pPr>
              <a:defRPr/>
            </a:pPr>
            <a:endParaRPr lang="en-US" sz="2800" dirty="0">
              <a:latin typeface="Times New Roman" panose="02020603050405020304" pitchFamily="18" charset="0"/>
              <a:cs typeface="Times New Roman" panose="02020603050405020304" pitchFamily="18" charset="0"/>
            </a:endParaRPr>
          </a:p>
          <a:p>
            <a:pPr>
              <a:defRPr/>
            </a:pPr>
            <a:r>
              <a:rPr lang="en-US" sz="2800" dirty="0">
                <a:latin typeface="Times New Roman" panose="02020603050405020304" pitchFamily="18" charset="0"/>
                <a:cs typeface="Times New Roman" panose="02020603050405020304" pitchFamily="18" charset="0"/>
              </a:rPr>
              <a:t>Primary tools in SPC</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92727" y="1041251"/>
            <a:ext cx="7786255" cy="4401205"/>
          </a:xfrm>
          <a:prstGeom prst="rect">
            <a:avLst/>
          </a:prstGeom>
        </p:spPr>
        <p:txBody>
          <a:bodyPr wrap="square">
            <a:spAutoFit/>
          </a:bodyPr>
          <a:lstStyle/>
          <a:p>
            <a:pPr algn="just">
              <a:buFont typeface="Arial" panose="020B0604020202020204" pitchFamily="34" charset="0"/>
              <a:buChar char="•"/>
            </a:pPr>
            <a:r>
              <a:rPr lang="en-US" sz="2000" b="1" dirty="0">
                <a:solidFill>
                  <a:srgbClr val="0A0A0A"/>
                </a:solidFill>
                <a:latin typeface="Calibri (Body)"/>
              </a:rPr>
              <a:t>Other key tools (the "7 Quality Control Tools"):</a:t>
            </a:r>
            <a:r>
              <a:rPr lang="en-US" sz="2000" dirty="0">
                <a:solidFill>
                  <a:srgbClr val="0A0A0A"/>
                </a:solidFill>
                <a:latin typeface="Calibri (Body)"/>
              </a:rPr>
              <a:t> SPC is often used with other quality tools for a comprehensive analysis.</a:t>
            </a:r>
          </a:p>
          <a:p>
            <a:pPr marL="742950" lvl="1" indent="-285750" algn="just">
              <a:buFont typeface="Arial" panose="020B0604020202020204" pitchFamily="34" charset="0"/>
              <a:buChar char="•"/>
            </a:pPr>
            <a:r>
              <a:rPr lang="en-US" sz="2000" b="1" dirty="0">
                <a:solidFill>
                  <a:srgbClr val="0A0A0A"/>
                </a:solidFill>
                <a:latin typeface="Calibri (Body)"/>
              </a:rPr>
              <a:t>Pareto charts:</a:t>
            </a:r>
            <a:r>
              <a:rPr lang="en-US" sz="2000" dirty="0">
                <a:solidFill>
                  <a:srgbClr val="0A0A0A"/>
                </a:solidFill>
                <a:latin typeface="Calibri (Body)"/>
              </a:rPr>
              <a:t> Prioritize the most significant factors contributing to a problem.</a:t>
            </a:r>
          </a:p>
          <a:p>
            <a:pPr marL="742950" lvl="1" indent="-285750" algn="just">
              <a:buFont typeface="Arial" panose="020B0604020202020204" pitchFamily="34" charset="0"/>
              <a:buChar char="•"/>
            </a:pPr>
            <a:r>
              <a:rPr lang="en-US" sz="2000" b="1" dirty="0">
                <a:solidFill>
                  <a:srgbClr val="0A0A0A"/>
                </a:solidFill>
                <a:latin typeface="Calibri (Body)"/>
              </a:rPr>
              <a:t>Histograms:</a:t>
            </a:r>
            <a:r>
              <a:rPr lang="en-US" sz="2000" dirty="0">
                <a:solidFill>
                  <a:srgbClr val="0A0A0A"/>
                </a:solidFill>
                <a:latin typeface="Calibri (Body)"/>
              </a:rPr>
              <a:t> Show the frequency distribution of process data.</a:t>
            </a:r>
          </a:p>
          <a:p>
            <a:pPr marL="742950" lvl="1" indent="-285750" algn="just">
              <a:buFont typeface="Arial" panose="020B0604020202020204" pitchFamily="34" charset="0"/>
              <a:buChar char="•"/>
            </a:pPr>
            <a:r>
              <a:rPr lang="en-US" sz="2000" b="1" dirty="0">
                <a:solidFill>
                  <a:srgbClr val="0A0A0A"/>
                </a:solidFill>
                <a:latin typeface="Calibri (Body)"/>
              </a:rPr>
              <a:t>Cause-and-effect (fishbone) diagrams:</a:t>
            </a:r>
            <a:r>
              <a:rPr lang="en-US" sz="2000" dirty="0">
                <a:solidFill>
                  <a:srgbClr val="0A0A0A"/>
                </a:solidFill>
                <a:latin typeface="Calibri (Body)"/>
              </a:rPr>
              <a:t> Visually illustrate the potential causes of an issue.</a:t>
            </a:r>
          </a:p>
          <a:p>
            <a:pPr marL="742950" lvl="1" indent="-285750" algn="just">
              <a:buFont typeface="Arial" panose="020B0604020202020204" pitchFamily="34" charset="0"/>
              <a:buChar char="•"/>
            </a:pPr>
            <a:r>
              <a:rPr lang="en-US" sz="2000" b="1" dirty="0">
                <a:solidFill>
                  <a:srgbClr val="0A0A0A"/>
                </a:solidFill>
                <a:latin typeface="Calibri (Body)"/>
              </a:rPr>
              <a:t>Scatter diagrams:</a:t>
            </a:r>
            <a:r>
              <a:rPr lang="en-US" sz="2000" dirty="0">
                <a:solidFill>
                  <a:srgbClr val="0A0A0A"/>
                </a:solidFill>
                <a:latin typeface="Calibri (Body)"/>
              </a:rPr>
              <a:t> Examine the relationship between two variables.</a:t>
            </a:r>
          </a:p>
          <a:p>
            <a:pPr marL="742950" lvl="1" indent="-285750" algn="just">
              <a:buFont typeface="Arial" panose="020B0604020202020204" pitchFamily="34" charset="0"/>
              <a:buChar char="•"/>
            </a:pPr>
            <a:r>
              <a:rPr lang="en-US" sz="2000" b="1" dirty="0">
                <a:solidFill>
                  <a:srgbClr val="0A0A0A"/>
                </a:solidFill>
                <a:latin typeface="Calibri (Body)"/>
              </a:rPr>
              <a:t>Check sheets:</a:t>
            </a:r>
            <a:r>
              <a:rPr lang="en-US" sz="2000" dirty="0">
                <a:solidFill>
                  <a:srgbClr val="0A0A0A"/>
                </a:solidFill>
                <a:latin typeface="Calibri (Body)"/>
              </a:rPr>
              <a:t> Simple, structured forms for collecting and analyzing data.</a:t>
            </a:r>
          </a:p>
          <a:p>
            <a:pPr marL="742950" lvl="1" indent="-285750" algn="just">
              <a:buFont typeface="Arial" panose="020B0604020202020204" pitchFamily="34" charset="0"/>
              <a:buChar char="•"/>
            </a:pPr>
            <a:r>
              <a:rPr lang="en-US" sz="2000" b="1" dirty="0">
                <a:solidFill>
                  <a:srgbClr val="0A0A0A"/>
                </a:solidFill>
                <a:latin typeface="Calibri (Body)"/>
              </a:rPr>
              <a:t>Stratification:</a:t>
            </a:r>
            <a:r>
              <a:rPr lang="en-US" sz="2000" dirty="0">
                <a:solidFill>
                  <a:srgbClr val="0A0A0A"/>
                </a:solidFill>
                <a:latin typeface="Calibri (Body)"/>
              </a:rPr>
              <a:t> Segments data from different sources to simplify pattern identification. </a:t>
            </a:r>
            <a:endParaRPr lang="en-US" sz="2000" b="0" i="0" dirty="0">
              <a:solidFill>
                <a:srgbClr val="0A0A0A"/>
              </a:solidFill>
              <a:effectLst/>
              <a:latin typeface="Calibri (Body)"/>
            </a:endParaRPr>
          </a:p>
        </p:txBody>
      </p:sp>
    </p:spTree>
    <p:extLst>
      <p:ext uri="{BB962C8B-B14F-4D97-AF65-F5344CB8AC3E}">
        <p14:creationId xmlns:p14="http://schemas.microsoft.com/office/powerpoint/2010/main" val="2589953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7365DD3-57A1-412C-98F5-3E5292BD4956}"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21</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Benefits of using SPC</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78872" y="1286686"/>
            <a:ext cx="7578436" cy="1938992"/>
          </a:xfrm>
          <a:prstGeom prst="rect">
            <a:avLst/>
          </a:prstGeom>
        </p:spPr>
        <p:txBody>
          <a:bodyPr wrap="square">
            <a:spAutoFit/>
          </a:bodyPr>
          <a:lstStyle/>
          <a:p>
            <a:pPr algn="just">
              <a:buFont typeface="Arial" panose="020B0604020202020204" pitchFamily="34" charset="0"/>
              <a:buChar char="•"/>
            </a:pPr>
            <a:r>
              <a:rPr lang="en-US" sz="2000" b="1" dirty="0">
                <a:solidFill>
                  <a:srgbClr val="0A0A0A"/>
                </a:solidFill>
              </a:rPr>
              <a:t>Reduced costs:</a:t>
            </a:r>
            <a:r>
              <a:rPr lang="en-US" sz="2000" dirty="0">
                <a:solidFill>
                  <a:srgbClr val="0A0A0A"/>
                </a:solidFill>
              </a:rPr>
              <a:t> Minimizes waste, rework, and warranty claims by catching problems early in the process.</a:t>
            </a:r>
          </a:p>
          <a:p>
            <a:pPr algn="just">
              <a:buFont typeface="Arial" panose="020B0604020202020204" pitchFamily="34" charset="0"/>
              <a:buChar char="•"/>
            </a:pPr>
            <a:r>
              <a:rPr lang="en-US" sz="2000" b="1" dirty="0">
                <a:solidFill>
                  <a:srgbClr val="0A0A0A"/>
                </a:solidFill>
              </a:rPr>
              <a:t>Improved quality and productivity:</a:t>
            </a:r>
            <a:r>
              <a:rPr lang="en-US" sz="2000" dirty="0">
                <a:solidFill>
                  <a:srgbClr val="0A0A0A"/>
                </a:solidFill>
              </a:rPr>
              <a:t> Leads to more consistent products and optimizes processes, increasing overall efficiency.</a:t>
            </a:r>
          </a:p>
          <a:p>
            <a:pPr algn="just">
              <a:buFont typeface="Arial" panose="020B0604020202020204" pitchFamily="34" charset="0"/>
              <a:buChar char="•"/>
            </a:pPr>
            <a:r>
              <a:rPr lang="en-US" sz="2000" b="1" dirty="0">
                <a:solidFill>
                  <a:srgbClr val="0A0A0A"/>
                </a:solidFill>
              </a:rPr>
              <a:t>Enhanced decision-making:</a:t>
            </a:r>
            <a:r>
              <a:rPr lang="en-US" sz="2000" dirty="0">
                <a:solidFill>
                  <a:srgbClr val="0A0A0A"/>
                </a:solidFill>
              </a:rPr>
              <a:t> Provides clear, data-driven insights into process performance rather than relying on guesswork.</a:t>
            </a:r>
            <a:endParaRPr lang="en-US" sz="2000" b="0" i="0" dirty="0">
              <a:solidFill>
                <a:srgbClr val="0A0A0A"/>
              </a:solidFill>
              <a:effectLst/>
            </a:endParaRPr>
          </a:p>
        </p:txBody>
      </p:sp>
    </p:spTree>
    <p:extLst>
      <p:ext uri="{BB962C8B-B14F-4D97-AF65-F5344CB8AC3E}">
        <p14:creationId xmlns:p14="http://schemas.microsoft.com/office/powerpoint/2010/main" val="1358593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D33AE5D-19BD-40E4-8F12-F05C9D2A67C4}"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22</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endParaRPr lang="en-US" sz="2800" dirty="0">
              <a:latin typeface="Times New Roman" panose="02020603050405020304" pitchFamily="18" charset="0"/>
              <a:cs typeface="Times New Roman" panose="02020603050405020304" pitchFamily="18" charset="0"/>
            </a:endParaRPr>
          </a:p>
          <a:p>
            <a:pPr>
              <a:defRPr/>
            </a:pPr>
            <a:r>
              <a:rPr lang="en-US" sz="2800" dirty="0">
                <a:latin typeface="Times New Roman" panose="02020603050405020304" pitchFamily="18" charset="0"/>
                <a:cs typeface="Times New Roman" panose="02020603050405020304" pitchFamily="18" charset="0"/>
              </a:rPr>
              <a:t>Benefits of using SPC</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23453" y="1360392"/>
            <a:ext cx="7587673" cy="1631216"/>
          </a:xfrm>
          <a:prstGeom prst="rect">
            <a:avLst/>
          </a:prstGeom>
        </p:spPr>
        <p:txBody>
          <a:bodyPr wrap="square">
            <a:spAutoFit/>
          </a:bodyPr>
          <a:lstStyle/>
          <a:p>
            <a:pPr algn="just">
              <a:buFont typeface="Arial" panose="020B0604020202020204" pitchFamily="34" charset="0"/>
              <a:buChar char="•"/>
            </a:pPr>
            <a:r>
              <a:rPr lang="en-US" sz="2000" b="1" dirty="0">
                <a:solidFill>
                  <a:srgbClr val="0A0A0A"/>
                </a:solidFill>
                <a:latin typeface="Calibri (Body)"/>
              </a:rPr>
              <a:t>Regulatory compliance:</a:t>
            </a:r>
            <a:r>
              <a:rPr lang="en-US" sz="2000" dirty="0">
                <a:solidFill>
                  <a:srgbClr val="0A0A0A"/>
                </a:solidFill>
                <a:latin typeface="Calibri (Body)"/>
              </a:rPr>
              <a:t> Helps document process stability, providing proof of robust quality procedures for audits.</a:t>
            </a:r>
          </a:p>
          <a:p>
            <a:pPr algn="just">
              <a:buFont typeface="Arial" panose="020B0604020202020204" pitchFamily="34" charset="0"/>
              <a:buChar char="•"/>
            </a:pPr>
            <a:r>
              <a:rPr lang="en-US" sz="2000" b="1" dirty="0">
                <a:solidFill>
                  <a:srgbClr val="0A0A0A"/>
                </a:solidFill>
                <a:latin typeface="Calibri (Body)"/>
              </a:rPr>
              <a:t>Continuous improvement:</a:t>
            </a:r>
            <a:r>
              <a:rPr lang="en-US" sz="2000" dirty="0">
                <a:solidFill>
                  <a:srgbClr val="0A0A0A"/>
                </a:solidFill>
                <a:latin typeface="Calibri (Body)"/>
              </a:rPr>
              <a:t> Fosters a culture of ongoing process enhancement, a core component of management strategies like Six Sigma and Lean manufacturing</a:t>
            </a:r>
            <a:endParaRPr lang="en-US" sz="2000" b="0" i="0" dirty="0">
              <a:solidFill>
                <a:srgbClr val="0A0A0A"/>
              </a:solidFill>
              <a:effectLst/>
              <a:latin typeface="Calibri (Body)"/>
            </a:endParaRPr>
          </a:p>
        </p:txBody>
      </p:sp>
    </p:spTree>
    <p:extLst>
      <p:ext uri="{BB962C8B-B14F-4D97-AF65-F5344CB8AC3E}">
        <p14:creationId xmlns:p14="http://schemas.microsoft.com/office/powerpoint/2010/main" val="3886850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D48154-C9DE-4DA6-B37F-CAC8F9787B0A}"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23</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endParaRPr lang="en-US" sz="2800" dirty="0">
              <a:latin typeface="Times New Roman" panose="02020603050405020304" pitchFamily="18" charset="0"/>
              <a:cs typeface="Times New Roman" panose="02020603050405020304" pitchFamily="18" charset="0"/>
            </a:endParaRPr>
          </a:p>
          <a:p>
            <a:pPr>
              <a:defRPr/>
            </a:pPr>
            <a:r>
              <a:rPr lang="en-US" sz="2800" dirty="0">
                <a:latin typeface="Times New Roman" panose="02020603050405020304" pitchFamily="18" charset="0"/>
                <a:cs typeface="Times New Roman" panose="02020603050405020304" pitchFamily="18" charset="0"/>
              </a:rPr>
              <a:t>Benefits of using SPC</a:t>
            </a:r>
            <a:br>
              <a:rPr lang="en-US" sz="2800" dirty="0">
                <a:latin typeface="Times New Roman" panose="02020603050405020304" pitchFamily="18" charset="0"/>
                <a:cs typeface="Times New Roman" panose="02020603050405020304" pitchFamily="18" charset="0"/>
              </a:rPr>
            </a:br>
            <a:endParaRPr lang="en-US" sz="2800" dirty="0"/>
          </a:p>
          <a:p>
            <a:pPr>
              <a:defRPr/>
            </a:pPr>
            <a:br>
              <a:rPr lang="en-US" sz="2800" dirty="0">
                <a:latin typeface="Times New Roman" panose="02020603050405020304" pitchFamily="18" charset="0"/>
                <a:cs typeface="Times New Roman" panose="02020603050405020304" pitchFamily="18" charset="0"/>
              </a:rPr>
            </a:br>
            <a:endParaRPr lang="en-US" sz="2800" dirty="0"/>
          </a:p>
        </p:txBody>
      </p:sp>
      <p:sp>
        <p:nvSpPr>
          <p:cNvPr id="10" name="Rectangle 9"/>
          <p:cNvSpPr/>
          <p:nvPr/>
        </p:nvSpPr>
        <p:spPr>
          <a:xfrm>
            <a:off x="876299" y="1397338"/>
            <a:ext cx="7741227" cy="1938992"/>
          </a:xfrm>
          <a:prstGeom prst="rect">
            <a:avLst/>
          </a:prstGeom>
        </p:spPr>
        <p:txBody>
          <a:bodyPr wrap="square">
            <a:spAutoFit/>
          </a:bodyPr>
          <a:lstStyle/>
          <a:p>
            <a:r>
              <a:rPr lang="en-US" sz="2000" dirty="0">
                <a:latin typeface="Calibri (Body)"/>
              </a:rPr>
              <a:t>SPC is a foundational tool across many industries, including: </a:t>
            </a:r>
          </a:p>
          <a:p>
            <a:r>
              <a:rPr lang="en-US" sz="2000" dirty="0">
                <a:latin typeface="Calibri (Body)"/>
              </a:rPr>
              <a:t>Manufacturing</a:t>
            </a:r>
          </a:p>
          <a:p>
            <a:r>
              <a:rPr lang="en-US" sz="2000" dirty="0">
                <a:latin typeface="Calibri (Body)"/>
              </a:rPr>
              <a:t>Healthcare</a:t>
            </a:r>
          </a:p>
          <a:p>
            <a:r>
              <a:rPr lang="en-US" sz="2000" dirty="0">
                <a:latin typeface="Calibri (Body)"/>
              </a:rPr>
              <a:t>Finance</a:t>
            </a:r>
          </a:p>
          <a:p>
            <a:r>
              <a:rPr lang="en-US" sz="2000" dirty="0">
                <a:latin typeface="Calibri (Body)"/>
              </a:rPr>
              <a:t>Aerospace</a:t>
            </a:r>
          </a:p>
          <a:p>
            <a:r>
              <a:rPr lang="en-US" sz="2000" dirty="0">
                <a:latin typeface="Calibri (Body)"/>
              </a:rPr>
              <a:t>Food production</a:t>
            </a:r>
            <a:endParaRPr lang="en-IN" sz="2000" dirty="0">
              <a:latin typeface="Calibri (Body)"/>
            </a:endParaRPr>
          </a:p>
        </p:txBody>
      </p:sp>
    </p:spTree>
    <p:extLst>
      <p:ext uri="{BB962C8B-B14F-4D97-AF65-F5344CB8AC3E}">
        <p14:creationId xmlns:p14="http://schemas.microsoft.com/office/powerpoint/2010/main" val="3072952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004CD3-0F59-4A1E-AC10-A5DEAF9E5456}"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24</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Times New Roman" panose="02020603050405020304" pitchFamily="18" charset="0"/>
                <a:cs typeface="Times New Roman" panose="02020603050405020304" pitchFamily="18" charset="0"/>
              </a:rPr>
              <a:t>QUALITY FUNCTION DEPLOYMENT</a:t>
            </a:r>
            <a:endParaRPr lang="en-US" sz="2800" dirty="0"/>
          </a:p>
        </p:txBody>
      </p:sp>
      <p:sp>
        <p:nvSpPr>
          <p:cNvPr id="2" name="Rectangle 1"/>
          <p:cNvSpPr/>
          <p:nvPr/>
        </p:nvSpPr>
        <p:spPr>
          <a:xfrm>
            <a:off x="734290" y="1342538"/>
            <a:ext cx="7800109" cy="1323439"/>
          </a:xfrm>
          <a:prstGeom prst="rect">
            <a:avLst/>
          </a:prstGeom>
        </p:spPr>
        <p:txBody>
          <a:bodyPr wrap="square">
            <a:spAutoFit/>
          </a:bodyPr>
          <a:lstStyle/>
          <a:p>
            <a:pPr marL="285750" indent="-285750" algn="just">
              <a:buFont typeface="Arial" panose="020B0604020202020204" pitchFamily="34" charset="0"/>
              <a:buChar char="•"/>
            </a:pPr>
            <a:r>
              <a:rPr lang="en-US" sz="2000" dirty="0">
                <a:latin typeface="Calibri (Body)"/>
              </a:rPr>
              <a:t>Quality Function Deployment is a planning tool used to fulfill customer expectations.</a:t>
            </a:r>
          </a:p>
          <a:p>
            <a:pPr marL="285750" indent="-285750" algn="just">
              <a:buFont typeface="Arial" panose="020B0604020202020204" pitchFamily="34" charset="0"/>
              <a:buChar char="•"/>
            </a:pPr>
            <a:r>
              <a:rPr lang="en-US" sz="2000" dirty="0">
                <a:latin typeface="Calibri (Body)"/>
              </a:rPr>
              <a:t> Quality Function Deployment focuses on customer expectations or requirements, often referred to as voice of the customer.</a:t>
            </a:r>
            <a:endParaRPr lang="en-IN" sz="2000" dirty="0">
              <a:latin typeface="Calibri (Body)"/>
            </a:endParaRPr>
          </a:p>
        </p:txBody>
      </p:sp>
      <p:sp>
        <p:nvSpPr>
          <p:cNvPr id="3" name="Rectangle 2"/>
          <p:cNvSpPr/>
          <p:nvPr/>
        </p:nvSpPr>
        <p:spPr>
          <a:xfrm>
            <a:off x="840509" y="2828836"/>
            <a:ext cx="7509164" cy="1323439"/>
          </a:xfrm>
          <a:prstGeom prst="rect">
            <a:avLst/>
          </a:prstGeom>
        </p:spPr>
        <p:txBody>
          <a:bodyPr wrap="square">
            <a:spAutoFit/>
          </a:bodyPr>
          <a:lstStyle/>
          <a:p>
            <a:r>
              <a:rPr lang="en-IN" sz="2000" b="1" dirty="0">
                <a:latin typeface="Calibri (Body)"/>
              </a:rPr>
              <a:t>QFD TEAM :</a:t>
            </a:r>
          </a:p>
          <a:p>
            <a:r>
              <a:rPr lang="en-US" sz="2000" dirty="0">
                <a:latin typeface="Calibri (Body)"/>
              </a:rPr>
              <a:t>There are two types of teams namely</a:t>
            </a:r>
          </a:p>
          <a:p>
            <a:r>
              <a:rPr lang="en-US" sz="2000" dirty="0">
                <a:latin typeface="Calibri (Body)"/>
              </a:rPr>
              <a:t>1. Team for designing a new product</a:t>
            </a:r>
          </a:p>
          <a:p>
            <a:r>
              <a:rPr lang="en-US" sz="2000" dirty="0">
                <a:latin typeface="Calibri (Body)"/>
              </a:rPr>
              <a:t>2. Team for improving an existing product</a:t>
            </a:r>
            <a:endParaRPr lang="en-IN" sz="2000" dirty="0">
              <a:latin typeface="Calibri (Body)"/>
            </a:endParaRPr>
          </a:p>
        </p:txBody>
      </p:sp>
    </p:spTree>
    <p:extLst>
      <p:ext uri="{BB962C8B-B14F-4D97-AF65-F5344CB8AC3E}">
        <p14:creationId xmlns:p14="http://schemas.microsoft.com/office/powerpoint/2010/main" val="3905823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561B3D-366D-4529-8AAA-50F536DD2196}"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25</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BENEFITS OF QFD </a:t>
            </a:r>
            <a:br>
              <a:rPr lang="en-US" sz="2800" dirty="0">
                <a:latin typeface="Times New Roman" panose="02020603050405020304" pitchFamily="18" charset="0"/>
                <a:cs typeface="Times New Roman" panose="02020603050405020304" pitchFamily="18" charset="0"/>
              </a:rPr>
            </a:br>
            <a:endParaRPr lang="en-US" sz="2800" dirty="0"/>
          </a:p>
        </p:txBody>
      </p:sp>
      <p:sp>
        <p:nvSpPr>
          <p:cNvPr id="3" name="Rectangle 2"/>
          <p:cNvSpPr/>
          <p:nvPr/>
        </p:nvSpPr>
        <p:spPr>
          <a:xfrm>
            <a:off x="803563" y="1582341"/>
            <a:ext cx="7758545" cy="4093428"/>
          </a:xfrm>
          <a:prstGeom prst="rect">
            <a:avLst/>
          </a:prstGeom>
        </p:spPr>
        <p:txBody>
          <a:bodyPr wrap="square">
            <a:spAutoFit/>
          </a:bodyPr>
          <a:lstStyle/>
          <a:p>
            <a:r>
              <a:rPr lang="en-IN" dirty="0">
                <a:latin typeface="Times New Roman" panose="02020603050405020304" pitchFamily="18" charset="0"/>
              </a:rPr>
              <a:t>1. </a:t>
            </a:r>
            <a:r>
              <a:rPr lang="en-IN" sz="2000" dirty="0">
                <a:latin typeface="Calibri (Body)"/>
              </a:rPr>
              <a:t>Improves Customer satisfaction</a:t>
            </a:r>
          </a:p>
          <a:p>
            <a:r>
              <a:rPr lang="en-US" sz="2000" dirty="0">
                <a:latin typeface="Calibri (Body)"/>
              </a:rPr>
              <a:t> Creates focus on customer requirements</a:t>
            </a:r>
          </a:p>
          <a:p>
            <a:r>
              <a:rPr lang="en-IN" sz="2000" dirty="0">
                <a:latin typeface="Calibri (Body)"/>
              </a:rPr>
              <a:t> Uses competitive information effectively</a:t>
            </a:r>
          </a:p>
          <a:p>
            <a:r>
              <a:rPr lang="en-IN" sz="2000" dirty="0">
                <a:latin typeface="Calibri (Body)"/>
              </a:rPr>
              <a:t> Prioritizes resources</a:t>
            </a:r>
          </a:p>
          <a:p>
            <a:r>
              <a:rPr lang="en-US" sz="2000" dirty="0">
                <a:latin typeface="Calibri (Body)"/>
              </a:rPr>
              <a:t> Identifies items that can be acted upon</a:t>
            </a:r>
          </a:p>
          <a:p>
            <a:r>
              <a:rPr lang="en-IN" sz="2000" dirty="0">
                <a:latin typeface="Calibri (Body)"/>
              </a:rPr>
              <a:t>2. Reduces Implementation Time</a:t>
            </a:r>
          </a:p>
          <a:p>
            <a:r>
              <a:rPr lang="en-IN" sz="2000" dirty="0">
                <a:latin typeface="Calibri (Body)"/>
              </a:rPr>
              <a:t> Decreases midstream design changes</a:t>
            </a:r>
          </a:p>
          <a:p>
            <a:r>
              <a:rPr lang="en-IN" sz="2000" dirty="0">
                <a:latin typeface="Calibri (Body)"/>
              </a:rPr>
              <a:t> Limits post introduction problems</a:t>
            </a:r>
          </a:p>
          <a:p>
            <a:r>
              <a:rPr lang="en-IN" sz="2000" dirty="0">
                <a:latin typeface="Calibri (Body)"/>
              </a:rPr>
              <a:t> Avoids future development redundancies</a:t>
            </a:r>
          </a:p>
          <a:p>
            <a:r>
              <a:rPr lang="en-IN" sz="2000" dirty="0">
                <a:latin typeface="Calibri (Body)"/>
              </a:rPr>
              <a:t>3. Promotes Team Work</a:t>
            </a:r>
          </a:p>
          <a:p>
            <a:r>
              <a:rPr lang="en-IN" sz="2000" dirty="0">
                <a:latin typeface="Calibri (Body)"/>
              </a:rPr>
              <a:t> Based on consensus</a:t>
            </a:r>
          </a:p>
          <a:p>
            <a:r>
              <a:rPr lang="en-IN" sz="2000" dirty="0">
                <a:latin typeface="Calibri (Body)"/>
              </a:rPr>
              <a:t> Creates communication</a:t>
            </a:r>
          </a:p>
          <a:p>
            <a:r>
              <a:rPr lang="en-IN" sz="2000" dirty="0">
                <a:latin typeface="Calibri (Body)"/>
              </a:rPr>
              <a:t> Identifies actions</a:t>
            </a:r>
          </a:p>
        </p:txBody>
      </p:sp>
    </p:spTree>
    <p:extLst>
      <p:ext uri="{BB962C8B-B14F-4D97-AF65-F5344CB8AC3E}">
        <p14:creationId xmlns:p14="http://schemas.microsoft.com/office/powerpoint/2010/main" val="3094268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DF670B-F5AD-49ED-B976-FF1D67511A1B}"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26</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BENEFITS OF QFD </a:t>
            </a:r>
            <a:br>
              <a:rPr lang="en-US" sz="2800" dirty="0">
                <a:latin typeface="Times New Roman" panose="02020603050405020304" pitchFamily="18" charset="0"/>
                <a:cs typeface="Times New Roman" panose="02020603050405020304" pitchFamily="18" charset="0"/>
              </a:rPr>
            </a:br>
            <a:endParaRPr lang="en-US" sz="2800" dirty="0"/>
          </a:p>
        </p:txBody>
      </p:sp>
      <p:sp>
        <p:nvSpPr>
          <p:cNvPr id="3" name="Rectangle 2"/>
          <p:cNvSpPr/>
          <p:nvPr/>
        </p:nvSpPr>
        <p:spPr>
          <a:xfrm>
            <a:off x="907918" y="1443382"/>
            <a:ext cx="7377100" cy="1323439"/>
          </a:xfrm>
          <a:prstGeom prst="rect">
            <a:avLst/>
          </a:prstGeom>
        </p:spPr>
        <p:txBody>
          <a:bodyPr wrap="square">
            <a:spAutoFit/>
          </a:bodyPr>
          <a:lstStyle/>
          <a:p>
            <a:r>
              <a:rPr lang="en-IN" dirty="0">
                <a:latin typeface="Times New Roman" panose="02020603050405020304" pitchFamily="18" charset="0"/>
              </a:rPr>
              <a:t>4. </a:t>
            </a:r>
            <a:r>
              <a:rPr lang="en-IN" sz="2000" dirty="0"/>
              <a:t>Provides Documentation</a:t>
            </a:r>
          </a:p>
          <a:p>
            <a:r>
              <a:rPr lang="en-IN" sz="2000" dirty="0">
                <a:latin typeface="Calibri (Body)"/>
              </a:rPr>
              <a:t> </a:t>
            </a:r>
            <a:r>
              <a:rPr lang="en-IN" sz="2000" dirty="0"/>
              <a:t>Documents rationale for design</a:t>
            </a:r>
          </a:p>
          <a:p>
            <a:r>
              <a:rPr lang="en-IN" sz="2000" dirty="0">
                <a:latin typeface="Calibri (Body)"/>
              </a:rPr>
              <a:t> </a:t>
            </a:r>
            <a:r>
              <a:rPr lang="en-US" sz="2000" dirty="0"/>
              <a:t>Adds structure to the information</a:t>
            </a:r>
          </a:p>
          <a:p>
            <a:r>
              <a:rPr lang="en-IN" sz="2000" dirty="0">
                <a:latin typeface="Calibri (Body)"/>
              </a:rPr>
              <a:t> </a:t>
            </a:r>
            <a:r>
              <a:rPr lang="en-US" sz="2000" dirty="0"/>
              <a:t>Adapts to changes (a living document)</a:t>
            </a:r>
            <a:endParaRPr lang="en-IN" sz="2000" dirty="0"/>
          </a:p>
        </p:txBody>
      </p:sp>
    </p:spTree>
    <p:extLst>
      <p:ext uri="{BB962C8B-B14F-4D97-AF65-F5344CB8AC3E}">
        <p14:creationId xmlns:p14="http://schemas.microsoft.com/office/powerpoint/2010/main" val="4235645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F3A36D-06CB-4607-BC47-2EB19F8A1034}"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27</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House of Quality</a:t>
            </a: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2109354" y="1301155"/>
            <a:ext cx="5257800" cy="1601219"/>
          </a:xfrm>
          <a:prstGeom prst="rect">
            <a:avLst/>
          </a:prstGeom>
        </p:spPr>
      </p:pic>
      <p:pic>
        <p:nvPicPr>
          <p:cNvPr id="3" name="Picture 2"/>
          <p:cNvPicPr>
            <a:picLocks noChangeAspect="1"/>
          </p:cNvPicPr>
          <p:nvPr/>
        </p:nvPicPr>
        <p:blipFill>
          <a:blip r:embed="rId4"/>
          <a:stretch>
            <a:fillRect/>
          </a:stretch>
        </p:blipFill>
        <p:spPr>
          <a:xfrm>
            <a:off x="701963" y="2650836"/>
            <a:ext cx="7740073" cy="2868901"/>
          </a:xfrm>
          <a:prstGeom prst="rect">
            <a:avLst/>
          </a:prstGeom>
        </p:spPr>
      </p:pic>
    </p:spTree>
    <p:extLst>
      <p:ext uri="{BB962C8B-B14F-4D97-AF65-F5344CB8AC3E}">
        <p14:creationId xmlns:p14="http://schemas.microsoft.com/office/powerpoint/2010/main" val="1336610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98E8EE-8C78-40E1-8FFE-A1AA1D813485}"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28</a:t>
            </a:fld>
            <a:endParaRPr lang="en-US"/>
          </a:p>
        </p:txBody>
      </p:sp>
      <p:pic>
        <p:nvPicPr>
          <p:cNvPr id="7" name="Picture 6"/>
          <p:cNvPicPr>
            <a:picLocks noChangeAspect="1"/>
          </p:cNvPicPr>
          <p:nvPr/>
        </p:nvPicPr>
        <p:blipFill>
          <a:blip r:embed="rId3"/>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House of Quality</a:t>
            </a:r>
            <a:br>
              <a:rPr lang="en-US" sz="2800" dirty="0">
                <a:latin typeface="Times New Roman" panose="02020603050405020304" pitchFamily="18" charset="0"/>
                <a:cs typeface="Times New Roman" panose="02020603050405020304" pitchFamily="18" charset="0"/>
              </a:rPr>
            </a:br>
            <a:endParaRPr lang="en-US" sz="2800" dirty="0"/>
          </a:p>
        </p:txBody>
      </p:sp>
      <p:pic>
        <p:nvPicPr>
          <p:cNvPr id="9" name="Picture 8"/>
          <p:cNvPicPr>
            <a:picLocks noChangeAspect="1"/>
          </p:cNvPicPr>
          <p:nvPr/>
        </p:nvPicPr>
        <p:blipFill>
          <a:blip r:embed="rId4"/>
          <a:stretch>
            <a:fillRect/>
          </a:stretch>
        </p:blipFill>
        <p:spPr>
          <a:xfrm>
            <a:off x="560099" y="1049617"/>
            <a:ext cx="8207383" cy="5306733"/>
          </a:xfrm>
          <a:prstGeom prst="rect">
            <a:avLst/>
          </a:prstGeom>
        </p:spPr>
      </p:pic>
    </p:spTree>
    <p:extLst>
      <p:ext uri="{BB962C8B-B14F-4D97-AF65-F5344CB8AC3E}">
        <p14:creationId xmlns:p14="http://schemas.microsoft.com/office/powerpoint/2010/main" val="1736578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1840BCF-F7D5-4E7F-B64F-16ADA5BB4BE1}"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29</a:t>
            </a:fld>
            <a:endParaRPr lang="en-US"/>
          </a:p>
        </p:txBody>
      </p:sp>
      <p:pic>
        <p:nvPicPr>
          <p:cNvPr id="7" name="Picture 6"/>
          <p:cNvPicPr>
            <a:picLocks noChangeAspect="1"/>
          </p:cNvPicPr>
          <p:nvPr/>
        </p:nvPicPr>
        <p:blipFill>
          <a:blip r:embed="rId3"/>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House of Quality</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34701" y="1195066"/>
            <a:ext cx="7917628" cy="2862322"/>
          </a:xfrm>
          <a:prstGeom prst="rect">
            <a:avLst/>
          </a:prstGeom>
        </p:spPr>
        <p:txBody>
          <a:bodyPr wrap="square">
            <a:spAutoFit/>
          </a:bodyPr>
          <a:lstStyle/>
          <a:p>
            <a:r>
              <a:rPr lang="en-US" b="1" dirty="0">
                <a:latin typeface="Calibri (Body)"/>
              </a:rPr>
              <a:t>THE STEPS IN BUILDING A HOUSE OF QUALITY ARE :</a:t>
            </a:r>
          </a:p>
          <a:p>
            <a:r>
              <a:rPr lang="en-US" dirty="0">
                <a:latin typeface="Calibri (Body)"/>
              </a:rPr>
              <a:t>1. List Customer Requirements (WHAT’s)</a:t>
            </a:r>
          </a:p>
          <a:p>
            <a:r>
              <a:rPr lang="en-IN" dirty="0">
                <a:latin typeface="Calibri (Body)"/>
              </a:rPr>
              <a:t>2. List Technical Descriptors (HOW’s)</a:t>
            </a:r>
          </a:p>
          <a:p>
            <a:r>
              <a:rPr lang="en-US" dirty="0">
                <a:latin typeface="Calibri (Body)"/>
              </a:rPr>
              <a:t>3. Develop a Relationship Matrix Between WHAT’s and HOW’s</a:t>
            </a:r>
          </a:p>
          <a:p>
            <a:r>
              <a:rPr lang="en-US" dirty="0">
                <a:latin typeface="Calibri (Body)"/>
              </a:rPr>
              <a:t>4. Develop an Inter-relationship Matrix between HOW’s</a:t>
            </a:r>
          </a:p>
          <a:p>
            <a:r>
              <a:rPr lang="en-IN" dirty="0">
                <a:latin typeface="Calibri (Body)"/>
              </a:rPr>
              <a:t>5. Competitive Assessments</a:t>
            </a:r>
          </a:p>
          <a:p>
            <a:r>
              <a:rPr lang="en-IN" dirty="0">
                <a:latin typeface="Calibri (Body)"/>
              </a:rPr>
              <a:t>a. Customer Competitive Assessments</a:t>
            </a:r>
          </a:p>
          <a:p>
            <a:r>
              <a:rPr lang="en-IN" dirty="0">
                <a:latin typeface="Calibri (Body)"/>
              </a:rPr>
              <a:t>b. Technical Competitive Assessments</a:t>
            </a:r>
          </a:p>
          <a:p>
            <a:r>
              <a:rPr lang="en-US" dirty="0">
                <a:latin typeface="Calibri (Body)"/>
              </a:rPr>
              <a:t>6. Develop Prioritized Customer Requirements</a:t>
            </a:r>
          </a:p>
          <a:p>
            <a:r>
              <a:rPr lang="en-US" dirty="0">
                <a:latin typeface="Calibri (Body)"/>
              </a:rPr>
              <a:t>7. Develop Prioritized Technical Descriptors</a:t>
            </a:r>
            <a:endParaRPr lang="en-IN" dirty="0">
              <a:latin typeface="Calibri (Body)"/>
            </a:endParaRPr>
          </a:p>
        </p:txBody>
      </p:sp>
    </p:spTree>
    <p:extLst>
      <p:ext uri="{BB962C8B-B14F-4D97-AF65-F5344CB8AC3E}">
        <p14:creationId xmlns:p14="http://schemas.microsoft.com/office/powerpoint/2010/main" val="2347684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C4209C0-4332-4A82-9B2E-6069CB8A7D29}"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30</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Introduction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787508" y="1414765"/>
            <a:ext cx="7901492" cy="1477328"/>
          </a:xfrm>
          <a:prstGeom prst="rect">
            <a:avLst/>
          </a:prstGeom>
        </p:spPr>
        <p:txBody>
          <a:bodyPr wrap="square">
            <a:spAutoFit/>
          </a:bodyPr>
          <a:lstStyle/>
          <a:p>
            <a:r>
              <a:rPr lang="en-IN" b="1" dirty="0">
                <a:latin typeface="Calibri (Body)"/>
              </a:rPr>
              <a:t>INTRODUCTION</a:t>
            </a:r>
          </a:p>
          <a:p>
            <a:pPr marL="285750" indent="-285750">
              <a:buFont typeface="Symbol" panose="05050102010706020507" pitchFamily="18" charset="2"/>
              <a:buChar char="·"/>
            </a:pPr>
            <a:r>
              <a:rPr lang="en-US" dirty="0">
                <a:latin typeface="Calibri (Body)"/>
              </a:rPr>
              <a:t>Taguchi Methods is a statistical methods developed largely by GENICHI   </a:t>
            </a:r>
          </a:p>
          <a:p>
            <a:r>
              <a:rPr lang="en-US" dirty="0">
                <a:latin typeface="Calibri (Body)"/>
              </a:rPr>
              <a:t>     TAGUCHI to improve quality of manufactured goods.</a:t>
            </a:r>
          </a:p>
          <a:p>
            <a:r>
              <a:rPr lang="en-US" dirty="0">
                <a:latin typeface="Calibri (Body)"/>
              </a:rPr>
              <a:t> The philosophy of off-line quality control.</a:t>
            </a:r>
          </a:p>
          <a:p>
            <a:r>
              <a:rPr lang="en-US" dirty="0">
                <a:latin typeface="Calibri (Body)"/>
              </a:rPr>
              <a:t> Innovations in the design of experiments.</a:t>
            </a:r>
            <a:endParaRPr lang="en-IN" dirty="0">
              <a:latin typeface="Calibri (Body)"/>
            </a:endParaRPr>
          </a:p>
        </p:txBody>
      </p:sp>
    </p:spTree>
    <p:extLst>
      <p:ext uri="{BB962C8B-B14F-4D97-AF65-F5344CB8AC3E}">
        <p14:creationId xmlns:p14="http://schemas.microsoft.com/office/powerpoint/2010/main" val="3092006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DDAE3D-D1B5-4108-AD9B-20B95E49459D}"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31</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720761" y="1387737"/>
            <a:ext cx="7713233" cy="2308324"/>
          </a:xfrm>
          <a:prstGeom prst="rect">
            <a:avLst/>
          </a:prstGeom>
        </p:spPr>
        <p:txBody>
          <a:bodyPr wrap="square">
            <a:spAutoFit/>
          </a:bodyPr>
          <a:lstStyle/>
          <a:p>
            <a:r>
              <a:rPr lang="en-IN" b="1" dirty="0">
                <a:latin typeface="Calibri (Body)"/>
              </a:rPr>
              <a:t>Taguchi Loss Function Definition</a:t>
            </a:r>
          </a:p>
          <a:p>
            <a:r>
              <a:rPr lang="en-US" dirty="0">
                <a:latin typeface="Calibri (Body)"/>
              </a:rPr>
              <a:t>Taguchi defines Quality as “the loss imparted by the product to society from the time the</a:t>
            </a:r>
          </a:p>
          <a:p>
            <a:r>
              <a:rPr lang="en-IN" dirty="0">
                <a:latin typeface="Calibri (Body)"/>
              </a:rPr>
              <a:t>product is shipped.”</a:t>
            </a:r>
          </a:p>
          <a:p>
            <a:r>
              <a:rPr lang="en-IN" dirty="0">
                <a:latin typeface="Calibri (Body)"/>
              </a:rPr>
              <a:t>LOSS = Cost to operate,</a:t>
            </a:r>
          </a:p>
          <a:p>
            <a:r>
              <a:rPr lang="en-US" dirty="0">
                <a:latin typeface="Calibri (Body)"/>
              </a:rPr>
              <a:t>Failure to function, maintenance and repair cost, customer satisfaction, poor design.</a:t>
            </a:r>
          </a:p>
          <a:p>
            <a:r>
              <a:rPr lang="en-US" dirty="0">
                <a:latin typeface="Calibri (Body)"/>
              </a:rPr>
              <a:t>Product to be produced “being within specification”</a:t>
            </a:r>
            <a:endParaRPr lang="en-IN" dirty="0">
              <a:latin typeface="Calibri (Body)"/>
            </a:endParaRPr>
          </a:p>
        </p:txBody>
      </p:sp>
    </p:spTree>
    <p:extLst>
      <p:ext uri="{BB962C8B-B14F-4D97-AF65-F5344CB8AC3E}">
        <p14:creationId xmlns:p14="http://schemas.microsoft.com/office/powerpoint/2010/main" val="2875883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9E67745-43BF-47C0-A1C5-1BF0983547B0}"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32</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72352" y="1239405"/>
            <a:ext cx="7847703" cy="1754326"/>
          </a:xfrm>
          <a:prstGeom prst="rect">
            <a:avLst/>
          </a:prstGeom>
        </p:spPr>
        <p:txBody>
          <a:bodyPr wrap="square">
            <a:spAutoFit/>
          </a:bodyPr>
          <a:lstStyle/>
          <a:p>
            <a:r>
              <a:rPr lang="en-IN" b="1" dirty="0">
                <a:latin typeface="Calibri (Body)"/>
              </a:rPr>
              <a:t>Taguchi’s Vs Traditional Approach</a:t>
            </a:r>
          </a:p>
          <a:p>
            <a:r>
              <a:rPr lang="en-US" b="1" dirty="0">
                <a:latin typeface="Calibri (Body)"/>
              </a:rPr>
              <a:t>Taguchi’s Quadratic Quality Loss Function</a:t>
            </a:r>
          </a:p>
          <a:p>
            <a:r>
              <a:rPr lang="en-US" dirty="0">
                <a:latin typeface="Calibri (Body)"/>
              </a:rPr>
              <a:t>Quality Loss Occurs when a product’s deviates from target or nominal value.</a:t>
            </a:r>
          </a:p>
          <a:p>
            <a:r>
              <a:rPr lang="en-US" dirty="0">
                <a:latin typeface="Calibri (Body)"/>
              </a:rPr>
              <a:t>Deviation Grows, then Loss increases.</a:t>
            </a:r>
          </a:p>
          <a:p>
            <a:r>
              <a:rPr lang="en-US" dirty="0">
                <a:latin typeface="Calibri (Body)"/>
              </a:rPr>
              <a:t>Taguchi’s U-shaped loss Function Curve.</a:t>
            </a:r>
            <a:endParaRPr lang="en-IN" dirty="0">
              <a:latin typeface="Calibri (Body)"/>
            </a:endParaRPr>
          </a:p>
        </p:txBody>
      </p:sp>
    </p:spTree>
    <p:extLst>
      <p:ext uri="{BB962C8B-B14F-4D97-AF65-F5344CB8AC3E}">
        <p14:creationId xmlns:p14="http://schemas.microsoft.com/office/powerpoint/2010/main" val="3398767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88040B-9628-4CED-91DE-980777889530}"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33</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13185" y="1366221"/>
            <a:ext cx="7831567" cy="3139321"/>
          </a:xfrm>
          <a:prstGeom prst="rect">
            <a:avLst/>
          </a:prstGeom>
        </p:spPr>
        <p:txBody>
          <a:bodyPr wrap="square">
            <a:spAutoFit/>
          </a:bodyPr>
          <a:lstStyle/>
          <a:p>
            <a:r>
              <a:rPr lang="en-US" b="1" dirty="0">
                <a:latin typeface="Calibri (Body)"/>
              </a:rPr>
              <a:t>Formula to find Taguchi’s Loss </a:t>
            </a:r>
            <a:r>
              <a:rPr lang="en-US" b="1" dirty="0" err="1">
                <a:latin typeface="Calibri (Body)"/>
              </a:rPr>
              <a:t>Fn</a:t>
            </a:r>
            <a:endParaRPr lang="en-US" b="1" dirty="0">
              <a:latin typeface="Calibri (Body)"/>
            </a:endParaRPr>
          </a:p>
          <a:p>
            <a:r>
              <a:rPr lang="en-US" dirty="0">
                <a:latin typeface="Calibri (Body)"/>
              </a:rPr>
              <a:t>Taguchi uses Quadratic Equation to determine loss Curve</a:t>
            </a:r>
          </a:p>
          <a:p>
            <a:r>
              <a:rPr lang="en-IN" b="1" dirty="0">
                <a:latin typeface="Calibri (Body)"/>
              </a:rPr>
              <a:t>L (x) = k (x-N)²</a:t>
            </a:r>
          </a:p>
          <a:p>
            <a:r>
              <a:rPr lang="en-US" dirty="0">
                <a:latin typeface="Calibri (Body)"/>
              </a:rPr>
              <a:t>Where </a:t>
            </a:r>
            <a:r>
              <a:rPr lang="en-US" b="1" dirty="0">
                <a:latin typeface="Calibri (Body)"/>
              </a:rPr>
              <a:t>L (x) </a:t>
            </a:r>
            <a:r>
              <a:rPr lang="en-US" dirty="0">
                <a:latin typeface="Calibri (Body)"/>
              </a:rPr>
              <a:t>= Loss Function,</a:t>
            </a:r>
          </a:p>
          <a:p>
            <a:r>
              <a:rPr lang="en-US" b="1" dirty="0">
                <a:latin typeface="Calibri (Body)"/>
              </a:rPr>
              <a:t>k = C/d² </a:t>
            </a:r>
            <a:r>
              <a:rPr lang="en-US" dirty="0">
                <a:latin typeface="Calibri (Body)"/>
              </a:rPr>
              <a:t>= Constant of proportionality,</a:t>
            </a:r>
          </a:p>
          <a:p>
            <a:r>
              <a:rPr lang="en-US" dirty="0">
                <a:latin typeface="Calibri (Body)"/>
              </a:rPr>
              <a:t>where </a:t>
            </a:r>
            <a:r>
              <a:rPr lang="en-US" b="1" dirty="0">
                <a:latin typeface="Calibri (Body)"/>
              </a:rPr>
              <a:t>C – </a:t>
            </a:r>
            <a:r>
              <a:rPr lang="en-US" dirty="0">
                <a:latin typeface="Calibri (Body)"/>
              </a:rPr>
              <a:t>Loss associated with </a:t>
            </a:r>
            <a:r>
              <a:rPr lang="en-US" dirty="0" err="1">
                <a:latin typeface="Calibri (Body)"/>
              </a:rPr>
              <a:t>sp</a:t>
            </a:r>
            <a:r>
              <a:rPr lang="en-US" dirty="0">
                <a:latin typeface="Calibri (Body)"/>
              </a:rPr>
              <a:t> limit</a:t>
            </a:r>
          </a:p>
          <a:p>
            <a:r>
              <a:rPr lang="en-US" b="1" dirty="0">
                <a:latin typeface="Calibri (Body)"/>
              </a:rPr>
              <a:t>d - </a:t>
            </a:r>
            <a:r>
              <a:rPr lang="en-US" dirty="0">
                <a:latin typeface="Calibri (Body)"/>
              </a:rPr>
              <a:t>Deviation of specification from target value</a:t>
            </a:r>
          </a:p>
          <a:p>
            <a:r>
              <a:rPr lang="en-US" b="1" dirty="0">
                <a:latin typeface="Calibri (Body)"/>
              </a:rPr>
              <a:t>x </a:t>
            </a:r>
            <a:r>
              <a:rPr lang="en-US" dirty="0">
                <a:latin typeface="Calibri (Body)"/>
              </a:rPr>
              <a:t>= Quality Features of selected product,</a:t>
            </a:r>
          </a:p>
          <a:p>
            <a:r>
              <a:rPr lang="en-US" b="1" dirty="0">
                <a:latin typeface="Calibri (Body)"/>
              </a:rPr>
              <a:t>N </a:t>
            </a:r>
            <a:r>
              <a:rPr lang="en-US" dirty="0">
                <a:latin typeface="Calibri (Body)"/>
              </a:rPr>
              <a:t>= Nominal Value of the product and</a:t>
            </a:r>
          </a:p>
          <a:p>
            <a:r>
              <a:rPr lang="en-IN" b="1" dirty="0">
                <a:latin typeface="Calibri (Body)"/>
              </a:rPr>
              <a:t>(x-N) </a:t>
            </a:r>
            <a:r>
              <a:rPr lang="en-IN" dirty="0">
                <a:latin typeface="Calibri (Body)"/>
              </a:rPr>
              <a:t>= Tolerance</a:t>
            </a:r>
          </a:p>
          <a:p>
            <a:endParaRPr lang="en-IN" dirty="0"/>
          </a:p>
        </p:txBody>
      </p:sp>
    </p:spTree>
    <p:extLst>
      <p:ext uri="{BB962C8B-B14F-4D97-AF65-F5344CB8AC3E}">
        <p14:creationId xmlns:p14="http://schemas.microsoft.com/office/powerpoint/2010/main" val="1405931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1B3838E-C530-4CB4-B5A4-18F50ACA525F}"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34</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18564" y="1267669"/>
            <a:ext cx="7858461" cy="2308324"/>
          </a:xfrm>
          <a:prstGeom prst="rect">
            <a:avLst/>
          </a:prstGeom>
        </p:spPr>
        <p:txBody>
          <a:bodyPr wrap="square">
            <a:spAutoFit/>
          </a:bodyPr>
          <a:lstStyle/>
          <a:p>
            <a:r>
              <a:rPr lang="en-IN" b="1" dirty="0">
                <a:latin typeface="Calibri (Body)"/>
              </a:rPr>
              <a:t>Problem</a:t>
            </a:r>
          </a:p>
          <a:p>
            <a:r>
              <a:rPr lang="en-US" dirty="0">
                <a:latin typeface="Calibri (Body)"/>
              </a:rPr>
              <a:t>A part dimension on a power tool is specified as 32.25±0.25.Company records show±0.25 exceeded &amp; 75% of the returned </a:t>
            </a:r>
            <a:r>
              <a:rPr lang="en-US" dirty="0" err="1">
                <a:latin typeface="Calibri (Body)"/>
              </a:rPr>
              <a:t>fo</a:t>
            </a:r>
            <a:r>
              <a:rPr lang="en-US" dirty="0">
                <a:latin typeface="Calibri (Body)"/>
              </a:rPr>
              <a:t> replacement. Cost of replacement is Rs.12,500.Determine </a:t>
            </a:r>
            <a:r>
              <a:rPr lang="en-US" b="1" dirty="0">
                <a:latin typeface="Calibri (Body)"/>
              </a:rPr>
              <a:t>k </a:t>
            </a:r>
            <a:r>
              <a:rPr lang="en-IN" dirty="0">
                <a:latin typeface="Calibri (Body)"/>
              </a:rPr>
              <a:t>&amp; QLF.</a:t>
            </a:r>
          </a:p>
          <a:p>
            <a:r>
              <a:rPr lang="en-US" dirty="0">
                <a:latin typeface="Calibri (Body)"/>
              </a:rPr>
              <a:t>Solution : Expected Cost of repair</a:t>
            </a:r>
          </a:p>
          <a:p>
            <a:r>
              <a:rPr lang="en-IN" dirty="0">
                <a:latin typeface="Calibri (Body)"/>
              </a:rPr>
              <a:t>C = 0.75(12500) = </a:t>
            </a:r>
            <a:r>
              <a:rPr lang="en-IN" dirty="0" err="1">
                <a:latin typeface="Calibri (Body)"/>
              </a:rPr>
              <a:t>Rs</a:t>
            </a:r>
            <a:r>
              <a:rPr lang="en-IN" dirty="0">
                <a:latin typeface="Calibri (Body)"/>
              </a:rPr>
              <a:t> 9,375</a:t>
            </a:r>
          </a:p>
          <a:p>
            <a:r>
              <a:rPr lang="en-IN" dirty="0">
                <a:latin typeface="Calibri (Body)"/>
              </a:rPr>
              <a:t>k = C/d²= 9375/(90.25)² = </a:t>
            </a:r>
            <a:r>
              <a:rPr lang="en-IN" dirty="0" err="1">
                <a:latin typeface="Calibri (Body)"/>
              </a:rPr>
              <a:t>Rs</a:t>
            </a:r>
            <a:r>
              <a:rPr lang="en-IN" dirty="0">
                <a:latin typeface="Calibri (Body)"/>
              </a:rPr>
              <a:t> 1,50,000</a:t>
            </a:r>
          </a:p>
          <a:p>
            <a:r>
              <a:rPr lang="en-IN" dirty="0">
                <a:latin typeface="Calibri (Body)"/>
              </a:rPr>
              <a:t>QLF =L (x) 1,50,00(x-N)</a:t>
            </a:r>
          </a:p>
        </p:txBody>
      </p:sp>
    </p:spTree>
    <p:extLst>
      <p:ext uri="{BB962C8B-B14F-4D97-AF65-F5344CB8AC3E}">
        <p14:creationId xmlns:p14="http://schemas.microsoft.com/office/powerpoint/2010/main" val="1247699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160DE16-7AE2-4331-AE76-6E0306C314F7}"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35</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56216" y="1452282"/>
            <a:ext cx="7767022" cy="1754326"/>
          </a:xfrm>
          <a:prstGeom prst="rect">
            <a:avLst/>
          </a:prstGeom>
        </p:spPr>
        <p:txBody>
          <a:bodyPr wrap="square">
            <a:spAutoFit/>
          </a:bodyPr>
          <a:lstStyle/>
          <a:p>
            <a:r>
              <a:rPr lang="en-US" dirty="0">
                <a:latin typeface="Calibri (Body)"/>
              </a:rPr>
              <a:t>Taguchi’s Quality Loss Function concept combines cost, target and variation in one metric with specifications being of secondary importance.</a:t>
            </a:r>
          </a:p>
          <a:p>
            <a:r>
              <a:rPr lang="en-US" dirty="0">
                <a:latin typeface="Calibri (Body)"/>
              </a:rPr>
              <a:t>Taguchi has defined quality as the loss imparted to society from the time a product is shipped.</a:t>
            </a:r>
          </a:p>
          <a:p>
            <a:r>
              <a:rPr lang="en-US" dirty="0">
                <a:latin typeface="Calibri (Body)"/>
              </a:rPr>
              <a:t>Societal losses include failure to meet customer requirements, failure to meet ideal performance </a:t>
            </a:r>
            <a:r>
              <a:rPr lang="en-IN" dirty="0">
                <a:latin typeface="Calibri (Body)"/>
              </a:rPr>
              <a:t>and harmful side effects.</a:t>
            </a:r>
          </a:p>
        </p:txBody>
      </p:sp>
    </p:spTree>
    <p:extLst>
      <p:ext uri="{BB962C8B-B14F-4D97-AF65-F5344CB8AC3E}">
        <p14:creationId xmlns:p14="http://schemas.microsoft.com/office/powerpoint/2010/main" val="23046828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C7FA6B4-208E-43F1-B5A9-CFF7C9301413}"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36</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731520" y="1387736"/>
            <a:ext cx="7734748" cy="1754326"/>
          </a:xfrm>
          <a:prstGeom prst="rect">
            <a:avLst/>
          </a:prstGeom>
        </p:spPr>
        <p:txBody>
          <a:bodyPr wrap="square">
            <a:spAutoFit/>
          </a:bodyPr>
          <a:lstStyle/>
          <a:p>
            <a:r>
              <a:rPr lang="en-US" dirty="0">
                <a:latin typeface="Calibri (Body)"/>
              </a:rPr>
              <a:t>CUSTOMERS PERCEIVE QUALITY AS MEETING THE TARGET RATHER THAN </a:t>
            </a:r>
            <a:r>
              <a:rPr lang="en-IN" dirty="0">
                <a:latin typeface="Calibri (Body)"/>
              </a:rPr>
              <a:t>JUST MEETING THE SPECIFICATIONS.</a:t>
            </a:r>
          </a:p>
          <a:p>
            <a:r>
              <a:rPr lang="en-US" dirty="0">
                <a:latin typeface="Calibri (Body)"/>
              </a:rPr>
              <a:t>There are three common quality loss functions</a:t>
            </a:r>
          </a:p>
          <a:p>
            <a:r>
              <a:rPr lang="en-IN" dirty="0">
                <a:latin typeface="Calibri (Body)"/>
              </a:rPr>
              <a:t>1. Nominal - the - best.</a:t>
            </a:r>
          </a:p>
          <a:p>
            <a:r>
              <a:rPr lang="en-IN" dirty="0">
                <a:latin typeface="Calibri (Body)"/>
              </a:rPr>
              <a:t>2. Smaller - the - better.</a:t>
            </a:r>
          </a:p>
          <a:p>
            <a:r>
              <a:rPr lang="en-IN" dirty="0">
                <a:latin typeface="Calibri (Body)"/>
              </a:rPr>
              <a:t>3. Larger - the - better.</a:t>
            </a:r>
          </a:p>
        </p:txBody>
      </p:sp>
    </p:spTree>
    <p:extLst>
      <p:ext uri="{BB962C8B-B14F-4D97-AF65-F5344CB8AC3E}">
        <p14:creationId xmlns:p14="http://schemas.microsoft.com/office/powerpoint/2010/main" val="2259542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E7ECFF-C37E-45AB-9340-30766C9234A6}"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37</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3" name="Rectangle 2"/>
          <p:cNvSpPr/>
          <p:nvPr/>
        </p:nvSpPr>
        <p:spPr>
          <a:xfrm>
            <a:off x="671512" y="1248811"/>
            <a:ext cx="8225062" cy="1477328"/>
          </a:xfrm>
          <a:prstGeom prst="rect">
            <a:avLst/>
          </a:prstGeom>
        </p:spPr>
        <p:txBody>
          <a:bodyPr wrap="square">
            <a:spAutoFit/>
          </a:bodyPr>
          <a:lstStyle/>
          <a:p>
            <a:r>
              <a:rPr lang="en-US" b="1" dirty="0">
                <a:latin typeface="Calibri (Body)"/>
              </a:rPr>
              <a:t>4. NOMINAL – THE – BEST : </a:t>
            </a:r>
            <a:r>
              <a:rPr lang="en-US" dirty="0">
                <a:latin typeface="Calibri (Body)"/>
              </a:rPr>
              <a:t>Although Taguchi developed so many loss functions,</a:t>
            </a:r>
          </a:p>
          <a:p>
            <a:r>
              <a:rPr lang="en-US" dirty="0">
                <a:latin typeface="Calibri (Body)"/>
              </a:rPr>
              <a:t>many situations are approximated by the quadratic function which is called the </a:t>
            </a:r>
            <a:r>
              <a:rPr lang="en-US" b="1" dirty="0">
                <a:latin typeface="Calibri (Body)"/>
              </a:rPr>
              <a:t>Nominal</a:t>
            </a:r>
          </a:p>
          <a:p>
            <a:r>
              <a:rPr lang="en-IN" b="1" dirty="0">
                <a:latin typeface="Calibri (Body)"/>
              </a:rPr>
              <a:t>– the – best </a:t>
            </a:r>
            <a:r>
              <a:rPr lang="en-IN" dirty="0">
                <a:latin typeface="Calibri (Body)"/>
              </a:rPr>
              <a:t>type.</a:t>
            </a:r>
          </a:p>
        </p:txBody>
      </p:sp>
      <p:pic>
        <p:nvPicPr>
          <p:cNvPr id="9" name="Picture 8"/>
          <p:cNvPicPr>
            <a:picLocks noChangeAspect="1"/>
          </p:cNvPicPr>
          <p:nvPr/>
        </p:nvPicPr>
        <p:blipFill>
          <a:blip r:embed="rId3"/>
          <a:stretch>
            <a:fillRect/>
          </a:stretch>
        </p:blipFill>
        <p:spPr>
          <a:xfrm>
            <a:off x="671512" y="2925333"/>
            <a:ext cx="7800975" cy="3431016"/>
          </a:xfrm>
          <a:prstGeom prst="rect">
            <a:avLst/>
          </a:prstGeom>
        </p:spPr>
      </p:pic>
    </p:spTree>
    <p:extLst>
      <p:ext uri="{BB962C8B-B14F-4D97-AF65-F5344CB8AC3E}">
        <p14:creationId xmlns:p14="http://schemas.microsoft.com/office/powerpoint/2010/main" val="466691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BBBD03-5098-4516-A368-F896123F5DF1}"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38</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85818"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3" name="Rectangle 2"/>
          <p:cNvSpPr/>
          <p:nvPr/>
        </p:nvSpPr>
        <p:spPr>
          <a:xfrm>
            <a:off x="548640" y="1086535"/>
            <a:ext cx="7896113" cy="4801314"/>
          </a:xfrm>
          <a:prstGeom prst="rect">
            <a:avLst/>
          </a:prstGeom>
        </p:spPr>
        <p:txBody>
          <a:bodyPr wrap="square">
            <a:spAutoFit/>
          </a:bodyPr>
          <a:lstStyle/>
          <a:p>
            <a:r>
              <a:rPr lang="en-US" dirty="0">
                <a:latin typeface="Calibri (Body)"/>
              </a:rPr>
              <a:t>The quadratic function is shown in figure. In this situation, the loss occurs as soon as the</a:t>
            </a:r>
          </a:p>
          <a:p>
            <a:r>
              <a:rPr lang="en-US" dirty="0">
                <a:latin typeface="Calibri (Body)"/>
              </a:rPr>
              <a:t>performance characteristic, y, departs from the target τ.</a:t>
            </a:r>
          </a:p>
          <a:p>
            <a:r>
              <a:rPr lang="en-US" dirty="0">
                <a:latin typeface="Calibri (Body)"/>
              </a:rPr>
              <a:t>At τ, the loss is </a:t>
            </a:r>
            <a:r>
              <a:rPr lang="en-US" dirty="0" err="1">
                <a:latin typeface="Calibri (Body)"/>
              </a:rPr>
              <a:t>Rs</a:t>
            </a:r>
            <a:r>
              <a:rPr lang="en-US" dirty="0">
                <a:latin typeface="Calibri (Body)"/>
              </a:rPr>
              <a:t>. 0.</a:t>
            </a:r>
          </a:p>
          <a:p>
            <a:r>
              <a:rPr lang="en-US" dirty="0">
                <a:latin typeface="Calibri (Body)"/>
              </a:rPr>
              <a:t>At LSL (or) USL, the loss is </a:t>
            </a:r>
            <a:r>
              <a:rPr lang="en-US" dirty="0" err="1">
                <a:latin typeface="Calibri (Body)"/>
              </a:rPr>
              <a:t>Rs</a:t>
            </a:r>
            <a:r>
              <a:rPr lang="en-US" dirty="0">
                <a:latin typeface="Calibri (Body)"/>
              </a:rPr>
              <a:t>. A.</a:t>
            </a:r>
          </a:p>
          <a:p>
            <a:r>
              <a:rPr lang="en-US" dirty="0">
                <a:latin typeface="Calibri (Body)"/>
              </a:rPr>
              <a:t>The quadratic loss function is described by the equation L = k (y - τ) </a:t>
            </a:r>
            <a:r>
              <a:rPr lang="en-US" sz="800" dirty="0">
                <a:latin typeface="Calibri (Body)"/>
              </a:rPr>
              <a:t>2</a:t>
            </a:r>
            <a:r>
              <a:rPr lang="en-US" dirty="0">
                <a:latin typeface="Calibri (Body)"/>
              </a:rPr>
              <a:t>.</a:t>
            </a:r>
          </a:p>
          <a:p>
            <a:r>
              <a:rPr lang="en-IN" dirty="0">
                <a:latin typeface="Calibri (Body)"/>
              </a:rPr>
              <a:t>Where,</a:t>
            </a:r>
          </a:p>
          <a:p>
            <a:r>
              <a:rPr lang="en-US" dirty="0">
                <a:latin typeface="Calibri (Body)"/>
              </a:rPr>
              <a:t>L = cost incurred as quality deviates from the target.</a:t>
            </a:r>
          </a:p>
          <a:p>
            <a:r>
              <a:rPr lang="en-IN" dirty="0">
                <a:latin typeface="Calibri (Body)"/>
              </a:rPr>
              <a:t>y = Performance characteristic</a:t>
            </a:r>
          </a:p>
          <a:p>
            <a:r>
              <a:rPr lang="el-GR" dirty="0">
                <a:latin typeface="Calibri (Body)"/>
              </a:rPr>
              <a:t>τ = </a:t>
            </a:r>
            <a:r>
              <a:rPr lang="en-IN" dirty="0">
                <a:latin typeface="Calibri (Body)"/>
              </a:rPr>
              <a:t>target</a:t>
            </a:r>
          </a:p>
          <a:p>
            <a:r>
              <a:rPr lang="en-IN" dirty="0">
                <a:latin typeface="Calibri (Body)"/>
              </a:rPr>
              <a:t>k = Quality loss coefficient.</a:t>
            </a:r>
          </a:p>
          <a:p>
            <a:r>
              <a:rPr lang="en-US" dirty="0">
                <a:latin typeface="Calibri (Body)"/>
              </a:rPr>
              <a:t>The loss coefficient is determined by setting Δ = (y – τ), the deviation from the target. When Δ is</a:t>
            </a:r>
          </a:p>
          <a:p>
            <a:r>
              <a:rPr lang="en-US" dirty="0">
                <a:latin typeface="Calibri (Body)"/>
              </a:rPr>
              <a:t>the USL (or) LSL, the loss to the customer of repairing (or) discarding the product is </a:t>
            </a:r>
            <a:r>
              <a:rPr lang="en-US" dirty="0" err="1">
                <a:latin typeface="Calibri (Body)"/>
              </a:rPr>
              <a:t>Rs</a:t>
            </a:r>
            <a:r>
              <a:rPr lang="en-US" dirty="0">
                <a:latin typeface="Calibri (Body)"/>
              </a:rPr>
              <a:t>. A.</a:t>
            </a:r>
          </a:p>
          <a:p>
            <a:r>
              <a:rPr lang="en-IN" dirty="0">
                <a:latin typeface="Calibri (Body)"/>
              </a:rPr>
              <a:t>Thus,</a:t>
            </a:r>
          </a:p>
          <a:p>
            <a:r>
              <a:rPr lang="es-ES" dirty="0">
                <a:latin typeface="Calibri (Body)"/>
              </a:rPr>
              <a:t>K = A / (y – τ)</a:t>
            </a:r>
            <a:r>
              <a:rPr lang="es-ES" sz="800" dirty="0">
                <a:latin typeface="Calibri (Body)"/>
              </a:rPr>
              <a:t>2 </a:t>
            </a:r>
            <a:r>
              <a:rPr lang="es-ES" dirty="0">
                <a:latin typeface="Calibri (Body)"/>
              </a:rPr>
              <a:t>= A / Δ</a:t>
            </a:r>
            <a:r>
              <a:rPr lang="es-ES" sz="800" dirty="0">
                <a:latin typeface="Calibri (Body)"/>
              </a:rPr>
              <a:t>2 </a:t>
            </a:r>
            <a:r>
              <a:rPr lang="es-ES" dirty="0">
                <a:latin typeface="Calibri (Body)"/>
              </a:rPr>
              <a:t>.</a:t>
            </a:r>
            <a:endParaRPr lang="en-IN" dirty="0">
              <a:latin typeface="Calibri (Body)"/>
            </a:endParaRPr>
          </a:p>
        </p:txBody>
      </p:sp>
    </p:spTree>
    <p:extLst>
      <p:ext uri="{BB962C8B-B14F-4D97-AF65-F5344CB8AC3E}">
        <p14:creationId xmlns:p14="http://schemas.microsoft.com/office/powerpoint/2010/main" val="38413341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AF78752-CEE7-497C-B9D3-B685C96F9B99}"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39</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785308" y="1582341"/>
            <a:ext cx="7637930" cy="2031325"/>
          </a:xfrm>
          <a:prstGeom prst="rect">
            <a:avLst/>
          </a:prstGeom>
        </p:spPr>
        <p:txBody>
          <a:bodyPr wrap="square">
            <a:spAutoFit/>
          </a:bodyPr>
          <a:lstStyle/>
          <a:p>
            <a:r>
              <a:rPr lang="en-IN" b="1" dirty="0">
                <a:latin typeface="Calibri (Body)"/>
              </a:rPr>
              <a:t>SMALLER – THE – BETTER :</a:t>
            </a:r>
          </a:p>
          <a:p>
            <a:r>
              <a:rPr lang="en-US" dirty="0">
                <a:latin typeface="Calibri (Body)"/>
              </a:rPr>
              <a:t>The following figure shows the smaller – the – better concepts.</a:t>
            </a:r>
          </a:p>
          <a:p>
            <a:r>
              <a:rPr lang="en-US" dirty="0">
                <a:latin typeface="Calibri (Body)"/>
              </a:rPr>
              <a:t>The target value for </a:t>
            </a:r>
            <a:r>
              <a:rPr lang="en-US" b="1" dirty="0">
                <a:latin typeface="Calibri (Body)"/>
              </a:rPr>
              <a:t>smaller – the – better </a:t>
            </a:r>
            <a:r>
              <a:rPr lang="en-US" dirty="0">
                <a:latin typeface="Calibri (Body)"/>
              </a:rPr>
              <a:t>is 0. There are no negative values for the performance </a:t>
            </a:r>
            <a:r>
              <a:rPr lang="en-IN" dirty="0">
                <a:latin typeface="Calibri (Body)"/>
              </a:rPr>
              <a:t>characteristic.</a:t>
            </a:r>
          </a:p>
          <a:p>
            <a:r>
              <a:rPr lang="en-US" dirty="0">
                <a:latin typeface="Calibri (Body)"/>
              </a:rPr>
              <a:t>The radiation leakage from a microwave appliance, the response time for a computer, pollution from an automobile, out of round for a hole etc. are the performance characteristics for this </a:t>
            </a:r>
            <a:r>
              <a:rPr lang="en-IN" dirty="0">
                <a:latin typeface="Calibri (Body)"/>
              </a:rPr>
              <a:t>concept.</a:t>
            </a:r>
          </a:p>
        </p:txBody>
      </p:sp>
    </p:spTree>
    <p:extLst>
      <p:ext uri="{BB962C8B-B14F-4D97-AF65-F5344CB8AC3E}">
        <p14:creationId xmlns:p14="http://schemas.microsoft.com/office/powerpoint/2010/main" val="31442407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977D3CD-3554-4D9A-8027-3BB626F1F89E}"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40</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Taguchi quality loss function</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93867" y="1246111"/>
            <a:ext cx="7740519" cy="646331"/>
          </a:xfrm>
          <a:prstGeom prst="rect">
            <a:avLst/>
          </a:prstGeom>
        </p:spPr>
        <p:txBody>
          <a:bodyPr wrap="square">
            <a:spAutoFit/>
          </a:bodyPr>
          <a:lstStyle/>
          <a:p>
            <a:r>
              <a:rPr lang="en-IN" b="1" dirty="0">
                <a:latin typeface="Calibri (Body)"/>
              </a:rPr>
              <a:t>LARGER – THE – BETTER :</a:t>
            </a:r>
          </a:p>
          <a:p>
            <a:r>
              <a:rPr lang="en-US" dirty="0">
                <a:latin typeface="Calibri (Body)"/>
              </a:rPr>
              <a:t>The following figure shows the concept of the Larger – the – better.</a:t>
            </a:r>
            <a:endParaRPr lang="en-IN" dirty="0">
              <a:latin typeface="Calibri (Body)"/>
            </a:endParaRPr>
          </a:p>
        </p:txBody>
      </p:sp>
      <p:pic>
        <p:nvPicPr>
          <p:cNvPr id="3" name="Picture 2"/>
          <p:cNvPicPr>
            <a:picLocks noChangeAspect="1"/>
          </p:cNvPicPr>
          <p:nvPr/>
        </p:nvPicPr>
        <p:blipFill>
          <a:blip r:embed="rId3"/>
          <a:stretch>
            <a:fillRect/>
          </a:stretch>
        </p:blipFill>
        <p:spPr>
          <a:xfrm>
            <a:off x="709612" y="2088936"/>
            <a:ext cx="7724775" cy="3859426"/>
          </a:xfrm>
          <a:prstGeom prst="rect">
            <a:avLst/>
          </a:prstGeom>
        </p:spPr>
      </p:pic>
    </p:spTree>
    <p:extLst>
      <p:ext uri="{BB962C8B-B14F-4D97-AF65-F5344CB8AC3E}">
        <p14:creationId xmlns:p14="http://schemas.microsoft.com/office/powerpoint/2010/main" val="7460939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CF601B1-6F63-41E4-B2A4-3308C4A2C635}"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41</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Total Productive Maintenance (TPM)</a:t>
            </a: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907917" y="1258645"/>
            <a:ext cx="7547593" cy="3700630"/>
          </a:xfrm>
          <a:prstGeom prst="rect">
            <a:avLst/>
          </a:prstGeom>
        </p:spPr>
      </p:pic>
    </p:spTree>
    <p:extLst>
      <p:ext uri="{BB962C8B-B14F-4D97-AF65-F5344CB8AC3E}">
        <p14:creationId xmlns:p14="http://schemas.microsoft.com/office/powerpoint/2010/main" val="21071990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42D32A2-A0AB-4689-921F-4C4616FB24D2}"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42</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Total Productive Maintenance (TPM)</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806824" y="1197620"/>
            <a:ext cx="7616414" cy="2585323"/>
          </a:xfrm>
          <a:prstGeom prst="rect">
            <a:avLst/>
          </a:prstGeom>
        </p:spPr>
        <p:txBody>
          <a:bodyPr wrap="square">
            <a:spAutoFit/>
          </a:bodyPr>
          <a:lstStyle/>
          <a:p>
            <a:pPr algn="just"/>
            <a:r>
              <a:rPr lang="en-US" dirty="0">
                <a:latin typeface="Calibri (Body)"/>
              </a:rPr>
              <a:t>Total Productive Maintenance (TPM) is defined as keeping the running plant and equipment at its highest productive level with the co-operation of all areas of the organization.</a:t>
            </a:r>
          </a:p>
          <a:p>
            <a:pPr algn="just"/>
            <a:r>
              <a:rPr lang="en-US" dirty="0">
                <a:latin typeface="Calibri (Body)"/>
              </a:rPr>
              <a:t>Predictive and Preventive maintenance are essential to building a foundation for a successful TPM environment. </a:t>
            </a:r>
            <a:r>
              <a:rPr lang="en-US" b="1" dirty="0">
                <a:latin typeface="Calibri (Body)"/>
              </a:rPr>
              <a:t>Predictive Maintenance </a:t>
            </a:r>
            <a:r>
              <a:rPr lang="en-US" dirty="0">
                <a:latin typeface="Calibri (Body)"/>
              </a:rPr>
              <a:t>is the process of using data and statistical </a:t>
            </a:r>
            <a:r>
              <a:rPr lang="en-IN" sz="1400" dirty="0">
                <a:latin typeface="Calibri (Body)"/>
              </a:rPr>
              <a:t>Loss (</a:t>
            </a:r>
            <a:r>
              <a:rPr lang="en-IN" sz="1400" dirty="0" err="1">
                <a:latin typeface="Calibri (Body)"/>
              </a:rPr>
              <a:t>Rs</a:t>
            </a:r>
            <a:r>
              <a:rPr lang="en-IN" sz="1400" dirty="0">
                <a:latin typeface="Calibri (Body)"/>
              </a:rPr>
              <a:t>) </a:t>
            </a:r>
            <a:r>
              <a:rPr lang="en-US" dirty="0">
                <a:latin typeface="Calibri (Body)"/>
              </a:rPr>
              <a:t>tools to determine when a piece of equipment will fail. </a:t>
            </a:r>
            <a:r>
              <a:rPr lang="en-US" b="1" dirty="0">
                <a:latin typeface="Calibri (Body)"/>
              </a:rPr>
              <a:t>Preventive Maintenance </a:t>
            </a:r>
            <a:r>
              <a:rPr lang="en-US" dirty="0">
                <a:latin typeface="Calibri (Body)"/>
              </a:rPr>
              <a:t>is the process of periodically performing activities such as lubrication on the equipment to keep it running.</a:t>
            </a:r>
            <a:endParaRPr lang="en-IN" dirty="0">
              <a:latin typeface="Calibri (Body)"/>
            </a:endParaRPr>
          </a:p>
        </p:txBody>
      </p:sp>
    </p:spTree>
    <p:extLst>
      <p:ext uri="{BB962C8B-B14F-4D97-AF65-F5344CB8AC3E}">
        <p14:creationId xmlns:p14="http://schemas.microsoft.com/office/powerpoint/2010/main" val="26751096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1EE6380-B0CE-4D6B-B467-76D39CDBC919}"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43</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Total Productive Maintenance (TPM)</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989704" y="1366221"/>
            <a:ext cx="7304442" cy="1754326"/>
          </a:xfrm>
          <a:prstGeom prst="rect">
            <a:avLst/>
          </a:prstGeom>
        </p:spPr>
        <p:txBody>
          <a:bodyPr wrap="square">
            <a:spAutoFit/>
          </a:bodyPr>
          <a:lstStyle/>
          <a:p>
            <a:r>
              <a:rPr lang="en-IN" b="1" dirty="0">
                <a:latin typeface="Calibri (Body)"/>
              </a:rPr>
              <a:t>OBJECTIVES OF TPM :</a:t>
            </a:r>
          </a:p>
          <a:p>
            <a:r>
              <a:rPr lang="en-US" b="1" dirty="0">
                <a:latin typeface="Calibri (Body)"/>
              </a:rPr>
              <a:t>1. </a:t>
            </a:r>
            <a:r>
              <a:rPr lang="en-US" dirty="0">
                <a:latin typeface="Calibri (Body)"/>
              </a:rPr>
              <a:t>To maintain and improve equipment capacity.</a:t>
            </a:r>
          </a:p>
          <a:p>
            <a:r>
              <a:rPr lang="en-US" b="1" dirty="0">
                <a:latin typeface="Calibri (Body)"/>
              </a:rPr>
              <a:t>2. </a:t>
            </a:r>
            <a:r>
              <a:rPr lang="en-US" dirty="0">
                <a:latin typeface="Calibri (Body)"/>
              </a:rPr>
              <a:t>To maintain equipment for life.</a:t>
            </a:r>
          </a:p>
          <a:p>
            <a:r>
              <a:rPr lang="en-US" b="1" dirty="0">
                <a:latin typeface="Calibri (Body)"/>
              </a:rPr>
              <a:t>3. </a:t>
            </a:r>
            <a:r>
              <a:rPr lang="en-US" dirty="0">
                <a:latin typeface="Calibri (Body)"/>
              </a:rPr>
              <a:t>To use support from all areas of the operation.</a:t>
            </a:r>
          </a:p>
          <a:p>
            <a:r>
              <a:rPr lang="en-US" b="1" dirty="0">
                <a:latin typeface="Calibri (Body)"/>
              </a:rPr>
              <a:t>4. </a:t>
            </a:r>
            <a:r>
              <a:rPr lang="en-US" dirty="0">
                <a:latin typeface="Calibri (Body)"/>
              </a:rPr>
              <a:t>To encourage input from all employees.</a:t>
            </a:r>
          </a:p>
          <a:p>
            <a:r>
              <a:rPr lang="en-US" b="1" dirty="0">
                <a:latin typeface="Calibri (Body)"/>
              </a:rPr>
              <a:t>5. </a:t>
            </a:r>
            <a:r>
              <a:rPr lang="en-US" dirty="0">
                <a:latin typeface="Calibri (Body)"/>
              </a:rPr>
              <a:t>To use teams for continuous improvement.</a:t>
            </a:r>
            <a:endParaRPr lang="en-IN" dirty="0">
              <a:latin typeface="Calibri (Body)"/>
            </a:endParaRPr>
          </a:p>
        </p:txBody>
      </p:sp>
    </p:spTree>
    <p:extLst>
      <p:ext uri="{BB962C8B-B14F-4D97-AF65-F5344CB8AC3E}">
        <p14:creationId xmlns:p14="http://schemas.microsoft.com/office/powerpoint/2010/main" val="3765117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0BE058A-B9D4-41F0-AA6D-03396AA49215}"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44</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Total Productive Maintenance (TPM)</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682133" y="1440826"/>
            <a:ext cx="7644286" cy="4524315"/>
          </a:xfrm>
          <a:prstGeom prst="rect">
            <a:avLst/>
          </a:prstGeom>
        </p:spPr>
        <p:txBody>
          <a:bodyPr wrap="square">
            <a:spAutoFit/>
          </a:bodyPr>
          <a:lstStyle/>
          <a:p>
            <a:r>
              <a:rPr lang="en-US" b="1" dirty="0">
                <a:latin typeface="Calibri (Body)"/>
              </a:rPr>
              <a:t>TPM PHILOSOPHY – CONCEPT OF TPM :</a:t>
            </a:r>
          </a:p>
          <a:p>
            <a:r>
              <a:rPr lang="en-US" dirty="0">
                <a:latin typeface="Calibri (Body)"/>
              </a:rPr>
              <a:t>Total Productive Maintenance (TPM) is an extension of the Total Quality Management (TQM) philosophy to the maintenance function.</a:t>
            </a:r>
          </a:p>
          <a:p>
            <a:r>
              <a:rPr lang="en-US" b="1" dirty="0">
                <a:latin typeface="Calibri (Body)"/>
              </a:rPr>
              <a:t>TPM has the following steps</a:t>
            </a:r>
            <a:r>
              <a:rPr lang="en-US" dirty="0">
                <a:latin typeface="Calibri (Body)"/>
              </a:rPr>
              <a:t>:</a:t>
            </a:r>
          </a:p>
          <a:p>
            <a:r>
              <a:rPr lang="en-US" dirty="0">
                <a:latin typeface="Calibri (Body)"/>
              </a:rPr>
              <a:t>1. Management should learn the new philosophy of TPM.</a:t>
            </a:r>
          </a:p>
          <a:p>
            <a:r>
              <a:rPr lang="en-US" dirty="0">
                <a:latin typeface="Calibri (Body)"/>
              </a:rPr>
              <a:t>2. Management should promote the new philosophy of TPM.</a:t>
            </a:r>
          </a:p>
          <a:p>
            <a:r>
              <a:rPr lang="en-US" dirty="0">
                <a:latin typeface="Calibri (Body)"/>
              </a:rPr>
              <a:t>3. Training should be funded and developed for everyone in the organization.</a:t>
            </a:r>
          </a:p>
          <a:p>
            <a:r>
              <a:rPr lang="en-US" dirty="0">
                <a:latin typeface="Calibri (Body)"/>
              </a:rPr>
              <a:t>4. Areas of needed improvement should be identified.</a:t>
            </a:r>
          </a:p>
          <a:p>
            <a:r>
              <a:rPr lang="en-US" dirty="0">
                <a:latin typeface="Calibri (Body)"/>
              </a:rPr>
              <a:t>Loss measurements to identify improvement needs are</a:t>
            </a:r>
          </a:p>
          <a:p>
            <a:r>
              <a:rPr lang="en-IN" dirty="0">
                <a:latin typeface="Calibri (Body)"/>
              </a:rPr>
              <a:t> Down time losses</a:t>
            </a:r>
          </a:p>
          <a:p>
            <a:r>
              <a:rPr lang="en-IN" dirty="0">
                <a:latin typeface="Calibri (Body)"/>
              </a:rPr>
              <a:t> Reduced speed losses</a:t>
            </a:r>
          </a:p>
          <a:p>
            <a:r>
              <a:rPr lang="en-IN" dirty="0">
                <a:latin typeface="Calibri (Body)"/>
              </a:rPr>
              <a:t> Poor quality losses</a:t>
            </a:r>
          </a:p>
          <a:p>
            <a:r>
              <a:rPr lang="en-US" dirty="0">
                <a:latin typeface="Calibri (Body)"/>
              </a:rPr>
              <a:t>5. Performance goals should be formulated.</a:t>
            </a:r>
          </a:p>
          <a:p>
            <a:r>
              <a:rPr lang="en-US" dirty="0">
                <a:latin typeface="Calibri (Body)"/>
              </a:rPr>
              <a:t>6. An implementation plan should be developed.</a:t>
            </a:r>
          </a:p>
          <a:p>
            <a:r>
              <a:rPr lang="en-US" dirty="0">
                <a:latin typeface="Calibri (Body)"/>
              </a:rPr>
              <a:t>7. Autonomous worth groups should be established.</a:t>
            </a:r>
            <a:endParaRPr lang="en-IN" dirty="0">
              <a:latin typeface="Calibri (Body)"/>
            </a:endParaRPr>
          </a:p>
        </p:txBody>
      </p:sp>
    </p:spTree>
    <p:extLst>
      <p:ext uri="{BB962C8B-B14F-4D97-AF65-F5344CB8AC3E}">
        <p14:creationId xmlns:p14="http://schemas.microsoft.com/office/powerpoint/2010/main" val="39364473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1C2A85E-F94D-420D-880E-C5722CF91B93}"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45</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FAILURE MODE AND EFFECTS ANALYSIS (FMEA)</a:t>
            </a:r>
            <a:endParaRPr lang="en-IN" dirty="0">
              <a:latin typeface="Times New Roman" panose="02020603050405020304" pitchFamily="18" charset="0"/>
              <a:cs typeface="Times New Roman" panose="02020603050405020304" pitchFamily="18" charset="0"/>
            </a:endParaRPr>
          </a:p>
        </p:txBody>
      </p:sp>
      <p:sp>
        <p:nvSpPr>
          <p:cNvPr id="3" name="Rectangle 2"/>
          <p:cNvSpPr/>
          <p:nvPr/>
        </p:nvSpPr>
        <p:spPr>
          <a:xfrm>
            <a:off x="640080" y="1923927"/>
            <a:ext cx="7761642" cy="3416320"/>
          </a:xfrm>
          <a:prstGeom prst="rect">
            <a:avLst/>
          </a:prstGeom>
        </p:spPr>
        <p:txBody>
          <a:bodyPr wrap="square">
            <a:spAutoFit/>
          </a:bodyPr>
          <a:lstStyle/>
          <a:p>
            <a:pPr algn="just"/>
            <a:r>
              <a:rPr lang="en-US" dirty="0">
                <a:latin typeface="Calibri (Body)"/>
              </a:rPr>
              <a:t>FMEA is an analytical technique that combines the technology and experience of people in identifying foreseeable failure modes of a product or process and planning for its elimination.</a:t>
            </a:r>
          </a:p>
          <a:p>
            <a:pPr algn="just"/>
            <a:r>
              <a:rPr lang="en-US" dirty="0">
                <a:latin typeface="Calibri (Body)"/>
              </a:rPr>
              <a:t>FMEA is a “before-the-event” action requiring a team effort to easily and inexpensively alleviate changes in design and production.</a:t>
            </a:r>
          </a:p>
          <a:p>
            <a:pPr algn="just"/>
            <a:r>
              <a:rPr lang="en-US" dirty="0">
                <a:latin typeface="Calibri (Body)"/>
              </a:rPr>
              <a:t>It is a group of activities comprising the following :</a:t>
            </a:r>
          </a:p>
          <a:p>
            <a:pPr algn="just"/>
            <a:r>
              <a:rPr lang="en-US" b="1" dirty="0">
                <a:latin typeface="Calibri (Body)"/>
              </a:rPr>
              <a:t>1. </a:t>
            </a:r>
            <a:r>
              <a:rPr lang="en-US" dirty="0">
                <a:latin typeface="Calibri (Body)"/>
              </a:rPr>
              <a:t>Recognize the potential failure of a product or process.</a:t>
            </a:r>
          </a:p>
          <a:p>
            <a:pPr algn="just"/>
            <a:r>
              <a:rPr lang="en-US" b="1" dirty="0">
                <a:latin typeface="Calibri (Body)"/>
              </a:rPr>
              <a:t>2. </a:t>
            </a:r>
            <a:r>
              <a:rPr lang="en-US" dirty="0">
                <a:latin typeface="Calibri (Body)"/>
              </a:rPr>
              <a:t>Identify actions that eliminate / reduce the potential failure.</a:t>
            </a:r>
          </a:p>
          <a:p>
            <a:pPr algn="just"/>
            <a:r>
              <a:rPr lang="en-IN" b="1" dirty="0">
                <a:latin typeface="Calibri (Body)"/>
              </a:rPr>
              <a:t>3. </a:t>
            </a:r>
            <a:r>
              <a:rPr lang="en-IN" dirty="0">
                <a:latin typeface="Calibri (Body)"/>
              </a:rPr>
              <a:t>Document the process.</a:t>
            </a:r>
          </a:p>
          <a:p>
            <a:pPr algn="just"/>
            <a:r>
              <a:rPr lang="en-US" dirty="0">
                <a:latin typeface="Calibri (Body)"/>
              </a:rPr>
              <a:t>Two important types of FMEA are</a:t>
            </a:r>
          </a:p>
          <a:p>
            <a:pPr algn="just"/>
            <a:r>
              <a:rPr lang="en-IN" dirty="0">
                <a:latin typeface="Calibri (Body)"/>
              </a:rPr>
              <a:t> Design FMEA</a:t>
            </a:r>
          </a:p>
          <a:p>
            <a:pPr algn="just"/>
            <a:r>
              <a:rPr lang="en-IN" dirty="0">
                <a:latin typeface="Calibri (Body)"/>
              </a:rPr>
              <a:t> Process FMEA</a:t>
            </a:r>
          </a:p>
        </p:txBody>
      </p:sp>
    </p:spTree>
    <p:extLst>
      <p:ext uri="{BB962C8B-B14F-4D97-AF65-F5344CB8AC3E}">
        <p14:creationId xmlns:p14="http://schemas.microsoft.com/office/powerpoint/2010/main" val="6034590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0D13BF7-B733-486C-889E-84CE370FD3CF}"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46</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dirty="0">
                <a:latin typeface="Times New Roman" panose="02020603050405020304" pitchFamily="18" charset="0"/>
                <a:cs typeface="Times New Roman" panose="02020603050405020304" pitchFamily="18" charset="0"/>
              </a:rPr>
              <a:t>FAILURE MODE AND EFFECTS ANALYSIS </a:t>
            </a:r>
            <a:endParaRPr lang="en-US" dirty="0"/>
          </a:p>
        </p:txBody>
      </p:sp>
      <p:sp>
        <p:nvSpPr>
          <p:cNvPr id="2" name="Rectangle 1"/>
          <p:cNvSpPr/>
          <p:nvPr/>
        </p:nvSpPr>
        <p:spPr>
          <a:xfrm>
            <a:off x="731519" y="1484555"/>
            <a:ext cx="7713233" cy="923330"/>
          </a:xfrm>
          <a:prstGeom prst="rect">
            <a:avLst/>
          </a:prstGeom>
        </p:spPr>
        <p:txBody>
          <a:bodyPr wrap="square">
            <a:spAutoFit/>
          </a:bodyPr>
          <a:lstStyle/>
          <a:p>
            <a:pPr algn="just"/>
            <a:r>
              <a:rPr lang="en-US" dirty="0">
                <a:latin typeface="Times New Roman" panose="02020603050405020304" pitchFamily="18" charset="0"/>
              </a:rPr>
              <a:t>There are several types of FMEA : design FMEA, process FMEA, equipment FMEA, maintenance FMEA, concept FMEA, service FMEA, system FMEA, environmental FMEA, and </a:t>
            </a:r>
            <a:r>
              <a:rPr lang="en-IN" dirty="0">
                <a:latin typeface="Times New Roman" panose="02020603050405020304" pitchFamily="18" charset="0"/>
              </a:rPr>
              <a:t>others.</a:t>
            </a:r>
            <a:endParaRPr lang="en-IN" dirty="0"/>
          </a:p>
        </p:txBody>
      </p:sp>
    </p:spTree>
    <p:extLst>
      <p:ext uri="{BB962C8B-B14F-4D97-AF65-F5344CB8AC3E}">
        <p14:creationId xmlns:p14="http://schemas.microsoft.com/office/powerpoint/2010/main" val="20581582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E30E3D-9D20-4369-9882-6067C48B05A0}"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47</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2" name="Rectangle 1"/>
          <p:cNvSpPr/>
          <p:nvPr/>
        </p:nvSpPr>
        <p:spPr>
          <a:xfrm>
            <a:off x="591671" y="1157873"/>
            <a:ext cx="8095129" cy="4801314"/>
          </a:xfrm>
          <a:prstGeom prst="rect">
            <a:avLst/>
          </a:prstGeom>
        </p:spPr>
        <p:txBody>
          <a:bodyPr wrap="square">
            <a:spAutoFit/>
          </a:bodyPr>
          <a:lstStyle/>
          <a:p>
            <a:endParaRPr lang="en-US" b="1" dirty="0">
              <a:latin typeface="Times New Roman" panose="02020603050405020304" pitchFamily="18" charset="0"/>
            </a:endParaRPr>
          </a:p>
          <a:p>
            <a:r>
              <a:rPr lang="en-US" b="1" dirty="0">
                <a:latin typeface="Calibri (Body)"/>
              </a:rPr>
              <a:t>Failure Mode</a:t>
            </a:r>
          </a:p>
          <a:p>
            <a:r>
              <a:rPr lang="en-IN" dirty="0">
                <a:latin typeface="Calibri (Body)"/>
              </a:rPr>
              <a:t>A </a:t>
            </a:r>
            <a:r>
              <a:rPr lang="en-IN" b="1" dirty="0">
                <a:latin typeface="Calibri (Body)"/>
              </a:rPr>
              <a:t>Failure Mode </a:t>
            </a:r>
            <a:r>
              <a:rPr lang="en-IN" dirty="0">
                <a:latin typeface="Calibri (Body)"/>
              </a:rPr>
              <a:t>is:</a:t>
            </a:r>
          </a:p>
          <a:p>
            <a:r>
              <a:rPr lang="en-US" dirty="0">
                <a:latin typeface="Calibri (Body)"/>
              </a:rPr>
              <a:t>⚫ The way in which the component, subassembly, product, input, or process could</a:t>
            </a:r>
          </a:p>
          <a:p>
            <a:r>
              <a:rPr lang="en-US" dirty="0">
                <a:latin typeface="Calibri (Body)"/>
              </a:rPr>
              <a:t>fail to perform its intended function</a:t>
            </a:r>
          </a:p>
          <a:p>
            <a:r>
              <a:rPr lang="en-US" dirty="0">
                <a:latin typeface="Calibri (Body)"/>
              </a:rPr>
              <a:t>⚫ Failure modes may be the result of upstream operations or may cause</a:t>
            </a:r>
          </a:p>
          <a:p>
            <a:r>
              <a:rPr lang="en-IN" dirty="0">
                <a:latin typeface="Calibri (Body)"/>
              </a:rPr>
              <a:t>downstream operations to fail</a:t>
            </a:r>
          </a:p>
          <a:p>
            <a:r>
              <a:rPr lang="en-US" dirty="0">
                <a:latin typeface="Calibri (Body)"/>
              </a:rPr>
              <a:t>⚫ Things that could go wrong</a:t>
            </a:r>
          </a:p>
          <a:p>
            <a:r>
              <a:rPr lang="en-IN" b="1" dirty="0">
                <a:latin typeface="Calibri (Body)"/>
              </a:rPr>
              <a:t>Why</a:t>
            </a:r>
          </a:p>
          <a:p>
            <a:r>
              <a:rPr lang="en-US" dirty="0">
                <a:latin typeface="Calibri (Body)"/>
              </a:rPr>
              <a:t>⚫ Methodology that facilitates process improvement</a:t>
            </a:r>
          </a:p>
          <a:p>
            <a:r>
              <a:rPr lang="en-US" dirty="0">
                <a:latin typeface="Calibri (Body)"/>
              </a:rPr>
              <a:t>⚫ Identifies and eliminates concerns early in the development of a process or design</a:t>
            </a:r>
          </a:p>
          <a:p>
            <a:r>
              <a:rPr lang="en-US" dirty="0">
                <a:latin typeface="Calibri (Body)"/>
              </a:rPr>
              <a:t>⚫ Improve internal and external customer satisfaction</a:t>
            </a:r>
          </a:p>
          <a:p>
            <a:r>
              <a:rPr lang="en-IN" dirty="0">
                <a:latin typeface="Calibri (Body)"/>
              </a:rPr>
              <a:t>⚫ Focuses on prevention</a:t>
            </a:r>
          </a:p>
          <a:p>
            <a:r>
              <a:rPr lang="en-US" dirty="0">
                <a:latin typeface="Calibri (Body)"/>
              </a:rPr>
              <a:t>⚫ FMEA may be a customer requirement</a:t>
            </a:r>
          </a:p>
          <a:p>
            <a:r>
              <a:rPr lang="en-US" dirty="0">
                <a:latin typeface="Calibri (Body)"/>
              </a:rPr>
              <a:t>⚫ FMEA may be required by an applicable </a:t>
            </a:r>
            <a:r>
              <a:rPr lang="en-IN" dirty="0">
                <a:latin typeface="Calibri (Body)"/>
              </a:rPr>
              <a:t>Quality System Standard</a:t>
            </a:r>
          </a:p>
        </p:txBody>
      </p:sp>
      <p:sp>
        <p:nvSpPr>
          <p:cNvPr id="9"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dirty="0">
                <a:latin typeface="Times New Roman" panose="02020603050405020304" pitchFamily="18" charset="0"/>
                <a:cs typeface="Times New Roman" panose="02020603050405020304" pitchFamily="18" charset="0"/>
              </a:rPr>
              <a:t>FAILURE MODE AND EFFECTS ANALYSIS </a:t>
            </a:r>
            <a:endParaRPr lang="en-US" dirty="0"/>
          </a:p>
        </p:txBody>
      </p:sp>
    </p:spTree>
    <p:extLst>
      <p:ext uri="{BB962C8B-B14F-4D97-AF65-F5344CB8AC3E}">
        <p14:creationId xmlns:p14="http://schemas.microsoft.com/office/powerpoint/2010/main" val="28376087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49BE030-77BA-4B00-A836-35A6858F866E}"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48</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2" name="Rectangle 1"/>
          <p:cNvSpPr/>
          <p:nvPr/>
        </p:nvSpPr>
        <p:spPr>
          <a:xfrm>
            <a:off x="710005" y="1280160"/>
            <a:ext cx="7756263" cy="1477328"/>
          </a:xfrm>
          <a:prstGeom prst="rect">
            <a:avLst/>
          </a:prstGeom>
        </p:spPr>
        <p:txBody>
          <a:bodyPr wrap="square">
            <a:spAutoFit/>
          </a:bodyPr>
          <a:lstStyle/>
          <a:p>
            <a:r>
              <a:rPr lang="en-IN" b="1" dirty="0">
                <a:latin typeface="Calibri (Body)"/>
              </a:rPr>
              <a:t>INTENT OF FMEA :</a:t>
            </a:r>
          </a:p>
          <a:p>
            <a:r>
              <a:rPr lang="en-US" dirty="0">
                <a:latin typeface="Calibri (Body)"/>
              </a:rPr>
              <a:t> Continually measuring the reliability of a machine, product or process.</a:t>
            </a:r>
          </a:p>
          <a:p>
            <a:r>
              <a:rPr lang="en-US" dirty="0">
                <a:latin typeface="Calibri (Body)"/>
              </a:rPr>
              <a:t> To detect the potential product - related failure mode.</a:t>
            </a:r>
          </a:p>
          <a:p>
            <a:r>
              <a:rPr lang="en-US" dirty="0">
                <a:latin typeface="Calibri (Body)"/>
              </a:rPr>
              <a:t> FMEA evaluation to be conducted immediately following the design phase</a:t>
            </a:r>
            <a:r>
              <a:rPr lang="en-US" dirty="0">
                <a:latin typeface="Times New Roman" panose="02020603050405020304" pitchFamily="18" charset="0"/>
              </a:rPr>
              <a:t>.</a:t>
            </a:r>
            <a:endParaRPr lang="en-IN" dirty="0"/>
          </a:p>
        </p:txBody>
      </p:sp>
      <p:sp>
        <p:nvSpPr>
          <p:cNvPr id="9"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dirty="0">
                <a:latin typeface="Times New Roman" panose="02020603050405020304" pitchFamily="18" charset="0"/>
                <a:cs typeface="Times New Roman" panose="02020603050405020304" pitchFamily="18" charset="0"/>
              </a:rPr>
              <a:t>FAILURE MODE AND EFFECTS ANALYSIS </a:t>
            </a:r>
            <a:endParaRPr lang="en-US" dirty="0"/>
          </a:p>
        </p:txBody>
      </p:sp>
    </p:spTree>
    <p:extLst>
      <p:ext uri="{BB962C8B-B14F-4D97-AF65-F5344CB8AC3E}">
        <p14:creationId xmlns:p14="http://schemas.microsoft.com/office/powerpoint/2010/main" val="26676219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ECD43E-7AAF-4CF7-9D30-5EDBDA2D4CCF}"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49</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2" name="Rectangle 1"/>
          <p:cNvSpPr/>
          <p:nvPr/>
        </p:nvSpPr>
        <p:spPr>
          <a:xfrm>
            <a:off x="645459" y="1258645"/>
            <a:ext cx="7702475" cy="3416320"/>
          </a:xfrm>
          <a:prstGeom prst="rect">
            <a:avLst/>
          </a:prstGeom>
        </p:spPr>
        <p:txBody>
          <a:bodyPr wrap="square">
            <a:spAutoFit/>
          </a:bodyPr>
          <a:lstStyle/>
          <a:p>
            <a:r>
              <a:rPr lang="en-IN" b="1" dirty="0">
                <a:latin typeface="Calibri (Body)"/>
              </a:rPr>
              <a:t>BENEFITS OF FMEA:</a:t>
            </a:r>
          </a:p>
          <a:p>
            <a:pPr marL="285750" indent="-285750">
              <a:buFont typeface="Wingdings" panose="05000000000000000000" pitchFamily="2" charset="2"/>
              <a:buChar char="Ø"/>
            </a:pPr>
            <a:r>
              <a:rPr lang="en-US" dirty="0">
                <a:latin typeface="Calibri (Body)"/>
              </a:rPr>
              <a:t> Having a systematic review of components failure modes to ensure that any  </a:t>
            </a:r>
          </a:p>
          <a:p>
            <a:r>
              <a:rPr lang="en-US" dirty="0">
                <a:latin typeface="Calibri (Body)"/>
              </a:rPr>
              <a:t>       failure </a:t>
            </a:r>
            <a:r>
              <a:rPr lang="en-IN" dirty="0">
                <a:latin typeface="Calibri (Body)"/>
              </a:rPr>
              <a:t>produces minimal damage.</a:t>
            </a:r>
          </a:p>
          <a:p>
            <a:r>
              <a:rPr lang="en-US" dirty="0">
                <a:latin typeface="Calibri (Body)"/>
              </a:rPr>
              <a:t> Determining the effects of any failure on other items.</a:t>
            </a:r>
          </a:p>
          <a:p>
            <a:r>
              <a:rPr lang="en-US" dirty="0">
                <a:latin typeface="Calibri (Body)"/>
              </a:rPr>
              <a:t> Providing input data for exchange studies.</a:t>
            </a:r>
          </a:p>
          <a:p>
            <a:r>
              <a:rPr lang="en-US" dirty="0">
                <a:latin typeface="Calibri (Body)"/>
              </a:rPr>
              <a:t> Determining how the high-failure rate components can be adapted to high- </a:t>
            </a:r>
          </a:p>
          <a:p>
            <a:r>
              <a:rPr lang="en-US" dirty="0">
                <a:latin typeface="Calibri (Body)"/>
              </a:rPr>
              <a:t>       reliability </a:t>
            </a:r>
            <a:r>
              <a:rPr lang="en-IN" dirty="0">
                <a:latin typeface="Calibri (Body)"/>
              </a:rPr>
              <a:t>components.</a:t>
            </a:r>
          </a:p>
          <a:p>
            <a:r>
              <a:rPr lang="en-US" dirty="0">
                <a:latin typeface="Calibri (Body)"/>
              </a:rPr>
              <a:t> Eliminating / minimizing the adverse effects that failures could generate.</a:t>
            </a:r>
          </a:p>
          <a:p>
            <a:r>
              <a:rPr lang="en-US" dirty="0">
                <a:latin typeface="Calibri (Body)"/>
              </a:rPr>
              <a:t> Helping uncover the </a:t>
            </a:r>
            <a:r>
              <a:rPr lang="en-US" dirty="0" err="1">
                <a:latin typeface="Calibri (Body)"/>
              </a:rPr>
              <a:t>misjudgements</a:t>
            </a:r>
            <a:r>
              <a:rPr lang="en-US" dirty="0">
                <a:latin typeface="Calibri (Body)"/>
              </a:rPr>
              <a:t>, errors etc.</a:t>
            </a:r>
          </a:p>
          <a:p>
            <a:r>
              <a:rPr lang="en-US" dirty="0">
                <a:latin typeface="Calibri (Body)"/>
              </a:rPr>
              <a:t> Reduce development time and cost of manufacturing.</a:t>
            </a:r>
            <a:endParaRPr lang="en-IN" dirty="0">
              <a:latin typeface="Calibri (Body)"/>
            </a:endParaRPr>
          </a:p>
        </p:txBody>
      </p:sp>
      <p:sp>
        <p:nvSpPr>
          <p:cNvPr id="9"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dirty="0">
                <a:latin typeface="Times New Roman" panose="02020603050405020304" pitchFamily="18" charset="0"/>
                <a:cs typeface="Times New Roman" panose="02020603050405020304" pitchFamily="18" charset="0"/>
              </a:rPr>
              <a:t>FAILURE MODE AND EFFECTS ANALYSIS </a:t>
            </a:r>
            <a:endParaRPr lang="en-US" dirty="0"/>
          </a:p>
        </p:txBody>
      </p:sp>
    </p:spTree>
    <p:extLst>
      <p:ext uri="{BB962C8B-B14F-4D97-AF65-F5344CB8AC3E}">
        <p14:creationId xmlns:p14="http://schemas.microsoft.com/office/powerpoint/2010/main" val="36108767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5F0B861-CC84-4279-AEBD-7C5888E5A6AB}"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50</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2" name="Rectangle 1"/>
          <p:cNvSpPr/>
          <p:nvPr/>
        </p:nvSpPr>
        <p:spPr>
          <a:xfrm>
            <a:off x="613186" y="1091600"/>
            <a:ext cx="8073614" cy="5078313"/>
          </a:xfrm>
          <a:prstGeom prst="rect">
            <a:avLst/>
          </a:prstGeom>
        </p:spPr>
        <p:txBody>
          <a:bodyPr wrap="square">
            <a:spAutoFit/>
          </a:bodyPr>
          <a:lstStyle/>
          <a:p>
            <a:r>
              <a:rPr lang="en-US" b="1" dirty="0">
                <a:latin typeface="Calibri (Body)"/>
              </a:rPr>
              <a:t>Methodology used for FMEA</a:t>
            </a:r>
          </a:p>
          <a:p>
            <a:r>
              <a:rPr lang="en-IN" b="1" dirty="0">
                <a:latin typeface="Calibri (Body)"/>
              </a:rPr>
              <a:t>FMEA Procedure</a:t>
            </a:r>
          </a:p>
          <a:p>
            <a:r>
              <a:rPr lang="en-US" b="1" dirty="0">
                <a:latin typeface="Calibri (Body)"/>
              </a:rPr>
              <a:t>1. </a:t>
            </a:r>
            <a:r>
              <a:rPr lang="en-US" dirty="0">
                <a:latin typeface="Calibri (Body)"/>
              </a:rPr>
              <a:t>For each process input (start with high value inputs), determine the ways in which the</a:t>
            </a:r>
          </a:p>
          <a:p>
            <a:r>
              <a:rPr lang="en-US" dirty="0">
                <a:latin typeface="Calibri (Body)"/>
              </a:rPr>
              <a:t>input can go wrong (failure mode)</a:t>
            </a:r>
          </a:p>
          <a:p>
            <a:r>
              <a:rPr lang="en-US" b="1" dirty="0">
                <a:latin typeface="Calibri (Body)"/>
              </a:rPr>
              <a:t>2. </a:t>
            </a:r>
            <a:r>
              <a:rPr lang="en-US" dirty="0">
                <a:latin typeface="Calibri (Body)"/>
              </a:rPr>
              <a:t>For each failure mode, determine effects</a:t>
            </a:r>
          </a:p>
          <a:p>
            <a:r>
              <a:rPr lang="en-US" dirty="0">
                <a:latin typeface="Calibri (Body)"/>
              </a:rPr>
              <a:t>⚫ Select a severity level for each effect</a:t>
            </a:r>
          </a:p>
          <a:p>
            <a:r>
              <a:rPr lang="en-US" b="1" dirty="0">
                <a:latin typeface="Calibri (Body)"/>
              </a:rPr>
              <a:t>3. </a:t>
            </a:r>
            <a:r>
              <a:rPr lang="en-US" dirty="0">
                <a:latin typeface="Calibri (Body)"/>
              </a:rPr>
              <a:t>Identify potential causes of each failure mode</a:t>
            </a:r>
          </a:p>
          <a:p>
            <a:r>
              <a:rPr lang="en-US" dirty="0">
                <a:latin typeface="Calibri (Body)"/>
              </a:rPr>
              <a:t>⚫ Select an occurrence level for each cause</a:t>
            </a:r>
          </a:p>
          <a:p>
            <a:r>
              <a:rPr lang="en-US" b="1" dirty="0">
                <a:latin typeface="Calibri (Body)"/>
              </a:rPr>
              <a:t>4. </a:t>
            </a:r>
            <a:r>
              <a:rPr lang="en-US" dirty="0">
                <a:latin typeface="Calibri (Body)"/>
              </a:rPr>
              <a:t>List current controls for each cause</a:t>
            </a:r>
          </a:p>
          <a:p>
            <a:r>
              <a:rPr lang="en-US" dirty="0">
                <a:latin typeface="Calibri (Body)"/>
              </a:rPr>
              <a:t>⚫ Select a detection level for each cause</a:t>
            </a:r>
          </a:p>
          <a:p>
            <a:r>
              <a:rPr lang="en-US" b="1" dirty="0">
                <a:latin typeface="Calibri (Body)"/>
              </a:rPr>
              <a:t>5. </a:t>
            </a:r>
            <a:r>
              <a:rPr lang="en-US" dirty="0">
                <a:latin typeface="Calibri (Body)"/>
              </a:rPr>
              <a:t>Calculate the Risk Priority Number (RPN)</a:t>
            </a:r>
          </a:p>
          <a:p>
            <a:r>
              <a:rPr lang="en-US" b="1" dirty="0">
                <a:latin typeface="Calibri (Body)"/>
              </a:rPr>
              <a:t>6. </a:t>
            </a:r>
            <a:r>
              <a:rPr lang="en-US" dirty="0">
                <a:latin typeface="Calibri (Body)"/>
              </a:rPr>
              <a:t>Develop recommended actions, assign responsible persons, and take actions</a:t>
            </a:r>
          </a:p>
          <a:p>
            <a:r>
              <a:rPr lang="en-US" dirty="0">
                <a:latin typeface="Calibri (Body)"/>
              </a:rPr>
              <a:t>⚫ Give priority to high RPNs</a:t>
            </a:r>
          </a:p>
          <a:p>
            <a:r>
              <a:rPr lang="en-US" dirty="0">
                <a:latin typeface="Calibri (Body)"/>
              </a:rPr>
              <a:t>⚫ MUST look at severities rated a 10</a:t>
            </a:r>
          </a:p>
          <a:p>
            <a:r>
              <a:rPr lang="en-US" b="1" dirty="0">
                <a:latin typeface="Calibri (Body)"/>
              </a:rPr>
              <a:t>7. </a:t>
            </a:r>
            <a:r>
              <a:rPr lang="en-US" dirty="0">
                <a:latin typeface="Calibri (Body)"/>
              </a:rPr>
              <a:t>Assign the predicted severity, occurrence, and detection levels and compare RPNs</a:t>
            </a:r>
            <a:endParaRPr lang="en-IN" dirty="0">
              <a:latin typeface="Calibri (Body)"/>
            </a:endParaRPr>
          </a:p>
        </p:txBody>
      </p:sp>
      <p:sp>
        <p:nvSpPr>
          <p:cNvPr id="9"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dirty="0">
                <a:latin typeface="Times New Roman" panose="02020603050405020304" pitchFamily="18" charset="0"/>
                <a:cs typeface="Times New Roman" panose="02020603050405020304" pitchFamily="18" charset="0"/>
              </a:rPr>
              <a:t>FAILURE MODE AND EFFECTS ANALYSIS </a:t>
            </a:r>
            <a:endParaRPr lang="en-US" dirty="0"/>
          </a:p>
        </p:txBody>
      </p:sp>
    </p:spTree>
    <p:extLst>
      <p:ext uri="{BB962C8B-B14F-4D97-AF65-F5344CB8AC3E}">
        <p14:creationId xmlns:p14="http://schemas.microsoft.com/office/powerpoint/2010/main" val="3477348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AE10B02-AD44-4156-858C-72B2B5F7075E}"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51</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2" name="Rectangle 1"/>
          <p:cNvSpPr/>
          <p:nvPr/>
        </p:nvSpPr>
        <p:spPr>
          <a:xfrm>
            <a:off x="634701" y="1157215"/>
            <a:ext cx="8052099" cy="2862322"/>
          </a:xfrm>
          <a:prstGeom prst="rect">
            <a:avLst/>
          </a:prstGeom>
        </p:spPr>
        <p:txBody>
          <a:bodyPr wrap="square">
            <a:spAutoFit/>
          </a:bodyPr>
          <a:lstStyle/>
          <a:p>
            <a:r>
              <a:rPr lang="en-IN" b="1" dirty="0">
                <a:latin typeface="Calibri (Body)"/>
              </a:rPr>
              <a:t>FMEA Inputs and Outputs</a:t>
            </a:r>
          </a:p>
          <a:p>
            <a:r>
              <a:rPr lang="en-IN" dirty="0" err="1">
                <a:latin typeface="Calibri (Body)"/>
              </a:rPr>
              <a:t>Severity,Occurrence</a:t>
            </a:r>
            <a:r>
              <a:rPr lang="en-IN" dirty="0">
                <a:latin typeface="Calibri (Body)"/>
              </a:rPr>
              <a:t>, and Detection</a:t>
            </a:r>
          </a:p>
          <a:p>
            <a:r>
              <a:rPr lang="en-IN" dirty="0">
                <a:latin typeface="Calibri (Body)"/>
              </a:rPr>
              <a:t>o Severity</a:t>
            </a:r>
          </a:p>
          <a:p>
            <a:r>
              <a:rPr lang="en-US" dirty="0">
                <a:latin typeface="Calibri (Body)"/>
              </a:rPr>
              <a:t> Importance of the effect on customer requirements</a:t>
            </a:r>
          </a:p>
          <a:p>
            <a:r>
              <a:rPr lang="en-IN" dirty="0">
                <a:latin typeface="Calibri (Body)"/>
              </a:rPr>
              <a:t>o Occurrence</a:t>
            </a:r>
          </a:p>
          <a:p>
            <a:r>
              <a:rPr lang="en-US" dirty="0">
                <a:latin typeface="Calibri (Body)"/>
              </a:rPr>
              <a:t> Frequency with which a given cause occurs and</a:t>
            </a:r>
          </a:p>
          <a:p>
            <a:r>
              <a:rPr lang="en-IN" dirty="0">
                <a:latin typeface="Calibri (Body)"/>
              </a:rPr>
              <a:t>creates failure modes</a:t>
            </a:r>
          </a:p>
          <a:p>
            <a:r>
              <a:rPr lang="en-IN" dirty="0">
                <a:latin typeface="Calibri (Body)"/>
              </a:rPr>
              <a:t>o Detection</a:t>
            </a:r>
          </a:p>
          <a:p>
            <a:r>
              <a:rPr lang="en-US" dirty="0">
                <a:latin typeface="Calibri (Body)"/>
              </a:rPr>
              <a:t> The ability of the current control scheme to detect</a:t>
            </a:r>
          </a:p>
          <a:p>
            <a:r>
              <a:rPr lang="en-US" dirty="0">
                <a:latin typeface="Calibri (Body)"/>
              </a:rPr>
              <a:t>or prevent a given cause</a:t>
            </a:r>
            <a:endParaRPr lang="en-IN" dirty="0">
              <a:latin typeface="Calibri (Body)"/>
            </a:endParaRPr>
          </a:p>
        </p:txBody>
      </p:sp>
      <p:sp>
        <p:nvSpPr>
          <p:cNvPr id="9"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dirty="0">
                <a:latin typeface="Times New Roman" panose="02020603050405020304" pitchFamily="18" charset="0"/>
                <a:cs typeface="Times New Roman" panose="02020603050405020304" pitchFamily="18" charset="0"/>
              </a:rPr>
              <a:t>FAILURE MODE AND EFFECTS ANALYSIS </a:t>
            </a:r>
            <a:endParaRPr lang="en-US" dirty="0"/>
          </a:p>
        </p:txBody>
      </p:sp>
    </p:spTree>
    <p:extLst>
      <p:ext uri="{BB962C8B-B14F-4D97-AF65-F5344CB8AC3E}">
        <p14:creationId xmlns:p14="http://schemas.microsoft.com/office/powerpoint/2010/main" val="235046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D7FADC-D487-43A3-BF13-7F1084CB4DE9}"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52</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2" name="Rectangle 1"/>
          <p:cNvSpPr/>
          <p:nvPr/>
        </p:nvSpPr>
        <p:spPr>
          <a:xfrm>
            <a:off x="623454" y="1440826"/>
            <a:ext cx="8229600" cy="4247317"/>
          </a:xfrm>
          <a:prstGeom prst="rect">
            <a:avLst/>
          </a:prstGeom>
        </p:spPr>
        <p:txBody>
          <a:bodyPr wrap="square">
            <a:spAutoFit/>
          </a:bodyPr>
          <a:lstStyle/>
          <a:p>
            <a:r>
              <a:rPr lang="en-IN" b="1" dirty="0">
                <a:latin typeface="Calibri (Body)"/>
              </a:rPr>
              <a:t>Rating Scales</a:t>
            </a:r>
          </a:p>
          <a:p>
            <a:r>
              <a:rPr lang="en-US" dirty="0">
                <a:latin typeface="Calibri (Body)"/>
              </a:rPr>
              <a:t>⚫ There are a wide variety of scoring “anchors”, both quantitative or qualitative</a:t>
            </a:r>
          </a:p>
          <a:p>
            <a:r>
              <a:rPr lang="en-US" dirty="0">
                <a:latin typeface="Calibri (Body)"/>
              </a:rPr>
              <a:t>⚫ Two types of scales are 1-5 or 1-10</a:t>
            </a:r>
          </a:p>
          <a:p>
            <a:r>
              <a:rPr lang="en-US" dirty="0">
                <a:latin typeface="Calibri (Body)"/>
              </a:rPr>
              <a:t>⚫ The 1-5 scale makes it easier for the teams to decide on scores</a:t>
            </a:r>
          </a:p>
          <a:p>
            <a:r>
              <a:rPr lang="en-US" dirty="0">
                <a:latin typeface="Calibri (Body)"/>
              </a:rPr>
              <a:t>⚫ The 1-10 scale may allow for better precision in estimates and a wide </a:t>
            </a:r>
          </a:p>
          <a:p>
            <a:r>
              <a:rPr lang="en-US" dirty="0">
                <a:latin typeface="Calibri (Body)"/>
              </a:rPr>
              <a:t>     variation in scores </a:t>
            </a:r>
            <a:r>
              <a:rPr lang="en-IN" dirty="0">
                <a:latin typeface="Calibri (Body)"/>
              </a:rPr>
              <a:t>(most common)</a:t>
            </a:r>
          </a:p>
          <a:p>
            <a:r>
              <a:rPr lang="en-IN" dirty="0">
                <a:latin typeface="Calibri (Body)"/>
              </a:rPr>
              <a:t>⚫ </a:t>
            </a:r>
            <a:r>
              <a:rPr lang="en-IN" b="1" dirty="0">
                <a:latin typeface="Calibri (Body)"/>
              </a:rPr>
              <a:t>Rating Scales</a:t>
            </a:r>
          </a:p>
          <a:p>
            <a:r>
              <a:rPr lang="en-IN" dirty="0">
                <a:latin typeface="Calibri (Body)"/>
              </a:rPr>
              <a:t>⚫ </a:t>
            </a:r>
            <a:r>
              <a:rPr lang="en-IN" b="1" dirty="0">
                <a:latin typeface="Calibri (Body)"/>
              </a:rPr>
              <a:t>Severity</a:t>
            </a:r>
          </a:p>
          <a:p>
            <a:r>
              <a:rPr lang="en-US" dirty="0">
                <a:latin typeface="Calibri (Body)"/>
              </a:rPr>
              <a:t>    1 = Not Severe, 10 = Very Severe</a:t>
            </a:r>
          </a:p>
          <a:p>
            <a:r>
              <a:rPr lang="en-IN" dirty="0">
                <a:latin typeface="Calibri (Body)"/>
              </a:rPr>
              <a:t>⚫ </a:t>
            </a:r>
            <a:r>
              <a:rPr lang="en-IN" b="1" dirty="0">
                <a:latin typeface="Calibri (Body)"/>
              </a:rPr>
              <a:t>Occurrence</a:t>
            </a:r>
          </a:p>
          <a:p>
            <a:r>
              <a:rPr lang="en-US" dirty="0">
                <a:latin typeface="Calibri (Body)"/>
              </a:rPr>
              <a:t>    1 = Not Likely, 10 = Very Likely</a:t>
            </a:r>
          </a:p>
          <a:p>
            <a:r>
              <a:rPr lang="en-IN" dirty="0">
                <a:latin typeface="Calibri (Body)"/>
              </a:rPr>
              <a:t>⚫ </a:t>
            </a:r>
            <a:r>
              <a:rPr lang="en-IN" b="1" dirty="0">
                <a:latin typeface="Calibri (Body)"/>
              </a:rPr>
              <a:t>Detection</a:t>
            </a:r>
          </a:p>
          <a:p>
            <a:r>
              <a:rPr lang="en-US" dirty="0">
                <a:latin typeface="Calibri (Body)"/>
              </a:rPr>
              <a:t>    1 = Easy to Detect, 10 = Not easy to Detect</a:t>
            </a:r>
          </a:p>
          <a:p>
            <a:r>
              <a:rPr lang="en-IN" dirty="0">
                <a:latin typeface="Calibri (Body)"/>
              </a:rPr>
              <a:t>⚫ Risk Priority Number (RPN)</a:t>
            </a:r>
          </a:p>
          <a:p>
            <a:r>
              <a:rPr lang="en-US" dirty="0">
                <a:latin typeface="Calibri (Body)"/>
              </a:rPr>
              <a:t>    RPN is the product of the severity, occurrence, and detection scores.</a:t>
            </a:r>
            <a:endParaRPr lang="en-IN" dirty="0">
              <a:latin typeface="Calibri (Body)"/>
            </a:endParaRPr>
          </a:p>
        </p:txBody>
      </p:sp>
      <p:sp>
        <p:nvSpPr>
          <p:cNvPr id="9"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dirty="0">
                <a:latin typeface="Times New Roman" panose="02020603050405020304" pitchFamily="18" charset="0"/>
                <a:cs typeface="Times New Roman" panose="02020603050405020304" pitchFamily="18" charset="0"/>
              </a:rPr>
              <a:t>FAILURE MODE AND EFFECTS ANALYSIS </a:t>
            </a:r>
            <a:endParaRPr lang="en-US" dirty="0"/>
          </a:p>
        </p:txBody>
      </p:sp>
    </p:spTree>
    <p:extLst>
      <p:ext uri="{BB962C8B-B14F-4D97-AF65-F5344CB8AC3E}">
        <p14:creationId xmlns:p14="http://schemas.microsoft.com/office/powerpoint/2010/main" val="10972080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DCA7B51-E6DA-4F65-9068-BD8812612128}"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53</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3" name="Rectangle 2"/>
          <p:cNvSpPr/>
          <p:nvPr/>
        </p:nvSpPr>
        <p:spPr>
          <a:xfrm>
            <a:off x="742277" y="1452282"/>
            <a:ext cx="7691717" cy="1477328"/>
          </a:xfrm>
          <a:prstGeom prst="rect">
            <a:avLst/>
          </a:prstGeom>
        </p:spPr>
        <p:txBody>
          <a:bodyPr wrap="square">
            <a:spAutoFit/>
          </a:bodyPr>
          <a:lstStyle/>
          <a:p>
            <a:r>
              <a:rPr lang="en-US" b="1" dirty="0">
                <a:latin typeface="Calibri (Body)"/>
              </a:rPr>
              <a:t>Explain with an example Process FMEA document.</a:t>
            </a:r>
          </a:p>
          <a:p>
            <a:r>
              <a:rPr lang="en-US" dirty="0">
                <a:latin typeface="Calibri (Body)"/>
              </a:rPr>
              <a:t>Process FMEA is an analytical Technique utilized by a manufacturing Responsible Engineering Team as a means to assure that , to the extent possible, potential failure modes and associated causes /mechanisms have been considered and addressed.</a:t>
            </a:r>
            <a:endParaRPr lang="en-IN" dirty="0">
              <a:latin typeface="Calibri (Body)"/>
            </a:endParaRPr>
          </a:p>
        </p:txBody>
      </p:sp>
      <p:sp>
        <p:nvSpPr>
          <p:cNvPr id="9"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dirty="0">
                <a:latin typeface="Times New Roman" panose="02020603050405020304" pitchFamily="18" charset="0"/>
                <a:cs typeface="Times New Roman" panose="02020603050405020304" pitchFamily="18" charset="0"/>
              </a:rPr>
              <a:t>FAILURE MODE AND EFFECTS ANALYSIS </a:t>
            </a:r>
            <a:endParaRPr lang="en-US" dirty="0"/>
          </a:p>
        </p:txBody>
      </p:sp>
    </p:spTree>
    <p:extLst>
      <p:ext uri="{BB962C8B-B14F-4D97-AF65-F5344CB8AC3E}">
        <p14:creationId xmlns:p14="http://schemas.microsoft.com/office/powerpoint/2010/main" val="4512229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A75F30E-66D4-4DD2-8D03-357A7C8A843B}"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54</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2" name="Rectangle 1"/>
          <p:cNvSpPr/>
          <p:nvPr/>
        </p:nvSpPr>
        <p:spPr>
          <a:xfrm>
            <a:off x="602428" y="1366221"/>
            <a:ext cx="8084372" cy="2308324"/>
          </a:xfrm>
          <a:prstGeom prst="rect">
            <a:avLst/>
          </a:prstGeom>
        </p:spPr>
        <p:txBody>
          <a:bodyPr wrap="square">
            <a:spAutoFit/>
          </a:bodyPr>
          <a:lstStyle/>
          <a:p>
            <a:r>
              <a:rPr lang="en-IN" b="1" dirty="0">
                <a:latin typeface="Calibri (Body)"/>
              </a:rPr>
              <a:t>FMEA TEAM :</a:t>
            </a:r>
          </a:p>
          <a:p>
            <a:r>
              <a:rPr lang="en-US" dirty="0">
                <a:latin typeface="Calibri (Body)"/>
              </a:rPr>
              <a:t>Engineers from- Assembly- Manufacturing- Materials - Quality - Service- Supplier-</a:t>
            </a:r>
            <a:r>
              <a:rPr lang="en-IN" dirty="0">
                <a:latin typeface="Calibri (Body)"/>
              </a:rPr>
              <a:t>Customer.</a:t>
            </a:r>
          </a:p>
          <a:p>
            <a:r>
              <a:rPr lang="en-IN" b="1" dirty="0">
                <a:latin typeface="Calibri (Body)"/>
              </a:rPr>
              <a:t>FMEA DOCUMENTATION :</a:t>
            </a:r>
          </a:p>
          <a:p>
            <a:r>
              <a:rPr lang="en-US" dirty="0">
                <a:latin typeface="Calibri (Body)"/>
              </a:rPr>
              <a:t>The purpose of FMEA documentation is</a:t>
            </a:r>
          </a:p>
          <a:p>
            <a:r>
              <a:rPr lang="en-US" dirty="0">
                <a:latin typeface="Calibri (Body)"/>
              </a:rPr>
              <a:t> To allow all involved Engineers to have access to others thoughts</a:t>
            </a:r>
          </a:p>
          <a:p>
            <a:r>
              <a:rPr lang="en-US" dirty="0">
                <a:latin typeface="Calibri (Body)"/>
              </a:rPr>
              <a:t> To design and manufacture using these collective thoughts (promotes team </a:t>
            </a:r>
          </a:p>
          <a:p>
            <a:r>
              <a:rPr lang="en-US" dirty="0">
                <a:latin typeface="Calibri (Body)"/>
              </a:rPr>
              <a:t>    approach)</a:t>
            </a:r>
            <a:endParaRPr lang="en-IN" dirty="0">
              <a:latin typeface="Calibri (Body)"/>
            </a:endParaRPr>
          </a:p>
        </p:txBody>
      </p:sp>
      <p:sp>
        <p:nvSpPr>
          <p:cNvPr id="9"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dirty="0">
                <a:latin typeface="Times New Roman" panose="02020603050405020304" pitchFamily="18" charset="0"/>
                <a:cs typeface="Times New Roman" panose="02020603050405020304" pitchFamily="18" charset="0"/>
              </a:rPr>
              <a:t>FAILURE MODE AND EFFECTS ANALYSIS </a:t>
            </a:r>
            <a:endParaRPr lang="en-US" dirty="0"/>
          </a:p>
        </p:txBody>
      </p:sp>
    </p:spTree>
    <p:extLst>
      <p:ext uri="{BB962C8B-B14F-4D97-AF65-F5344CB8AC3E}">
        <p14:creationId xmlns:p14="http://schemas.microsoft.com/office/powerpoint/2010/main" val="8232752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D5680D-F502-43B4-BBF6-EE05F779EA29}"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55</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9" name="Rectangle 2"/>
          <p:cNvSpPr>
            <a:spLocks noChangeArrowheads="1"/>
          </p:cNvSpPr>
          <p:nvPr/>
        </p:nvSpPr>
        <p:spPr bwMode="auto">
          <a:xfrm>
            <a:off x="677732" y="1403217"/>
            <a:ext cx="800906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main objective of SPC is to maintain process _______.</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A) Profit</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B) Stability</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C) Inventory</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D) Workforce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Control charts are graphical tools used for process _______.</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A) Prediction</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B) Forecasting</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C) Monitoring</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D) Expansion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DAILY QUIZ</a:t>
            </a:r>
            <a:br>
              <a:rPr lang="en-US" sz="2800"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012621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0AB4841-1D15-4E30-8543-7501C11496AD}"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56</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DAILY QUIZ</a:t>
            </a:r>
            <a:br>
              <a:rPr lang="en-US" sz="2800" dirty="0">
                <a:latin typeface="Times New Roman" panose="02020603050405020304" pitchFamily="18" charset="0"/>
                <a:cs typeface="Times New Roman" panose="02020603050405020304" pitchFamily="18" charset="0"/>
              </a:rPr>
            </a:br>
            <a:endParaRPr lang="en-US" sz="2800" dirty="0"/>
          </a:p>
        </p:txBody>
      </p:sp>
      <p:sp>
        <p:nvSpPr>
          <p:cNvPr id="3" name="Rectangle 1"/>
          <p:cNvSpPr>
            <a:spLocks noChangeArrowheads="1"/>
          </p:cNvSpPr>
          <p:nvPr/>
        </p:nvSpPr>
        <p:spPr bwMode="auto">
          <a:xfrm>
            <a:off x="645458" y="936518"/>
            <a:ext cx="779929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Variation in SPC is classified as common cause and _______ cause.</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Special</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Hidden</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Systematic</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Random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The center line of an X̄ chart represents the process _______.</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Range</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Mean</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Limit</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Mode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process that operates within control limits is considered to be in _______.</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Failure</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Control</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Tolerance</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Instability</a:t>
            </a:r>
          </a:p>
        </p:txBody>
      </p:sp>
    </p:spTree>
    <p:extLst>
      <p:ext uri="{BB962C8B-B14F-4D97-AF65-F5344CB8AC3E}">
        <p14:creationId xmlns:p14="http://schemas.microsoft.com/office/powerpoint/2010/main" val="32083026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21F0A6-7A89-4115-B3AC-1B22E71ED5B9}"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57</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DAILY QUIZ</a:t>
            </a:r>
            <a:br>
              <a:rPr lang="en-US" sz="2800" dirty="0">
                <a:latin typeface="Times New Roman" panose="02020603050405020304" pitchFamily="18" charset="0"/>
                <a:cs typeface="Times New Roman" panose="02020603050405020304" pitchFamily="18" charset="0"/>
              </a:rPr>
            </a:br>
            <a:endParaRPr lang="en-US" sz="2800" dirty="0"/>
          </a:p>
        </p:txBody>
      </p:sp>
      <p:sp>
        <p:nvSpPr>
          <p:cNvPr id="3" name="Rectangle 1"/>
          <p:cNvSpPr>
            <a:spLocks noChangeArrowheads="1"/>
          </p:cNvSpPr>
          <p:nvPr/>
        </p:nvSpPr>
        <p:spPr bwMode="auto">
          <a:xfrm>
            <a:off x="849855" y="1214867"/>
            <a:ext cx="760565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QFD translates customer needs into product _______.</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Specifications</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Expenses</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Packaging</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Marketing plans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The main matrix used in QFD is known as the House of _______.</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Value</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Quality</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Design</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Production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QFD enhances communication between marketing, design, and _______ departments.</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Sales</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Maintenance</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Manufacturing</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Transport</a:t>
            </a:r>
          </a:p>
        </p:txBody>
      </p:sp>
    </p:spTree>
    <p:extLst>
      <p:ext uri="{BB962C8B-B14F-4D97-AF65-F5344CB8AC3E}">
        <p14:creationId xmlns:p14="http://schemas.microsoft.com/office/powerpoint/2010/main" val="42802518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513014C-E22A-451F-AACA-B5D451DC9EF4}"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58</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DAILY QUIZ</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p:nvPr/>
        </p:nvSpPr>
        <p:spPr>
          <a:xfrm>
            <a:off x="1011219" y="1859340"/>
            <a:ext cx="7175350" cy="2862322"/>
          </a:xfrm>
          <a:prstGeom prst="rect">
            <a:avLst/>
          </a:prstGeom>
        </p:spPr>
        <p:txBody>
          <a:bodyPr wrap="square">
            <a:spAutoFit/>
          </a:bodyPr>
          <a:lstStyle/>
          <a:p>
            <a:pPr>
              <a:buFont typeface="+mj-lt"/>
              <a:buAutoNum type="arabicPeriod"/>
            </a:pPr>
            <a:r>
              <a:rPr lang="en-US" dirty="0">
                <a:latin typeface="Calibri(Body)"/>
                <a:cs typeface="Times New Roman" panose="02020603050405020304" pitchFamily="18" charset="0"/>
              </a:rPr>
              <a:t>The primary benefit of QFD is reduction in design _______.</a:t>
            </a:r>
            <a:br>
              <a:rPr lang="en-US" dirty="0">
                <a:latin typeface="Calibri(Body)"/>
                <a:cs typeface="Times New Roman" panose="02020603050405020304" pitchFamily="18" charset="0"/>
              </a:rPr>
            </a:br>
            <a:r>
              <a:rPr lang="en-US" dirty="0">
                <a:latin typeface="Calibri(Body)"/>
                <a:cs typeface="Times New Roman" panose="02020603050405020304" pitchFamily="18" charset="0"/>
              </a:rPr>
              <a:t>A) Errors</a:t>
            </a:r>
            <a:br>
              <a:rPr lang="en-US" dirty="0">
                <a:latin typeface="Calibri(Body)"/>
                <a:cs typeface="Times New Roman" panose="02020603050405020304" pitchFamily="18" charset="0"/>
              </a:rPr>
            </a:br>
            <a:r>
              <a:rPr lang="en-US" dirty="0">
                <a:latin typeface="Calibri(Body)"/>
                <a:cs typeface="Times New Roman" panose="02020603050405020304" pitchFamily="18" charset="0"/>
              </a:rPr>
              <a:t>B) Changes</a:t>
            </a:r>
            <a:br>
              <a:rPr lang="en-US" dirty="0">
                <a:latin typeface="Calibri(Body)"/>
                <a:cs typeface="Times New Roman" panose="02020603050405020304" pitchFamily="18" charset="0"/>
              </a:rPr>
            </a:br>
            <a:r>
              <a:rPr lang="en-US" dirty="0">
                <a:latin typeface="Calibri(Body)"/>
                <a:cs typeface="Times New Roman" panose="02020603050405020304" pitchFamily="18" charset="0"/>
              </a:rPr>
              <a:t>C) Meetings</a:t>
            </a:r>
            <a:br>
              <a:rPr lang="en-US" dirty="0">
                <a:latin typeface="Calibri(Body)"/>
                <a:cs typeface="Times New Roman" panose="02020603050405020304" pitchFamily="18" charset="0"/>
              </a:rPr>
            </a:br>
            <a:r>
              <a:rPr lang="en-US" dirty="0">
                <a:latin typeface="Calibri(Body)"/>
                <a:cs typeface="Times New Roman" panose="02020603050405020304" pitchFamily="18" charset="0"/>
              </a:rPr>
              <a:t>D) Documents</a:t>
            </a:r>
          </a:p>
          <a:p>
            <a:pPr>
              <a:buFont typeface="+mj-lt"/>
              <a:buAutoNum type="arabicPeriod"/>
            </a:pPr>
            <a:r>
              <a:rPr lang="en-US" dirty="0">
                <a:latin typeface="Calibri(Body)"/>
                <a:cs typeface="Times New Roman" panose="02020603050405020304" pitchFamily="18" charset="0"/>
              </a:rPr>
              <a:t>The main focus of QFD is customer _______.</a:t>
            </a:r>
            <a:br>
              <a:rPr lang="en-US" dirty="0">
                <a:latin typeface="Calibri(Body)"/>
                <a:cs typeface="Times New Roman" panose="02020603050405020304" pitchFamily="18" charset="0"/>
              </a:rPr>
            </a:br>
            <a:r>
              <a:rPr lang="en-US" dirty="0">
                <a:latin typeface="Calibri(Body)"/>
                <a:cs typeface="Times New Roman" panose="02020603050405020304" pitchFamily="18" charset="0"/>
              </a:rPr>
              <a:t>A) Expectation</a:t>
            </a:r>
            <a:br>
              <a:rPr lang="en-US" dirty="0">
                <a:latin typeface="Calibri(Body)"/>
                <a:cs typeface="Times New Roman" panose="02020603050405020304" pitchFamily="18" charset="0"/>
              </a:rPr>
            </a:br>
            <a:r>
              <a:rPr lang="en-US" dirty="0">
                <a:latin typeface="Calibri(Body)"/>
                <a:cs typeface="Times New Roman" panose="02020603050405020304" pitchFamily="18" charset="0"/>
              </a:rPr>
              <a:t>B) Satisfaction</a:t>
            </a:r>
            <a:br>
              <a:rPr lang="en-US" dirty="0">
                <a:latin typeface="Calibri(Body)"/>
                <a:cs typeface="Times New Roman" panose="02020603050405020304" pitchFamily="18" charset="0"/>
              </a:rPr>
            </a:br>
            <a:r>
              <a:rPr lang="en-US" dirty="0">
                <a:latin typeface="Calibri(Body)"/>
                <a:cs typeface="Times New Roman" panose="02020603050405020304" pitchFamily="18" charset="0"/>
              </a:rPr>
              <a:t>C) Feedback</a:t>
            </a:r>
            <a:br>
              <a:rPr lang="en-US" dirty="0">
                <a:latin typeface="Calibri(Body)"/>
                <a:cs typeface="Times New Roman" panose="02020603050405020304" pitchFamily="18" charset="0"/>
              </a:rPr>
            </a:br>
            <a:r>
              <a:rPr lang="en-US" dirty="0">
                <a:latin typeface="Calibri(Body)"/>
                <a:cs typeface="Times New Roman" panose="02020603050405020304" pitchFamily="18" charset="0"/>
              </a:rPr>
              <a:t>D) Data</a:t>
            </a:r>
          </a:p>
        </p:txBody>
      </p:sp>
    </p:spTree>
    <p:extLst>
      <p:ext uri="{BB962C8B-B14F-4D97-AF65-F5344CB8AC3E}">
        <p14:creationId xmlns:p14="http://schemas.microsoft.com/office/powerpoint/2010/main" val="36610063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1F610D9-3D04-45CC-B06A-FB0CB4A0F33F}"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59</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DAILY QUIZ</a:t>
            </a:r>
            <a:br>
              <a:rPr lang="en-US" sz="2800" dirty="0">
                <a:latin typeface="Times New Roman" panose="02020603050405020304" pitchFamily="18" charset="0"/>
                <a:cs typeface="Times New Roman" panose="02020603050405020304" pitchFamily="18" charset="0"/>
              </a:rPr>
            </a:br>
            <a:endParaRPr lang="en-US" sz="2800" dirty="0"/>
          </a:p>
        </p:txBody>
      </p:sp>
      <p:sp>
        <p:nvSpPr>
          <p:cNvPr id="3" name="Rectangle 2"/>
          <p:cNvSpPr>
            <a:spLocks noChangeArrowheads="1"/>
          </p:cNvSpPr>
          <p:nvPr/>
        </p:nvSpPr>
        <p:spPr bwMode="auto">
          <a:xfrm>
            <a:off x="907918" y="1272083"/>
            <a:ext cx="738622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Taguchi’s philosophy defines quality as minimal _______ from target.</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Defects</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Deviation</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Variation</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Quality loss increases in a _______ manner with deviation from target.</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Linear</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Quadratic</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Constant</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Irregular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The Taguchi method improves product _______ through robust design.</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Durability</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Reliability</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Cost</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Shape</a:t>
            </a:r>
          </a:p>
        </p:txBody>
      </p:sp>
    </p:spTree>
    <p:extLst>
      <p:ext uri="{BB962C8B-B14F-4D97-AF65-F5344CB8AC3E}">
        <p14:creationId xmlns:p14="http://schemas.microsoft.com/office/powerpoint/2010/main" val="29789325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46E8E4B-C0F1-43C2-968A-4D7A954B282D}" type="datetime1">
              <a:rPr lang="en-US" smtClean="0"/>
              <a:t>5/1/2026</a:t>
            </a:fld>
            <a:endParaRPr lang="en-US"/>
          </a:p>
        </p:txBody>
      </p:sp>
      <p:sp>
        <p:nvSpPr>
          <p:cNvPr id="5" name="Footer Placeholder 4"/>
          <p:cNvSpPr>
            <a:spLocks noGrp="1"/>
          </p:cNvSpPr>
          <p:nvPr>
            <p:ph type="ftr" sz="quarter" idx="11"/>
          </p:nvPr>
        </p:nvSpPr>
        <p:spPr>
          <a:xfrm>
            <a:off x="2161309" y="6356350"/>
            <a:ext cx="5153891" cy="365125"/>
          </a:xfrm>
        </p:spPr>
        <p:txBody>
          <a:bodyPr/>
          <a:lstStyle/>
          <a:p>
            <a:r>
              <a:rPr lang="sv-SE"/>
              <a:t>Mr. Minhaj Nezami   AOE0861     TQM     Unit 4</a:t>
            </a:r>
            <a:endParaRPr lang="en-US" dirty="0"/>
          </a:p>
        </p:txBody>
      </p:sp>
      <p:sp>
        <p:nvSpPr>
          <p:cNvPr id="6" name="Slide Number Placeholder 5"/>
          <p:cNvSpPr>
            <a:spLocks noGrp="1"/>
          </p:cNvSpPr>
          <p:nvPr>
            <p:ph type="sldNum" sz="quarter" idx="12"/>
          </p:nvPr>
        </p:nvSpPr>
        <p:spPr/>
        <p:txBody>
          <a:bodyPr/>
          <a:lstStyle/>
          <a:p>
            <a:fld id="{9E7C755C-533C-41B7-839F-0575645CF0E9}" type="slidenum">
              <a:rPr lang="en-US" smtClean="0"/>
              <a:pPr/>
              <a:t>60</a:t>
            </a:fld>
            <a:endParaRPr lang="en-US"/>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DAILY QUIZ</a:t>
            </a:r>
            <a:br>
              <a:rPr lang="en-US" sz="2800" dirty="0">
                <a:latin typeface="Times New Roman" panose="02020603050405020304" pitchFamily="18" charset="0"/>
                <a:cs typeface="Times New Roman" panose="02020603050405020304" pitchFamily="18" charset="0"/>
              </a:rPr>
            </a:br>
            <a:endParaRPr lang="en-US" sz="2800" dirty="0"/>
          </a:p>
        </p:txBody>
      </p:sp>
      <p:sp>
        <p:nvSpPr>
          <p:cNvPr id="2" name="Rectangle 1"/>
          <p:cNvSpPr>
            <a:spLocks noChangeArrowheads="1"/>
          </p:cNvSpPr>
          <p:nvPr/>
        </p:nvSpPr>
        <p:spPr bwMode="auto">
          <a:xfrm>
            <a:off x="575533" y="1158777"/>
            <a:ext cx="793376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TPM aims for zero breakdowns, zero defects, and zero _______.</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Waste</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Inventory</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Delay</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Effort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Autonomous maintenance involves operator _______ in routine upkeep.</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Avoidance</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Participation</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Absence</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Training only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TPM includes eight pillars such as planned maintenance and _______ improvement.</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A) Technical</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B) Focused</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C) Minor</a:t>
            </a:r>
            <a:b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Calibri(Body)"/>
                <a:cs typeface="Times New Roman" panose="02020603050405020304" pitchFamily="18" charset="0"/>
              </a:rPr>
              <a:t>D) Partial</a:t>
            </a:r>
          </a:p>
        </p:txBody>
      </p:sp>
    </p:spTree>
    <p:extLst>
      <p:ext uri="{BB962C8B-B14F-4D97-AF65-F5344CB8AC3E}">
        <p14:creationId xmlns:p14="http://schemas.microsoft.com/office/powerpoint/2010/main" val="41016105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lvl="0">
              <a:defRPr/>
            </a:pPr>
            <a:r>
              <a:rPr lang="en-US" sz="2400" dirty="0">
                <a:hlinkClick r:id="rId2"/>
              </a:rPr>
              <a:t>https://www.youtube.com/watch?v=Q3EOCAuExJU</a:t>
            </a:r>
            <a:endParaRPr lang="en-US" sz="2400" dirty="0"/>
          </a:p>
          <a:p>
            <a:pPr lvl="0">
              <a:defRPr/>
            </a:pPr>
            <a:r>
              <a:rPr lang="en-US" sz="2400" dirty="0">
                <a:hlinkClick r:id="rId3"/>
              </a:rPr>
              <a:t>https://www.youtube.com/watch?v=yWlAOFs04go</a:t>
            </a:r>
            <a:endParaRPr lang="en-US" sz="2400" dirty="0"/>
          </a:p>
          <a:p>
            <a:pPr lvl="0">
              <a:defRPr/>
            </a:pPr>
            <a:r>
              <a:rPr lang="en-US" sz="2400" dirty="0">
                <a:hlinkClick r:id="rId4"/>
              </a:rPr>
              <a:t>https://www.youtube.com/watch?v=QifqIoUNTJM</a:t>
            </a:r>
            <a:endParaRPr lang="en-US" sz="2400" dirty="0"/>
          </a:p>
          <a:p>
            <a:pPr lvl="0">
              <a:defRPr/>
            </a:pPr>
            <a:r>
              <a:rPr lang="en-US" sz="2400" dirty="0">
                <a:hlinkClick r:id="rId5"/>
              </a:rPr>
              <a:t>https://www.youtube.com/watch?v=qb3mvJ1gb9g</a:t>
            </a:r>
            <a:endParaRPr lang="en-US" sz="2400" dirty="0"/>
          </a:p>
          <a:p>
            <a:pPr lvl="0">
              <a:defRPr/>
            </a:pPr>
            <a:r>
              <a:rPr lang="en-US" sz="2400" dirty="0">
                <a:hlinkClick r:id="rId6"/>
              </a:rPr>
              <a:t>https://www.youtube.com/watch?v=2ePeXePNLrs</a:t>
            </a:r>
            <a:endParaRPr lang="en-US" sz="2400" dirty="0"/>
          </a:p>
          <a:p>
            <a:pPr lvl="0">
              <a:defRPr/>
            </a:pPr>
            <a:r>
              <a:rPr lang="en-US" sz="2400" dirty="0">
                <a:hlinkClick r:id="rId7"/>
              </a:rPr>
              <a:t>https://www.youtube.com/watch?v=HkdoR-NNEoI</a:t>
            </a:r>
            <a:endParaRPr lang="en-US" sz="2400" dirty="0"/>
          </a:p>
          <a:p>
            <a:pPr lvl="0">
              <a:defRPr/>
            </a:pPr>
            <a:r>
              <a:rPr lang="en-US" sz="2400" dirty="0">
                <a:hlinkClick r:id="rId8"/>
              </a:rPr>
              <a:t>https://www.researchgate.net/publication/318654507_Total_Quality_Management_Notes</a:t>
            </a:r>
            <a:endParaRPr lang="en-US" sz="2400" dirty="0"/>
          </a:p>
          <a:p>
            <a:pPr lvl="0">
              <a:defRPr/>
            </a:pPr>
            <a:r>
              <a:rPr lang="en-US" sz="2400" dirty="0">
                <a:hlinkClick r:id="rId9"/>
              </a:rPr>
              <a:t>http://www.mescenter.ru/images/abook_file/Total_Quality_Management_and_Six_Sigma.pdf</a:t>
            </a:r>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E8A43F0-7A73-401E-B9AB-BF62579ADF3F}"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pic>
        <p:nvPicPr>
          <p:cNvPr id="13" name="Picture 12"/>
          <p:cNvPicPr>
            <a:picLocks noChangeAspect="1"/>
          </p:cNvPicPr>
          <p:nvPr/>
        </p:nvPicPr>
        <p:blipFill>
          <a:blip r:embed="rId10"/>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lvl="0">
              <a:defRPr/>
            </a:pPr>
            <a:r>
              <a:rPr lang="en-US" sz="2000" dirty="0">
                <a:solidFill>
                  <a:prstClr val="black"/>
                </a:solidFill>
                <a:latin typeface="Times New Roman" panose="02020603050405020304" pitchFamily="18" charset="0"/>
                <a:cs typeface="Times New Roman" panose="02020603050405020304" pitchFamily="18" charset="0"/>
              </a:rPr>
              <a:t>FACULTY VIDEO LINKS, YOUTUBE &amp; NPTEL VIDEO LINKS AND ONLINE COURSES DETAILS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376978"/>
            <a:ext cx="8305800" cy="4719021"/>
          </a:xfrm>
        </p:spPr>
        <p:txBody>
          <a:bodyPr>
            <a:normAutofit/>
          </a:bodyPr>
          <a:lstStyle/>
          <a:p>
            <a:pPr marL="457200" lvl="0" indent="-457200">
              <a:buFont typeface="+mj-lt"/>
              <a:buAutoNum type="arabicPeriod"/>
            </a:pPr>
            <a:r>
              <a:rPr lang="en-US" dirty="0">
                <a:latin typeface="Calibri(Body)"/>
                <a:cs typeface="Times New Roman" panose="02020603050405020304" pitchFamily="18" charset="0"/>
              </a:rPr>
              <a:t>What is QFD? </a:t>
            </a:r>
            <a:endParaRPr lang="en-IN" dirty="0">
              <a:latin typeface="Calibri(Body)"/>
              <a:cs typeface="Times New Roman" panose="02020603050405020304" pitchFamily="18" charset="0"/>
            </a:endParaRPr>
          </a:p>
          <a:p>
            <a:pPr marL="457200" lvl="0" indent="-457200">
              <a:buFont typeface="+mj-lt"/>
              <a:buAutoNum type="arabicPeriod"/>
            </a:pPr>
            <a:r>
              <a:rPr lang="en-US" dirty="0">
                <a:latin typeface="Calibri(Body)"/>
                <a:cs typeface="Times New Roman" panose="02020603050405020304" pitchFamily="18" charset="0"/>
              </a:rPr>
              <a:t>What do you mean by House of Quality?</a:t>
            </a:r>
            <a:endParaRPr lang="en-IN" dirty="0">
              <a:latin typeface="Calibri(Body)"/>
              <a:cs typeface="Times New Roman" panose="02020603050405020304" pitchFamily="18" charset="0"/>
            </a:endParaRPr>
          </a:p>
          <a:p>
            <a:pPr marL="457200" lvl="0" indent="-457200">
              <a:buFont typeface="+mj-lt"/>
              <a:buAutoNum type="arabicPeriod"/>
            </a:pPr>
            <a:r>
              <a:rPr lang="en-US" dirty="0">
                <a:latin typeface="Calibri(Body)"/>
                <a:cs typeface="Times New Roman" panose="02020603050405020304" pitchFamily="18" charset="0"/>
              </a:rPr>
              <a:t>What are the four phases of product development in QFD process? </a:t>
            </a:r>
            <a:endParaRPr lang="en-IN" dirty="0">
              <a:latin typeface="Calibri(Body)"/>
              <a:cs typeface="Times New Roman" panose="02020603050405020304" pitchFamily="18" charset="0"/>
            </a:endParaRPr>
          </a:p>
          <a:p>
            <a:pPr marL="457200" lvl="0" indent="-457200">
              <a:buFont typeface="+mj-lt"/>
              <a:buAutoNum type="arabicPeriod"/>
            </a:pPr>
            <a:r>
              <a:rPr lang="en-US" dirty="0">
                <a:latin typeface="Calibri(Body)"/>
                <a:cs typeface="Times New Roman" panose="02020603050405020304" pitchFamily="18" charset="0"/>
              </a:rPr>
              <a:t>What are Taguchi methods? </a:t>
            </a:r>
            <a:endParaRPr lang="en-IN" dirty="0">
              <a:latin typeface="Calibri(Body)"/>
              <a:cs typeface="Times New Roman" panose="02020603050405020304" pitchFamily="18" charset="0"/>
            </a:endParaRPr>
          </a:p>
          <a:p>
            <a:pPr marL="457200" lvl="0" indent="-457200">
              <a:buFont typeface="+mj-lt"/>
              <a:buAutoNum type="arabicPeriod"/>
            </a:pPr>
            <a:r>
              <a:rPr lang="en-US" dirty="0">
                <a:latin typeface="Calibri(Body)"/>
                <a:cs typeface="Times New Roman" panose="02020603050405020304" pitchFamily="18" charset="0"/>
              </a:rPr>
              <a:t>What are the objectives of TPM. </a:t>
            </a:r>
            <a:endParaRPr lang="en-IN" dirty="0">
              <a:latin typeface="Calibri(Body)"/>
              <a:cs typeface="Times New Roman" panose="02020603050405020304" pitchFamily="18" charset="0"/>
            </a:endParaRPr>
          </a:p>
          <a:p>
            <a:pPr marL="457200" lvl="0" indent="-457200">
              <a:buFont typeface="+mj-lt"/>
              <a:buAutoNum type="arabicPeriod"/>
            </a:pPr>
            <a:r>
              <a:rPr lang="en-US" dirty="0">
                <a:latin typeface="Calibri(Body)"/>
                <a:cs typeface="Times New Roman" panose="02020603050405020304" pitchFamily="18" charset="0"/>
              </a:rPr>
              <a:t>Explain the House of Quality matrix and its components. </a:t>
            </a:r>
            <a:endParaRPr lang="en-IN" dirty="0">
              <a:latin typeface="Calibri(Body)"/>
              <a:cs typeface="Times New Roman" panose="02020603050405020304" pitchFamily="18" charset="0"/>
            </a:endParaRPr>
          </a:p>
          <a:p>
            <a:pPr marL="514350" lvl="0" indent="-514350" algn="just">
              <a:buNone/>
            </a:pPr>
            <a:endParaRPr lang="en-US" sz="3300" dirty="0">
              <a:latin typeface="Calibri(Body)"/>
              <a:cs typeface="Times New Roman" panose="02020603050405020304" pitchFamily="18" charset="0"/>
            </a:endParaRPr>
          </a:p>
        </p:txBody>
      </p:sp>
      <p:sp>
        <p:nvSpPr>
          <p:cNvPr id="4" name="Date Placeholder 3"/>
          <p:cNvSpPr>
            <a:spLocks noGrp="1"/>
          </p:cNvSpPr>
          <p:nvPr>
            <p:ph type="dt" sz="half" idx="10"/>
          </p:nvPr>
        </p:nvSpPr>
        <p:spPr/>
        <p:txBody>
          <a:bodyPr/>
          <a:lstStyle/>
          <a:p>
            <a:fld id="{33542F95-3C0A-45D8-A078-D99A3E6E73E8}"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lvl="0">
              <a:defRPr/>
            </a:pPr>
            <a:r>
              <a:rPr lang="en-US" sz="2000" dirty="0">
                <a:solidFill>
                  <a:prstClr val="black"/>
                </a:solidFill>
                <a:latin typeface="Times New Roman" panose="02020603050405020304" pitchFamily="18" charset="0"/>
                <a:cs typeface="Times New Roman" panose="02020603050405020304" pitchFamily="18" charset="0"/>
              </a:rPr>
              <a:t>WEEKLY ASSIGNMENT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4098"/>
            <a:ext cx="8229600" cy="4901901"/>
          </a:xfrm>
        </p:spPr>
        <p:txBody>
          <a:bodyPr>
            <a:normAutofit fontScale="92500" lnSpcReduction="20000"/>
          </a:bodyPr>
          <a:lstStyle/>
          <a:p>
            <a:pPr>
              <a:buNone/>
            </a:pPr>
            <a:r>
              <a:rPr lang="en-US" sz="2400" b="1" dirty="0"/>
              <a:t>1</a:t>
            </a:r>
            <a:r>
              <a:rPr lang="en-US" sz="2400" b="1" dirty="0">
                <a:latin typeface="Times New Roman" panose="02020603050405020304" pitchFamily="18" charset="0"/>
                <a:cs typeface="Times New Roman" panose="02020603050405020304" pitchFamily="18" charset="0"/>
              </a:rPr>
              <a:t>.  </a:t>
            </a:r>
            <a:r>
              <a:rPr lang="en-US" sz="2600" b="1" dirty="0">
                <a:latin typeface="Calibri(Body)"/>
                <a:cs typeface="Times New Roman" panose="02020603050405020304" pitchFamily="18" charset="0"/>
              </a:rPr>
              <a:t>What is meant by Kaizen?</a:t>
            </a:r>
            <a:endParaRPr lang="en-US" sz="2400" dirty="0">
              <a:latin typeface="Calibri(Body)"/>
              <a:cs typeface="Times New Roman" panose="02020603050405020304" pitchFamily="18" charset="0"/>
            </a:endParaRPr>
          </a:p>
          <a:p>
            <a:pPr>
              <a:buNone/>
            </a:pPr>
            <a:r>
              <a:rPr lang="en-US" sz="2400" b="1" dirty="0">
                <a:latin typeface="Calibri(Body)"/>
                <a:cs typeface="Times New Roman" panose="02020603050405020304" pitchFamily="18" charset="0"/>
              </a:rPr>
              <a:t>     a.</a:t>
            </a:r>
            <a:r>
              <a:rPr lang="en-US" sz="2400" dirty="0">
                <a:latin typeface="Calibri(Body)"/>
                <a:cs typeface="Times New Roman" panose="02020603050405020304" pitchFamily="18" charset="0"/>
              </a:rPr>
              <a:t> card signal</a:t>
            </a:r>
            <a:br>
              <a:rPr lang="en-US" sz="2400" dirty="0">
                <a:latin typeface="Calibri(Body)"/>
                <a:cs typeface="Times New Roman" panose="02020603050405020304" pitchFamily="18" charset="0"/>
              </a:rPr>
            </a:br>
            <a:r>
              <a:rPr lang="en-US" sz="2400" b="1" dirty="0">
                <a:latin typeface="Calibri(Body)"/>
                <a:cs typeface="Times New Roman" panose="02020603050405020304" pitchFamily="18" charset="0"/>
              </a:rPr>
              <a:t>b.</a:t>
            </a:r>
            <a:r>
              <a:rPr lang="en-US" sz="2400" dirty="0">
                <a:latin typeface="Calibri(Body)"/>
                <a:cs typeface="Times New Roman" panose="02020603050405020304" pitchFamily="18" charset="0"/>
              </a:rPr>
              <a:t> to avoid inadvertent errors</a:t>
            </a:r>
            <a:br>
              <a:rPr lang="en-US" sz="2400" dirty="0">
                <a:latin typeface="Calibri(Body)"/>
                <a:cs typeface="Times New Roman" panose="02020603050405020304" pitchFamily="18" charset="0"/>
              </a:rPr>
            </a:br>
            <a:r>
              <a:rPr lang="en-US" sz="2400" b="1" dirty="0">
                <a:latin typeface="Calibri(Body)"/>
                <a:cs typeface="Times New Roman" panose="02020603050405020304" pitchFamily="18" charset="0"/>
              </a:rPr>
              <a:t>c.</a:t>
            </a:r>
            <a:r>
              <a:rPr lang="en-US" sz="2400" dirty="0">
                <a:latin typeface="Calibri(Body)"/>
                <a:cs typeface="Times New Roman" panose="02020603050405020304" pitchFamily="18" charset="0"/>
              </a:rPr>
              <a:t> change for better quality</a:t>
            </a:r>
            <a:br>
              <a:rPr lang="en-US" sz="2400" dirty="0">
                <a:latin typeface="Calibri(Body)"/>
                <a:cs typeface="Times New Roman" panose="02020603050405020304" pitchFamily="18" charset="0"/>
              </a:rPr>
            </a:br>
            <a:r>
              <a:rPr lang="en-US" sz="2400" b="1" dirty="0">
                <a:latin typeface="Calibri(Body)"/>
                <a:cs typeface="Times New Roman" panose="02020603050405020304" pitchFamily="18" charset="0"/>
              </a:rPr>
              <a:t>d.</a:t>
            </a:r>
            <a:r>
              <a:rPr lang="en-US" sz="2400" dirty="0">
                <a:latin typeface="Calibri(Body)"/>
                <a:cs typeface="Times New Roman" panose="02020603050405020304" pitchFamily="18" charset="0"/>
              </a:rPr>
              <a:t> none of the above </a:t>
            </a:r>
          </a:p>
          <a:p>
            <a:pPr>
              <a:buNone/>
            </a:pPr>
            <a:endParaRPr lang="en-US" sz="2400" dirty="0">
              <a:latin typeface="Calibri(Body)"/>
              <a:cs typeface="Times New Roman" panose="02020603050405020304" pitchFamily="18" charset="0"/>
            </a:endParaRPr>
          </a:p>
          <a:p>
            <a:pPr>
              <a:buNone/>
            </a:pPr>
            <a:r>
              <a:rPr lang="en-US" sz="2600" b="1" dirty="0">
                <a:latin typeface="Calibri(Body)"/>
                <a:cs typeface="Times New Roman" panose="02020603050405020304" pitchFamily="18" charset="0"/>
              </a:rPr>
              <a:t>2.   Match the following group 1 items with group 2 items</a:t>
            </a:r>
            <a:br>
              <a:rPr lang="en-US" sz="2600" b="1" dirty="0">
                <a:latin typeface="Calibri(Body)"/>
                <a:cs typeface="Times New Roman" panose="02020603050405020304" pitchFamily="18" charset="0"/>
              </a:rPr>
            </a:br>
            <a:r>
              <a:rPr lang="en-US" sz="2600" b="1" dirty="0">
                <a:latin typeface="Calibri(Body)"/>
                <a:cs typeface="Times New Roman" panose="02020603050405020304" pitchFamily="18" charset="0"/>
              </a:rPr>
              <a:t>1. Sort -------------------------------------------------- A. Seitan</a:t>
            </a:r>
            <a:br>
              <a:rPr lang="en-US" sz="2600" b="1" dirty="0">
                <a:latin typeface="Calibri(Body)"/>
                <a:cs typeface="Times New Roman" panose="02020603050405020304" pitchFamily="18" charset="0"/>
              </a:rPr>
            </a:br>
            <a:r>
              <a:rPr lang="en-US" sz="2600" b="1" dirty="0">
                <a:latin typeface="Calibri(Body)"/>
                <a:cs typeface="Times New Roman" panose="02020603050405020304" pitchFamily="18" charset="0"/>
              </a:rPr>
              <a:t>2. Set in order ---------------------------------------- B. </a:t>
            </a:r>
            <a:r>
              <a:rPr lang="en-US" sz="2600" b="1" dirty="0" err="1">
                <a:latin typeface="Calibri(Body)"/>
                <a:cs typeface="Times New Roman" panose="02020603050405020304" pitchFamily="18" charset="0"/>
              </a:rPr>
              <a:t>Seiketsu</a:t>
            </a:r>
            <a:br>
              <a:rPr lang="en-US" sz="2600" b="1" dirty="0">
                <a:latin typeface="Calibri(Body)"/>
                <a:cs typeface="Times New Roman" panose="02020603050405020304" pitchFamily="18" charset="0"/>
              </a:rPr>
            </a:br>
            <a:r>
              <a:rPr lang="en-US" sz="2600" b="1" dirty="0">
                <a:latin typeface="Calibri(Body)"/>
                <a:cs typeface="Times New Roman" panose="02020603050405020304" pitchFamily="18" charset="0"/>
              </a:rPr>
              <a:t>3. Shine ------------------------------------------------ C. </a:t>
            </a:r>
            <a:r>
              <a:rPr lang="en-US" sz="2600" b="1" dirty="0" err="1">
                <a:latin typeface="Calibri(Body)"/>
                <a:cs typeface="Times New Roman" panose="02020603050405020304" pitchFamily="18" charset="0"/>
              </a:rPr>
              <a:t>Seiri</a:t>
            </a:r>
            <a:br>
              <a:rPr lang="en-US" sz="2600" b="1" dirty="0">
                <a:latin typeface="Calibri(Body)"/>
                <a:cs typeface="Times New Roman" panose="02020603050405020304" pitchFamily="18" charset="0"/>
              </a:rPr>
            </a:br>
            <a:r>
              <a:rPr lang="en-US" sz="2600" b="1" dirty="0">
                <a:latin typeface="Calibri(Body)"/>
                <a:cs typeface="Times New Roman" panose="02020603050405020304" pitchFamily="18" charset="0"/>
              </a:rPr>
              <a:t>4. Standardize ---------------------------------------- D. </a:t>
            </a:r>
            <a:r>
              <a:rPr lang="en-US" sz="2600" b="1" dirty="0" err="1">
                <a:latin typeface="Calibri(Body)"/>
                <a:cs typeface="Times New Roman" panose="02020603050405020304" pitchFamily="18" charset="0"/>
              </a:rPr>
              <a:t>Seiso</a:t>
            </a:r>
            <a:endParaRPr lang="en-US" sz="2600" dirty="0">
              <a:latin typeface="Calibri(Body)"/>
              <a:cs typeface="Times New Roman" panose="02020603050405020304" pitchFamily="18" charset="0"/>
            </a:endParaRPr>
          </a:p>
          <a:p>
            <a:pPr marL="0" indent="0">
              <a:buNone/>
            </a:pPr>
            <a:r>
              <a:rPr lang="en-US" sz="2600" b="1" dirty="0">
                <a:latin typeface="Calibri(Body)"/>
                <a:cs typeface="Times New Roman" panose="02020603050405020304" pitchFamily="18" charset="0"/>
              </a:rPr>
              <a:t>a.</a:t>
            </a:r>
            <a:r>
              <a:rPr lang="en-US" sz="2600" dirty="0">
                <a:latin typeface="Calibri(Body)"/>
                <a:cs typeface="Times New Roman" panose="02020603050405020304" pitchFamily="18" charset="0"/>
              </a:rPr>
              <a:t> 1 – D, 2 – A, 3 – B, 4 – C</a:t>
            </a:r>
            <a:br>
              <a:rPr lang="en-US" sz="2600" dirty="0">
                <a:latin typeface="Calibri(Body)"/>
                <a:cs typeface="Times New Roman" panose="02020603050405020304" pitchFamily="18" charset="0"/>
              </a:rPr>
            </a:br>
            <a:r>
              <a:rPr lang="en-US" sz="2600" b="1" dirty="0">
                <a:latin typeface="Calibri(Body)"/>
                <a:cs typeface="Times New Roman" panose="02020603050405020304" pitchFamily="18" charset="0"/>
              </a:rPr>
              <a:t>b.</a:t>
            </a:r>
            <a:r>
              <a:rPr lang="en-US" sz="2600" dirty="0">
                <a:latin typeface="Calibri(Body)"/>
                <a:cs typeface="Times New Roman" panose="02020603050405020304" pitchFamily="18" charset="0"/>
              </a:rPr>
              <a:t> 1 – C, 2 – A, 3 – D, 4 – B</a:t>
            </a:r>
            <a:br>
              <a:rPr lang="en-US" sz="2600" dirty="0">
                <a:latin typeface="Calibri(Body)"/>
                <a:cs typeface="Times New Roman" panose="02020603050405020304" pitchFamily="18" charset="0"/>
              </a:rPr>
            </a:br>
            <a:r>
              <a:rPr lang="en-US" sz="2600" b="1" dirty="0">
                <a:latin typeface="Calibri(Body)"/>
                <a:cs typeface="Times New Roman" panose="02020603050405020304" pitchFamily="18" charset="0"/>
              </a:rPr>
              <a:t>c.</a:t>
            </a:r>
            <a:r>
              <a:rPr lang="en-US" sz="2600" dirty="0">
                <a:latin typeface="Calibri(Body)"/>
                <a:cs typeface="Times New Roman" panose="02020603050405020304" pitchFamily="18" charset="0"/>
              </a:rPr>
              <a:t> 1 – B, 2 – C, 3 – A, 4 – D</a:t>
            </a:r>
            <a:br>
              <a:rPr lang="en-US" sz="2600" dirty="0">
                <a:latin typeface="Calibri(Body)"/>
                <a:cs typeface="Times New Roman" panose="02020603050405020304" pitchFamily="18" charset="0"/>
              </a:rPr>
            </a:br>
            <a:r>
              <a:rPr lang="en-US" sz="2600" b="1" dirty="0" err="1">
                <a:latin typeface="Calibri(Body)"/>
                <a:cs typeface="Times New Roman" panose="02020603050405020304" pitchFamily="18" charset="0"/>
              </a:rPr>
              <a:t>d</a:t>
            </a:r>
            <a:r>
              <a:rPr lang="en-US" sz="2600" b="1" dirty="0">
                <a:latin typeface="Calibri(Body)"/>
                <a:cs typeface="Times New Roman" panose="02020603050405020304" pitchFamily="18" charset="0"/>
              </a:rPr>
              <a:t>.</a:t>
            </a:r>
            <a:r>
              <a:rPr lang="en-US" sz="2600" dirty="0">
                <a:latin typeface="Calibri(Body)"/>
                <a:cs typeface="Times New Roman" panose="02020603050405020304" pitchFamily="18" charset="0"/>
              </a:rPr>
              <a:t> 1 –A, 2 – C, 3 – D, 4 – B</a:t>
            </a:r>
          </a:p>
          <a:p>
            <a:endParaRPr lang="en-US" sz="24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94DBCB2-14D9-4FC4-9F71-58D34861EE82}"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lvl="0">
              <a:defRPr/>
            </a:pPr>
            <a:r>
              <a:rPr lang="en-US" sz="2000" dirty="0">
                <a:solidFill>
                  <a:prstClr val="black"/>
                </a:solidFill>
                <a:latin typeface="Times New Roman" panose="02020603050405020304" pitchFamily="18" charset="0"/>
                <a:cs typeface="Times New Roman" panose="02020603050405020304" pitchFamily="18" charset="0"/>
              </a:rPr>
              <a:t>MCQ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r>
              <a:rPr lang="en-US" sz="2200" b="1" dirty="0">
                <a:latin typeface="Calibri(Body)"/>
              </a:rPr>
              <a:t>3. </a:t>
            </a:r>
            <a:r>
              <a:rPr lang="en-US" sz="2200" b="1" dirty="0">
                <a:latin typeface="Calibri(Body)"/>
                <a:cs typeface="Times New Roman" panose="02020603050405020304" pitchFamily="18" charset="0"/>
              </a:rPr>
              <a:t>What is meant by P, D, S and A in PDSA cycle?</a:t>
            </a:r>
            <a:endParaRPr lang="en-US" sz="2200" dirty="0">
              <a:latin typeface="Calibri(Body)"/>
              <a:cs typeface="Times New Roman" panose="02020603050405020304" pitchFamily="18" charset="0"/>
            </a:endParaRPr>
          </a:p>
          <a:p>
            <a:pPr>
              <a:buNone/>
            </a:pPr>
            <a:r>
              <a:rPr lang="en-US" sz="2200" b="1" dirty="0">
                <a:latin typeface="Calibri(Body)"/>
                <a:cs typeface="Times New Roman" panose="02020603050405020304" pitchFamily="18" charset="0"/>
              </a:rPr>
              <a:t>a.</a:t>
            </a:r>
            <a:r>
              <a:rPr lang="en-US" sz="2200" dirty="0">
                <a:latin typeface="Calibri(Body)"/>
                <a:cs typeface="Times New Roman" panose="02020603050405020304" pitchFamily="18" charset="0"/>
              </a:rPr>
              <a:t> Progress Development Study Act</a:t>
            </a:r>
          </a:p>
          <a:p>
            <a:pPr>
              <a:buNone/>
            </a:pPr>
            <a:r>
              <a:rPr lang="en-US" sz="2200" b="1" dirty="0">
                <a:latin typeface="Calibri(Body)"/>
                <a:cs typeface="Times New Roman" panose="02020603050405020304" pitchFamily="18" charset="0"/>
              </a:rPr>
              <a:t>b.</a:t>
            </a:r>
            <a:r>
              <a:rPr lang="en-US" sz="2200" dirty="0">
                <a:latin typeface="Calibri(Body)"/>
                <a:cs typeface="Times New Roman" panose="02020603050405020304" pitchFamily="18" charset="0"/>
              </a:rPr>
              <a:t> Plan Do Study Act</a:t>
            </a:r>
          </a:p>
          <a:p>
            <a:pPr>
              <a:buNone/>
            </a:pPr>
            <a:r>
              <a:rPr lang="en-US" sz="2200" b="1" dirty="0">
                <a:latin typeface="Calibri(Body)"/>
                <a:cs typeface="Times New Roman" panose="02020603050405020304" pitchFamily="18" charset="0"/>
              </a:rPr>
              <a:t>c.</a:t>
            </a:r>
            <a:r>
              <a:rPr lang="en-US" sz="2200" dirty="0">
                <a:latin typeface="Calibri(Body)"/>
                <a:cs typeface="Times New Roman" panose="02020603050405020304" pitchFamily="18" charset="0"/>
              </a:rPr>
              <a:t> Project Development Study Act</a:t>
            </a:r>
          </a:p>
          <a:p>
            <a:pPr>
              <a:buNone/>
            </a:pPr>
            <a:r>
              <a:rPr lang="en-US" sz="2200" b="1" dirty="0">
                <a:latin typeface="Calibri(Body)"/>
                <a:cs typeface="Times New Roman" panose="02020603050405020304" pitchFamily="18" charset="0"/>
              </a:rPr>
              <a:t>d.</a:t>
            </a:r>
            <a:r>
              <a:rPr lang="en-US" sz="2200" dirty="0">
                <a:latin typeface="Calibri(Body)"/>
                <a:cs typeface="Times New Roman" panose="02020603050405020304" pitchFamily="18" charset="0"/>
              </a:rPr>
              <a:t> Prevention Do Study Act</a:t>
            </a:r>
          </a:p>
          <a:p>
            <a:pPr>
              <a:buNone/>
            </a:pPr>
            <a:endParaRPr lang="en-US" sz="2200" dirty="0">
              <a:latin typeface="Calibri(Body)"/>
              <a:cs typeface="Times New Roman" panose="02020603050405020304" pitchFamily="18" charset="0"/>
            </a:endParaRPr>
          </a:p>
          <a:p>
            <a:pPr>
              <a:buNone/>
            </a:pPr>
            <a:r>
              <a:rPr lang="en-US" sz="2200" b="1" dirty="0">
                <a:latin typeface="Calibri(Body)"/>
                <a:cs typeface="Times New Roman" panose="02020603050405020304" pitchFamily="18" charset="0"/>
              </a:rPr>
              <a:t>4. Plan-Do-Check -Act cycle is related to:</a:t>
            </a:r>
            <a:endParaRPr lang="en-US" sz="2200" dirty="0">
              <a:latin typeface="Calibri(Body)"/>
              <a:cs typeface="Times New Roman" panose="02020603050405020304" pitchFamily="18" charset="0"/>
            </a:endParaRPr>
          </a:p>
          <a:p>
            <a:pPr>
              <a:buNone/>
            </a:pPr>
            <a:r>
              <a:rPr lang="en-US" sz="2200" b="1" dirty="0">
                <a:latin typeface="Calibri(Body)"/>
                <a:cs typeface="Times New Roman" panose="02020603050405020304" pitchFamily="18" charset="0"/>
              </a:rPr>
              <a:t>a. </a:t>
            </a:r>
            <a:r>
              <a:rPr lang="en-US" sz="2200" dirty="0" err="1">
                <a:latin typeface="Calibri(Body)"/>
                <a:cs typeface="Times New Roman" panose="02020603050405020304" pitchFamily="18" charset="0"/>
              </a:rPr>
              <a:t>Donabedian</a:t>
            </a:r>
            <a:endParaRPr lang="en-US" sz="2200" dirty="0">
              <a:latin typeface="Calibri(Body)"/>
              <a:cs typeface="Times New Roman" panose="02020603050405020304" pitchFamily="18" charset="0"/>
            </a:endParaRPr>
          </a:p>
          <a:p>
            <a:pPr>
              <a:buNone/>
            </a:pPr>
            <a:r>
              <a:rPr lang="en-US" sz="2200" b="1" dirty="0">
                <a:latin typeface="Calibri(Body)"/>
                <a:cs typeface="Times New Roman" panose="02020603050405020304" pitchFamily="18" charset="0"/>
              </a:rPr>
              <a:t>b. </a:t>
            </a:r>
            <a:r>
              <a:rPr lang="en-US" sz="2200" dirty="0">
                <a:latin typeface="Calibri(Body)"/>
                <a:cs typeface="Times New Roman" panose="02020603050405020304" pitchFamily="18" charset="0"/>
              </a:rPr>
              <a:t>Deming</a:t>
            </a:r>
          </a:p>
          <a:p>
            <a:pPr>
              <a:buNone/>
            </a:pPr>
            <a:r>
              <a:rPr lang="en-US" sz="2200" b="1" dirty="0">
                <a:latin typeface="Calibri(Body)"/>
                <a:cs typeface="Times New Roman" panose="02020603050405020304" pitchFamily="18" charset="0"/>
              </a:rPr>
              <a:t>c. </a:t>
            </a:r>
            <a:r>
              <a:rPr lang="en-US" sz="2200" dirty="0">
                <a:latin typeface="Calibri(Body)"/>
                <a:cs typeface="Times New Roman" panose="02020603050405020304" pitchFamily="18" charset="0"/>
              </a:rPr>
              <a:t>Henry Gantt</a:t>
            </a:r>
          </a:p>
          <a:p>
            <a:pPr>
              <a:buNone/>
            </a:pPr>
            <a:r>
              <a:rPr lang="en-US" sz="2200" b="1" dirty="0">
                <a:latin typeface="Calibri(Body)"/>
                <a:cs typeface="Times New Roman" panose="02020603050405020304" pitchFamily="18" charset="0"/>
              </a:rPr>
              <a:t>d. </a:t>
            </a:r>
            <a:r>
              <a:rPr lang="en-US" sz="2200" dirty="0">
                <a:latin typeface="Calibri(Body)"/>
                <a:cs typeface="Times New Roman" panose="02020603050405020304" pitchFamily="18" charset="0"/>
              </a:rPr>
              <a:t>None of these</a:t>
            </a:r>
          </a:p>
          <a:p>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41E1815-FE3D-4748-A00D-7824B11B89F4}"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lvl="0">
              <a:defRPr/>
            </a:pPr>
            <a:r>
              <a:rPr lang="en-US" sz="2000" dirty="0">
                <a:solidFill>
                  <a:prstClr val="black"/>
                </a:solidFill>
                <a:latin typeface="Times New Roman" panose="02020603050405020304" pitchFamily="18" charset="0"/>
                <a:cs typeface="Times New Roman" panose="02020603050405020304" pitchFamily="18" charset="0"/>
              </a:rPr>
              <a:t>MCQ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lnSpcReduction="10000"/>
          </a:bodyPr>
          <a:lstStyle/>
          <a:p>
            <a:pPr>
              <a:buNone/>
            </a:pPr>
            <a:r>
              <a:rPr lang="en-US" sz="2200" b="1" dirty="0">
                <a:latin typeface="Times New Roman" panose="02020603050405020304" pitchFamily="18" charset="0"/>
                <a:cs typeface="Times New Roman" panose="02020603050405020304" pitchFamily="18" charset="0"/>
              </a:rPr>
              <a:t>4.  </a:t>
            </a:r>
            <a:r>
              <a:rPr lang="en-US" sz="2200" b="1" dirty="0">
                <a:latin typeface="Calibri(Body)"/>
                <a:cs typeface="Times New Roman" panose="02020603050405020304" pitchFamily="18" charset="0"/>
              </a:rPr>
              <a:t>Match The Following</a:t>
            </a:r>
            <a:endParaRPr lang="en-US" sz="2200" dirty="0">
              <a:latin typeface="Calibri(Body)"/>
              <a:cs typeface="Times New Roman" panose="02020603050405020304" pitchFamily="18" charset="0"/>
            </a:endParaRPr>
          </a:p>
          <a:p>
            <a:r>
              <a:rPr lang="en-US" sz="2200" b="1" dirty="0">
                <a:latin typeface="Calibri(Body)"/>
                <a:cs typeface="Times New Roman" panose="02020603050405020304" pitchFamily="18" charset="0"/>
              </a:rPr>
              <a:t> </a:t>
            </a:r>
            <a:r>
              <a:rPr lang="en-US" sz="2200" dirty="0">
                <a:latin typeface="Calibri(Body)"/>
                <a:cs typeface="Times New Roman" panose="02020603050405020304" pitchFamily="18" charset="0"/>
              </a:rPr>
              <a:t>A. TQM promotes                        1. Small change</a:t>
            </a:r>
          </a:p>
          <a:p>
            <a:r>
              <a:rPr lang="en-US" sz="2200" dirty="0">
                <a:latin typeface="Calibri(Body)"/>
                <a:cs typeface="Times New Roman" panose="02020603050405020304" pitchFamily="18" charset="0"/>
              </a:rPr>
              <a:t> B. Kaizen is                                 2. Continuous improvement</a:t>
            </a:r>
          </a:p>
          <a:p>
            <a:r>
              <a:rPr lang="en-US" sz="2200" dirty="0">
                <a:latin typeface="Calibri(Body)"/>
                <a:cs typeface="Times New Roman" panose="02020603050405020304" pitchFamily="18" charset="0"/>
              </a:rPr>
              <a:t> C. Quality circle can solve           3. Employee participation</a:t>
            </a:r>
          </a:p>
          <a:p>
            <a:pPr marL="0" indent="0">
              <a:buNone/>
            </a:pPr>
            <a:r>
              <a:rPr lang="en-US" sz="2200" dirty="0">
                <a:latin typeface="Calibri(Body)"/>
                <a:cs typeface="Times New Roman" panose="02020603050405020304" pitchFamily="18" charset="0"/>
              </a:rPr>
              <a:t>problem related to</a:t>
            </a:r>
          </a:p>
          <a:p>
            <a:r>
              <a:rPr lang="en-US" sz="2200" dirty="0">
                <a:latin typeface="Calibri(Body)"/>
                <a:cs typeface="Times New Roman" panose="02020603050405020304" pitchFamily="18" charset="0"/>
              </a:rPr>
              <a:t> D. Quality circle benefit to          4. Employee </a:t>
            </a:r>
          </a:p>
          <a:p>
            <a:endParaRPr lang="en-US" sz="2200" dirty="0">
              <a:latin typeface="Calibri(Body)"/>
              <a:cs typeface="Times New Roman" panose="02020603050405020304" pitchFamily="18" charset="0"/>
            </a:endParaRPr>
          </a:p>
          <a:p>
            <a:pPr>
              <a:buNone/>
            </a:pPr>
            <a:r>
              <a:rPr lang="en-US" sz="2200" b="1" dirty="0">
                <a:latin typeface="Calibri(Body)"/>
                <a:cs typeface="Times New Roman" panose="02020603050405020304" pitchFamily="18" charset="0"/>
              </a:rPr>
              <a:t>5. The correct order is</a:t>
            </a:r>
          </a:p>
          <a:p>
            <a:pPr lvl="0"/>
            <a:r>
              <a:rPr lang="en-US" sz="2200" dirty="0">
                <a:latin typeface="Calibri(Body)"/>
                <a:cs typeface="Times New Roman" panose="02020603050405020304" pitchFamily="18" charset="0"/>
              </a:rPr>
              <a:t>A-3, B-1, C-2, D-4</a:t>
            </a:r>
          </a:p>
          <a:p>
            <a:pPr lvl="0"/>
            <a:r>
              <a:rPr lang="en-US" sz="2200" dirty="0">
                <a:latin typeface="Calibri(Body)"/>
                <a:cs typeface="Times New Roman" panose="02020603050405020304" pitchFamily="18" charset="0"/>
              </a:rPr>
              <a:t>A-1, B-3, C-2, D-4</a:t>
            </a:r>
          </a:p>
          <a:p>
            <a:pPr lvl="0"/>
            <a:r>
              <a:rPr lang="en-US" sz="2200" dirty="0">
                <a:latin typeface="Calibri(Body)"/>
                <a:cs typeface="Times New Roman" panose="02020603050405020304" pitchFamily="18" charset="0"/>
              </a:rPr>
              <a:t>A-3, B-1, C-4, D-2</a:t>
            </a:r>
          </a:p>
          <a:p>
            <a:pPr lvl="0"/>
            <a:r>
              <a:rPr lang="en-US" sz="2200" dirty="0">
                <a:latin typeface="Calibri(Body)"/>
                <a:cs typeface="Times New Roman" panose="02020603050405020304" pitchFamily="18" charset="0"/>
              </a:rPr>
              <a:t>A-3, B-2, C-1, D-4</a:t>
            </a:r>
          </a:p>
          <a:p>
            <a:endParaRPr lang="en-US" sz="2200" dirty="0">
              <a:latin typeface="Calibri(Body)"/>
              <a:cs typeface="Times New Roman" panose="02020603050405020304" pitchFamily="18" charset="0"/>
            </a:endParaRPr>
          </a:p>
        </p:txBody>
      </p:sp>
      <p:sp>
        <p:nvSpPr>
          <p:cNvPr id="4" name="Date Placeholder 3"/>
          <p:cNvSpPr>
            <a:spLocks noGrp="1"/>
          </p:cNvSpPr>
          <p:nvPr>
            <p:ph type="dt" sz="half" idx="10"/>
          </p:nvPr>
        </p:nvSpPr>
        <p:spPr/>
        <p:txBody>
          <a:bodyPr/>
          <a:lstStyle/>
          <a:p>
            <a:fld id="{1B6580A7-2FEE-4B52-8329-AD3AA08C4867}"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lvl="0">
              <a:defRPr/>
            </a:pPr>
            <a:r>
              <a:rPr lang="en-US" sz="2000" dirty="0">
                <a:solidFill>
                  <a:prstClr val="black"/>
                </a:solidFill>
                <a:latin typeface="Times New Roman" panose="02020603050405020304" pitchFamily="18" charset="0"/>
                <a:cs typeface="Times New Roman" panose="02020603050405020304" pitchFamily="18" charset="0"/>
              </a:rPr>
              <a:t>MCQ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58536"/>
            <a:ext cx="8229600" cy="4661263"/>
          </a:xfrm>
        </p:spPr>
        <p:txBody>
          <a:bodyPr>
            <a:normAutofit fontScale="70000" lnSpcReduction="20000"/>
          </a:bodyPr>
          <a:lstStyle/>
          <a:p>
            <a:pPr>
              <a:buNone/>
            </a:pPr>
            <a:r>
              <a:rPr lang="en-US" sz="2800" b="1" dirty="0">
                <a:latin typeface="Calibri(Body)"/>
                <a:cs typeface="Times New Roman" panose="02020603050405020304" pitchFamily="18" charset="0"/>
              </a:rPr>
              <a:t>6.  Reliability of product means</a:t>
            </a:r>
            <a:endParaRPr lang="en-US" sz="2800" dirty="0">
              <a:latin typeface="Calibri(Body)"/>
              <a:cs typeface="Times New Roman" panose="02020603050405020304" pitchFamily="18" charset="0"/>
            </a:endParaRPr>
          </a:p>
          <a:p>
            <a:pPr marL="514350" lvl="0" indent="-514350">
              <a:buFont typeface="+mj-lt"/>
              <a:buAutoNum type="romanUcPeriod"/>
            </a:pPr>
            <a:r>
              <a:rPr lang="en-US" sz="2800" b="1" dirty="0">
                <a:latin typeface="Calibri(Body)"/>
                <a:cs typeface="Times New Roman" panose="02020603050405020304" pitchFamily="18" charset="0"/>
              </a:rPr>
              <a:t>Consistency of performance</a:t>
            </a:r>
            <a:endParaRPr lang="en-US" sz="2800" dirty="0">
              <a:latin typeface="Calibri(Body)"/>
              <a:cs typeface="Times New Roman" panose="02020603050405020304" pitchFamily="18" charset="0"/>
            </a:endParaRPr>
          </a:p>
          <a:p>
            <a:pPr marL="514350" lvl="0" indent="-514350">
              <a:buFont typeface="+mj-lt"/>
              <a:buAutoNum type="romanUcPeriod"/>
            </a:pPr>
            <a:r>
              <a:rPr lang="en-US" sz="2800" b="1" dirty="0">
                <a:latin typeface="Calibri(Body)"/>
                <a:cs typeface="Times New Roman" panose="02020603050405020304" pitchFamily="18" charset="0"/>
              </a:rPr>
              <a:t>Performance over period</a:t>
            </a:r>
            <a:endParaRPr lang="en-US" sz="2800" dirty="0">
              <a:latin typeface="Calibri(Body)"/>
              <a:cs typeface="Times New Roman" panose="02020603050405020304" pitchFamily="18" charset="0"/>
            </a:endParaRPr>
          </a:p>
          <a:p>
            <a:pPr marL="514350" lvl="0" indent="-514350">
              <a:buFont typeface="+mj-lt"/>
              <a:buAutoNum type="romanUcPeriod"/>
            </a:pPr>
            <a:r>
              <a:rPr lang="en-US" sz="2800" b="1" dirty="0">
                <a:latin typeface="Calibri(Body)"/>
                <a:cs typeface="Times New Roman" panose="02020603050405020304" pitchFamily="18" charset="0"/>
              </a:rPr>
              <a:t>Free of technical errors</a:t>
            </a:r>
            <a:endParaRPr lang="en-US" sz="2800" dirty="0">
              <a:latin typeface="Calibri(Body)"/>
              <a:cs typeface="Times New Roman" panose="02020603050405020304" pitchFamily="18" charset="0"/>
            </a:endParaRPr>
          </a:p>
          <a:p>
            <a:r>
              <a:rPr lang="en-US" sz="2800" dirty="0">
                <a:latin typeface="Calibri(Body)"/>
                <a:cs typeface="Times New Roman" panose="02020603050405020304" pitchFamily="18" charset="0"/>
              </a:rPr>
              <a:t>The correct answer is</a:t>
            </a:r>
          </a:p>
          <a:p>
            <a:pPr marL="457200" lvl="0" indent="-457200">
              <a:buFont typeface="+mj-lt"/>
              <a:buAutoNum type="alphaLcPeriod"/>
            </a:pPr>
            <a:r>
              <a:rPr lang="en-US" sz="2800" dirty="0" err="1">
                <a:latin typeface="Calibri(Body)"/>
                <a:cs typeface="Times New Roman" panose="02020603050405020304" pitchFamily="18" charset="0"/>
              </a:rPr>
              <a:t>i</a:t>
            </a:r>
            <a:r>
              <a:rPr lang="en-US" sz="2800" dirty="0">
                <a:latin typeface="Calibri(Body)"/>
                <a:cs typeface="Times New Roman" panose="02020603050405020304" pitchFamily="18" charset="0"/>
              </a:rPr>
              <a:t> &amp; iii</a:t>
            </a:r>
          </a:p>
          <a:p>
            <a:pPr marL="457200" lvl="0" indent="-457200">
              <a:buFont typeface="+mj-lt"/>
              <a:buAutoNum type="alphaLcPeriod"/>
            </a:pPr>
            <a:r>
              <a:rPr lang="en-US" sz="2800" dirty="0" err="1">
                <a:latin typeface="Calibri(Body)"/>
                <a:cs typeface="Times New Roman" panose="02020603050405020304" pitchFamily="18" charset="0"/>
              </a:rPr>
              <a:t>i</a:t>
            </a:r>
            <a:r>
              <a:rPr lang="en-US" sz="2800" dirty="0">
                <a:latin typeface="Calibri(Body)"/>
                <a:cs typeface="Times New Roman" panose="02020603050405020304" pitchFamily="18" charset="0"/>
              </a:rPr>
              <a:t> &amp; ii</a:t>
            </a:r>
          </a:p>
          <a:p>
            <a:pPr marL="457200" lvl="0" indent="-457200">
              <a:buFont typeface="+mj-lt"/>
              <a:buAutoNum type="alphaLcPeriod"/>
            </a:pPr>
            <a:r>
              <a:rPr lang="en-US" sz="2800" dirty="0">
                <a:latin typeface="Calibri(Body)"/>
                <a:cs typeface="Times New Roman" panose="02020603050405020304" pitchFamily="18" charset="0"/>
              </a:rPr>
              <a:t>ii &amp; iii</a:t>
            </a:r>
          </a:p>
          <a:p>
            <a:pPr marL="457200" lvl="0" indent="-457200">
              <a:buFont typeface="+mj-lt"/>
              <a:buAutoNum type="alphaLcPeriod"/>
            </a:pPr>
            <a:r>
              <a:rPr lang="en-US" sz="2800" dirty="0" err="1">
                <a:latin typeface="Calibri(Body)"/>
                <a:cs typeface="Times New Roman" panose="02020603050405020304" pitchFamily="18" charset="0"/>
              </a:rPr>
              <a:t>i</a:t>
            </a:r>
            <a:r>
              <a:rPr lang="en-US" sz="2800" dirty="0">
                <a:latin typeface="Calibri(Body)"/>
                <a:cs typeface="Times New Roman" panose="02020603050405020304" pitchFamily="18" charset="0"/>
              </a:rPr>
              <a:t>, ii &amp; iii</a:t>
            </a:r>
          </a:p>
          <a:p>
            <a:pPr>
              <a:buNone/>
            </a:pPr>
            <a:r>
              <a:rPr lang="en-US" sz="2800" b="1" dirty="0">
                <a:latin typeface="Calibri(Body)"/>
                <a:cs typeface="Times New Roman" panose="02020603050405020304" pitchFamily="18" charset="0"/>
              </a:rPr>
              <a:t>7.  According to Deming, Quality problems are</a:t>
            </a:r>
            <a:endParaRPr lang="en-US" sz="2800" dirty="0">
              <a:latin typeface="Calibri(Body)"/>
              <a:cs typeface="Times New Roman" panose="02020603050405020304" pitchFamily="18" charset="0"/>
            </a:endParaRPr>
          </a:p>
          <a:p>
            <a:pPr fontAlgn="base">
              <a:buNone/>
            </a:pPr>
            <a:r>
              <a:rPr lang="en-US" sz="2800" dirty="0">
                <a:latin typeface="Calibri(Body)"/>
                <a:cs typeface="Times New Roman" panose="02020603050405020304" pitchFamily="18" charset="0"/>
              </a:rPr>
              <a:t>a. Due to management</a:t>
            </a:r>
          </a:p>
          <a:p>
            <a:pPr fontAlgn="base">
              <a:buNone/>
            </a:pPr>
            <a:r>
              <a:rPr lang="en-US" sz="2800" dirty="0">
                <a:latin typeface="Calibri(Body)"/>
                <a:cs typeface="Times New Roman" panose="02020603050405020304" pitchFamily="18" charset="0"/>
              </a:rPr>
              <a:t>b. Due to method</a:t>
            </a:r>
          </a:p>
          <a:p>
            <a:pPr fontAlgn="base">
              <a:buNone/>
            </a:pPr>
            <a:r>
              <a:rPr lang="en-US" sz="2800" dirty="0">
                <a:latin typeface="Calibri(Body)"/>
                <a:cs typeface="Times New Roman" panose="02020603050405020304" pitchFamily="18" charset="0"/>
              </a:rPr>
              <a:t>c. Due to machine</a:t>
            </a:r>
          </a:p>
          <a:p>
            <a:pPr fontAlgn="base">
              <a:buNone/>
            </a:pPr>
            <a:r>
              <a:rPr lang="en-US" sz="2800" dirty="0">
                <a:latin typeface="Calibri(Body)"/>
                <a:cs typeface="Times New Roman" panose="02020603050405020304" pitchFamily="18" charset="0"/>
              </a:rPr>
              <a:t>d. Due to material</a:t>
            </a:r>
          </a:p>
          <a:p>
            <a:endParaRPr lang="en-US" sz="2200" dirty="0">
              <a:latin typeface="Calibri(Body)"/>
              <a:cs typeface="Times New Roman" panose="02020603050405020304" pitchFamily="18" charset="0"/>
            </a:endParaRPr>
          </a:p>
        </p:txBody>
      </p:sp>
      <p:sp>
        <p:nvSpPr>
          <p:cNvPr id="4" name="Date Placeholder 3"/>
          <p:cNvSpPr>
            <a:spLocks noGrp="1"/>
          </p:cNvSpPr>
          <p:nvPr>
            <p:ph type="dt" sz="half" idx="10"/>
          </p:nvPr>
        </p:nvSpPr>
        <p:spPr/>
        <p:txBody>
          <a:bodyPr/>
          <a:lstStyle/>
          <a:p>
            <a:fld id="{99F76B63-3C2B-48AA-85D3-1645A9FA4CA6}"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pic>
        <p:nvPicPr>
          <p:cNvPr id="13" name="Picture 12"/>
          <p:cNvPicPr>
            <a:picLocks noChangeAspect="1"/>
          </p:cNvPicPr>
          <p:nvPr/>
        </p:nvPicPr>
        <p:blipFill>
          <a:blip r:embed="rId3"/>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lvl="0">
              <a:defRPr/>
            </a:pPr>
            <a:r>
              <a:rPr lang="en-US" sz="2000" dirty="0">
                <a:solidFill>
                  <a:prstClr val="black"/>
                </a:solidFill>
                <a:latin typeface="Times New Roman" panose="02020603050405020304" pitchFamily="18" charset="0"/>
                <a:cs typeface="Times New Roman" panose="02020603050405020304" pitchFamily="18" charset="0"/>
              </a:rPr>
              <a:t>MCQ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1E7C539-AEC8-44CD-869C-C7B158B605BF}"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pic>
        <p:nvPicPr>
          <p:cNvPr id="14" name="Picture 13"/>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4"/>
          <a:stretch>
            <a:fillRect/>
          </a:stretch>
        </p:blipFill>
        <p:spPr>
          <a:xfrm>
            <a:off x="835429" y="1220597"/>
            <a:ext cx="7564582" cy="4728707"/>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18" y="1135222"/>
            <a:ext cx="9000772"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7853A69-D4FB-4543-AF9A-F5835CCB3353}"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0" y="1038499"/>
            <a:ext cx="9144000" cy="5091907"/>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2AE540-6D7A-47FB-A8C5-D679C5019110}"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8" y="1143000"/>
            <a:ext cx="9113982" cy="4997480"/>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ACF0501-F9AB-4141-9974-A933322A143F}"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8" y="1049617"/>
            <a:ext cx="9113982" cy="5090863"/>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3AE0EFB-7A2F-4558-A0E9-107A0E5AC35E}"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0" y="1042987"/>
            <a:ext cx="9143999" cy="5097493"/>
          </a:xfrm>
          <a:prstGeom prst="rect">
            <a:avLst/>
          </a:prstGeom>
        </p:spPr>
      </p:pic>
    </p:spTree>
    <p:extLst>
      <p:ext uri="{BB962C8B-B14F-4D97-AF65-F5344CB8AC3E}">
        <p14:creationId xmlns:p14="http://schemas.microsoft.com/office/powerpoint/2010/main" val="31690764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447FF87-21F5-4546-9C4A-7ECA8B57D610}"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30018" y="930564"/>
            <a:ext cx="9113982" cy="5317851"/>
          </a:xfrm>
          <a:prstGeom prst="rect">
            <a:avLst/>
          </a:prstGeom>
        </p:spPr>
      </p:pic>
    </p:spTree>
    <p:extLst>
      <p:ext uri="{BB962C8B-B14F-4D97-AF65-F5344CB8AC3E}">
        <p14:creationId xmlns:p14="http://schemas.microsoft.com/office/powerpoint/2010/main" val="20166672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AEDEFB8-66B4-4D36-804A-B69F8DF16069}"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9" y="1157552"/>
            <a:ext cx="8974644" cy="4879431"/>
          </a:xfrm>
          <a:prstGeom prst="rect">
            <a:avLst/>
          </a:prstGeom>
        </p:spPr>
      </p:pic>
    </p:spTree>
    <p:extLst>
      <p:ext uri="{BB962C8B-B14F-4D97-AF65-F5344CB8AC3E}">
        <p14:creationId xmlns:p14="http://schemas.microsoft.com/office/powerpoint/2010/main" val="35448868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457200" indent="-457200">
              <a:lnSpc>
                <a:spcPct val="120000"/>
              </a:lnSpc>
              <a:buFont typeface="+mj-lt"/>
              <a:buAutoNum type="arabicPeriod"/>
            </a:pPr>
            <a:r>
              <a:rPr lang="en-US" sz="2200" dirty="0">
                <a:latin typeface="Calibri (Body)"/>
              </a:rPr>
              <a:t>Explain the reliability and factors affecting it.</a:t>
            </a:r>
          </a:p>
          <a:p>
            <a:pPr marL="457200" indent="-457200">
              <a:lnSpc>
                <a:spcPct val="120000"/>
              </a:lnSpc>
              <a:buFont typeface="+mj-lt"/>
              <a:buAutoNum type="arabicPeriod"/>
            </a:pPr>
            <a:r>
              <a:rPr lang="en-US" sz="2200" dirty="0">
                <a:latin typeface="Calibri (Body)"/>
              </a:rPr>
              <a:t>Explain the procedure of calculation of reliability.</a:t>
            </a:r>
          </a:p>
          <a:p>
            <a:pPr marL="457200" indent="-457200">
              <a:lnSpc>
                <a:spcPct val="120000"/>
              </a:lnSpc>
              <a:buFont typeface="+mj-lt"/>
              <a:buAutoNum type="arabicPeriod"/>
            </a:pPr>
            <a:r>
              <a:rPr lang="en-US" sz="2200" dirty="0">
                <a:latin typeface="Calibri (Body)"/>
              </a:rPr>
              <a:t>Explain quality circle in details.</a:t>
            </a:r>
          </a:p>
          <a:p>
            <a:pPr marL="457200" indent="-457200">
              <a:lnSpc>
                <a:spcPct val="120000"/>
              </a:lnSpc>
              <a:buFont typeface="+mj-lt"/>
              <a:buAutoNum type="arabicPeriod"/>
            </a:pPr>
            <a:r>
              <a:rPr lang="en-US" sz="2200" dirty="0">
                <a:latin typeface="Calibri (Body)"/>
              </a:rPr>
              <a:t>What do you understand by quality function?</a:t>
            </a:r>
          </a:p>
          <a:p>
            <a:pPr marL="457200" indent="-457200">
              <a:lnSpc>
                <a:spcPct val="120000"/>
              </a:lnSpc>
              <a:buFont typeface="+mj-lt"/>
              <a:buAutoNum type="arabicPeriod"/>
            </a:pPr>
            <a:r>
              <a:rPr lang="en-US" sz="2200" dirty="0">
                <a:latin typeface="Calibri (Body)"/>
              </a:rPr>
              <a:t>Explain PDCE cycle with example.</a:t>
            </a:r>
          </a:p>
          <a:p>
            <a:pPr marL="457200" indent="-457200">
              <a:lnSpc>
                <a:spcPct val="120000"/>
              </a:lnSpc>
              <a:buFont typeface="+mj-lt"/>
              <a:buAutoNum type="arabicPeriod"/>
            </a:pPr>
            <a:r>
              <a:rPr lang="en-US" sz="2200" dirty="0">
                <a:latin typeface="Calibri (Body)"/>
              </a:rPr>
              <a:t>What is zero defect?</a:t>
            </a:r>
          </a:p>
          <a:p>
            <a:pPr marL="457200" indent="-457200">
              <a:lnSpc>
                <a:spcPct val="120000"/>
              </a:lnSpc>
              <a:buFont typeface="+mj-lt"/>
              <a:buAutoNum type="arabicPeriod"/>
            </a:pPr>
            <a:r>
              <a:rPr lang="en-US" sz="2200" dirty="0">
                <a:latin typeface="Calibri (Body)"/>
              </a:rPr>
              <a:t>What is MTTF?</a:t>
            </a:r>
          </a:p>
          <a:p>
            <a:pPr marL="457200" indent="-457200">
              <a:lnSpc>
                <a:spcPct val="120000"/>
              </a:lnSpc>
              <a:buFont typeface="+mj-lt"/>
              <a:buAutoNum type="arabicPeriod"/>
            </a:pPr>
            <a:r>
              <a:rPr lang="en-US" sz="2200" dirty="0">
                <a:latin typeface="Calibri (Body)"/>
              </a:rPr>
              <a:t>What are the phases of a Continuous Process Improvement Cycle?</a:t>
            </a:r>
          </a:p>
          <a:p>
            <a:pPr marL="457200" indent="-457200">
              <a:lnSpc>
                <a:spcPct val="120000"/>
              </a:lnSpc>
              <a:buFont typeface="+mj-lt"/>
              <a:buAutoNum type="arabicPeriod"/>
            </a:pPr>
            <a:r>
              <a:rPr lang="en-US" sz="2200" dirty="0">
                <a:latin typeface="Calibri (Body)"/>
              </a:rPr>
              <a:t>Define 5S?</a:t>
            </a:r>
          </a:p>
          <a:p>
            <a:pPr marL="457200" indent="-457200">
              <a:lnSpc>
                <a:spcPct val="120000"/>
              </a:lnSpc>
              <a:buFont typeface="+mj-lt"/>
              <a:buAutoNum type="arabicPeriod"/>
            </a:pPr>
            <a:r>
              <a:rPr lang="en-US" sz="2200" dirty="0">
                <a:latin typeface="Calibri (Body)"/>
              </a:rPr>
              <a:t>What is a Kaizen?</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5C779CD-F6A5-4253-8A4C-570FFEA6D503}"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2540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EXPECTED QUESTIONS FOR UNIVERSITY EXAM </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457200" indent="-457200">
              <a:lnSpc>
                <a:spcPct val="150000"/>
              </a:lnSpc>
              <a:buNone/>
            </a:pPr>
            <a:r>
              <a:rPr lang="en-US" sz="2200" dirty="0">
                <a:latin typeface="Calibri(Body)"/>
              </a:rPr>
              <a:t>11. What are the types of teams?</a:t>
            </a:r>
          </a:p>
          <a:p>
            <a:pPr marL="457200" indent="-457200">
              <a:lnSpc>
                <a:spcPct val="150000"/>
              </a:lnSpc>
              <a:buNone/>
            </a:pPr>
            <a:r>
              <a:rPr lang="en-US" sz="2200" dirty="0">
                <a:latin typeface="Calibri(Body)"/>
              </a:rPr>
              <a:t>12. What are the stages of team development?</a:t>
            </a:r>
          </a:p>
          <a:p>
            <a:pPr>
              <a:lnSpc>
                <a:spcPct val="150000"/>
              </a:lnSpc>
              <a:buNone/>
            </a:pPr>
            <a:r>
              <a:rPr lang="en-US" sz="2200" dirty="0">
                <a:latin typeface="Calibri(Body)"/>
              </a:rPr>
              <a:t>13. Give some common team problems?</a:t>
            </a:r>
          </a:p>
          <a:p>
            <a:pPr>
              <a:lnSpc>
                <a:spcPct val="150000"/>
              </a:lnSpc>
              <a:buNone/>
            </a:pPr>
            <a:r>
              <a:rPr lang="en-US" sz="2200" dirty="0">
                <a:latin typeface="Calibri(Body)"/>
              </a:rPr>
              <a:t>14. Give the steps involved in training process?</a:t>
            </a:r>
          </a:p>
          <a:p>
            <a:pPr>
              <a:lnSpc>
                <a:spcPct val="150000"/>
              </a:lnSpc>
              <a:buNone/>
            </a:pPr>
            <a:r>
              <a:rPr lang="en-US" sz="2200" dirty="0">
                <a:latin typeface="Calibri(Body)"/>
              </a:rPr>
              <a:t>15. What are the three components of the </a:t>
            </a:r>
            <a:r>
              <a:rPr lang="en-US" sz="2200" dirty="0" err="1">
                <a:latin typeface="Calibri(Body)"/>
              </a:rPr>
              <a:t>Juran</a:t>
            </a:r>
            <a:r>
              <a:rPr lang="en-US" sz="2200" dirty="0">
                <a:latin typeface="Calibri(Body)"/>
              </a:rPr>
              <a:t> Trilogy?</a:t>
            </a:r>
          </a:p>
          <a:p>
            <a:pPr>
              <a:lnSpc>
                <a:spcPct val="150000"/>
              </a:lnSpc>
              <a:buNone/>
            </a:pPr>
            <a:r>
              <a:rPr lang="en-US" sz="2200" dirty="0">
                <a:latin typeface="Calibri(Body)"/>
              </a:rPr>
              <a:t>16. What are the phases of a Continuous Process Improvement Cycle?</a:t>
            </a:r>
          </a:p>
          <a:p>
            <a:endParaRPr lang="en-US" sz="2200" dirty="0">
              <a:latin typeface="Calibri(Body)"/>
              <a:cs typeface="Times New Roman" panose="02020603050405020304" pitchFamily="18" charset="0"/>
            </a:endParaRPr>
          </a:p>
        </p:txBody>
      </p:sp>
      <p:sp>
        <p:nvSpPr>
          <p:cNvPr id="4" name="Date Placeholder 3"/>
          <p:cNvSpPr>
            <a:spLocks noGrp="1"/>
          </p:cNvSpPr>
          <p:nvPr>
            <p:ph type="dt" sz="half" idx="10"/>
          </p:nvPr>
        </p:nvSpPr>
        <p:spPr/>
        <p:txBody>
          <a:bodyPr/>
          <a:lstStyle/>
          <a:p>
            <a:fld id="{5B171949-5876-45A2-B894-1FC702EC8A1E}"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2540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EXPECTED QUESTIONS FOR UNIVERSITY EXAM </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92500"/>
          </a:bodyPr>
          <a:lstStyle/>
          <a:p>
            <a:pPr marL="0" lvl="0" indent="0">
              <a:buNone/>
            </a:pPr>
            <a:r>
              <a:rPr lang="en-US" sz="2400" dirty="0"/>
              <a:t>Text Book</a:t>
            </a:r>
          </a:p>
          <a:p>
            <a:pPr lvl="0"/>
            <a:r>
              <a:rPr lang="en-US" sz="2400" dirty="0"/>
              <a:t>Lt. Gen. H. Lal, “Total Quality Management”, Eastern Limited</a:t>
            </a:r>
          </a:p>
          <a:p>
            <a:pPr lvl="0"/>
            <a:r>
              <a:rPr lang="en-US" sz="2400" dirty="0"/>
              <a:t> Greg Bounds, “Beyond Total Quality Management”, McGraw Hill </a:t>
            </a:r>
          </a:p>
          <a:p>
            <a:pPr lvl="0"/>
            <a:r>
              <a:rPr lang="en-US" sz="2400" dirty="0"/>
              <a:t>Menon, H.G, “TQM in New Product manufacturing”, McGraw Hill</a:t>
            </a:r>
          </a:p>
          <a:p>
            <a:pPr marL="0" lvl="0" indent="0">
              <a:buNone/>
            </a:pPr>
            <a:r>
              <a:rPr lang="en-US" sz="2400" dirty="0"/>
              <a:t>Reference Book </a:t>
            </a:r>
            <a:endParaRPr lang="en-US" sz="2400" i="1" dirty="0"/>
          </a:p>
          <a:p>
            <a:r>
              <a:rPr lang="en-US" sz="2400" i="1" dirty="0"/>
              <a:t>Total Quality Management” by </a:t>
            </a:r>
            <a:r>
              <a:rPr lang="en-US" sz="2400" i="1" dirty="0" err="1"/>
              <a:t>Besterfield</a:t>
            </a:r>
            <a:endParaRPr lang="en-US" sz="2400" i="1" dirty="0"/>
          </a:p>
          <a:p>
            <a:r>
              <a:rPr lang="en-US" sz="2400" i="1" dirty="0"/>
              <a:t>“Total Quality Management” by Mukherjee</a:t>
            </a:r>
          </a:p>
          <a:p>
            <a:r>
              <a:rPr lang="en-US" sz="2400" i="1" dirty="0"/>
              <a:t>Total Quality Management” by </a:t>
            </a:r>
            <a:r>
              <a:rPr lang="en-US" sz="2400" i="1" dirty="0" err="1"/>
              <a:t>Vijayan</a:t>
            </a:r>
            <a:endParaRPr lang="en-US" sz="2400" i="1" dirty="0"/>
          </a:p>
          <a:p>
            <a:r>
              <a:rPr lang="en-US" sz="2400" i="1" dirty="0"/>
              <a:t>“Total Quality Management- Text and Cases” by </a:t>
            </a:r>
            <a:r>
              <a:rPr lang="en-US" sz="2400" i="1" dirty="0" err="1"/>
              <a:t>Janakiraman</a:t>
            </a:r>
            <a:r>
              <a:rPr lang="en-US" sz="2400" i="1" dirty="0"/>
              <a:t> B and Gopal R K</a:t>
            </a:r>
          </a:p>
          <a:p>
            <a:pPr lvl="0"/>
            <a:r>
              <a:rPr lang="en-US" sz="2400" dirty="0">
                <a:hlinkClick r:id="rId2"/>
              </a:rPr>
              <a:t>https://www.researchgate.net/publication/318654507_Total_Quality_Management_Notes</a:t>
            </a:r>
            <a:endParaRPr lang="en-US" sz="2400" dirty="0"/>
          </a:p>
          <a:p>
            <a:endParaRPr lang="en-US" sz="2200" i="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C1B66C7-3F37-4D3D-8F1A-51FB9A997596}"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pic>
        <p:nvPicPr>
          <p:cNvPr id="13" name="Picture 12"/>
          <p:cNvPicPr>
            <a:picLocks noChangeAspect="1"/>
          </p:cNvPicPr>
          <p:nvPr/>
        </p:nvPicPr>
        <p:blipFill>
          <a:blip r:embed="rId3"/>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REFERENCES</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342782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38CBDBA-7C06-41F8-A35D-A8BE1921583D}"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9" name="Content Placeholder 8"/>
          <p:cNvSpPr>
            <a:spLocks noGrp="1"/>
          </p:cNvSpPr>
          <p:nvPr>
            <p:ph idx="1"/>
          </p:nvPr>
        </p:nvSpPr>
        <p:spPr>
          <a:xfrm>
            <a:off x="713664" y="2133600"/>
            <a:ext cx="7762125" cy="2215991"/>
          </a:xfrm>
          <a:prstGeom prst="rect">
            <a:avLst/>
          </a:prstGeom>
          <a:noFill/>
        </p:spPr>
        <p:txBody>
          <a:bodyPr wrap="none" lIns="91440" tIns="45720" rIns="91440" bIns="45720">
            <a:spAutoFit/>
          </a:bodyPr>
          <a:lstStyle/>
          <a:p>
            <a:pPr algn="ctr">
              <a:buNone/>
            </a:pPr>
            <a:r>
              <a:rPr lang="en-US" sz="13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12"/>
          <p:cNvSpPr>
            <a:spLocks noGrp="1"/>
          </p:cNvSpPr>
          <p:nvPr>
            <p:ph type="ftr" sz="quarter" idx="11"/>
          </p:nvPr>
        </p:nvSpPr>
        <p:spPr>
          <a:xfrm>
            <a:off x="2286000" y="6248415"/>
            <a:ext cx="5029200" cy="365125"/>
          </a:xfrm>
        </p:spPr>
        <p:txBody>
          <a:bodyPr/>
          <a:lstStyle/>
          <a:p>
            <a:r>
              <a:rPr lang="sv-SE" sz="2000"/>
              <a:t>Mr. Minhaj Nezami   AOE0861     TQM     Unit 4</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930903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FD7F5E-6C27-41DF-ACD9-17C80F0B59E8}">
  <ds:schemaRefs>
    <ds:schemaRef ds:uri="e932ca28-9566-489e-9fb7-fd3ef7d89fe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B2445B7-4D1F-4849-8F77-E7E4D3ADEA7D}">
  <ds:schemaRefs>
    <ds:schemaRef ds:uri="http://schemas.microsoft.com/sharepoint/v3/contenttype/forms"/>
  </ds:schemaRefs>
</ds:datastoreItem>
</file>

<file path=customXml/itemProps3.xml><?xml version="1.0" encoding="utf-8"?>
<ds:datastoreItem xmlns:ds="http://schemas.openxmlformats.org/officeDocument/2006/customXml" ds:itemID="{DE604523-DD5F-42D5-B18E-79A01D8C60A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TQM Template</Template>
  <TotalTime>1030</TotalTime>
  <Words>5581</Words>
  <Application>Microsoft Office PowerPoint</Application>
  <PresentationFormat>On-screen Show (4:3)</PresentationFormat>
  <Paragraphs>942</Paragraphs>
  <Slides>77</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77</vt:i4>
      </vt:variant>
    </vt:vector>
  </HeadingPairs>
  <TitlesOfParts>
    <vt:vector size="87" baseType="lpstr">
      <vt:lpstr>Arial</vt:lpstr>
      <vt:lpstr>Calibri</vt:lpstr>
      <vt:lpstr>Calibri (Body)</vt:lpstr>
      <vt:lpstr>Calibri(Body)</vt:lpstr>
      <vt:lpstr>Century</vt:lpstr>
      <vt:lpstr>Georgia</vt:lpstr>
      <vt:lpstr>Symbol</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EXPECTED QUESTIONS FOR UNIVERSITY EXAM  </vt:lpstr>
      <vt:lpstr> EXPECTED QUESTIONS FOR UNIVERSITY EXAM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ndc</dc:creator>
  <cp:lastModifiedBy>Mr. Minhaj Nezami</cp:lastModifiedBy>
  <cp:revision>138</cp:revision>
  <dcterms:created xsi:type="dcterms:W3CDTF">2020-05-17T19:27:02Z</dcterms:created>
  <dcterms:modified xsi:type="dcterms:W3CDTF">2026-05-01T06:34:37Z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