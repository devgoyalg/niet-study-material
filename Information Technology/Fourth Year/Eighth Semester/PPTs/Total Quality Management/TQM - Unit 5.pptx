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29"/>
  </p:notesMasterIdLst>
  <p:sldIdLst>
    <p:sldId id="257" r:id="rId5"/>
    <p:sldId id="408" r:id="rId6"/>
    <p:sldId id="258" r:id="rId7"/>
    <p:sldId id="259" r:id="rId8"/>
    <p:sldId id="368" r:id="rId9"/>
    <p:sldId id="260" r:id="rId10"/>
    <p:sldId id="388" r:id="rId11"/>
    <p:sldId id="261" r:id="rId12"/>
    <p:sldId id="402" r:id="rId13"/>
    <p:sldId id="262" r:id="rId14"/>
    <p:sldId id="403" r:id="rId15"/>
    <p:sldId id="367" r:id="rId16"/>
    <p:sldId id="404" r:id="rId17"/>
    <p:sldId id="263" r:id="rId18"/>
    <p:sldId id="264" r:id="rId19"/>
    <p:sldId id="371" r:id="rId20"/>
    <p:sldId id="396" r:id="rId21"/>
    <p:sldId id="265" r:id="rId22"/>
    <p:sldId id="311" r:id="rId23"/>
    <p:sldId id="313" r:id="rId24"/>
    <p:sldId id="314" r:id="rId25"/>
    <p:sldId id="315" r:id="rId26"/>
    <p:sldId id="374" r:id="rId27"/>
    <p:sldId id="394" r:id="rId28"/>
    <p:sldId id="375" r:id="rId29"/>
    <p:sldId id="397" r:id="rId30"/>
    <p:sldId id="266" r:id="rId31"/>
    <p:sldId id="316" r:id="rId32"/>
    <p:sldId id="319" r:id="rId33"/>
    <p:sldId id="320" r:id="rId34"/>
    <p:sldId id="318" r:id="rId35"/>
    <p:sldId id="322" r:id="rId36"/>
    <p:sldId id="323" r:id="rId37"/>
    <p:sldId id="325" r:id="rId38"/>
    <p:sldId id="377" r:id="rId39"/>
    <p:sldId id="393" r:id="rId40"/>
    <p:sldId id="378" r:id="rId41"/>
    <p:sldId id="398" r:id="rId42"/>
    <p:sldId id="312" r:id="rId43"/>
    <p:sldId id="326" r:id="rId44"/>
    <p:sldId id="327" r:id="rId45"/>
    <p:sldId id="328" r:id="rId46"/>
    <p:sldId id="329" r:id="rId47"/>
    <p:sldId id="331" r:id="rId48"/>
    <p:sldId id="332" r:id="rId49"/>
    <p:sldId id="341" r:id="rId50"/>
    <p:sldId id="380" r:id="rId51"/>
    <p:sldId id="392" r:id="rId52"/>
    <p:sldId id="416" r:id="rId53"/>
    <p:sldId id="426" r:id="rId54"/>
    <p:sldId id="427" r:id="rId55"/>
    <p:sldId id="428" r:id="rId56"/>
    <p:sldId id="429" r:id="rId57"/>
    <p:sldId id="430" r:id="rId58"/>
    <p:sldId id="431" r:id="rId59"/>
    <p:sldId id="432" r:id="rId60"/>
    <p:sldId id="433" r:id="rId61"/>
    <p:sldId id="434" r:id="rId62"/>
    <p:sldId id="435" r:id="rId63"/>
    <p:sldId id="436" r:id="rId64"/>
    <p:sldId id="381" r:id="rId65"/>
    <p:sldId id="417" r:id="rId66"/>
    <p:sldId id="418" r:id="rId67"/>
    <p:sldId id="419" r:id="rId68"/>
    <p:sldId id="420" r:id="rId69"/>
    <p:sldId id="421" r:id="rId70"/>
    <p:sldId id="422" r:id="rId71"/>
    <p:sldId id="423" r:id="rId72"/>
    <p:sldId id="424" r:id="rId73"/>
    <p:sldId id="401" r:id="rId74"/>
    <p:sldId id="333" r:id="rId75"/>
    <p:sldId id="335" r:id="rId76"/>
    <p:sldId id="334" r:id="rId77"/>
    <p:sldId id="337" r:id="rId78"/>
    <p:sldId id="338" r:id="rId79"/>
    <p:sldId id="339" r:id="rId80"/>
    <p:sldId id="340" r:id="rId81"/>
    <p:sldId id="343" r:id="rId82"/>
    <p:sldId id="342" r:id="rId83"/>
    <p:sldId id="383" r:id="rId84"/>
    <p:sldId id="391" r:id="rId85"/>
    <p:sldId id="384" r:id="rId86"/>
    <p:sldId id="399" r:id="rId87"/>
    <p:sldId id="267" r:id="rId88"/>
    <p:sldId id="344" r:id="rId89"/>
    <p:sldId id="345" r:id="rId90"/>
    <p:sldId id="346" r:id="rId91"/>
    <p:sldId id="347" r:id="rId92"/>
    <p:sldId id="386" r:id="rId93"/>
    <p:sldId id="390" r:id="rId94"/>
    <p:sldId id="387" r:id="rId95"/>
    <p:sldId id="400" r:id="rId96"/>
    <p:sldId id="268" r:id="rId97"/>
    <p:sldId id="351" r:id="rId98"/>
    <p:sldId id="352" r:id="rId99"/>
    <p:sldId id="355" r:id="rId100"/>
    <p:sldId id="356" r:id="rId101"/>
    <p:sldId id="353" r:id="rId102"/>
    <p:sldId id="357" r:id="rId103"/>
    <p:sldId id="354" r:id="rId104"/>
    <p:sldId id="358" r:id="rId105"/>
    <p:sldId id="359" r:id="rId106"/>
    <p:sldId id="395" r:id="rId107"/>
    <p:sldId id="389" r:id="rId108"/>
    <p:sldId id="294" r:id="rId109"/>
    <p:sldId id="297" r:id="rId110"/>
    <p:sldId id="298" r:id="rId111"/>
    <p:sldId id="299" r:id="rId112"/>
    <p:sldId id="300" r:id="rId113"/>
    <p:sldId id="364" r:id="rId114"/>
    <p:sldId id="409" r:id="rId115"/>
    <p:sldId id="410" r:id="rId116"/>
    <p:sldId id="411" r:id="rId117"/>
    <p:sldId id="412" r:id="rId118"/>
    <p:sldId id="413" r:id="rId119"/>
    <p:sldId id="414" r:id="rId120"/>
    <p:sldId id="415" r:id="rId121"/>
    <p:sldId id="305" r:id="rId122"/>
    <p:sldId id="361" r:id="rId123"/>
    <p:sldId id="363" r:id="rId124"/>
    <p:sldId id="365" r:id="rId125"/>
    <p:sldId id="308" r:id="rId126"/>
    <p:sldId id="405" r:id="rId127"/>
    <p:sldId id="310" r:id="rId12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25CC636-2D94-4FDB-A9D5-0F4F24401FEF}" v="3" dt="2024-01-08T02:51:53.150"/>
  </p1510:revLst>
</p1510:revInfo>
</file>

<file path=ppt/tableStyles.xml><?xml version="1.0" encoding="utf-8"?>
<a:tblStyleLst xmlns:a="http://schemas.openxmlformats.org/drawingml/2006/main" def="{5C22544A-7EE6-4342-B048-85BDC9FD1C3A}">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1594" y="6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3.xml"/><Relationship Id="rId21" Type="http://schemas.openxmlformats.org/officeDocument/2006/relationships/slide" Target="slides/slide17.xml"/><Relationship Id="rId42" Type="http://schemas.openxmlformats.org/officeDocument/2006/relationships/slide" Target="slides/slide38.xml"/><Relationship Id="rId63" Type="http://schemas.openxmlformats.org/officeDocument/2006/relationships/slide" Target="slides/slide59.xml"/><Relationship Id="rId84" Type="http://schemas.openxmlformats.org/officeDocument/2006/relationships/slide" Target="slides/slide80.xml"/><Relationship Id="rId16" Type="http://schemas.openxmlformats.org/officeDocument/2006/relationships/slide" Target="slides/slide12.xml"/><Relationship Id="rId107" Type="http://schemas.openxmlformats.org/officeDocument/2006/relationships/slide" Target="slides/slide103.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102" Type="http://schemas.openxmlformats.org/officeDocument/2006/relationships/slide" Target="slides/slide98.xml"/><Relationship Id="rId123" Type="http://schemas.openxmlformats.org/officeDocument/2006/relationships/slide" Target="slides/slide119.xml"/><Relationship Id="rId128" Type="http://schemas.openxmlformats.org/officeDocument/2006/relationships/slide" Target="slides/slide124.xml"/><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slide" Target="slides/slide9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113" Type="http://schemas.openxmlformats.org/officeDocument/2006/relationships/slide" Target="slides/slide109.xml"/><Relationship Id="rId118" Type="http://schemas.openxmlformats.org/officeDocument/2006/relationships/slide" Target="slides/slide114.xml"/><Relationship Id="rId134" Type="http://schemas.microsoft.com/office/2016/11/relationships/changesInfo" Target="changesInfos/changesInfo1.xml"/><Relationship Id="rId80" Type="http://schemas.openxmlformats.org/officeDocument/2006/relationships/slide" Target="slides/slide76.xml"/><Relationship Id="rId85" Type="http://schemas.openxmlformats.org/officeDocument/2006/relationships/slide" Target="slides/slide81.xml"/><Relationship Id="rId12" Type="http://schemas.openxmlformats.org/officeDocument/2006/relationships/slide" Target="slides/slide8.xml"/><Relationship Id="rId17" Type="http://schemas.openxmlformats.org/officeDocument/2006/relationships/slide" Target="slides/slide13.xml"/><Relationship Id="rId33" Type="http://schemas.openxmlformats.org/officeDocument/2006/relationships/slide" Target="slides/slide29.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slide" Target="slides/slide99.xml"/><Relationship Id="rId108" Type="http://schemas.openxmlformats.org/officeDocument/2006/relationships/slide" Target="slides/slide104.xml"/><Relationship Id="rId124" Type="http://schemas.openxmlformats.org/officeDocument/2006/relationships/slide" Target="slides/slide120.xml"/><Relationship Id="rId129" Type="http://schemas.openxmlformats.org/officeDocument/2006/relationships/notesMaster" Target="notesMasters/notesMaster1.xml"/><Relationship Id="rId54" Type="http://schemas.openxmlformats.org/officeDocument/2006/relationships/slide" Target="slides/slide50.xml"/><Relationship Id="rId70" Type="http://schemas.openxmlformats.org/officeDocument/2006/relationships/slide" Target="slides/slide66.xml"/><Relationship Id="rId75" Type="http://schemas.openxmlformats.org/officeDocument/2006/relationships/slide" Target="slides/slide71.xml"/><Relationship Id="rId91" Type="http://schemas.openxmlformats.org/officeDocument/2006/relationships/slide" Target="slides/slide87.xml"/><Relationship Id="rId96" Type="http://schemas.openxmlformats.org/officeDocument/2006/relationships/slide" Target="slides/slide92.xml"/><Relationship Id="rId1" Type="http://schemas.openxmlformats.org/officeDocument/2006/relationships/customXml" Target="../customXml/item1.xml"/><Relationship Id="rId6" Type="http://schemas.openxmlformats.org/officeDocument/2006/relationships/slide" Target="slides/slide2.xml"/><Relationship Id="rId23" Type="http://schemas.openxmlformats.org/officeDocument/2006/relationships/slide" Target="slides/slide19.xml"/><Relationship Id="rId28" Type="http://schemas.openxmlformats.org/officeDocument/2006/relationships/slide" Target="slides/slide24.xml"/><Relationship Id="rId49" Type="http://schemas.openxmlformats.org/officeDocument/2006/relationships/slide" Target="slides/slide45.xml"/><Relationship Id="rId114" Type="http://schemas.openxmlformats.org/officeDocument/2006/relationships/slide" Target="slides/slide110.xml"/><Relationship Id="rId119" Type="http://schemas.openxmlformats.org/officeDocument/2006/relationships/slide" Target="slides/slide115.xml"/><Relationship Id="rId44" Type="http://schemas.openxmlformats.org/officeDocument/2006/relationships/slide" Target="slides/slide40.xml"/><Relationship Id="rId60" Type="http://schemas.openxmlformats.org/officeDocument/2006/relationships/slide" Target="slides/slide56.xml"/><Relationship Id="rId65" Type="http://schemas.openxmlformats.org/officeDocument/2006/relationships/slide" Target="slides/slide61.xml"/><Relationship Id="rId81" Type="http://schemas.openxmlformats.org/officeDocument/2006/relationships/slide" Target="slides/slide77.xml"/><Relationship Id="rId86" Type="http://schemas.openxmlformats.org/officeDocument/2006/relationships/slide" Target="slides/slide82.xml"/><Relationship Id="rId130" Type="http://schemas.openxmlformats.org/officeDocument/2006/relationships/presProps" Target="presProps.xml"/><Relationship Id="rId135" Type="http://schemas.microsoft.com/office/2015/10/relationships/revisionInfo" Target="revisionInfo.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109" Type="http://schemas.openxmlformats.org/officeDocument/2006/relationships/slide" Target="slides/slide10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openxmlformats.org/officeDocument/2006/relationships/slide" Target="slides/slide100.xml"/><Relationship Id="rId120" Type="http://schemas.openxmlformats.org/officeDocument/2006/relationships/slide" Target="slides/slide116.xml"/><Relationship Id="rId125" Type="http://schemas.openxmlformats.org/officeDocument/2006/relationships/slide" Target="slides/slide121.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110" Type="http://schemas.openxmlformats.org/officeDocument/2006/relationships/slide" Target="slides/slide106.xml"/><Relationship Id="rId115" Type="http://schemas.openxmlformats.org/officeDocument/2006/relationships/slide" Target="slides/slide111.xml"/><Relationship Id="rId131" Type="http://schemas.openxmlformats.org/officeDocument/2006/relationships/viewProps" Target="viewProps.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105" Type="http://schemas.openxmlformats.org/officeDocument/2006/relationships/slide" Target="slides/slide101.xml"/><Relationship Id="rId126" Type="http://schemas.openxmlformats.org/officeDocument/2006/relationships/slide" Target="slides/slide122.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slide" Target="slides/slide94.xml"/><Relationship Id="rId121" Type="http://schemas.openxmlformats.org/officeDocument/2006/relationships/slide" Target="slides/slide117.xml"/><Relationship Id="rId3" Type="http://schemas.openxmlformats.org/officeDocument/2006/relationships/customXml" Target="../customXml/item3.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 Id="rId116" Type="http://schemas.openxmlformats.org/officeDocument/2006/relationships/slide" Target="slides/slide112.xml"/><Relationship Id="rId20" Type="http://schemas.openxmlformats.org/officeDocument/2006/relationships/slide" Target="slides/slide16.xml"/><Relationship Id="rId41" Type="http://schemas.openxmlformats.org/officeDocument/2006/relationships/slide" Target="slides/slide37.xml"/><Relationship Id="rId62" Type="http://schemas.openxmlformats.org/officeDocument/2006/relationships/slide" Target="slides/slide58.xml"/><Relationship Id="rId83" Type="http://schemas.openxmlformats.org/officeDocument/2006/relationships/slide" Target="slides/slide79.xml"/><Relationship Id="rId88" Type="http://schemas.openxmlformats.org/officeDocument/2006/relationships/slide" Target="slides/slide84.xml"/><Relationship Id="rId111" Type="http://schemas.openxmlformats.org/officeDocument/2006/relationships/slide" Target="slides/slide107.xml"/><Relationship Id="rId132" Type="http://schemas.openxmlformats.org/officeDocument/2006/relationships/theme" Target="theme/theme1.xml"/><Relationship Id="rId15" Type="http://schemas.openxmlformats.org/officeDocument/2006/relationships/slide" Target="slides/slide11.xml"/><Relationship Id="rId36" Type="http://schemas.openxmlformats.org/officeDocument/2006/relationships/slide" Target="slides/slide32.xml"/><Relationship Id="rId57" Type="http://schemas.openxmlformats.org/officeDocument/2006/relationships/slide" Target="slides/slide53.xml"/><Relationship Id="rId106" Type="http://schemas.openxmlformats.org/officeDocument/2006/relationships/slide" Target="slides/slide102.xml"/><Relationship Id="rId127" Type="http://schemas.openxmlformats.org/officeDocument/2006/relationships/slide" Target="slides/slide123.xml"/><Relationship Id="rId10" Type="http://schemas.openxmlformats.org/officeDocument/2006/relationships/slide" Target="slides/slide6.xml"/><Relationship Id="rId31" Type="http://schemas.openxmlformats.org/officeDocument/2006/relationships/slide" Target="slides/slide27.xml"/><Relationship Id="rId52" Type="http://schemas.openxmlformats.org/officeDocument/2006/relationships/slide" Target="slides/slide48.xml"/><Relationship Id="rId73" Type="http://schemas.openxmlformats.org/officeDocument/2006/relationships/slide" Target="slides/slide69.xml"/><Relationship Id="rId78" Type="http://schemas.openxmlformats.org/officeDocument/2006/relationships/slide" Target="slides/slide74.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 Id="rId122" Type="http://schemas.openxmlformats.org/officeDocument/2006/relationships/slide" Target="slides/slide118.xml"/><Relationship Id="rId4" Type="http://schemas.openxmlformats.org/officeDocument/2006/relationships/slideMaster" Target="slideMasters/slideMaster1.xml"/><Relationship Id="rId9" Type="http://schemas.openxmlformats.org/officeDocument/2006/relationships/slide" Target="slides/slide5.xml"/><Relationship Id="rId26" Type="http://schemas.openxmlformats.org/officeDocument/2006/relationships/slide" Target="slides/slide22.xml"/><Relationship Id="rId47" Type="http://schemas.openxmlformats.org/officeDocument/2006/relationships/slide" Target="slides/slide43.xml"/><Relationship Id="rId68" Type="http://schemas.openxmlformats.org/officeDocument/2006/relationships/slide" Target="slides/slide64.xml"/><Relationship Id="rId89" Type="http://schemas.openxmlformats.org/officeDocument/2006/relationships/slide" Target="slides/slide85.xml"/><Relationship Id="rId112" Type="http://schemas.openxmlformats.org/officeDocument/2006/relationships/slide" Target="slides/slide108.xml"/><Relationship Id="rId133"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LEANIE KHERA" userId="S::1813310106@niet.co.in::3232c1e7-614a-4d89-9c25-9aa970354938" providerId="AD" clId="Web-{CE44E6A9-89AE-4B07-B128-D7C38E008B03}"/>
    <pc:docChg chg="addSld delSld">
      <pc:chgData name="MILEANIE KHERA" userId="S::1813310106@niet.co.in::3232c1e7-614a-4d89-9c25-9aa970354938" providerId="AD" clId="Web-{CE44E6A9-89AE-4B07-B128-D7C38E008B03}" dt="2022-06-08T16:58:42.513" v="1"/>
      <pc:docMkLst>
        <pc:docMk/>
      </pc:docMkLst>
      <pc:sldChg chg="new del">
        <pc:chgData name="MILEANIE KHERA" userId="S::1813310106@niet.co.in::3232c1e7-614a-4d89-9c25-9aa970354938" providerId="AD" clId="Web-{CE44E6A9-89AE-4B07-B128-D7C38E008B03}" dt="2022-06-08T16:58:42.513" v="1"/>
        <pc:sldMkLst>
          <pc:docMk/>
          <pc:sldMk cId="1968104657" sldId="407"/>
        </pc:sldMkLst>
      </pc:sldChg>
    </pc:docChg>
  </pc:docChgLst>
  <pc:docChgLst>
    <pc:chgData name="MADNEETA SINGH" userId="ba487e41d220043c" providerId="LiveId" clId="{F25CC636-2D94-4FDB-A9D5-0F4F24401FEF}"/>
    <pc:docChg chg="custSel modSld modMainMaster">
      <pc:chgData name="MADNEETA SINGH" userId="ba487e41d220043c" providerId="LiveId" clId="{F25CC636-2D94-4FDB-A9D5-0F4F24401FEF}" dt="2024-01-08T03:04:13.169" v="26" actId="20577"/>
      <pc:docMkLst>
        <pc:docMk/>
      </pc:docMkLst>
      <pc:sldChg chg="modSp mod">
        <pc:chgData name="MADNEETA SINGH" userId="ba487e41d220043c" providerId="LiveId" clId="{F25CC636-2D94-4FDB-A9D5-0F4F24401FEF}" dt="2024-01-08T03:04:13.169" v="26" actId="20577"/>
        <pc:sldMkLst>
          <pc:docMk/>
          <pc:sldMk cId="0" sldId="257"/>
        </pc:sldMkLst>
        <pc:spChg chg="mod">
          <ac:chgData name="MADNEETA SINGH" userId="ba487e41d220043c" providerId="LiveId" clId="{F25CC636-2D94-4FDB-A9D5-0F4F24401FEF}" dt="2024-01-08T03:04:13.169" v="26" actId="20577"/>
          <ac:spMkLst>
            <pc:docMk/>
            <pc:sldMk cId="0" sldId="257"/>
            <ac:spMk id="3" creationId="{00000000-0000-0000-0000-000000000000}"/>
          </ac:spMkLst>
        </pc:spChg>
        <pc:spChg chg="mod">
          <ac:chgData name="MADNEETA SINGH" userId="ba487e41d220043c" providerId="LiveId" clId="{F25CC636-2D94-4FDB-A9D5-0F4F24401FEF}" dt="2024-01-08T02:51:53.149" v="3"/>
          <ac:spMkLst>
            <pc:docMk/>
            <pc:sldMk cId="0" sldId="257"/>
            <ac:spMk id="13" creationId="{00000000-0000-0000-0000-000000000000}"/>
          </ac:spMkLst>
        </pc:spChg>
      </pc:sldChg>
      <pc:sldChg chg="modSp">
        <pc:chgData name="MADNEETA SINGH" userId="ba487e41d220043c" providerId="LiveId" clId="{F25CC636-2D94-4FDB-A9D5-0F4F24401FEF}" dt="2024-01-08T02:51:53.149" v="3"/>
        <pc:sldMkLst>
          <pc:docMk/>
          <pc:sldMk cId="0" sldId="258"/>
        </pc:sldMkLst>
        <pc:spChg chg="mod">
          <ac:chgData name="MADNEETA SINGH" userId="ba487e41d220043c" providerId="LiveId" clId="{F25CC636-2D94-4FDB-A9D5-0F4F24401FEF}" dt="2024-01-08T02:51:53.149" v="3"/>
          <ac:spMkLst>
            <pc:docMk/>
            <pc:sldMk cId="0" sldId="258"/>
            <ac:spMk id="13" creationId="{00000000-0000-0000-0000-000000000000}"/>
          </ac:spMkLst>
        </pc:spChg>
      </pc:sldChg>
      <pc:sldChg chg="modSp">
        <pc:chgData name="MADNEETA SINGH" userId="ba487e41d220043c" providerId="LiveId" clId="{F25CC636-2D94-4FDB-A9D5-0F4F24401FEF}" dt="2024-01-08T02:51:53.149" v="3"/>
        <pc:sldMkLst>
          <pc:docMk/>
          <pc:sldMk cId="0" sldId="259"/>
        </pc:sldMkLst>
        <pc:spChg chg="mod">
          <ac:chgData name="MADNEETA SINGH" userId="ba487e41d220043c" providerId="LiveId" clId="{F25CC636-2D94-4FDB-A9D5-0F4F24401FEF}" dt="2024-01-08T02:51:53.149" v="3"/>
          <ac:spMkLst>
            <pc:docMk/>
            <pc:sldMk cId="0" sldId="259"/>
            <ac:spMk id="13" creationId="{00000000-0000-0000-0000-000000000000}"/>
          </ac:spMkLst>
        </pc:spChg>
      </pc:sldChg>
      <pc:sldChg chg="modSp">
        <pc:chgData name="MADNEETA SINGH" userId="ba487e41d220043c" providerId="LiveId" clId="{F25CC636-2D94-4FDB-A9D5-0F4F24401FEF}" dt="2024-01-08T02:51:53.149" v="3"/>
        <pc:sldMkLst>
          <pc:docMk/>
          <pc:sldMk cId="0" sldId="260"/>
        </pc:sldMkLst>
        <pc:spChg chg="mod">
          <ac:chgData name="MADNEETA SINGH" userId="ba487e41d220043c" providerId="LiveId" clId="{F25CC636-2D94-4FDB-A9D5-0F4F24401FEF}" dt="2024-01-08T02:51:53.149" v="3"/>
          <ac:spMkLst>
            <pc:docMk/>
            <pc:sldMk cId="0" sldId="260"/>
            <ac:spMk id="10" creationId="{00000000-0000-0000-0000-000000000000}"/>
          </ac:spMkLst>
        </pc:spChg>
        <pc:graphicFrameChg chg="mod">
          <ac:chgData name="MADNEETA SINGH" userId="ba487e41d220043c" providerId="LiveId" clId="{F25CC636-2D94-4FDB-A9D5-0F4F24401FEF}" dt="2024-01-08T02:51:41.169" v="2"/>
          <ac:graphicFrameMkLst>
            <pc:docMk/>
            <pc:sldMk cId="0" sldId="260"/>
            <ac:graphicFrameMk id="9" creationId="{00000000-0000-0000-0000-000000000000}"/>
          </ac:graphicFrameMkLst>
        </pc:graphicFrameChg>
      </pc:sldChg>
      <pc:sldChg chg="modSp">
        <pc:chgData name="MADNEETA SINGH" userId="ba487e41d220043c" providerId="LiveId" clId="{F25CC636-2D94-4FDB-A9D5-0F4F24401FEF}" dt="2024-01-08T02:51:53.149" v="3"/>
        <pc:sldMkLst>
          <pc:docMk/>
          <pc:sldMk cId="0" sldId="261"/>
        </pc:sldMkLst>
        <pc:spChg chg="mod">
          <ac:chgData name="MADNEETA SINGH" userId="ba487e41d220043c" providerId="LiveId" clId="{F25CC636-2D94-4FDB-A9D5-0F4F24401FEF}" dt="2024-01-08T02:51:53.149" v="3"/>
          <ac:spMkLst>
            <pc:docMk/>
            <pc:sldMk cId="0" sldId="261"/>
            <ac:spMk id="10" creationId="{00000000-0000-0000-0000-000000000000}"/>
          </ac:spMkLst>
        </pc:spChg>
        <pc:graphicFrameChg chg="mod">
          <ac:chgData name="MADNEETA SINGH" userId="ba487e41d220043c" providerId="LiveId" clId="{F25CC636-2D94-4FDB-A9D5-0F4F24401FEF}" dt="2024-01-08T02:51:41.169" v="2"/>
          <ac:graphicFrameMkLst>
            <pc:docMk/>
            <pc:sldMk cId="0" sldId="261"/>
            <ac:graphicFrameMk id="9" creationId="{00000000-0000-0000-0000-000000000000}"/>
          </ac:graphicFrameMkLst>
        </pc:graphicFrameChg>
      </pc:sldChg>
      <pc:sldChg chg="modSp">
        <pc:chgData name="MADNEETA SINGH" userId="ba487e41d220043c" providerId="LiveId" clId="{F25CC636-2D94-4FDB-A9D5-0F4F24401FEF}" dt="2024-01-08T02:51:53.149" v="3"/>
        <pc:sldMkLst>
          <pc:docMk/>
          <pc:sldMk cId="0" sldId="262"/>
        </pc:sldMkLst>
        <pc:spChg chg="mod">
          <ac:chgData name="MADNEETA SINGH" userId="ba487e41d220043c" providerId="LiveId" clId="{F25CC636-2D94-4FDB-A9D5-0F4F24401FEF}" dt="2024-01-08T02:51:53.149" v="3"/>
          <ac:spMkLst>
            <pc:docMk/>
            <pc:sldMk cId="0" sldId="262"/>
            <ac:spMk id="5" creationId="{00000000-0000-0000-0000-000000000000}"/>
          </ac:spMkLst>
        </pc:spChg>
        <pc:graphicFrameChg chg="mod">
          <ac:chgData name="MADNEETA SINGH" userId="ba487e41d220043c" providerId="LiveId" clId="{F25CC636-2D94-4FDB-A9D5-0F4F24401FEF}" dt="2024-01-08T02:51:41.169" v="2"/>
          <ac:graphicFrameMkLst>
            <pc:docMk/>
            <pc:sldMk cId="0" sldId="262"/>
            <ac:graphicFrameMk id="12" creationId="{00000000-0000-0000-0000-000000000000}"/>
          </ac:graphicFrameMkLst>
        </pc:graphicFrameChg>
      </pc:sldChg>
      <pc:sldChg chg="modSp">
        <pc:chgData name="MADNEETA SINGH" userId="ba487e41d220043c" providerId="LiveId" clId="{F25CC636-2D94-4FDB-A9D5-0F4F24401FEF}" dt="2024-01-08T02:51:53.149" v="3"/>
        <pc:sldMkLst>
          <pc:docMk/>
          <pc:sldMk cId="4192245201" sldId="263"/>
        </pc:sldMkLst>
        <pc:spChg chg="mod">
          <ac:chgData name="MADNEETA SINGH" userId="ba487e41d220043c" providerId="LiveId" clId="{F25CC636-2D94-4FDB-A9D5-0F4F24401FEF}" dt="2024-01-08T02:51:53.149" v="3"/>
          <ac:spMkLst>
            <pc:docMk/>
            <pc:sldMk cId="4192245201" sldId="263"/>
            <ac:spMk id="12" creationId="{00000000-0000-0000-0000-000000000000}"/>
          </ac:spMkLst>
        </pc:spChg>
      </pc:sldChg>
      <pc:sldChg chg="modSp">
        <pc:chgData name="MADNEETA SINGH" userId="ba487e41d220043c" providerId="LiveId" clId="{F25CC636-2D94-4FDB-A9D5-0F4F24401FEF}" dt="2024-01-08T02:51:53.149" v="3"/>
        <pc:sldMkLst>
          <pc:docMk/>
          <pc:sldMk cId="3919311891" sldId="264"/>
        </pc:sldMkLst>
        <pc:spChg chg="mod">
          <ac:chgData name="MADNEETA SINGH" userId="ba487e41d220043c" providerId="LiveId" clId="{F25CC636-2D94-4FDB-A9D5-0F4F24401FEF}" dt="2024-01-08T02:51:53.149" v="3"/>
          <ac:spMkLst>
            <pc:docMk/>
            <pc:sldMk cId="3919311891" sldId="264"/>
            <ac:spMk id="9" creationId="{00000000-0000-0000-0000-000000000000}"/>
          </ac:spMkLst>
        </pc:spChg>
      </pc:sldChg>
      <pc:sldChg chg="modSp">
        <pc:chgData name="MADNEETA SINGH" userId="ba487e41d220043c" providerId="LiveId" clId="{F25CC636-2D94-4FDB-A9D5-0F4F24401FEF}" dt="2024-01-08T02:51:53.149" v="3"/>
        <pc:sldMkLst>
          <pc:docMk/>
          <pc:sldMk cId="3919311891" sldId="265"/>
        </pc:sldMkLst>
        <pc:spChg chg="mod">
          <ac:chgData name="MADNEETA SINGH" userId="ba487e41d220043c" providerId="LiveId" clId="{F25CC636-2D94-4FDB-A9D5-0F4F24401FEF}" dt="2024-01-08T02:51:53.149" v="3"/>
          <ac:spMkLst>
            <pc:docMk/>
            <pc:sldMk cId="3919311891" sldId="265"/>
            <ac:spMk id="9" creationId="{00000000-0000-0000-0000-000000000000}"/>
          </ac:spMkLst>
        </pc:spChg>
      </pc:sldChg>
      <pc:sldChg chg="modSp">
        <pc:chgData name="MADNEETA SINGH" userId="ba487e41d220043c" providerId="LiveId" clId="{F25CC636-2D94-4FDB-A9D5-0F4F24401FEF}" dt="2024-01-08T02:51:53.149" v="3"/>
        <pc:sldMkLst>
          <pc:docMk/>
          <pc:sldMk cId="3919311891" sldId="266"/>
        </pc:sldMkLst>
        <pc:spChg chg="mod">
          <ac:chgData name="MADNEETA SINGH" userId="ba487e41d220043c" providerId="LiveId" clId="{F25CC636-2D94-4FDB-A9D5-0F4F24401FEF}" dt="2024-01-08T02:51:53.149" v="3"/>
          <ac:spMkLst>
            <pc:docMk/>
            <pc:sldMk cId="3919311891" sldId="266"/>
            <ac:spMk id="9" creationId="{00000000-0000-0000-0000-000000000000}"/>
          </ac:spMkLst>
        </pc:spChg>
      </pc:sldChg>
      <pc:sldChg chg="modSp">
        <pc:chgData name="MADNEETA SINGH" userId="ba487e41d220043c" providerId="LiveId" clId="{F25CC636-2D94-4FDB-A9D5-0F4F24401FEF}" dt="2024-01-08T02:51:53.149" v="3"/>
        <pc:sldMkLst>
          <pc:docMk/>
          <pc:sldMk cId="3919311891" sldId="267"/>
        </pc:sldMkLst>
        <pc:spChg chg="mod">
          <ac:chgData name="MADNEETA SINGH" userId="ba487e41d220043c" providerId="LiveId" clId="{F25CC636-2D94-4FDB-A9D5-0F4F24401FEF}" dt="2024-01-08T02:51:53.149" v="3"/>
          <ac:spMkLst>
            <pc:docMk/>
            <pc:sldMk cId="3919311891" sldId="267"/>
            <ac:spMk id="9" creationId="{00000000-0000-0000-0000-000000000000}"/>
          </ac:spMkLst>
        </pc:spChg>
      </pc:sldChg>
      <pc:sldChg chg="modSp">
        <pc:chgData name="MADNEETA SINGH" userId="ba487e41d220043c" providerId="LiveId" clId="{F25CC636-2D94-4FDB-A9D5-0F4F24401FEF}" dt="2024-01-08T02:51:53.149" v="3"/>
        <pc:sldMkLst>
          <pc:docMk/>
          <pc:sldMk cId="3919311891" sldId="268"/>
        </pc:sldMkLst>
        <pc:spChg chg="mod">
          <ac:chgData name="MADNEETA SINGH" userId="ba487e41d220043c" providerId="LiveId" clId="{F25CC636-2D94-4FDB-A9D5-0F4F24401FEF}" dt="2024-01-08T02:51:53.149" v="3"/>
          <ac:spMkLst>
            <pc:docMk/>
            <pc:sldMk cId="3919311891" sldId="268"/>
            <ac:spMk id="9" creationId="{00000000-0000-0000-0000-000000000000}"/>
          </ac:spMkLst>
        </pc:spChg>
      </pc:sldChg>
      <pc:sldChg chg="modSp">
        <pc:chgData name="MADNEETA SINGH" userId="ba487e41d220043c" providerId="LiveId" clId="{F25CC636-2D94-4FDB-A9D5-0F4F24401FEF}" dt="2024-01-08T02:51:53.149" v="3"/>
        <pc:sldMkLst>
          <pc:docMk/>
          <pc:sldMk cId="3919311891" sldId="294"/>
        </pc:sldMkLst>
        <pc:spChg chg="mod">
          <ac:chgData name="MADNEETA SINGH" userId="ba487e41d220043c" providerId="LiveId" clId="{F25CC636-2D94-4FDB-A9D5-0F4F24401FEF}" dt="2024-01-08T02:51:53.149" v="3"/>
          <ac:spMkLst>
            <pc:docMk/>
            <pc:sldMk cId="3919311891" sldId="294"/>
            <ac:spMk id="9" creationId="{00000000-0000-0000-0000-000000000000}"/>
          </ac:spMkLst>
        </pc:spChg>
      </pc:sldChg>
      <pc:sldChg chg="modSp">
        <pc:chgData name="MADNEETA SINGH" userId="ba487e41d220043c" providerId="LiveId" clId="{F25CC636-2D94-4FDB-A9D5-0F4F24401FEF}" dt="2024-01-08T02:51:53.149" v="3"/>
        <pc:sldMkLst>
          <pc:docMk/>
          <pc:sldMk cId="3919311891" sldId="297"/>
        </pc:sldMkLst>
        <pc:spChg chg="mod">
          <ac:chgData name="MADNEETA SINGH" userId="ba487e41d220043c" providerId="LiveId" clId="{F25CC636-2D94-4FDB-A9D5-0F4F24401FEF}" dt="2024-01-08T02:51:53.149" v="3"/>
          <ac:spMkLst>
            <pc:docMk/>
            <pc:sldMk cId="3919311891" sldId="297"/>
            <ac:spMk id="9" creationId="{00000000-0000-0000-0000-000000000000}"/>
          </ac:spMkLst>
        </pc:spChg>
      </pc:sldChg>
      <pc:sldChg chg="modSp">
        <pc:chgData name="MADNEETA SINGH" userId="ba487e41d220043c" providerId="LiveId" clId="{F25CC636-2D94-4FDB-A9D5-0F4F24401FEF}" dt="2024-01-08T02:51:53.149" v="3"/>
        <pc:sldMkLst>
          <pc:docMk/>
          <pc:sldMk cId="3919311891" sldId="298"/>
        </pc:sldMkLst>
        <pc:spChg chg="mod">
          <ac:chgData name="MADNEETA SINGH" userId="ba487e41d220043c" providerId="LiveId" clId="{F25CC636-2D94-4FDB-A9D5-0F4F24401FEF}" dt="2024-01-08T02:51:53.149" v="3"/>
          <ac:spMkLst>
            <pc:docMk/>
            <pc:sldMk cId="3919311891" sldId="298"/>
            <ac:spMk id="9" creationId="{00000000-0000-0000-0000-000000000000}"/>
          </ac:spMkLst>
        </pc:spChg>
      </pc:sldChg>
      <pc:sldChg chg="modSp">
        <pc:chgData name="MADNEETA SINGH" userId="ba487e41d220043c" providerId="LiveId" clId="{F25CC636-2D94-4FDB-A9D5-0F4F24401FEF}" dt="2024-01-08T02:51:53.149" v="3"/>
        <pc:sldMkLst>
          <pc:docMk/>
          <pc:sldMk cId="3919311891" sldId="299"/>
        </pc:sldMkLst>
        <pc:spChg chg="mod">
          <ac:chgData name="MADNEETA SINGH" userId="ba487e41d220043c" providerId="LiveId" clId="{F25CC636-2D94-4FDB-A9D5-0F4F24401FEF}" dt="2024-01-08T02:51:53.149" v="3"/>
          <ac:spMkLst>
            <pc:docMk/>
            <pc:sldMk cId="3919311891" sldId="299"/>
            <ac:spMk id="9" creationId="{00000000-0000-0000-0000-000000000000}"/>
          </ac:spMkLst>
        </pc:spChg>
      </pc:sldChg>
      <pc:sldChg chg="modSp">
        <pc:chgData name="MADNEETA SINGH" userId="ba487e41d220043c" providerId="LiveId" clId="{F25CC636-2D94-4FDB-A9D5-0F4F24401FEF}" dt="2024-01-08T02:51:53.149" v="3"/>
        <pc:sldMkLst>
          <pc:docMk/>
          <pc:sldMk cId="3919311891" sldId="300"/>
        </pc:sldMkLst>
        <pc:spChg chg="mod">
          <ac:chgData name="MADNEETA SINGH" userId="ba487e41d220043c" providerId="LiveId" clId="{F25CC636-2D94-4FDB-A9D5-0F4F24401FEF}" dt="2024-01-08T02:51:53.149" v="3"/>
          <ac:spMkLst>
            <pc:docMk/>
            <pc:sldMk cId="3919311891" sldId="300"/>
            <ac:spMk id="9" creationId="{00000000-0000-0000-0000-000000000000}"/>
          </ac:spMkLst>
        </pc:spChg>
      </pc:sldChg>
      <pc:sldChg chg="modSp">
        <pc:chgData name="MADNEETA SINGH" userId="ba487e41d220043c" providerId="LiveId" clId="{F25CC636-2D94-4FDB-A9D5-0F4F24401FEF}" dt="2024-01-08T02:51:53.149" v="3"/>
        <pc:sldMkLst>
          <pc:docMk/>
          <pc:sldMk cId="3919311891" sldId="301"/>
        </pc:sldMkLst>
        <pc:spChg chg="mod">
          <ac:chgData name="MADNEETA SINGH" userId="ba487e41d220043c" providerId="LiveId" clId="{F25CC636-2D94-4FDB-A9D5-0F4F24401FEF}" dt="2024-01-08T02:51:53.149" v="3"/>
          <ac:spMkLst>
            <pc:docMk/>
            <pc:sldMk cId="3919311891" sldId="301"/>
            <ac:spMk id="9" creationId="{00000000-0000-0000-0000-000000000000}"/>
          </ac:spMkLst>
        </pc:spChg>
      </pc:sldChg>
      <pc:sldChg chg="modSp">
        <pc:chgData name="MADNEETA SINGH" userId="ba487e41d220043c" providerId="LiveId" clId="{F25CC636-2D94-4FDB-A9D5-0F4F24401FEF}" dt="2024-01-08T02:51:53.149" v="3"/>
        <pc:sldMkLst>
          <pc:docMk/>
          <pc:sldMk cId="3919311891" sldId="302"/>
        </pc:sldMkLst>
        <pc:spChg chg="mod">
          <ac:chgData name="MADNEETA SINGH" userId="ba487e41d220043c" providerId="LiveId" clId="{F25CC636-2D94-4FDB-A9D5-0F4F24401FEF}" dt="2024-01-08T02:51:53.149" v="3"/>
          <ac:spMkLst>
            <pc:docMk/>
            <pc:sldMk cId="3919311891" sldId="302"/>
            <ac:spMk id="9" creationId="{00000000-0000-0000-0000-000000000000}"/>
          </ac:spMkLst>
        </pc:spChg>
      </pc:sldChg>
      <pc:sldChg chg="modSp">
        <pc:chgData name="MADNEETA SINGH" userId="ba487e41d220043c" providerId="LiveId" clId="{F25CC636-2D94-4FDB-A9D5-0F4F24401FEF}" dt="2024-01-08T02:51:53.149" v="3"/>
        <pc:sldMkLst>
          <pc:docMk/>
          <pc:sldMk cId="3919311891" sldId="303"/>
        </pc:sldMkLst>
        <pc:spChg chg="mod">
          <ac:chgData name="MADNEETA SINGH" userId="ba487e41d220043c" providerId="LiveId" clId="{F25CC636-2D94-4FDB-A9D5-0F4F24401FEF}" dt="2024-01-08T02:51:53.149" v="3"/>
          <ac:spMkLst>
            <pc:docMk/>
            <pc:sldMk cId="3919311891" sldId="303"/>
            <ac:spMk id="9" creationId="{00000000-0000-0000-0000-000000000000}"/>
          </ac:spMkLst>
        </pc:spChg>
      </pc:sldChg>
      <pc:sldChg chg="modSp">
        <pc:chgData name="MADNEETA SINGH" userId="ba487e41d220043c" providerId="LiveId" clId="{F25CC636-2D94-4FDB-A9D5-0F4F24401FEF}" dt="2024-01-08T02:51:53.149" v="3"/>
        <pc:sldMkLst>
          <pc:docMk/>
          <pc:sldMk cId="3919311891" sldId="304"/>
        </pc:sldMkLst>
        <pc:spChg chg="mod">
          <ac:chgData name="MADNEETA SINGH" userId="ba487e41d220043c" providerId="LiveId" clId="{F25CC636-2D94-4FDB-A9D5-0F4F24401FEF}" dt="2024-01-08T02:51:53.149" v="3"/>
          <ac:spMkLst>
            <pc:docMk/>
            <pc:sldMk cId="3919311891" sldId="304"/>
            <ac:spMk id="9" creationId="{00000000-0000-0000-0000-000000000000}"/>
          </ac:spMkLst>
        </pc:spChg>
      </pc:sldChg>
      <pc:sldChg chg="modSp">
        <pc:chgData name="MADNEETA SINGH" userId="ba487e41d220043c" providerId="LiveId" clId="{F25CC636-2D94-4FDB-A9D5-0F4F24401FEF}" dt="2024-01-08T02:51:53.149" v="3"/>
        <pc:sldMkLst>
          <pc:docMk/>
          <pc:sldMk cId="3919311891" sldId="305"/>
        </pc:sldMkLst>
        <pc:spChg chg="mod">
          <ac:chgData name="MADNEETA SINGH" userId="ba487e41d220043c" providerId="LiveId" clId="{F25CC636-2D94-4FDB-A9D5-0F4F24401FEF}" dt="2024-01-08T02:51:53.149" v="3"/>
          <ac:spMkLst>
            <pc:docMk/>
            <pc:sldMk cId="3919311891" sldId="305"/>
            <ac:spMk id="9" creationId="{00000000-0000-0000-0000-000000000000}"/>
          </ac:spMkLst>
        </pc:spChg>
      </pc:sldChg>
      <pc:sldChg chg="modSp">
        <pc:chgData name="MADNEETA SINGH" userId="ba487e41d220043c" providerId="LiveId" clId="{F25CC636-2D94-4FDB-A9D5-0F4F24401FEF}" dt="2024-01-08T02:51:53.149" v="3"/>
        <pc:sldMkLst>
          <pc:docMk/>
          <pc:sldMk cId="3919311891" sldId="308"/>
        </pc:sldMkLst>
        <pc:spChg chg="mod">
          <ac:chgData name="MADNEETA SINGH" userId="ba487e41d220043c" providerId="LiveId" clId="{F25CC636-2D94-4FDB-A9D5-0F4F24401FEF}" dt="2024-01-08T02:51:53.149" v="3"/>
          <ac:spMkLst>
            <pc:docMk/>
            <pc:sldMk cId="3919311891" sldId="308"/>
            <ac:spMk id="9" creationId="{00000000-0000-0000-0000-000000000000}"/>
          </ac:spMkLst>
        </pc:spChg>
      </pc:sldChg>
      <pc:sldChg chg="modSp">
        <pc:chgData name="MADNEETA SINGH" userId="ba487e41d220043c" providerId="LiveId" clId="{F25CC636-2D94-4FDB-A9D5-0F4F24401FEF}" dt="2024-01-08T02:51:53.149" v="3"/>
        <pc:sldMkLst>
          <pc:docMk/>
          <pc:sldMk cId="4102396168" sldId="310"/>
        </pc:sldMkLst>
        <pc:spChg chg="mod">
          <ac:chgData name="MADNEETA SINGH" userId="ba487e41d220043c" providerId="LiveId" clId="{F25CC636-2D94-4FDB-A9D5-0F4F24401FEF}" dt="2024-01-08T02:51:53.149" v="3"/>
          <ac:spMkLst>
            <pc:docMk/>
            <pc:sldMk cId="4102396168" sldId="310"/>
            <ac:spMk id="10" creationId="{00000000-0000-0000-0000-000000000000}"/>
          </ac:spMkLst>
        </pc:spChg>
      </pc:sldChg>
      <pc:sldChg chg="modSp">
        <pc:chgData name="MADNEETA SINGH" userId="ba487e41d220043c" providerId="LiveId" clId="{F25CC636-2D94-4FDB-A9D5-0F4F24401FEF}" dt="2024-01-08T02:51:53.149" v="3"/>
        <pc:sldMkLst>
          <pc:docMk/>
          <pc:sldMk cId="3919311891" sldId="311"/>
        </pc:sldMkLst>
        <pc:spChg chg="mod">
          <ac:chgData name="MADNEETA SINGH" userId="ba487e41d220043c" providerId="LiveId" clId="{F25CC636-2D94-4FDB-A9D5-0F4F24401FEF}" dt="2024-01-08T02:51:53.149" v="3"/>
          <ac:spMkLst>
            <pc:docMk/>
            <pc:sldMk cId="3919311891" sldId="311"/>
            <ac:spMk id="9" creationId="{00000000-0000-0000-0000-000000000000}"/>
          </ac:spMkLst>
        </pc:spChg>
      </pc:sldChg>
      <pc:sldChg chg="modSp">
        <pc:chgData name="MADNEETA SINGH" userId="ba487e41d220043c" providerId="LiveId" clId="{F25CC636-2D94-4FDB-A9D5-0F4F24401FEF}" dt="2024-01-08T02:51:53.149" v="3"/>
        <pc:sldMkLst>
          <pc:docMk/>
          <pc:sldMk cId="3919311891" sldId="312"/>
        </pc:sldMkLst>
        <pc:spChg chg="mod">
          <ac:chgData name="MADNEETA SINGH" userId="ba487e41d220043c" providerId="LiveId" clId="{F25CC636-2D94-4FDB-A9D5-0F4F24401FEF}" dt="2024-01-08T02:51:53.149" v="3"/>
          <ac:spMkLst>
            <pc:docMk/>
            <pc:sldMk cId="3919311891" sldId="312"/>
            <ac:spMk id="9" creationId="{00000000-0000-0000-0000-000000000000}"/>
          </ac:spMkLst>
        </pc:spChg>
      </pc:sldChg>
      <pc:sldChg chg="modSp">
        <pc:chgData name="MADNEETA SINGH" userId="ba487e41d220043c" providerId="LiveId" clId="{F25CC636-2D94-4FDB-A9D5-0F4F24401FEF}" dt="2024-01-08T02:51:53.149" v="3"/>
        <pc:sldMkLst>
          <pc:docMk/>
          <pc:sldMk cId="3919311891" sldId="313"/>
        </pc:sldMkLst>
        <pc:spChg chg="mod">
          <ac:chgData name="MADNEETA SINGH" userId="ba487e41d220043c" providerId="LiveId" clId="{F25CC636-2D94-4FDB-A9D5-0F4F24401FEF}" dt="2024-01-08T02:51:53.149" v="3"/>
          <ac:spMkLst>
            <pc:docMk/>
            <pc:sldMk cId="3919311891" sldId="313"/>
            <ac:spMk id="9" creationId="{00000000-0000-0000-0000-000000000000}"/>
          </ac:spMkLst>
        </pc:spChg>
      </pc:sldChg>
      <pc:sldChg chg="modSp">
        <pc:chgData name="MADNEETA SINGH" userId="ba487e41d220043c" providerId="LiveId" clId="{F25CC636-2D94-4FDB-A9D5-0F4F24401FEF}" dt="2024-01-08T02:51:53.149" v="3"/>
        <pc:sldMkLst>
          <pc:docMk/>
          <pc:sldMk cId="3919311891" sldId="314"/>
        </pc:sldMkLst>
        <pc:spChg chg="mod">
          <ac:chgData name="MADNEETA SINGH" userId="ba487e41d220043c" providerId="LiveId" clId="{F25CC636-2D94-4FDB-A9D5-0F4F24401FEF}" dt="2024-01-08T02:51:53.149" v="3"/>
          <ac:spMkLst>
            <pc:docMk/>
            <pc:sldMk cId="3919311891" sldId="314"/>
            <ac:spMk id="9" creationId="{00000000-0000-0000-0000-000000000000}"/>
          </ac:spMkLst>
        </pc:spChg>
      </pc:sldChg>
      <pc:sldChg chg="modSp">
        <pc:chgData name="MADNEETA SINGH" userId="ba487e41d220043c" providerId="LiveId" clId="{F25CC636-2D94-4FDB-A9D5-0F4F24401FEF}" dt="2024-01-08T02:51:53.149" v="3"/>
        <pc:sldMkLst>
          <pc:docMk/>
          <pc:sldMk cId="3919311891" sldId="315"/>
        </pc:sldMkLst>
        <pc:spChg chg="mod">
          <ac:chgData name="MADNEETA SINGH" userId="ba487e41d220043c" providerId="LiveId" clId="{F25CC636-2D94-4FDB-A9D5-0F4F24401FEF}" dt="2024-01-08T02:51:53.149" v="3"/>
          <ac:spMkLst>
            <pc:docMk/>
            <pc:sldMk cId="3919311891" sldId="315"/>
            <ac:spMk id="9" creationId="{00000000-0000-0000-0000-000000000000}"/>
          </ac:spMkLst>
        </pc:spChg>
      </pc:sldChg>
      <pc:sldChg chg="modSp">
        <pc:chgData name="MADNEETA SINGH" userId="ba487e41d220043c" providerId="LiveId" clId="{F25CC636-2D94-4FDB-A9D5-0F4F24401FEF}" dt="2024-01-08T02:51:53.149" v="3"/>
        <pc:sldMkLst>
          <pc:docMk/>
          <pc:sldMk cId="3919311891" sldId="316"/>
        </pc:sldMkLst>
        <pc:spChg chg="mod">
          <ac:chgData name="MADNEETA SINGH" userId="ba487e41d220043c" providerId="LiveId" clId="{F25CC636-2D94-4FDB-A9D5-0F4F24401FEF}" dt="2024-01-08T02:51:53.149" v="3"/>
          <ac:spMkLst>
            <pc:docMk/>
            <pc:sldMk cId="3919311891" sldId="316"/>
            <ac:spMk id="9" creationId="{00000000-0000-0000-0000-000000000000}"/>
          </ac:spMkLst>
        </pc:spChg>
      </pc:sldChg>
      <pc:sldChg chg="modSp">
        <pc:chgData name="MADNEETA SINGH" userId="ba487e41d220043c" providerId="LiveId" clId="{F25CC636-2D94-4FDB-A9D5-0F4F24401FEF}" dt="2024-01-08T02:51:53.149" v="3"/>
        <pc:sldMkLst>
          <pc:docMk/>
          <pc:sldMk cId="3919311891" sldId="318"/>
        </pc:sldMkLst>
        <pc:spChg chg="mod">
          <ac:chgData name="MADNEETA SINGH" userId="ba487e41d220043c" providerId="LiveId" clId="{F25CC636-2D94-4FDB-A9D5-0F4F24401FEF}" dt="2024-01-08T02:51:53.149" v="3"/>
          <ac:spMkLst>
            <pc:docMk/>
            <pc:sldMk cId="3919311891" sldId="318"/>
            <ac:spMk id="9" creationId="{00000000-0000-0000-0000-000000000000}"/>
          </ac:spMkLst>
        </pc:spChg>
      </pc:sldChg>
      <pc:sldChg chg="modSp">
        <pc:chgData name="MADNEETA SINGH" userId="ba487e41d220043c" providerId="LiveId" clId="{F25CC636-2D94-4FDB-A9D5-0F4F24401FEF}" dt="2024-01-08T02:51:53.149" v="3"/>
        <pc:sldMkLst>
          <pc:docMk/>
          <pc:sldMk cId="3919311891" sldId="319"/>
        </pc:sldMkLst>
        <pc:spChg chg="mod">
          <ac:chgData name="MADNEETA SINGH" userId="ba487e41d220043c" providerId="LiveId" clId="{F25CC636-2D94-4FDB-A9D5-0F4F24401FEF}" dt="2024-01-08T02:51:53.149" v="3"/>
          <ac:spMkLst>
            <pc:docMk/>
            <pc:sldMk cId="3919311891" sldId="319"/>
            <ac:spMk id="9" creationId="{00000000-0000-0000-0000-000000000000}"/>
          </ac:spMkLst>
        </pc:spChg>
      </pc:sldChg>
      <pc:sldChg chg="modSp">
        <pc:chgData name="MADNEETA SINGH" userId="ba487e41d220043c" providerId="LiveId" clId="{F25CC636-2D94-4FDB-A9D5-0F4F24401FEF}" dt="2024-01-08T02:51:53.149" v="3"/>
        <pc:sldMkLst>
          <pc:docMk/>
          <pc:sldMk cId="3919311891" sldId="320"/>
        </pc:sldMkLst>
        <pc:spChg chg="mod">
          <ac:chgData name="MADNEETA SINGH" userId="ba487e41d220043c" providerId="LiveId" clId="{F25CC636-2D94-4FDB-A9D5-0F4F24401FEF}" dt="2024-01-08T02:51:53.149" v="3"/>
          <ac:spMkLst>
            <pc:docMk/>
            <pc:sldMk cId="3919311891" sldId="320"/>
            <ac:spMk id="9" creationId="{00000000-0000-0000-0000-000000000000}"/>
          </ac:spMkLst>
        </pc:spChg>
      </pc:sldChg>
      <pc:sldChg chg="modSp">
        <pc:chgData name="MADNEETA SINGH" userId="ba487e41d220043c" providerId="LiveId" clId="{F25CC636-2D94-4FDB-A9D5-0F4F24401FEF}" dt="2024-01-08T02:51:53.149" v="3"/>
        <pc:sldMkLst>
          <pc:docMk/>
          <pc:sldMk cId="3919311891" sldId="322"/>
        </pc:sldMkLst>
        <pc:spChg chg="mod">
          <ac:chgData name="MADNEETA SINGH" userId="ba487e41d220043c" providerId="LiveId" clId="{F25CC636-2D94-4FDB-A9D5-0F4F24401FEF}" dt="2024-01-08T02:51:53.149" v="3"/>
          <ac:spMkLst>
            <pc:docMk/>
            <pc:sldMk cId="3919311891" sldId="322"/>
            <ac:spMk id="9" creationId="{00000000-0000-0000-0000-000000000000}"/>
          </ac:spMkLst>
        </pc:spChg>
      </pc:sldChg>
      <pc:sldChg chg="modSp">
        <pc:chgData name="MADNEETA SINGH" userId="ba487e41d220043c" providerId="LiveId" clId="{F25CC636-2D94-4FDB-A9D5-0F4F24401FEF}" dt="2024-01-08T02:51:53.149" v="3"/>
        <pc:sldMkLst>
          <pc:docMk/>
          <pc:sldMk cId="3919311891" sldId="323"/>
        </pc:sldMkLst>
        <pc:spChg chg="mod">
          <ac:chgData name="MADNEETA SINGH" userId="ba487e41d220043c" providerId="LiveId" clId="{F25CC636-2D94-4FDB-A9D5-0F4F24401FEF}" dt="2024-01-08T02:51:53.149" v="3"/>
          <ac:spMkLst>
            <pc:docMk/>
            <pc:sldMk cId="3919311891" sldId="323"/>
            <ac:spMk id="9" creationId="{00000000-0000-0000-0000-000000000000}"/>
          </ac:spMkLst>
        </pc:spChg>
      </pc:sldChg>
      <pc:sldChg chg="modSp">
        <pc:chgData name="MADNEETA SINGH" userId="ba487e41d220043c" providerId="LiveId" clId="{F25CC636-2D94-4FDB-A9D5-0F4F24401FEF}" dt="2024-01-08T02:51:53.149" v="3"/>
        <pc:sldMkLst>
          <pc:docMk/>
          <pc:sldMk cId="3919311891" sldId="325"/>
        </pc:sldMkLst>
        <pc:spChg chg="mod">
          <ac:chgData name="MADNEETA SINGH" userId="ba487e41d220043c" providerId="LiveId" clId="{F25CC636-2D94-4FDB-A9D5-0F4F24401FEF}" dt="2024-01-08T02:51:53.149" v="3"/>
          <ac:spMkLst>
            <pc:docMk/>
            <pc:sldMk cId="3919311891" sldId="325"/>
            <ac:spMk id="9" creationId="{00000000-0000-0000-0000-000000000000}"/>
          </ac:spMkLst>
        </pc:spChg>
      </pc:sldChg>
      <pc:sldChg chg="modSp">
        <pc:chgData name="MADNEETA SINGH" userId="ba487e41d220043c" providerId="LiveId" clId="{F25CC636-2D94-4FDB-A9D5-0F4F24401FEF}" dt="2024-01-08T02:51:53.149" v="3"/>
        <pc:sldMkLst>
          <pc:docMk/>
          <pc:sldMk cId="3919311891" sldId="326"/>
        </pc:sldMkLst>
        <pc:spChg chg="mod">
          <ac:chgData name="MADNEETA SINGH" userId="ba487e41d220043c" providerId="LiveId" clId="{F25CC636-2D94-4FDB-A9D5-0F4F24401FEF}" dt="2024-01-08T02:51:53.149" v="3"/>
          <ac:spMkLst>
            <pc:docMk/>
            <pc:sldMk cId="3919311891" sldId="326"/>
            <ac:spMk id="9" creationId="{00000000-0000-0000-0000-000000000000}"/>
          </ac:spMkLst>
        </pc:spChg>
      </pc:sldChg>
      <pc:sldChg chg="modSp">
        <pc:chgData name="MADNEETA SINGH" userId="ba487e41d220043c" providerId="LiveId" clId="{F25CC636-2D94-4FDB-A9D5-0F4F24401FEF}" dt="2024-01-08T02:51:53.149" v="3"/>
        <pc:sldMkLst>
          <pc:docMk/>
          <pc:sldMk cId="3919311891" sldId="327"/>
        </pc:sldMkLst>
        <pc:spChg chg="mod">
          <ac:chgData name="MADNEETA SINGH" userId="ba487e41d220043c" providerId="LiveId" clId="{F25CC636-2D94-4FDB-A9D5-0F4F24401FEF}" dt="2024-01-08T02:51:53.149" v="3"/>
          <ac:spMkLst>
            <pc:docMk/>
            <pc:sldMk cId="3919311891" sldId="327"/>
            <ac:spMk id="9" creationId="{00000000-0000-0000-0000-000000000000}"/>
          </ac:spMkLst>
        </pc:spChg>
      </pc:sldChg>
      <pc:sldChg chg="modSp">
        <pc:chgData name="MADNEETA SINGH" userId="ba487e41d220043c" providerId="LiveId" clId="{F25CC636-2D94-4FDB-A9D5-0F4F24401FEF}" dt="2024-01-08T02:51:53.149" v="3"/>
        <pc:sldMkLst>
          <pc:docMk/>
          <pc:sldMk cId="3919311891" sldId="328"/>
        </pc:sldMkLst>
        <pc:spChg chg="mod">
          <ac:chgData name="MADNEETA SINGH" userId="ba487e41d220043c" providerId="LiveId" clId="{F25CC636-2D94-4FDB-A9D5-0F4F24401FEF}" dt="2024-01-08T02:51:53.149" v="3"/>
          <ac:spMkLst>
            <pc:docMk/>
            <pc:sldMk cId="3919311891" sldId="328"/>
            <ac:spMk id="9" creationId="{00000000-0000-0000-0000-000000000000}"/>
          </ac:spMkLst>
        </pc:spChg>
      </pc:sldChg>
      <pc:sldChg chg="modSp">
        <pc:chgData name="MADNEETA SINGH" userId="ba487e41d220043c" providerId="LiveId" clId="{F25CC636-2D94-4FDB-A9D5-0F4F24401FEF}" dt="2024-01-08T02:51:53.149" v="3"/>
        <pc:sldMkLst>
          <pc:docMk/>
          <pc:sldMk cId="3919311891" sldId="329"/>
        </pc:sldMkLst>
        <pc:spChg chg="mod">
          <ac:chgData name="MADNEETA SINGH" userId="ba487e41d220043c" providerId="LiveId" clId="{F25CC636-2D94-4FDB-A9D5-0F4F24401FEF}" dt="2024-01-08T02:51:53.149" v="3"/>
          <ac:spMkLst>
            <pc:docMk/>
            <pc:sldMk cId="3919311891" sldId="329"/>
            <ac:spMk id="9" creationId="{00000000-0000-0000-0000-000000000000}"/>
          </ac:spMkLst>
        </pc:spChg>
      </pc:sldChg>
      <pc:sldChg chg="modSp">
        <pc:chgData name="MADNEETA SINGH" userId="ba487e41d220043c" providerId="LiveId" clId="{F25CC636-2D94-4FDB-A9D5-0F4F24401FEF}" dt="2024-01-08T02:51:53.149" v="3"/>
        <pc:sldMkLst>
          <pc:docMk/>
          <pc:sldMk cId="3919311891" sldId="331"/>
        </pc:sldMkLst>
        <pc:spChg chg="mod">
          <ac:chgData name="MADNEETA SINGH" userId="ba487e41d220043c" providerId="LiveId" clId="{F25CC636-2D94-4FDB-A9D5-0F4F24401FEF}" dt="2024-01-08T02:51:53.149" v="3"/>
          <ac:spMkLst>
            <pc:docMk/>
            <pc:sldMk cId="3919311891" sldId="331"/>
            <ac:spMk id="9" creationId="{00000000-0000-0000-0000-000000000000}"/>
          </ac:spMkLst>
        </pc:spChg>
      </pc:sldChg>
      <pc:sldChg chg="modSp">
        <pc:chgData name="MADNEETA SINGH" userId="ba487e41d220043c" providerId="LiveId" clId="{F25CC636-2D94-4FDB-A9D5-0F4F24401FEF}" dt="2024-01-08T02:51:53.149" v="3"/>
        <pc:sldMkLst>
          <pc:docMk/>
          <pc:sldMk cId="3919311891" sldId="332"/>
        </pc:sldMkLst>
        <pc:spChg chg="mod">
          <ac:chgData name="MADNEETA SINGH" userId="ba487e41d220043c" providerId="LiveId" clId="{F25CC636-2D94-4FDB-A9D5-0F4F24401FEF}" dt="2024-01-08T02:51:53.149" v="3"/>
          <ac:spMkLst>
            <pc:docMk/>
            <pc:sldMk cId="3919311891" sldId="332"/>
            <ac:spMk id="9" creationId="{00000000-0000-0000-0000-000000000000}"/>
          </ac:spMkLst>
        </pc:spChg>
      </pc:sldChg>
      <pc:sldChg chg="modSp">
        <pc:chgData name="MADNEETA SINGH" userId="ba487e41d220043c" providerId="LiveId" clId="{F25CC636-2D94-4FDB-A9D5-0F4F24401FEF}" dt="2024-01-08T02:51:53.149" v="3"/>
        <pc:sldMkLst>
          <pc:docMk/>
          <pc:sldMk cId="3919311891" sldId="333"/>
        </pc:sldMkLst>
        <pc:spChg chg="mod">
          <ac:chgData name="MADNEETA SINGH" userId="ba487e41d220043c" providerId="LiveId" clId="{F25CC636-2D94-4FDB-A9D5-0F4F24401FEF}" dt="2024-01-08T02:51:53.149" v="3"/>
          <ac:spMkLst>
            <pc:docMk/>
            <pc:sldMk cId="3919311891" sldId="333"/>
            <ac:spMk id="9" creationId="{00000000-0000-0000-0000-000000000000}"/>
          </ac:spMkLst>
        </pc:spChg>
      </pc:sldChg>
      <pc:sldChg chg="modSp">
        <pc:chgData name="MADNEETA SINGH" userId="ba487e41d220043c" providerId="LiveId" clId="{F25CC636-2D94-4FDB-A9D5-0F4F24401FEF}" dt="2024-01-08T02:51:53.149" v="3"/>
        <pc:sldMkLst>
          <pc:docMk/>
          <pc:sldMk cId="3919311891" sldId="334"/>
        </pc:sldMkLst>
        <pc:spChg chg="mod">
          <ac:chgData name="MADNEETA SINGH" userId="ba487e41d220043c" providerId="LiveId" clId="{F25CC636-2D94-4FDB-A9D5-0F4F24401FEF}" dt="2024-01-08T02:51:53.149" v="3"/>
          <ac:spMkLst>
            <pc:docMk/>
            <pc:sldMk cId="3919311891" sldId="334"/>
            <ac:spMk id="9" creationId="{00000000-0000-0000-0000-000000000000}"/>
          </ac:spMkLst>
        </pc:spChg>
      </pc:sldChg>
      <pc:sldChg chg="modSp">
        <pc:chgData name="MADNEETA SINGH" userId="ba487e41d220043c" providerId="LiveId" clId="{F25CC636-2D94-4FDB-A9D5-0F4F24401FEF}" dt="2024-01-08T02:51:53.149" v="3"/>
        <pc:sldMkLst>
          <pc:docMk/>
          <pc:sldMk cId="3919311891" sldId="335"/>
        </pc:sldMkLst>
        <pc:spChg chg="mod">
          <ac:chgData name="MADNEETA SINGH" userId="ba487e41d220043c" providerId="LiveId" clId="{F25CC636-2D94-4FDB-A9D5-0F4F24401FEF}" dt="2024-01-08T02:51:53.149" v="3"/>
          <ac:spMkLst>
            <pc:docMk/>
            <pc:sldMk cId="3919311891" sldId="335"/>
            <ac:spMk id="9" creationId="{00000000-0000-0000-0000-000000000000}"/>
          </ac:spMkLst>
        </pc:spChg>
      </pc:sldChg>
      <pc:sldChg chg="modSp">
        <pc:chgData name="MADNEETA SINGH" userId="ba487e41d220043c" providerId="LiveId" clId="{F25CC636-2D94-4FDB-A9D5-0F4F24401FEF}" dt="2024-01-08T02:51:53.149" v="3"/>
        <pc:sldMkLst>
          <pc:docMk/>
          <pc:sldMk cId="3919311891" sldId="337"/>
        </pc:sldMkLst>
        <pc:spChg chg="mod">
          <ac:chgData name="MADNEETA SINGH" userId="ba487e41d220043c" providerId="LiveId" clId="{F25CC636-2D94-4FDB-A9D5-0F4F24401FEF}" dt="2024-01-08T02:51:53.149" v="3"/>
          <ac:spMkLst>
            <pc:docMk/>
            <pc:sldMk cId="3919311891" sldId="337"/>
            <ac:spMk id="9" creationId="{00000000-0000-0000-0000-000000000000}"/>
          </ac:spMkLst>
        </pc:spChg>
      </pc:sldChg>
      <pc:sldChg chg="modSp">
        <pc:chgData name="MADNEETA SINGH" userId="ba487e41d220043c" providerId="LiveId" clId="{F25CC636-2D94-4FDB-A9D5-0F4F24401FEF}" dt="2024-01-08T02:51:53.149" v="3"/>
        <pc:sldMkLst>
          <pc:docMk/>
          <pc:sldMk cId="3919311891" sldId="338"/>
        </pc:sldMkLst>
        <pc:spChg chg="mod">
          <ac:chgData name="MADNEETA SINGH" userId="ba487e41d220043c" providerId="LiveId" clId="{F25CC636-2D94-4FDB-A9D5-0F4F24401FEF}" dt="2024-01-08T02:51:53.149" v="3"/>
          <ac:spMkLst>
            <pc:docMk/>
            <pc:sldMk cId="3919311891" sldId="338"/>
            <ac:spMk id="9" creationId="{00000000-0000-0000-0000-000000000000}"/>
          </ac:spMkLst>
        </pc:spChg>
      </pc:sldChg>
      <pc:sldChg chg="modSp">
        <pc:chgData name="MADNEETA SINGH" userId="ba487e41d220043c" providerId="LiveId" clId="{F25CC636-2D94-4FDB-A9D5-0F4F24401FEF}" dt="2024-01-08T02:51:53.149" v="3"/>
        <pc:sldMkLst>
          <pc:docMk/>
          <pc:sldMk cId="3919311891" sldId="339"/>
        </pc:sldMkLst>
        <pc:spChg chg="mod">
          <ac:chgData name="MADNEETA SINGH" userId="ba487e41d220043c" providerId="LiveId" clId="{F25CC636-2D94-4FDB-A9D5-0F4F24401FEF}" dt="2024-01-08T02:51:53.149" v="3"/>
          <ac:spMkLst>
            <pc:docMk/>
            <pc:sldMk cId="3919311891" sldId="339"/>
            <ac:spMk id="9" creationId="{00000000-0000-0000-0000-000000000000}"/>
          </ac:spMkLst>
        </pc:spChg>
      </pc:sldChg>
      <pc:sldChg chg="modSp">
        <pc:chgData name="MADNEETA SINGH" userId="ba487e41d220043c" providerId="LiveId" clId="{F25CC636-2D94-4FDB-A9D5-0F4F24401FEF}" dt="2024-01-08T02:51:53.149" v="3"/>
        <pc:sldMkLst>
          <pc:docMk/>
          <pc:sldMk cId="3919311891" sldId="340"/>
        </pc:sldMkLst>
        <pc:spChg chg="mod">
          <ac:chgData name="MADNEETA SINGH" userId="ba487e41d220043c" providerId="LiveId" clId="{F25CC636-2D94-4FDB-A9D5-0F4F24401FEF}" dt="2024-01-08T02:51:53.149" v="3"/>
          <ac:spMkLst>
            <pc:docMk/>
            <pc:sldMk cId="3919311891" sldId="340"/>
            <ac:spMk id="9" creationId="{00000000-0000-0000-0000-000000000000}"/>
          </ac:spMkLst>
        </pc:spChg>
      </pc:sldChg>
      <pc:sldChg chg="modSp">
        <pc:chgData name="MADNEETA SINGH" userId="ba487e41d220043c" providerId="LiveId" clId="{F25CC636-2D94-4FDB-A9D5-0F4F24401FEF}" dt="2024-01-08T02:51:53.149" v="3"/>
        <pc:sldMkLst>
          <pc:docMk/>
          <pc:sldMk cId="3919311891" sldId="341"/>
        </pc:sldMkLst>
        <pc:spChg chg="mod">
          <ac:chgData name="MADNEETA SINGH" userId="ba487e41d220043c" providerId="LiveId" clId="{F25CC636-2D94-4FDB-A9D5-0F4F24401FEF}" dt="2024-01-08T02:51:53.149" v="3"/>
          <ac:spMkLst>
            <pc:docMk/>
            <pc:sldMk cId="3919311891" sldId="341"/>
            <ac:spMk id="9" creationId="{00000000-0000-0000-0000-000000000000}"/>
          </ac:spMkLst>
        </pc:spChg>
      </pc:sldChg>
      <pc:sldChg chg="modSp">
        <pc:chgData name="MADNEETA SINGH" userId="ba487e41d220043c" providerId="LiveId" clId="{F25CC636-2D94-4FDB-A9D5-0F4F24401FEF}" dt="2024-01-08T02:51:53.149" v="3"/>
        <pc:sldMkLst>
          <pc:docMk/>
          <pc:sldMk cId="3919311891" sldId="342"/>
        </pc:sldMkLst>
        <pc:spChg chg="mod">
          <ac:chgData name="MADNEETA SINGH" userId="ba487e41d220043c" providerId="LiveId" clId="{F25CC636-2D94-4FDB-A9D5-0F4F24401FEF}" dt="2024-01-08T02:51:53.149" v="3"/>
          <ac:spMkLst>
            <pc:docMk/>
            <pc:sldMk cId="3919311891" sldId="342"/>
            <ac:spMk id="9" creationId="{00000000-0000-0000-0000-000000000000}"/>
          </ac:spMkLst>
        </pc:spChg>
      </pc:sldChg>
      <pc:sldChg chg="modSp">
        <pc:chgData name="MADNEETA SINGH" userId="ba487e41d220043c" providerId="LiveId" clId="{F25CC636-2D94-4FDB-A9D5-0F4F24401FEF}" dt="2024-01-08T02:51:53.149" v="3"/>
        <pc:sldMkLst>
          <pc:docMk/>
          <pc:sldMk cId="3919311891" sldId="343"/>
        </pc:sldMkLst>
        <pc:spChg chg="mod">
          <ac:chgData name="MADNEETA SINGH" userId="ba487e41d220043c" providerId="LiveId" clId="{F25CC636-2D94-4FDB-A9D5-0F4F24401FEF}" dt="2024-01-08T02:51:53.149" v="3"/>
          <ac:spMkLst>
            <pc:docMk/>
            <pc:sldMk cId="3919311891" sldId="343"/>
            <ac:spMk id="9" creationId="{00000000-0000-0000-0000-000000000000}"/>
          </ac:spMkLst>
        </pc:spChg>
      </pc:sldChg>
      <pc:sldChg chg="modSp">
        <pc:chgData name="MADNEETA SINGH" userId="ba487e41d220043c" providerId="LiveId" clId="{F25CC636-2D94-4FDB-A9D5-0F4F24401FEF}" dt="2024-01-08T02:51:53.149" v="3"/>
        <pc:sldMkLst>
          <pc:docMk/>
          <pc:sldMk cId="3919311891" sldId="344"/>
        </pc:sldMkLst>
        <pc:spChg chg="mod">
          <ac:chgData name="MADNEETA SINGH" userId="ba487e41d220043c" providerId="LiveId" clId="{F25CC636-2D94-4FDB-A9D5-0F4F24401FEF}" dt="2024-01-08T02:51:53.149" v="3"/>
          <ac:spMkLst>
            <pc:docMk/>
            <pc:sldMk cId="3919311891" sldId="344"/>
            <ac:spMk id="9" creationId="{00000000-0000-0000-0000-000000000000}"/>
          </ac:spMkLst>
        </pc:spChg>
      </pc:sldChg>
      <pc:sldChg chg="modSp">
        <pc:chgData name="MADNEETA SINGH" userId="ba487e41d220043c" providerId="LiveId" clId="{F25CC636-2D94-4FDB-A9D5-0F4F24401FEF}" dt="2024-01-08T02:51:53.149" v="3"/>
        <pc:sldMkLst>
          <pc:docMk/>
          <pc:sldMk cId="3919311891" sldId="345"/>
        </pc:sldMkLst>
        <pc:spChg chg="mod">
          <ac:chgData name="MADNEETA SINGH" userId="ba487e41d220043c" providerId="LiveId" clId="{F25CC636-2D94-4FDB-A9D5-0F4F24401FEF}" dt="2024-01-08T02:51:53.149" v="3"/>
          <ac:spMkLst>
            <pc:docMk/>
            <pc:sldMk cId="3919311891" sldId="345"/>
            <ac:spMk id="9" creationId="{00000000-0000-0000-0000-000000000000}"/>
          </ac:spMkLst>
        </pc:spChg>
      </pc:sldChg>
      <pc:sldChg chg="modSp">
        <pc:chgData name="MADNEETA SINGH" userId="ba487e41d220043c" providerId="LiveId" clId="{F25CC636-2D94-4FDB-A9D5-0F4F24401FEF}" dt="2024-01-08T02:51:53.149" v="3"/>
        <pc:sldMkLst>
          <pc:docMk/>
          <pc:sldMk cId="3919311891" sldId="346"/>
        </pc:sldMkLst>
        <pc:spChg chg="mod">
          <ac:chgData name="MADNEETA SINGH" userId="ba487e41d220043c" providerId="LiveId" clId="{F25CC636-2D94-4FDB-A9D5-0F4F24401FEF}" dt="2024-01-08T02:51:53.149" v="3"/>
          <ac:spMkLst>
            <pc:docMk/>
            <pc:sldMk cId="3919311891" sldId="346"/>
            <ac:spMk id="9" creationId="{00000000-0000-0000-0000-000000000000}"/>
          </ac:spMkLst>
        </pc:spChg>
      </pc:sldChg>
      <pc:sldChg chg="modSp">
        <pc:chgData name="MADNEETA SINGH" userId="ba487e41d220043c" providerId="LiveId" clId="{F25CC636-2D94-4FDB-A9D5-0F4F24401FEF}" dt="2024-01-08T02:51:53.149" v="3"/>
        <pc:sldMkLst>
          <pc:docMk/>
          <pc:sldMk cId="3919311891" sldId="347"/>
        </pc:sldMkLst>
        <pc:spChg chg="mod">
          <ac:chgData name="MADNEETA SINGH" userId="ba487e41d220043c" providerId="LiveId" clId="{F25CC636-2D94-4FDB-A9D5-0F4F24401FEF}" dt="2024-01-08T02:51:53.149" v="3"/>
          <ac:spMkLst>
            <pc:docMk/>
            <pc:sldMk cId="3919311891" sldId="347"/>
            <ac:spMk id="9" creationId="{00000000-0000-0000-0000-000000000000}"/>
          </ac:spMkLst>
        </pc:spChg>
      </pc:sldChg>
      <pc:sldChg chg="modSp">
        <pc:chgData name="MADNEETA SINGH" userId="ba487e41d220043c" providerId="LiveId" clId="{F25CC636-2D94-4FDB-A9D5-0F4F24401FEF}" dt="2024-01-08T02:51:53.149" v="3"/>
        <pc:sldMkLst>
          <pc:docMk/>
          <pc:sldMk cId="3919311891" sldId="351"/>
        </pc:sldMkLst>
        <pc:spChg chg="mod">
          <ac:chgData name="MADNEETA SINGH" userId="ba487e41d220043c" providerId="LiveId" clId="{F25CC636-2D94-4FDB-A9D5-0F4F24401FEF}" dt="2024-01-08T02:51:53.149" v="3"/>
          <ac:spMkLst>
            <pc:docMk/>
            <pc:sldMk cId="3919311891" sldId="351"/>
            <ac:spMk id="9" creationId="{00000000-0000-0000-0000-000000000000}"/>
          </ac:spMkLst>
        </pc:spChg>
      </pc:sldChg>
      <pc:sldChg chg="modSp">
        <pc:chgData name="MADNEETA SINGH" userId="ba487e41d220043c" providerId="LiveId" clId="{F25CC636-2D94-4FDB-A9D5-0F4F24401FEF}" dt="2024-01-08T02:51:53.149" v="3"/>
        <pc:sldMkLst>
          <pc:docMk/>
          <pc:sldMk cId="3919311891" sldId="352"/>
        </pc:sldMkLst>
        <pc:spChg chg="mod">
          <ac:chgData name="MADNEETA SINGH" userId="ba487e41d220043c" providerId="LiveId" clId="{F25CC636-2D94-4FDB-A9D5-0F4F24401FEF}" dt="2024-01-08T02:51:53.149" v="3"/>
          <ac:spMkLst>
            <pc:docMk/>
            <pc:sldMk cId="3919311891" sldId="352"/>
            <ac:spMk id="9" creationId="{00000000-0000-0000-0000-000000000000}"/>
          </ac:spMkLst>
        </pc:spChg>
      </pc:sldChg>
      <pc:sldChg chg="modSp">
        <pc:chgData name="MADNEETA SINGH" userId="ba487e41d220043c" providerId="LiveId" clId="{F25CC636-2D94-4FDB-A9D5-0F4F24401FEF}" dt="2024-01-08T02:51:53.149" v="3"/>
        <pc:sldMkLst>
          <pc:docMk/>
          <pc:sldMk cId="3919311891" sldId="353"/>
        </pc:sldMkLst>
        <pc:spChg chg="mod">
          <ac:chgData name="MADNEETA SINGH" userId="ba487e41d220043c" providerId="LiveId" clId="{F25CC636-2D94-4FDB-A9D5-0F4F24401FEF}" dt="2024-01-08T02:51:53.149" v="3"/>
          <ac:spMkLst>
            <pc:docMk/>
            <pc:sldMk cId="3919311891" sldId="353"/>
            <ac:spMk id="9" creationId="{00000000-0000-0000-0000-000000000000}"/>
          </ac:spMkLst>
        </pc:spChg>
      </pc:sldChg>
      <pc:sldChg chg="modSp">
        <pc:chgData name="MADNEETA SINGH" userId="ba487e41d220043c" providerId="LiveId" clId="{F25CC636-2D94-4FDB-A9D5-0F4F24401FEF}" dt="2024-01-08T02:51:53.149" v="3"/>
        <pc:sldMkLst>
          <pc:docMk/>
          <pc:sldMk cId="3919311891" sldId="354"/>
        </pc:sldMkLst>
        <pc:spChg chg="mod">
          <ac:chgData name="MADNEETA SINGH" userId="ba487e41d220043c" providerId="LiveId" clId="{F25CC636-2D94-4FDB-A9D5-0F4F24401FEF}" dt="2024-01-08T02:51:53.149" v="3"/>
          <ac:spMkLst>
            <pc:docMk/>
            <pc:sldMk cId="3919311891" sldId="354"/>
            <ac:spMk id="9" creationId="{00000000-0000-0000-0000-000000000000}"/>
          </ac:spMkLst>
        </pc:spChg>
      </pc:sldChg>
      <pc:sldChg chg="modSp">
        <pc:chgData name="MADNEETA SINGH" userId="ba487e41d220043c" providerId="LiveId" clId="{F25CC636-2D94-4FDB-A9D5-0F4F24401FEF}" dt="2024-01-08T02:51:53.149" v="3"/>
        <pc:sldMkLst>
          <pc:docMk/>
          <pc:sldMk cId="3919311891" sldId="355"/>
        </pc:sldMkLst>
        <pc:spChg chg="mod">
          <ac:chgData name="MADNEETA SINGH" userId="ba487e41d220043c" providerId="LiveId" clId="{F25CC636-2D94-4FDB-A9D5-0F4F24401FEF}" dt="2024-01-08T02:51:53.149" v="3"/>
          <ac:spMkLst>
            <pc:docMk/>
            <pc:sldMk cId="3919311891" sldId="355"/>
            <ac:spMk id="9" creationId="{00000000-0000-0000-0000-000000000000}"/>
          </ac:spMkLst>
        </pc:spChg>
      </pc:sldChg>
      <pc:sldChg chg="modSp">
        <pc:chgData name="MADNEETA SINGH" userId="ba487e41d220043c" providerId="LiveId" clId="{F25CC636-2D94-4FDB-A9D5-0F4F24401FEF}" dt="2024-01-08T02:51:53.149" v="3"/>
        <pc:sldMkLst>
          <pc:docMk/>
          <pc:sldMk cId="3919311891" sldId="356"/>
        </pc:sldMkLst>
        <pc:spChg chg="mod">
          <ac:chgData name="MADNEETA SINGH" userId="ba487e41d220043c" providerId="LiveId" clId="{F25CC636-2D94-4FDB-A9D5-0F4F24401FEF}" dt="2024-01-08T02:51:53.149" v="3"/>
          <ac:spMkLst>
            <pc:docMk/>
            <pc:sldMk cId="3919311891" sldId="356"/>
            <ac:spMk id="9" creationId="{00000000-0000-0000-0000-000000000000}"/>
          </ac:spMkLst>
        </pc:spChg>
      </pc:sldChg>
      <pc:sldChg chg="modSp">
        <pc:chgData name="MADNEETA SINGH" userId="ba487e41d220043c" providerId="LiveId" clId="{F25CC636-2D94-4FDB-A9D5-0F4F24401FEF}" dt="2024-01-08T02:51:53.149" v="3"/>
        <pc:sldMkLst>
          <pc:docMk/>
          <pc:sldMk cId="3919311891" sldId="357"/>
        </pc:sldMkLst>
        <pc:spChg chg="mod">
          <ac:chgData name="MADNEETA SINGH" userId="ba487e41d220043c" providerId="LiveId" clId="{F25CC636-2D94-4FDB-A9D5-0F4F24401FEF}" dt="2024-01-08T02:51:53.149" v="3"/>
          <ac:spMkLst>
            <pc:docMk/>
            <pc:sldMk cId="3919311891" sldId="357"/>
            <ac:spMk id="9" creationId="{00000000-0000-0000-0000-000000000000}"/>
          </ac:spMkLst>
        </pc:spChg>
      </pc:sldChg>
      <pc:sldChg chg="modSp">
        <pc:chgData name="MADNEETA SINGH" userId="ba487e41d220043c" providerId="LiveId" clId="{F25CC636-2D94-4FDB-A9D5-0F4F24401FEF}" dt="2024-01-08T02:51:53.149" v="3"/>
        <pc:sldMkLst>
          <pc:docMk/>
          <pc:sldMk cId="3919311891" sldId="358"/>
        </pc:sldMkLst>
        <pc:spChg chg="mod">
          <ac:chgData name="MADNEETA SINGH" userId="ba487e41d220043c" providerId="LiveId" clId="{F25CC636-2D94-4FDB-A9D5-0F4F24401FEF}" dt="2024-01-08T02:51:53.149" v="3"/>
          <ac:spMkLst>
            <pc:docMk/>
            <pc:sldMk cId="3919311891" sldId="358"/>
            <ac:spMk id="9" creationId="{00000000-0000-0000-0000-000000000000}"/>
          </ac:spMkLst>
        </pc:spChg>
      </pc:sldChg>
      <pc:sldChg chg="modSp">
        <pc:chgData name="MADNEETA SINGH" userId="ba487e41d220043c" providerId="LiveId" clId="{F25CC636-2D94-4FDB-A9D5-0F4F24401FEF}" dt="2024-01-08T02:51:53.149" v="3"/>
        <pc:sldMkLst>
          <pc:docMk/>
          <pc:sldMk cId="3919311891" sldId="359"/>
        </pc:sldMkLst>
        <pc:spChg chg="mod">
          <ac:chgData name="MADNEETA SINGH" userId="ba487e41d220043c" providerId="LiveId" clId="{F25CC636-2D94-4FDB-A9D5-0F4F24401FEF}" dt="2024-01-08T02:51:53.149" v="3"/>
          <ac:spMkLst>
            <pc:docMk/>
            <pc:sldMk cId="3919311891" sldId="359"/>
            <ac:spMk id="9" creationId="{00000000-0000-0000-0000-000000000000}"/>
          </ac:spMkLst>
        </pc:spChg>
      </pc:sldChg>
      <pc:sldChg chg="modSp">
        <pc:chgData name="MADNEETA SINGH" userId="ba487e41d220043c" providerId="LiveId" clId="{F25CC636-2D94-4FDB-A9D5-0F4F24401FEF}" dt="2024-01-08T02:51:53.149" v="3"/>
        <pc:sldMkLst>
          <pc:docMk/>
          <pc:sldMk cId="3919311891" sldId="360"/>
        </pc:sldMkLst>
        <pc:spChg chg="mod">
          <ac:chgData name="MADNEETA SINGH" userId="ba487e41d220043c" providerId="LiveId" clId="{F25CC636-2D94-4FDB-A9D5-0F4F24401FEF}" dt="2024-01-08T02:51:53.149" v="3"/>
          <ac:spMkLst>
            <pc:docMk/>
            <pc:sldMk cId="3919311891" sldId="360"/>
            <ac:spMk id="9" creationId="{00000000-0000-0000-0000-000000000000}"/>
          </ac:spMkLst>
        </pc:spChg>
      </pc:sldChg>
      <pc:sldChg chg="modSp">
        <pc:chgData name="MADNEETA SINGH" userId="ba487e41d220043c" providerId="LiveId" clId="{F25CC636-2D94-4FDB-A9D5-0F4F24401FEF}" dt="2024-01-08T02:51:53.149" v="3"/>
        <pc:sldMkLst>
          <pc:docMk/>
          <pc:sldMk cId="3919311891" sldId="361"/>
        </pc:sldMkLst>
        <pc:spChg chg="mod">
          <ac:chgData name="MADNEETA SINGH" userId="ba487e41d220043c" providerId="LiveId" clId="{F25CC636-2D94-4FDB-A9D5-0F4F24401FEF}" dt="2024-01-08T02:51:53.149" v="3"/>
          <ac:spMkLst>
            <pc:docMk/>
            <pc:sldMk cId="3919311891" sldId="361"/>
            <ac:spMk id="9" creationId="{00000000-0000-0000-0000-000000000000}"/>
          </ac:spMkLst>
        </pc:spChg>
      </pc:sldChg>
      <pc:sldChg chg="modSp">
        <pc:chgData name="MADNEETA SINGH" userId="ba487e41d220043c" providerId="LiveId" clId="{F25CC636-2D94-4FDB-A9D5-0F4F24401FEF}" dt="2024-01-08T02:51:53.149" v="3"/>
        <pc:sldMkLst>
          <pc:docMk/>
          <pc:sldMk cId="3919311891" sldId="363"/>
        </pc:sldMkLst>
        <pc:spChg chg="mod">
          <ac:chgData name="MADNEETA SINGH" userId="ba487e41d220043c" providerId="LiveId" clId="{F25CC636-2D94-4FDB-A9D5-0F4F24401FEF}" dt="2024-01-08T02:51:53.149" v="3"/>
          <ac:spMkLst>
            <pc:docMk/>
            <pc:sldMk cId="3919311891" sldId="363"/>
            <ac:spMk id="9" creationId="{00000000-0000-0000-0000-000000000000}"/>
          </ac:spMkLst>
        </pc:spChg>
      </pc:sldChg>
      <pc:sldChg chg="modSp">
        <pc:chgData name="MADNEETA SINGH" userId="ba487e41d220043c" providerId="LiveId" clId="{F25CC636-2D94-4FDB-A9D5-0F4F24401FEF}" dt="2024-01-08T02:51:53.149" v="3"/>
        <pc:sldMkLst>
          <pc:docMk/>
          <pc:sldMk cId="3919311891" sldId="364"/>
        </pc:sldMkLst>
        <pc:spChg chg="mod">
          <ac:chgData name="MADNEETA SINGH" userId="ba487e41d220043c" providerId="LiveId" clId="{F25CC636-2D94-4FDB-A9D5-0F4F24401FEF}" dt="2024-01-08T02:51:53.149" v="3"/>
          <ac:spMkLst>
            <pc:docMk/>
            <pc:sldMk cId="3919311891" sldId="364"/>
            <ac:spMk id="9" creationId="{00000000-0000-0000-0000-000000000000}"/>
          </ac:spMkLst>
        </pc:spChg>
      </pc:sldChg>
      <pc:sldChg chg="modSp">
        <pc:chgData name="MADNEETA SINGH" userId="ba487e41d220043c" providerId="LiveId" clId="{F25CC636-2D94-4FDB-A9D5-0F4F24401FEF}" dt="2024-01-08T02:51:53.149" v="3"/>
        <pc:sldMkLst>
          <pc:docMk/>
          <pc:sldMk cId="3919311891" sldId="365"/>
        </pc:sldMkLst>
        <pc:spChg chg="mod">
          <ac:chgData name="MADNEETA SINGH" userId="ba487e41d220043c" providerId="LiveId" clId="{F25CC636-2D94-4FDB-A9D5-0F4F24401FEF}" dt="2024-01-08T02:51:53.149" v="3"/>
          <ac:spMkLst>
            <pc:docMk/>
            <pc:sldMk cId="3919311891" sldId="365"/>
            <ac:spMk id="9" creationId="{00000000-0000-0000-0000-000000000000}"/>
          </ac:spMkLst>
        </pc:spChg>
      </pc:sldChg>
      <pc:sldChg chg="modSp">
        <pc:chgData name="MADNEETA SINGH" userId="ba487e41d220043c" providerId="LiveId" clId="{F25CC636-2D94-4FDB-A9D5-0F4F24401FEF}" dt="2024-01-08T02:51:53.149" v="3"/>
        <pc:sldMkLst>
          <pc:docMk/>
          <pc:sldMk cId="0" sldId="367"/>
        </pc:sldMkLst>
        <pc:spChg chg="mod">
          <ac:chgData name="MADNEETA SINGH" userId="ba487e41d220043c" providerId="LiveId" clId="{F25CC636-2D94-4FDB-A9D5-0F4F24401FEF}" dt="2024-01-08T02:51:53.149" v="3"/>
          <ac:spMkLst>
            <pc:docMk/>
            <pc:sldMk cId="0" sldId="367"/>
            <ac:spMk id="5" creationId="{00000000-0000-0000-0000-000000000000}"/>
          </ac:spMkLst>
        </pc:spChg>
        <pc:graphicFrameChg chg="mod">
          <ac:chgData name="MADNEETA SINGH" userId="ba487e41d220043c" providerId="LiveId" clId="{F25CC636-2D94-4FDB-A9D5-0F4F24401FEF}" dt="2024-01-08T02:51:41.169" v="2"/>
          <ac:graphicFrameMkLst>
            <pc:docMk/>
            <pc:sldMk cId="0" sldId="367"/>
            <ac:graphicFrameMk id="9" creationId="{00000000-0000-0000-0000-000000000000}"/>
          </ac:graphicFrameMkLst>
        </pc:graphicFrameChg>
      </pc:sldChg>
      <pc:sldChg chg="modSp">
        <pc:chgData name="MADNEETA SINGH" userId="ba487e41d220043c" providerId="LiveId" clId="{F25CC636-2D94-4FDB-A9D5-0F4F24401FEF}" dt="2024-01-08T02:51:53.149" v="3"/>
        <pc:sldMkLst>
          <pc:docMk/>
          <pc:sldMk cId="0" sldId="368"/>
        </pc:sldMkLst>
        <pc:spChg chg="mod">
          <ac:chgData name="MADNEETA SINGH" userId="ba487e41d220043c" providerId="LiveId" clId="{F25CC636-2D94-4FDB-A9D5-0F4F24401FEF}" dt="2024-01-08T02:51:53.149" v="3"/>
          <ac:spMkLst>
            <pc:docMk/>
            <pc:sldMk cId="0" sldId="368"/>
            <ac:spMk id="13" creationId="{00000000-0000-0000-0000-000000000000}"/>
          </ac:spMkLst>
        </pc:spChg>
      </pc:sldChg>
      <pc:sldChg chg="modSp">
        <pc:chgData name="MADNEETA SINGH" userId="ba487e41d220043c" providerId="LiveId" clId="{F25CC636-2D94-4FDB-A9D5-0F4F24401FEF}" dt="2024-01-08T02:51:53.149" v="3"/>
        <pc:sldMkLst>
          <pc:docMk/>
          <pc:sldMk cId="3919311891" sldId="371"/>
        </pc:sldMkLst>
        <pc:spChg chg="mod">
          <ac:chgData name="MADNEETA SINGH" userId="ba487e41d220043c" providerId="LiveId" clId="{F25CC636-2D94-4FDB-A9D5-0F4F24401FEF}" dt="2024-01-08T02:51:53.149" v="3"/>
          <ac:spMkLst>
            <pc:docMk/>
            <pc:sldMk cId="3919311891" sldId="371"/>
            <ac:spMk id="9" creationId="{00000000-0000-0000-0000-000000000000}"/>
          </ac:spMkLst>
        </pc:spChg>
        <pc:graphicFrameChg chg="mod">
          <ac:chgData name="MADNEETA SINGH" userId="ba487e41d220043c" providerId="LiveId" clId="{F25CC636-2D94-4FDB-A9D5-0F4F24401FEF}" dt="2024-01-08T02:51:41.169" v="2"/>
          <ac:graphicFrameMkLst>
            <pc:docMk/>
            <pc:sldMk cId="3919311891" sldId="371"/>
            <ac:graphicFrameMk id="11" creationId="{00000000-0000-0000-0000-000000000000}"/>
          </ac:graphicFrameMkLst>
        </pc:graphicFrameChg>
      </pc:sldChg>
      <pc:sldChg chg="modSp">
        <pc:chgData name="MADNEETA SINGH" userId="ba487e41d220043c" providerId="LiveId" clId="{F25CC636-2D94-4FDB-A9D5-0F4F24401FEF}" dt="2024-01-08T02:51:53.149" v="3"/>
        <pc:sldMkLst>
          <pc:docMk/>
          <pc:sldMk cId="3919311891" sldId="374"/>
        </pc:sldMkLst>
        <pc:spChg chg="mod">
          <ac:chgData name="MADNEETA SINGH" userId="ba487e41d220043c" providerId="LiveId" clId="{F25CC636-2D94-4FDB-A9D5-0F4F24401FEF}" dt="2024-01-08T02:51:53.149" v="3"/>
          <ac:spMkLst>
            <pc:docMk/>
            <pc:sldMk cId="3919311891" sldId="374"/>
            <ac:spMk id="9" creationId="{00000000-0000-0000-0000-000000000000}"/>
          </ac:spMkLst>
        </pc:spChg>
      </pc:sldChg>
      <pc:sldChg chg="modSp">
        <pc:chgData name="MADNEETA SINGH" userId="ba487e41d220043c" providerId="LiveId" clId="{F25CC636-2D94-4FDB-A9D5-0F4F24401FEF}" dt="2024-01-08T02:51:53.149" v="3"/>
        <pc:sldMkLst>
          <pc:docMk/>
          <pc:sldMk cId="3919311891" sldId="375"/>
        </pc:sldMkLst>
        <pc:spChg chg="mod">
          <ac:chgData name="MADNEETA SINGH" userId="ba487e41d220043c" providerId="LiveId" clId="{F25CC636-2D94-4FDB-A9D5-0F4F24401FEF}" dt="2024-01-08T02:51:53.149" v="3"/>
          <ac:spMkLst>
            <pc:docMk/>
            <pc:sldMk cId="3919311891" sldId="375"/>
            <ac:spMk id="9" creationId="{00000000-0000-0000-0000-000000000000}"/>
          </ac:spMkLst>
        </pc:spChg>
        <pc:graphicFrameChg chg="mod">
          <ac:chgData name="MADNEETA SINGH" userId="ba487e41d220043c" providerId="LiveId" clId="{F25CC636-2D94-4FDB-A9D5-0F4F24401FEF}" dt="2024-01-08T02:51:41.169" v="2"/>
          <ac:graphicFrameMkLst>
            <pc:docMk/>
            <pc:sldMk cId="3919311891" sldId="375"/>
            <ac:graphicFrameMk id="13" creationId="{00000000-0000-0000-0000-000000000000}"/>
          </ac:graphicFrameMkLst>
        </pc:graphicFrameChg>
      </pc:sldChg>
      <pc:sldChg chg="modSp">
        <pc:chgData name="MADNEETA SINGH" userId="ba487e41d220043c" providerId="LiveId" clId="{F25CC636-2D94-4FDB-A9D5-0F4F24401FEF}" dt="2024-01-08T02:51:53.149" v="3"/>
        <pc:sldMkLst>
          <pc:docMk/>
          <pc:sldMk cId="3919311891" sldId="377"/>
        </pc:sldMkLst>
        <pc:spChg chg="mod">
          <ac:chgData name="MADNEETA SINGH" userId="ba487e41d220043c" providerId="LiveId" clId="{F25CC636-2D94-4FDB-A9D5-0F4F24401FEF}" dt="2024-01-08T02:51:53.149" v="3"/>
          <ac:spMkLst>
            <pc:docMk/>
            <pc:sldMk cId="3919311891" sldId="377"/>
            <ac:spMk id="9" creationId="{00000000-0000-0000-0000-000000000000}"/>
          </ac:spMkLst>
        </pc:spChg>
      </pc:sldChg>
      <pc:sldChg chg="modSp">
        <pc:chgData name="MADNEETA SINGH" userId="ba487e41d220043c" providerId="LiveId" clId="{F25CC636-2D94-4FDB-A9D5-0F4F24401FEF}" dt="2024-01-08T02:51:53.149" v="3"/>
        <pc:sldMkLst>
          <pc:docMk/>
          <pc:sldMk cId="3919311891" sldId="378"/>
        </pc:sldMkLst>
        <pc:spChg chg="mod">
          <ac:chgData name="MADNEETA SINGH" userId="ba487e41d220043c" providerId="LiveId" clId="{F25CC636-2D94-4FDB-A9D5-0F4F24401FEF}" dt="2024-01-08T02:51:53.149" v="3"/>
          <ac:spMkLst>
            <pc:docMk/>
            <pc:sldMk cId="3919311891" sldId="378"/>
            <ac:spMk id="9" creationId="{00000000-0000-0000-0000-000000000000}"/>
          </ac:spMkLst>
        </pc:spChg>
        <pc:graphicFrameChg chg="mod">
          <ac:chgData name="MADNEETA SINGH" userId="ba487e41d220043c" providerId="LiveId" clId="{F25CC636-2D94-4FDB-A9D5-0F4F24401FEF}" dt="2024-01-08T02:51:41.169" v="2"/>
          <ac:graphicFrameMkLst>
            <pc:docMk/>
            <pc:sldMk cId="3919311891" sldId="378"/>
            <ac:graphicFrameMk id="11" creationId="{00000000-0000-0000-0000-000000000000}"/>
          </ac:graphicFrameMkLst>
        </pc:graphicFrameChg>
      </pc:sldChg>
      <pc:sldChg chg="modSp">
        <pc:chgData name="MADNEETA SINGH" userId="ba487e41d220043c" providerId="LiveId" clId="{F25CC636-2D94-4FDB-A9D5-0F4F24401FEF}" dt="2024-01-08T02:51:53.149" v="3"/>
        <pc:sldMkLst>
          <pc:docMk/>
          <pc:sldMk cId="3919311891" sldId="380"/>
        </pc:sldMkLst>
        <pc:spChg chg="mod">
          <ac:chgData name="MADNEETA SINGH" userId="ba487e41d220043c" providerId="LiveId" clId="{F25CC636-2D94-4FDB-A9D5-0F4F24401FEF}" dt="2024-01-08T02:51:53.149" v="3"/>
          <ac:spMkLst>
            <pc:docMk/>
            <pc:sldMk cId="3919311891" sldId="380"/>
            <ac:spMk id="9" creationId="{00000000-0000-0000-0000-000000000000}"/>
          </ac:spMkLst>
        </pc:spChg>
      </pc:sldChg>
      <pc:sldChg chg="modSp">
        <pc:chgData name="MADNEETA SINGH" userId="ba487e41d220043c" providerId="LiveId" clId="{F25CC636-2D94-4FDB-A9D5-0F4F24401FEF}" dt="2024-01-08T02:51:53.149" v="3"/>
        <pc:sldMkLst>
          <pc:docMk/>
          <pc:sldMk cId="3919311891" sldId="381"/>
        </pc:sldMkLst>
        <pc:spChg chg="mod">
          <ac:chgData name="MADNEETA SINGH" userId="ba487e41d220043c" providerId="LiveId" clId="{F25CC636-2D94-4FDB-A9D5-0F4F24401FEF}" dt="2024-01-08T02:51:53.149" v="3"/>
          <ac:spMkLst>
            <pc:docMk/>
            <pc:sldMk cId="3919311891" sldId="381"/>
            <ac:spMk id="9" creationId="{00000000-0000-0000-0000-000000000000}"/>
          </ac:spMkLst>
        </pc:spChg>
        <pc:graphicFrameChg chg="mod">
          <ac:chgData name="MADNEETA SINGH" userId="ba487e41d220043c" providerId="LiveId" clId="{F25CC636-2D94-4FDB-A9D5-0F4F24401FEF}" dt="2024-01-08T02:51:41.169" v="2"/>
          <ac:graphicFrameMkLst>
            <pc:docMk/>
            <pc:sldMk cId="3919311891" sldId="381"/>
            <ac:graphicFrameMk id="11" creationId="{00000000-0000-0000-0000-000000000000}"/>
          </ac:graphicFrameMkLst>
        </pc:graphicFrameChg>
      </pc:sldChg>
      <pc:sldChg chg="modSp">
        <pc:chgData name="MADNEETA SINGH" userId="ba487e41d220043c" providerId="LiveId" clId="{F25CC636-2D94-4FDB-A9D5-0F4F24401FEF}" dt="2024-01-08T02:51:53.149" v="3"/>
        <pc:sldMkLst>
          <pc:docMk/>
          <pc:sldMk cId="3919311891" sldId="383"/>
        </pc:sldMkLst>
        <pc:spChg chg="mod">
          <ac:chgData name="MADNEETA SINGH" userId="ba487e41d220043c" providerId="LiveId" clId="{F25CC636-2D94-4FDB-A9D5-0F4F24401FEF}" dt="2024-01-08T02:51:53.149" v="3"/>
          <ac:spMkLst>
            <pc:docMk/>
            <pc:sldMk cId="3919311891" sldId="383"/>
            <ac:spMk id="9" creationId="{00000000-0000-0000-0000-000000000000}"/>
          </ac:spMkLst>
        </pc:spChg>
      </pc:sldChg>
      <pc:sldChg chg="modSp">
        <pc:chgData name="MADNEETA SINGH" userId="ba487e41d220043c" providerId="LiveId" clId="{F25CC636-2D94-4FDB-A9D5-0F4F24401FEF}" dt="2024-01-08T02:51:53.149" v="3"/>
        <pc:sldMkLst>
          <pc:docMk/>
          <pc:sldMk cId="3919311891" sldId="384"/>
        </pc:sldMkLst>
        <pc:spChg chg="mod">
          <ac:chgData name="MADNEETA SINGH" userId="ba487e41d220043c" providerId="LiveId" clId="{F25CC636-2D94-4FDB-A9D5-0F4F24401FEF}" dt="2024-01-08T02:51:53.149" v="3"/>
          <ac:spMkLst>
            <pc:docMk/>
            <pc:sldMk cId="3919311891" sldId="384"/>
            <ac:spMk id="9" creationId="{00000000-0000-0000-0000-000000000000}"/>
          </ac:spMkLst>
        </pc:spChg>
        <pc:graphicFrameChg chg="mod">
          <ac:chgData name="MADNEETA SINGH" userId="ba487e41d220043c" providerId="LiveId" clId="{F25CC636-2D94-4FDB-A9D5-0F4F24401FEF}" dt="2024-01-08T02:51:41.169" v="2"/>
          <ac:graphicFrameMkLst>
            <pc:docMk/>
            <pc:sldMk cId="3919311891" sldId="384"/>
            <ac:graphicFrameMk id="11" creationId="{00000000-0000-0000-0000-000000000000}"/>
          </ac:graphicFrameMkLst>
        </pc:graphicFrameChg>
      </pc:sldChg>
      <pc:sldChg chg="modSp">
        <pc:chgData name="MADNEETA SINGH" userId="ba487e41d220043c" providerId="LiveId" clId="{F25CC636-2D94-4FDB-A9D5-0F4F24401FEF}" dt="2024-01-08T02:51:53.149" v="3"/>
        <pc:sldMkLst>
          <pc:docMk/>
          <pc:sldMk cId="3919311891" sldId="386"/>
        </pc:sldMkLst>
        <pc:spChg chg="mod">
          <ac:chgData name="MADNEETA SINGH" userId="ba487e41d220043c" providerId="LiveId" clId="{F25CC636-2D94-4FDB-A9D5-0F4F24401FEF}" dt="2024-01-08T02:51:53.149" v="3"/>
          <ac:spMkLst>
            <pc:docMk/>
            <pc:sldMk cId="3919311891" sldId="386"/>
            <ac:spMk id="9" creationId="{00000000-0000-0000-0000-000000000000}"/>
          </ac:spMkLst>
        </pc:spChg>
      </pc:sldChg>
      <pc:sldChg chg="modSp">
        <pc:chgData name="MADNEETA SINGH" userId="ba487e41d220043c" providerId="LiveId" clId="{F25CC636-2D94-4FDB-A9D5-0F4F24401FEF}" dt="2024-01-08T02:51:53.149" v="3"/>
        <pc:sldMkLst>
          <pc:docMk/>
          <pc:sldMk cId="3919311891" sldId="387"/>
        </pc:sldMkLst>
        <pc:spChg chg="mod">
          <ac:chgData name="MADNEETA SINGH" userId="ba487e41d220043c" providerId="LiveId" clId="{F25CC636-2D94-4FDB-A9D5-0F4F24401FEF}" dt="2024-01-08T02:51:53.149" v="3"/>
          <ac:spMkLst>
            <pc:docMk/>
            <pc:sldMk cId="3919311891" sldId="387"/>
            <ac:spMk id="9" creationId="{00000000-0000-0000-0000-000000000000}"/>
          </ac:spMkLst>
        </pc:spChg>
        <pc:graphicFrameChg chg="mod">
          <ac:chgData name="MADNEETA SINGH" userId="ba487e41d220043c" providerId="LiveId" clId="{F25CC636-2D94-4FDB-A9D5-0F4F24401FEF}" dt="2024-01-08T02:51:41.169" v="2"/>
          <ac:graphicFrameMkLst>
            <pc:docMk/>
            <pc:sldMk cId="3919311891" sldId="387"/>
            <ac:graphicFrameMk id="11" creationId="{00000000-0000-0000-0000-000000000000}"/>
          </ac:graphicFrameMkLst>
        </pc:graphicFrameChg>
      </pc:sldChg>
      <pc:sldChg chg="modSp">
        <pc:chgData name="MADNEETA SINGH" userId="ba487e41d220043c" providerId="LiveId" clId="{F25CC636-2D94-4FDB-A9D5-0F4F24401FEF}" dt="2024-01-08T02:51:53.149" v="3"/>
        <pc:sldMkLst>
          <pc:docMk/>
          <pc:sldMk cId="0" sldId="388"/>
        </pc:sldMkLst>
        <pc:spChg chg="mod">
          <ac:chgData name="MADNEETA SINGH" userId="ba487e41d220043c" providerId="LiveId" clId="{F25CC636-2D94-4FDB-A9D5-0F4F24401FEF}" dt="2024-01-08T02:51:53.149" v="3"/>
          <ac:spMkLst>
            <pc:docMk/>
            <pc:sldMk cId="0" sldId="388"/>
            <ac:spMk id="15" creationId="{00000000-0000-0000-0000-000000000000}"/>
          </ac:spMkLst>
        </pc:spChg>
      </pc:sldChg>
      <pc:sldChg chg="modSp">
        <pc:chgData name="MADNEETA SINGH" userId="ba487e41d220043c" providerId="LiveId" clId="{F25CC636-2D94-4FDB-A9D5-0F4F24401FEF}" dt="2024-01-08T02:51:53.149" v="3"/>
        <pc:sldMkLst>
          <pc:docMk/>
          <pc:sldMk cId="3919311891" sldId="389"/>
        </pc:sldMkLst>
        <pc:spChg chg="mod">
          <ac:chgData name="MADNEETA SINGH" userId="ba487e41d220043c" providerId="LiveId" clId="{F25CC636-2D94-4FDB-A9D5-0F4F24401FEF}" dt="2024-01-08T02:51:53.149" v="3"/>
          <ac:spMkLst>
            <pc:docMk/>
            <pc:sldMk cId="3919311891" sldId="389"/>
            <ac:spMk id="9" creationId="{00000000-0000-0000-0000-000000000000}"/>
          </ac:spMkLst>
        </pc:spChg>
      </pc:sldChg>
      <pc:sldChg chg="modSp">
        <pc:chgData name="MADNEETA SINGH" userId="ba487e41d220043c" providerId="LiveId" clId="{F25CC636-2D94-4FDB-A9D5-0F4F24401FEF}" dt="2024-01-08T02:51:53.149" v="3"/>
        <pc:sldMkLst>
          <pc:docMk/>
          <pc:sldMk cId="3919311891" sldId="390"/>
        </pc:sldMkLst>
        <pc:spChg chg="mod">
          <ac:chgData name="MADNEETA SINGH" userId="ba487e41d220043c" providerId="LiveId" clId="{F25CC636-2D94-4FDB-A9D5-0F4F24401FEF}" dt="2024-01-08T02:51:53.149" v="3"/>
          <ac:spMkLst>
            <pc:docMk/>
            <pc:sldMk cId="3919311891" sldId="390"/>
            <ac:spMk id="9" creationId="{00000000-0000-0000-0000-000000000000}"/>
          </ac:spMkLst>
        </pc:spChg>
      </pc:sldChg>
      <pc:sldChg chg="modSp">
        <pc:chgData name="MADNEETA SINGH" userId="ba487e41d220043c" providerId="LiveId" clId="{F25CC636-2D94-4FDB-A9D5-0F4F24401FEF}" dt="2024-01-08T02:51:53.149" v="3"/>
        <pc:sldMkLst>
          <pc:docMk/>
          <pc:sldMk cId="3919311891" sldId="391"/>
        </pc:sldMkLst>
        <pc:spChg chg="mod">
          <ac:chgData name="MADNEETA SINGH" userId="ba487e41d220043c" providerId="LiveId" clId="{F25CC636-2D94-4FDB-A9D5-0F4F24401FEF}" dt="2024-01-08T02:51:53.149" v="3"/>
          <ac:spMkLst>
            <pc:docMk/>
            <pc:sldMk cId="3919311891" sldId="391"/>
            <ac:spMk id="9" creationId="{00000000-0000-0000-0000-000000000000}"/>
          </ac:spMkLst>
        </pc:spChg>
      </pc:sldChg>
      <pc:sldChg chg="modSp">
        <pc:chgData name="MADNEETA SINGH" userId="ba487e41d220043c" providerId="LiveId" clId="{F25CC636-2D94-4FDB-A9D5-0F4F24401FEF}" dt="2024-01-08T02:51:53.149" v="3"/>
        <pc:sldMkLst>
          <pc:docMk/>
          <pc:sldMk cId="3919311891" sldId="392"/>
        </pc:sldMkLst>
        <pc:spChg chg="mod">
          <ac:chgData name="MADNEETA SINGH" userId="ba487e41d220043c" providerId="LiveId" clId="{F25CC636-2D94-4FDB-A9D5-0F4F24401FEF}" dt="2024-01-08T02:51:53.149" v="3"/>
          <ac:spMkLst>
            <pc:docMk/>
            <pc:sldMk cId="3919311891" sldId="392"/>
            <ac:spMk id="9" creationId="{00000000-0000-0000-0000-000000000000}"/>
          </ac:spMkLst>
        </pc:spChg>
      </pc:sldChg>
      <pc:sldChg chg="modSp">
        <pc:chgData name="MADNEETA SINGH" userId="ba487e41d220043c" providerId="LiveId" clId="{F25CC636-2D94-4FDB-A9D5-0F4F24401FEF}" dt="2024-01-08T02:51:53.149" v="3"/>
        <pc:sldMkLst>
          <pc:docMk/>
          <pc:sldMk cId="3919311891" sldId="393"/>
        </pc:sldMkLst>
        <pc:spChg chg="mod">
          <ac:chgData name="MADNEETA SINGH" userId="ba487e41d220043c" providerId="LiveId" clId="{F25CC636-2D94-4FDB-A9D5-0F4F24401FEF}" dt="2024-01-08T02:51:53.149" v="3"/>
          <ac:spMkLst>
            <pc:docMk/>
            <pc:sldMk cId="3919311891" sldId="393"/>
            <ac:spMk id="9" creationId="{00000000-0000-0000-0000-000000000000}"/>
          </ac:spMkLst>
        </pc:spChg>
      </pc:sldChg>
      <pc:sldChg chg="modSp">
        <pc:chgData name="MADNEETA SINGH" userId="ba487e41d220043c" providerId="LiveId" clId="{F25CC636-2D94-4FDB-A9D5-0F4F24401FEF}" dt="2024-01-08T02:51:53.149" v="3"/>
        <pc:sldMkLst>
          <pc:docMk/>
          <pc:sldMk cId="3919311891" sldId="394"/>
        </pc:sldMkLst>
        <pc:spChg chg="mod">
          <ac:chgData name="MADNEETA SINGH" userId="ba487e41d220043c" providerId="LiveId" clId="{F25CC636-2D94-4FDB-A9D5-0F4F24401FEF}" dt="2024-01-08T02:51:53.149" v="3"/>
          <ac:spMkLst>
            <pc:docMk/>
            <pc:sldMk cId="3919311891" sldId="394"/>
            <ac:spMk id="9" creationId="{00000000-0000-0000-0000-000000000000}"/>
          </ac:spMkLst>
        </pc:spChg>
      </pc:sldChg>
      <pc:sldChg chg="modSp">
        <pc:chgData name="MADNEETA SINGH" userId="ba487e41d220043c" providerId="LiveId" clId="{F25CC636-2D94-4FDB-A9D5-0F4F24401FEF}" dt="2024-01-08T02:51:53.149" v="3"/>
        <pc:sldMkLst>
          <pc:docMk/>
          <pc:sldMk cId="3919311891" sldId="395"/>
        </pc:sldMkLst>
        <pc:spChg chg="mod">
          <ac:chgData name="MADNEETA SINGH" userId="ba487e41d220043c" providerId="LiveId" clId="{F25CC636-2D94-4FDB-A9D5-0F4F24401FEF}" dt="2024-01-08T02:51:53.149" v="3"/>
          <ac:spMkLst>
            <pc:docMk/>
            <pc:sldMk cId="3919311891" sldId="395"/>
            <ac:spMk id="9" creationId="{00000000-0000-0000-0000-000000000000}"/>
          </ac:spMkLst>
        </pc:spChg>
      </pc:sldChg>
      <pc:sldChg chg="modSp">
        <pc:chgData name="MADNEETA SINGH" userId="ba487e41d220043c" providerId="LiveId" clId="{F25CC636-2D94-4FDB-A9D5-0F4F24401FEF}" dt="2024-01-08T02:51:53.149" v="3"/>
        <pc:sldMkLst>
          <pc:docMk/>
          <pc:sldMk cId="0" sldId="396"/>
        </pc:sldMkLst>
        <pc:spChg chg="mod">
          <ac:chgData name="MADNEETA SINGH" userId="ba487e41d220043c" providerId="LiveId" clId="{F25CC636-2D94-4FDB-A9D5-0F4F24401FEF}" dt="2024-01-08T02:51:53.149" v="3"/>
          <ac:spMkLst>
            <pc:docMk/>
            <pc:sldMk cId="0" sldId="396"/>
            <ac:spMk id="15" creationId="{00000000-0000-0000-0000-000000000000}"/>
          </ac:spMkLst>
        </pc:spChg>
      </pc:sldChg>
      <pc:sldChg chg="modSp">
        <pc:chgData name="MADNEETA SINGH" userId="ba487e41d220043c" providerId="LiveId" clId="{F25CC636-2D94-4FDB-A9D5-0F4F24401FEF}" dt="2024-01-08T02:51:53.149" v="3"/>
        <pc:sldMkLst>
          <pc:docMk/>
          <pc:sldMk cId="0" sldId="397"/>
        </pc:sldMkLst>
        <pc:spChg chg="mod">
          <ac:chgData name="MADNEETA SINGH" userId="ba487e41d220043c" providerId="LiveId" clId="{F25CC636-2D94-4FDB-A9D5-0F4F24401FEF}" dt="2024-01-08T02:51:53.149" v="3"/>
          <ac:spMkLst>
            <pc:docMk/>
            <pc:sldMk cId="0" sldId="397"/>
            <ac:spMk id="15" creationId="{00000000-0000-0000-0000-000000000000}"/>
          </ac:spMkLst>
        </pc:spChg>
      </pc:sldChg>
      <pc:sldChg chg="modSp">
        <pc:chgData name="MADNEETA SINGH" userId="ba487e41d220043c" providerId="LiveId" clId="{F25CC636-2D94-4FDB-A9D5-0F4F24401FEF}" dt="2024-01-08T02:51:53.149" v="3"/>
        <pc:sldMkLst>
          <pc:docMk/>
          <pc:sldMk cId="0" sldId="398"/>
        </pc:sldMkLst>
        <pc:spChg chg="mod">
          <ac:chgData name="MADNEETA SINGH" userId="ba487e41d220043c" providerId="LiveId" clId="{F25CC636-2D94-4FDB-A9D5-0F4F24401FEF}" dt="2024-01-08T02:51:53.149" v="3"/>
          <ac:spMkLst>
            <pc:docMk/>
            <pc:sldMk cId="0" sldId="398"/>
            <ac:spMk id="15" creationId="{00000000-0000-0000-0000-000000000000}"/>
          </ac:spMkLst>
        </pc:spChg>
      </pc:sldChg>
      <pc:sldChg chg="modSp">
        <pc:chgData name="MADNEETA SINGH" userId="ba487e41d220043c" providerId="LiveId" clId="{F25CC636-2D94-4FDB-A9D5-0F4F24401FEF}" dt="2024-01-08T02:51:53.149" v="3"/>
        <pc:sldMkLst>
          <pc:docMk/>
          <pc:sldMk cId="0" sldId="399"/>
        </pc:sldMkLst>
        <pc:spChg chg="mod">
          <ac:chgData name="MADNEETA SINGH" userId="ba487e41d220043c" providerId="LiveId" clId="{F25CC636-2D94-4FDB-A9D5-0F4F24401FEF}" dt="2024-01-08T02:51:53.149" v="3"/>
          <ac:spMkLst>
            <pc:docMk/>
            <pc:sldMk cId="0" sldId="399"/>
            <ac:spMk id="15" creationId="{00000000-0000-0000-0000-000000000000}"/>
          </ac:spMkLst>
        </pc:spChg>
      </pc:sldChg>
      <pc:sldChg chg="modSp">
        <pc:chgData name="MADNEETA SINGH" userId="ba487e41d220043c" providerId="LiveId" clId="{F25CC636-2D94-4FDB-A9D5-0F4F24401FEF}" dt="2024-01-08T02:51:53.149" v="3"/>
        <pc:sldMkLst>
          <pc:docMk/>
          <pc:sldMk cId="0" sldId="400"/>
        </pc:sldMkLst>
        <pc:spChg chg="mod">
          <ac:chgData name="MADNEETA SINGH" userId="ba487e41d220043c" providerId="LiveId" clId="{F25CC636-2D94-4FDB-A9D5-0F4F24401FEF}" dt="2024-01-08T02:51:53.149" v="3"/>
          <ac:spMkLst>
            <pc:docMk/>
            <pc:sldMk cId="0" sldId="400"/>
            <ac:spMk id="15" creationId="{00000000-0000-0000-0000-000000000000}"/>
          </ac:spMkLst>
        </pc:spChg>
      </pc:sldChg>
      <pc:sldChg chg="modSp">
        <pc:chgData name="MADNEETA SINGH" userId="ba487e41d220043c" providerId="LiveId" clId="{F25CC636-2D94-4FDB-A9D5-0F4F24401FEF}" dt="2024-01-08T02:51:53.149" v="3"/>
        <pc:sldMkLst>
          <pc:docMk/>
          <pc:sldMk cId="0" sldId="401"/>
        </pc:sldMkLst>
        <pc:spChg chg="mod">
          <ac:chgData name="MADNEETA SINGH" userId="ba487e41d220043c" providerId="LiveId" clId="{F25CC636-2D94-4FDB-A9D5-0F4F24401FEF}" dt="2024-01-08T02:51:53.149" v="3"/>
          <ac:spMkLst>
            <pc:docMk/>
            <pc:sldMk cId="0" sldId="401"/>
            <ac:spMk id="15" creationId="{00000000-0000-0000-0000-000000000000}"/>
          </ac:spMkLst>
        </pc:spChg>
      </pc:sldChg>
      <pc:sldChg chg="modSp">
        <pc:chgData name="MADNEETA SINGH" userId="ba487e41d220043c" providerId="LiveId" clId="{F25CC636-2D94-4FDB-A9D5-0F4F24401FEF}" dt="2024-01-08T02:51:53.149" v="3"/>
        <pc:sldMkLst>
          <pc:docMk/>
          <pc:sldMk cId="1896399631" sldId="402"/>
        </pc:sldMkLst>
        <pc:spChg chg="mod">
          <ac:chgData name="MADNEETA SINGH" userId="ba487e41d220043c" providerId="LiveId" clId="{F25CC636-2D94-4FDB-A9D5-0F4F24401FEF}" dt="2024-01-08T02:51:53.149" v="3"/>
          <ac:spMkLst>
            <pc:docMk/>
            <pc:sldMk cId="1896399631" sldId="402"/>
            <ac:spMk id="8" creationId="{6FA00553-970E-4494-8393-F217E60B36B8}"/>
          </ac:spMkLst>
        </pc:spChg>
      </pc:sldChg>
      <pc:sldChg chg="modSp">
        <pc:chgData name="MADNEETA SINGH" userId="ba487e41d220043c" providerId="LiveId" clId="{F25CC636-2D94-4FDB-A9D5-0F4F24401FEF}" dt="2024-01-08T02:51:53.149" v="3"/>
        <pc:sldMkLst>
          <pc:docMk/>
          <pc:sldMk cId="2822541762" sldId="403"/>
        </pc:sldMkLst>
        <pc:spChg chg="mod">
          <ac:chgData name="MADNEETA SINGH" userId="ba487e41d220043c" providerId="LiveId" clId="{F25CC636-2D94-4FDB-A9D5-0F4F24401FEF}" dt="2024-01-08T02:51:53.149" v="3"/>
          <ac:spMkLst>
            <pc:docMk/>
            <pc:sldMk cId="2822541762" sldId="403"/>
            <ac:spMk id="9" creationId="{42AF3D76-6534-410A-9BD2-AA5AD364FAE3}"/>
          </ac:spMkLst>
        </pc:spChg>
      </pc:sldChg>
      <pc:sldChg chg="modSp">
        <pc:chgData name="MADNEETA SINGH" userId="ba487e41d220043c" providerId="LiveId" clId="{F25CC636-2D94-4FDB-A9D5-0F4F24401FEF}" dt="2024-01-08T02:51:53.149" v="3"/>
        <pc:sldMkLst>
          <pc:docMk/>
          <pc:sldMk cId="163879996" sldId="404"/>
        </pc:sldMkLst>
        <pc:spChg chg="mod">
          <ac:chgData name="MADNEETA SINGH" userId="ba487e41d220043c" providerId="LiveId" clId="{F25CC636-2D94-4FDB-A9D5-0F4F24401FEF}" dt="2024-01-08T02:51:53.149" v="3"/>
          <ac:spMkLst>
            <pc:docMk/>
            <pc:sldMk cId="163879996" sldId="404"/>
            <ac:spMk id="8" creationId="{6FA00553-970E-4494-8393-F217E60B36B8}"/>
          </ac:spMkLst>
        </pc:spChg>
      </pc:sldChg>
      <pc:sldChg chg="modSp">
        <pc:chgData name="MADNEETA SINGH" userId="ba487e41d220043c" providerId="LiveId" clId="{F25CC636-2D94-4FDB-A9D5-0F4F24401FEF}" dt="2024-01-08T02:51:53.149" v="3"/>
        <pc:sldMkLst>
          <pc:docMk/>
          <pc:sldMk cId="493857386" sldId="405"/>
        </pc:sldMkLst>
        <pc:spChg chg="mod">
          <ac:chgData name="MADNEETA SINGH" userId="ba487e41d220043c" providerId="LiveId" clId="{F25CC636-2D94-4FDB-A9D5-0F4F24401FEF}" dt="2024-01-08T02:51:53.149" v="3"/>
          <ac:spMkLst>
            <pc:docMk/>
            <pc:sldMk cId="493857386" sldId="405"/>
            <ac:spMk id="9" creationId="{00000000-0000-0000-0000-000000000000}"/>
          </ac:spMkLst>
        </pc:spChg>
      </pc:sldChg>
      <pc:sldChg chg="addSp delSp modSp mod">
        <pc:chgData name="MADNEETA SINGH" userId="ba487e41d220043c" providerId="LiveId" clId="{F25CC636-2D94-4FDB-A9D5-0F4F24401FEF}" dt="2024-01-08T02:51:53.149" v="3"/>
        <pc:sldMkLst>
          <pc:docMk/>
          <pc:sldMk cId="391655776" sldId="406"/>
        </pc:sldMkLst>
        <pc:spChg chg="mod">
          <ac:chgData name="MADNEETA SINGH" userId="ba487e41d220043c" providerId="LiveId" clId="{F25CC636-2D94-4FDB-A9D5-0F4F24401FEF}" dt="2024-01-08T02:51:53.149" v="3"/>
          <ac:spMkLst>
            <pc:docMk/>
            <pc:sldMk cId="391655776" sldId="406"/>
            <ac:spMk id="13" creationId="{00000000-0000-0000-0000-000000000000}"/>
          </ac:spMkLst>
        </pc:spChg>
        <pc:picChg chg="del">
          <ac:chgData name="MADNEETA SINGH" userId="ba487e41d220043c" providerId="LiveId" clId="{F25CC636-2D94-4FDB-A9D5-0F4F24401FEF}" dt="2023-12-30T11:16:05.011" v="0" actId="478"/>
          <ac:picMkLst>
            <pc:docMk/>
            <pc:sldMk cId="391655776" sldId="406"/>
            <ac:picMk id="2" creationId="{00000000-0000-0000-0000-000000000000}"/>
          </ac:picMkLst>
        </pc:picChg>
        <pc:picChg chg="add mod">
          <ac:chgData name="MADNEETA SINGH" userId="ba487e41d220043c" providerId="LiveId" clId="{F25CC636-2D94-4FDB-A9D5-0F4F24401FEF}" dt="2023-12-30T11:16:06.042" v="1"/>
          <ac:picMkLst>
            <pc:docMk/>
            <pc:sldMk cId="391655776" sldId="406"/>
            <ac:picMk id="4" creationId="{55FE0C49-4CAC-069B-3BA7-5B0EDD68A78D}"/>
          </ac:picMkLst>
        </pc:picChg>
      </pc:sldChg>
      <pc:sldMasterChg chg="modSp modSldLayout">
        <pc:chgData name="MADNEETA SINGH" userId="ba487e41d220043c" providerId="LiveId" clId="{F25CC636-2D94-4FDB-A9D5-0F4F24401FEF}" dt="2024-01-08T02:51:53.149" v="3"/>
        <pc:sldMasterMkLst>
          <pc:docMk/>
          <pc:sldMasterMk cId="0" sldId="2147483648"/>
        </pc:sldMasterMkLst>
        <pc:spChg chg="mod">
          <ac:chgData name="MADNEETA SINGH" userId="ba487e41d220043c" providerId="LiveId" clId="{F25CC636-2D94-4FDB-A9D5-0F4F24401FEF}" dt="2024-01-08T02:51:53.149" v="3"/>
          <ac:spMkLst>
            <pc:docMk/>
            <pc:sldMasterMk cId="0" sldId="2147483648"/>
            <ac:spMk id="5" creationId="{00000000-0000-0000-0000-000000000000}"/>
          </ac:spMkLst>
        </pc:spChg>
        <pc:sldLayoutChg chg="modSp">
          <pc:chgData name="MADNEETA SINGH" userId="ba487e41d220043c" providerId="LiveId" clId="{F25CC636-2D94-4FDB-A9D5-0F4F24401FEF}" dt="2024-01-08T02:51:53.149" v="3"/>
          <pc:sldLayoutMkLst>
            <pc:docMk/>
            <pc:sldMasterMk cId="0" sldId="2147483648"/>
            <pc:sldLayoutMk cId="0" sldId="2147483649"/>
          </pc:sldLayoutMkLst>
          <pc:spChg chg="mod">
            <ac:chgData name="MADNEETA SINGH" userId="ba487e41d220043c" providerId="LiveId" clId="{F25CC636-2D94-4FDB-A9D5-0F4F24401FEF}" dt="2024-01-08T02:51:53.149" v="3"/>
            <ac:spMkLst>
              <pc:docMk/>
              <pc:sldMasterMk cId="0" sldId="2147483648"/>
              <pc:sldLayoutMk cId="0" sldId="2147483649"/>
              <ac:spMk id="5" creationId="{00000000-0000-0000-0000-000000000000}"/>
            </ac:spMkLst>
          </pc:spChg>
        </pc:sldLayoutChg>
        <pc:sldLayoutChg chg="modSp">
          <pc:chgData name="MADNEETA SINGH" userId="ba487e41d220043c" providerId="LiveId" clId="{F25CC636-2D94-4FDB-A9D5-0F4F24401FEF}" dt="2024-01-08T02:51:53.149" v="3"/>
          <pc:sldLayoutMkLst>
            <pc:docMk/>
            <pc:sldMasterMk cId="0" sldId="2147483648"/>
            <pc:sldLayoutMk cId="0" sldId="2147483650"/>
          </pc:sldLayoutMkLst>
          <pc:spChg chg="mod">
            <ac:chgData name="MADNEETA SINGH" userId="ba487e41d220043c" providerId="LiveId" clId="{F25CC636-2D94-4FDB-A9D5-0F4F24401FEF}" dt="2024-01-08T02:51:53.149" v="3"/>
            <ac:spMkLst>
              <pc:docMk/>
              <pc:sldMasterMk cId="0" sldId="2147483648"/>
              <pc:sldLayoutMk cId="0" sldId="2147483650"/>
              <ac:spMk id="5" creationId="{00000000-0000-0000-0000-000000000000}"/>
            </ac:spMkLst>
          </pc:spChg>
        </pc:sldLayoutChg>
        <pc:sldLayoutChg chg="modSp">
          <pc:chgData name="MADNEETA SINGH" userId="ba487e41d220043c" providerId="LiveId" clId="{F25CC636-2D94-4FDB-A9D5-0F4F24401FEF}" dt="2024-01-08T02:51:53.149" v="3"/>
          <pc:sldLayoutMkLst>
            <pc:docMk/>
            <pc:sldMasterMk cId="0" sldId="2147483648"/>
            <pc:sldLayoutMk cId="0" sldId="2147483651"/>
          </pc:sldLayoutMkLst>
          <pc:spChg chg="mod">
            <ac:chgData name="MADNEETA SINGH" userId="ba487e41d220043c" providerId="LiveId" clId="{F25CC636-2D94-4FDB-A9D5-0F4F24401FEF}" dt="2024-01-08T02:51:53.149" v="3"/>
            <ac:spMkLst>
              <pc:docMk/>
              <pc:sldMasterMk cId="0" sldId="2147483648"/>
              <pc:sldLayoutMk cId="0" sldId="2147483651"/>
              <ac:spMk id="5" creationId="{00000000-0000-0000-0000-000000000000}"/>
            </ac:spMkLst>
          </pc:spChg>
        </pc:sldLayoutChg>
        <pc:sldLayoutChg chg="modSp">
          <pc:chgData name="MADNEETA SINGH" userId="ba487e41d220043c" providerId="LiveId" clId="{F25CC636-2D94-4FDB-A9D5-0F4F24401FEF}" dt="2024-01-08T02:51:53.149" v="3"/>
          <pc:sldLayoutMkLst>
            <pc:docMk/>
            <pc:sldMasterMk cId="0" sldId="2147483648"/>
            <pc:sldLayoutMk cId="0" sldId="2147483652"/>
          </pc:sldLayoutMkLst>
          <pc:spChg chg="mod">
            <ac:chgData name="MADNEETA SINGH" userId="ba487e41d220043c" providerId="LiveId" clId="{F25CC636-2D94-4FDB-A9D5-0F4F24401FEF}" dt="2024-01-08T02:51:53.149" v="3"/>
            <ac:spMkLst>
              <pc:docMk/>
              <pc:sldMasterMk cId="0" sldId="2147483648"/>
              <pc:sldLayoutMk cId="0" sldId="2147483652"/>
              <ac:spMk id="6" creationId="{00000000-0000-0000-0000-000000000000}"/>
            </ac:spMkLst>
          </pc:spChg>
        </pc:sldLayoutChg>
        <pc:sldLayoutChg chg="modSp">
          <pc:chgData name="MADNEETA SINGH" userId="ba487e41d220043c" providerId="LiveId" clId="{F25CC636-2D94-4FDB-A9D5-0F4F24401FEF}" dt="2024-01-08T02:51:53.149" v="3"/>
          <pc:sldLayoutMkLst>
            <pc:docMk/>
            <pc:sldMasterMk cId="0" sldId="2147483648"/>
            <pc:sldLayoutMk cId="0" sldId="2147483653"/>
          </pc:sldLayoutMkLst>
          <pc:spChg chg="mod">
            <ac:chgData name="MADNEETA SINGH" userId="ba487e41d220043c" providerId="LiveId" clId="{F25CC636-2D94-4FDB-A9D5-0F4F24401FEF}" dt="2024-01-08T02:51:53.149" v="3"/>
            <ac:spMkLst>
              <pc:docMk/>
              <pc:sldMasterMk cId="0" sldId="2147483648"/>
              <pc:sldLayoutMk cId="0" sldId="2147483653"/>
              <ac:spMk id="8" creationId="{00000000-0000-0000-0000-000000000000}"/>
            </ac:spMkLst>
          </pc:spChg>
        </pc:sldLayoutChg>
        <pc:sldLayoutChg chg="modSp">
          <pc:chgData name="MADNEETA SINGH" userId="ba487e41d220043c" providerId="LiveId" clId="{F25CC636-2D94-4FDB-A9D5-0F4F24401FEF}" dt="2024-01-08T02:51:53.149" v="3"/>
          <pc:sldLayoutMkLst>
            <pc:docMk/>
            <pc:sldMasterMk cId="0" sldId="2147483648"/>
            <pc:sldLayoutMk cId="0" sldId="2147483654"/>
          </pc:sldLayoutMkLst>
          <pc:spChg chg="mod">
            <ac:chgData name="MADNEETA SINGH" userId="ba487e41d220043c" providerId="LiveId" clId="{F25CC636-2D94-4FDB-A9D5-0F4F24401FEF}" dt="2024-01-08T02:51:53.149" v="3"/>
            <ac:spMkLst>
              <pc:docMk/>
              <pc:sldMasterMk cId="0" sldId="2147483648"/>
              <pc:sldLayoutMk cId="0" sldId="2147483654"/>
              <ac:spMk id="4" creationId="{00000000-0000-0000-0000-000000000000}"/>
            </ac:spMkLst>
          </pc:spChg>
        </pc:sldLayoutChg>
        <pc:sldLayoutChg chg="modSp">
          <pc:chgData name="MADNEETA SINGH" userId="ba487e41d220043c" providerId="LiveId" clId="{F25CC636-2D94-4FDB-A9D5-0F4F24401FEF}" dt="2024-01-08T02:51:53.149" v="3"/>
          <pc:sldLayoutMkLst>
            <pc:docMk/>
            <pc:sldMasterMk cId="0" sldId="2147483648"/>
            <pc:sldLayoutMk cId="0" sldId="2147483655"/>
          </pc:sldLayoutMkLst>
          <pc:spChg chg="mod">
            <ac:chgData name="MADNEETA SINGH" userId="ba487e41d220043c" providerId="LiveId" clId="{F25CC636-2D94-4FDB-A9D5-0F4F24401FEF}" dt="2024-01-08T02:51:53.149" v="3"/>
            <ac:spMkLst>
              <pc:docMk/>
              <pc:sldMasterMk cId="0" sldId="2147483648"/>
              <pc:sldLayoutMk cId="0" sldId="2147483655"/>
              <ac:spMk id="3" creationId="{00000000-0000-0000-0000-000000000000}"/>
            </ac:spMkLst>
          </pc:spChg>
        </pc:sldLayoutChg>
        <pc:sldLayoutChg chg="modSp">
          <pc:chgData name="MADNEETA SINGH" userId="ba487e41d220043c" providerId="LiveId" clId="{F25CC636-2D94-4FDB-A9D5-0F4F24401FEF}" dt="2024-01-08T02:51:53.149" v="3"/>
          <pc:sldLayoutMkLst>
            <pc:docMk/>
            <pc:sldMasterMk cId="0" sldId="2147483648"/>
            <pc:sldLayoutMk cId="0" sldId="2147483656"/>
          </pc:sldLayoutMkLst>
          <pc:spChg chg="mod">
            <ac:chgData name="MADNEETA SINGH" userId="ba487e41d220043c" providerId="LiveId" clId="{F25CC636-2D94-4FDB-A9D5-0F4F24401FEF}" dt="2024-01-08T02:51:53.149" v="3"/>
            <ac:spMkLst>
              <pc:docMk/>
              <pc:sldMasterMk cId="0" sldId="2147483648"/>
              <pc:sldLayoutMk cId="0" sldId="2147483656"/>
              <ac:spMk id="6" creationId="{00000000-0000-0000-0000-000000000000}"/>
            </ac:spMkLst>
          </pc:spChg>
        </pc:sldLayoutChg>
        <pc:sldLayoutChg chg="modSp">
          <pc:chgData name="MADNEETA SINGH" userId="ba487e41d220043c" providerId="LiveId" clId="{F25CC636-2D94-4FDB-A9D5-0F4F24401FEF}" dt="2024-01-08T02:51:53.149" v="3"/>
          <pc:sldLayoutMkLst>
            <pc:docMk/>
            <pc:sldMasterMk cId="0" sldId="2147483648"/>
            <pc:sldLayoutMk cId="0" sldId="2147483657"/>
          </pc:sldLayoutMkLst>
          <pc:spChg chg="mod">
            <ac:chgData name="MADNEETA SINGH" userId="ba487e41d220043c" providerId="LiveId" clId="{F25CC636-2D94-4FDB-A9D5-0F4F24401FEF}" dt="2024-01-08T02:51:53.149" v="3"/>
            <ac:spMkLst>
              <pc:docMk/>
              <pc:sldMasterMk cId="0" sldId="2147483648"/>
              <pc:sldLayoutMk cId="0" sldId="2147483657"/>
              <ac:spMk id="6" creationId="{00000000-0000-0000-0000-000000000000}"/>
            </ac:spMkLst>
          </pc:spChg>
        </pc:sldLayoutChg>
        <pc:sldLayoutChg chg="modSp">
          <pc:chgData name="MADNEETA SINGH" userId="ba487e41d220043c" providerId="LiveId" clId="{F25CC636-2D94-4FDB-A9D5-0F4F24401FEF}" dt="2024-01-08T02:51:53.149" v="3"/>
          <pc:sldLayoutMkLst>
            <pc:docMk/>
            <pc:sldMasterMk cId="0" sldId="2147483648"/>
            <pc:sldLayoutMk cId="0" sldId="2147483658"/>
          </pc:sldLayoutMkLst>
          <pc:spChg chg="mod">
            <ac:chgData name="MADNEETA SINGH" userId="ba487e41d220043c" providerId="LiveId" clId="{F25CC636-2D94-4FDB-A9D5-0F4F24401FEF}" dt="2024-01-08T02:51:53.149" v="3"/>
            <ac:spMkLst>
              <pc:docMk/>
              <pc:sldMasterMk cId="0" sldId="2147483648"/>
              <pc:sldLayoutMk cId="0" sldId="2147483658"/>
              <ac:spMk id="5" creationId="{00000000-0000-0000-0000-000000000000}"/>
            </ac:spMkLst>
          </pc:spChg>
        </pc:sldLayoutChg>
        <pc:sldLayoutChg chg="modSp">
          <pc:chgData name="MADNEETA SINGH" userId="ba487e41d220043c" providerId="LiveId" clId="{F25CC636-2D94-4FDB-A9D5-0F4F24401FEF}" dt="2024-01-08T02:51:53.149" v="3"/>
          <pc:sldLayoutMkLst>
            <pc:docMk/>
            <pc:sldMasterMk cId="0" sldId="2147483648"/>
            <pc:sldLayoutMk cId="0" sldId="2147483659"/>
          </pc:sldLayoutMkLst>
          <pc:spChg chg="mod">
            <ac:chgData name="MADNEETA SINGH" userId="ba487e41d220043c" providerId="LiveId" clId="{F25CC636-2D94-4FDB-A9D5-0F4F24401FEF}" dt="2024-01-08T02:51:53.149" v="3"/>
            <ac:spMkLst>
              <pc:docMk/>
              <pc:sldMasterMk cId="0" sldId="2147483648"/>
              <pc:sldLayoutMk cId="0" sldId="2147483659"/>
              <ac:spMk id="5" creationId="{00000000-0000-0000-0000-000000000000}"/>
            </ac:spMkLst>
          </pc:spChg>
        </pc:sldLayoutChg>
      </pc:sldMasterChg>
    </pc:docChg>
  </pc:docChgLst>
  <pc:docChgLst>
    <pc:chgData name="MADNEETA SINGH" userId="ba487e41d220043c" providerId="LiveId" clId="{C14B9DD6-C3F2-42C5-861F-81998AED151D}"/>
    <pc:docChg chg="modSld">
      <pc:chgData name="MADNEETA SINGH" userId="ba487e41d220043c" providerId="LiveId" clId="{C14B9DD6-C3F2-42C5-861F-81998AED151D}" dt="2022-12-27T09:43:38.940" v="18" actId="2711"/>
      <pc:docMkLst>
        <pc:docMk/>
      </pc:docMkLst>
      <pc:sldChg chg="addSp delSp modSp mod">
        <pc:chgData name="MADNEETA SINGH" userId="ba487e41d220043c" providerId="LiveId" clId="{C14B9DD6-C3F2-42C5-861F-81998AED151D}" dt="2022-12-27T09:43:21.048" v="15" actId="2711"/>
        <pc:sldMkLst>
          <pc:docMk/>
          <pc:sldMk cId="0" sldId="257"/>
        </pc:sldMkLst>
        <pc:spChg chg="mod">
          <ac:chgData name="MADNEETA SINGH" userId="ba487e41d220043c" providerId="LiveId" clId="{C14B9DD6-C3F2-42C5-861F-81998AED151D}" dt="2022-12-27T09:43:21.048" v="15" actId="2711"/>
          <ac:spMkLst>
            <pc:docMk/>
            <pc:sldMk cId="0" sldId="257"/>
            <ac:spMk id="2" creationId="{00000000-0000-0000-0000-000000000000}"/>
          </ac:spMkLst>
        </pc:spChg>
        <pc:spChg chg="mod">
          <ac:chgData name="MADNEETA SINGH" userId="ba487e41d220043c" providerId="LiveId" clId="{C14B9DD6-C3F2-42C5-861F-81998AED151D}" dt="2022-12-27T09:43:21.048" v="15" actId="2711"/>
          <ac:spMkLst>
            <pc:docMk/>
            <pc:sldMk cId="0" sldId="257"/>
            <ac:spMk id="3" creationId="{00000000-0000-0000-0000-000000000000}"/>
          </ac:spMkLst>
        </pc:spChg>
        <pc:spChg chg="mod">
          <ac:chgData name="MADNEETA SINGH" userId="ba487e41d220043c" providerId="LiveId" clId="{C14B9DD6-C3F2-42C5-861F-81998AED151D}" dt="2022-12-27T09:43:21.048" v="15" actId="2711"/>
          <ac:spMkLst>
            <pc:docMk/>
            <pc:sldMk cId="0" sldId="257"/>
            <ac:spMk id="6" creationId="{00000000-0000-0000-0000-000000000000}"/>
          </ac:spMkLst>
        </pc:spChg>
        <pc:spChg chg="mod">
          <ac:chgData name="MADNEETA SINGH" userId="ba487e41d220043c" providerId="LiveId" clId="{C14B9DD6-C3F2-42C5-861F-81998AED151D}" dt="2022-12-27T09:43:21.048" v="15" actId="2711"/>
          <ac:spMkLst>
            <pc:docMk/>
            <pc:sldMk cId="0" sldId="257"/>
            <ac:spMk id="9" creationId="{00000000-0000-0000-0000-000000000000}"/>
          </ac:spMkLst>
        </pc:spChg>
        <pc:spChg chg="mod">
          <ac:chgData name="MADNEETA SINGH" userId="ba487e41d220043c" providerId="LiveId" clId="{C14B9DD6-C3F2-42C5-861F-81998AED151D}" dt="2022-12-27T09:43:21.048" v="15" actId="2711"/>
          <ac:spMkLst>
            <pc:docMk/>
            <pc:sldMk cId="0" sldId="257"/>
            <ac:spMk id="10" creationId="{00000000-0000-0000-0000-000000000000}"/>
          </ac:spMkLst>
        </pc:spChg>
        <pc:spChg chg="mod">
          <ac:chgData name="MADNEETA SINGH" userId="ba487e41d220043c" providerId="LiveId" clId="{C14B9DD6-C3F2-42C5-861F-81998AED151D}" dt="2022-12-27T09:43:21.048" v="15" actId="2711"/>
          <ac:spMkLst>
            <pc:docMk/>
            <pc:sldMk cId="0" sldId="257"/>
            <ac:spMk id="12" creationId="{00000000-0000-0000-0000-000000000000}"/>
          </ac:spMkLst>
        </pc:spChg>
        <pc:spChg chg="mod">
          <ac:chgData name="MADNEETA SINGH" userId="ba487e41d220043c" providerId="LiveId" clId="{C14B9DD6-C3F2-42C5-861F-81998AED151D}" dt="2022-12-27T09:43:21.048" v="15" actId="2711"/>
          <ac:spMkLst>
            <pc:docMk/>
            <pc:sldMk cId="0" sldId="257"/>
            <ac:spMk id="13" creationId="{00000000-0000-0000-0000-000000000000}"/>
          </ac:spMkLst>
        </pc:spChg>
        <pc:spChg chg="mod">
          <ac:chgData name="MADNEETA SINGH" userId="ba487e41d220043c" providerId="LiveId" clId="{C14B9DD6-C3F2-42C5-861F-81998AED151D}" dt="2022-12-27T09:43:21.048" v="15" actId="2711"/>
          <ac:spMkLst>
            <pc:docMk/>
            <pc:sldMk cId="0" sldId="257"/>
            <ac:spMk id="14" creationId="{00000000-0000-0000-0000-000000000000}"/>
          </ac:spMkLst>
        </pc:spChg>
        <pc:spChg chg="mod">
          <ac:chgData name="MADNEETA SINGH" userId="ba487e41d220043c" providerId="LiveId" clId="{C14B9DD6-C3F2-42C5-861F-81998AED151D}" dt="2022-12-27T09:43:21.048" v="15" actId="2711"/>
          <ac:spMkLst>
            <pc:docMk/>
            <pc:sldMk cId="0" sldId="257"/>
            <ac:spMk id="15" creationId="{00000000-0000-0000-0000-000000000000}"/>
          </ac:spMkLst>
        </pc:spChg>
        <pc:picChg chg="add mod">
          <ac:chgData name="MADNEETA SINGH" userId="ba487e41d220043c" providerId="LiveId" clId="{C14B9DD6-C3F2-42C5-861F-81998AED151D}" dt="2022-12-27T09:41:27.441" v="5" actId="1076"/>
          <ac:picMkLst>
            <pc:docMk/>
            <pc:sldMk cId="0" sldId="257"/>
            <ac:picMk id="5" creationId="{A52C560A-2FEF-1ACD-1FA7-5DA8555C66C3}"/>
          </ac:picMkLst>
        </pc:picChg>
        <pc:picChg chg="del">
          <ac:chgData name="MADNEETA SINGH" userId="ba487e41d220043c" providerId="LiveId" clId="{C14B9DD6-C3F2-42C5-861F-81998AED151D}" dt="2022-12-27T09:41:00.998" v="0" actId="478"/>
          <ac:picMkLst>
            <pc:docMk/>
            <pc:sldMk cId="0" sldId="257"/>
            <ac:picMk id="16" creationId="{930D611E-C963-4D65-9CBC-7E3B5BC747B9}"/>
          </ac:picMkLst>
        </pc:picChg>
      </pc:sldChg>
      <pc:sldChg chg="modSp mod">
        <pc:chgData name="MADNEETA SINGH" userId="ba487e41d220043c" providerId="LiveId" clId="{C14B9DD6-C3F2-42C5-861F-81998AED151D}" dt="2022-12-27T09:43:38.940" v="18" actId="2711"/>
        <pc:sldMkLst>
          <pc:docMk/>
          <pc:sldMk cId="0" sldId="258"/>
        </pc:sldMkLst>
        <pc:spChg chg="mod">
          <ac:chgData name="MADNEETA SINGH" userId="ba487e41d220043c" providerId="LiveId" clId="{C14B9DD6-C3F2-42C5-861F-81998AED151D}" dt="2022-12-27T09:43:38.940" v="18" actId="2711"/>
          <ac:spMkLst>
            <pc:docMk/>
            <pc:sldMk cId="0" sldId="258"/>
            <ac:spMk id="3" creationId="{00000000-0000-0000-0000-000000000000}"/>
          </ac:spMkLst>
        </pc:spChg>
        <pc:spChg chg="mod">
          <ac:chgData name="MADNEETA SINGH" userId="ba487e41d220043c" providerId="LiveId" clId="{C14B9DD6-C3F2-42C5-861F-81998AED151D}" dt="2022-12-27T09:43:38.940" v="18" actId="2711"/>
          <ac:spMkLst>
            <pc:docMk/>
            <pc:sldMk cId="0" sldId="258"/>
            <ac:spMk id="6" creationId="{00000000-0000-0000-0000-000000000000}"/>
          </ac:spMkLst>
        </pc:spChg>
        <pc:spChg chg="mod">
          <ac:chgData name="MADNEETA SINGH" userId="ba487e41d220043c" providerId="LiveId" clId="{C14B9DD6-C3F2-42C5-861F-81998AED151D}" dt="2022-12-27T09:43:38.940" v="18" actId="2711"/>
          <ac:spMkLst>
            <pc:docMk/>
            <pc:sldMk cId="0" sldId="258"/>
            <ac:spMk id="7" creationId="{00000000-0000-0000-0000-000000000000}"/>
          </ac:spMkLst>
        </pc:spChg>
        <pc:spChg chg="mod">
          <ac:chgData name="MADNEETA SINGH" userId="ba487e41d220043c" providerId="LiveId" clId="{C14B9DD6-C3F2-42C5-861F-81998AED151D}" dt="2022-12-27T09:43:38.940" v="18" actId="2711"/>
          <ac:spMkLst>
            <pc:docMk/>
            <pc:sldMk cId="0" sldId="258"/>
            <ac:spMk id="8" creationId="{00000000-0000-0000-0000-000000000000}"/>
          </ac:spMkLst>
        </pc:spChg>
        <pc:spChg chg="mod">
          <ac:chgData name="MADNEETA SINGH" userId="ba487e41d220043c" providerId="LiveId" clId="{C14B9DD6-C3F2-42C5-861F-81998AED151D}" dt="2022-12-27T09:43:38.940" v="18" actId="2711"/>
          <ac:spMkLst>
            <pc:docMk/>
            <pc:sldMk cId="0" sldId="258"/>
            <ac:spMk id="13" creationId="{00000000-0000-0000-0000-000000000000}"/>
          </ac:spMkLst>
        </pc:spChg>
      </pc:sldChg>
      <pc:sldChg chg="modSp mod">
        <pc:chgData name="MADNEETA SINGH" userId="ba487e41d220043c" providerId="LiveId" clId="{C14B9DD6-C3F2-42C5-861F-81998AED151D}" dt="2022-12-27T09:43:33.638" v="17" actId="113"/>
        <pc:sldMkLst>
          <pc:docMk/>
          <pc:sldMk cId="391655776" sldId="406"/>
        </pc:sldMkLst>
        <pc:spChg chg="mod">
          <ac:chgData name="MADNEETA SINGH" userId="ba487e41d220043c" providerId="LiveId" clId="{C14B9DD6-C3F2-42C5-861F-81998AED151D}" dt="2022-12-27T09:43:26.478" v="16" actId="2711"/>
          <ac:spMkLst>
            <pc:docMk/>
            <pc:sldMk cId="391655776" sldId="406"/>
            <ac:spMk id="3" creationId="{00000000-0000-0000-0000-000000000000}"/>
          </ac:spMkLst>
        </pc:spChg>
        <pc:spChg chg="mod">
          <ac:chgData name="MADNEETA SINGH" userId="ba487e41d220043c" providerId="LiveId" clId="{C14B9DD6-C3F2-42C5-861F-81998AED151D}" dt="2022-12-27T09:43:26.478" v="16" actId="2711"/>
          <ac:spMkLst>
            <pc:docMk/>
            <pc:sldMk cId="391655776" sldId="406"/>
            <ac:spMk id="6" creationId="{00000000-0000-0000-0000-000000000000}"/>
          </ac:spMkLst>
        </pc:spChg>
        <pc:spChg chg="mod">
          <ac:chgData name="MADNEETA SINGH" userId="ba487e41d220043c" providerId="LiveId" clId="{C14B9DD6-C3F2-42C5-861F-81998AED151D}" dt="2022-12-27T09:43:26.478" v="16" actId="2711"/>
          <ac:spMkLst>
            <pc:docMk/>
            <pc:sldMk cId="391655776" sldId="406"/>
            <ac:spMk id="7" creationId="{00000000-0000-0000-0000-000000000000}"/>
          </ac:spMkLst>
        </pc:spChg>
        <pc:spChg chg="mod">
          <ac:chgData name="MADNEETA SINGH" userId="ba487e41d220043c" providerId="LiveId" clId="{C14B9DD6-C3F2-42C5-861F-81998AED151D}" dt="2022-12-27T09:43:33.638" v="17" actId="113"/>
          <ac:spMkLst>
            <pc:docMk/>
            <pc:sldMk cId="391655776" sldId="406"/>
            <ac:spMk id="8" creationId="{00000000-0000-0000-0000-000000000000}"/>
          </ac:spMkLst>
        </pc:spChg>
        <pc:spChg chg="mod">
          <ac:chgData name="MADNEETA SINGH" userId="ba487e41d220043c" providerId="LiveId" clId="{C14B9DD6-C3F2-42C5-861F-81998AED151D}" dt="2022-12-27T09:43:26.478" v="16" actId="2711"/>
          <ac:spMkLst>
            <pc:docMk/>
            <pc:sldMk cId="391655776" sldId="406"/>
            <ac:spMk id="1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66C7B2C-0613-40BC-99EB-AB57D586161E}" type="datetimeFigureOut">
              <a:rPr lang="en-US" smtClean="0"/>
              <a:pPr/>
              <a:t>5/1/2026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85F80CA-B8B9-489F-B982-EA74453B0A64}"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4588" y="685800"/>
            <a:ext cx="4570412"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2</a:t>
            </a:fld>
            <a:endParaRPr lang="en-US"/>
          </a:p>
        </p:txBody>
      </p:sp>
    </p:spTree>
    <p:extLst>
      <p:ext uri="{BB962C8B-B14F-4D97-AF65-F5344CB8AC3E}">
        <p14:creationId xmlns:p14="http://schemas.microsoft.com/office/powerpoint/2010/main" val="32160218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3</a:t>
            </a:fld>
            <a:endParaRPr lang="en-US"/>
          </a:p>
        </p:txBody>
      </p:sp>
    </p:spTree>
    <p:extLst>
      <p:ext uri="{BB962C8B-B14F-4D97-AF65-F5344CB8AC3E}">
        <p14:creationId xmlns:p14="http://schemas.microsoft.com/office/powerpoint/2010/main" val="5322109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4</a:t>
            </a:fld>
            <a:endParaRPr lang="en-US"/>
          </a:p>
        </p:txBody>
      </p:sp>
    </p:spTree>
    <p:extLst>
      <p:ext uri="{BB962C8B-B14F-4D97-AF65-F5344CB8AC3E}">
        <p14:creationId xmlns:p14="http://schemas.microsoft.com/office/powerpoint/2010/main" val="5322109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5</a:t>
            </a:fld>
            <a:endParaRPr lang="en-US"/>
          </a:p>
        </p:txBody>
      </p:sp>
    </p:spTree>
    <p:extLst>
      <p:ext uri="{BB962C8B-B14F-4D97-AF65-F5344CB8AC3E}">
        <p14:creationId xmlns:p14="http://schemas.microsoft.com/office/powerpoint/2010/main" val="5322109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lide Image Placeholder 1">
            <a:extLst>
              <a:ext uri="{FF2B5EF4-FFF2-40B4-BE49-F238E27FC236}">
                <a16:creationId xmlns:a16="http://schemas.microsoft.com/office/drawing/2014/main" id="{25EDD236-6ACD-4BD3-9643-C20D99489A4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6563" name="Notes Placeholder 2">
            <a:extLst>
              <a:ext uri="{FF2B5EF4-FFF2-40B4-BE49-F238E27FC236}">
                <a16:creationId xmlns:a16="http://schemas.microsoft.com/office/drawing/2014/main" id="{5339968E-0A7C-4154-8923-E51F4CC8E12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9700" name="Slide Number Placeholder 3">
            <a:extLst>
              <a:ext uri="{FF2B5EF4-FFF2-40B4-BE49-F238E27FC236}">
                <a16:creationId xmlns:a16="http://schemas.microsoft.com/office/drawing/2014/main" id="{9DDB5042-1B09-45B7-9D40-FE9915B86E8C}"/>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BE45C94D-BF6E-4DCE-8F3E-049AB8CDF9D0}" type="slidenum">
              <a:rPr lang="en-US" altLang="en-US">
                <a:latin typeface="Calibri" panose="020F0502020204030204" pitchFamily="34" charset="0"/>
              </a:rPr>
              <a:pPr eaLnBrk="1" hangingPunct="1"/>
              <a:t>9</a:t>
            </a:fld>
            <a:endParaRPr lang="en-US" altLang="en-US">
              <a:latin typeface="Calibri" panose="020F0502020204030204" pitchFamily="34" charset="0"/>
            </a:endParaRPr>
          </a:p>
        </p:txBody>
      </p:sp>
    </p:spTree>
    <p:extLst>
      <p:ext uri="{BB962C8B-B14F-4D97-AF65-F5344CB8AC3E}">
        <p14:creationId xmlns:p14="http://schemas.microsoft.com/office/powerpoint/2010/main" val="27595292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lide Image Placeholder 1">
            <a:extLst>
              <a:ext uri="{FF2B5EF4-FFF2-40B4-BE49-F238E27FC236}">
                <a16:creationId xmlns:a16="http://schemas.microsoft.com/office/drawing/2014/main" id="{13101999-EFE7-4F20-8417-57CE4AA63BF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4515" name="Notes Placeholder 2">
            <a:extLst>
              <a:ext uri="{FF2B5EF4-FFF2-40B4-BE49-F238E27FC236}">
                <a16:creationId xmlns:a16="http://schemas.microsoft.com/office/drawing/2014/main" id="{E9B48342-6D08-4057-9932-BDB18F8D365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6628" name="Slide Number Placeholder 3">
            <a:extLst>
              <a:ext uri="{FF2B5EF4-FFF2-40B4-BE49-F238E27FC236}">
                <a16:creationId xmlns:a16="http://schemas.microsoft.com/office/drawing/2014/main" id="{9964C029-07FF-4F6E-9659-3B26F76D780F}"/>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1240D6B3-95D5-47F9-A8CD-847D2C7D7F27}" type="slidenum">
              <a:rPr lang="en-US" altLang="en-US">
                <a:latin typeface="Calibri" panose="020F0502020204030204" pitchFamily="34" charset="0"/>
              </a:rPr>
              <a:pPr eaLnBrk="1" hangingPunct="1"/>
              <a:t>11</a:t>
            </a:fld>
            <a:endParaRPr lang="en-US" altLang="en-US">
              <a:latin typeface="Calibri" panose="020F0502020204030204" pitchFamily="34" charset="0"/>
            </a:endParaRPr>
          </a:p>
        </p:txBody>
      </p:sp>
    </p:spTree>
    <p:extLst>
      <p:ext uri="{BB962C8B-B14F-4D97-AF65-F5344CB8AC3E}">
        <p14:creationId xmlns:p14="http://schemas.microsoft.com/office/powerpoint/2010/main" val="15477220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lide Image Placeholder 1">
            <a:extLst>
              <a:ext uri="{FF2B5EF4-FFF2-40B4-BE49-F238E27FC236}">
                <a16:creationId xmlns:a16="http://schemas.microsoft.com/office/drawing/2014/main" id="{25EDD236-6ACD-4BD3-9643-C20D99489A4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6563" name="Notes Placeholder 2">
            <a:extLst>
              <a:ext uri="{FF2B5EF4-FFF2-40B4-BE49-F238E27FC236}">
                <a16:creationId xmlns:a16="http://schemas.microsoft.com/office/drawing/2014/main" id="{5339968E-0A7C-4154-8923-E51F4CC8E12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9700" name="Slide Number Placeholder 3">
            <a:extLst>
              <a:ext uri="{FF2B5EF4-FFF2-40B4-BE49-F238E27FC236}">
                <a16:creationId xmlns:a16="http://schemas.microsoft.com/office/drawing/2014/main" id="{9DDB5042-1B09-45B7-9D40-FE9915B86E8C}"/>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BE45C94D-BF6E-4DCE-8F3E-049AB8CDF9D0}" type="slidenum">
              <a:rPr lang="en-US" altLang="en-US">
                <a:latin typeface="Calibri" panose="020F0502020204030204" pitchFamily="34" charset="0"/>
              </a:rPr>
              <a:pPr eaLnBrk="1" hangingPunct="1"/>
              <a:t>13</a:t>
            </a:fld>
            <a:endParaRPr lang="en-US" altLang="en-US">
              <a:latin typeface="Calibri" panose="020F0502020204030204" pitchFamily="34" charset="0"/>
            </a:endParaRPr>
          </a:p>
        </p:txBody>
      </p:sp>
    </p:spTree>
    <p:extLst>
      <p:ext uri="{BB962C8B-B14F-4D97-AF65-F5344CB8AC3E}">
        <p14:creationId xmlns:p14="http://schemas.microsoft.com/office/powerpoint/2010/main" val="37454527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14</a:t>
            </a:fld>
            <a:endParaRPr lang="en-US"/>
          </a:p>
        </p:txBody>
      </p:sp>
    </p:spTree>
    <p:extLst>
      <p:ext uri="{BB962C8B-B14F-4D97-AF65-F5344CB8AC3E}">
        <p14:creationId xmlns:p14="http://schemas.microsoft.com/office/powerpoint/2010/main" val="221054596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99B1642F-E42A-48FA-B34C-37F2223A5ED7}" type="slidenum">
              <a:rPr lang="en-US" smtClean="0"/>
              <a:pPr/>
              <a:t>111</a:t>
            </a:fld>
            <a:endParaRPr lang="en-US"/>
          </a:p>
        </p:txBody>
      </p:sp>
    </p:spTree>
    <p:extLst>
      <p:ext uri="{BB962C8B-B14F-4D97-AF65-F5344CB8AC3E}">
        <p14:creationId xmlns:p14="http://schemas.microsoft.com/office/powerpoint/2010/main" val="3480082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FBD5E4E4-37F2-4DAF-B911-FE88651F54B4}" type="datetime1">
              <a:rPr lang="en-US" smtClean="0"/>
              <a:t>5/1/2026</a:t>
            </a:fld>
            <a:endParaRPr lang="en-US"/>
          </a:p>
        </p:txBody>
      </p:sp>
      <p:sp>
        <p:nvSpPr>
          <p:cNvPr id="5" name="Footer Placeholder 4"/>
          <p:cNvSpPr>
            <a:spLocks noGrp="1"/>
          </p:cNvSpPr>
          <p:nvPr>
            <p:ph type="ftr" sz="quarter" idx="11"/>
          </p:nvPr>
        </p:nvSpPr>
        <p:spPr/>
        <p:txBody>
          <a:bodyPr/>
          <a:lstStyle/>
          <a:p>
            <a:r>
              <a:rPr lang="sv-SE"/>
              <a:t>Mr. Minhaj Nezami    AOE0861    TQM     Unit 5</a:t>
            </a:r>
            <a:endParaRPr lang="en-US" dirty="0"/>
          </a:p>
        </p:txBody>
      </p:sp>
      <p:sp>
        <p:nvSpPr>
          <p:cNvPr id="6" name="Slide Number Placeholder 5"/>
          <p:cNvSpPr>
            <a:spLocks noGrp="1"/>
          </p:cNvSpPr>
          <p:nvPr>
            <p:ph type="sldNum" sz="quarter" idx="12"/>
          </p:nvPr>
        </p:nvSpPr>
        <p:spPr/>
        <p:txBody>
          <a:bodyPr/>
          <a:lstStyle/>
          <a:p>
            <a:fld id="{6F9321E1-CE2D-48AA-BDE6-A6B4CFB39523}"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F84CCD8F-9922-44B8-AF1C-B9C40CBCD0C8}" type="datetime1">
              <a:rPr lang="en-US" smtClean="0"/>
              <a:t>5/1/2026</a:t>
            </a:fld>
            <a:endParaRPr lang="en-US"/>
          </a:p>
        </p:txBody>
      </p:sp>
      <p:sp>
        <p:nvSpPr>
          <p:cNvPr id="5" name="Footer Placeholder 4"/>
          <p:cNvSpPr>
            <a:spLocks noGrp="1"/>
          </p:cNvSpPr>
          <p:nvPr>
            <p:ph type="ftr" sz="quarter" idx="11"/>
          </p:nvPr>
        </p:nvSpPr>
        <p:spPr/>
        <p:txBody>
          <a:bodyPr/>
          <a:lstStyle/>
          <a:p>
            <a:r>
              <a:rPr lang="sv-SE"/>
              <a:t>Mr. Minhaj Nezami    AOE0861    TQM     Unit 5</a:t>
            </a:r>
            <a:endParaRPr lang="en-US" dirty="0"/>
          </a:p>
        </p:txBody>
      </p:sp>
      <p:sp>
        <p:nvSpPr>
          <p:cNvPr id="6" name="Slide Number Placeholder 5"/>
          <p:cNvSpPr>
            <a:spLocks noGrp="1"/>
          </p:cNvSpPr>
          <p:nvPr>
            <p:ph type="sldNum" sz="quarter" idx="12"/>
          </p:nvPr>
        </p:nvSpPr>
        <p:spPr/>
        <p:txBody>
          <a:bodyPr/>
          <a:lstStyle/>
          <a:p>
            <a:fld id="{6F9321E1-CE2D-48AA-BDE6-A6B4CFB39523}"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467B68-A56A-47FA-9616-442AF0E0749D}" type="datetime1">
              <a:rPr lang="en-US" smtClean="0"/>
              <a:t>5/1/2026</a:t>
            </a:fld>
            <a:endParaRPr lang="en-US"/>
          </a:p>
        </p:txBody>
      </p:sp>
      <p:sp>
        <p:nvSpPr>
          <p:cNvPr id="5" name="Footer Placeholder 4"/>
          <p:cNvSpPr>
            <a:spLocks noGrp="1"/>
          </p:cNvSpPr>
          <p:nvPr>
            <p:ph type="ftr" sz="quarter" idx="11"/>
          </p:nvPr>
        </p:nvSpPr>
        <p:spPr/>
        <p:txBody>
          <a:bodyPr/>
          <a:lstStyle/>
          <a:p>
            <a:r>
              <a:rPr lang="sv-SE"/>
              <a:t>Mr. Minhaj Nezami    AOE0861    TQM     Unit 5</a:t>
            </a:r>
            <a:endParaRPr lang="en-US" dirty="0"/>
          </a:p>
        </p:txBody>
      </p:sp>
      <p:sp>
        <p:nvSpPr>
          <p:cNvPr id="6" name="Slide Number Placeholder 5"/>
          <p:cNvSpPr>
            <a:spLocks noGrp="1"/>
          </p:cNvSpPr>
          <p:nvPr>
            <p:ph type="sldNum" sz="quarter" idx="12"/>
          </p:nvPr>
        </p:nvSpPr>
        <p:spPr/>
        <p:txBody>
          <a:bodyPr/>
          <a:lstStyle/>
          <a:p>
            <a:fld id="{6F9321E1-CE2D-48AA-BDE6-A6B4CFB39523}"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DCF4FFF9-63CE-42C7-935D-6923D4B7DA96}" type="datetime1">
              <a:rPr lang="en-US" smtClean="0"/>
              <a:t>5/1/2026</a:t>
            </a:fld>
            <a:endParaRPr lang="en-US"/>
          </a:p>
        </p:txBody>
      </p:sp>
      <p:sp>
        <p:nvSpPr>
          <p:cNvPr id="6" name="Footer Placeholder 5"/>
          <p:cNvSpPr>
            <a:spLocks noGrp="1"/>
          </p:cNvSpPr>
          <p:nvPr>
            <p:ph type="ftr" sz="quarter" idx="11"/>
          </p:nvPr>
        </p:nvSpPr>
        <p:spPr/>
        <p:txBody>
          <a:bodyPr/>
          <a:lstStyle/>
          <a:p>
            <a:r>
              <a:rPr lang="sv-SE"/>
              <a:t>Mr. Minhaj Nezami    AOE0861    TQM     Unit 5</a:t>
            </a:r>
            <a:endParaRPr lang="en-US" dirty="0"/>
          </a:p>
        </p:txBody>
      </p:sp>
      <p:sp>
        <p:nvSpPr>
          <p:cNvPr id="7" name="Slide Number Placeholder 6"/>
          <p:cNvSpPr>
            <a:spLocks noGrp="1"/>
          </p:cNvSpPr>
          <p:nvPr>
            <p:ph type="sldNum" sz="quarter" idx="12"/>
          </p:nvPr>
        </p:nvSpPr>
        <p:spPr/>
        <p:txBody>
          <a:bodyPr/>
          <a:lstStyle/>
          <a:p>
            <a:fld id="{6F9321E1-CE2D-48AA-BDE6-A6B4CFB39523}"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F123C9E-BB09-4E93-81B8-DBF55CD8EC03}" type="datetime1">
              <a:rPr lang="en-US" smtClean="0"/>
              <a:t>5/1/2026</a:t>
            </a:fld>
            <a:endParaRPr lang="en-US"/>
          </a:p>
        </p:txBody>
      </p:sp>
      <p:sp>
        <p:nvSpPr>
          <p:cNvPr id="8" name="Footer Placeholder 7"/>
          <p:cNvSpPr>
            <a:spLocks noGrp="1"/>
          </p:cNvSpPr>
          <p:nvPr>
            <p:ph type="ftr" sz="quarter" idx="11"/>
          </p:nvPr>
        </p:nvSpPr>
        <p:spPr/>
        <p:txBody>
          <a:bodyPr/>
          <a:lstStyle/>
          <a:p>
            <a:r>
              <a:rPr lang="sv-SE"/>
              <a:t>Mr. Minhaj Nezami    AOE0861    TQM     Unit 5</a:t>
            </a:r>
            <a:endParaRPr lang="en-US" dirty="0"/>
          </a:p>
        </p:txBody>
      </p:sp>
      <p:sp>
        <p:nvSpPr>
          <p:cNvPr id="9" name="Slide Number Placeholder 8"/>
          <p:cNvSpPr>
            <a:spLocks noGrp="1"/>
          </p:cNvSpPr>
          <p:nvPr>
            <p:ph type="sldNum" sz="quarter" idx="12"/>
          </p:nvPr>
        </p:nvSpPr>
        <p:spPr/>
        <p:txBody>
          <a:bodyPr/>
          <a:lstStyle/>
          <a:p>
            <a:fld id="{6F9321E1-CE2D-48AA-BDE6-A6B4CFB39523}"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1B081A5-632B-4D7F-84D7-B4BC5B7B7492}" type="datetime1">
              <a:rPr lang="en-US" smtClean="0"/>
              <a:t>5/1/2026</a:t>
            </a:fld>
            <a:endParaRPr lang="en-US"/>
          </a:p>
        </p:txBody>
      </p:sp>
      <p:sp>
        <p:nvSpPr>
          <p:cNvPr id="4" name="Footer Placeholder 3"/>
          <p:cNvSpPr>
            <a:spLocks noGrp="1"/>
          </p:cNvSpPr>
          <p:nvPr>
            <p:ph type="ftr" sz="quarter" idx="11"/>
          </p:nvPr>
        </p:nvSpPr>
        <p:spPr/>
        <p:txBody>
          <a:bodyPr/>
          <a:lstStyle/>
          <a:p>
            <a:r>
              <a:rPr lang="sv-SE"/>
              <a:t>Mr. Minhaj Nezami    AOE0861    TQM     Unit 5</a:t>
            </a:r>
            <a:endParaRPr lang="en-US" dirty="0"/>
          </a:p>
        </p:txBody>
      </p:sp>
      <p:sp>
        <p:nvSpPr>
          <p:cNvPr id="5" name="Slide Number Placeholder 4"/>
          <p:cNvSpPr>
            <a:spLocks noGrp="1"/>
          </p:cNvSpPr>
          <p:nvPr>
            <p:ph type="sldNum" sz="quarter" idx="12"/>
          </p:nvPr>
        </p:nvSpPr>
        <p:spPr/>
        <p:txBody>
          <a:bodyPr/>
          <a:lstStyle/>
          <a:p>
            <a:fld id="{6F9321E1-CE2D-48AA-BDE6-A6B4CFB39523}"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B098874-D671-4FC2-9622-E0803231E34A}" type="datetime1">
              <a:rPr lang="en-US" smtClean="0"/>
              <a:t>5/1/2026</a:t>
            </a:fld>
            <a:endParaRPr lang="en-US"/>
          </a:p>
        </p:txBody>
      </p:sp>
      <p:sp>
        <p:nvSpPr>
          <p:cNvPr id="3" name="Footer Placeholder 2"/>
          <p:cNvSpPr>
            <a:spLocks noGrp="1"/>
          </p:cNvSpPr>
          <p:nvPr>
            <p:ph type="ftr" sz="quarter" idx="11"/>
          </p:nvPr>
        </p:nvSpPr>
        <p:spPr/>
        <p:txBody>
          <a:bodyPr/>
          <a:lstStyle/>
          <a:p>
            <a:r>
              <a:rPr lang="sv-SE"/>
              <a:t>Mr. Minhaj Nezami    AOE0861    TQM     Unit 5</a:t>
            </a:r>
            <a:endParaRPr lang="en-US" dirty="0"/>
          </a:p>
        </p:txBody>
      </p:sp>
      <p:sp>
        <p:nvSpPr>
          <p:cNvPr id="4" name="Slide Number Placeholder 3"/>
          <p:cNvSpPr>
            <a:spLocks noGrp="1"/>
          </p:cNvSpPr>
          <p:nvPr>
            <p:ph type="sldNum" sz="quarter" idx="12"/>
          </p:nvPr>
        </p:nvSpPr>
        <p:spPr/>
        <p:txBody>
          <a:bodyPr/>
          <a:lstStyle/>
          <a:p>
            <a:fld id="{6F9321E1-CE2D-48AA-BDE6-A6B4CFB39523}"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7F32D7A-7838-40DC-A901-128F8EB79171}" type="datetime1">
              <a:rPr lang="en-US" smtClean="0"/>
              <a:t>5/1/2026</a:t>
            </a:fld>
            <a:endParaRPr lang="en-US"/>
          </a:p>
        </p:txBody>
      </p:sp>
      <p:sp>
        <p:nvSpPr>
          <p:cNvPr id="6" name="Footer Placeholder 5"/>
          <p:cNvSpPr>
            <a:spLocks noGrp="1"/>
          </p:cNvSpPr>
          <p:nvPr>
            <p:ph type="ftr" sz="quarter" idx="11"/>
          </p:nvPr>
        </p:nvSpPr>
        <p:spPr/>
        <p:txBody>
          <a:bodyPr/>
          <a:lstStyle/>
          <a:p>
            <a:r>
              <a:rPr lang="sv-SE"/>
              <a:t>Mr. Minhaj Nezami    AOE0861    TQM     Unit 5</a:t>
            </a:r>
            <a:endParaRPr lang="en-US" dirty="0"/>
          </a:p>
        </p:txBody>
      </p:sp>
      <p:sp>
        <p:nvSpPr>
          <p:cNvPr id="7" name="Slide Number Placeholder 6"/>
          <p:cNvSpPr>
            <a:spLocks noGrp="1"/>
          </p:cNvSpPr>
          <p:nvPr>
            <p:ph type="sldNum" sz="quarter" idx="12"/>
          </p:nvPr>
        </p:nvSpPr>
        <p:spPr/>
        <p:txBody>
          <a:bodyPr/>
          <a:lstStyle/>
          <a:p>
            <a:fld id="{6F9321E1-CE2D-48AA-BDE6-A6B4CFB39523}"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D5D1AD1-4823-4203-9CE2-FC7BB7466274}" type="datetime1">
              <a:rPr lang="en-US" smtClean="0"/>
              <a:t>5/1/2026</a:t>
            </a:fld>
            <a:endParaRPr lang="en-US"/>
          </a:p>
        </p:txBody>
      </p:sp>
      <p:sp>
        <p:nvSpPr>
          <p:cNvPr id="6" name="Footer Placeholder 5"/>
          <p:cNvSpPr>
            <a:spLocks noGrp="1"/>
          </p:cNvSpPr>
          <p:nvPr>
            <p:ph type="ftr" sz="quarter" idx="11"/>
          </p:nvPr>
        </p:nvSpPr>
        <p:spPr/>
        <p:txBody>
          <a:bodyPr/>
          <a:lstStyle/>
          <a:p>
            <a:r>
              <a:rPr lang="sv-SE"/>
              <a:t>Mr. Minhaj Nezami    AOE0861    TQM     Unit 5</a:t>
            </a:r>
            <a:endParaRPr lang="en-US" dirty="0"/>
          </a:p>
        </p:txBody>
      </p:sp>
      <p:sp>
        <p:nvSpPr>
          <p:cNvPr id="7" name="Slide Number Placeholder 6"/>
          <p:cNvSpPr>
            <a:spLocks noGrp="1"/>
          </p:cNvSpPr>
          <p:nvPr>
            <p:ph type="sldNum" sz="quarter" idx="12"/>
          </p:nvPr>
        </p:nvSpPr>
        <p:spPr/>
        <p:txBody>
          <a:bodyPr/>
          <a:lstStyle/>
          <a:p>
            <a:fld id="{6F9321E1-CE2D-48AA-BDE6-A6B4CFB39523}"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12D883-2492-4DF9-8CDD-1962A44C2987}" type="datetime1">
              <a:rPr lang="en-US" smtClean="0"/>
              <a:t>5/1/2026</a:t>
            </a:fld>
            <a:endParaRPr lang="en-US"/>
          </a:p>
        </p:txBody>
      </p:sp>
      <p:sp>
        <p:nvSpPr>
          <p:cNvPr id="5" name="Footer Placeholder 4"/>
          <p:cNvSpPr>
            <a:spLocks noGrp="1"/>
          </p:cNvSpPr>
          <p:nvPr>
            <p:ph type="ftr" sz="quarter" idx="11"/>
          </p:nvPr>
        </p:nvSpPr>
        <p:spPr/>
        <p:txBody>
          <a:bodyPr/>
          <a:lstStyle/>
          <a:p>
            <a:r>
              <a:rPr lang="sv-SE"/>
              <a:t>Mr. Minhaj Nezami    AOE0861    TQM     Unit 5</a:t>
            </a:r>
            <a:endParaRPr lang="en-US" dirty="0"/>
          </a:p>
        </p:txBody>
      </p:sp>
      <p:sp>
        <p:nvSpPr>
          <p:cNvPr id="6" name="Slide Number Placeholder 5"/>
          <p:cNvSpPr>
            <a:spLocks noGrp="1"/>
          </p:cNvSpPr>
          <p:nvPr>
            <p:ph type="sldNum" sz="quarter" idx="12"/>
          </p:nvPr>
        </p:nvSpPr>
        <p:spPr/>
        <p:txBody>
          <a:bodyPr/>
          <a:lstStyle/>
          <a:p>
            <a:fld id="{6F9321E1-CE2D-48AA-BDE6-A6B4CFB39523}"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A80156B-E676-4800-8D46-51C0AA9D3D46}" type="datetime1">
              <a:rPr lang="en-US" smtClean="0"/>
              <a:t>5/1/2026</a:t>
            </a:fld>
            <a:endParaRPr lang="en-US"/>
          </a:p>
        </p:txBody>
      </p:sp>
      <p:sp>
        <p:nvSpPr>
          <p:cNvPr id="5" name="Footer Placeholder 4"/>
          <p:cNvSpPr>
            <a:spLocks noGrp="1"/>
          </p:cNvSpPr>
          <p:nvPr>
            <p:ph type="ftr" sz="quarter" idx="11"/>
          </p:nvPr>
        </p:nvSpPr>
        <p:spPr/>
        <p:txBody>
          <a:bodyPr/>
          <a:lstStyle/>
          <a:p>
            <a:r>
              <a:rPr lang="sv-SE"/>
              <a:t>Mr. Minhaj Nezami    AOE0861    TQM     Unit 5</a:t>
            </a:r>
            <a:endParaRPr lang="en-US" dirty="0"/>
          </a:p>
        </p:txBody>
      </p:sp>
      <p:sp>
        <p:nvSpPr>
          <p:cNvPr id="6" name="Slide Number Placeholder 5"/>
          <p:cNvSpPr>
            <a:spLocks noGrp="1"/>
          </p:cNvSpPr>
          <p:nvPr>
            <p:ph type="sldNum" sz="quarter" idx="12"/>
          </p:nvPr>
        </p:nvSpPr>
        <p:spPr/>
        <p:txBody>
          <a:bodyPr/>
          <a:lstStyle/>
          <a:p>
            <a:fld id="{6F9321E1-CE2D-48AA-BDE6-A6B4CFB39523}"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2400" b="1"/>
            </a:lvl1pPr>
          </a:lstStyle>
          <a:p>
            <a:r>
              <a:rPr lang="en-US" dirty="0"/>
              <a:t>Click to edit Master title style</a:t>
            </a:r>
          </a:p>
        </p:txBody>
      </p:sp>
      <p:sp>
        <p:nvSpPr>
          <p:cNvPr id="3" name="Content Placeholder 2"/>
          <p:cNvSpPr>
            <a:spLocks noGrp="1"/>
          </p:cNvSpPr>
          <p:nvPr>
            <p:ph idx="1"/>
          </p:nvPr>
        </p:nvSpPr>
        <p:spPr/>
        <p:txBody>
          <a:bodyPr/>
          <a:lstStyle>
            <a:lvl1pPr>
              <a:defRPr sz="2200"/>
            </a:lvl1pPr>
            <a:lvl2pPr>
              <a:defRPr sz="2000"/>
            </a:lvl2pPr>
            <a:lvl3pPr>
              <a:defRPr sz="1800"/>
            </a:lvl3pPr>
          </a:lstStyle>
          <a:p>
            <a:pPr lvl="0"/>
            <a:r>
              <a:rPr lang="en-US" dirty="0"/>
              <a:t>Click to edit Master text styles</a:t>
            </a:r>
          </a:p>
          <a:p>
            <a:pPr lvl="1"/>
            <a:r>
              <a:rPr lang="en-US" dirty="0"/>
              <a:t>Second level</a:t>
            </a:r>
          </a:p>
          <a:p>
            <a:pPr lvl="2"/>
            <a:r>
              <a:rPr lang="en-US" dirty="0"/>
              <a:t>Third level</a:t>
            </a:r>
          </a:p>
        </p:txBody>
      </p:sp>
      <p:sp>
        <p:nvSpPr>
          <p:cNvPr id="4" name="Date Placeholder 3"/>
          <p:cNvSpPr>
            <a:spLocks noGrp="1"/>
          </p:cNvSpPr>
          <p:nvPr>
            <p:ph type="dt" sz="half" idx="10"/>
          </p:nvPr>
        </p:nvSpPr>
        <p:spPr/>
        <p:txBody>
          <a:bodyPr/>
          <a:lstStyle/>
          <a:p>
            <a:fld id="{FFB6C29D-4BE2-4176-991F-75C6BDA4B1D7}" type="datetime1">
              <a:rPr lang="en-US" smtClean="0"/>
              <a:t>5/1/2026</a:t>
            </a:fld>
            <a:endParaRPr lang="en-US"/>
          </a:p>
        </p:txBody>
      </p:sp>
      <p:sp>
        <p:nvSpPr>
          <p:cNvPr id="5" name="Footer Placeholder 4"/>
          <p:cNvSpPr>
            <a:spLocks noGrp="1"/>
          </p:cNvSpPr>
          <p:nvPr>
            <p:ph type="ftr" sz="quarter" idx="11"/>
          </p:nvPr>
        </p:nvSpPr>
        <p:spPr/>
        <p:txBody>
          <a:bodyPr/>
          <a:lstStyle/>
          <a:p>
            <a:r>
              <a:rPr lang="fi-FI"/>
              <a:t>Mr. Minhaj Nezami    AOE0861    TQM     Unit 5</a:t>
            </a:r>
            <a:endParaRPr lang="en-US" dirty="0"/>
          </a:p>
        </p:txBody>
      </p:sp>
      <p:sp>
        <p:nvSpPr>
          <p:cNvPr id="6" name="Slide Number Placeholder 5"/>
          <p:cNvSpPr>
            <a:spLocks noGrp="1"/>
          </p:cNvSpPr>
          <p:nvPr>
            <p:ph type="sldNum" sz="quarter" idx="12"/>
          </p:nvPr>
        </p:nvSpPr>
        <p:spPr/>
        <p:txBody>
          <a:bodyPr/>
          <a:lstStyle/>
          <a:p>
            <a:fld id="{201B34E6-0086-427D-A404-3B2A6BB81F11}" type="slidenum">
              <a:rPr lang="en-US" smtClean="0"/>
              <a:pPr/>
              <a:t>‹#›</a:t>
            </a:fld>
            <a:endParaRPr lang="en-US"/>
          </a:p>
        </p:txBody>
      </p:sp>
    </p:spTree>
    <p:extLst>
      <p:ext uri="{BB962C8B-B14F-4D97-AF65-F5344CB8AC3E}">
        <p14:creationId xmlns:p14="http://schemas.microsoft.com/office/powerpoint/2010/main" val="609822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7341FF2-F459-481C-91CD-AF05CC167FC6}" type="datetime1">
              <a:rPr lang="en-US" smtClean="0"/>
              <a:t>5/1/2026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sv-SE"/>
              <a:t>Mr. Minhaj Nezami    AOE0861    TQM     Unit 5</a:t>
            </a: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F9321E1-CE2D-48AA-BDE6-A6B4CFB39523}"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jpe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2.xml"/><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image" Target="../media/image11.png"/><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image" Target="../media/image11.png"/><Relationship Id="rId4" Type="http://schemas.openxmlformats.org/officeDocument/2006/relationships/image" Target="../media/image10.png"/></Relationships>
</file>

<file path=ppt/slides/_rels/slide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image" Target="../media/image11.png"/><Relationship Id="rId4" Type="http://schemas.openxmlformats.org/officeDocument/2006/relationships/image" Target="../media/image10.png"/></Relationships>
</file>

<file path=ppt/slides/_rels/slide3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image" Target="../media/image11.png"/><Relationship Id="rId4" Type="http://schemas.openxmlformats.org/officeDocument/2006/relationships/image" Target="../media/image10.png"/></Relationships>
</file>

<file path=ppt/slides/_rels/slide5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image" Target="../media/image11.png"/><Relationship Id="rId4" Type="http://schemas.openxmlformats.org/officeDocument/2006/relationships/image" Target="../media/image10.png"/></Relationships>
</file>

<file path=ppt/slides/_rels/slide6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image" Target="../media/image11.png"/><Relationship Id="rId4" Type="http://schemas.openxmlformats.org/officeDocument/2006/relationships/image" Target="../media/image10.png"/></Relationships>
</file>

<file path=ppt/slides/_rels/slide7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image" Target="../media/image11.png"/><Relationship Id="rId4" Type="http://schemas.openxmlformats.org/officeDocument/2006/relationships/image" Target="../media/image10.png"/></Relationships>
</file>

<file path=ppt/slides/_rels/slide8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image" Target="../media/image11.png"/><Relationship Id="rId4" Type="http://schemas.openxmlformats.org/officeDocument/2006/relationships/image" Target="../media/image10.png"/></Relationships>
</file>

<file path=ppt/slides/_rels/slide9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8" Type="http://schemas.openxmlformats.org/officeDocument/2006/relationships/hyperlink" Target="https://www.researchgate.net/publication/318654507_Total_Quality_Management_Notes" TargetMode="External"/><Relationship Id="rId3" Type="http://schemas.openxmlformats.org/officeDocument/2006/relationships/hyperlink" Target="https://www.youtube.com/watch?v=yWlAOFs04go" TargetMode="External"/><Relationship Id="rId7" Type="http://schemas.openxmlformats.org/officeDocument/2006/relationships/hyperlink" Target="https://www.youtube.com/watch?v=HkdoR-NNEoI" TargetMode="External"/><Relationship Id="rId2" Type="http://schemas.openxmlformats.org/officeDocument/2006/relationships/hyperlink" Target="https://www.youtube.com/watch?v=Q3EOCAuExJU" TargetMode="External"/><Relationship Id="rId1" Type="http://schemas.openxmlformats.org/officeDocument/2006/relationships/slideLayout" Target="../slideLayouts/slideLayout2.xml"/><Relationship Id="rId6" Type="http://schemas.openxmlformats.org/officeDocument/2006/relationships/hyperlink" Target="https://www.youtube.com/watch?v=2ePeXePNLrs" TargetMode="External"/><Relationship Id="rId5" Type="http://schemas.openxmlformats.org/officeDocument/2006/relationships/hyperlink" Target="https://www.youtube.com/watch?v=qb3mvJ1gb9g" TargetMode="External"/><Relationship Id="rId10" Type="http://schemas.openxmlformats.org/officeDocument/2006/relationships/image" Target="../media/image2.png"/><Relationship Id="rId4" Type="http://schemas.openxmlformats.org/officeDocument/2006/relationships/hyperlink" Target="https://www.youtube.com/watch?v=QifqIoUNTJM" TargetMode="External"/><Relationship Id="rId9" Type="http://schemas.openxmlformats.org/officeDocument/2006/relationships/hyperlink" Target="http://www.mescenter.ru/images/abook_file/Total_Quality_Management_and_Six_Sigma.pdf" TargetMode="External"/></Relationships>
</file>

<file path=ppt/slides/_rels/slide10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2.xml"/><Relationship Id="rId4" Type="http://schemas.openxmlformats.org/officeDocument/2006/relationships/image" Target="../media/image19.png"/></Relationships>
</file>

<file path=ppt/slides/_rels/slide1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1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1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1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1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1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1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www.researchgate.net/publication/318654507_Total_Quality_Management_Notes" TargetMode="Externa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447800" y="914400"/>
            <a:ext cx="6400800" cy="1177589"/>
          </a:xfrm>
        </p:spPr>
        <p:style>
          <a:lnRef idx="2">
            <a:schemeClr val="accent5"/>
          </a:lnRef>
          <a:fillRef idx="1">
            <a:schemeClr val="lt1"/>
          </a:fillRef>
          <a:effectRef idx="0">
            <a:schemeClr val="accent5"/>
          </a:effectRef>
          <a:fontRef idx="minor">
            <a:schemeClr val="dk1"/>
          </a:fontRef>
        </p:style>
        <p:txBody>
          <a:bodyPr>
            <a:normAutofit/>
          </a:bodyPr>
          <a:lstStyle/>
          <a:p>
            <a:endParaRPr lang="en-US" sz="2800" baseline="0" dirty="0">
              <a:solidFill>
                <a:srgbClr val="010202"/>
              </a:solidFill>
              <a:latin typeface="+mj-lt"/>
            </a:endParaRPr>
          </a:p>
          <a:p>
            <a:r>
              <a:rPr lang="en-US" sz="2800" b="1" baseline="0" dirty="0">
                <a:solidFill>
                  <a:srgbClr val="010202"/>
                </a:solidFill>
                <a:latin typeface="+mj-lt"/>
                <a:cs typeface="Times New Roman" pitchFamily="18" charset="0"/>
              </a:rPr>
              <a:t>Quality Systems and Certifications</a:t>
            </a:r>
          </a:p>
        </p:txBody>
      </p:sp>
      <p:sp>
        <p:nvSpPr>
          <p:cNvPr id="6" name="Subtitle 2"/>
          <p:cNvSpPr txBox="1">
            <a:spLocks/>
          </p:cNvSpPr>
          <p:nvPr/>
        </p:nvSpPr>
        <p:spPr>
          <a:xfrm>
            <a:off x="4267200" y="3810001"/>
            <a:ext cx="4686300" cy="1904999"/>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lvl="0" algn="ctr">
              <a:spcBef>
                <a:spcPct val="20000"/>
              </a:spcBef>
              <a:defRPr/>
            </a:pPr>
            <a:r>
              <a:rPr lang="en-US" sz="2400" dirty="0">
                <a:solidFill>
                  <a:schemeClr val="tx1"/>
                </a:solidFill>
                <a:latin typeface="Times New Roman" pitchFamily="18" charset="0"/>
                <a:cs typeface="Times New Roman" pitchFamily="18" charset="0"/>
              </a:rPr>
              <a:t>Faculty Name – Mr. Minhaj Nezami</a:t>
            </a:r>
          </a:p>
          <a:p>
            <a:pPr lvl="0" algn="ctr">
              <a:spcBef>
                <a:spcPct val="20000"/>
              </a:spcBef>
              <a:defRPr/>
            </a:pPr>
            <a:r>
              <a:rPr lang="en-US" sz="2400" dirty="0">
                <a:solidFill>
                  <a:schemeClr val="tx1"/>
                </a:solidFill>
                <a:latin typeface="Times New Roman" pitchFamily="18" charset="0"/>
                <a:cs typeface="Times New Roman" pitchFamily="18" charset="0"/>
              </a:rPr>
              <a:t>Assistant Professor </a:t>
            </a:r>
          </a:p>
          <a:p>
            <a:pPr lvl="0" algn="ctr">
              <a:spcBef>
                <a:spcPct val="20000"/>
              </a:spcBef>
              <a:defRPr/>
            </a:pPr>
            <a:r>
              <a:rPr lang="en-US" sz="2400" dirty="0">
                <a:solidFill>
                  <a:schemeClr val="tx1"/>
                </a:solidFill>
                <a:latin typeface="Times New Roman" pitchFamily="18" charset="0"/>
                <a:cs typeface="Times New Roman" pitchFamily="18" charset="0"/>
              </a:rPr>
              <a:t>Department - IT</a:t>
            </a: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2400" b="0" i="0" u="none" strike="noStrike" kern="1200" cap="none" spc="0" normalizeH="0" baseline="0" noProof="0" dirty="0">
              <a:ln>
                <a:noFill/>
              </a:ln>
              <a:solidFill>
                <a:schemeClr val="tx1"/>
              </a:solidFill>
              <a:effectLst/>
              <a:uLnTx/>
              <a:uFillTx/>
              <a:latin typeface="+mj-lt"/>
              <a:cs typeface="Times New Roman" pitchFamily="18" charset="0"/>
            </a:endParaRPr>
          </a:p>
        </p:txBody>
      </p:sp>
      <p:pic>
        <p:nvPicPr>
          <p:cNvPr id="1027" name="Picture 3" descr="C:\Users\Manks\Downloads\128_calendar-schedule-credit-mortgage-date-512.png"/>
          <p:cNvPicPr>
            <a:picLocks noChangeAspect="1" noChangeArrowheads="1"/>
          </p:cNvPicPr>
          <p:nvPr/>
        </p:nvPicPr>
        <p:blipFill>
          <a:blip r:embed="rId3" cstate="print"/>
          <a:srcRect/>
          <a:stretch>
            <a:fillRect/>
          </a:stretch>
        </p:blipFill>
        <p:spPr bwMode="auto">
          <a:xfrm flipH="1">
            <a:off x="381000" y="5943600"/>
            <a:ext cx="533400" cy="533400"/>
          </a:xfrm>
          <a:prstGeom prst="rect">
            <a:avLst/>
          </a:prstGeom>
          <a:noFill/>
        </p:spPr>
      </p:pic>
      <p:sp>
        <p:nvSpPr>
          <p:cNvPr id="9" name="Date Placeholder 8"/>
          <p:cNvSpPr>
            <a:spLocks noGrp="1"/>
          </p:cNvSpPr>
          <p:nvPr>
            <p:ph type="dt" sz="half" idx="10"/>
          </p:nvPr>
        </p:nvSpPr>
        <p:spPr>
          <a:xfrm>
            <a:off x="381000" y="6492890"/>
            <a:ext cx="2133600" cy="365125"/>
          </a:xfrm>
        </p:spPr>
        <p:txBody>
          <a:bodyPr/>
          <a:lstStyle/>
          <a:p>
            <a:fld id="{23D83CD7-B80D-4B23-A6F7-A9FCED0F6D34}" type="datetime1">
              <a:rPr lang="en-US" smtClean="0">
                <a:latin typeface="+mj-lt"/>
              </a:rPr>
              <a:t>5/1/2026</a:t>
            </a:fld>
            <a:endParaRPr lang="en-US" dirty="0">
              <a:latin typeface="+mj-lt"/>
            </a:endParaRPr>
          </a:p>
        </p:txBody>
      </p:sp>
      <p:sp>
        <p:nvSpPr>
          <p:cNvPr id="10" name="Slide Number Placeholder 9"/>
          <p:cNvSpPr>
            <a:spLocks noGrp="1"/>
          </p:cNvSpPr>
          <p:nvPr>
            <p:ph type="sldNum" sz="quarter" idx="12"/>
          </p:nvPr>
        </p:nvSpPr>
        <p:spPr/>
        <p:txBody>
          <a:bodyPr/>
          <a:lstStyle/>
          <a:p>
            <a:fld id="{B6F15528-21DE-4FAA-801E-634DDDAF4B2B}" type="slidenum">
              <a:rPr lang="en-US" smtClean="0">
                <a:latin typeface="+mj-lt"/>
              </a:rPr>
              <a:pPr/>
              <a:t>1</a:t>
            </a:fld>
            <a:endParaRPr lang="en-US">
              <a:latin typeface="+mj-lt"/>
            </a:endParaRPr>
          </a:p>
        </p:txBody>
      </p:sp>
      <p:sp>
        <p:nvSpPr>
          <p:cNvPr id="12" name="Subtitle 2"/>
          <p:cNvSpPr txBox="1">
            <a:spLocks/>
          </p:cNvSpPr>
          <p:nvPr/>
        </p:nvSpPr>
        <p:spPr>
          <a:xfrm>
            <a:off x="152400" y="2971800"/>
            <a:ext cx="2057400" cy="5334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400" b="0" i="0" u="none" strike="noStrike" kern="1200" cap="none" spc="0" normalizeH="0" baseline="0" noProof="0" dirty="0">
                <a:ln>
                  <a:noFill/>
                </a:ln>
                <a:solidFill>
                  <a:schemeClr val="tx1"/>
                </a:solidFill>
                <a:effectLst/>
                <a:uLnTx/>
                <a:uFillTx/>
                <a:latin typeface="+mj-lt"/>
                <a:cs typeface="Times New Roman" pitchFamily="18" charset="0"/>
              </a:rPr>
              <a:t>Unit:</a:t>
            </a:r>
            <a:r>
              <a:rPr kumimoji="0" lang="en-US" sz="2400" b="0" i="0" u="none" strike="noStrike" kern="1200" cap="none" spc="0" normalizeH="0" noProof="0" dirty="0">
                <a:ln>
                  <a:noFill/>
                </a:ln>
                <a:solidFill>
                  <a:schemeClr val="tx1"/>
                </a:solidFill>
                <a:effectLst/>
                <a:uLnTx/>
                <a:uFillTx/>
                <a:latin typeface="+mj-lt"/>
                <a:cs typeface="Times New Roman" pitchFamily="18" charset="0"/>
              </a:rPr>
              <a:t> </a:t>
            </a:r>
            <a:r>
              <a:rPr lang="en-US" sz="2400" dirty="0">
                <a:solidFill>
                  <a:schemeClr val="tx1"/>
                </a:solidFill>
                <a:latin typeface="+mj-lt"/>
                <a:cs typeface="Times New Roman" pitchFamily="18" charset="0"/>
              </a:rPr>
              <a:t>5</a:t>
            </a:r>
            <a:endParaRPr kumimoji="0" lang="en-US" sz="2400" b="0" i="0" u="none" strike="noStrike" kern="1200" cap="none" spc="0" normalizeH="0" baseline="0" noProof="0" dirty="0">
              <a:ln>
                <a:noFill/>
              </a:ln>
              <a:solidFill>
                <a:schemeClr val="tx1"/>
              </a:solidFill>
              <a:effectLst/>
              <a:uLnTx/>
              <a:uFillTx/>
              <a:latin typeface="+mj-lt"/>
              <a:cs typeface="Times New Roman" pitchFamily="18" charset="0"/>
            </a:endParaRPr>
          </a:p>
        </p:txBody>
      </p:sp>
      <p:sp>
        <p:nvSpPr>
          <p:cNvPr id="13" name="Footer Placeholder 12"/>
          <p:cNvSpPr>
            <a:spLocks noGrp="1"/>
          </p:cNvSpPr>
          <p:nvPr>
            <p:ph type="ftr" sz="quarter" idx="11"/>
          </p:nvPr>
        </p:nvSpPr>
        <p:spPr>
          <a:xfrm>
            <a:off x="2286000" y="6248415"/>
            <a:ext cx="5029200" cy="365125"/>
          </a:xfrm>
        </p:spPr>
        <p:txBody>
          <a:bodyPr/>
          <a:lstStyle/>
          <a:p>
            <a:r>
              <a:rPr lang="sv-SE" sz="2000">
                <a:latin typeface="+mj-lt"/>
              </a:rPr>
              <a:t>Mr. Minhaj Nezami    AOE0861    TQM     Unit 5</a:t>
            </a:r>
            <a:endParaRPr lang="en-US" sz="2000" dirty="0">
              <a:latin typeface="+mj-lt"/>
            </a:endParaRPr>
          </a:p>
        </p:txBody>
      </p:sp>
      <p:sp>
        <p:nvSpPr>
          <p:cNvPr id="14" name="Subtitle 2"/>
          <p:cNvSpPr txBox="1">
            <a:spLocks/>
          </p:cNvSpPr>
          <p:nvPr/>
        </p:nvSpPr>
        <p:spPr>
          <a:xfrm>
            <a:off x="30018" y="3810001"/>
            <a:ext cx="3856182" cy="8382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400" b="0" i="0" u="none" strike="noStrike" kern="1200" cap="none" spc="0" normalizeH="0" baseline="0" noProof="0" dirty="0">
                <a:ln>
                  <a:noFill/>
                </a:ln>
                <a:solidFill>
                  <a:schemeClr val="tx1"/>
                </a:solidFill>
                <a:effectLst/>
                <a:uLnTx/>
                <a:uFillTx/>
                <a:latin typeface="+mj-lt"/>
                <a:cs typeface="Times New Roman" pitchFamily="18" charset="0"/>
              </a:rPr>
              <a:t>Subject</a:t>
            </a:r>
            <a:r>
              <a:rPr kumimoji="0" lang="en-US" sz="2400" b="0" i="0" u="none" strike="noStrike" kern="1200" cap="none" spc="0" normalizeH="0" noProof="0" dirty="0">
                <a:ln>
                  <a:noFill/>
                </a:ln>
                <a:solidFill>
                  <a:schemeClr val="tx1"/>
                </a:solidFill>
                <a:effectLst/>
                <a:uLnTx/>
                <a:uFillTx/>
                <a:latin typeface="+mj-lt"/>
                <a:cs typeface="Times New Roman" pitchFamily="18" charset="0"/>
              </a:rPr>
              <a:t> Name – Total Quality Management</a:t>
            </a:r>
            <a:endParaRPr kumimoji="0" lang="en-US" sz="2400" b="0" i="0" u="none" strike="noStrike" kern="1200" cap="none" spc="0" normalizeH="0" baseline="0" noProof="0" dirty="0">
              <a:ln>
                <a:noFill/>
              </a:ln>
              <a:solidFill>
                <a:schemeClr val="tx1"/>
              </a:solidFill>
              <a:effectLst/>
              <a:uLnTx/>
              <a:uFillTx/>
              <a:latin typeface="+mj-lt"/>
              <a:cs typeface="Times New Roman" pitchFamily="18" charset="0"/>
            </a:endParaRPr>
          </a:p>
        </p:txBody>
      </p:sp>
      <p:sp>
        <p:nvSpPr>
          <p:cNvPr id="15" name="Subtitle 2"/>
          <p:cNvSpPr txBox="1">
            <a:spLocks/>
          </p:cNvSpPr>
          <p:nvPr/>
        </p:nvSpPr>
        <p:spPr>
          <a:xfrm>
            <a:off x="30018" y="4876800"/>
            <a:ext cx="3978564" cy="8382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400" b="0" i="0" u="none" strike="noStrike" kern="1200" cap="none" spc="0" normalizeH="0" baseline="0" noProof="0" dirty="0">
                <a:ln>
                  <a:noFill/>
                </a:ln>
                <a:solidFill>
                  <a:schemeClr val="tx1"/>
                </a:solidFill>
                <a:effectLst/>
                <a:uLnTx/>
                <a:uFillTx/>
                <a:latin typeface="+mj-lt"/>
                <a:cs typeface="Times New Roman" pitchFamily="18" charset="0"/>
              </a:rPr>
              <a:t>Course</a:t>
            </a:r>
            <a:r>
              <a:rPr kumimoji="0" lang="en-US" sz="2400" b="0" i="0" u="none" strike="noStrike" kern="1200" cap="none" spc="0" normalizeH="0" noProof="0" dirty="0">
                <a:ln>
                  <a:noFill/>
                </a:ln>
                <a:solidFill>
                  <a:schemeClr val="tx1"/>
                </a:solidFill>
                <a:effectLst/>
                <a:uLnTx/>
                <a:uFillTx/>
                <a:latin typeface="+mj-lt"/>
                <a:cs typeface="Times New Roman" pitchFamily="18" charset="0"/>
              </a:rPr>
              <a:t> – </a:t>
            </a:r>
            <a:r>
              <a:rPr lang="en-US" sz="2400" dirty="0">
                <a:solidFill>
                  <a:schemeClr val="tx1"/>
                </a:solidFill>
                <a:latin typeface="+mj-lt"/>
                <a:cs typeface="Times New Roman" pitchFamily="18" charset="0"/>
              </a:rPr>
              <a:t>B</a:t>
            </a:r>
            <a:r>
              <a:rPr kumimoji="0" lang="en-US" sz="2400" b="0" i="0" u="none" strike="noStrike" kern="1200" cap="none" spc="0" normalizeH="0" noProof="0" dirty="0">
                <a:ln>
                  <a:noFill/>
                </a:ln>
                <a:solidFill>
                  <a:schemeClr val="tx1"/>
                </a:solidFill>
                <a:effectLst/>
                <a:uLnTx/>
                <a:uFillTx/>
                <a:latin typeface="+mj-lt"/>
                <a:cs typeface="Times New Roman" pitchFamily="18" charset="0"/>
              </a:rPr>
              <a:t>. Tech  </a:t>
            </a:r>
            <a:r>
              <a:rPr lang="en-US" sz="2400" noProof="0" dirty="0">
                <a:solidFill>
                  <a:schemeClr val="tx1"/>
                </a:solidFill>
                <a:latin typeface="+mj-lt"/>
                <a:cs typeface="Times New Roman" pitchFamily="18" charset="0"/>
              </a:rPr>
              <a:t>8</a:t>
            </a:r>
            <a:r>
              <a:rPr kumimoji="0" lang="en-US" sz="2400" b="0" i="0" u="none" strike="noStrike" kern="1200" cap="none" spc="0" normalizeH="0" baseline="30000" noProof="0" dirty="0">
                <a:ln>
                  <a:noFill/>
                </a:ln>
                <a:solidFill>
                  <a:schemeClr val="tx1"/>
                </a:solidFill>
                <a:effectLst/>
                <a:uLnTx/>
                <a:uFillTx/>
                <a:latin typeface="+mj-lt"/>
                <a:cs typeface="Times New Roman" pitchFamily="18" charset="0"/>
              </a:rPr>
              <a:t>th</a:t>
            </a:r>
            <a:r>
              <a:rPr kumimoji="0" lang="en-US" sz="2400" b="0" i="0" u="none" strike="noStrike" kern="1200" cap="none" spc="0" normalizeH="0" noProof="0" dirty="0">
                <a:ln>
                  <a:noFill/>
                </a:ln>
                <a:solidFill>
                  <a:schemeClr val="tx1"/>
                </a:solidFill>
                <a:effectLst/>
                <a:uLnTx/>
                <a:uFillTx/>
                <a:latin typeface="+mj-lt"/>
                <a:cs typeface="Times New Roman" pitchFamily="18" charset="0"/>
              </a:rPr>
              <a:t> semester </a:t>
            </a:r>
            <a:br>
              <a:rPr kumimoji="0" lang="en-US" sz="2000" b="0" i="0" u="none" strike="noStrike" kern="1200" cap="none" spc="0" normalizeH="0" noProof="0" dirty="0">
                <a:ln>
                  <a:noFill/>
                </a:ln>
                <a:solidFill>
                  <a:schemeClr val="tx1"/>
                </a:solidFill>
                <a:effectLst/>
                <a:uLnTx/>
                <a:uFillTx/>
                <a:latin typeface="+mj-lt"/>
                <a:cs typeface="Times New Roman" pitchFamily="18" charset="0"/>
              </a:rPr>
            </a:br>
            <a:endParaRPr kumimoji="0" lang="en-US" sz="2000" b="0" i="0" u="none" strike="noStrike" kern="1200" cap="none" spc="0" normalizeH="0" baseline="0" noProof="0" dirty="0">
              <a:ln>
                <a:noFill/>
              </a:ln>
              <a:solidFill>
                <a:schemeClr val="tx1"/>
              </a:solidFill>
              <a:effectLst/>
              <a:uLnTx/>
              <a:uFillTx/>
              <a:latin typeface="+mj-lt"/>
              <a:cs typeface="Times New Roman" pitchFamily="18" charset="0"/>
            </a:endParaRPr>
          </a:p>
        </p:txBody>
      </p:sp>
      <p:pic>
        <p:nvPicPr>
          <p:cNvPr id="16" name="Picture 15"/>
          <p:cNvPicPr>
            <a:picLocks noChangeAspect="1"/>
          </p:cNvPicPr>
          <p:nvPr/>
        </p:nvPicPr>
        <p:blipFill>
          <a:blip r:embed="rId4"/>
          <a:stretch>
            <a:fillRect/>
          </a:stretch>
        </p:blipFill>
        <p:spPr>
          <a:xfrm>
            <a:off x="30018" y="25400"/>
            <a:ext cx="1755800" cy="1024217"/>
          </a:xfrm>
          <a:prstGeom prst="rect">
            <a:avLst/>
          </a:prstGeom>
        </p:spPr>
      </p:pic>
      <p:pic>
        <p:nvPicPr>
          <p:cNvPr id="18" name="Picture 17"/>
          <p:cNvPicPr>
            <a:picLocks noChangeAspect="1"/>
          </p:cNvPicPr>
          <p:nvPr/>
        </p:nvPicPr>
        <p:blipFill>
          <a:blip r:embed="rId5"/>
          <a:stretch>
            <a:fillRect/>
          </a:stretch>
        </p:blipFill>
        <p:spPr>
          <a:xfrm>
            <a:off x="1785818" y="-25372"/>
            <a:ext cx="7378964" cy="1146147"/>
          </a:xfrm>
          <a:prstGeom prst="rect">
            <a:avLst/>
          </a:prstGeom>
        </p:spPr>
      </p:pic>
      <p:pic>
        <p:nvPicPr>
          <p:cNvPr id="2" name="Picture 1">
            <a:extLst>
              <a:ext uri="{FF2B5EF4-FFF2-40B4-BE49-F238E27FC236}">
                <a16:creationId xmlns:a16="http://schemas.microsoft.com/office/drawing/2014/main" id="{669D52E6-3B71-FFC7-05D2-0C47B19DC0BB}"/>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540910" y="2199924"/>
            <a:ext cx="1295400" cy="154375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914400"/>
            <a:ext cx="8305800" cy="5181600"/>
          </a:xfrm>
        </p:spPr>
        <p:txBody>
          <a:bodyPr>
            <a:normAutofit/>
          </a:bodyPr>
          <a:lstStyle/>
          <a:p>
            <a:pPr>
              <a:buNone/>
            </a:pPr>
            <a:r>
              <a:rPr lang="en-US" sz="2200" dirty="0">
                <a:solidFill>
                  <a:schemeClr val="dk1"/>
                </a:solidFill>
                <a:latin typeface="Times New Roman" panose="02020603050405020304" pitchFamily="18" charset="0"/>
                <a:cs typeface="Times New Roman" panose="02020603050405020304" pitchFamily="18" charset="0"/>
              </a:rPr>
              <a:t>            </a:t>
            </a:r>
            <a:endParaRPr lang="en-US" sz="2400" spc="-5" dirty="0">
              <a:solidFill>
                <a:srgbClr val="000000"/>
              </a:solidFill>
              <a:latin typeface="Georgia"/>
              <a:cs typeface="Georgia"/>
            </a:endParaRPr>
          </a:p>
          <a:p>
            <a:endParaRPr lang="en-US" sz="2400" dirty="0">
              <a:solidFill>
                <a:schemeClr val="dk1"/>
              </a:solidFill>
              <a:latin typeface="Times New Roman" panose="02020603050405020304" pitchFamily="18" charset="0"/>
              <a:cs typeface="Times New Roman" panose="02020603050405020304" pitchFamily="18" charset="0"/>
            </a:endParaRPr>
          </a:p>
          <a:p>
            <a:pPr lvl="0"/>
            <a:endParaRPr lang="en-US" sz="2400" spc="-5" dirty="0">
              <a:solidFill>
                <a:srgbClr val="000000"/>
              </a:solidFill>
              <a:latin typeface="Georgia"/>
              <a:cs typeface="Georgia"/>
            </a:endParaRPr>
          </a:p>
          <a:p>
            <a:pPr lvl="0"/>
            <a:endParaRPr lang="en-US" sz="2200" dirty="0">
              <a:solidFill>
                <a:schemeClr val="dk1"/>
              </a:solidFill>
              <a:latin typeface="Times New Roman" panose="02020603050405020304" pitchFamily="18" charset="0"/>
              <a:cs typeface="Times New Roman" panose="02020603050405020304" pitchFamily="18" charset="0"/>
            </a:endParaRPr>
          </a:p>
        </p:txBody>
      </p:sp>
      <p:sp>
        <p:nvSpPr>
          <p:cNvPr id="6" name="Date Placeholder 5"/>
          <p:cNvSpPr>
            <a:spLocks noGrp="1"/>
          </p:cNvSpPr>
          <p:nvPr>
            <p:ph type="dt" sz="half" idx="10"/>
          </p:nvPr>
        </p:nvSpPr>
        <p:spPr/>
        <p:txBody>
          <a:bodyPr/>
          <a:lstStyle/>
          <a:p>
            <a:fld id="{B0D4D1F6-2FC4-4270-8927-8BB55202F8E8}" type="datetime1">
              <a:rPr lang="en-US" smtClean="0"/>
              <a:t>5/1/2026</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2</a:t>
            </a:fld>
            <a:endParaRPr lang="en-US"/>
          </a:p>
        </p:txBody>
      </p:sp>
      <p:sp>
        <p:nvSpPr>
          <p:cNvPr id="13" name="Footer Placeholder 12"/>
          <p:cNvSpPr>
            <a:spLocks noGrp="1"/>
          </p:cNvSpPr>
          <p:nvPr>
            <p:ph type="ftr" sz="quarter" idx="11"/>
          </p:nvPr>
        </p:nvSpPr>
        <p:spPr>
          <a:xfrm>
            <a:off x="2286000" y="6248415"/>
            <a:ext cx="5410200" cy="365125"/>
          </a:xfrm>
        </p:spPr>
        <p:txBody>
          <a:bodyPr/>
          <a:lstStyle/>
          <a:p>
            <a:r>
              <a:rPr lang="fi-FI" sz="2000"/>
              <a:t>Mr. Minhaj Nezami    AOE0861    TQM     Unit 5</a:t>
            </a:r>
            <a:endParaRPr lang="en-US" sz="2000" dirty="0"/>
          </a:p>
        </p:txBody>
      </p:sp>
      <p:pic>
        <p:nvPicPr>
          <p:cNvPr id="11" name="Picture 10"/>
          <p:cNvPicPr>
            <a:picLocks noChangeAspect="1"/>
          </p:cNvPicPr>
          <p:nvPr/>
        </p:nvPicPr>
        <p:blipFill>
          <a:blip r:embed="rId3"/>
          <a:stretch>
            <a:fillRect/>
          </a:stretch>
        </p:blipFill>
        <p:spPr>
          <a:xfrm>
            <a:off x="30018" y="25400"/>
            <a:ext cx="1755800" cy="1024217"/>
          </a:xfrm>
          <a:prstGeom prst="rect">
            <a:avLst/>
          </a:prstGeom>
        </p:spPr>
      </p:pic>
      <p:pic>
        <p:nvPicPr>
          <p:cNvPr id="9" name="Picture 8"/>
          <p:cNvPicPr>
            <a:picLocks noChangeAspect="1"/>
          </p:cNvPicPr>
          <p:nvPr/>
        </p:nvPicPr>
        <p:blipFill>
          <a:blip r:embed="rId4"/>
          <a:stretch>
            <a:fillRect/>
          </a:stretch>
        </p:blipFill>
        <p:spPr>
          <a:xfrm>
            <a:off x="1785818" y="-30480"/>
            <a:ext cx="7376799" cy="1060796"/>
          </a:xfrm>
          <a:prstGeom prst="rect">
            <a:avLst/>
          </a:prstGeom>
        </p:spPr>
      </p:pic>
      <p:pic>
        <p:nvPicPr>
          <p:cNvPr id="10" name="Picture 9"/>
          <p:cNvPicPr>
            <a:picLocks noChangeAspect="1"/>
          </p:cNvPicPr>
          <p:nvPr/>
        </p:nvPicPr>
        <p:blipFill>
          <a:blip r:embed="rId5"/>
          <a:stretch>
            <a:fillRect/>
          </a:stretch>
        </p:blipFill>
        <p:spPr>
          <a:xfrm>
            <a:off x="533400" y="827095"/>
            <a:ext cx="8077200" cy="5203810"/>
          </a:xfrm>
          <a:prstGeom prst="rect">
            <a:avLst/>
          </a:prstGeom>
        </p:spPr>
      </p:pic>
    </p:spTree>
    <p:extLst>
      <p:ext uri="{BB962C8B-B14F-4D97-AF65-F5344CB8AC3E}">
        <p14:creationId xmlns:p14="http://schemas.microsoft.com/office/powerpoint/2010/main" val="17701869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990600"/>
            <a:ext cx="8305800" cy="5105400"/>
          </a:xfrm>
        </p:spPr>
        <p:txBody>
          <a:bodyPr>
            <a:normAutofit fontScale="92500" lnSpcReduction="20000"/>
          </a:bodyPr>
          <a:lstStyle/>
          <a:p>
            <a:r>
              <a:rPr lang="en-US" sz="2200" dirty="0">
                <a:latin typeface="+mj-lt"/>
                <a:cs typeface="Times New Roman" panose="02020603050405020304" pitchFamily="18" charset="0"/>
              </a:rPr>
              <a:t>Course objectives		</a:t>
            </a:r>
          </a:p>
          <a:p>
            <a:r>
              <a:rPr lang="en-US" sz="2200" dirty="0">
                <a:latin typeface="+mj-lt"/>
                <a:cs typeface="Times New Roman" panose="02020603050405020304" pitchFamily="18" charset="0"/>
              </a:rPr>
              <a:t>Course outcomes</a:t>
            </a:r>
          </a:p>
          <a:p>
            <a:r>
              <a:rPr lang="en-US" sz="2200" dirty="0">
                <a:latin typeface="+mj-lt"/>
                <a:cs typeface="Times New Roman" panose="02020603050405020304" pitchFamily="18" charset="0"/>
              </a:rPr>
              <a:t>Program outcome</a:t>
            </a:r>
          </a:p>
          <a:p>
            <a:pPr lvl="0"/>
            <a:r>
              <a:rPr lang="en-US" sz="2200" dirty="0">
                <a:solidFill>
                  <a:schemeClr val="dk1"/>
                </a:solidFill>
                <a:latin typeface="+mj-lt"/>
                <a:cs typeface="Times New Roman" panose="02020603050405020304" pitchFamily="18" charset="0"/>
              </a:rPr>
              <a:t>CO-PO Mapping</a:t>
            </a:r>
          </a:p>
          <a:p>
            <a:pPr lvl="0"/>
            <a:r>
              <a:rPr lang="en-US" sz="2200" dirty="0">
                <a:solidFill>
                  <a:schemeClr val="dk1"/>
                </a:solidFill>
                <a:latin typeface="+mj-lt"/>
                <a:cs typeface="Times New Roman" panose="02020603050405020304" pitchFamily="18" charset="0"/>
              </a:rPr>
              <a:t>Program Specific outcome</a:t>
            </a:r>
          </a:p>
          <a:p>
            <a:pPr lvl="0"/>
            <a:r>
              <a:rPr lang="en-US" sz="2200" dirty="0">
                <a:solidFill>
                  <a:schemeClr val="dk1"/>
                </a:solidFill>
                <a:latin typeface="+mj-lt"/>
                <a:cs typeface="Times New Roman" panose="02020603050405020304" pitchFamily="18" charset="0"/>
              </a:rPr>
              <a:t>CO-PSO Mapping</a:t>
            </a:r>
          </a:p>
          <a:p>
            <a:pPr lvl="0"/>
            <a:r>
              <a:rPr lang="en-US" sz="2200" dirty="0">
                <a:solidFill>
                  <a:schemeClr val="dk1"/>
                </a:solidFill>
                <a:latin typeface="+mj-lt"/>
                <a:cs typeface="Times New Roman" panose="02020603050405020304" pitchFamily="18" charset="0"/>
              </a:rPr>
              <a:t>Program Educational objectives</a:t>
            </a:r>
          </a:p>
          <a:p>
            <a:pPr lvl="0"/>
            <a:r>
              <a:rPr lang="en-US" sz="2200" dirty="0">
                <a:solidFill>
                  <a:schemeClr val="dk1"/>
                </a:solidFill>
                <a:latin typeface="+mj-lt"/>
                <a:cs typeface="Times New Roman" panose="02020603050405020304" pitchFamily="18" charset="0"/>
              </a:rPr>
              <a:t>Unit Recap  and pre cap</a:t>
            </a:r>
          </a:p>
          <a:p>
            <a:pPr lvl="0"/>
            <a:r>
              <a:rPr lang="en-US" sz="2200" dirty="0">
                <a:solidFill>
                  <a:schemeClr val="dk1"/>
                </a:solidFill>
                <a:latin typeface="+mj-lt"/>
                <a:cs typeface="Times New Roman" panose="02020603050405020304" pitchFamily="18" charset="0"/>
              </a:rPr>
              <a:t>Syllabus of Unit 5</a:t>
            </a:r>
          </a:p>
          <a:p>
            <a:pPr lvl="0"/>
            <a:r>
              <a:rPr lang="en-US" sz="2200" dirty="0">
                <a:solidFill>
                  <a:schemeClr val="dk1"/>
                </a:solidFill>
                <a:latin typeface="+mj-lt"/>
                <a:cs typeface="Times New Roman" panose="02020603050405020304" pitchFamily="18" charset="0"/>
              </a:rPr>
              <a:t>Objective of  quality system</a:t>
            </a:r>
          </a:p>
          <a:p>
            <a:pPr lvl="0"/>
            <a:r>
              <a:rPr lang="en-US" sz="2200" dirty="0">
                <a:solidFill>
                  <a:schemeClr val="dk1"/>
                </a:solidFill>
                <a:latin typeface="+mj-lt"/>
                <a:cs typeface="Times New Roman" panose="02020603050405020304" pitchFamily="18" charset="0"/>
              </a:rPr>
              <a:t>Pre cap of  quality system</a:t>
            </a:r>
          </a:p>
          <a:p>
            <a:pPr marL="355600">
              <a:spcBef>
                <a:spcPts val="265"/>
              </a:spcBef>
              <a:buFont typeface="Arial"/>
              <a:buChar char="•"/>
              <a:tabLst>
                <a:tab pos="354965" algn="l"/>
                <a:tab pos="355600" algn="l"/>
              </a:tabLst>
            </a:pPr>
            <a:r>
              <a:rPr lang="en-US" sz="2200" spc="-5" dirty="0">
                <a:latin typeface="+mj-lt"/>
                <a:cs typeface="Century"/>
              </a:rPr>
              <a:t>Quality system.</a:t>
            </a:r>
          </a:p>
          <a:p>
            <a:pPr marL="355600">
              <a:spcBef>
                <a:spcPts val="265"/>
              </a:spcBef>
              <a:buFont typeface="Arial"/>
              <a:buChar char="•"/>
              <a:tabLst>
                <a:tab pos="354965" algn="l"/>
                <a:tab pos="355600" algn="l"/>
              </a:tabLst>
            </a:pPr>
            <a:r>
              <a:rPr lang="en-US" sz="2200" spc="-5" dirty="0">
                <a:latin typeface="+mj-lt"/>
                <a:cs typeface="Century"/>
              </a:rPr>
              <a:t>Recap of quality system</a:t>
            </a:r>
          </a:p>
          <a:p>
            <a:pPr marL="355600">
              <a:spcBef>
                <a:spcPts val="265"/>
              </a:spcBef>
              <a:buFont typeface="Arial"/>
              <a:buChar char="•"/>
              <a:tabLst>
                <a:tab pos="354965" algn="l"/>
                <a:tab pos="355600" algn="l"/>
              </a:tabLst>
            </a:pPr>
            <a:r>
              <a:rPr lang="en-US" sz="2200" spc="-5" dirty="0">
                <a:latin typeface="+mj-lt"/>
                <a:cs typeface="Century"/>
              </a:rPr>
              <a:t>Objective of ISO</a:t>
            </a:r>
          </a:p>
          <a:p>
            <a:pPr marL="355600">
              <a:spcBef>
                <a:spcPts val="265"/>
              </a:spcBef>
              <a:buFont typeface="Arial"/>
              <a:buChar char="•"/>
              <a:tabLst>
                <a:tab pos="354965" algn="l"/>
                <a:tab pos="355600" algn="l"/>
              </a:tabLst>
            </a:pPr>
            <a:r>
              <a:rPr lang="en-US" sz="2200" dirty="0">
                <a:solidFill>
                  <a:schemeClr val="dk1"/>
                </a:solidFill>
                <a:latin typeface="+mj-lt"/>
                <a:cs typeface="Times New Roman" panose="02020603050405020304" pitchFamily="18" charset="0"/>
              </a:rPr>
              <a:t>pre cap of </a:t>
            </a:r>
            <a:r>
              <a:rPr lang="en-US" sz="2200" spc="-5" dirty="0">
                <a:latin typeface="+mj-lt"/>
                <a:cs typeface="Century"/>
              </a:rPr>
              <a:t>ISO</a:t>
            </a:r>
          </a:p>
          <a:p>
            <a:pPr marL="355600">
              <a:spcBef>
                <a:spcPts val="265"/>
              </a:spcBef>
              <a:buFont typeface="Arial"/>
              <a:buChar char="•"/>
              <a:tabLst>
                <a:tab pos="354965" algn="l"/>
                <a:tab pos="355600" algn="l"/>
              </a:tabLst>
            </a:pPr>
            <a:r>
              <a:rPr lang="en-US" sz="2200" spc="-5" dirty="0">
                <a:latin typeface="+mj-lt"/>
                <a:cs typeface="Century"/>
              </a:rPr>
              <a:t>ISO.</a:t>
            </a:r>
          </a:p>
          <a:p>
            <a:pPr marL="355600">
              <a:spcBef>
                <a:spcPts val="265"/>
              </a:spcBef>
              <a:buFont typeface="Arial"/>
              <a:buChar char="•"/>
              <a:tabLst>
                <a:tab pos="354965" algn="l"/>
                <a:tab pos="355600" algn="l"/>
              </a:tabLst>
            </a:pPr>
            <a:r>
              <a:rPr lang="en-US" sz="2200" spc="-5" dirty="0">
                <a:latin typeface="+mj-lt"/>
                <a:cs typeface="Century"/>
              </a:rPr>
              <a:t>Recap of ISO</a:t>
            </a:r>
          </a:p>
          <a:p>
            <a:pPr marL="355600">
              <a:spcBef>
                <a:spcPts val="265"/>
              </a:spcBef>
              <a:buFont typeface="Arial"/>
              <a:buChar char="•"/>
              <a:tabLst>
                <a:tab pos="354965" algn="l"/>
                <a:tab pos="355600" algn="l"/>
              </a:tabLst>
            </a:pPr>
            <a:endParaRPr lang="en-US" sz="2200" dirty="0">
              <a:latin typeface="+mj-lt"/>
              <a:cs typeface="Century"/>
            </a:endParaRPr>
          </a:p>
        </p:txBody>
      </p:sp>
      <p:sp>
        <p:nvSpPr>
          <p:cNvPr id="6" name="Date Placeholder 5"/>
          <p:cNvSpPr>
            <a:spLocks noGrp="1"/>
          </p:cNvSpPr>
          <p:nvPr>
            <p:ph type="dt" sz="half" idx="10"/>
          </p:nvPr>
        </p:nvSpPr>
        <p:spPr/>
        <p:txBody>
          <a:bodyPr/>
          <a:lstStyle/>
          <a:p>
            <a:fld id="{ED05A32A-47F5-469F-8151-A53D3396A79F}" type="datetime1">
              <a:rPr lang="en-US" smtClean="0">
                <a:latin typeface="+mj-lt"/>
              </a:rPr>
              <a:t>5/1/2026</a:t>
            </a:fld>
            <a:endParaRPr lang="en-US">
              <a:latin typeface="+mj-lt"/>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latin typeface="+mj-lt"/>
              </a:rPr>
              <a:pPr/>
              <a:t>3</a:t>
            </a:fld>
            <a:endParaRPr lang="en-US">
              <a:latin typeface="+mj-lt"/>
            </a:endParaRPr>
          </a:p>
        </p:txBody>
      </p:sp>
      <p:sp>
        <p:nvSpPr>
          <p:cNvPr id="13" name="Footer Placeholder 12"/>
          <p:cNvSpPr>
            <a:spLocks noGrp="1"/>
          </p:cNvSpPr>
          <p:nvPr>
            <p:ph type="ftr" sz="quarter" idx="11"/>
          </p:nvPr>
        </p:nvSpPr>
        <p:spPr>
          <a:xfrm>
            <a:off x="2286000" y="6248415"/>
            <a:ext cx="5029200" cy="365125"/>
          </a:xfrm>
        </p:spPr>
        <p:txBody>
          <a:bodyPr/>
          <a:lstStyle/>
          <a:p>
            <a:r>
              <a:rPr lang="sv-SE" sz="2000">
                <a:latin typeface="+mj-lt"/>
              </a:rPr>
              <a:t>Mr. Minhaj Nezami    AOE0861    TQM     Unit 5</a:t>
            </a:r>
            <a:endParaRPr lang="en-US" sz="2000" dirty="0">
              <a:latin typeface="+mj-lt"/>
            </a:endParaRPr>
          </a:p>
        </p:txBody>
      </p:sp>
      <p:pic>
        <p:nvPicPr>
          <p:cNvPr id="9" name="Picture 8"/>
          <p:cNvPicPr>
            <a:picLocks noChangeAspect="1"/>
          </p:cNvPicPr>
          <p:nvPr/>
        </p:nvPicPr>
        <p:blipFill>
          <a:blip r:embed="rId3"/>
          <a:stretch>
            <a:fillRect/>
          </a:stretch>
        </p:blipFill>
        <p:spPr>
          <a:xfrm>
            <a:off x="0" y="-16164"/>
            <a:ext cx="1755800" cy="1024217"/>
          </a:xfrm>
          <a:prstGeom prst="rect">
            <a:avLst/>
          </a:prstGeom>
        </p:spPr>
      </p:pic>
      <p:sp>
        <p:nvSpPr>
          <p:cNvPr id="11" name="Title 1">
            <a:extLst>
              <a:ext uri="{FF2B5EF4-FFF2-40B4-BE49-F238E27FC236}">
                <a16:creationId xmlns:a16="http://schemas.microsoft.com/office/drawing/2014/main" id="{1C7BBAA3-263A-8FE5-5AA3-E40EF73A5AE9}"/>
              </a:ext>
            </a:extLst>
          </p:cNvPr>
          <p:cNvSpPr txBox="1">
            <a:spLocks/>
          </p:cNvSpPr>
          <p:nvPr/>
        </p:nvSpPr>
        <p:spPr>
          <a:xfrm>
            <a:off x="1752600" y="-16164"/>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Contents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139930"/>
            <a:ext cx="8305800" cy="5216419"/>
          </a:xfrm>
        </p:spPr>
        <p:txBody>
          <a:bodyPr>
            <a:normAutofit lnSpcReduction="10000"/>
          </a:bodyPr>
          <a:lstStyle/>
          <a:p>
            <a:pPr marL="355600">
              <a:spcBef>
                <a:spcPts val="265"/>
              </a:spcBef>
              <a:buFont typeface="Arial"/>
              <a:buChar char="•"/>
              <a:tabLst>
                <a:tab pos="354965" algn="l"/>
                <a:tab pos="355600" algn="l"/>
              </a:tabLst>
            </a:pPr>
            <a:r>
              <a:rPr lang="en-US" sz="2200" spc="-5" dirty="0">
                <a:cs typeface="Century"/>
              </a:rPr>
              <a:t>Objective of ISO 9000</a:t>
            </a:r>
          </a:p>
          <a:p>
            <a:pPr marL="355600">
              <a:spcBef>
                <a:spcPts val="265"/>
              </a:spcBef>
              <a:buFont typeface="Arial"/>
              <a:buChar char="•"/>
              <a:tabLst>
                <a:tab pos="354965" algn="l"/>
                <a:tab pos="355600" algn="l"/>
              </a:tabLst>
            </a:pPr>
            <a:r>
              <a:rPr lang="en-US" sz="2200" dirty="0">
                <a:solidFill>
                  <a:schemeClr val="dk1"/>
                </a:solidFill>
                <a:cs typeface="Times New Roman" panose="02020603050405020304" pitchFamily="18" charset="0"/>
              </a:rPr>
              <a:t>Pre cap</a:t>
            </a:r>
            <a:r>
              <a:rPr lang="en-US" sz="2200" spc="-5" dirty="0">
                <a:cs typeface="Century"/>
              </a:rPr>
              <a:t> ISO 9000</a:t>
            </a:r>
            <a:endParaRPr lang="en-US" sz="2200" dirty="0">
              <a:cs typeface="Century"/>
            </a:endParaRPr>
          </a:p>
          <a:p>
            <a:pPr marL="355600">
              <a:spcBef>
                <a:spcPts val="265"/>
              </a:spcBef>
              <a:buFont typeface="Arial"/>
              <a:buChar char="•"/>
              <a:tabLst>
                <a:tab pos="354965" algn="l"/>
                <a:tab pos="355600" algn="l"/>
              </a:tabLst>
            </a:pPr>
            <a:r>
              <a:rPr lang="en-US" sz="2200" spc="-5" dirty="0">
                <a:cs typeface="Century"/>
              </a:rPr>
              <a:t>ISO 9000.</a:t>
            </a:r>
          </a:p>
          <a:p>
            <a:pPr marL="355600">
              <a:spcBef>
                <a:spcPts val="265"/>
              </a:spcBef>
              <a:buFont typeface="Arial"/>
              <a:buChar char="•"/>
              <a:tabLst>
                <a:tab pos="354965" algn="l"/>
                <a:tab pos="355600" algn="l"/>
              </a:tabLst>
            </a:pPr>
            <a:r>
              <a:rPr lang="en-US" sz="2200" spc="-5" dirty="0">
                <a:cs typeface="Century"/>
              </a:rPr>
              <a:t>Recap of ISO 9000</a:t>
            </a:r>
          </a:p>
          <a:p>
            <a:pPr marL="355600">
              <a:spcBef>
                <a:spcPts val="265"/>
              </a:spcBef>
              <a:buFont typeface="Arial"/>
              <a:buChar char="•"/>
              <a:tabLst>
                <a:tab pos="354965" algn="l"/>
                <a:tab pos="355600" algn="l"/>
              </a:tabLst>
            </a:pPr>
            <a:r>
              <a:rPr lang="en-US" sz="2200" dirty="0">
                <a:cs typeface="Times New Roman" panose="02020603050405020304" pitchFamily="18" charset="0"/>
              </a:rPr>
              <a:t>Daily quiz</a:t>
            </a:r>
          </a:p>
          <a:p>
            <a:pPr marL="355600">
              <a:spcBef>
                <a:spcPts val="265"/>
              </a:spcBef>
              <a:buFont typeface="Arial"/>
              <a:buChar char="•"/>
              <a:tabLst>
                <a:tab pos="354965" algn="l"/>
                <a:tab pos="355600" algn="l"/>
              </a:tabLst>
            </a:pPr>
            <a:r>
              <a:rPr lang="en-US" sz="2200" spc="-5" dirty="0">
                <a:cs typeface="Century"/>
              </a:rPr>
              <a:t>Objective of ISO 9000:2000</a:t>
            </a:r>
          </a:p>
          <a:p>
            <a:pPr marL="355600">
              <a:spcBef>
                <a:spcPts val="265"/>
              </a:spcBef>
              <a:buFont typeface="Arial"/>
              <a:buChar char="•"/>
              <a:tabLst>
                <a:tab pos="354965" algn="l"/>
                <a:tab pos="355600" algn="l"/>
              </a:tabLst>
            </a:pPr>
            <a:r>
              <a:rPr lang="en-US" sz="2200" dirty="0">
                <a:solidFill>
                  <a:schemeClr val="dk1"/>
                </a:solidFill>
                <a:cs typeface="Times New Roman" panose="02020603050405020304" pitchFamily="18" charset="0"/>
              </a:rPr>
              <a:t>Pre cap </a:t>
            </a:r>
            <a:r>
              <a:rPr lang="en-US" sz="2200" spc="-5" dirty="0">
                <a:cs typeface="Century"/>
              </a:rPr>
              <a:t>of ISO 9000:2000</a:t>
            </a:r>
          </a:p>
          <a:p>
            <a:pPr marL="355600">
              <a:spcBef>
                <a:spcPts val="265"/>
              </a:spcBef>
              <a:buFont typeface="Arial"/>
              <a:buChar char="•"/>
              <a:tabLst>
                <a:tab pos="354965" algn="l"/>
                <a:tab pos="355600" algn="l"/>
              </a:tabLst>
            </a:pPr>
            <a:r>
              <a:rPr lang="en-US" sz="2200" spc="-5" dirty="0">
                <a:cs typeface="Century"/>
              </a:rPr>
              <a:t>ISO 9000:2000</a:t>
            </a:r>
          </a:p>
          <a:p>
            <a:pPr marL="355600">
              <a:spcBef>
                <a:spcPts val="265"/>
              </a:spcBef>
              <a:buFont typeface="Arial"/>
              <a:buChar char="•"/>
              <a:tabLst>
                <a:tab pos="354965" algn="l"/>
                <a:tab pos="355600" algn="l"/>
              </a:tabLst>
            </a:pPr>
            <a:r>
              <a:rPr lang="en-US" sz="2200" spc="-5" dirty="0">
                <a:cs typeface="Century"/>
              </a:rPr>
              <a:t>Recap of ISO 9000:2000</a:t>
            </a:r>
          </a:p>
          <a:p>
            <a:pPr marL="355600">
              <a:spcBef>
                <a:spcPts val="265"/>
              </a:spcBef>
              <a:buFont typeface="Arial"/>
              <a:buChar char="•"/>
              <a:tabLst>
                <a:tab pos="354965" algn="l"/>
                <a:tab pos="355600" algn="l"/>
              </a:tabLst>
            </a:pPr>
            <a:r>
              <a:rPr lang="en-US" sz="2200" dirty="0">
                <a:cs typeface="Times New Roman" panose="02020603050405020304" pitchFamily="18" charset="0"/>
              </a:rPr>
              <a:t>Daily quiz</a:t>
            </a:r>
            <a:endParaRPr lang="en-US" sz="2200" spc="-5" dirty="0">
              <a:cs typeface="Century"/>
            </a:endParaRPr>
          </a:p>
          <a:p>
            <a:pPr marL="355600">
              <a:spcBef>
                <a:spcPts val="265"/>
              </a:spcBef>
              <a:buFont typeface="Arial"/>
              <a:buChar char="•"/>
              <a:tabLst>
                <a:tab pos="354965" algn="l"/>
                <a:tab pos="355600" algn="l"/>
              </a:tabLst>
            </a:pPr>
            <a:r>
              <a:rPr lang="en-US" sz="2200" spc="-5" dirty="0">
                <a:cs typeface="Century"/>
              </a:rPr>
              <a:t>Objective of ISO 14000</a:t>
            </a:r>
          </a:p>
          <a:p>
            <a:pPr marL="355600">
              <a:spcBef>
                <a:spcPts val="265"/>
              </a:spcBef>
              <a:buFont typeface="Arial"/>
              <a:buChar char="•"/>
              <a:tabLst>
                <a:tab pos="354965" algn="l"/>
                <a:tab pos="355600" algn="l"/>
              </a:tabLst>
            </a:pPr>
            <a:r>
              <a:rPr lang="en-US" sz="2200" dirty="0">
                <a:solidFill>
                  <a:schemeClr val="dk1"/>
                </a:solidFill>
                <a:cs typeface="Times New Roman" panose="02020603050405020304" pitchFamily="18" charset="0"/>
              </a:rPr>
              <a:t>Pre cap </a:t>
            </a:r>
            <a:r>
              <a:rPr lang="en-US" sz="2200" spc="-5" dirty="0">
                <a:cs typeface="Century"/>
              </a:rPr>
              <a:t>of ISO 14000</a:t>
            </a:r>
            <a:endParaRPr lang="en-US" sz="2200" dirty="0">
              <a:cs typeface="Century"/>
            </a:endParaRPr>
          </a:p>
          <a:p>
            <a:pPr marL="355600">
              <a:spcBef>
                <a:spcPts val="265"/>
              </a:spcBef>
              <a:buFont typeface="Arial"/>
              <a:buChar char="•"/>
              <a:tabLst>
                <a:tab pos="354965" algn="l"/>
                <a:tab pos="355600" algn="l"/>
              </a:tabLst>
            </a:pPr>
            <a:r>
              <a:rPr lang="en-US" sz="2200" spc="-5" dirty="0">
                <a:cs typeface="Century"/>
              </a:rPr>
              <a:t>ISO 14000.</a:t>
            </a:r>
            <a:endParaRPr lang="en-US" sz="2200" dirty="0">
              <a:cs typeface="Century"/>
            </a:endParaRPr>
          </a:p>
          <a:p>
            <a:pPr marL="355600">
              <a:spcBef>
                <a:spcPts val="265"/>
              </a:spcBef>
              <a:buFont typeface="Arial"/>
              <a:buChar char="•"/>
              <a:tabLst>
                <a:tab pos="354965" algn="l"/>
                <a:tab pos="355600" algn="l"/>
              </a:tabLst>
            </a:pPr>
            <a:r>
              <a:rPr lang="en-US" sz="2200" spc="-5" dirty="0">
                <a:cs typeface="Century"/>
              </a:rPr>
              <a:t>Recap of ISO 14000</a:t>
            </a:r>
          </a:p>
          <a:p>
            <a:pPr marL="355600">
              <a:spcBef>
                <a:spcPts val="265"/>
              </a:spcBef>
              <a:buFont typeface="Arial"/>
              <a:buChar char="•"/>
              <a:tabLst>
                <a:tab pos="354965" algn="l"/>
                <a:tab pos="355600" algn="l"/>
              </a:tabLst>
            </a:pPr>
            <a:r>
              <a:rPr lang="en-US" sz="2200" dirty="0">
                <a:cs typeface="Times New Roman" panose="02020603050405020304" pitchFamily="18" charset="0"/>
              </a:rPr>
              <a:t>Daily quiz</a:t>
            </a:r>
            <a:endParaRPr lang="en-US" sz="2200" spc="-5" dirty="0">
              <a:cs typeface="Century"/>
            </a:endParaRPr>
          </a:p>
          <a:p>
            <a:pPr marL="355600">
              <a:spcBef>
                <a:spcPts val="265"/>
              </a:spcBef>
              <a:buFont typeface="Arial"/>
              <a:buChar char="•"/>
              <a:tabLst>
                <a:tab pos="354965" algn="l"/>
                <a:tab pos="355600" algn="l"/>
              </a:tabLst>
            </a:pPr>
            <a:endParaRPr lang="en-US" sz="2200" spc="-5" dirty="0">
              <a:cs typeface="Century"/>
            </a:endParaRPr>
          </a:p>
        </p:txBody>
      </p:sp>
      <p:sp>
        <p:nvSpPr>
          <p:cNvPr id="6" name="Date Placeholder 5"/>
          <p:cNvSpPr>
            <a:spLocks noGrp="1"/>
          </p:cNvSpPr>
          <p:nvPr>
            <p:ph type="dt" sz="half" idx="10"/>
          </p:nvPr>
        </p:nvSpPr>
        <p:spPr/>
        <p:txBody>
          <a:bodyPr/>
          <a:lstStyle/>
          <a:p>
            <a:fld id="{C8ACE498-7B42-4996-9931-5A559FA215A3}" type="datetime1">
              <a:rPr lang="en-US" smtClean="0"/>
              <a:t>5/1/2026</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4</a:t>
            </a:fld>
            <a:endParaRPr lang="en-US"/>
          </a:p>
        </p:txBody>
      </p:sp>
      <p:sp>
        <p:nvSpPr>
          <p:cNvPr id="13" name="Footer Placeholder 12"/>
          <p:cNvSpPr>
            <a:spLocks noGrp="1"/>
          </p:cNvSpPr>
          <p:nvPr>
            <p:ph type="ftr" sz="quarter" idx="11"/>
          </p:nvPr>
        </p:nvSpPr>
        <p:spPr>
          <a:xfrm>
            <a:off x="2286000" y="6248415"/>
            <a:ext cx="5029200" cy="365125"/>
          </a:xfrm>
        </p:spPr>
        <p:txBody>
          <a:bodyPr/>
          <a:lstStyle/>
          <a:p>
            <a:r>
              <a:rPr lang="sv-SE" sz="2000"/>
              <a:t>Mr. Minhaj Nezami    AOE0861    TQM     Unit 5</a:t>
            </a:r>
            <a:endParaRPr lang="en-US" sz="2000" dirty="0"/>
          </a:p>
        </p:txBody>
      </p:sp>
      <p:pic>
        <p:nvPicPr>
          <p:cNvPr id="9" name="Picture 8"/>
          <p:cNvPicPr>
            <a:picLocks noChangeAspect="1"/>
          </p:cNvPicPr>
          <p:nvPr/>
        </p:nvPicPr>
        <p:blipFill>
          <a:blip r:embed="rId3"/>
          <a:stretch>
            <a:fillRect/>
          </a:stretch>
        </p:blipFill>
        <p:spPr>
          <a:xfrm>
            <a:off x="0" y="7779"/>
            <a:ext cx="1755800" cy="1024217"/>
          </a:xfrm>
          <a:prstGeom prst="rect">
            <a:avLst/>
          </a:prstGeom>
        </p:spPr>
      </p:pic>
      <p:sp>
        <p:nvSpPr>
          <p:cNvPr id="11" name="Title 1">
            <a:extLst>
              <a:ext uri="{FF2B5EF4-FFF2-40B4-BE49-F238E27FC236}">
                <a16:creationId xmlns:a16="http://schemas.microsoft.com/office/drawing/2014/main" id="{1C7BBAA3-263A-8FE5-5AA3-E40EF73A5AE9}"/>
              </a:ext>
            </a:extLst>
          </p:cNvPr>
          <p:cNvSpPr txBox="1">
            <a:spLocks/>
          </p:cNvSpPr>
          <p:nvPr/>
        </p:nvSpPr>
        <p:spPr>
          <a:xfrm>
            <a:off x="1752600" y="-16164"/>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Contents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983968"/>
            <a:ext cx="8305800" cy="5334000"/>
          </a:xfrm>
        </p:spPr>
        <p:txBody>
          <a:bodyPr>
            <a:normAutofit fontScale="92500" lnSpcReduction="10000"/>
          </a:bodyPr>
          <a:lstStyle/>
          <a:p>
            <a:pPr marL="355600">
              <a:spcBef>
                <a:spcPts val="265"/>
              </a:spcBef>
              <a:buFont typeface="Arial"/>
              <a:buChar char="•"/>
              <a:tabLst>
                <a:tab pos="354965" algn="l"/>
                <a:tab pos="355600" algn="l"/>
              </a:tabLst>
            </a:pPr>
            <a:r>
              <a:rPr lang="en-US" sz="2200" spc="-5" dirty="0">
                <a:cs typeface="Century"/>
              </a:rPr>
              <a:t>Objective of Quality Auditing</a:t>
            </a:r>
          </a:p>
          <a:p>
            <a:pPr marL="355600">
              <a:spcBef>
                <a:spcPts val="265"/>
              </a:spcBef>
              <a:buFont typeface="Arial"/>
              <a:buChar char="•"/>
              <a:tabLst>
                <a:tab pos="354965" algn="l"/>
                <a:tab pos="355600" algn="l"/>
              </a:tabLst>
            </a:pPr>
            <a:r>
              <a:rPr lang="en-US" sz="2200" spc="-5" dirty="0">
                <a:cs typeface="Century"/>
              </a:rPr>
              <a:t>Pre cap of Quality Auditing</a:t>
            </a:r>
          </a:p>
          <a:p>
            <a:pPr marL="355600">
              <a:spcBef>
                <a:spcPts val="265"/>
              </a:spcBef>
              <a:buFont typeface="Arial"/>
              <a:buChar char="•"/>
              <a:tabLst>
                <a:tab pos="354965" algn="l"/>
                <a:tab pos="355600" algn="l"/>
              </a:tabLst>
            </a:pPr>
            <a:r>
              <a:rPr lang="en-US" sz="2200" spc="-5" dirty="0">
                <a:cs typeface="Century"/>
              </a:rPr>
              <a:t>Quality Auditing</a:t>
            </a:r>
          </a:p>
          <a:p>
            <a:pPr marL="355600">
              <a:spcBef>
                <a:spcPts val="265"/>
              </a:spcBef>
              <a:buFont typeface="Arial"/>
              <a:buChar char="•"/>
              <a:tabLst>
                <a:tab pos="354965" algn="l"/>
                <a:tab pos="355600" algn="l"/>
              </a:tabLst>
            </a:pPr>
            <a:r>
              <a:rPr lang="en-US" sz="2200" spc="-5" dirty="0">
                <a:cs typeface="Century"/>
              </a:rPr>
              <a:t>Recap of Quality Auditing </a:t>
            </a:r>
          </a:p>
          <a:p>
            <a:pPr marL="355600">
              <a:spcBef>
                <a:spcPts val="265"/>
              </a:spcBef>
              <a:buFont typeface="Arial"/>
              <a:buChar char="•"/>
              <a:tabLst>
                <a:tab pos="354965" algn="l"/>
                <a:tab pos="355600" algn="l"/>
              </a:tabLst>
            </a:pPr>
            <a:r>
              <a:rPr lang="en-US" sz="2200" spc="-5" dirty="0">
                <a:cs typeface="Century"/>
              </a:rPr>
              <a:t>Daily quiz</a:t>
            </a:r>
          </a:p>
          <a:p>
            <a:pPr marL="355600">
              <a:spcBef>
                <a:spcPts val="265"/>
              </a:spcBef>
              <a:buFont typeface="Arial"/>
              <a:buChar char="•"/>
              <a:tabLst>
                <a:tab pos="354965" algn="l"/>
                <a:tab pos="355600" algn="l"/>
              </a:tabLst>
            </a:pPr>
            <a:r>
              <a:rPr lang="en-US" sz="2200" spc="-5" dirty="0">
                <a:cs typeface="Century"/>
              </a:rPr>
              <a:t>Objective of JIT</a:t>
            </a:r>
          </a:p>
          <a:p>
            <a:pPr marL="355600">
              <a:spcBef>
                <a:spcPts val="265"/>
              </a:spcBef>
              <a:buFont typeface="Arial"/>
              <a:buChar char="•"/>
              <a:tabLst>
                <a:tab pos="354965" algn="l"/>
                <a:tab pos="355600" algn="l"/>
              </a:tabLst>
            </a:pPr>
            <a:r>
              <a:rPr lang="en-US" sz="2200" dirty="0">
                <a:solidFill>
                  <a:schemeClr val="dk1"/>
                </a:solidFill>
                <a:cs typeface="Times New Roman" panose="02020603050405020304" pitchFamily="18" charset="0"/>
              </a:rPr>
              <a:t>Pre cap of </a:t>
            </a:r>
            <a:r>
              <a:rPr lang="en-US" sz="2200" spc="-5" dirty="0">
                <a:cs typeface="Century"/>
              </a:rPr>
              <a:t>JIT</a:t>
            </a:r>
          </a:p>
          <a:p>
            <a:pPr marL="355600">
              <a:spcBef>
                <a:spcPts val="265"/>
              </a:spcBef>
              <a:buFont typeface="Arial"/>
              <a:buChar char="•"/>
              <a:tabLst>
                <a:tab pos="354965" algn="l"/>
                <a:tab pos="355600" algn="l"/>
              </a:tabLst>
            </a:pPr>
            <a:r>
              <a:rPr lang="en-US" sz="2200" dirty="0"/>
              <a:t>JIT</a:t>
            </a:r>
          </a:p>
          <a:p>
            <a:pPr marL="355600">
              <a:spcBef>
                <a:spcPts val="265"/>
              </a:spcBef>
              <a:buFont typeface="Arial"/>
              <a:buChar char="•"/>
              <a:tabLst>
                <a:tab pos="354965" algn="l"/>
                <a:tab pos="355600" algn="l"/>
              </a:tabLst>
            </a:pPr>
            <a:r>
              <a:rPr lang="en-US" sz="2200" spc="-5" dirty="0">
                <a:cs typeface="Century"/>
              </a:rPr>
              <a:t>Recap of JIT</a:t>
            </a:r>
          </a:p>
          <a:p>
            <a:pPr marL="355600">
              <a:spcBef>
                <a:spcPts val="265"/>
              </a:spcBef>
              <a:tabLst>
                <a:tab pos="354965" algn="l"/>
                <a:tab pos="355600" algn="l"/>
              </a:tabLst>
            </a:pPr>
            <a:r>
              <a:rPr lang="en-US" sz="2200" dirty="0">
                <a:cs typeface="Times New Roman" panose="02020603050405020304" pitchFamily="18" charset="0"/>
              </a:rPr>
              <a:t>Daily quiz</a:t>
            </a:r>
            <a:endParaRPr lang="en-US" sz="2200" dirty="0"/>
          </a:p>
          <a:p>
            <a:r>
              <a:rPr lang="en-US" sz="2200" dirty="0">
                <a:cs typeface="Times New Roman" panose="02020603050405020304" pitchFamily="18" charset="0"/>
              </a:rPr>
              <a:t>Video links</a:t>
            </a:r>
          </a:p>
          <a:p>
            <a:r>
              <a:rPr lang="en-US" sz="2200" dirty="0">
                <a:cs typeface="Times New Roman" panose="02020603050405020304" pitchFamily="18" charset="0"/>
              </a:rPr>
              <a:t>Weekly assignments</a:t>
            </a:r>
          </a:p>
          <a:p>
            <a:r>
              <a:rPr lang="en-US" sz="2200" dirty="0">
                <a:cs typeface="Times New Roman" panose="02020603050405020304" pitchFamily="18" charset="0"/>
              </a:rPr>
              <a:t>MCQs</a:t>
            </a:r>
          </a:p>
          <a:p>
            <a:r>
              <a:rPr lang="en-US" sz="2200" dirty="0">
                <a:cs typeface="Times New Roman" panose="02020603050405020304" pitchFamily="18" charset="0"/>
              </a:rPr>
              <a:t>Old question papers</a:t>
            </a:r>
          </a:p>
          <a:p>
            <a:r>
              <a:rPr lang="en-US" sz="2200" dirty="0">
                <a:cs typeface="Times New Roman" panose="02020603050405020304" pitchFamily="18" charset="0"/>
              </a:rPr>
              <a:t>Expected questions for university exam</a:t>
            </a:r>
          </a:p>
          <a:p>
            <a:r>
              <a:rPr lang="en-US" sz="2200" dirty="0">
                <a:cs typeface="Times New Roman" panose="02020603050405020304" pitchFamily="18" charset="0"/>
              </a:rPr>
              <a:t>Summary</a:t>
            </a:r>
          </a:p>
          <a:p>
            <a:pPr marL="355600">
              <a:spcBef>
                <a:spcPts val="265"/>
              </a:spcBef>
              <a:buFont typeface="Arial"/>
              <a:buChar char="•"/>
              <a:tabLst>
                <a:tab pos="354965" algn="l"/>
                <a:tab pos="355600" algn="l"/>
              </a:tabLst>
            </a:pPr>
            <a:endParaRPr lang="en-US" sz="2200" dirty="0">
              <a:latin typeface="Century"/>
              <a:cs typeface="Century"/>
            </a:endParaRPr>
          </a:p>
        </p:txBody>
      </p:sp>
      <p:sp>
        <p:nvSpPr>
          <p:cNvPr id="6" name="Date Placeholder 5"/>
          <p:cNvSpPr>
            <a:spLocks noGrp="1"/>
          </p:cNvSpPr>
          <p:nvPr>
            <p:ph type="dt" sz="half" idx="10"/>
          </p:nvPr>
        </p:nvSpPr>
        <p:spPr/>
        <p:txBody>
          <a:bodyPr/>
          <a:lstStyle/>
          <a:p>
            <a:fld id="{2E4ECC9A-DE5D-4438-BE39-AA95FF39AFAF}" type="datetime1">
              <a:rPr lang="en-US" smtClean="0"/>
              <a:t>5/1/2026</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5</a:t>
            </a:fld>
            <a:endParaRPr lang="en-US"/>
          </a:p>
        </p:txBody>
      </p:sp>
      <p:sp>
        <p:nvSpPr>
          <p:cNvPr id="13" name="Footer Placeholder 12"/>
          <p:cNvSpPr>
            <a:spLocks noGrp="1"/>
          </p:cNvSpPr>
          <p:nvPr>
            <p:ph type="ftr" sz="quarter" idx="11"/>
          </p:nvPr>
        </p:nvSpPr>
        <p:spPr>
          <a:xfrm>
            <a:off x="2286000" y="6248415"/>
            <a:ext cx="5029200" cy="365125"/>
          </a:xfrm>
        </p:spPr>
        <p:txBody>
          <a:bodyPr/>
          <a:lstStyle/>
          <a:p>
            <a:r>
              <a:rPr lang="sv-SE" sz="2000"/>
              <a:t>Mr. Minhaj Nezami    AOE0861    TQM     Unit 5</a:t>
            </a:r>
            <a:endParaRPr lang="en-US" sz="2000" dirty="0"/>
          </a:p>
        </p:txBody>
      </p:sp>
      <p:pic>
        <p:nvPicPr>
          <p:cNvPr id="9" name="Picture 8"/>
          <p:cNvPicPr>
            <a:picLocks noChangeAspect="1"/>
          </p:cNvPicPr>
          <p:nvPr/>
        </p:nvPicPr>
        <p:blipFill>
          <a:blip r:embed="rId3"/>
          <a:stretch>
            <a:fillRect/>
          </a:stretch>
        </p:blipFill>
        <p:spPr>
          <a:xfrm>
            <a:off x="0" y="7779"/>
            <a:ext cx="1755800" cy="1024217"/>
          </a:xfrm>
          <a:prstGeom prst="rect">
            <a:avLst/>
          </a:prstGeom>
        </p:spPr>
      </p:pic>
      <p:sp>
        <p:nvSpPr>
          <p:cNvPr id="11" name="Title 1">
            <a:extLst>
              <a:ext uri="{FF2B5EF4-FFF2-40B4-BE49-F238E27FC236}">
                <a16:creationId xmlns:a16="http://schemas.microsoft.com/office/drawing/2014/main" id="{1C7BBAA3-263A-8FE5-5AA3-E40EF73A5AE9}"/>
              </a:ext>
            </a:extLst>
          </p:cNvPr>
          <p:cNvSpPr txBox="1">
            <a:spLocks/>
          </p:cNvSpPr>
          <p:nvPr/>
        </p:nvSpPr>
        <p:spPr>
          <a:xfrm>
            <a:off x="1752600" y="-16164"/>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Contents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3C0381B2-BA97-4B47-A4CE-9FB0503C4A58}" type="datetime1">
              <a:rPr lang="en-US" smtClean="0"/>
              <a:t>5/1/2026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6</a:t>
            </a:fld>
            <a:endParaRPr lang="en-US" dirty="0"/>
          </a:p>
        </p:txBody>
      </p:sp>
      <p:graphicFrame>
        <p:nvGraphicFramePr>
          <p:cNvPr id="9" name="Content Placeholder 1"/>
          <p:cNvGraphicFramePr>
            <a:graphicFrameLocks/>
          </p:cNvGraphicFramePr>
          <p:nvPr>
            <p:extLst>
              <p:ext uri="{D42A27DB-BD31-4B8C-83A1-F6EECF244321}">
                <p14:modId xmlns:p14="http://schemas.microsoft.com/office/powerpoint/2010/main" val="2642392171"/>
              </p:ext>
            </p:extLst>
          </p:nvPr>
        </p:nvGraphicFramePr>
        <p:xfrm>
          <a:off x="479685" y="1066800"/>
          <a:ext cx="8229600" cy="4647901"/>
        </p:xfrm>
        <a:graphic>
          <a:graphicData uri="http://schemas.openxmlformats.org/drawingml/2006/table">
            <a:tbl>
              <a:tblPr>
                <a:tableStyleId>{93296810-A885-4BE3-A3E7-6D5BEEA58F35}</a:tableStyleId>
              </a:tblPr>
              <a:tblGrid>
                <a:gridCol w="1591380">
                  <a:extLst>
                    <a:ext uri="{9D8B030D-6E8A-4147-A177-3AD203B41FA5}">
                      <a16:colId xmlns:a16="http://schemas.microsoft.com/office/drawing/2014/main" val="20000"/>
                    </a:ext>
                  </a:extLst>
                </a:gridCol>
                <a:gridCol w="6638220">
                  <a:extLst>
                    <a:ext uri="{9D8B030D-6E8A-4147-A177-3AD203B41FA5}">
                      <a16:colId xmlns:a16="http://schemas.microsoft.com/office/drawing/2014/main" val="20001"/>
                    </a:ext>
                  </a:extLst>
                </a:gridCol>
              </a:tblGrid>
              <a:tr h="821101">
                <a:tc>
                  <a:txBody>
                    <a:bodyPr/>
                    <a:lstStyle/>
                    <a:p>
                      <a:r>
                        <a:rPr lang="en-US" sz="2200" dirty="0"/>
                        <a:t>AOE0861.1</a:t>
                      </a:r>
                    </a:p>
                  </a:txBody>
                  <a:tcPr marL="68580" marR="68580" marT="0" marB="0"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lgn="just">
                        <a:lnSpc>
                          <a:spcPct val="115000"/>
                        </a:lnSpc>
                        <a:spcBef>
                          <a:spcPts val="0"/>
                        </a:spcBef>
                        <a:spcAft>
                          <a:spcPts val="0"/>
                        </a:spcAft>
                        <a:buFont typeface="+mj-lt"/>
                        <a:buNone/>
                      </a:pPr>
                      <a:r>
                        <a:rPr lang="en-US" sz="2200" dirty="0"/>
                        <a:t>To learn about common term Quality Concepts</a:t>
                      </a:r>
                    </a:p>
                    <a:p>
                      <a:endParaRPr lang="en-US" dirty="0"/>
                    </a:p>
                  </a:txBody>
                  <a:tcPr marL="68580" marR="68580" marT="0" marB="0"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9567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u="none" strike="noStrike" kern="1200" cap="none" spc="0" normalizeH="0" baseline="0" noProof="0" dirty="0">
                          <a:ln>
                            <a:noFill/>
                          </a:ln>
                          <a:effectLst/>
                          <a:uLnTx/>
                          <a:uFillTx/>
                        </a:rPr>
                        <a:t>AOE0861.2</a:t>
                      </a:r>
                    </a:p>
                    <a:p>
                      <a:endParaRPr lang="en-US" dirty="0"/>
                    </a:p>
                  </a:txBody>
                  <a:tcPr marL="68580" marR="68580" marT="0" marB="0"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200" kern="1200" dirty="0"/>
                        <a:t>To know TQM principle</a:t>
                      </a:r>
                    </a:p>
                    <a:p>
                      <a:endParaRPr lang="en-US" dirty="0"/>
                    </a:p>
                  </a:txBody>
                  <a:tcPr marL="68580" marR="68580" marT="0" marB="0"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9567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u="none" strike="noStrike" kern="1200" cap="none" spc="0" normalizeH="0" baseline="0" noProof="0" dirty="0">
                          <a:ln>
                            <a:noFill/>
                          </a:ln>
                          <a:effectLst/>
                          <a:uLnTx/>
                          <a:uFillTx/>
                        </a:rPr>
                        <a:t>AOE0861.3</a:t>
                      </a:r>
                    </a:p>
                    <a:p>
                      <a:endParaRPr lang="en-US" dirty="0"/>
                    </a:p>
                  </a:txBody>
                  <a:tcPr marL="68580" marR="68580" marT="0" marB="0"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200" dirty="0"/>
                        <a:t>To understand the importance of different chart like P-charts and C-charts</a:t>
                      </a:r>
                    </a:p>
                  </a:txBody>
                  <a:tcPr marL="68580" marR="68580" marT="0" marB="0"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9567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u="none" strike="noStrike" kern="1200" cap="none" spc="0" normalizeH="0" baseline="0" noProof="0" dirty="0">
                          <a:ln>
                            <a:noFill/>
                          </a:ln>
                          <a:effectLst/>
                          <a:uLnTx/>
                          <a:uFillTx/>
                        </a:rPr>
                        <a:t>AOE0861.4</a:t>
                      </a:r>
                    </a:p>
                    <a:p>
                      <a:endParaRPr lang="en-US" dirty="0"/>
                    </a:p>
                  </a:txBody>
                  <a:tcPr marL="68580" marR="68580" marT="0" marB="0"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200" kern="1200" dirty="0"/>
                        <a:t>To know new term PDCE cycle, 5S,Kaizen</a:t>
                      </a:r>
                    </a:p>
                    <a:p>
                      <a:endParaRPr lang="en-US" dirty="0"/>
                    </a:p>
                  </a:txBody>
                  <a:tcPr marL="68580" marR="68580" marT="0" marB="0"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9567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u="none" strike="noStrike" kern="1200" cap="none" spc="0" normalizeH="0" baseline="0" noProof="0" dirty="0">
                          <a:ln>
                            <a:noFill/>
                          </a:ln>
                          <a:effectLst/>
                          <a:uLnTx/>
                          <a:uFillTx/>
                        </a:rPr>
                        <a:t>AOE0861.5</a:t>
                      </a:r>
                    </a:p>
                    <a:p>
                      <a:endParaRPr lang="en-US" dirty="0">
                        <a:solidFill>
                          <a:srgbClr val="FF0000"/>
                        </a:solidFill>
                      </a:endParaRPr>
                    </a:p>
                  </a:txBody>
                  <a:tcPr marL="68580" marR="68580" marT="0" marB="0"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200" kern="1200" dirty="0"/>
                        <a:t>To be aware about different ISO standards and JIT</a:t>
                      </a:r>
                    </a:p>
                    <a:p>
                      <a:endParaRPr lang="en-US" dirty="0">
                        <a:solidFill>
                          <a:srgbClr val="FF0000"/>
                        </a:solidFill>
                      </a:endParaRPr>
                    </a:p>
                  </a:txBody>
                  <a:tcPr marL="68580" marR="68580" marT="0" marB="0"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extLst>
                  <a:ext uri="{0D108BD9-81ED-4DB2-BD59-A6C34878D82A}">
                    <a16:rowId xmlns:a16="http://schemas.microsoft.com/office/drawing/2014/main" val="10004"/>
                  </a:ext>
                </a:extLst>
              </a:tr>
            </a:tbl>
          </a:graphicData>
        </a:graphic>
      </p:graphicFrame>
      <p:sp>
        <p:nvSpPr>
          <p:cNvPr id="10" name="Footer Placeholder 12"/>
          <p:cNvSpPr>
            <a:spLocks noGrp="1"/>
          </p:cNvSpPr>
          <p:nvPr>
            <p:ph type="ftr" sz="quarter" idx="11"/>
          </p:nvPr>
        </p:nvSpPr>
        <p:spPr>
          <a:xfrm>
            <a:off x="2286000" y="6248415"/>
            <a:ext cx="5029200" cy="365125"/>
          </a:xfrm>
        </p:spPr>
        <p:txBody>
          <a:bodyPr/>
          <a:lstStyle/>
          <a:p>
            <a:r>
              <a:rPr lang="sv-SE" sz="2000"/>
              <a:t>Mr. Minhaj Nezami    AOE0861    TQM     Unit 5</a:t>
            </a:r>
            <a:endParaRPr lang="en-US" sz="2000" dirty="0"/>
          </a:p>
        </p:txBody>
      </p:sp>
      <p:pic>
        <p:nvPicPr>
          <p:cNvPr id="8" name="Picture 7"/>
          <p:cNvPicPr>
            <a:picLocks noChangeAspect="1"/>
          </p:cNvPicPr>
          <p:nvPr/>
        </p:nvPicPr>
        <p:blipFill>
          <a:blip r:embed="rId2"/>
          <a:stretch>
            <a:fillRect/>
          </a:stretch>
        </p:blipFill>
        <p:spPr>
          <a:xfrm>
            <a:off x="0" y="7779"/>
            <a:ext cx="1755800" cy="1024217"/>
          </a:xfrm>
          <a:prstGeom prst="rect">
            <a:avLst/>
          </a:prstGeom>
        </p:spPr>
      </p:pic>
      <p:pic>
        <p:nvPicPr>
          <p:cNvPr id="12" name="Picture 11"/>
          <p:cNvPicPr>
            <a:picLocks noChangeAspect="1"/>
          </p:cNvPicPr>
          <p:nvPr/>
        </p:nvPicPr>
        <p:blipFill>
          <a:blip r:embed="rId3"/>
          <a:stretch>
            <a:fillRect/>
          </a:stretch>
        </p:blipFill>
        <p:spPr>
          <a:xfrm>
            <a:off x="1653309" y="-19930"/>
            <a:ext cx="7490691" cy="89619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806334" y="1083833"/>
            <a:ext cx="7922492" cy="4811582"/>
            <a:chOff x="886967" y="1228344"/>
            <a:chExt cx="8714741" cy="5453126"/>
          </a:xfrm>
        </p:grpSpPr>
        <p:sp>
          <p:nvSpPr>
            <p:cNvPr id="5" name="object 5"/>
            <p:cNvSpPr/>
            <p:nvPr/>
          </p:nvSpPr>
          <p:spPr>
            <a:xfrm>
              <a:off x="2637282" y="1243583"/>
              <a:ext cx="1742694" cy="1743456"/>
            </a:xfrm>
            <a:prstGeom prst="rect">
              <a:avLst/>
            </a:prstGeom>
            <a:blipFill>
              <a:blip r:embed="rId2" cstate="print"/>
              <a:stretch>
                <a:fillRect/>
              </a:stretch>
            </a:blipFill>
          </p:spPr>
          <p:txBody>
            <a:bodyPr wrap="square" lIns="0" tIns="0" rIns="0" bIns="0" rtlCol="0"/>
            <a:lstStyle/>
            <a:p>
              <a:endParaRPr/>
            </a:p>
          </p:txBody>
        </p:sp>
        <p:sp>
          <p:nvSpPr>
            <p:cNvPr id="6" name="object 6"/>
            <p:cNvSpPr/>
            <p:nvPr/>
          </p:nvSpPr>
          <p:spPr>
            <a:xfrm>
              <a:off x="886967" y="1228344"/>
              <a:ext cx="3499104" cy="2657856"/>
            </a:xfrm>
            <a:prstGeom prst="rect">
              <a:avLst/>
            </a:prstGeom>
            <a:blipFill>
              <a:blip r:embed="rId3" cstate="print"/>
              <a:stretch>
                <a:fillRect/>
              </a:stretch>
            </a:blipFill>
          </p:spPr>
          <p:txBody>
            <a:bodyPr wrap="square" lIns="0" tIns="0" rIns="0" bIns="0" rtlCol="0"/>
            <a:lstStyle/>
            <a:p>
              <a:endParaRPr/>
            </a:p>
          </p:txBody>
        </p:sp>
        <p:sp>
          <p:nvSpPr>
            <p:cNvPr id="7" name="object 7"/>
            <p:cNvSpPr/>
            <p:nvPr/>
          </p:nvSpPr>
          <p:spPr>
            <a:xfrm>
              <a:off x="886968" y="1228356"/>
              <a:ext cx="8714740" cy="2658110"/>
            </a:xfrm>
            <a:custGeom>
              <a:avLst/>
              <a:gdLst/>
              <a:ahLst/>
              <a:cxnLst/>
              <a:rect l="l" t="t" r="r" b="b"/>
              <a:pathLst>
                <a:path w="8714740" h="2658110">
                  <a:moveTo>
                    <a:pt x="8714232" y="575564"/>
                  </a:moveTo>
                  <a:lnTo>
                    <a:pt x="8708123" y="534911"/>
                  </a:lnTo>
                  <a:lnTo>
                    <a:pt x="8692883" y="475475"/>
                  </a:lnTo>
                  <a:lnTo>
                    <a:pt x="8671547" y="419087"/>
                  </a:lnTo>
                  <a:lnTo>
                    <a:pt x="8647163" y="365747"/>
                  </a:lnTo>
                  <a:lnTo>
                    <a:pt x="8598395" y="291071"/>
                  </a:lnTo>
                  <a:lnTo>
                    <a:pt x="8561819" y="245351"/>
                  </a:lnTo>
                  <a:lnTo>
                    <a:pt x="8519147" y="204203"/>
                  </a:lnTo>
                  <a:lnTo>
                    <a:pt x="8473427" y="167627"/>
                  </a:lnTo>
                  <a:lnTo>
                    <a:pt x="8450567" y="149339"/>
                  </a:lnTo>
                  <a:lnTo>
                    <a:pt x="8424659" y="134099"/>
                  </a:lnTo>
                  <a:lnTo>
                    <a:pt x="8400275" y="118859"/>
                  </a:lnTo>
                  <a:lnTo>
                    <a:pt x="8372843" y="105143"/>
                  </a:lnTo>
                  <a:lnTo>
                    <a:pt x="8317979" y="82283"/>
                  </a:lnTo>
                  <a:lnTo>
                    <a:pt x="8260067" y="63995"/>
                  </a:lnTo>
                  <a:lnTo>
                    <a:pt x="8170151" y="48755"/>
                  </a:lnTo>
                  <a:lnTo>
                    <a:pt x="8138160" y="45720"/>
                  </a:lnTo>
                  <a:lnTo>
                    <a:pt x="3500615" y="45720"/>
                  </a:lnTo>
                  <a:lnTo>
                    <a:pt x="3499104" y="47231"/>
                  </a:lnTo>
                  <a:lnTo>
                    <a:pt x="3499104" y="15240"/>
                  </a:lnTo>
                  <a:lnTo>
                    <a:pt x="3499104" y="0"/>
                  </a:lnTo>
                  <a:lnTo>
                    <a:pt x="1749539" y="1749552"/>
                  </a:lnTo>
                  <a:lnTo>
                    <a:pt x="15227" y="15240"/>
                  </a:lnTo>
                  <a:lnTo>
                    <a:pt x="0" y="0"/>
                  </a:lnTo>
                  <a:lnTo>
                    <a:pt x="0" y="2657856"/>
                  </a:lnTo>
                  <a:lnTo>
                    <a:pt x="13703" y="2657856"/>
                  </a:lnTo>
                  <a:lnTo>
                    <a:pt x="13703" y="32004"/>
                  </a:lnTo>
                  <a:lnTo>
                    <a:pt x="1749539" y="1767840"/>
                  </a:lnTo>
                  <a:lnTo>
                    <a:pt x="1763255" y="1754124"/>
                  </a:lnTo>
                  <a:lnTo>
                    <a:pt x="3486899" y="30480"/>
                  </a:lnTo>
                  <a:lnTo>
                    <a:pt x="3486899" y="2657856"/>
                  </a:lnTo>
                  <a:lnTo>
                    <a:pt x="3494532" y="2657856"/>
                  </a:lnTo>
                  <a:lnTo>
                    <a:pt x="3499104" y="2657856"/>
                  </a:lnTo>
                  <a:lnTo>
                    <a:pt x="3520427" y="2657856"/>
                  </a:lnTo>
                  <a:lnTo>
                    <a:pt x="3520427" y="71615"/>
                  </a:lnTo>
                  <a:lnTo>
                    <a:pt x="8138147" y="71615"/>
                  </a:lnTo>
                  <a:lnTo>
                    <a:pt x="8197583" y="77711"/>
                  </a:lnTo>
                  <a:lnTo>
                    <a:pt x="8255495" y="89903"/>
                  </a:lnTo>
                  <a:lnTo>
                    <a:pt x="8310359" y="106667"/>
                  </a:lnTo>
                  <a:lnTo>
                    <a:pt x="8388083" y="141719"/>
                  </a:lnTo>
                  <a:lnTo>
                    <a:pt x="8436851" y="170675"/>
                  </a:lnTo>
                  <a:lnTo>
                    <a:pt x="8502383" y="224015"/>
                  </a:lnTo>
                  <a:lnTo>
                    <a:pt x="8543531" y="263639"/>
                  </a:lnTo>
                  <a:lnTo>
                    <a:pt x="8595347" y="330695"/>
                  </a:lnTo>
                  <a:lnTo>
                    <a:pt x="8624303" y="379463"/>
                  </a:lnTo>
                  <a:lnTo>
                    <a:pt x="8638019" y="403847"/>
                  </a:lnTo>
                  <a:lnTo>
                    <a:pt x="8659355" y="457187"/>
                  </a:lnTo>
                  <a:lnTo>
                    <a:pt x="8676119" y="512051"/>
                  </a:lnTo>
                  <a:lnTo>
                    <a:pt x="8688311" y="568439"/>
                  </a:lnTo>
                  <a:lnTo>
                    <a:pt x="8691359" y="598919"/>
                  </a:lnTo>
                  <a:lnTo>
                    <a:pt x="8694407" y="627875"/>
                  </a:lnTo>
                  <a:lnTo>
                    <a:pt x="8694407" y="2657856"/>
                  </a:lnTo>
                  <a:lnTo>
                    <a:pt x="8714232" y="2657856"/>
                  </a:lnTo>
                  <a:lnTo>
                    <a:pt x="8714232" y="575564"/>
                  </a:lnTo>
                  <a:close/>
                </a:path>
              </a:pathLst>
            </a:custGeom>
            <a:solidFill>
              <a:srgbClr val="BF504D"/>
            </a:solidFill>
          </p:spPr>
          <p:txBody>
            <a:bodyPr wrap="square" lIns="0" tIns="0" rIns="0" bIns="0" rtlCol="0"/>
            <a:lstStyle/>
            <a:p>
              <a:endParaRPr/>
            </a:p>
          </p:txBody>
        </p:sp>
        <p:sp>
          <p:nvSpPr>
            <p:cNvPr id="8" name="object 8"/>
            <p:cNvSpPr/>
            <p:nvPr/>
          </p:nvSpPr>
          <p:spPr>
            <a:xfrm>
              <a:off x="893063" y="3886200"/>
              <a:ext cx="3486912" cy="2787396"/>
            </a:xfrm>
            <a:prstGeom prst="rect">
              <a:avLst/>
            </a:prstGeom>
            <a:blipFill>
              <a:blip r:embed="rId4" cstate="print"/>
              <a:stretch>
                <a:fillRect/>
              </a:stretch>
            </a:blipFill>
          </p:spPr>
          <p:txBody>
            <a:bodyPr wrap="square" lIns="0" tIns="0" rIns="0" bIns="0" rtlCol="0"/>
            <a:lstStyle/>
            <a:p>
              <a:endParaRPr/>
            </a:p>
          </p:txBody>
        </p:sp>
        <p:sp>
          <p:nvSpPr>
            <p:cNvPr id="9" name="object 9"/>
            <p:cNvSpPr/>
            <p:nvPr/>
          </p:nvSpPr>
          <p:spPr>
            <a:xfrm>
              <a:off x="886967" y="3886200"/>
              <a:ext cx="3499104" cy="2795016"/>
            </a:xfrm>
            <a:prstGeom prst="rect">
              <a:avLst/>
            </a:prstGeom>
            <a:blipFill>
              <a:blip r:embed="rId5" cstate="print"/>
              <a:stretch>
                <a:fillRect/>
              </a:stretch>
            </a:blipFill>
          </p:spPr>
          <p:txBody>
            <a:bodyPr wrap="square" lIns="0" tIns="0" rIns="0" bIns="0" rtlCol="0"/>
            <a:lstStyle/>
            <a:p>
              <a:endParaRPr/>
            </a:p>
          </p:txBody>
        </p:sp>
        <p:sp>
          <p:nvSpPr>
            <p:cNvPr id="10" name="object 10"/>
            <p:cNvSpPr/>
            <p:nvPr/>
          </p:nvSpPr>
          <p:spPr>
            <a:xfrm>
              <a:off x="886968" y="3886200"/>
              <a:ext cx="3499485" cy="2795270"/>
            </a:xfrm>
            <a:custGeom>
              <a:avLst/>
              <a:gdLst/>
              <a:ahLst/>
              <a:cxnLst/>
              <a:rect l="l" t="t" r="r" b="b"/>
              <a:pathLst>
                <a:path w="3499485" h="2795270">
                  <a:moveTo>
                    <a:pt x="1749551" y="2795015"/>
                  </a:moveTo>
                  <a:lnTo>
                    <a:pt x="0" y="1046987"/>
                  </a:lnTo>
                  <a:lnTo>
                    <a:pt x="0" y="0"/>
                  </a:lnTo>
                  <a:lnTo>
                    <a:pt x="13715" y="0"/>
                  </a:lnTo>
                  <a:lnTo>
                    <a:pt x="13715" y="1039367"/>
                  </a:lnTo>
                  <a:lnTo>
                    <a:pt x="10667" y="1039367"/>
                  </a:lnTo>
                  <a:lnTo>
                    <a:pt x="13715" y="1043939"/>
                  </a:lnTo>
                  <a:lnTo>
                    <a:pt x="15239" y="1043939"/>
                  </a:lnTo>
                  <a:lnTo>
                    <a:pt x="1749551" y="2778251"/>
                  </a:lnTo>
                  <a:lnTo>
                    <a:pt x="1744979" y="2782823"/>
                  </a:lnTo>
                  <a:lnTo>
                    <a:pt x="1761754" y="2782823"/>
                  </a:lnTo>
                  <a:lnTo>
                    <a:pt x="1749551" y="2795015"/>
                  </a:lnTo>
                  <a:close/>
                </a:path>
                <a:path w="3499485" h="2795270">
                  <a:moveTo>
                    <a:pt x="3486911" y="1040891"/>
                  </a:moveTo>
                  <a:lnTo>
                    <a:pt x="3486911" y="0"/>
                  </a:lnTo>
                  <a:lnTo>
                    <a:pt x="3499103" y="0"/>
                  </a:lnTo>
                  <a:lnTo>
                    <a:pt x="3499103" y="1039367"/>
                  </a:lnTo>
                  <a:lnTo>
                    <a:pt x="3488435" y="1039367"/>
                  </a:lnTo>
                  <a:lnTo>
                    <a:pt x="3486911" y="1040891"/>
                  </a:lnTo>
                  <a:close/>
                </a:path>
                <a:path w="3499485" h="2795270">
                  <a:moveTo>
                    <a:pt x="13715" y="1043939"/>
                  </a:moveTo>
                  <a:lnTo>
                    <a:pt x="10667" y="1039367"/>
                  </a:lnTo>
                  <a:lnTo>
                    <a:pt x="13715" y="1042415"/>
                  </a:lnTo>
                  <a:lnTo>
                    <a:pt x="13715" y="1043939"/>
                  </a:lnTo>
                  <a:close/>
                </a:path>
                <a:path w="3499485" h="2795270">
                  <a:moveTo>
                    <a:pt x="13715" y="1042415"/>
                  </a:moveTo>
                  <a:lnTo>
                    <a:pt x="10667" y="1039367"/>
                  </a:lnTo>
                  <a:lnTo>
                    <a:pt x="13715" y="1039367"/>
                  </a:lnTo>
                  <a:lnTo>
                    <a:pt x="13715" y="1042415"/>
                  </a:lnTo>
                  <a:close/>
                </a:path>
                <a:path w="3499485" h="2795270">
                  <a:moveTo>
                    <a:pt x="3486911" y="1043939"/>
                  </a:moveTo>
                  <a:lnTo>
                    <a:pt x="3486911" y="1040891"/>
                  </a:lnTo>
                  <a:lnTo>
                    <a:pt x="3488435" y="1039367"/>
                  </a:lnTo>
                  <a:lnTo>
                    <a:pt x="3486911" y="1043939"/>
                  </a:lnTo>
                  <a:close/>
                </a:path>
                <a:path w="3499485" h="2795270">
                  <a:moveTo>
                    <a:pt x="3499103" y="1043939"/>
                  </a:moveTo>
                  <a:lnTo>
                    <a:pt x="3486911" y="1043939"/>
                  </a:lnTo>
                  <a:lnTo>
                    <a:pt x="3488435" y="1039367"/>
                  </a:lnTo>
                  <a:lnTo>
                    <a:pt x="3499103" y="1039367"/>
                  </a:lnTo>
                  <a:lnTo>
                    <a:pt x="3499103" y="1043939"/>
                  </a:lnTo>
                  <a:close/>
                </a:path>
                <a:path w="3499485" h="2795270">
                  <a:moveTo>
                    <a:pt x="1761754" y="2782823"/>
                  </a:moveTo>
                  <a:lnTo>
                    <a:pt x="1754123" y="2782823"/>
                  </a:lnTo>
                  <a:lnTo>
                    <a:pt x="1749551" y="2778251"/>
                  </a:lnTo>
                  <a:lnTo>
                    <a:pt x="3486911" y="1040891"/>
                  </a:lnTo>
                  <a:lnTo>
                    <a:pt x="3486911" y="1043939"/>
                  </a:lnTo>
                  <a:lnTo>
                    <a:pt x="3499103" y="1043939"/>
                  </a:lnTo>
                  <a:lnTo>
                    <a:pt x="3499103" y="1046987"/>
                  </a:lnTo>
                  <a:lnTo>
                    <a:pt x="1761754" y="2782823"/>
                  </a:lnTo>
                  <a:close/>
                </a:path>
                <a:path w="3499485" h="2795270">
                  <a:moveTo>
                    <a:pt x="15239" y="1043939"/>
                  </a:moveTo>
                  <a:lnTo>
                    <a:pt x="13715" y="1043939"/>
                  </a:lnTo>
                  <a:lnTo>
                    <a:pt x="13715" y="1042415"/>
                  </a:lnTo>
                  <a:lnTo>
                    <a:pt x="15239" y="1043939"/>
                  </a:lnTo>
                  <a:close/>
                </a:path>
                <a:path w="3499485" h="2795270">
                  <a:moveTo>
                    <a:pt x="1754123" y="2782823"/>
                  </a:moveTo>
                  <a:lnTo>
                    <a:pt x="1744979" y="2782823"/>
                  </a:lnTo>
                  <a:lnTo>
                    <a:pt x="1749551" y="2778251"/>
                  </a:lnTo>
                  <a:lnTo>
                    <a:pt x="1754123" y="2782823"/>
                  </a:lnTo>
                  <a:close/>
                </a:path>
              </a:pathLst>
            </a:custGeom>
            <a:solidFill>
              <a:srgbClr val="BF504D"/>
            </a:solidFill>
          </p:spPr>
          <p:txBody>
            <a:bodyPr wrap="square" lIns="0" tIns="0" rIns="0" bIns="0" rtlCol="0"/>
            <a:lstStyle/>
            <a:p>
              <a:endParaRPr/>
            </a:p>
          </p:txBody>
        </p:sp>
      </p:grpSp>
      <p:sp>
        <p:nvSpPr>
          <p:cNvPr id="11" name="object 11"/>
          <p:cNvSpPr txBox="1"/>
          <p:nvPr/>
        </p:nvSpPr>
        <p:spPr>
          <a:xfrm>
            <a:off x="4114800" y="2157733"/>
            <a:ext cx="4572000" cy="1468709"/>
          </a:xfrm>
          <a:prstGeom prst="rect">
            <a:avLst/>
          </a:prstGeom>
        </p:spPr>
        <p:txBody>
          <a:bodyPr vert="horz" wrap="square" lIns="0" tIns="52425" rIns="0" bIns="0" rtlCol="0">
            <a:spAutoFit/>
          </a:bodyPr>
          <a:lstStyle/>
          <a:p>
            <a:pPr lvl="0" algn="just">
              <a:defRPr/>
            </a:pPr>
            <a:r>
              <a:rPr lang="en-US" sz="2200" dirty="0"/>
              <a:t>To be aware about different ISO standards and JIT</a:t>
            </a:r>
          </a:p>
          <a:p>
            <a:endParaRPr lang="en-US" sz="2400" dirty="0">
              <a:solidFill>
                <a:srgbClr val="FF0000"/>
              </a:solidFill>
            </a:endParaRPr>
          </a:p>
          <a:p>
            <a:endParaRPr lang="en-US" sz="2400" dirty="0">
              <a:solidFill>
                <a:schemeClr val="bg1"/>
              </a:solidFill>
              <a:latin typeface="Times New Roman" pitchFamily="18" charset="0"/>
              <a:cs typeface="Times New Roman" pitchFamily="18" charset="0"/>
            </a:endParaRPr>
          </a:p>
        </p:txBody>
      </p:sp>
      <p:sp>
        <p:nvSpPr>
          <p:cNvPr id="12" name="object 12"/>
          <p:cNvSpPr/>
          <p:nvPr/>
        </p:nvSpPr>
        <p:spPr>
          <a:xfrm>
            <a:off x="3983182" y="3429000"/>
            <a:ext cx="4745182" cy="894229"/>
          </a:xfrm>
          <a:custGeom>
            <a:avLst/>
            <a:gdLst/>
            <a:ahLst/>
            <a:cxnLst/>
            <a:rect l="l" t="t" r="r" b="b"/>
            <a:pathLst>
              <a:path w="5219700" h="1013460">
                <a:moveTo>
                  <a:pt x="4645151" y="1013459"/>
                </a:moveTo>
                <a:lnTo>
                  <a:pt x="6095" y="1013459"/>
                </a:lnTo>
                <a:lnTo>
                  <a:pt x="0" y="1007364"/>
                </a:lnTo>
                <a:lnTo>
                  <a:pt x="0" y="0"/>
                </a:lnTo>
                <a:lnTo>
                  <a:pt x="25907" y="0"/>
                </a:lnTo>
                <a:lnTo>
                  <a:pt x="25907" y="987551"/>
                </a:lnTo>
                <a:lnTo>
                  <a:pt x="12191" y="987551"/>
                </a:lnTo>
                <a:lnTo>
                  <a:pt x="25907" y="1001267"/>
                </a:lnTo>
                <a:lnTo>
                  <a:pt x="4736591" y="1001267"/>
                </a:lnTo>
                <a:lnTo>
                  <a:pt x="4675631" y="1010411"/>
                </a:lnTo>
                <a:lnTo>
                  <a:pt x="4645151" y="1013459"/>
                </a:lnTo>
                <a:close/>
              </a:path>
              <a:path w="5219700" h="1013460">
                <a:moveTo>
                  <a:pt x="4736591" y="1001267"/>
                </a:moveTo>
                <a:lnTo>
                  <a:pt x="25907" y="1001267"/>
                </a:lnTo>
                <a:lnTo>
                  <a:pt x="25907" y="987551"/>
                </a:lnTo>
                <a:lnTo>
                  <a:pt x="4643627" y="987551"/>
                </a:lnTo>
                <a:lnTo>
                  <a:pt x="4703063" y="981455"/>
                </a:lnTo>
                <a:lnTo>
                  <a:pt x="4786883" y="961643"/>
                </a:lnTo>
                <a:lnTo>
                  <a:pt x="4841747" y="941831"/>
                </a:lnTo>
                <a:lnTo>
                  <a:pt x="4893563" y="917447"/>
                </a:lnTo>
                <a:lnTo>
                  <a:pt x="4940807" y="888491"/>
                </a:lnTo>
                <a:lnTo>
                  <a:pt x="4986527" y="854963"/>
                </a:lnTo>
                <a:lnTo>
                  <a:pt x="5027675" y="816863"/>
                </a:lnTo>
                <a:lnTo>
                  <a:pt x="5084063" y="752855"/>
                </a:lnTo>
                <a:lnTo>
                  <a:pt x="5116067" y="705611"/>
                </a:lnTo>
                <a:lnTo>
                  <a:pt x="5154167" y="629411"/>
                </a:lnTo>
                <a:lnTo>
                  <a:pt x="5173979" y="576071"/>
                </a:lnTo>
                <a:lnTo>
                  <a:pt x="5189219" y="519683"/>
                </a:lnTo>
                <a:lnTo>
                  <a:pt x="5196839" y="461771"/>
                </a:lnTo>
                <a:lnTo>
                  <a:pt x="5199887" y="431291"/>
                </a:lnTo>
                <a:lnTo>
                  <a:pt x="5199887" y="0"/>
                </a:lnTo>
                <a:lnTo>
                  <a:pt x="5219700" y="0"/>
                </a:lnTo>
                <a:lnTo>
                  <a:pt x="5219700" y="483612"/>
                </a:lnTo>
                <a:lnTo>
                  <a:pt x="5213603" y="524255"/>
                </a:lnTo>
                <a:lnTo>
                  <a:pt x="5189219" y="611123"/>
                </a:lnTo>
                <a:lnTo>
                  <a:pt x="5166359" y="665987"/>
                </a:lnTo>
                <a:lnTo>
                  <a:pt x="5122163" y="743711"/>
                </a:lnTo>
                <a:lnTo>
                  <a:pt x="5103875" y="766571"/>
                </a:lnTo>
                <a:lnTo>
                  <a:pt x="5085587" y="790955"/>
                </a:lnTo>
                <a:lnTo>
                  <a:pt x="5026151" y="853439"/>
                </a:lnTo>
                <a:lnTo>
                  <a:pt x="4980431" y="891539"/>
                </a:lnTo>
                <a:lnTo>
                  <a:pt x="4931663" y="925067"/>
                </a:lnTo>
                <a:lnTo>
                  <a:pt x="4879847" y="952499"/>
                </a:lnTo>
                <a:lnTo>
                  <a:pt x="4823459" y="976883"/>
                </a:lnTo>
                <a:lnTo>
                  <a:pt x="4767071" y="993647"/>
                </a:lnTo>
                <a:lnTo>
                  <a:pt x="4736591" y="1001267"/>
                </a:lnTo>
                <a:close/>
              </a:path>
              <a:path w="5219700" h="1013460">
                <a:moveTo>
                  <a:pt x="25907" y="1001267"/>
                </a:moveTo>
                <a:lnTo>
                  <a:pt x="12191" y="987551"/>
                </a:lnTo>
                <a:lnTo>
                  <a:pt x="25907" y="987551"/>
                </a:lnTo>
                <a:lnTo>
                  <a:pt x="25907" y="1001267"/>
                </a:lnTo>
                <a:close/>
              </a:path>
            </a:pathLst>
          </a:custGeom>
          <a:solidFill>
            <a:srgbClr val="BF504D"/>
          </a:solidFill>
        </p:spPr>
        <p:txBody>
          <a:bodyPr wrap="square" lIns="0" tIns="0" rIns="0" bIns="0" rtlCol="0"/>
          <a:lstStyle/>
          <a:p>
            <a:endParaRPr/>
          </a:p>
        </p:txBody>
      </p:sp>
      <p:sp>
        <p:nvSpPr>
          <p:cNvPr id="13" name="Date Placeholder 12"/>
          <p:cNvSpPr>
            <a:spLocks noGrp="1"/>
          </p:cNvSpPr>
          <p:nvPr>
            <p:ph type="dt" sz="half" idx="10"/>
          </p:nvPr>
        </p:nvSpPr>
        <p:spPr/>
        <p:txBody>
          <a:bodyPr/>
          <a:lstStyle/>
          <a:p>
            <a:fld id="{142701C1-8FB7-4678-BCDE-3BA58668DE70}" type="datetime1">
              <a:rPr lang="en-US" smtClean="0"/>
              <a:t>5/1/2026</a:t>
            </a:fld>
            <a:endParaRPr lang="en-US"/>
          </a:p>
        </p:txBody>
      </p:sp>
      <p:sp>
        <p:nvSpPr>
          <p:cNvPr id="14" name="Slide Number Placeholder 13"/>
          <p:cNvSpPr>
            <a:spLocks noGrp="1"/>
          </p:cNvSpPr>
          <p:nvPr>
            <p:ph type="sldNum" sz="quarter" idx="12"/>
          </p:nvPr>
        </p:nvSpPr>
        <p:spPr/>
        <p:txBody>
          <a:bodyPr/>
          <a:lstStyle/>
          <a:p>
            <a:fld id="{B6F15528-21DE-4FAA-801E-634DDDAF4B2B}" type="slidenum">
              <a:rPr lang="en-US" smtClean="0"/>
              <a:pPr/>
              <a:t>7</a:t>
            </a:fld>
            <a:endParaRPr lang="en-US"/>
          </a:p>
        </p:txBody>
      </p:sp>
      <p:sp>
        <p:nvSpPr>
          <p:cNvPr id="15" name="Footer Placeholder 14"/>
          <p:cNvSpPr>
            <a:spLocks noGrp="1"/>
          </p:cNvSpPr>
          <p:nvPr>
            <p:ph type="ftr" sz="quarter" idx="11"/>
          </p:nvPr>
        </p:nvSpPr>
        <p:spPr>
          <a:xfrm>
            <a:off x="3124200" y="6356350"/>
            <a:ext cx="4267200" cy="365125"/>
          </a:xfrm>
        </p:spPr>
        <p:txBody>
          <a:bodyPr/>
          <a:lstStyle/>
          <a:p>
            <a:r>
              <a:rPr lang="sv-SE"/>
              <a:t>Mr. Minhaj Nezami    AOE0861    TQM     Unit 5</a:t>
            </a:r>
            <a:endParaRPr lang="en-US" dirty="0"/>
          </a:p>
        </p:txBody>
      </p:sp>
      <p:pic>
        <p:nvPicPr>
          <p:cNvPr id="17" name="Picture 16"/>
          <p:cNvPicPr>
            <a:picLocks noChangeAspect="1"/>
          </p:cNvPicPr>
          <p:nvPr/>
        </p:nvPicPr>
        <p:blipFill>
          <a:blip r:embed="rId6"/>
          <a:stretch>
            <a:fillRect/>
          </a:stretch>
        </p:blipFill>
        <p:spPr>
          <a:xfrm>
            <a:off x="0" y="7779"/>
            <a:ext cx="1755800" cy="1024217"/>
          </a:xfrm>
          <a:prstGeom prst="rect">
            <a:avLst/>
          </a:prstGeom>
        </p:spPr>
      </p:pic>
      <p:sp>
        <p:nvSpPr>
          <p:cNvPr id="18" name="Title 1">
            <a:extLst>
              <a:ext uri="{FF2B5EF4-FFF2-40B4-BE49-F238E27FC236}">
                <a16:creationId xmlns:a16="http://schemas.microsoft.com/office/drawing/2014/main" id="{1C7BBAA3-263A-8FE5-5AA3-E40EF73A5AE9}"/>
              </a:ext>
            </a:extLst>
          </p:cNvPr>
          <p:cNvSpPr txBox="1">
            <a:spLocks/>
          </p:cNvSpPr>
          <p:nvPr/>
        </p:nvSpPr>
        <p:spPr>
          <a:xfrm>
            <a:off x="1752600" y="-19957"/>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Unit 5 Objective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953AB4DF-1776-4DB4-8DC1-516159B10BE6}" type="datetime1">
              <a:rPr lang="en-US" smtClean="0"/>
              <a:t>5/1/2026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8</a:t>
            </a:fld>
            <a:endParaRPr lang="en-US" dirty="0"/>
          </a:p>
        </p:txBody>
      </p:sp>
      <p:graphicFrame>
        <p:nvGraphicFramePr>
          <p:cNvPr id="9" name="Content Placeholder 1"/>
          <p:cNvGraphicFramePr>
            <a:graphicFrameLocks/>
          </p:cNvGraphicFramePr>
          <p:nvPr>
            <p:extLst>
              <p:ext uri="{D42A27DB-BD31-4B8C-83A1-F6EECF244321}">
                <p14:modId xmlns:p14="http://schemas.microsoft.com/office/powerpoint/2010/main" val="2445570844"/>
              </p:ext>
            </p:extLst>
          </p:nvPr>
        </p:nvGraphicFramePr>
        <p:xfrm>
          <a:off x="479685" y="1066800"/>
          <a:ext cx="8229600" cy="4647901"/>
        </p:xfrm>
        <a:graphic>
          <a:graphicData uri="http://schemas.openxmlformats.org/drawingml/2006/table">
            <a:tbl>
              <a:tblPr>
                <a:tableStyleId>{93296810-A885-4BE3-A3E7-6D5BEEA58F35}</a:tableStyleId>
              </a:tblPr>
              <a:tblGrid>
                <a:gridCol w="1591380">
                  <a:extLst>
                    <a:ext uri="{9D8B030D-6E8A-4147-A177-3AD203B41FA5}">
                      <a16:colId xmlns:a16="http://schemas.microsoft.com/office/drawing/2014/main" val="20000"/>
                    </a:ext>
                  </a:extLst>
                </a:gridCol>
                <a:gridCol w="6638220">
                  <a:extLst>
                    <a:ext uri="{9D8B030D-6E8A-4147-A177-3AD203B41FA5}">
                      <a16:colId xmlns:a16="http://schemas.microsoft.com/office/drawing/2014/main" val="20001"/>
                    </a:ext>
                  </a:extLst>
                </a:gridCol>
              </a:tblGrid>
              <a:tr h="821101">
                <a:tc>
                  <a:txBody>
                    <a:bodyPr/>
                    <a:lstStyle/>
                    <a:p>
                      <a:r>
                        <a:rPr lang="en-US" sz="2200" dirty="0"/>
                        <a:t>AOE0861.1</a:t>
                      </a:r>
                    </a:p>
                  </a:txBody>
                  <a:tcPr marL="68580" marR="68580" marT="0" marB="0"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spcBef>
                          <a:spcPts val="0"/>
                        </a:spcBef>
                        <a:spcAft>
                          <a:spcPts val="0"/>
                        </a:spcAft>
                      </a:pPr>
                      <a:r>
                        <a:rPr lang="en-US" sz="2200" dirty="0"/>
                        <a:t>Define the Quality Concepts and Manufacturing Quality</a:t>
                      </a:r>
                      <a:endParaRPr lang="en-US" sz="2200" b="0" dirty="0">
                        <a:solidFill>
                          <a:srgbClr val="000000"/>
                        </a:solidFill>
                        <a:latin typeface="Times New Roman"/>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9567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u="none" strike="noStrike" kern="1200" cap="none" spc="0" normalizeH="0" baseline="0" noProof="0" dirty="0">
                          <a:ln>
                            <a:noFill/>
                          </a:ln>
                          <a:effectLst/>
                          <a:uLnTx/>
                          <a:uFillTx/>
                        </a:rPr>
                        <a:t>AOE0861.2</a:t>
                      </a:r>
                    </a:p>
                    <a:p>
                      <a:endParaRPr lang="en-US" dirty="0"/>
                    </a:p>
                  </a:txBody>
                  <a:tcPr marL="68580" marR="68580" marT="0" marB="0"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spcBef>
                          <a:spcPts val="0"/>
                        </a:spcBef>
                        <a:spcAft>
                          <a:spcPts val="0"/>
                        </a:spcAft>
                      </a:pPr>
                      <a:r>
                        <a:rPr lang="en-US" sz="2200" dirty="0"/>
                        <a:t>Conceptualize the term Quality Management and relate to this various TQM Principles</a:t>
                      </a:r>
                      <a:endParaRPr lang="en-US" sz="2200" b="0" dirty="0">
                        <a:solidFill>
                          <a:srgbClr val="000000"/>
                        </a:solidFill>
                        <a:latin typeface="Times New Roman"/>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9567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u="none" strike="noStrike" kern="1200" cap="none" spc="0" normalizeH="0" baseline="0" noProof="0" dirty="0">
                          <a:ln>
                            <a:noFill/>
                          </a:ln>
                          <a:effectLst/>
                          <a:uLnTx/>
                          <a:uFillTx/>
                        </a:rPr>
                        <a:t>AOE0861.3</a:t>
                      </a:r>
                    </a:p>
                    <a:p>
                      <a:endParaRPr lang="en-US" dirty="0"/>
                    </a:p>
                  </a:txBody>
                  <a:tcPr marL="68580" marR="68580" marT="0" marB="0"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spcBef>
                          <a:spcPts val="0"/>
                        </a:spcBef>
                        <a:spcAft>
                          <a:spcPts val="0"/>
                        </a:spcAft>
                      </a:pPr>
                      <a:r>
                        <a:rPr lang="en-US" sz="2200" dirty="0"/>
                        <a:t>Analyze the different Tools and Techniques and Control Charts</a:t>
                      </a:r>
                      <a:endParaRPr lang="en-US" sz="2200" b="0" dirty="0">
                        <a:solidFill>
                          <a:srgbClr val="000000"/>
                        </a:solidFill>
                        <a:latin typeface="Times New Roman"/>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9567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u="none" strike="noStrike" kern="1200" cap="none" spc="0" normalizeH="0" baseline="0" noProof="0" dirty="0">
                          <a:ln>
                            <a:noFill/>
                          </a:ln>
                          <a:effectLst/>
                          <a:uLnTx/>
                          <a:uFillTx/>
                        </a:rPr>
                        <a:t>AOE0861.4</a:t>
                      </a:r>
                    </a:p>
                    <a:p>
                      <a:endParaRPr lang="en-US" dirty="0"/>
                    </a:p>
                  </a:txBody>
                  <a:tcPr marL="68580" marR="68580" marT="0" marB="0"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spcBef>
                          <a:spcPts val="0"/>
                        </a:spcBef>
                        <a:spcAft>
                          <a:spcPts val="0"/>
                        </a:spcAft>
                      </a:pPr>
                      <a:r>
                        <a:rPr lang="en-US" sz="2200" dirty="0"/>
                        <a:t> Distinguish between Defects Diagnosis and Prevention   </a:t>
                      </a:r>
                    </a:p>
                    <a:p>
                      <a:pPr marL="0" marR="0" algn="just">
                        <a:spcBef>
                          <a:spcPts val="0"/>
                        </a:spcBef>
                        <a:spcAft>
                          <a:spcPts val="0"/>
                        </a:spcAft>
                      </a:pPr>
                      <a:r>
                        <a:rPr lang="en-US" sz="2200" dirty="0"/>
                        <a:t> term</a:t>
                      </a:r>
                      <a:endParaRPr lang="en-US" sz="2200" b="0" dirty="0">
                        <a:solidFill>
                          <a:srgbClr val="000000"/>
                        </a:solidFill>
                        <a:latin typeface="Times New Roman"/>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9567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u="none" strike="noStrike" kern="1200" cap="none" spc="0" normalizeH="0" baseline="0" noProof="0" dirty="0">
                          <a:ln>
                            <a:noFill/>
                          </a:ln>
                          <a:effectLst/>
                          <a:uLnTx/>
                          <a:uFillTx/>
                        </a:rPr>
                        <a:t>AOE0861.5</a:t>
                      </a:r>
                    </a:p>
                    <a:p>
                      <a:endParaRPr lang="en-US" dirty="0">
                        <a:solidFill>
                          <a:srgbClr val="FF0000"/>
                        </a:solidFill>
                      </a:endParaRPr>
                    </a:p>
                  </a:txBody>
                  <a:tcPr marL="68580" marR="68580" marT="0" marB="0"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just">
                        <a:spcBef>
                          <a:spcPts val="0"/>
                        </a:spcBef>
                        <a:spcAft>
                          <a:spcPts val="0"/>
                        </a:spcAft>
                      </a:pPr>
                      <a:r>
                        <a:rPr lang="en-US" sz="2200" dirty="0"/>
                        <a:t> Coordinate IS0 and its concept to Quality Management</a:t>
                      </a:r>
                      <a:endParaRPr lang="en-US" sz="2200" b="0" dirty="0">
                        <a:solidFill>
                          <a:srgbClr val="FF0000"/>
                        </a:solidFill>
                        <a:latin typeface="Times New Roman"/>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extLst>
                  <a:ext uri="{0D108BD9-81ED-4DB2-BD59-A6C34878D82A}">
                    <a16:rowId xmlns:a16="http://schemas.microsoft.com/office/drawing/2014/main" val="10004"/>
                  </a:ext>
                </a:extLst>
              </a:tr>
            </a:tbl>
          </a:graphicData>
        </a:graphic>
      </p:graphicFrame>
      <p:sp>
        <p:nvSpPr>
          <p:cNvPr id="10" name="Footer Placeholder 12"/>
          <p:cNvSpPr>
            <a:spLocks noGrp="1"/>
          </p:cNvSpPr>
          <p:nvPr>
            <p:ph type="ftr" sz="quarter" idx="11"/>
          </p:nvPr>
        </p:nvSpPr>
        <p:spPr>
          <a:xfrm>
            <a:off x="2286000" y="6248415"/>
            <a:ext cx="5029200" cy="365125"/>
          </a:xfrm>
        </p:spPr>
        <p:txBody>
          <a:bodyPr/>
          <a:lstStyle/>
          <a:p>
            <a:r>
              <a:rPr lang="sv-SE" sz="2000"/>
              <a:t>Mr. Minhaj Nezami    AOE0861    TQM     Unit 5</a:t>
            </a:r>
            <a:endParaRPr lang="en-US" sz="2000" dirty="0"/>
          </a:p>
        </p:txBody>
      </p:sp>
      <p:pic>
        <p:nvPicPr>
          <p:cNvPr id="11" name="Picture 10"/>
          <p:cNvPicPr>
            <a:picLocks noChangeAspect="1"/>
          </p:cNvPicPr>
          <p:nvPr/>
        </p:nvPicPr>
        <p:blipFill>
          <a:blip r:embed="rId2"/>
          <a:stretch>
            <a:fillRect/>
          </a:stretch>
        </p:blipFill>
        <p:spPr>
          <a:xfrm>
            <a:off x="0" y="7779"/>
            <a:ext cx="1755800" cy="1024217"/>
          </a:xfrm>
          <a:prstGeom prst="rect">
            <a:avLst/>
          </a:prstGeom>
        </p:spPr>
      </p:pic>
      <p:sp>
        <p:nvSpPr>
          <p:cNvPr id="12" name="Title 1">
            <a:extLst>
              <a:ext uri="{FF2B5EF4-FFF2-40B4-BE49-F238E27FC236}">
                <a16:creationId xmlns:a16="http://schemas.microsoft.com/office/drawing/2014/main" id="{1C7BBAA3-263A-8FE5-5AA3-E40EF73A5AE9}"/>
              </a:ext>
            </a:extLst>
          </p:cNvPr>
          <p:cNvSpPr txBox="1">
            <a:spLocks/>
          </p:cNvSpPr>
          <p:nvPr/>
        </p:nvSpPr>
        <p:spPr>
          <a:xfrm>
            <a:off x="1785818" y="-14188"/>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Course Outcome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Content Placeholder 2">
            <a:extLst>
              <a:ext uri="{FF2B5EF4-FFF2-40B4-BE49-F238E27FC236}">
                <a16:creationId xmlns:a16="http://schemas.microsoft.com/office/drawing/2014/main" id="{5B1A7B65-C597-49B6-A05A-EDB96458B673}"/>
              </a:ext>
            </a:extLst>
          </p:cNvPr>
          <p:cNvSpPr>
            <a:spLocks noGrp="1"/>
          </p:cNvSpPr>
          <p:nvPr>
            <p:ph idx="1"/>
          </p:nvPr>
        </p:nvSpPr>
        <p:spPr>
          <a:xfrm>
            <a:off x="533400" y="1004100"/>
            <a:ext cx="8229600" cy="5202636"/>
          </a:xfrm>
        </p:spPr>
        <p:txBody>
          <a:bodyPr>
            <a:normAutofit lnSpcReduction="10000"/>
          </a:bodyPr>
          <a:lstStyle/>
          <a:p>
            <a:pPr eaLnBrk="1" hangingPunct="1">
              <a:buNone/>
            </a:pPr>
            <a:r>
              <a:rPr lang="en-US" sz="2400" dirty="0"/>
              <a:t>1. Engineering knowledge</a:t>
            </a:r>
          </a:p>
          <a:p>
            <a:pPr eaLnBrk="1" hangingPunct="1">
              <a:buNone/>
            </a:pPr>
            <a:r>
              <a:rPr lang="en-US" altLang="en-US" sz="2400" dirty="0"/>
              <a:t>2.</a:t>
            </a:r>
            <a:r>
              <a:rPr lang="en-US" sz="2400" dirty="0"/>
              <a:t> Problem analysis</a:t>
            </a:r>
          </a:p>
          <a:p>
            <a:pPr eaLnBrk="1" hangingPunct="1">
              <a:buNone/>
            </a:pPr>
            <a:r>
              <a:rPr lang="en-US" altLang="en-US" sz="2400" dirty="0"/>
              <a:t>3.</a:t>
            </a:r>
            <a:r>
              <a:rPr lang="en-US" sz="2400" dirty="0"/>
              <a:t> Design/development of solutions</a:t>
            </a:r>
          </a:p>
          <a:p>
            <a:pPr eaLnBrk="1" hangingPunct="1">
              <a:buNone/>
            </a:pPr>
            <a:r>
              <a:rPr lang="en-US" altLang="en-US" sz="2400" dirty="0"/>
              <a:t>4.</a:t>
            </a:r>
            <a:r>
              <a:rPr lang="en-US" sz="2400" dirty="0"/>
              <a:t> Conduct investigations of complex problems</a:t>
            </a:r>
          </a:p>
          <a:p>
            <a:pPr eaLnBrk="1" hangingPunct="1">
              <a:buNone/>
            </a:pPr>
            <a:r>
              <a:rPr lang="en-US" altLang="en-US" sz="2400" dirty="0"/>
              <a:t>5.</a:t>
            </a:r>
            <a:r>
              <a:rPr lang="en-US" sz="2400" dirty="0"/>
              <a:t> Modern tool usage</a:t>
            </a:r>
          </a:p>
          <a:p>
            <a:pPr eaLnBrk="1" hangingPunct="1">
              <a:buNone/>
            </a:pPr>
            <a:r>
              <a:rPr lang="en-US" altLang="en-US" sz="2400" dirty="0"/>
              <a:t>6.</a:t>
            </a:r>
            <a:r>
              <a:rPr lang="en-US" sz="2400" dirty="0"/>
              <a:t> The engineer and society</a:t>
            </a:r>
          </a:p>
          <a:p>
            <a:pPr eaLnBrk="1" hangingPunct="1">
              <a:buNone/>
            </a:pPr>
            <a:r>
              <a:rPr lang="en-US" altLang="en-US" sz="2400" dirty="0"/>
              <a:t>7.</a:t>
            </a:r>
            <a:r>
              <a:rPr lang="en-US" sz="2400" dirty="0"/>
              <a:t> Environment and sustainability</a:t>
            </a:r>
          </a:p>
          <a:p>
            <a:pPr eaLnBrk="1" hangingPunct="1">
              <a:buNone/>
            </a:pPr>
            <a:r>
              <a:rPr lang="en-US" altLang="en-US" sz="2400" dirty="0"/>
              <a:t>8.</a:t>
            </a:r>
            <a:r>
              <a:rPr lang="en-US" sz="2400" dirty="0"/>
              <a:t> Ethics</a:t>
            </a:r>
          </a:p>
          <a:p>
            <a:pPr eaLnBrk="1" hangingPunct="1">
              <a:buNone/>
            </a:pPr>
            <a:r>
              <a:rPr lang="en-US" altLang="en-US" sz="2400" dirty="0"/>
              <a:t>9.</a:t>
            </a:r>
            <a:r>
              <a:rPr lang="en-US" sz="2400" dirty="0"/>
              <a:t> Individual and team work</a:t>
            </a:r>
          </a:p>
          <a:p>
            <a:pPr eaLnBrk="1" hangingPunct="1">
              <a:buNone/>
            </a:pPr>
            <a:r>
              <a:rPr lang="en-US" altLang="en-US" sz="2400" dirty="0"/>
              <a:t>10.</a:t>
            </a:r>
            <a:r>
              <a:rPr lang="en-US" sz="2400" dirty="0"/>
              <a:t> Communication</a:t>
            </a:r>
          </a:p>
          <a:p>
            <a:pPr eaLnBrk="1" hangingPunct="1">
              <a:buNone/>
            </a:pPr>
            <a:r>
              <a:rPr lang="en-US" altLang="en-US" sz="2400" dirty="0"/>
              <a:t>11.</a:t>
            </a:r>
            <a:r>
              <a:rPr lang="en-US" sz="2400" dirty="0"/>
              <a:t> Project management and finance</a:t>
            </a:r>
          </a:p>
          <a:p>
            <a:pPr eaLnBrk="1" hangingPunct="1">
              <a:buNone/>
            </a:pPr>
            <a:r>
              <a:rPr lang="en-US" altLang="en-US" sz="2400" dirty="0"/>
              <a:t>12.</a:t>
            </a:r>
            <a:r>
              <a:rPr lang="en-US" sz="2400" dirty="0"/>
              <a:t> Life-long learning</a:t>
            </a:r>
            <a:endParaRPr lang="en-US" altLang="en-US" sz="2200" dirty="0"/>
          </a:p>
          <a:p>
            <a:pPr eaLnBrk="1" hangingPunct="1"/>
            <a:endParaRPr lang="en-US" altLang="en-US" sz="2200" dirty="0"/>
          </a:p>
          <a:p>
            <a:pPr eaLnBrk="1" hangingPunct="1">
              <a:buFont typeface="Arial" panose="020B0604020202020204" pitchFamily="34" charset="0"/>
              <a:buNone/>
            </a:pPr>
            <a:endParaRPr lang="en-US" altLang="en-US" sz="2200" dirty="0"/>
          </a:p>
          <a:p>
            <a:pPr eaLnBrk="1" hangingPunct="1">
              <a:buFont typeface="Arial" panose="020B0604020202020204" pitchFamily="34" charset="0"/>
              <a:buNone/>
            </a:pPr>
            <a:endParaRPr lang="en-US" altLang="en-US" sz="2200" dirty="0"/>
          </a:p>
        </p:txBody>
      </p:sp>
      <p:sp>
        <p:nvSpPr>
          <p:cNvPr id="4" name="Date Placeholder 3">
            <a:extLst>
              <a:ext uri="{FF2B5EF4-FFF2-40B4-BE49-F238E27FC236}">
                <a16:creationId xmlns:a16="http://schemas.microsoft.com/office/drawing/2014/main" id="{2708BBE5-2643-4F5D-9408-C65C8A01CF17}"/>
              </a:ext>
            </a:extLst>
          </p:cNvPr>
          <p:cNvSpPr>
            <a:spLocks noGrp="1"/>
          </p:cNvSpPr>
          <p:nvPr>
            <p:ph type="dt" sz="quarter" idx="10"/>
          </p:nvPr>
        </p:nvSpPr>
        <p:spPr/>
        <p:txBody>
          <a:bodyPr/>
          <a:lstStyle/>
          <a:p>
            <a:pPr>
              <a:defRPr/>
            </a:pPr>
            <a:fld id="{8958F8E1-D688-4455-8835-A388BD577A06}" type="datetime1">
              <a:rPr lang="en-US" smtClean="0"/>
              <a:t>5/1/2026</a:t>
            </a:fld>
            <a:endParaRPr lang="en-US"/>
          </a:p>
        </p:txBody>
      </p:sp>
      <p:sp>
        <p:nvSpPr>
          <p:cNvPr id="6" name="Slide Number Placeholder 5">
            <a:extLst>
              <a:ext uri="{FF2B5EF4-FFF2-40B4-BE49-F238E27FC236}">
                <a16:creationId xmlns:a16="http://schemas.microsoft.com/office/drawing/2014/main" id="{D6BB4067-E2E4-4311-8E0F-C9B41D37465E}"/>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EDB4F6E4-3803-42DB-B2BF-0D92B52FBCDF}" type="slidenum">
              <a:rPr lang="en-US" altLang="en-US">
                <a:solidFill>
                  <a:srgbClr val="898989"/>
                </a:solidFill>
                <a:latin typeface="Calibri" panose="020F0502020204030204" pitchFamily="34" charset="0"/>
              </a:rPr>
              <a:pPr eaLnBrk="1" hangingPunct="1"/>
              <a:t>9</a:t>
            </a:fld>
            <a:endParaRPr lang="en-US" altLang="en-US">
              <a:solidFill>
                <a:srgbClr val="898989"/>
              </a:solidFill>
              <a:latin typeface="Calibri" panose="020F0502020204030204" pitchFamily="34" charset="0"/>
            </a:endParaRPr>
          </a:p>
        </p:txBody>
      </p:sp>
      <p:sp>
        <p:nvSpPr>
          <p:cNvPr id="8" name="Footer Placeholder 12">
            <a:extLst>
              <a:ext uri="{FF2B5EF4-FFF2-40B4-BE49-F238E27FC236}">
                <a16:creationId xmlns:a16="http://schemas.microsoft.com/office/drawing/2014/main" id="{6FA00553-970E-4494-8393-F217E60B36B8}"/>
              </a:ext>
            </a:extLst>
          </p:cNvPr>
          <p:cNvSpPr>
            <a:spLocks noGrp="1"/>
          </p:cNvSpPr>
          <p:nvPr>
            <p:ph type="ftr" sz="quarter" idx="11"/>
          </p:nvPr>
        </p:nvSpPr>
        <p:spPr>
          <a:xfrm>
            <a:off x="2286000" y="6248400"/>
            <a:ext cx="5029200" cy="365125"/>
          </a:xfrm>
        </p:spPr>
        <p:txBody>
          <a:bodyPr/>
          <a:lstStyle/>
          <a:p>
            <a:pPr>
              <a:defRPr/>
            </a:pPr>
            <a:r>
              <a:rPr lang="pt-BR"/>
              <a:t>Mr. Minhaj Nezami    AOE0861    TQM     Unit 5</a:t>
            </a:r>
            <a:endParaRPr lang="en-US" dirty="0"/>
          </a:p>
        </p:txBody>
      </p:sp>
      <p:pic>
        <p:nvPicPr>
          <p:cNvPr id="10" name="Picture 9"/>
          <p:cNvPicPr>
            <a:picLocks noChangeAspect="1"/>
          </p:cNvPicPr>
          <p:nvPr/>
        </p:nvPicPr>
        <p:blipFill>
          <a:blip r:embed="rId3"/>
          <a:stretch>
            <a:fillRect/>
          </a:stretch>
        </p:blipFill>
        <p:spPr>
          <a:xfrm>
            <a:off x="0" y="7779"/>
            <a:ext cx="1755800" cy="1024217"/>
          </a:xfrm>
          <a:prstGeom prst="rect">
            <a:avLst/>
          </a:prstGeom>
        </p:spPr>
      </p:pic>
      <p:sp>
        <p:nvSpPr>
          <p:cNvPr id="11" name="Title 1">
            <a:extLst>
              <a:ext uri="{FF2B5EF4-FFF2-40B4-BE49-F238E27FC236}">
                <a16:creationId xmlns:a16="http://schemas.microsoft.com/office/drawing/2014/main" id="{1C7BBAA3-263A-8FE5-5AA3-E40EF73A5AE9}"/>
              </a:ext>
            </a:extLst>
          </p:cNvPr>
          <p:cNvSpPr txBox="1">
            <a:spLocks/>
          </p:cNvSpPr>
          <p:nvPr/>
        </p:nvSpPr>
        <p:spPr>
          <a:xfrm>
            <a:off x="1766455" y="-2309"/>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Program Outcome</a:t>
            </a:r>
          </a:p>
        </p:txBody>
      </p:sp>
    </p:spTree>
    <p:extLst>
      <p:ext uri="{BB962C8B-B14F-4D97-AF65-F5344CB8AC3E}">
        <p14:creationId xmlns:p14="http://schemas.microsoft.com/office/powerpoint/2010/main" val="18963996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DAFAB79A-1EDC-4C47-8946-D72C70581A2B}" type="datetime1">
              <a:rPr lang="en-US" smtClean="0"/>
              <a:t>5/1/2026</a:t>
            </a:fld>
            <a:endParaRPr lang="en-US" dirty="0"/>
          </a:p>
        </p:txBody>
      </p:sp>
      <p:sp>
        <p:nvSpPr>
          <p:cNvPr id="5" name="Footer Placeholder 4"/>
          <p:cNvSpPr>
            <a:spLocks noGrp="1"/>
          </p:cNvSpPr>
          <p:nvPr>
            <p:ph type="ftr" sz="quarter" idx="11"/>
          </p:nvPr>
        </p:nvSpPr>
        <p:spPr>
          <a:xfrm>
            <a:off x="2590800" y="6324600"/>
            <a:ext cx="5486400" cy="533400"/>
          </a:xfrm>
        </p:spPr>
        <p:txBody>
          <a:bodyPr/>
          <a:lstStyle/>
          <a:p>
            <a:r>
              <a:rPr lang="sv-SE" sz="2000"/>
              <a:t>Mr. Minhaj Nezami    AOE0861    TQM     Unit 5</a:t>
            </a:r>
            <a:endParaRPr lang="en-US" sz="2000"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10</a:t>
            </a:fld>
            <a:endParaRPr lang="en-US" dirty="0"/>
          </a:p>
        </p:txBody>
      </p:sp>
      <p:graphicFrame>
        <p:nvGraphicFramePr>
          <p:cNvPr id="12" name="Table 11"/>
          <p:cNvGraphicFramePr>
            <a:graphicFrameLocks noGrp="1"/>
          </p:cNvGraphicFramePr>
          <p:nvPr>
            <p:extLst>
              <p:ext uri="{D42A27DB-BD31-4B8C-83A1-F6EECF244321}">
                <p14:modId xmlns:p14="http://schemas.microsoft.com/office/powerpoint/2010/main" val="1541098842"/>
              </p:ext>
            </p:extLst>
          </p:nvPr>
        </p:nvGraphicFramePr>
        <p:xfrm>
          <a:off x="152400" y="1142999"/>
          <a:ext cx="8915400" cy="5029199"/>
        </p:xfrm>
        <a:graphic>
          <a:graphicData uri="http://schemas.openxmlformats.org/drawingml/2006/table">
            <a:tbl>
              <a:tblPr>
                <a:tableStyleId>{93296810-A885-4BE3-A3E7-6D5BEEA58F35}</a:tableStyleId>
              </a:tblPr>
              <a:tblGrid>
                <a:gridCol w="1219200">
                  <a:extLst>
                    <a:ext uri="{9D8B030D-6E8A-4147-A177-3AD203B41FA5}">
                      <a16:colId xmlns:a16="http://schemas.microsoft.com/office/drawing/2014/main" val="20000"/>
                    </a:ext>
                  </a:extLst>
                </a:gridCol>
                <a:gridCol w="688110">
                  <a:extLst>
                    <a:ext uri="{9D8B030D-6E8A-4147-A177-3AD203B41FA5}">
                      <a16:colId xmlns:a16="http://schemas.microsoft.com/office/drawing/2014/main" val="20001"/>
                    </a:ext>
                  </a:extLst>
                </a:gridCol>
                <a:gridCol w="544945">
                  <a:extLst>
                    <a:ext uri="{9D8B030D-6E8A-4147-A177-3AD203B41FA5}">
                      <a16:colId xmlns:a16="http://schemas.microsoft.com/office/drawing/2014/main" val="20002"/>
                    </a:ext>
                  </a:extLst>
                </a:gridCol>
                <a:gridCol w="595745">
                  <a:extLst>
                    <a:ext uri="{9D8B030D-6E8A-4147-A177-3AD203B41FA5}">
                      <a16:colId xmlns:a16="http://schemas.microsoft.com/office/drawing/2014/main" val="20003"/>
                    </a:ext>
                  </a:extLst>
                </a:gridCol>
                <a:gridCol w="584970">
                  <a:extLst>
                    <a:ext uri="{9D8B030D-6E8A-4147-A177-3AD203B41FA5}">
                      <a16:colId xmlns:a16="http://schemas.microsoft.com/office/drawing/2014/main" val="20004"/>
                    </a:ext>
                  </a:extLst>
                </a:gridCol>
                <a:gridCol w="669829">
                  <a:extLst>
                    <a:ext uri="{9D8B030D-6E8A-4147-A177-3AD203B41FA5}">
                      <a16:colId xmlns:a16="http://schemas.microsoft.com/office/drawing/2014/main" val="20005"/>
                    </a:ext>
                  </a:extLst>
                </a:gridCol>
                <a:gridCol w="669829">
                  <a:extLst>
                    <a:ext uri="{9D8B030D-6E8A-4147-A177-3AD203B41FA5}">
                      <a16:colId xmlns:a16="http://schemas.microsoft.com/office/drawing/2014/main" val="20006"/>
                    </a:ext>
                  </a:extLst>
                </a:gridCol>
                <a:gridCol w="669829">
                  <a:extLst>
                    <a:ext uri="{9D8B030D-6E8A-4147-A177-3AD203B41FA5}">
                      <a16:colId xmlns:a16="http://schemas.microsoft.com/office/drawing/2014/main" val="20007"/>
                    </a:ext>
                  </a:extLst>
                </a:gridCol>
                <a:gridCol w="669829">
                  <a:extLst>
                    <a:ext uri="{9D8B030D-6E8A-4147-A177-3AD203B41FA5}">
                      <a16:colId xmlns:a16="http://schemas.microsoft.com/office/drawing/2014/main" val="20008"/>
                    </a:ext>
                  </a:extLst>
                </a:gridCol>
                <a:gridCol w="669829">
                  <a:extLst>
                    <a:ext uri="{9D8B030D-6E8A-4147-A177-3AD203B41FA5}">
                      <a16:colId xmlns:a16="http://schemas.microsoft.com/office/drawing/2014/main" val="20009"/>
                    </a:ext>
                  </a:extLst>
                </a:gridCol>
                <a:gridCol w="669829">
                  <a:extLst>
                    <a:ext uri="{9D8B030D-6E8A-4147-A177-3AD203B41FA5}">
                      <a16:colId xmlns:a16="http://schemas.microsoft.com/office/drawing/2014/main" val="20010"/>
                    </a:ext>
                  </a:extLst>
                </a:gridCol>
                <a:gridCol w="669829">
                  <a:extLst>
                    <a:ext uri="{9D8B030D-6E8A-4147-A177-3AD203B41FA5}">
                      <a16:colId xmlns:a16="http://schemas.microsoft.com/office/drawing/2014/main" val="20011"/>
                    </a:ext>
                  </a:extLst>
                </a:gridCol>
                <a:gridCol w="593627">
                  <a:extLst>
                    <a:ext uri="{9D8B030D-6E8A-4147-A177-3AD203B41FA5}">
                      <a16:colId xmlns:a16="http://schemas.microsoft.com/office/drawing/2014/main" val="20012"/>
                    </a:ext>
                  </a:extLst>
                </a:gridCol>
              </a:tblGrid>
              <a:tr h="718457">
                <a:tc>
                  <a:txBody>
                    <a:bodyPr/>
                    <a:lstStyle/>
                    <a:p>
                      <a:pPr marL="0" marR="0" algn="ctr">
                        <a:lnSpc>
                          <a:spcPct val="115000"/>
                        </a:lnSpc>
                        <a:spcBef>
                          <a:spcPts val="0"/>
                        </a:spcBef>
                        <a:spcAft>
                          <a:spcPts val="0"/>
                        </a:spcAft>
                      </a:pPr>
                      <a:r>
                        <a:rPr lang="en-US" sz="1800" dirty="0"/>
                        <a:t>CO</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t>PO1</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t>PO2</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t>PO3</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t>PO4</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t>PO5</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t>PO6</a:t>
                      </a:r>
                      <a:endParaRPr lang="en-US" sz="180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t>PO7</a:t>
                      </a:r>
                      <a:endParaRPr lang="en-US" sz="180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t>PO8</a:t>
                      </a:r>
                      <a:endParaRPr lang="en-US" sz="180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t>PO9</a:t>
                      </a:r>
                      <a:endParaRPr lang="en-US" sz="180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t>PO10</a:t>
                      </a:r>
                      <a:endParaRPr lang="en-US" sz="180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t>PO11</a:t>
                      </a:r>
                      <a:endParaRPr lang="en-US" sz="180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t>PO12</a:t>
                      </a:r>
                      <a:endParaRPr lang="en-US" sz="180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718457">
                <a:tc>
                  <a:txBody>
                    <a:bodyPr/>
                    <a:lstStyle/>
                    <a:p>
                      <a:pPr marL="0" marR="0" algn="ctr">
                        <a:lnSpc>
                          <a:spcPct val="115000"/>
                        </a:lnSpc>
                        <a:spcBef>
                          <a:spcPts val="0"/>
                        </a:spcBef>
                        <a:spcAft>
                          <a:spcPts val="1000"/>
                        </a:spcAft>
                      </a:pPr>
                      <a:r>
                        <a:rPr lang="en-US" sz="1800" dirty="0"/>
                        <a:t>AOE0861.1</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t>3</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t>3</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t>2</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t>2</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t>1</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t>2</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t>2</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t>1</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t>1</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t>1</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t>2</a:t>
                      </a:r>
                      <a:endParaRPr lang="en-US" sz="180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t>3</a:t>
                      </a:r>
                      <a:endParaRPr lang="en-US" sz="180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718457">
                <a:tc>
                  <a:txBody>
                    <a:bodyPr/>
                    <a:lstStyle/>
                    <a:p>
                      <a:pPr marL="0" marR="0" algn="ctr">
                        <a:lnSpc>
                          <a:spcPct val="115000"/>
                        </a:lnSpc>
                        <a:spcBef>
                          <a:spcPts val="0"/>
                        </a:spcBef>
                        <a:spcAft>
                          <a:spcPts val="1000"/>
                        </a:spcAft>
                      </a:pPr>
                      <a:r>
                        <a:rPr lang="en-US" sz="1800" dirty="0"/>
                        <a:t>AOE0861.2</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t>3</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t>3</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t>3</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t>3</a:t>
                      </a:r>
                      <a:endParaRPr lang="en-US" sz="180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t>2</a:t>
                      </a:r>
                      <a:endParaRPr lang="en-US" sz="180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t>2</a:t>
                      </a:r>
                      <a:endParaRPr lang="en-US" sz="180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t>2</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t>1</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t>1</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t>1</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t>2</a:t>
                      </a:r>
                      <a:endParaRPr lang="en-US" sz="180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t>3</a:t>
                      </a:r>
                      <a:endParaRPr lang="en-US" sz="180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718457">
                <a:tc>
                  <a:txBody>
                    <a:bodyPr/>
                    <a:lstStyle/>
                    <a:p>
                      <a:pPr marL="0" marR="0" algn="ctr">
                        <a:lnSpc>
                          <a:spcPct val="115000"/>
                        </a:lnSpc>
                        <a:spcBef>
                          <a:spcPts val="0"/>
                        </a:spcBef>
                        <a:spcAft>
                          <a:spcPts val="1000"/>
                        </a:spcAft>
                      </a:pPr>
                      <a:r>
                        <a:rPr lang="en-US" sz="1800" dirty="0"/>
                        <a:t>AOE0861.3</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t>3</a:t>
                      </a:r>
                      <a:endParaRPr lang="en-US" sz="180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t>3</a:t>
                      </a:r>
                      <a:endParaRPr lang="en-US" sz="180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t>2</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t>3</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t>3</a:t>
                      </a:r>
                      <a:endParaRPr lang="en-US" sz="180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t>2</a:t>
                      </a:r>
                      <a:endParaRPr lang="en-US" sz="180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t>2</a:t>
                      </a:r>
                      <a:endParaRPr lang="en-US" sz="180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t>1</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t>2</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t>1</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t>2</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t>3</a:t>
                      </a:r>
                      <a:endParaRPr lang="en-US" sz="180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718457">
                <a:tc>
                  <a:txBody>
                    <a:bodyPr/>
                    <a:lstStyle/>
                    <a:p>
                      <a:pPr marL="0" marR="0" algn="ctr">
                        <a:lnSpc>
                          <a:spcPct val="115000"/>
                        </a:lnSpc>
                        <a:spcBef>
                          <a:spcPts val="0"/>
                        </a:spcBef>
                        <a:spcAft>
                          <a:spcPts val="1000"/>
                        </a:spcAft>
                      </a:pPr>
                      <a:r>
                        <a:rPr lang="en-US" sz="1800" dirty="0"/>
                        <a:t>AOE0861.4</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t>3</a:t>
                      </a:r>
                      <a:endParaRPr lang="en-US" sz="180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t>2</a:t>
                      </a:r>
                      <a:endParaRPr lang="en-US" sz="180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t>3</a:t>
                      </a:r>
                      <a:endParaRPr lang="en-US" sz="180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t>2</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t>2</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t>2</a:t>
                      </a:r>
                      <a:endParaRPr lang="en-US" sz="180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t>2</a:t>
                      </a:r>
                      <a:endParaRPr lang="en-US" sz="180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t>1</a:t>
                      </a:r>
                      <a:endParaRPr lang="en-US" sz="180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t>2</a:t>
                      </a:r>
                      <a:endParaRPr lang="en-US" sz="180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t>1</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t>3</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t>3</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718457">
                <a:tc>
                  <a:txBody>
                    <a:bodyPr/>
                    <a:lstStyle/>
                    <a:p>
                      <a:pPr marL="0" marR="0" algn="ctr">
                        <a:lnSpc>
                          <a:spcPct val="115000"/>
                        </a:lnSpc>
                        <a:spcBef>
                          <a:spcPts val="0"/>
                        </a:spcBef>
                        <a:spcAft>
                          <a:spcPts val="1000"/>
                        </a:spcAft>
                      </a:pPr>
                      <a:r>
                        <a:rPr lang="en-US" sz="1800" dirty="0"/>
                        <a:t>AOE0861.5</a:t>
                      </a:r>
                      <a:endParaRPr lang="en-US" sz="1800" dirty="0">
                        <a:solidFill>
                          <a:srgbClr val="FF0000"/>
                        </a:solidFill>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dirty="0"/>
                        <a:t>3</a:t>
                      </a:r>
                      <a:endParaRPr lang="en-US" sz="1800" dirty="0">
                        <a:solidFill>
                          <a:srgbClr val="FF0000"/>
                        </a:solidFill>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dirty="0"/>
                        <a:t>2</a:t>
                      </a:r>
                      <a:endParaRPr lang="en-US" sz="1800" dirty="0">
                        <a:solidFill>
                          <a:srgbClr val="FF0000"/>
                        </a:solidFill>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dirty="0"/>
                        <a:t>3</a:t>
                      </a:r>
                      <a:endParaRPr lang="en-US" sz="1800" dirty="0">
                        <a:solidFill>
                          <a:srgbClr val="FF0000"/>
                        </a:solidFill>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dirty="0"/>
                        <a:t>2</a:t>
                      </a:r>
                      <a:endParaRPr lang="en-US" sz="1800" dirty="0">
                        <a:solidFill>
                          <a:srgbClr val="FF0000"/>
                        </a:solidFill>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dirty="0"/>
                        <a:t>2</a:t>
                      </a:r>
                      <a:endParaRPr lang="en-US" sz="1800" dirty="0">
                        <a:solidFill>
                          <a:srgbClr val="FF0000"/>
                        </a:solidFill>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dirty="0"/>
                        <a:t>2</a:t>
                      </a:r>
                      <a:endParaRPr lang="en-US" sz="1800" dirty="0">
                        <a:solidFill>
                          <a:srgbClr val="FF0000"/>
                        </a:solidFill>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dirty="0"/>
                        <a:t>2</a:t>
                      </a:r>
                      <a:endParaRPr lang="en-US" sz="1800" dirty="0">
                        <a:solidFill>
                          <a:srgbClr val="FF0000"/>
                        </a:solidFill>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dirty="0"/>
                        <a:t>1</a:t>
                      </a:r>
                      <a:endParaRPr lang="en-US" sz="1800" dirty="0">
                        <a:solidFill>
                          <a:srgbClr val="FF0000"/>
                        </a:solidFill>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dirty="0"/>
                        <a:t>2</a:t>
                      </a:r>
                      <a:endParaRPr lang="en-US" sz="1800" dirty="0">
                        <a:solidFill>
                          <a:srgbClr val="FF0000"/>
                        </a:solidFill>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dirty="0"/>
                        <a:t>1</a:t>
                      </a:r>
                      <a:endParaRPr lang="en-US" sz="1800" dirty="0">
                        <a:solidFill>
                          <a:srgbClr val="FF0000"/>
                        </a:solidFill>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dirty="0"/>
                        <a:t>2</a:t>
                      </a:r>
                      <a:endParaRPr lang="en-US" sz="1800" dirty="0">
                        <a:solidFill>
                          <a:srgbClr val="FF0000"/>
                        </a:solidFill>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dirty="0"/>
                        <a:t>3</a:t>
                      </a:r>
                      <a:endParaRPr lang="en-US" sz="1800" dirty="0">
                        <a:solidFill>
                          <a:srgbClr val="FF0000"/>
                        </a:solidFill>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extLst>
                  <a:ext uri="{0D108BD9-81ED-4DB2-BD59-A6C34878D82A}">
                    <a16:rowId xmlns:a16="http://schemas.microsoft.com/office/drawing/2014/main" val="10005"/>
                  </a:ext>
                </a:extLst>
              </a:tr>
              <a:tr h="718457">
                <a:tc>
                  <a:txBody>
                    <a:bodyPr/>
                    <a:lstStyle/>
                    <a:p>
                      <a:pPr marL="0" marR="0" algn="ctr">
                        <a:lnSpc>
                          <a:spcPct val="115000"/>
                        </a:lnSpc>
                        <a:spcBef>
                          <a:spcPts val="0"/>
                        </a:spcBef>
                        <a:spcAft>
                          <a:spcPts val="0"/>
                        </a:spcAft>
                      </a:pPr>
                      <a:r>
                        <a:rPr lang="en-US" sz="1800" dirty="0" err="1"/>
                        <a:t>Avg</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1000"/>
                        </a:spcAft>
                      </a:pPr>
                      <a:r>
                        <a:rPr lang="en-US" sz="1800"/>
                        <a:t>3</a:t>
                      </a:r>
                      <a:endParaRPr lang="en-US" sz="1800">
                        <a:latin typeface="+mj-lt"/>
                        <a:ea typeface="Calibri"/>
                        <a:cs typeface="Times New Roman"/>
                      </a:endParaRP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1000"/>
                        </a:spcAft>
                      </a:pPr>
                      <a:r>
                        <a:rPr lang="en-US" sz="1800"/>
                        <a:t>2.6</a:t>
                      </a:r>
                      <a:endParaRPr lang="en-US" sz="1800">
                        <a:latin typeface="+mj-lt"/>
                        <a:ea typeface="Calibri"/>
                        <a:cs typeface="Times New Roman"/>
                      </a:endParaRP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1000"/>
                        </a:spcAft>
                      </a:pPr>
                      <a:r>
                        <a:rPr lang="en-US" sz="1800"/>
                        <a:t>2.6</a:t>
                      </a:r>
                      <a:endParaRPr lang="en-US" sz="1800">
                        <a:latin typeface="+mj-lt"/>
                        <a:ea typeface="Calibri"/>
                        <a:cs typeface="Times New Roman"/>
                      </a:endParaRP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1000"/>
                        </a:spcAft>
                      </a:pPr>
                      <a:r>
                        <a:rPr lang="en-US" sz="1800"/>
                        <a:t>2.4</a:t>
                      </a:r>
                      <a:endParaRPr lang="en-US" sz="1800">
                        <a:latin typeface="+mj-lt"/>
                        <a:ea typeface="Calibri"/>
                        <a:cs typeface="Times New Roman"/>
                      </a:endParaRP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1000"/>
                        </a:spcAft>
                      </a:pPr>
                      <a:r>
                        <a:rPr lang="en-US" sz="1800"/>
                        <a:t>2</a:t>
                      </a:r>
                      <a:endParaRPr lang="en-US" sz="1800">
                        <a:latin typeface="+mj-lt"/>
                        <a:ea typeface="Calibri"/>
                        <a:cs typeface="Times New Roman"/>
                      </a:endParaRP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1000"/>
                        </a:spcAft>
                      </a:pPr>
                      <a:r>
                        <a:rPr lang="en-US" sz="1800"/>
                        <a:t>2</a:t>
                      </a:r>
                      <a:endParaRPr lang="en-US" sz="1800">
                        <a:latin typeface="+mj-lt"/>
                        <a:ea typeface="Calibri"/>
                        <a:cs typeface="Times New Roman"/>
                      </a:endParaRP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1000"/>
                        </a:spcAft>
                      </a:pPr>
                      <a:r>
                        <a:rPr lang="en-US" sz="1800"/>
                        <a:t>2</a:t>
                      </a:r>
                      <a:endParaRPr lang="en-US" sz="1800">
                        <a:latin typeface="+mj-lt"/>
                        <a:ea typeface="Calibri"/>
                        <a:cs typeface="Times New Roman"/>
                      </a:endParaRP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1000"/>
                        </a:spcAft>
                      </a:pPr>
                      <a:r>
                        <a:rPr lang="en-US" sz="1800"/>
                        <a:t>1</a:t>
                      </a:r>
                      <a:endParaRPr lang="en-US" sz="1800">
                        <a:latin typeface="+mj-lt"/>
                        <a:ea typeface="Calibri"/>
                        <a:cs typeface="Times New Roman"/>
                      </a:endParaRP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1000"/>
                        </a:spcAft>
                      </a:pPr>
                      <a:r>
                        <a:rPr lang="en-US" sz="1800"/>
                        <a:t>1.6</a:t>
                      </a:r>
                      <a:endParaRPr lang="en-US" sz="1800">
                        <a:latin typeface="+mj-lt"/>
                        <a:ea typeface="Calibri"/>
                        <a:cs typeface="Times New Roman"/>
                      </a:endParaRP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1000"/>
                        </a:spcAft>
                      </a:pPr>
                      <a:r>
                        <a:rPr lang="en-US" sz="1800"/>
                        <a:t>1</a:t>
                      </a:r>
                      <a:endParaRPr lang="en-US" sz="1800">
                        <a:latin typeface="+mj-lt"/>
                        <a:ea typeface="Calibri"/>
                        <a:cs typeface="Times New Roman"/>
                      </a:endParaRP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1000"/>
                        </a:spcAft>
                      </a:pPr>
                      <a:r>
                        <a:rPr lang="en-US" sz="1800" dirty="0"/>
                        <a:t>2.2</a:t>
                      </a:r>
                      <a:endParaRPr lang="en-US" sz="1800" dirty="0">
                        <a:latin typeface="+mj-lt"/>
                        <a:ea typeface="Calibri"/>
                        <a:cs typeface="Times New Roman"/>
                      </a:endParaRP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1000"/>
                        </a:spcAft>
                      </a:pPr>
                      <a:r>
                        <a:rPr lang="en-US" sz="1800" dirty="0"/>
                        <a:t>3</a:t>
                      </a:r>
                      <a:endParaRPr lang="en-US" sz="1800" dirty="0">
                        <a:latin typeface="+mj-lt"/>
                        <a:ea typeface="Calibri"/>
                        <a:cs typeface="Times New Roman"/>
                      </a:endParaRP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pic>
        <p:nvPicPr>
          <p:cNvPr id="8" name="Picture 7"/>
          <p:cNvPicPr>
            <a:picLocks noChangeAspect="1"/>
          </p:cNvPicPr>
          <p:nvPr/>
        </p:nvPicPr>
        <p:blipFill>
          <a:blip r:embed="rId2"/>
          <a:stretch>
            <a:fillRect/>
          </a:stretch>
        </p:blipFill>
        <p:spPr>
          <a:xfrm>
            <a:off x="0" y="7779"/>
            <a:ext cx="1755800" cy="1024217"/>
          </a:xfrm>
          <a:prstGeom prst="rect">
            <a:avLst/>
          </a:prstGeom>
        </p:spPr>
      </p:pic>
      <p:sp>
        <p:nvSpPr>
          <p:cNvPr id="10" name="Title 1">
            <a:extLst>
              <a:ext uri="{FF2B5EF4-FFF2-40B4-BE49-F238E27FC236}">
                <a16:creationId xmlns:a16="http://schemas.microsoft.com/office/drawing/2014/main" id="{1C7BBAA3-263A-8FE5-5AA3-E40EF73A5AE9}"/>
              </a:ext>
            </a:extLst>
          </p:cNvPr>
          <p:cNvSpPr txBox="1">
            <a:spLocks/>
          </p:cNvSpPr>
          <p:nvPr/>
        </p:nvSpPr>
        <p:spPr>
          <a:xfrm>
            <a:off x="1752600" y="-14187"/>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CO-PO Mapping</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a:extLst>
              <a:ext uri="{FF2B5EF4-FFF2-40B4-BE49-F238E27FC236}">
                <a16:creationId xmlns:a16="http://schemas.microsoft.com/office/drawing/2014/main" id="{750F11C3-F441-4285-BDB5-65E7135D14C0}"/>
              </a:ext>
            </a:extLst>
          </p:cNvPr>
          <p:cNvSpPr>
            <a:spLocks noGrp="1"/>
          </p:cNvSpPr>
          <p:nvPr>
            <p:ph type="dt" sz="quarter" idx="10"/>
          </p:nvPr>
        </p:nvSpPr>
        <p:spPr/>
        <p:txBody>
          <a:bodyPr/>
          <a:lstStyle/>
          <a:p>
            <a:pPr>
              <a:defRPr/>
            </a:pPr>
            <a:fld id="{CD42C4C6-167E-44F3-8D16-4CEA35E282FC}" type="datetime1">
              <a:rPr lang="en-US" smtClean="0"/>
              <a:t>5/1/2026</a:t>
            </a:fld>
            <a:endParaRPr lang="en-US"/>
          </a:p>
        </p:txBody>
      </p:sp>
      <p:sp>
        <p:nvSpPr>
          <p:cNvPr id="7" name="Slide Number Placeholder 6">
            <a:extLst>
              <a:ext uri="{FF2B5EF4-FFF2-40B4-BE49-F238E27FC236}">
                <a16:creationId xmlns:a16="http://schemas.microsoft.com/office/drawing/2014/main" id="{A81AB0AF-3484-4295-A13E-DD948A8E0040}"/>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999D4D72-2D13-45B1-9DA8-AEA9D217C0EE}" type="slidenum">
              <a:rPr lang="en-US" altLang="en-US">
                <a:solidFill>
                  <a:srgbClr val="898989"/>
                </a:solidFill>
                <a:latin typeface="Calibri" panose="020F0502020204030204" pitchFamily="34" charset="0"/>
              </a:rPr>
              <a:pPr eaLnBrk="1" hangingPunct="1"/>
              <a:t>11</a:t>
            </a:fld>
            <a:endParaRPr lang="en-US" altLang="en-US">
              <a:solidFill>
                <a:srgbClr val="898989"/>
              </a:solidFill>
              <a:latin typeface="Calibri" panose="020F0502020204030204" pitchFamily="34" charset="0"/>
            </a:endParaRPr>
          </a:p>
        </p:txBody>
      </p:sp>
      <p:sp>
        <p:nvSpPr>
          <p:cNvPr id="11" name="Content Placeholder 2">
            <a:extLst>
              <a:ext uri="{FF2B5EF4-FFF2-40B4-BE49-F238E27FC236}">
                <a16:creationId xmlns:a16="http://schemas.microsoft.com/office/drawing/2014/main" id="{726A2084-274C-41B1-8454-558D0521AB91}"/>
              </a:ext>
            </a:extLst>
          </p:cNvPr>
          <p:cNvSpPr txBox="1">
            <a:spLocks/>
          </p:cNvSpPr>
          <p:nvPr/>
        </p:nvSpPr>
        <p:spPr bwMode="auto">
          <a:xfrm>
            <a:off x="381000" y="1131425"/>
            <a:ext cx="8531506" cy="5081587"/>
          </a:xfrm>
          <a:prstGeom prst="rect">
            <a:avLst/>
          </a:prstGeom>
          <a:noFill/>
          <a:ln w="9525">
            <a:noFill/>
            <a:miter lim="800000"/>
            <a:headEnd/>
            <a:tailEnd/>
          </a:ln>
        </p:spPr>
        <p:txBody>
          <a:bodyPr>
            <a:normAutofit/>
          </a:bodyPr>
          <a:lstStyle/>
          <a:p>
            <a:pPr algn="just"/>
            <a:r>
              <a:rPr lang="en-US" dirty="0"/>
              <a:t>On successful completion of graduation degree, The computer Science &amp; Engineering graduates will be able to:</a:t>
            </a:r>
          </a:p>
          <a:p>
            <a:pPr algn="just"/>
            <a:r>
              <a:rPr lang="en-US" dirty="0"/>
              <a:t> </a:t>
            </a:r>
          </a:p>
          <a:p>
            <a:pPr algn="just"/>
            <a:r>
              <a:rPr lang="en-US" sz="2000" b="1" dirty="0"/>
              <a:t>PSO 1:</a:t>
            </a:r>
            <a:r>
              <a:rPr lang="en-US" sz="2000" dirty="0"/>
              <a:t> </a:t>
            </a:r>
            <a:r>
              <a:rPr lang="en-US" dirty="0"/>
              <a:t>identify, analyze real world problems and design their ethical solutions using artificial intelligence, robotics, virtual/augmented reality, data analytics, block chain technology, and cloud computing.</a:t>
            </a:r>
          </a:p>
          <a:p>
            <a:pPr algn="just"/>
            <a:r>
              <a:rPr lang="en-US" b="1" dirty="0"/>
              <a:t> </a:t>
            </a:r>
            <a:endParaRPr lang="en-US" dirty="0"/>
          </a:p>
          <a:p>
            <a:pPr algn="just"/>
            <a:r>
              <a:rPr lang="en-US" sz="2000" b="1" dirty="0"/>
              <a:t>PSO 2:</a:t>
            </a:r>
            <a:r>
              <a:rPr lang="en-US" sz="2000" dirty="0"/>
              <a:t> </a:t>
            </a:r>
            <a:r>
              <a:rPr lang="en-US" dirty="0"/>
              <a:t>design and develop the hardware sensor devices and related interfacing software systems for solving complex engineering problems.</a:t>
            </a:r>
          </a:p>
          <a:p>
            <a:pPr algn="just"/>
            <a:r>
              <a:rPr lang="en-US" b="1" dirty="0"/>
              <a:t> </a:t>
            </a:r>
            <a:endParaRPr lang="en-US" dirty="0"/>
          </a:p>
          <a:p>
            <a:pPr algn="just"/>
            <a:r>
              <a:rPr lang="en-US" sz="2000" b="1" dirty="0"/>
              <a:t>PSO 3: </a:t>
            </a:r>
            <a:r>
              <a:rPr lang="en-US" dirty="0"/>
              <a:t>understand inter-disciplinary computing techniques and to apply them in the design of advanced computing.</a:t>
            </a:r>
          </a:p>
          <a:p>
            <a:pPr algn="just"/>
            <a:r>
              <a:rPr lang="en-US" b="1" dirty="0"/>
              <a:t> </a:t>
            </a:r>
            <a:endParaRPr lang="en-US" dirty="0"/>
          </a:p>
          <a:p>
            <a:pPr algn="just"/>
            <a:r>
              <a:rPr lang="en-US" sz="2000" b="1" dirty="0"/>
              <a:t>PSO 4: </a:t>
            </a:r>
            <a:r>
              <a:rPr lang="en-US" dirty="0"/>
              <a:t>conduct investigation of complex problem with the help of technical, managerial, leadership qualities, and modern engineering tools provided by industry sponsored laboratories.</a:t>
            </a:r>
          </a:p>
          <a:p>
            <a:r>
              <a:rPr lang="en-US" dirty="0"/>
              <a:t> </a:t>
            </a:r>
          </a:p>
        </p:txBody>
      </p:sp>
      <p:sp>
        <p:nvSpPr>
          <p:cNvPr id="9" name="Footer Placeholder 12">
            <a:extLst>
              <a:ext uri="{FF2B5EF4-FFF2-40B4-BE49-F238E27FC236}">
                <a16:creationId xmlns:a16="http://schemas.microsoft.com/office/drawing/2014/main" id="{42AF3D76-6534-410A-9BD2-AA5AD364FAE3}"/>
              </a:ext>
            </a:extLst>
          </p:cNvPr>
          <p:cNvSpPr>
            <a:spLocks noGrp="1"/>
          </p:cNvSpPr>
          <p:nvPr>
            <p:ph type="ftr" sz="quarter" idx="11"/>
          </p:nvPr>
        </p:nvSpPr>
        <p:spPr>
          <a:xfrm>
            <a:off x="2286000" y="6248400"/>
            <a:ext cx="5029200" cy="365125"/>
          </a:xfrm>
        </p:spPr>
        <p:txBody>
          <a:bodyPr/>
          <a:lstStyle/>
          <a:p>
            <a:pPr>
              <a:defRPr/>
            </a:pPr>
            <a:r>
              <a:rPr lang="pt-BR"/>
              <a:t>Mr. Minhaj Nezami    AOE0861    TQM     Unit 5</a:t>
            </a:r>
            <a:endParaRPr lang="en-US" dirty="0"/>
          </a:p>
        </p:txBody>
      </p:sp>
      <p:pic>
        <p:nvPicPr>
          <p:cNvPr id="12" name="Picture 11"/>
          <p:cNvPicPr>
            <a:picLocks noChangeAspect="1"/>
          </p:cNvPicPr>
          <p:nvPr/>
        </p:nvPicPr>
        <p:blipFill>
          <a:blip r:embed="rId3"/>
          <a:stretch>
            <a:fillRect/>
          </a:stretch>
        </p:blipFill>
        <p:spPr>
          <a:xfrm>
            <a:off x="0" y="7779"/>
            <a:ext cx="1755800" cy="1024217"/>
          </a:xfrm>
          <a:prstGeom prst="rect">
            <a:avLst/>
          </a:prstGeom>
        </p:spPr>
      </p:pic>
      <p:sp>
        <p:nvSpPr>
          <p:cNvPr id="13" name="Title 1">
            <a:extLst>
              <a:ext uri="{FF2B5EF4-FFF2-40B4-BE49-F238E27FC236}">
                <a16:creationId xmlns:a16="http://schemas.microsoft.com/office/drawing/2014/main" id="{1C7BBAA3-263A-8FE5-5AA3-E40EF73A5AE9}"/>
              </a:ext>
            </a:extLst>
          </p:cNvPr>
          <p:cNvSpPr txBox="1">
            <a:spLocks/>
          </p:cNvSpPr>
          <p:nvPr/>
        </p:nvSpPr>
        <p:spPr>
          <a:xfrm>
            <a:off x="1752600" y="21937"/>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Program Specific Outcome</a:t>
            </a:r>
          </a:p>
        </p:txBody>
      </p:sp>
    </p:spTree>
    <p:extLst>
      <p:ext uri="{BB962C8B-B14F-4D97-AF65-F5344CB8AC3E}">
        <p14:creationId xmlns:p14="http://schemas.microsoft.com/office/powerpoint/2010/main" val="28225417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F059653-C61E-4D9E-BFE8-84807E7B92D1}" type="datetime1">
              <a:rPr lang="en-US" smtClean="0"/>
              <a:t>5/1/2026</a:t>
            </a:fld>
            <a:endParaRPr lang="en-US" dirty="0"/>
          </a:p>
        </p:txBody>
      </p:sp>
      <p:sp>
        <p:nvSpPr>
          <p:cNvPr id="5" name="Footer Placeholder 4"/>
          <p:cNvSpPr>
            <a:spLocks noGrp="1"/>
          </p:cNvSpPr>
          <p:nvPr>
            <p:ph type="ftr" sz="quarter" idx="11"/>
          </p:nvPr>
        </p:nvSpPr>
        <p:spPr>
          <a:xfrm>
            <a:off x="2590800" y="6324600"/>
            <a:ext cx="5486400" cy="533400"/>
          </a:xfrm>
        </p:spPr>
        <p:txBody>
          <a:bodyPr/>
          <a:lstStyle/>
          <a:p>
            <a:r>
              <a:rPr lang="sv-SE" sz="2000"/>
              <a:t>Mr. Minhaj Nezami    AOE0861    TQM     Unit 5</a:t>
            </a:r>
            <a:endParaRPr lang="en-US" sz="2000"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12</a:t>
            </a:fld>
            <a:endParaRPr lang="en-US" dirty="0"/>
          </a:p>
        </p:txBody>
      </p:sp>
      <p:graphicFrame>
        <p:nvGraphicFramePr>
          <p:cNvPr id="9" name="Table 8"/>
          <p:cNvGraphicFramePr>
            <a:graphicFrameLocks noGrp="1"/>
          </p:cNvGraphicFramePr>
          <p:nvPr>
            <p:extLst>
              <p:ext uri="{D42A27DB-BD31-4B8C-83A1-F6EECF244321}">
                <p14:modId xmlns:p14="http://schemas.microsoft.com/office/powerpoint/2010/main" val="1802213353"/>
              </p:ext>
            </p:extLst>
          </p:nvPr>
        </p:nvGraphicFramePr>
        <p:xfrm>
          <a:off x="609600" y="1066802"/>
          <a:ext cx="8001000" cy="4876795"/>
        </p:xfrm>
        <a:graphic>
          <a:graphicData uri="http://schemas.openxmlformats.org/drawingml/2006/table">
            <a:tbl>
              <a:tblPr>
                <a:tableStyleId>{93296810-A885-4BE3-A3E7-6D5BEEA58F35}</a:tableStyleId>
              </a:tblPr>
              <a:tblGrid>
                <a:gridCol w="2000250">
                  <a:extLst>
                    <a:ext uri="{9D8B030D-6E8A-4147-A177-3AD203B41FA5}">
                      <a16:colId xmlns:a16="http://schemas.microsoft.com/office/drawing/2014/main" val="20000"/>
                    </a:ext>
                  </a:extLst>
                </a:gridCol>
                <a:gridCol w="2000250">
                  <a:extLst>
                    <a:ext uri="{9D8B030D-6E8A-4147-A177-3AD203B41FA5}">
                      <a16:colId xmlns:a16="http://schemas.microsoft.com/office/drawing/2014/main" val="20001"/>
                    </a:ext>
                  </a:extLst>
                </a:gridCol>
                <a:gridCol w="2000250">
                  <a:extLst>
                    <a:ext uri="{9D8B030D-6E8A-4147-A177-3AD203B41FA5}">
                      <a16:colId xmlns:a16="http://schemas.microsoft.com/office/drawing/2014/main" val="20002"/>
                    </a:ext>
                  </a:extLst>
                </a:gridCol>
                <a:gridCol w="2000250">
                  <a:extLst>
                    <a:ext uri="{9D8B030D-6E8A-4147-A177-3AD203B41FA5}">
                      <a16:colId xmlns:a16="http://schemas.microsoft.com/office/drawing/2014/main" val="20003"/>
                    </a:ext>
                  </a:extLst>
                </a:gridCol>
              </a:tblGrid>
              <a:tr h="696685">
                <a:tc>
                  <a:txBody>
                    <a:bodyPr/>
                    <a:lstStyle/>
                    <a:p>
                      <a:pPr marL="0" marR="0">
                        <a:lnSpc>
                          <a:spcPct val="115000"/>
                        </a:lnSpc>
                        <a:spcBef>
                          <a:spcPts val="0"/>
                        </a:spcBef>
                        <a:spcAft>
                          <a:spcPts val="0"/>
                        </a:spcAft>
                      </a:pPr>
                      <a:r>
                        <a:rPr lang="en-US" sz="2200" dirty="0"/>
                        <a:t>CO</a:t>
                      </a:r>
                      <a:endParaRPr lang="en-US" sz="2200" dirty="0">
                        <a:latin typeface="+mn-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200" dirty="0"/>
                        <a:t>PSO1</a:t>
                      </a:r>
                      <a:endParaRPr lang="en-US" sz="2200" dirty="0">
                        <a:latin typeface="+mn-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200"/>
                        <a:t>PSO2</a:t>
                      </a:r>
                      <a:endParaRPr lang="en-US" sz="2200">
                        <a:latin typeface="+mn-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200"/>
                        <a:t>PSO3</a:t>
                      </a:r>
                      <a:endParaRPr lang="en-US" sz="2200">
                        <a:latin typeface="+mn-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696685">
                <a:tc>
                  <a:txBody>
                    <a:bodyPr/>
                    <a:lstStyle/>
                    <a:p>
                      <a:pPr marL="0" marR="0">
                        <a:lnSpc>
                          <a:spcPct val="115000"/>
                        </a:lnSpc>
                        <a:spcBef>
                          <a:spcPts val="0"/>
                        </a:spcBef>
                        <a:spcAft>
                          <a:spcPts val="1000"/>
                        </a:spcAft>
                      </a:pPr>
                      <a:r>
                        <a:rPr lang="en-US" sz="2200" dirty="0"/>
                        <a:t>AOE0861.1</a:t>
                      </a:r>
                      <a:endParaRPr lang="en-US" sz="2200" dirty="0">
                        <a:latin typeface="+mn-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200" dirty="0"/>
                        <a:t>3</a:t>
                      </a:r>
                      <a:endParaRPr lang="en-US" sz="2200" dirty="0">
                        <a:latin typeface="+mn-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200" dirty="0"/>
                        <a:t>2</a:t>
                      </a:r>
                      <a:endParaRPr lang="en-US" sz="2200" dirty="0">
                        <a:latin typeface="+mn-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200"/>
                        <a:t>3</a:t>
                      </a:r>
                      <a:endParaRPr lang="en-US" sz="2200">
                        <a:latin typeface="+mn-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696685">
                <a:tc>
                  <a:txBody>
                    <a:bodyPr/>
                    <a:lstStyle/>
                    <a:p>
                      <a:pPr marL="0" marR="0">
                        <a:lnSpc>
                          <a:spcPct val="115000"/>
                        </a:lnSpc>
                        <a:spcBef>
                          <a:spcPts val="0"/>
                        </a:spcBef>
                        <a:spcAft>
                          <a:spcPts val="1000"/>
                        </a:spcAft>
                      </a:pPr>
                      <a:r>
                        <a:rPr lang="en-US" sz="2200" dirty="0"/>
                        <a:t>AOE0861.2</a:t>
                      </a:r>
                      <a:endParaRPr lang="en-US" sz="2200" dirty="0">
                        <a:latin typeface="+mn-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200" dirty="0"/>
                        <a:t>3</a:t>
                      </a:r>
                      <a:endParaRPr lang="en-US" sz="2200" dirty="0">
                        <a:latin typeface="+mn-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200" dirty="0"/>
                        <a:t>2</a:t>
                      </a:r>
                      <a:endParaRPr lang="en-US" sz="2200" dirty="0">
                        <a:latin typeface="+mn-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200"/>
                        <a:t>2</a:t>
                      </a:r>
                      <a:endParaRPr lang="en-US" sz="2200">
                        <a:latin typeface="+mn-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696685">
                <a:tc>
                  <a:txBody>
                    <a:bodyPr/>
                    <a:lstStyle/>
                    <a:p>
                      <a:pPr marL="0" marR="0">
                        <a:lnSpc>
                          <a:spcPct val="115000"/>
                        </a:lnSpc>
                        <a:spcBef>
                          <a:spcPts val="0"/>
                        </a:spcBef>
                        <a:spcAft>
                          <a:spcPts val="1000"/>
                        </a:spcAft>
                      </a:pPr>
                      <a:r>
                        <a:rPr lang="en-US" sz="2200" dirty="0"/>
                        <a:t>AOE0861.3</a:t>
                      </a:r>
                      <a:endParaRPr lang="en-US" sz="2200" dirty="0">
                        <a:solidFill>
                          <a:schemeClr val="tx1"/>
                        </a:solidFill>
                        <a:latin typeface="+mn-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200" dirty="0"/>
                        <a:t>3</a:t>
                      </a:r>
                      <a:endParaRPr lang="en-US" sz="2200" dirty="0">
                        <a:solidFill>
                          <a:schemeClr val="tx1"/>
                        </a:solidFill>
                        <a:latin typeface="+mn-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200" dirty="0"/>
                        <a:t>2</a:t>
                      </a:r>
                      <a:endParaRPr lang="en-US" sz="2200" dirty="0">
                        <a:solidFill>
                          <a:schemeClr val="tx1"/>
                        </a:solidFill>
                        <a:latin typeface="+mn-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200" dirty="0"/>
                        <a:t>3</a:t>
                      </a:r>
                      <a:endParaRPr lang="en-US" sz="2200" dirty="0">
                        <a:solidFill>
                          <a:schemeClr val="tx1"/>
                        </a:solidFill>
                        <a:latin typeface="+mn-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696685">
                <a:tc>
                  <a:txBody>
                    <a:bodyPr/>
                    <a:lstStyle/>
                    <a:p>
                      <a:pPr marL="0" marR="0">
                        <a:lnSpc>
                          <a:spcPct val="115000"/>
                        </a:lnSpc>
                        <a:spcBef>
                          <a:spcPts val="0"/>
                        </a:spcBef>
                        <a:spcAft>
                          <a:spcPts val="1000"/>
                        </a:spcAft>
                      </a:pPr>
                      <a:r>
                        <a:rPr lang="en-US" sz="2200" dirty="0"/>
                        <a:t>AOE0861.4</a:t>
                      </a:r>
                      <a:endParaRPr lang="en-US" sz="2200" dirty="0">
                        <a:solidFill>
                          <a:schemeClr val="tx1"/>
                        </a:solidFill>
                        <a:latin typeface="+mn-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200" dirty="0"/>
                        <a:t>3</a:t>
                      </a:r>
                      <a:endParaRPr lang="en-US" sz="2200" dirty="0">
                        <a:solidFill>
                          <a:schemeClr val="tx1"/>
                        </a:solidFill>
                        <a:latin typeface="+mn-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200" dirty="0"/>
                        <a:t>3</a:t>
                      </a:r>
                      <a:endParaRPr lang="en-US" sz="2200" dirty="0">
                        <a:solidFill>
                          <a:schemeClr val="tx1"/>
                        </a:solidFill>
                        <a:latin typeface="+mn-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200" dirty="0"/>
                        <a:t>3</a:t>
                      </a:r>
                      <a:endParaRPr lang="en-US" sz="2200" dirty="0">
                        <a:solidFill>
                          <a:schemeClr val="tx1"/>
                        </a:solidFill>
                        <a:latin typeface="+mn-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696685">
                <a:tc>
                  <a:txBody>
                    <a:bodyPr/>
                    <a:lstStyle/>
                    <a:p>
                      <a:pPr marL="0" marR="0">
                        <a:lnSpc>
                          <a:spcPct val="115000"/>
                        </a:lnSpc>
                        <a:spcBef>
                          <a:spcPts val="0"/>
                        </a:spcBef>
                        <a:spcAft>
                          <a:spcPts val="1000"/>
                        </a:spcAft>
                      </a:pPr>
                      <a:r>
                        <a:rPr lang="en-US" sz="2200" dirty="0"/>
                        <a:t>AOE0861.5</a:t>
                      </a:r>
                      <a:endParaRPr lang="en-US" sz="2200" dirty="0">
                        <a:solidFill>
                          <a:srgbClr val="FF0000"/>
                        </a:solidFill>
                        <a:latin typeface="+mn-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2200" dirty="0"/>
                        <a:t>3</a:t>
                      </a:r>
                      <a:endParaRPr lang="en-US" sz="2200" dirty="0">
                        <a:solidFill>
                          <a:srgbClr val="FF0000"/>
                        </a:solidFill>
                        <a:latin typeface="+mn-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2200" dirty="0"/>
                        <a:t>2</a:t>
                      </a:r>
                      <a:endParaRPr lang="en-US" sz="2200" dirty="0">
                        <a:solidFill>
                          <a:srgbClr val="FF0000"/>
                        </a:solidFill>
                        <a:latin typeface="+mn-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2200" dirty="0"/>
                        <a:t>3</a:t>
                      </a:r>
                      <a:endParaRPr lang="en-US" sz="2200" dirty="0">
                        <a:solidFill>
                          <a:srgbClr val="FF0000"/>
                        </a:solidFill>
                        <a:latin typeface="+mn-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extLst>
                  <a:ext uri="{0D108BD9-81ED-4DB2-BD59-A6C34878D82A}">
                    <a16:rowId xmlns:a16="http://schemas.microsoft.com/office/drawing/2014/main" val="10005"/>
                  </a:ext>
                </a:extLst>
              </a:tr>
              <a:tr h="696685">
                <a:tc>
                  <a:txBody>
                    <a:bodyPr/>
                    <a:lstStyle/>
                    <a:p>
                      <a:pPr marL="0" marR="0">
                        <a:lnSpc>
                          <a:spcPct val="115000"/>
                        </a:lnSpc>
                        <a:spcBef>
                          <a:spcPts val="0"/>
                        </a:spcBef>
                        <a:spcAft>
                          <a:spcPts val="0"/>
                        </a:spcAft>
                      </a:pPr>
                      <a:r>
                        <a:rPr lang="en-US" sz="2200"/>
                        <a:t>Avg</a:t>
                      </a:r>
                      <a:endParaRPr lang="en-US" sz="2200">
                        <a:latin typeface="+mn-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1000"/>
                        </a:spcAft>
                      </a:pPr>
                      <a:r>
                        <a:rPr lang="en-US" sz="2200" dirty="0">
                          <a:latin typeface="+mn-lt"/>
                          <a:ea typeface="Calibri"/>
                          <a:cs typeface="Times New Roman"/>
                        </a:rPr>
                        <a:t>3</a:t>
                      </a: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1000"/>
                        </a:spcAft>
                      </a:pPr>
                      <a:r>
                        <a:rPr lang="en-US" sz="2200"/>
                        <a:t>2.2</a:t>
                      </a:r>
                      <a:endParaRPr lang="en-US" sz="2200">
                        <a:latin typeface="+mn-lt"/>
                        <a:ea typeface="Calibri"/>
                        <a:cs typeface="Times New Roman"/>
                      </a:endParaRP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1000"/>
                        </a:spcAft>
                      </a:pPr>
                      <a:r>
                        <a:rPr lang="en-US" sz="2200" dirty="0"/>
                        <a:t>2.8</a:t>
                      </a:r>
                      <a:endParaRPr lang="en-US" sz="2200" dirty="0">
                        <a:latin typeface="+mn-lt"/>
                        <a:ea typeface="Calibri"/>
                        <a:cs typeface="Times New Roman"/>
                      </a:endParaRP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pic>
        <p:nvPicPr>
          <p:cNvPr id="8" name="Picture 7"/>
          <p:cNvPicPr>
            <a:picLocks noChangeAspect="1"/>
          </p:cNvPicPr>
          <p:nvPr/>
        </p:nvPicPr>
        <p:blipFill>
          <a:blip r:embed="rId2"/>
          <a:stretch>
            <a:fillRect/>
          </a:stretch>
        </p:blipFill>
        <p:spPr>
          <a:xfrm>
            <a:off x="0" y="7779"/>
            <a:ext cx="1755800" cy="1024217"/>
          </a:xfrm>
          <a:prstGeom prst="rect">
            <a:avLst/>
          </a:prstGeom>
        </p:spPr>
      </p:pic>
      <p:sp>
        <p:nvSpPr>
          <p:cNvPr id="11" name="Title 1">
            <a:extLst>
              <a:ext uri="{FF2B5EF4-FFF2-40B4-BE49-F238E27FC236}">
                <a16:creationId xmlns:a16="http://schemas.microsoft.com/office/drawing/2014/main" id="{1C7BBAA3-263A-8FE5-5AA3-E40EF73A5AE9}"/>
              </a:ext>
            </a:extLst>
          </p:cNvPr>
          <p:cNvSpPr txBox="1">
            <a:spLocks/>
          </p:cNvSpPr>
          <p:nvPr/>
        </p:nvSpPr>
        <p:spPr>
          <a:xfrm>
            <a:off x="1752600" y="-13170"/>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CO-PSO Mapping</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Content Placeholder 2">
            <a:extLst>
              <a:ext uri="{FF2B5EF4-FFF2-40B4-BE49-F238E27FC236}">
                <a16:creationId xmlns:a16="http://schemas.microsoft.com/office/drawing/2014/main" id="{5B1A7B65-C597-49B6-A05A-EDB96458B673}"/>
              </a:ext>
            </a:extLst>
          </p:cNvPr>
          <p:cNvSpPr>
            <a:spLocks noGrp="1"/>
          </p:cNvSpPr>
          <p:nvPr>
            <p:ph idx="1"/>
          </p:nvPr>
        </p:nvSpPr>
        <p:spPr>
          <a:xfrm>
            <a:off x="208344" y="1142999"/>
            <a:ext cx="8554656" cy="5081587"/>
          </a:xfrm>
        </p:spPr>
        <p:txBody>
          <a:bodyPr/>
          <a:lstStyle/>
          <a:p>
            <a:pPr eaLnBrk="1" hangingPunct="1">
              <a:buFont typeface="Arial" panose="020B0604020202020204" pitchFamily="34" charset="0"/>
              <a:buNone/>
            </a:pPr>
            <a:endParaRPr lang="en-US" altLang="en-US" sz="2200" dirty="0">
              <a:latin typeface="+mj-lt"/>
            </a:endParaRPr>
          </a:p>
          <a:p>
            <a:pPr eaLnBrk="1" hangingPunct="1"/>
            <a:endParaRPr lang="en-US" altLang="en-US" sz="2200" dirty="0">
              <a:latin typeface="+mj-lt"/>
            </a:endParaRPr>
          </a:p>
          <a:p>
            <a:pPr eaLnBrk="1" hangingPunct="1">
              <a:buFont typeface="Arial" panose="020B0604020202020204" pitchFamily="34" charset="0"/>
              <a:buNone/>
            </a:pPr>
            <a:endParaRPr lang="en-US" altLang="en-US" sz="2200" dirty="0">
              <a:latin typeface="+mj-lt"/>
            </a:endParaRPr>
          </a:p>
          <a:p>
            <a:pPr eaLnBrk="1" hangingPunct="1">
              <a:buFont typeface="Arial" panose="020B0604020202020204" pitchFamily="34" charset="0"/>
              <a:buNone/>
            </a:pPr>
            <a:r>
              <a:rPr lang="en-US" altLang="en-US" sz="2200" dirty="0">
                <a:latin typeface="+mj-lt"/>
              </a:rPr>
              <a:t> </a:t>
            </a:r>
          </a:p>
        </p:txBody>
      </p:sp>
      <p:sp>
        <p:nvSpPr>
          <p:cNvPr id="4" name="Date Placeholder 3">
            <a:extLst>
              <a:ext uri="{FF2B5EF4-FFF2-40B4-BE49-F238E27FC236}">
                <a16:creationId xmlns:a16="http://schemas.microsoft.com/office/drawing/2014/main" id="{2708BBE5-2643-4F5D-9408-C65C8A01CF17}"/>
              </a:ext>
            </a:extLst>
          </p:cNvPr>
          <p:cNvSpPr>
            <a:spLocks noGrp="1"/>
          </p:cNvSpPr>
          <p:nvPr>
            <p:ph type="dt" sz="quarter" idx="10"/>
          </p:nvPr>
        </p:nvSpPr>
        <p:spPr/>
        <p:txBody>
          <a:bodyPr/>
          <a:lstStyle/>
          <a:p>
            <a:pPr>
              <a:defRPr/>
            </a:pPr>
            <a:fld id="{E3C1673A-8D9D-4452-8026-437A7CB683B1}" type="datetime1">
              <a:rPr lang="en-US" smtClean="0">
                <a:latin typeface="+mj-lt"/>
              </a:rPr>
              <a:t>5/1/2026</a:t>
            </a:fld>
            <a:endParaRPr lang="en-US" dirty="0">
              <a:latin typeface="+mj-lt"/>
            </a:endParaRPr>
          </a:p>
        </p:txBody>
      </p:sp>
      <p:sp>
        <p:nvSpPr>
          <p:cNvPr id="6" name="Slide Number Placeholder 5">
            <a:extLst>
              <a:ext uri="{FF2B5EF4-FFF2-40B4-BE49-F238E27FC236}">
                <a16:creationId xmlns:a16="http://schemas.microsoft.com/office/drawing/2014/main" id="{D6BB4067-E2E4-4311-8E0F-C9B41D37465E}"/>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EDB4F6E4-3803-42DB-B2BF-0D92B52FBCDF}" type="slidenum">
              <a:rPr lang="en-US" altLang="en-US">
                <a:solidFill>
                  <a:srgbClr val="898989"/>
                </a:solidFill>
                <a:latin typeface="+mj-lt"/>
              </a:rPr>
              <a:pPr eaLnBrk="1" hangingPunct="1"/>
              <a:t>13</a:t>
            </a:fld>
            <a:endParaRPr lang="en-US" altLang="en-US">
              <a:solidFill>
                <a:srgbClr val="898989"/>
              </a:solidFill>
              <a:latin typeface="+mj-lt"/>
            </a:endParaRPr>
          </a:p>
        </p:txBody>
      </p:sp>
      <p:sp>
        <p:nvSpPr>
          <p:cNvPr id="8" name="Footer Placeholder 12">
            <a:extLst>
              <a:ext uri="{FF2B5EF4-FFF2-40B4-BE49-F238E27FC236}">
                <a16:creationId xmlns:a16="http://schemas.microsoft.com/office/drawing/2014/main" id="{6FA00553-970E-4494-8393-F217E60B36B8}"/>
              </a:ext>
            </a:extLst>
          </p:cNvPr>
          <p:cNvSpPr>
            <a:spLocks noGrp="1"/>
          </p:cNvSpPr>
          <p:nvPr>
            <p:ph type="ftr" sz="quarter" idx="11"/>
          </p:nvPr>
        </p:nvSpPr>
        <p:spPr>
          <a:xfrm>
            <a:off x="2286000" y="6248400"/>
            <a:ext cx="5029200" cy="365125"/>
          </a:xfrm>
        </p:spPr>
        <p:txBody>
          <a:bodyPr/>
          <a:lstStyle/>
          <a:p>
            <a:pPr>
              <a:defRPr/>
            </a:pPr>
            <a:r>
              <a:rPr lang="pt-BR">
                <a:latin typeface="+mj-lt"/>
              </a:rPr>
              <a:t>Mr. Minhaj Nezami    AOE0861    TQM     Unit 5</a:t>
            </a:r>
            <a:endParaRPr lang="en-US" dirty="0">
              <a:latin typeface="+mj-lt"/>
            </a:endParaRPr>
          </a:p>
        </p:txBody>
      </p:sp>
      <p:sp>
        <p:nvSpPr>
          <p:cNvPr id="3" name="Rectangle 2"/>
          <p:cNvSpPr/>
          <p:nvPr/>
        </p:nvSpPr>
        <p:spPr>
          <a:xfrm>
            <a:off x="457200" y="769007"/>
            <a:ext cx="8305800" cy="5309146"/>
          </a:xfrm>
          <a:prstGeom prst="rect">
            <a:avLst/>
          </a:prstGeom>
        </p:spPr>
        <p:txBody>
          <a:bodyPr wrap="square">
            <a:spAutoFit/>
          </a:bodyPr>
          <a:lstStyle/>
          <a:p>
            <a:pPr marL="0" marR="0" algn="just">
              <a:lnSpc>
                <a:spcPct val="150000"/>
              </a:lnSpc>
              <a:spcBef>
                <a:spcPts val="0"/>
              </a:spcBef>
              <a:spcAft>
                <a:spcPts val="0"/>
              </a:spcAft>
            </a:pPr>
            <a:endParaRPr lang="en-US" sz="2000" b="1" dirty="0">
              <a:latin typeface="+mj-lt"/>
              <a:ea typeface="Times New Roman" panose="02020603050405020304" pitchFamily="18" charset="0"/>
              <a:cs typeface="Times New Roman" panose="02020603050405020304" pitchFamily="18" charset="0"/>
            </a:endParaRPr>
          </a:p>
          <a:p>
            <a:pPr marL="0" marR="0" algn="just">
              <a:lnSpc>
                <a:spcPct val="150000"/>
              </a:lnSpc>
              <a:spcBef>
                <a:spcPts val="0"/>
              </a:spcBef>
              <a:spcAft>
                <a:spcPts val="0"/>
              </a:spcAft>
            </a:pPr>
            <a:r>
              <a:rPr lang="en-US" sz="2000" b="1" dirty="0">
                <a:latin typeface="+mj-lt"/>
                <a:ea typeface="Times New Roman" panose="02020603050405020304" pitchFamily="18" charset="0"/>
                <a:cs typeface="Times New Roman" panose="02020603050405020304" pitchFamily="18" charset="0"/>
              </a:rPr>
              <a:t>PEO 1: </a:t>
            </a:r>
            <a:r>
              <a:rPr lang="en-US" dirty="0">
                <a:latin typeface="+mj-lt"/>
                <a:ea typeface="Times New Roman" panose="02020603050405020304" pitchFamily="18" charset="0"/>
                <a:cs typeface="Times New Roman" panose="02020603050405020304" pitchFamily="18" charset="0"/>
              </a:rPr>
              <a:t>To have an excellent scientific and engineering breadth so as to comprehend, analyze, design and provide sustainable solutions for real-life problems using state-of-the-art technologies.</a:t>
            </a:r>
          </a:p>
          <a:p>
            <a:pPr marL="0" marR="0" algn="just">
              <a:lnSpc>
                <a:spcPct val="150000"/>
              </a:lnSpc>
              <a:spcBef>
                <a:spcPts val="0"/>
              </a:spcBef>
              <a:spcAft>
                <a:spcPts val="0"/>
              </a:spcAft>
            </a:pPr>
            <a:r>
              <a:rPr lang="en-US" b="1" dirty="0">
                <a:latin typeface="+mj-lt"/>
                <a:ea typeface="Times New Roman" panose="02020603050405020304" pitchFamily="18" charset="0"/>
                <a:cs typeface="Times New Roman" panose="02020603050405020304" pitchFamily="18" charset="0"/>
              </a:rPr>
              <a:t> </a:t>
            </a:r>
            <a:r>
              <a:rPr lang="en-US" sz="2000" b="1" dirty="0">
                <a:latin typeface="+mj-lt"/>
                <a:ea typeface="Times New Roman" panose="02020603050405020304" pitchFamily="18" charset="0"/>
                <a:cs typeface="Times New Roman" panose="02020603050405020304" pitchFamily="18" charset="0"/>
              </a:rPr>
              <a:t>PEO 2: </a:t>
            </a:r>
            <a:r>
              <a:rPr lang="en-US" dirty="0">
                <a:latin typeface="+mj-lt"/>
                <a:ea typeface="Times New Roman" panose="02020603050405020304" pitchFamily="18" charset="0"/>
                <a:cs typeface="Times New Roman" panose="02020603050405020304" pitchFamily="18" charset="0"/>
              </a:rPr>
              <a:t>To have a successful career in industries, to pursue higher studies or to support   </a:t>
            </a:r>
          </a:p>
          <a:p>
            <a:pPr marL="0" marR="0" algn="just">
              <a:lnSpc>
                <a:spcPct val="150000"/>
              </a:lnSpc>
              <a:spcBef>
                <a:spcPts val="0"/>
              </a:spcBef>
              <a:spcAft>
                <a:spcPts val="0"/>
              </a:spcAft>
            </a:pPr>
            <a:r>
              <a:rPr lang="en-US" dirty="0">
                <a:latin typeface="+mj-lt"/>
                <a:ea typeface="Times New Roman" panose="02020603050405020304" pitchFamily="18" charset="0"/>
                <a:cs typeface="Times New Roman" panose="02020603050405020304" pitchFamily="18" charset="0"/>
              </a:rPr>
              <a:t> entrepreneurial endeavors and to face the global challenges.</a:t>
            </a:r>
          </a:p>
          <a:p>
            <a:pPr marL="0" marR="0" algn="just">
              <a:lnSpc>
                <a:spcPct val="150000"/>
              </a:lnSpc>
              <a:spcBef>
                <a:spcPts val="0"/>
              </a:spcBef>
              <a:spcAft>
                <a:spcPts val="0"/>
              </a:spcAft>
            </a:pPr>
            <a:r>
              <a:rPr lang="en-US" b="1" dirty="0">
                <a:latin typeface="+mj-lt"/>
                <a:ea typeface="Times New Roman" panose="02020603050405020304" pitchFamily="18" charset="0"/>
                <a:cs typeface="Times New Roman" panose="02020603050405020304" pitchFamily="18" charset="0"/>
              </a:rPr>
              <a:t> </a:t>
            </a:r>
            <a:r>
              <a:rPr lang="en-US" sz="2000" b="1" dirty="0">
                <a:latin typeface="+mj-lt"/>
                <a:ea typeface="Times New Roman" panose="02020603050405020304" pitchFamily="18" charset="0"/>
                <a:cs typeface="Times New Roman" panose="02020603050405020304" pitchFamily="18" charset="0"/>
              </a:rPr>
              <a:t>PEO 3: </a:t>
            </a:r>
            <a:r>
              <a:rPr lang="en-US" dirty="0">
                <a:latin typeface="+mj-lt"/>
                <a:ea typeface="Times New Roman" panose="02020603050405020304" pitchFamily="18" charset="0"/>
                <a:cs typeface="Times New Roman" panose="02020603050405020304" pitchFamily="18" charset="0"/>
              </a:rPr>
              <a:t>To have an effective communication skills, professional attitude, ethical values  </a:t>
            </a:r>
          </a:p>
          <a:p>
            <a:pPr marL="0" marR="0" algn="just">
              <a:lnSpc>
                <a:spcPct val="150000"/>
              </a:lnSpc>
              <a:spcBef>
                <a:spcPts val="0"/>
              </a:spcBef>
              <a:spcAft>
                <a:spcPts val="0"/>
              </a:spcAft>
            </a:pPr>
            <a:r>
              <a:rPr lang="en-US" dirty="0">
                <a:latin typeface="+mj-lt"/>
                <a:ea typeface="Times New Roman" panose="02020603050405020304" pitchFamily="18" charset="0"/>
                <a:cs typeface="Times New Roman" panose="02020603050405020304" pitchFamily="18" charset="0"/>
              </a:rPr>
              <a:t> and a desire to learn specific knowledge in emerging trends, technologies for research, </a:t>
            </a:r>
          </a:p>
          <a:p>
            <a:pPr marL="0" marR="0" algn="just">
              <a:lnSpc>
                <a:spcPct val="150000"/>
              </a:lnSpc>
              <a:spcBef>
                <a:spcPts val="0"/>
              </a:spcBef>
              <a:spcAft>
                <a:spcPts val="0"/>
              </a:spcAft>
            </a:pPr>
            <a:r>
              <a:rPr lang="en-US" dirty="0">
                <a:latin typeface="+mj-lt"/>
                <a:ea typeface="Times New Roman" panose="02020603050405020304" pitchFamily="18" charset="0"/>
                <a:cs typeface="Times New Roman" panose="02020603050405020304" pitchFamily="18" charset="0"/>
              </a:rPr>
              <a:t> innovation and product development and contribution to society.</a:t>
            </a:r>
          </a:p>
          <a:p>
            <a:pPr marL="0" marR="0" algn="just">
              <a:lnSpc>
                <a:spcPct val="150000"/>
              </a:lnSpc>
              <a:spcBef>
                <a:spcPts val="0"/>
              </a:spcBef>
              <a:spcAft>
                <a:spcPts val="0"/>
              </a:spcAft>
            </a:pPr>
            <a:r>
              <a:rPr lang="en-US" sz="2000" b="1" dirty="0">
                <a:latin typeface="+mj-lt"/>
                <a:ea typeface="Times New Roman" panose="02020603050405020304" pitchFamily="18" charset="0"/>
              </a:rPr>
              <a:t> PEO 4: </a:t>
            </a:r>
            <a:r>
              <a:rPr lang="en-US" dirty="0">
                <a:latin typeface="+mj-lt"/>
                <a:ea typeface="Times New Roman" panose="02020603050405020304" pitchFamily="18" charset="0"/>
              </a:rPr>
              <a:t>To have life-long learning for up-skilling and re-skilling for successful </a:t>
            </a:r>
          </a:p>
          <a:p>
            <a:pPr marL="0" marR="0" algn="just">
              <a:lnSpc>
                <a:spcPct val="150000"/>
              </a:lnSpc>
              <a:spcBef>
                <a:spcPts val="0"/>
              </a:spcBef>
              <a:spcAft>
                <a:spcPts val="0"/>
              </a:spcAft>
            </a:pPr>
            <a:r>
              <a:rPr lang="en-US" dirty="0">
                <a:latin typeface="+mj-lt"/>
                <a:ea typeface="Times New Roman" panose="02020603050405020304" pitchFamily="18" charset="0"/>
              </a:rPr>
              <a:t> professional career as engineer, scientist, entrepreneur and bureaucrat for betterment  </a:t>
            </a:r>
          </a:p>
          <a:p>
            <a:pPr marL="0" marR="0" algn="just">
              <a:lnSpc>
                <a:spcPct val="150000"/>
              </a:lnSpc>
              <a:spcBef>
                <a:spcPts val="0"/>
              </a:spcBef>
              <a:spcAft>
                <a:spcPts val="0"/>
              </a:spcAft>
            </a:pPr>
            <a:r>
              <a:rPr lang="en-US" dirty="0">
                <a:latin typeface="+mj-lt"/>
                <a:ea typeface="Times New Roman" panose="02020603050405020304" pitchFamily="18" charset="0"/>
              </a:rPr>
              <a:t> of society.</a:t>
            </a:r>
            <a:endParaRPr lang="en-US" dirty="0">
              <a:latin typeface="+mj-lt"/>
            </a:endParaRPr>
          </a:p>
        </p:txBody>
      </p:sp>
      <p:pic>
        <p:nvPicPr>
          <p:cNvPr id="10" name="Picture 9"/>
          <p:cNvPicPr>
            <a:picLocks noChangeAspect="1"/>
          </p:cNvPicPr>
          <p:nvPr/>
        </p:nvPicPr>
        <p:blipFill>
          <a:blip r:embed="rId3"/>
          <a:stretch>
            <a:fillRect/>
          </a:stretch>
        </p:blipFill>
        <p:spPr>
          <a:xfrm>
            <a:off x="0" y="7779"/>
            <a:ext cx="1755800" cy="1024217"/>
          </a:xfrm>
          <a:prstGeom prst="rect">
            <a:avLst/>
          </a:prstGeom>
        </p:spPr>
      </p:pic>
      <p:sp>
        <p:nvSpPr>
          <p:cNvPr id="11" name="Title 1">
            <a:extLst>
              <a:ext uri="{FF2B5EF4-FFF2-40B4-BE49-F238E27FC236}">
                <a16:creationId xmlns:a16="http://schemas.microsoft.com/office/drawing/2014/main" id="{1C7BBAA3-263A-8FE5-5AA3-E40EF73A5AE9}"/>
              </a:ext>
            </a:extLst>
          </p:cNvPr>
          <p:cNvSpPr txBox="1">
            <a:spLocks/>
          </p:cNvSpPr>
          <p:nvPr/>
        </p:nvSpPr>
        <p:spPr>
          <a:xfrm>
            <a:off x="1736750" y="7779"/>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Program Educational Objective</a:t>
            </a:r>
          </a:p>
        </p:txBody>
      </p:sp>
    </p:spTree>
    <p:extLst>
      <p:ext uri="{BB962C8B-B14F-4D97-AF65-F5344CB8AC3E}">
        <p14:creationId xmlns:p14="http://schemas.microsoft.com/office/powerpoint/2010/main" val="1638799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990600"/>
            <a:ext cx="8305800" cy="5105400"/>
          </a:xfrm>
        </p:spPr>
        <p:txBody>
          <a:bodyPr>
            <a:normAutofit/>
          </a:bodyPr>
          <a:lstStyle/>
          <a:p>
            <a:r>
              <a:rPr lang="en-US" sz="2400" b="1" dirty="0">
                <a:latin typeface="+mj-lt"/>
                <a:cs typeface="Times New Roman" panose="02020603050405020304" pitchFamily="18" charset="0"/>
              </a:rPr>
              <a:t>RECAP</a:t>
            </a:r>
            <a:endParaRPr lang="en-US" sz="2200" b="1" dirty="0">
              <a:latin typeface="+mj-lt"/>
              <a:cs typeface="Times New Roman" panose="02020603050405020304" pitchFamily="18" charset="0"/>
            </a:endParaRPr>
          </a:p>
          <a:p>
            <a:pPr marL="457200" indent="-457200">
              <a:buNone/>
            </a:pPr>
            <a:r>
              <a:rPr lang="en-US" sz="2200" dirty="0">
                <a:latin typeface="+mj-lt"/>
                <a:cs typeface="Times New Roman" panose="02020603050405020304" pitchFamily="18" charset="0"/>
              </a:rPr>
              <a:t> 1. Quality circle</a:t>
            </a:r>
          </a:p>
          <a:p>
            <a:pPr marL="457200" indent="-457200">
              <a:buNone/>
            </a:pPr>
            <a:r>
              <a:rPr lang="en-US" sz="2200" dirty="0">
                <a:latin typeface="+mj-lt"/>
                <a:cs typeface="Times New Roman" panose="02020603050405020304" pitchFamily="18" charset="0"/>
              </a:rPr>
              <a:t> 2. Zero defect</a:t>
            </a:r>
          </a:p>
          <a:p>
            <a:pPr marL="457200" indent="-457200">
              <a:buNone/>
            </a:pPr>
            <a:r>
              <a:rPr lang="en-US" sz="2200" dirty="0">
                <a:latin typeface="+mj-lt"/>
                <a:cs typeface="Times New Roman" panose="02020603050405020304" pitchFamily="18" charset="0"/>
              </a:rPr>
              <a:t> 3. Kaizen    </a:t>
            </a:r>
          </a:p>
          <a:p>
            <a:endParaRPr lang="en-US" sz="2200" dirty="0">
              <a:latin typeface="+mj-lt"/>
              <a:cs typeface="Times New Roman" panose="02020603050405020304" pitchFamily="18" charset="0"/>
            </a:endParaRPr>
          </a:p>
          <a:p>
            <a:r>
              <a:rPr lang="en-US" sz="2400" b="1" dirty="0">
                <a:latin typeface="+mj-lt"/>
                <a:cs typeface="Times New Roman" panose="02020603050405020304" pitchFamily="18" charset="0"/>
              </a:rPr>
              <a:t>PRECAP</a:t>
            </a:r>
          </a:p>
          <a:p>
            <a:pPr marL="457200" indent="-457200">
              <a:buFont typeface="+mj-lt"/>
              <a:buAutoNum type="arabicPeriod"/>
            </a:pPr>
            <a:r>
              <a:rPr lang="en-US" sz="2400" dirty="0">
                <a:latin typeface="+mj-lt"/>
                <a:cs typeface="Times New Roman" panose="02020603050405020304" pitchFamily="18" charset="0"/>
              </a:rPr>
              <a:t>Quality system</a:t>
            </a:r>
          </a:p>
          <a:p>
            <a:pPr marL="457200" indent="-457200">
              <a:buFont typeface="+mj-lt"/>
              <a:buAutoNum type="arabicPeriod"/>
            </a:pPr>
            <a:r>
              <a:rPr lang="en-US" sz="2400" dirty="0">
                <a:latin typeface="+mj-lt"/>
                <a:cs typeface="Times New Roman" panose="02020603050405020304" pitchFamily="18" charset="0"/>
              </a:rPr>
              <a:t>ISO</a:t>
            </a:r>
          </a:p>
          <a:p>
            <a:pPr marL="457200" indent="-457200">
              <a:buFont typeface="+mj-lt"/>
              <a:buAutoNum type="arabicPeriod"/>
            </a:pPr>
            <a:r>
              <a:rPr lang="en-US" sz="2400" dirty="0">
                <a:latin typeface="+mj-lt"/>
                <a:cs typeface="Times New Roman" panose="02020603050405020304" pitchFamily="18" charset="0"/>
              </a:rPr>
              <a:t>Environmental Management</a:t>
            </a:r>
          </a:p>
        </p:txBody>
      </p:sp>
      <p:sp>
        <p:nvSpPr>
          <p:cNvPr id="6" name="Date Placeholder 5"/>
          <p:cNvSpPr>
            <a:spLocks noGrp="1"/>
          </p:cNvSpPr>
          <p:nvPr>
            <p:ph type="dt" sz="half" idx="10"/>
          </p:nvPr>
        </p:nvSpPr>
        <p:spPr/>
        <p:txBody>
          <a:bodyPr/>
          <a:lstStyle/>
          <a:p>
            <a:fld id="{F2C4D491-6A6B-4CCE-A1A4-1F9C42C31BA5}" type="datetime1">
              <a:rPr lang="en-US" smtClean="0">
                <a:latin typeface="+mj-lt"/>
              </a:rPr>
              <a:t>5/1/2026</a:t>
            </a:fld>
            <a:endParaRPr lang="en-US">
              <a:latin typeface="+mj-lt"/>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latin typeface="+mj-lt"/>
              </a:rPr>
              <a:pPr/>
              <a:t>14</a:t>
            </a:fld>
            <a:endParaRPr lang="en-US">
              <a:latin typeface="+mj-lt"/>
            </a:endParaRPr>
          </a:p>
        </p:txBody>
      </p:sp>
      <p:sp>
        <p:nvSpPr>
          <p:cNvPr id="12" name="Footer Placeholder 12"/>
          <p:cNvSpPr>
            <a:spLocks noGrp="1"/>
          </p:cNvSpPr>
          <p:nvPr>
            <p:ph type="ftr" sz="quarter" idx="11"/>
          </p:nvPr>
        </p:nvSpPr>
        <p:spPr>
          <a:xfrm>
            <a:off x="2286000" y="6248415"/>
            <a:ext cx="5029200" cy="365125"/>
          </a:xfrm>
        </p:spPr>
        <p:txBody>
          <a:bodyPr/>
          <a:lstStyle/>
          <a:p>
            <a:r>
              <a:rPr lang="sv-SE" sz="2000">
                <a:latin typeface="+mj-lt"/>
              </a:rPr>
              <a:t>Mr. Minhaj Nezami    AOE0861    TQM     Unit 5</a:t>
            </a:r>
            <a:endParaRPr lang="en-US" sz="2000" dirty="0">
              <a:latin typeface="+mj-lt"/>
            </a:endParaRPr>
          </a:p>
        </p:txBody>
      </p:sp>
      <p:pic>
        <p:nvPicPr>
          <p:cNvPr id="9" name="Picture 8"/>
          <p:cNvPicPr>
            <a:picLocks noChangeAspect="1"/>
          </p:cNvPicPr>
          <p:nvPr/>
        </p:nvPicPr>
        <p:blipFill>
          <a:blip r:embed="rId3"/>
          <a:stretch>
            <a:fillRect/>
          </a:stretch>
        </p:blipFill>
        <p:spPr>
          <a:xfrm>
            <a:off x="0" y="7779"/>
            <a:ext cx="1755800" cy="1024217"/>
          </a:xfrm>
          <a:prstGeom prst="rect">
            <a:avLst/>
          </a:prstGeom>
        </p:spPr>
      </p:pic>
      <p:sp>
        <p:nvSpPr>
          <p:cNvPr id="11" name="Title 1">
            <a:extLst>
              <a:ext uri="{FF2B5EF4-FFF2-40B4-BE49-F238E27FC236}">
                <a16:creationId xmlns:a16="http://schemas.microsoft.com/office/drawing/2014/main" id="{1C7BBAA3-263A-8FE5-5AA3-E40EF73A5AE9}"/>
              </a:ext>
            </a:extLst>
          </p:cNvPr>
          <p:cNvSpPr txBox="1">
            <a:spLocks/>
          </p:cNvSpPr>
          <p:nvPr/>
        </p:nvSpPr>
        <p:spPr>
          <a:xfrm>
            <a:off x="1722582" y="0"/>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Unit Recap and Precap</a:t>
            </a:r>
          </a:p>
        </p:txBody>
      </p:sp>
    </p:spTree>
    <p:extLst>
      <p:ext uri="{BB962C8B-B14F-4D97-AF65-F5344CB8AC3E}">
        <p14:creationId xmlns:p14="http://schemas.microsoft.com/office/powerpoint/2010/main" val="41922452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524000"/>
            <a:ext cx="8229600" cy="4038600"/>
          </a:xfrm>
        </p:spPr>
        <p:txBody>
          <a:bodyPr>
            <a:normAutofit/>
          </a:bodyPr>
          <a:lstStyle/>
          <a:p>
            <a:pPr marL="0" indent="0" algn="just">
              <a:buNone/>
            </a:pPr>
            <a:r>
              <a:rPr lang="en-IN" b="1" dirty="0"/>
              <a:t>   </a:t>
            </a:r>
            <a:r>
              <a:rPr lang="en-IN" sz="2400" b="1" dirty="0"/>
              <a:t>Quality Systems and Certification</a:t>
            </a:r>
            <a:r>
              <a:rPr lang="en-US" sz="2400" b="1" dirty="0"/>
              <a:t>:</a:t>
            </a:r>
          </a:p>
          <a:p>
            <a:pPr lvl="0" algn="just">
              <a:lnSpc>
                <a:spcPct val="150000"/>
              </a:lnSpc>
              <a:buNone/>
            </a:pPr>
            <a:r>
              <a:rPr lang="en-US" sz="2400" dirty="0"/>
              <a:t>    </a:t>
            </a:r>
            <a:r>
              <a:rPr lang="en-US" sz="2400" dirty="0">
                <a:solidFill>
                  <a:srgbClr val="000000"/>
                </a:solidFill>
                <a:latin typeface="Calibri" panose="020F0502020204030204" pitchFamily="34" charset="0"/>
              </a:rPr>
              <a:t>Quality Systems- ISO 9000, ISO 9000:2000, ISO 14000, other quality systems. Quality Auditing 	</a:t>
            </a:r>
          </a:p>
          <a:p>
            <a:pPr algn="just">
              <a:lnSpc>
                <a:spcPct val="150000"/>
              </a:lnSpc>
              <a:buNone/>
            </a:pPr>
            <a:endParaRPr lang="en-US" sz="2200" dirty="0">
              <a:latin typeface="Times New Roman" panose="02020603050405020304" pitchFamily="18" charset="0"/>
              <a:cs typeface="Times New Roman" panose="02020603050405020304" pitchFamily="18" charset="0"/>
            </a:endParaRPr>
          </a:p>
          <a:p>
            <a:pPr algn="just">
              <a:lnSpc>
                <a:spcPct val="150000"/>
              </a:lnSpc>
              <a:buNone/>
            </a:pPr>
            <a:endParaRPr lang="en-US" sz="22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50476E26-B184-4F8A-BFAA-DB6954F8BD05}" type="datetime1">
              <a:rPr lang="en-US" smtClean="0"/>
              <a:t>5/1/2026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15</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sv-SE" sz="2000"/>
              <a:t>Mr. Minhaj Nezami    AOE0861    TQM     Unit 5</a:t>
            </a:r>
            <a:endParaRPr lang="en-US" sz="2000" dirty="0"/>
          </a:p>
        </p:txBody>
      </p:sp>
      <p:pic>
        <p:nvPicPr>
          <p:cNvPr id="8" name="Picture 7"/>
          <p:cNvPicPr>
            <a:picLocks noChangeAspect="1"/>
          </p:cNvPicPr>
          <p:nvPr/>
        </p:nvPicPr>
        <p:blipFill>
          <a:blip r:embed="rId2"/>
          <a:stretch>
            <a:fillRect/>
          </a:stretch>
        </p:blipFill>
        <p:spPr>
          <a:xfrm>
            <a:off x="0" y="7779"/>
            <a:ext cx="1755800" cy="1024217"/>
          </a:xfrm>
          <a:prstGeom prst="rect">
            <a:avLst/>
          </a:prstGeom>
        </p:spPr>
      </p:pic>
      <p:sp>
        <p:nvSpPr>
          <p:cNvPr id="11" name="Title 1">
            <a:extLst>
              <a:ext uri="{FF2B5EF4-FFF2-40B4-BE49-F238E27FC236}">
                <a16:creationId xmlns:a16="http://schemas.microsoft.com/office/drawing/2014/main" id="{1C7BBAA3-263A-8FE5-5AA3-E40EF73A5AE9}"/>
              </a:ext>
            </a:extLst>
          </p:cNvPr>
          <p:cNvSpPr txBox="1">
            <a:spLocks/>
          </p:cNvSpPr>
          <p:nvPr/>
        </p:nvSpPr>
        <p:spPr>
          <a:xfrm>
            <a:off x="1752600" y="0"/>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Syllabus of Unit 5</a:t>
            </a:r>
          </a:p>
        </p:txBody>
      </p:sp>
    </p:spTree>
    <p:extLst>
      <p:ext uri="{BB962C8B-B14F-4D97-AF65-F5344CB8AC3E}">
        <p14:creationId xmlns:p14="http://schemas.microsoft.com/office/powerpoint/2010/main" val="39193118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C070D4C-D936-4A30-9117-C7B8D46B5A32}" type="datetime1">
              <a:rPr lang="en-US" smtClean="0">
                <a:latin typeface="+mj-lt"/>
              </a:rPr>
              <a:t>5/1/2026</a:t>
            </a:fld>
            <a:endParaRPr lang="en-US">
              <a:latin typeface="+mj-lt"/>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latin typeface="+mj-lt"/>
              </a:rPr>
              <a:pPr/>
              <a:t>16</a:t>
            </a:fld>
            <a:endParaRPr lang="en-US">
              <a:latin typeface="+mj-lt"/>
            </a:endParaRPr>
          </a:p>
        </p:txBody>
      </p:sp>
      <p:sp>
        <p:nvSpPr>
          <p:cNvPr id="9" name="Footer Placeholder 12"/>
          <p:cNvSpPr>
            <a:spLocks noGrp="1"/>
          </p:cNvSpPr>
          <p:nvPr>
            <p:ph type="ftr" sz="quarter" idx="11"/>
          </p:nvPr>
        </p:nvSpPr>
        <p:spPr>
          <a:xfrm>
            <a:off x="2286000" y="6248415"/>
            <a:ext cx="5029200" cy="365125"/>
          </a:xfrm>
        </p:spPr>
        <p:txBody>
          <a:bodyPr/>
          <a:lstStyle/>
          <a:p>
            <a:r>
              <a:rPr lang="sv-SE" sz="2000">
                <a:latin typeface="+mj-lt"/>
              </a:rPr>
              <a:t>Mr. Minhaj Nezami    AOE0861    TQM     Unit 5</a:t>
            </a:r>
            <a:endParaRPr lang="en-US" sz="2000" dirty="0">
              <a:latin typeface="+mj-lt"/>
            </a:endParaRPr>
          </a:p>
        </p:txBody>
      </p:sp>
      <p:sp>
        <p:nvSpPr>
          <p:cNvPr id="10" name="Rectangle 9"/>
          <p:cNvSpPr/>
          <p:nvPr/>
        </p:nvSpPr>
        <p:spPr>
          <a:xfrm>
            <a:off x="914400" y="1481342"/>
            <a:ext cx="7391400" cy="16002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just"/>
            <a:r>
              <a:rPr lang="en-US" sz="2200" dirty="0">
                <a:latin typeface="+mj-lt"/>
                <a:cs typeface="Times New Roman" pitchFamily="18" charset="0"/>
              </a:rPr>
              <a:t>Quality System is organization’s blueprint. it identifies  business model and processes, provides details about how people will work together to get things done.</a:t>
            </a:r>
          </a:p>
        </p:txBody>
      </p:sp>
      <p:graphicFrame>
        <p:nvGraphicFramePr>
          <p:cNvPr id="11" name="Table 10"/>
          <p:cNvGraphicFramePr>
            <a:graphicFrameLocks noGrp="1"/>
          </p:cNvGraphicFramePr>
          <p:nvPr>
            <p:extLst>
              <p:ext uri="{D42A27DB-BD31-4B8C-83A1-F6EECF244321}">
                <p14:modId xmlns:p14="http://schemas.microsoft.com/office/powerpoint/2010/main" val="3318195608"/>
              </p:ext>
            </p:extLst>
          </p:nvPr>
        </p:nvGraphicFramePr>
        <p:xfrm>
          <a:off x="914400" y="3581400"/>
          <a:ext cx="7391399" cy="1653540"/>
        </p:xfrm>
        <a:graphic>
          <a:graphicData uri="http://schemas.openxmlformats.org/drawingml/2006/table">
            <a:tbl>
              <a:tblPr>
                <a:tableStyleId>{93296810-A885-4BE3-A3E7-6D5BEEA58F35}</a:tableStyleId>
              </a:tblPr>
              <a:tblGrid>
                <a:gridCol w="1219200">
                  <a:extLst>
                    <a:ext uri="{9D8B030D-6E8A-4147-A177-3AD203B41FA5}">
                      <a16:colId xmlns:a16="http://schemas.microsoft.com/office/drawing/2014/main" val="20000"/>
                    </a:ext>
                  </a:extLst>
                </a:gridCol>
                <a:gridCol w="362074">
                  <a:extLst>
                    <a:ext uri="{9D8B030D-6E8A-4147-A177-3AD203B41FA5}">
                      <a16:colId xmlns:a16="http://schemas.microsoft.com/office/drawing/2014/main" val="20001"/>
                    </a:ext>
                  </a:extLst>
                </a:gridCol>
                <a:gridCol w="451793">
                  <a:extLst>
                    <a:ext uri="{9D8B030D-6E8A-4147-A177-3AD203B41FA5}">
                      <a16:colId xmlns:a16="http://schemas.microsoft.com/office/drawing/2014/main" val="20002"/>
                    </a:ext>
                  </a:extLst>
                </a:gridCol>
                <a:gridCol w="493908">
                  <a:extLst>
                    <a:ext uri="{9D8B030D-6E8A-4147-A177-3AD203B41FA5}">
                      <a16:colId xmlns:a16="http://schemas.microsoft.com/office/drawing/2014/main" val="20003"/>
                    </a:ext>
                  </a:extLst>
                </a:gridCol>
                <a:gridCol w="484975">
                  <a:extLst>
                    <a:ext uri="{9D8B030D-6E8A-4147-A177-3AD203B41FA5}">
                      <a16:colId xmlns:a16="http://schemas.microsoft.com/office/drawing/2014/main" val="20004"/>
                    </a:ext>
                  </a:extLst>
                </a:gridCol>
                <a:gridCol w="555328">
                  <a:extLst>
                    <a:ext uri="{9D8B030D-6E8A-4147-A177-3AD203B41FA5}">
                      <a16:colId xmlns:a16="http://schemas.microsoft.com/office/drawing/2014/main" val="20005"/>
                    </a:ext>
                  </a:extLst>
                </a:gridCol>
                <a:gridCol w="555328">
                  <a:extLst>
                    <a:ext uri="{9D8B030D-6E8A-4147-A177-3AD203B41FA5}">
                      <a16:colId xmlns:a16="http://schemas.microsoft.com/office/drawing/2014/main" val="20006"/>
                    </a:ext>
                  </a:extLst>
                </a:gridCol>
                <a:gridCol w="555328">
                  <a:extLst>
                    <a:ext uri="{9D8B030D-6E8A-4147-A177-3AD203B41FA5}">
                      <a16:colId xmlns:a16="http://schemas.microsoft.com/office/drawing/2014/main" val="20007"/>
                    </a:ext>
                  </a:extLst>
                </a:gridCol>
                <a:gridCol w="555328">
                  <a:extLst>
                    <a:ext uri="{9D8B030D-6E8A-4147-A177-3AD203B41FA5}">
                      <a16:colId xmlns:a16="http://schemas.microsoft.com/office/drawing/2014/main" val="20008"/>
                    </a:ext>
                  </a:extLst>
                </a:gridCol>
                <a:gridCol w="555328">
                  <a:extLst>
                    <a:ext uri="{9D8B030D-6E8A-4147-A177-3AD203B41FA5}">
                      <a16:colId xmlns:a16="http://schemas.microsoft.com/office/drawing/2014/main" val="20009"/>
                    </a:ext>
                  </a:extLst>
                </a:gridCol>
                <a:gridCol w="555328">
                  <a:extLst>
                    <a:ext uri="{9D8B030D-6E8A-4147-A177-3AD203B41FA5}">
                      <a16:colId xmlns:a16="http://schemas.microsoft.com/office/drawing/2014/main" val="20010"/>
                    </a:ext>
                  </a:extLst>
                </a:gridCol>
                <a:gridCol w="555328">
                  <a:extLst>
                    <a:ext uri="{9D8B030D-6E8A-4147-A177-3AD203B41FA5}">
                      <a16:colId xmlns:a16="http://schemas.microsoft.com/office/drawing/2014/main" val="20011"/>
                    </a:ext>
                  </a:extLst>
                </a:gridCol>
                <a:gridCol w="492153">
                  <a:extLst>
                    <a:ext uri="{9D8B030D-6E8A-4147-A177-3AD203B41FA5}">
                      <a16:colId xmlns:a16="http://schemas.microsoft.com/office/drawing/2014/main" val="20012"/>
                    </a:ext>
                  </a:extLst>
                </a:gridCol>
              </a:tblGrid>
              <a:tr h="707136">
                <a:tc>
                  <a:txBody>
                    <a:bodyPr/>
                    <a:lstStyle/>
                    <a:p>
                      <a:pPr marL="0" marR="0" algn="ctr">
                        <a:lnSpc>
                          <a:spcPct val="115000"/>
                        </a:lnSpc>
                        <a:spcBef>
                          <a:spcPts val="0"/>
                        </a:spcBef>
                        <a:spcAft>
                          <a:spcPts val="0"/>
                        </a:spcAft>
                      </a:pPr>
                      <a:r>
                        <a:rPr lang="en-US" sz="1800" dirty="0"/>
                        <a:t>CO</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t>PO1</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t>PO2</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t>PO3</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t>PO4</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t>PO5</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t>PO6</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t>PO7</a:t>
                      </a:r>
                      <a:endParaRPr lang="en-US" sz="180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t>PO8</a:t>
                      </a:r>
                      <a:endParaRPr lang="en-US" sz="180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t>PO9</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t>PO10</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t>PO11</a:t>
                      </a:r>
                      <a:endParaRPr lang="en-US" sz="180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t>PO12</a:t>
                      </a:r>
                      <a:endParaRPr lang="en-US" sz="180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707136">
                <a:tc>
                  <a:txBody>
                    <a:bodyPr/>
                    <a:lstStyle/>
                    <a:p>
                      <a:pPr marL="0" marR="0" algn="ctr">
                        <a:lnSpc>
                          <a:spcPct val="115000"/>
                        </a:lnSpc>
                        <a:spcBef>
                          <a:spcPts val="0"/>
                        </a:spcBef>
                        <a:spcAft>
                          <a:spcPts val="1000"/>
                        </a:spcAft>
                      </a:pPr>
                      <a:r>
                        <a:rPr lang="en-US" sz="1800" u="none" dirty="0"/>
                        <a:t>AOE0861.1</a:t>
                      </a:r>
                      <a:endParaRPr lang="en-US" sz="1800" u="none" dirty="0">
                        <a:solidFill>
                          <a:srgbClr val="FF0000"/>
                        </a:solidFill>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dirty="0"/>
                        <a:t>3</a:t>
                      </a:r>
                      <a:endParaRPr lang="en-US" sz="1800" dirty="0">
                        <a:solidFill>
                          <a:srgbClr val="FF0000"/>
                        </a:solidFill>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dirty="0"/>
                        <a:t>2</a:t>
                      </a:r>
                      <a:endParaRPr lang="en-US" sz="1800" dirty="0">
                        <a:solidFill>
                          <a:srgbClr val="FF0000"/>
                        </a:solidFill>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dirty="0"/>
                        <a:t>3</a:t>
                      </a:r>
                      <a:endParaRPr lang="en-US" sz="1800" dirty="0">
                        <a:solidFill>
                          <a:srgbClr val="FF0000"/>
                        </a:solidFill>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dirty="0"/>
                        <a:t>2</a:t>
                      </a:r>
                      <a:endParaRPr lang="en-US" sz="1800" dirty="0">
                        <a:solidFill>
                          <a:srgbClr val="FF0000"/>
                        </a:solidFill>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dirty="0"/>
                        <a:t>2</a:t>
                      </a:r>
                      <a:endParaRPr lang="en-US" sz="1800" dirty="0">
                        <a:solidFill>
                          <a:srgbClr val="FF0000"/>
                        </a:solidFill>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dirty="0"/>
                        <a:t>2</a:t>
                      </a:r>
                      <a:endParaRPr lang="en-US" sz="1800" dirty="0">
                        <a:solidFill>
                          <a:srgbClr val="FF0000"/>
                        </a:solidFill>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dirty="0"/>
                        <a:t>2</a:t>
                      </a:r>
                      <a:endParaRPr lang="en-US" sz="1800" dirty="0">
                        <a:solidFill>
                          <a:srgbClr val="FF0000"/>
                        </a:solidFill>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dirty="0"/>
                        <a:t>1</a:t>
                      </a:r>
                      <a:endParaRPr lang="en-US" sz="1800" dirty="0">
                        <a:solidFill>
                          <a:srgbClr val="FF0000"/>
                        </a:solidFill>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dirty="0"/>
                        <a:t>2</a:t>
                      </a:r>
                      <a:endParaRPr lang="en-US" sz="1800" dirty="0">
                        <a:solidFill>
                          <a:srgbClr val="FF0000"/>
                        </a:solidFill>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dirty="0"/>
                        <a:t>1</a:t>
                      </a:r>
                      <a:endParaRPr lang="en-US" sz="1800" dirty="0">
                        <a:solidFill>
                          <a:srgbClr val="FF0000"/>
                        </a:solidFill>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dirty="0"/>
                        <a:t>2</a:t>
                      </a:r>
                      <a:endParaRPr lang="en-US" sz="1800" dirty="0">
                        <a:solidFill>
                          <a:srgbClr val="FF0000"/>
                        </a:solidFill>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dirty="0"/>
                        <a:t>3</a:t>
                      </a:r>
                      <a:endParaRPr lang="en-US" sz="1800" dirty="0">
                        <a:solidFill>
                          <a:srgbClr val="FF0000"/>
                        </a:solidFill>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extLst>
                  <a:ext uri="{0D108BD9-81ED-4DB2-BD59-A6C34878D82A}">
                    <a16:rowId xmlns:a16="http://schemas.microsoft.com/office/drawing/2014/main" val="10001"/>
                  </a:ext>
                </a:extLst>
              </a:tr>
            </a:tbl>
          </a:graphicData>
        </a:graphic>
      </p:graphicFrame>
      <p:pic>
        <p:nvPicPr>
          <p:cNvPr id="13" name="Picture 12"/>
          <p:cNvPicPr>
            <a:picLocks noChangeAspect="1"/>
          </p:cNvPicPr>
          <p:nvPr/>
        </p:nvPicPr>
        <p:blipFill>
          <a:blip r:embed="rId2"/>
          <a:stretch>
            <a:fillRect/>
          </a:stretch>
        </p:blipFill>
        <p:spPr>
          <a:xfrm>
            <a:off x="0" y="7779"/>
            <a:ext cx="1755800" cy="1024217"/>
          </a:xfrm>
          <a:prstGeom prst="rect">
            <a:avLst/>
          </a:prstGeom>
        </p:spPr>
      </p:pic>
      <p:sp>
        <p:nvSpPr>
          <p:cNvPr id="12" name="Title 1">
            <a:extLst>
              <a:ext uri="{FF2B5EF4-FFF2-40B4-BE49-F238E27FC236}">
                <a16:creationId xmlns:a16="http://schemas.microsoft.com/office/drawing/2014/main" id="{1C7BBAA3-263A-8FE5-5AA3-E40EF73A5AE9}"/>
              </a:ext>
            </a:extLst>
          </p:cNvPr>
          <p:cNvSpPr txBox="1">
            <a:spLocks/>
          </p:cNvSpPr>
          <p:nvPr/>
        </p:nvSpPr>
        <p:spPr>
          <a:xfrm>
            <a:off x="1731818" y="0"/>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Objective of Quality System</a:t>
            </a:r>
          </a:p>
        </p:txBody>
      </p:sp>
    </p:spTree>
    <p:extLst>
      <p:ext uri="{BB962C8B-B14F-4D97-AF65-F5344CB8AC3E}">
        <p14:creationId xmlns:p14="http://schemas.microsoft.com/office/powerpoint/2010/main" val="39193118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850668" y="1544768"/>
            <a:ext cx="7922492" cy="4811582"/>
            <a:chOff x="886967" y="1228344"/>
            <a:chExt cx="8714741" cy="5453126"/>
          </a:xfrm>
        </p:grpSpPr>
        <p:sp>
          <p:nvSpPr>
            <p:cNvPr id="5" name="object 5"/>
            <p:cNvSpPr/>
            <p:nvPr/>
          </p:nvSpPr>
          <p:spPr>
            <a:xfrm>
              <a:off x="2637282" y="1243583"/>
              <a:ext cx="1742694" cy="1743456"/>
            </a:xfrm>
            <a:prstGeom prst="rect">
              <a:avLst/>
            </a:prstGeom>
            <a:blipFill>
              <a:blip r:embed="rId2" cstate="print"/>
              <a:stretch>
                <a:fillRect/>
              </a:stretch>
            </a:blipFill>
          </p:spPr>
          <p:txBody>
            <a:bodyPr wrap="square" lIns="0" tIns="0" rIns="0" bIns="0" rtlCol="0"/>
            <a:lstStyle/>
            <a:p>
              <a:endParaRPr>
                <a:latin typeface="+mj-lt"/>
              </a:endParaRPr>
            </a:p>
          </p:txBody>
        </p:sp>
        <p:sp>
          <p:nvSpPr>
            <p:cNvPr id="6" name="object 6"/>
            <p:cNvSpPr/>
            <p:nvPr/>
          </p:nvSpPr>
          <p:spPr>
            <a:xfrm>
              <a:off x="886967" y="1228344"/>
              <a:ext cx="3499104" cy="2657856"/>
            </a:xfrm>
            <a:prstGeom prst="rect">
              <a:avLst/>
            </a:prstGeom>
            <a:blipFill>
              <a:blip r:embed="rId3" cstate="print"/>
              <a:stretch>
                <a:fillRect/>
              </a:stretch>
            </a:blipFill>
          </p:spPr>
          <p:txBody>
            <a:bodyPr wrap="square" lIns="0" tIns="0" rIns="0" bIns="0" rtlCol="0"/>
            <a:lstStyle/>
            <a:p>
              <a:endParaRPr>
                <a:latin typeface="+mj-lt"/>
              </a:endParaRPr>
            </a:p>
          </p:txBody>
        </p:sp>
        <p:sp>
          <p:nvSpPr>
            <p:cNvPr id="7" name="object 7"/>
            <p:cNvSpPr/>
            <p:nvPr/>
          </p:nvSpPr>
          <p:spPr>
            <a:xfrm>
              <a:off x="886968" y="1228356"/>
              <a:ext cx="8714740" cy="2658110"/>
            </a:xfrm>
            <a:custGeom>
              <a:avLst/>
              <a:gdLst/>
              <a:ahLst/>
              <a:cxnLst/>
              <a:rect l="l" t="t" r="r" b="b"/>
              <a:pathLst>
                <a:path w="8714740" h="2658110">
                  <a:moveTo>
                    <a:pt x="8714232" y="575564"/>
                  </a:moveTo>
                  <a:lnTo>
                    <a:pt x="8708123" y="534911"/>
                  </a:lnTo>
                  <a:lnTo>
                    <a:pt x="8692883" y="475475"/>
                  </a:lnTo>
                  <a:lnTo>
                    <a:pt x="8671547" y="419087"/>
                  </a:lnTo>
                  <a:lnTo>
                    <a:pt x="8647163" y="365747"/>
                  </a:lnTo>
                  <a:lnTo>
                    <a:pt x="8598395" y="291071"/>
                  </a:lnTo>
                  <a:lnTo>
                    <a:pt x="8561819" y="245351"/>
                  </a:lnTo>
                  <a:lnTo>
                    <a:pt x="8519147" y="204203"/>
                  </a:lnTo>
                  <a:lnTo>
                    <a:pt x="8473427" y="167627"/>
                  </a:lnTo>
                  <a:lnTo>
                    <a:pt x="8450567" y="149339"/>
                  </a:lnTo>
                  <a:lnTo>
                    <a:pt x="8424659" y="134099"/>
                  </a:lnTo>
                  <a:lnTo>
                    <a:pt x="8400275" y="118859"/>
                  </a:lnTo>
                  <a:lnTo>
                    <a:pt x="8372843" y="105143"/>
                  </a:lnTo>
                  <a:lnTo>
                    <a:pt x="8317979" y="82283"/>
                  </a:lnTo>
                  <a:lnTo>
                    <a:pt x="8260067" y="63995"/>
                  </a:lnTo>
                  <a:lnTo>
                    <a:pt x="8170151" y="48755"/>
                  </a:lnTo>
                  <a:lnTo>
                    <a:pt x="8138160" y="45720"/>
                  </a:lnTo>
                  <a:lnTo>
                    <a:pt x="3500615" y="45720"/>
                  </a:lnTo>
                  <a:lnTo>
                    <a:pt x="3499104" y="47231"/>
                  </a:lnTo>
                  <a:lnTo>
                    <a:pt x="3499104" y="15240"/>
                  </a:lnTo>
                  <a:lnTo>
                    <a:pt x="3499104" y="0"/>
                  </a:lnTo>
                  <a:lnTo>
                    <a:pt x="1749539" y="1749552"/>
                  </a:lnTo>
                  <a:lnTo>
                    <a:pt x="15227" y="15240"/>
                  </a:lnTo>
                  <a:lnTo>
                    <a:pt x="0" y="0"/>
                  </a:lnTo>
                  <a:lnTo>
                    <a:pt x="0" y="2657856"/>
                  </a:lnTo>
                  <a:lnTo>
                    <a:pt x="13703" y="2657856"/>
                  </a:lnTo>
                  <a:lnTo>
                    <a:pt x="13703" y="32004"/>
                  </a:lnTo>
                  <a:lnTo>
                    <a:pt x="1749539" y="1767840"/>
                  </a:lnTo>
                  <a:lnTo>
                    <a:pt x="1763255" y="1754124"/>
                  </a:lnTo>
                  <a:lnTo>
                    <a:pt x="3486899" y="30480"/>
                  </a:lnTo>
                  <a:lnTo>
                    <a:pt x="3486899" y="2657856"/>
                  </a:lnTo>
                  <a:lnTo>
                    <a:pt x="3494532" y="2657856"/>
                  </a:lnTo>
                  <a:lnTo>
                    <a:pt x="3499104" y="2657856"/>
                  </a:lnTo>
                  <a:lnTo>
                    <a:pt x="3520427" y="2657856"/>
                  </a:lnTo>
                  <a:lnTo>
                    <a:pt x="3520427" y="71615"/>
                  </a:lnTo>
                  <a:lnTo>
                    <a:pt x="8138147" y="71615"/>
                  </a:lnTo>
                  <a:lnTo>
                    <a:pt x="8197583" y="77711"/>
                  </a:lnTo>
                  <a:lnTo>
                    <a:pt x="8255495" y="89903"/>
                  </a:lnTo>
                  <a:lnTo>
                    <a:pt x="8310359" y="106667"/>
                  </a:lnTo>
                  <a:lnTo>
                    <a:pt x="8388083" y="141719"/>
                  </a:lnTo>
                  <a:lnTo>
                    <a:pt x="8436851" y="170675"/>
                  </a:lnTo>
                  <a:lnTo>
                    <a:pt x="8502383" y="224015"/>
                  </a:lnTo>
                  <a:lnTo>
                    <a:pt x="8543531" y="263639"/>
                  </a:lnTo>
                  <a:lnTo>
                    <a:pt x="8595347" y="330695"/>
                  </a:lnTo>
                  <a:lnTo>
                    <a:pt x="8624303" y="379463"/>
                  </a:lnTo>
                  <a:lnTo>
                    <a:pt x="8638019" y="403847"/>
                  </a:lnTo>
                  <a:lnTo>
                    <a:pt x="8659355" y="457187"/>
                  </a:lnTo>
                  <a:lnTo>
                    <a:pt x="8676119" y="512051"/>
                  </a:lnTo>
                  <a:lnTo>
                    <a:pt x="8688311" y="568439"/>
                  </a:lnTo>
                  <a:lnTo>
                    <a:pt x="8691359" y="598919"/>
                  </a:lnTo>
                  <a:lnTo>
                    <a:pt x="8694407" y="627875"/>
                  </a:lnTo>
                  <a:lnTo>
                    <a:pt x="8694407" y="2657856"/>
                  </a:lnTo>
                  <a:lnTo>
                    <a:pt x="8714232" y="2657856"/>
                  </a:lnTo>
                  <a:lnTo>
                    <a:pt x="8714232" y="575564"/>
                  </a:lnTo>
                  <a:close/>
                </a:path>
              </a:pathLst>
            </a:custGeom>
            <a:solidFill>
              <a:srgbClr val="BF504D"/>
            </a:solidFill>
          </p:spPr>
          <p:txBody>
            <a:bodyPr wrap="square" lIns="0" tIns="0" rIns="0" bIns="0" rtlCol="0"/>
            <a:lstStyle/>
            <a:p>
              <a:endParaRPr>
                <a:latin typeface="+mj-lt"/>
              </a:endParaRPr>
            </a:p>
          </p:txBody>
        </p:sp>
        <p:sp>
          <p:nvSpPr>
            <p:cNvPr id="8" name="object 8"/>
            <p:cNvSpPr/>
            <p:nvPr/>
          </p:nvSpPr>
          <p:spPr>
            <a:xfrm>
              <a:off x="893063" y="3886200"/>
              <a:ext cx="3486912" cy="2787396"/>
            </a:xfrm>
            <a:prstGeom prst="rect">
              <a:avLst/>
            </a:prstGeom>
            <a:blipFill>
              <a:blip r:embed="rId4" cstate="print"/>
              <a:stretch>
                <a:fillRect/>
              </a:stretch>
            </a:blipFill>
          </p:spPr>
          <p:txBody>
            <a:bodyPr wrap="square" lIns="0" tIns="0" rIns="0" bIns="0" rtlCol="0"/>
            <a:lstStyle/>
            <a:p>
              <a:endParaRPr>
                <a:latin typeface="+mj-lt"/>
              </a:endParaRPr>
            </a:p>
          </p:txBody>
        </p:sp>
        <p:sp>
          <p:nvSpPr>
            <p:cNvPr id="9" name="object 9"/>
            <p:cNvSpPr/>
            <p:nvPr/>
          </p:nvSpPr>
          <p:spPr>
            <a:xfrm>
              <a:off x="886967" y="3886200"/>
              <a:ext cx="3499104" cy="2795016"/>
            </a:xfrm>
            <a:prstGeom prst="rect">
              <a:avLst/>
            </a:prstGeom>
            <a:blipFill>
              <a:blip r:embed="rId5" cstate="print"/>
              <a:stretch>
                <a:fillRect/>
              </a:stretch>
            </a:blipFill>
          </p:spPr>
          <p:txBody>
            <a:bodyPr wrap="square" lIns="0" tIns="0" rIns="0" bIns="0" rtlCol="0"/>
            <a:lstStyle/>
            <a:p>
              <a:endParaRPr>
                <a:latin typeface="+mj-lt"/>
              </a:endParaRPr>
            </a:p>
          </p:txBody>
        </p:sp>
        <p:sp>
          <p:nvSpPr>
            <p:cNvPr id="10" name="object 10"/>
            <p:cNvSpPr/>
            <p:nvPr/>
          </p:nvSpPr>
          <p:spPr>
            <a:xfrm>
              <a:off x="886968" y="3886200"/>
              <a:ext cx="3499485" cy="2795270"/>
            </a:xfrm>
            <a:custGeom>
              <a:avLst/>
              <a:gdLst/>
              <a:ahLst/>
              <a:cxnLst/>
              <a:rect l="l" t="t" r="r" b="b"/>
              <a:pathLst>
                <a:path w="3499485" h="2795270">
                  <a:moveTo>
                    <a:pt x="1749551" y="2795015"/>
                  </a:moveTo>
                  <a:lnTo>
                    <a:pt x="0" y="1046987"/>
                  </a:lnTo>
                  <a:lnTo>
                    <a:pt x="0" y="0"/>
                  </a:lnTo>
                  <a:lnTo>
                    <a:pt x="13715" y="0"/>
                  </a:lnTo>
                  <a:lnTo>
                    <a:pt x="13715" y="1039367"/>
                  </a:lnTo>
                  <a:lnTo>
                    <a:pt x="10667" y="1039367"/>
                  </a:lnTo>
                  <a:lnTo>
                    <a:pt x="13715" y="1043939"/>
                  </a:lnTo>
                  <a:lnTo>
                    <a:pt x="15239" y="1043939"/>
                  </a:lnTo>
                  <a:lnTo>
                    <a:pt x="1749551" y="2778251"/>
                  </a:lnTo>
                  <a:lnTo>
                    <a:pt x="1744979" y="2782823"/>
                  </a:lnTo>
                  <a:lnTo>
                    <a:pt x="1761754" y="2782823"/>
                  </a:lnTo>
                  <a:lnTo>
                    <a:pt x="1749551" y="2795015"/>
                  </a:lnTo>
                  <a:close/>
                </a:path>
                <a:path w="3499485" h="2795270">
                  <a:moveTo>
                    <a:pt x="3486911" y="1040891"/>
                  </a:moveTo>
                  <a:lnTo>
                    <a:pt x="3486911" y="0"/>
                  </a:lnTo>
                  <a:lnTo>
                    <a:pt x="3499103" y="0"/>
                  </a:lnTo>
                  <a:lnTo>
                    <a:pt x="3499103" y="1039367"/>
                  </a:lnTo>
                  <a:lnTo>
                    <a:pt x="3488435" y="1039367"/>
                  </a:lnTo>
                  <a:lnTo>
                    <a:pt x="3486911" y="1040891"/>
                  </a:lnTo>
                  <a:close/>
                </a:path>
                <a:path w="3499485" h="2795270">
                  <a:moveTo>
                    <a:pt x="13715" y="1043939"/>
                  </a:moveTo>
                  <a:lnTo>
                    <a:pt x="10667" y="1039367"/>
                  </a:lnTo>
                  <a:lnTo>
                    <a:pt x="13715" y="1042415"/>
                  </a:lnTo>
                  <a:lnTo>
                    <a:pt x="13715" y="1043939"/>
                  </a:lnTo>
                  <a:close/>
                </a:path>
                <a:path w="3499485" h="2795270">
                  <a:moveTo>
                    <a:pt x="13715" y="1042415"/>
                  </a:moveTo>
                  <a:lnTo>
                    <a:pt x="10667" y="1039367"/>
                  </a:lnTo>
                  <a:lnTo>
                    <a:pt x="13715" y="1039367"/>
                  </a:lnTo>
                  <a:lnTo>
                    <a:pt x="13715" y="1042415"/>
                  </a:lnTo>
                  <a:close/>
                </a:path>
                <a:path w="3499485" h="2795270">
                  <a:moveTo>
                    <a:pt x="3486911" y="1043939"/>
                  </a:moveTo>
                  <a:lnTo>
                    <a:pt x="3486911" y="1040891"/>
                  </a:lnTo>
                  <a:lnTo>
                    <a:pt x="3488435" y="1039367"/>
                  </a:lnTo>
                  <a:lnTo>
                    <a:pt x="3486911" y="1043939"/>
                  </a:lnTo>
                  <a:close/>
                </a:path>
                <a:path w="3499485" h="2795270">
                  <a:moveTo>
                    <a:pt x="3499103" y="1043939"/>
                  </a:moveTo>
                  <a:lnTo>
                    <a:pt x="3486911" y="1043939"/>
                  </a:lnTo>
                  <a:lnTo>
                    <a:pt x="3488435" y="1039367"/>
                  </a:lnTo>
                  <a:lnTo>
                    <a:pt x="3499103" y="1039367"/>
                  </a:lnTo>
                  <a:lnTo>
                    <a:pt x="3499103" y="1043939"/>
                  </a:lnTo>
                  <a:close/>
                </a:path>
                <a:path w="3499485" h="2795270">
                  <a:moveTo>
                    <a:pt x="1761754" y="2782823"/>
                  </a:moveTo>
                  <a:lnTo>
                    <a:pt x="1754123" y="2782823"/>
                  </a:lnTo>
                  <a:lnTo>
                    <a:pt x="1749551" y="2778251"/>
                  </a:lnTo>
                  <a:lnTo>
                    <a:pt x="3486911" y="1040891"/>
                  </a:lnTo>
                  <a:lnTo>
                    <a:pt x="3486911" y="1043939"/>
                  </a:lnTo>
                  <a:lnTo>
                    <a:pt x="3499103" y="1043939"/>
                  </a:lnTo>
                  <a:lnTo>
                    <a:pt x="3499103" y="1046987"/>
                  </a:lnTo>
                  <a:lnTo>
                    <a:pt x="1761754" y="2782823"/>
                  </a:lnTo>
                  <a:close/>
                </a:path>
                <a:path w="3499485" h="2795270">
                  <a:moveTo>
                    <a:pt x="15239" y="1043939"/>
                  </a:moveTo>
                  <a:lnTo>
                    <a:pt x="13715" y="1043939"/>
                  </a:lnTo>
                  <a:lnTo>
                    <a:pt x="13715" y="1042415"/>
                  </a:lnTo>
                  <a:lnTo>
                    <a:pt x="15239" y="1043939"/>
                  </a:lnTo>
                  <a:close/>
                </a:path>
                <a:path w="3499485" h="2795270">
                  <a:moveTo>
                    <a:pt x="1754123" y="2782823"/>
                  </a:moveTo>
                  <a:lnTo>
                    <a:pt x="1744979" y="2782823"/>
                  </a:lnTo>
                  <a:lnTo>
                    <a:pt x="1749551" y="2778251"/>
                  </a:lnTo>
                  <a:lnTo>
                    <a:pt x="1754123" y="2782823"/>
                  </a:lnTo>
                  <a:close/>
                </a:path>
              </a:pathLst>
            </a:custGeom>
            <a:solidFill>
              <a:srgbClr val="BF504D"/>
            </a:solidFill>
          </p:spPr>
          <p:txBody>
            <a:bodyPr wrap="square" lIns="0" tIns="0" rIns="0" bIns="0" rtlCol="0"/>
            <a:lstStyle/>
            <a:p>
              <a:endParaRPr>
                <a:latin typeface="+mj-lt"/>
              </a:endParaRPr>
            </a:p>
          </p:txBody>
        </p:sp>
      </p:grpSp>
      <p:sp>
        <p:nvSpPr>
          <p:cNvPr id="11" name="object 11"/>
          <p:cNvSpPr txBox="1"/>
          <p:nvPr/>
        </p:nvSpPr>
        <p:spPr>
          <a:xfrm>
            <a:off x="4159785" y="1993393"/>
            <a:ext cx="4343400" cy="2422816"/>
          </a:xfrm>
          <a:prstGeom prst="rect">
            <a:avLst/>
          </a:prstGeom>
        </p:spPr>
        <p:txBody>
          <a:bodyPr vert="horz" wrap="square" lIns="0" tIns="52425" rIns="0" bIns="0" rtlCol="0">
            <a:spAutoFit/>
          </a:bodyPr>
          <a:lstStyle/>
          <a:p>
            <a:pPr marL="342900" lvl="0" indent="-342900" algn="just">
              <a:spcBef>
                <a:spcPct val="20000"/>
              </a:spcBef>
              <a:buFont typeface="Arial" pitchFamily="34" charset="0"/>
              <a:buChar char="•"/>
            </a:pPr>
            <a:r>
              <a:rPr lang="en-US" sz="2200" dirty="0">
                <a:solidFill>
                  <a:prstClr val="black"/>
                </a:solidFill>
                <a:latin typeface="+mj-lt"/>
                <a:cs typeface="Times New Roman" panose="02020603050405020304" pitchFamily="18" charset="0"/>
              </a:rPr>
              <a:t>As the organizational structure, responsibilities, procedures, processes, and resources needed to implement quality management. A closely related term is Good Manufacturing Practices</a:t>
            </a:r>
          </a:p>
        </p:txBody>
      </p:sp>
      <p:sp>
        <p:nvSpPr>
          <p:cNvPr id="12" name="object 12"/>
          <p:cNvSpPr/>
          <p:nvPr/>
        </p:nvSpPr>
        <p:spPr>
          <a:xfrm>
            <a:off x="4027978" y="3708794"/>
            <a:ext cx="4745182" cy="894229"/>
          </a:xfrm>
          <a:custGeom>
            <a:avLst/>
            <a:gdLst/>
            <a:ahLst/>
            <a:cxnLst/>
            <a:rect l="l" t="t" r="r" b="b"/>
            <a:pathLst>
              <a:path w="5219700" h="1013460">
                <a:moveTo>
                  <a:pt x="4645151" y="1013459"/>
                </a:moveTo>
                <a:lnTo>
                  <a:pt x="6095" y="1013459"/>
                </a:lnTo>
                <a:lnTo>
                  <a:pt x="0" y="1007364"/>
                </a:lnTo>
                <a:lnTo>
                  <a:pt x="0" y="0"/>
                </a:lnTo>
                <a:lnTo>
                  <a:pt x="25907" y="0"/>
                </a:lnTo>
                <a:lnTo>
                  <a:pt x="25907" y="987551"/>
                </a:lnTo>
                <a:lnTo>
                  <a:pt x="12191" y="987551"/>
                </a:lnTo>
                <a:lnTo>
                  <a:pt x="25907" y="1001267"/>
                </a:lnTo>
                <a:lnTo>
                  <a:pt x="4736591" y="1001267"/>
                </a:lnTo>
                <a:lnTo>
                  <a:pt x="4675631" y="1010411"/>
                </a:lnTo>
                <a:lnTo>
                  <a:pt x="4645151" y="1013459"/>
                </a:lnTo>
                <a:close/>
              </a:path>
              <a:path w="5219700" h="1013460">
                <a:moveTo>
                  <a:pt x="4736591" y="1001267"/>
                </a:moveTo>
                <a:lnTo>
                  <a:pt x="25907" y="1001267"/>
                </a:lnTo>
                <a:lnTo>
                  <a:pt x="25907" y="987551"/>
                </a:lnTo>
                <a:lnTo>
                  <a:pt x="4643627" y="987551"/>
                </a:lnTo>
                <a:lnTo>
                  <a:pt x="4703063" y="981455"/>
                </a:lnTo>
                <a:lnTo>
                  <a:pt x="4786883" y="961643"/>
                </a:lnTo>
                <a:lnTo>
                  <a:pt x="4841747" y="941831"/>
                </a:lnTo>
                <a:lnTo>
                  <a:pt x="4893563" y="917447"/>
                </a:lnTo>
                <a:lnTo>
                  <a:pt x="4940807" y="888491"/>
                </a:lnTo>
                <a:lnTo>
                  <a:pt x="4986527" y="854963"/>
                </a:lnTo>
                <a:lnTo>
                  <a:pt x="5027675" y="816863"/>
                </a:lnTo>
                <a:lnTo>
                  <a:pt x="5084063" y="752855"/>
                </a:lnTo>
                <a:lnTo>
                  <a:pt x="5116067" y="705611"/>
                </a:lnTo>
                <a:lnTo>
                  <a:pt x="5154167" y="629411"/>
                </a:lnTo>
                <a:lnTo>
                  <a:pt x="5173979" y="576071"/>
                </a:lnTo>
                <a:lnTo>
                  <a:pt x="5189219" y="519683"/>
                </a:lnTo>
                <a:lnTo>
                  <a:pt x="5196839" y="461771"/>
                </a:lnTo>
                <a:lnTo>
                  <a:pt x="5199887" y="431291"/>
                </a:lnTo>
                <a:lnTo>
                  <a:pt x="5199887" y="0"/>
                </a:lnTo>
                <a:lnTo>
                  <a:pt x="5219700" y="0"/>
                </a:lnTo>
                <a:lnTo>
                  <a:pt x="5219700" y="483612"/>
                </a:lnTo>
                <a:lnTo>
                  <a:pt x="5213603" y="524255"/>
                </a:lnTo>
                <a:lnTo>
                  <a:pt x="5189219" y="611123"/>
                </a:lnTo>
                <a:lnTo>
                  <a:pt x="5166359" y="665987"/>
                </a:lnTo>
                <a:lnTo>
                  <a:pt x="5122163" y="743711"/>
                </a:lnTo>
                <a:lnTo>
                  <a:pt x="5103875" y="766571"/>
                </a:lnTo>
                <a:lnTo>
                  <a:pt x="5085587" y="790955"/>
                </a:lnTo>
                <a:lnTo>
                  <a:pt x="5026151" y="853439"/>
                </a:lnTo>
                <a:lnTo>
                  <a:pt x="4980431" y="891539"/>
                </a:lnTo>
                <a:lnTo>
                  <a:pt x="4931663" y="925067"/>
                </a:lnTo>
                <a:lnTo>
                  <a:pt x="4879847" y="952499"/>
                </a:lnTo>
                <a:lnTo>
                  <a:pt x="4823459" y="976883"/>
                </a:lnTo>
                <a:lnTo>
                  <a:pt x="4767071" y="993647"/>
                </a:lnTo>
                <a:lnTo>
                  <a:pt x="4736591" y="1001267"/>
                </a:lnTo>
                <a:close/>
              </a:path>
              <a:path w="5219700" h="1013460">
                <a:moveTo>
                  <a:pt x="25907" y="1001267"/>
                </a:moveTo>
                <a:lnTo>
                  <a:pt x="12191" y="987551"/>
                </a:lnTo>
                <a:lnTo>
                  <a:pt x="25907" y="987551"/>
                </a:lnTo>
                <a:lnTo>
                  <a:pt x="25907" y="1001267"/>
                </a:lnTo>
                <a:close/>
              </a:path>
            </a:pathLst>
          </a:custGeom>
          <a:solidFill>
            <a:srgbClr val="BF504D"/>
          </a:solidFill>
        </p:spPr>
        <p:txBody>
          <a:bodyPr wrap="square" lIns="0" tIns="0" rIns="0" bIns="0" rtlCol="0"/>
          <a:lstStyle/>
          <a:p>
            <a:endParaRPr>
              <a:latin typeface="+mj-lt"/>
            </a:endParaRPr>
          </a:p>
        </p:txBody>
      </p:sp>
      <p:sp>
        <p:nvSpPr>
          <p:cNvPr id="13" name="Date Placeholder 12"/>
          <p:cNvSpPr>
            <a:spLocks noGrp="1"/>
          </p:cNvSpPr>
          <p:nvPr>
            <p:ph type="dt" sz="half" idx="10"/>
          </p:nvPr>
        </p:nvSpPr>
        <p:spPr/>
        <p:txBody>
          <a:bodyPr/>
          <a:lstStyle/>
          <a:p>
            <a:fld id="{113BC65D-893F-450B-9C9B-9E8042BC6858}" type="datetime1">
              <a:rPr lang="en-US" smtClean="0">
                <a:latin typeface="+mj-lt"/>
              </a:rPr>
              <a:t>5/1/2026</a:t>
            </a:fld>
            <a:endParaRPr lang="en-US">
              <a:latin typeface="+mj-lt"/>
            </a:endParaRPr>
          </a:p>
        </p:txBody>
      </p:sp>
      <p:sp>
        <p:nvSpPr>
          <p:cNvPr id="14" name="Slide Number Placeholder 13"/>
          <p:cNvSpPr>
            <a:spLocks noGrp="1"/>
          </p:cNvSpPr>
          <p:nvPr>
            <p:ph type="sldNum" sz="quarter" idx="12"/>
          </p:nvPr>
        </p:nvSpPr>
        <p:spPr/>
        <p:txBody>
          <a:bodyPr/>
          <a:lstStyle/>
          <a:p>
            <a:fld id="{B6F15528-21DE-4FAA-801E-634DDDAF4B2B}" type="slidenum">
              <a:rPr lang="en-US" smtClean="0">
                <a:latin typeface="+mj-lt"/>
              </a:rPr>
              <a:pPr/>
              <a:t>17</a:t>
            </a:fld>
            <a:endParaRPr lang="en-US">
              <a:latin typeface="+mj-lt"/>
            </a:endParaRPr>
          </a:p>
        </p:txBody>
      </p:sp>
      <p:sp>
        <p:nvSpPr>
          <p:cNvPr id="15" name="Footer Placeholder 14"/>
          <p:cNvSpPr>
            <a:spLocks noGrp="1"/>
          </p:cNvSpPr>
          <p:nvPr>
            <p:ph type="ftr" sz="quarter" idx="11"/>
          </p:nvPr>
        </p:nvSpPr>
        <p:spPr>
          <a:xfrm>
            <a:off x="3124200" y="6356350"/>
            <a:ext cx="4343400" cy="365125"/>
          </a:xfrm>
        </p:spPr>
        <p:txBody>
          <a:bodyPr/>
          <a:lstStyle/>
          <a:p>
            <a:r>
              <a:rPr lang="sv-SE">
                <a:latin typeface="+mj-lt"/>
              </a:rPr>
              <a:t>Mr. Minhaj Nezami    AOE0861    TQM     Unit 5</a:t>
            </a:r>
            <a:endParaRPr lang="en-US" dirty="0">
              <a:latin typeface="+mj-lt"/>
            </a:endParaRPr>
          </a:p>
        </p:txBody>
      </p:sp>
      <p:pic>
        <p:nvPicPr>
          <p:cNvPr id="17" name="Picture 16"/>
          <p:cNvPicPr>
            <a:picLocks noChangeAspect="1"/>
          </p:cNvPicPr>
          <p:nvPr/>
        </p:nvPicPr>
        <p:blipFill>
          <a:blip r:embed="rId6"/>
          <a:stretch>
            <a:fillRect/>
          </a:stretch>
        </p:blipFill>
        <p:spPr>
          <a:xfrm>
            <a:off x="0" y="7779"/>
            <a:ext cx="1755800" cy="1024217"/>
          </a:xfrm>
          <a:prstGeom prst="rect">
            <a:avLst/>
          </a:prstGeom>
        </p:spPr>
      </p:pic>
      <p:sp>
        <p:nvSpPr>
          <p:cNvPr id="16" name="Title 1">
            <a:extLst>
              <a:ext uri="{FF2B5EF4-FFF2-40B4-BE49-F238E27FC236}">
                <a16:creationId xmlns:a16="http://schemas.microsoft.com/office/drawing/2014/main" id="{1C7BBAA3-263A-8FE5-5AA3-E40EF73A5AE9}"/>
              </a:ext>
            </a:extLst>
          </p:cNvPr>
          <p:cNvSpPr txBox="1">
            <a:spLocks/>
          </p:cNvSpPr>
          <p:nvPr/>
        </p:nvSpPr>
        <p:spPr>
          <a:xfrm>
            <a:off x="1755800" y="7544"/>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Prerequisite of Quality System</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rmAutofit fontScale="92500"/>
          </a:bodyPr>
          <a:lstStyle/>
          <a:p>
            <a:pPr algn="just"/>
            <a:r>
              <a:rPr lang="en-US" sz="2400" dirty="0"/>
              <a:t>A quality system is formally described as 'the organizational structure, responsibilities, procedures, processes and resources for implementing the management of quality'. Said in a simpler way, a quality system concerns the way an enterprise goes about running its business to achieve its goals (effectively or otherwise!). </a:t>
            </a:r>
          </a:p>
          <a:p>
            <a:pPr algn="just"/>
            <a:r>
              <a:rPr lang="en-US" sz="2400" dirty="0"/>
              <a:t>The quality system would usually be documented and is often based around a quality manual that defines and embodies the system.</a:t>
            </a:r>
          </a:p>
          <a:p>
            <a:pPr algn="just"/>
            <a:r>
              <a:rPr lang="en-US" sz="2400" dirty="0"/>
              <a:t>A “Quality System” is your organization’s blueprint: it identifies your business model and processes, provides details about how your people will work together to get things done, and establishes specifications for performance — so you can tell if you’re on track… or not.</a:t>
            </a:r>
          </a:p>
          <a:p>
            <a:endParaRPr lang="en-US" sz="2400" dirty="0"/>
          </a:p>
        </p:txBody>
      </p:sp>
      <p:sp>
        <p:nvSpPr>
          <p:cNvPr id="4" name="Date Placeholder 3"/>
          <p:cNvSpPr>
            <a:spLocks noGrp="1"/>
          </p:cNvSpPr>
          <p:nvPr>
            <p:ph type="dt" sz="half" idx="10"/>
          </p:nvPr>
        </p:nvSpPr>
        <p:spPr/>
        <p:txBody>
          <a:bodyPr/>
          <a:lstStyle/>
          <a:p>
            <a:fld id="{1DAF3303-E6D7-4537-B20A-66AD082EDB79}" type="datetime1">
              <a:rPr lang="en-US" smtClean="0"/>
              <a:t>5/1/2026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18</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sv-SE" sz="2000"/>
              <a:t>Mr. Minhaj Nezami    AOE0861    TQM     Unit 5</a:t>
            </a:r>
            <a:endParaRPr lang="en-US" sz="2000" dirty="0"/>
          </a:p>
        </p:txBody>
      </p:sp>
      <p:pic>
        <p:nvPicPr>
          <p:cNvPr id="8" name="Picture 7"/>
          <p:cNvPicPr>
            <a:picLocks noChangeAspect="1"/>
          </p:cNvPicPr>
          <p:nvPr/>
        </p:nvPicPr>
        <p:blipFill>
          <a:blip r:embed="rId2"/>
          <a:stretch>
            <a:fillRect/>
          </a:stretch>
        </p:blipFill>
        <p:spPr>
          <a:xfrm>
            <a:off x="0" y="7779"/>
            <a:ext cx="1755800" cy="1024217"/>
          </a:xfrm>
          <a:prstGeom prst="rect">
            <a:avLst/>
          </a:prstGeom>
        </p:spPr>
      </p:pic>
      <p:sp>
        <p:nvSpPr>
          <p:cNvPr id="10" name="Title 1">
            <a:extLst>
              <a:ext uri="{FF2B5EF4-FFF2-40B4-BE49-F238E27FC236}">
                <a16:creationId xmlns:a16="http://schemas.microsoft.com/office/drawing/2014/main" id="{1C7BBAA3-263A-8FE5-5AA3-E40EF73A5AE9}"/>
              </a:ext>
            </a:extLst>
          </p:cNvPr>
          <p:cNvSpPr txBox="1">
            <a:spLocks/>
          </p:cNvSpPr>
          <p:nvPr/>
        </p:nvSpPr>
        <p:spPr>
          <a:xfrm>
            <a:off x="1767345" y="7779"/>
            <a:ext cx="7391400" cy="859086"/>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Quality System (CO5)</a:t>
            </a:r>
          </a:p>
        </p:txBody>
      </p:sp>
    </p:spTree>
    <p:extLst>
      <p:ext uri="{BB962C8B-B14F-4D97-AF65-F5344CB8AC3E}">
        <p14:creationId xmlns:p14="http://schemas.microsoft.com/office/powerpoint/2010/main" val="39193118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Autofit/>
          </a:bodyPr>
          <a:lstStyle/>
          <a:p>
            <a:pPr algn="just"/>
            <a:r>
              <a:rPr lang="en-US" sz="2200" dirty="0"/>
              <a:t>Many manufacturing and service enterprises have their quality systems certified against a recognized quality management standard, commonly one of the international ISO 9000 standards. </a:t>
            </a:r>
          </a:p>
          <a:p>
            <a:pPr algn="just"/>
            <a:r>
              <a:rPr lang="en-US" sz="2200" dirty="0"/>
              <a:t>Such standards lay down generic elements of good business practice that the enterprise must implement and follow in order to gain certification </a:t>
            </a:r>
          </a:p>
          <a:p>
            <a:pPr algn="just"/>
            <a:r>
              <a:rPr lang="en-US" sz="2200" dirty="0"/>
              <a:t>It is often the case today that organizations are required to be certified against a particular standard for contractual or regulatory reasons. </a:t>
            </a:r>
          </a:p>
          <a:p>
            <a:pPr algn="just"/>
            <a:r>
              <a:rPr lang="en-US" sz="2200" dirty="0"/>
              <a:t>Meat processing companies and nursing homes, for instance, must comply with government imposed standards in order to demonstrate that the processors produce food that is safe to eat and that the homes provide a caring environment for elderly people.</a:t>
            </a:r>
          </a:p>
        </p:txBody>
      </p:sp>
      <p:sp>
        <p:nvSpPr>
          <p:cNvPr id="4" name="Date Placeholder 3"/>
          <p:cNvSpPr>
            <a:spLocks noGrp="1"/>
          </p:cNvSpPr>
          <p:nvPr>
            <p:ph type="dt" sz="half" idx="10"/>
          </p:nvPr>
        </p:nvSpPr>
        <p:spPr/>
        <p:txBody>
          <a:bodyPr/>
          <a:lstStyle/>
          <a:p>
            <a:fld id="{063DCF66-E4A3-4B4F-A5BE-01F4F6A2930A}" type="datetime1">
              <a:rPr lang="en-US" smtClean="0"/>
              <a:t>5/1/2026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19</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sv-SE" sz="2000"/>
              <a:t>Mr. Minhaj Nezami    AOE0861    TQM     Unit 5</a:t>
            </a:r>
            <a:endParaRPr lang="en-US" sz="2000" dirty="0"/>
          </a:p>
        </p:txBody>
      </p:sp>
      <p:pic>
        <p:nvPicPr>
          <p:cNvPr id="8" name="Picture 7"/>
          <p:cNvPicPr>
            <a:picLocks noChangeAspect="1"/>
          </p:cNvPicPr>
          <p:nvPr/>
        </p:nvPicPr>
        <p:blipFill>
          <a:blip r:embed="rId2"/>
          <a:stretch>
            <a:fillRect/>
          </a:stretch>
        </p:blipFill>
        <p:spPr>
          <a:xfrm>
            <a:off x="0" y="7779"/>
            <a:ext cx="1755800" cy="1024217"/>
          </a:xfrm>
          <a:prstGeom prst="rect">
            <a:avLst/>
          </a:prstGeom>
        </p:spPr>
      </p:pic>
      <p:sp>
        <p:nvSpPr>
          <p:cNvPr id="11" name="Title 1">
            <a:extLst>
              <a:ext uri="{FF2B5EF4-FFF2-40B4-BE49-F238E27FC236}">
                <a16:creationId xmlns:a16="http://schemas.microsoft.com/office/drawing/2014/main" id="{1C7BBAA3-263A-8FE5-5AA3-E40EF73A5AE9}"/>
              </a:ext>
            </a:extLst>
          </p:cNvPr>
          <p:cNvSpPr txBox="1">
            <a:spLocks/>
          </p:cNvSpPr>
          <p:nvPr/>
        </p:nvSpPr>
        <p:spPr>
          <a:xfrm>
            <a:off x="1767345" y="7779"/>
            <a:ext cx="7391400" cy="859086"/>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Quality System (CO5)</a:t>
            </a:r>
          </a:p>
        </p:txBody>
      </p:sp>
    </p:spTree>
    <p:extLst>
      <p:ext uri="{BB962C8B-B14F-4D97-AF65-F5344CB8AC3E}">
        <p14:creationId xmlns:p14="http://schemas.microsoft.com/office/powerpoint/2010/main" val="39193118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rmAutofit/>
          </a:bodyPr>
          <a:lstStyle/>
          <a:p>
            <a:pPr algn="just">
              <a:lnSpc>
                <a:spcPct val="110000"/>
              </a:lnSpc>
            </a:pPr>
            <a:r>
              <a:rPr lang="en-US" sz="2200" dirty="0"/>
              <a:t>Having a certified quality system can inspire credibility in the eyes of customers and suppliers as well as helping the organization to run more efficiently. </a:t>
            </a:r>
          </a:p>
          <a:p>
            <a:pPr algn="just">
              <a:lnSpc>
                <a:spcPct val="110000"/>
              </a:lnSpc>
            </a:pPr>
            <a:r>
              <a:rPr lang="en-US" sz="2200" dirty="0"/>
              <a:t>However, it should be said that a quality system does not need to be certified for it to work well.</a:t>
            </a:r>
          </a:p>
          <a:p>
            <a:pPr algn="just">
              <a:lnSpc>
                <a:spcPct val="110000"/>
              </a:lnSpc>
            </a:pPr>
            <a:r>
              <a:rPr lang="en-US" sz="2200" dirty="0"/>
              <a:t>Independent bodies are specifically accredited to grant certification. Certification occurs after a thorough assessment or audit of the organization's quality system and operations. </a:t>
            </a:r>
          </a:p>
          <a:p>
            <a:pPr algn="just">
              <a:lnSpc>
                <a:spcPct val="110000"/>
              </a:lnSpc>
            </a:pPr>
            <a:r>
              <a:rPr lang="en-US" sz="2200" dirty="0"/>
              <a:t>Regular follow-up audits are necessary to demonstrate on-going compliance, otherwise certification may be withdrawn.</a:t>
            </a:r>
          </a:p>
        </p:txBody>
      </p:sp>
      <p:sp>
        <p:nvSpPr>
          <p:cNvPr id="4" name="Date Placeholder 3"/>
          <p:cNvSpPr>
            <a:spLocks noGrp="1"/>
          </p:cNvSpPr>
          <p:nvPr>
            <p:ph type="dt" sz="half" idx="10"/>
          </p:nvPr>
        </p:nvSpPr>
        <p:spPr/>
        <p:txBody>
          <a:bodyPr/>
          <a:lstStyle/>
          <a:p>
            <a:fld id="{DEA8CB77-BC89-4990-8B03-3DFEDDA1B62F}" type="datetime1">
              <a:rPr lang="en-US" smtClean="0"/>
              <a:t>5/1/2026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20</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sv-SE" sz="2000"/>
              <a:t>Mr. Minhaj Nezami    AOE0861    TQM     Unit 5</a:t>
            </a:r>
            <a:endParaRPr lang="en-US" sz="2000" dirty="0"/>
          </a:p>
        </p:txBody>
      </p:sp>
      <p:pic>
        <p:nvPicPr>
          <p:cNvPr id="8" name="Picture 7"/>
          <p:cNvPicPr>
            <a:picLocks noChangeAspect="1"/>
          </p:cNvPicPr>
          <p:nvPr/>
        </p:nvPicPr>
        <p:blipFill>
          <a:blip r:embed="rId2"/>
          <a:stretch>
            <a:fillRect/>
          </a:stretch>
        </p:blipFill>
        <p:spPr>
          <a:xfrm>
            <a:off x="0" y="7779"/>
            <a:ext cx="1755800" cy="1024217"/>
          </a:xfrm>
          <a:prstGeom prst="rect">
            <a:avLst/>
          </a:prstGeom>
        </p:spPr>
      </p:pic>
      <p:sp>
        <p:nvSpPr>
          <p:cNvPr id="11" name="Title 1">
            <a:extLst>
              <a:ext uri="{FF2B5EF4-FFF2-40B4-BE49-F238E27FC236}">
                <a16:creationId xmlns:a16="http://schemas.microsoft.com/office/drawing/2014/main" id="{1C7BBAA3-263A-8FE5-5AA3-E40EF73A5AE9}"/>
              </a:ext>
            </a:extLst>
          </p:cNvPr>
          <p:cNvSpPr txBox="1">
            <a:spLocks/>
          </p:cNvSpPr>
          <p:nvPr/>
        </p:nvSpPr>
        <p:spPr>
          <a:xfrm>
            <a:off x="1767345" y="7779"/>
            <a:ext cx="7391400" cy="859086"/>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Quality System (CO5)</a:t>
            </a:r>
          </a:p>
        </p:txBody>
      </p:sp>
    </p:spTree>
    <p:extLst>
      <p:ext uri="{BB962C8B-B14F-4D97-AF65-F5344CB8AC3E}">
        <p14:creationId xmlns:p14="http://schemas.microsoft.com/office/powerpoint/2010/main" val="39193118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rmAutofit/>
          </a:bodyPr>
          <a:lstStyle/>
          <a:p>
            <a:pPr algn="just" fontAlgn="base"/>
            <a:r>
              <a:rPr lang="en-US" sz="2200" dirty="0"/>
              <a:t>A quality management system (QMS, alternatively “quality system”) is a mechanism for managing and continuously improving core processes to “achieve maximum customer satisfaction at the lowest overall cost to the organization”. </a:t>
            </a:r>
          </a:p>
          <a:p>
            <a:pPr algn="just" fontAlgn="base"/>
            <a:r>
              <a:rPr lang="en-US" sz="2200" dirty="0"/>
              <a:t>By bringing together philosophies, standards, methodologies and tools, the QMS helps an organization achieve its quality-related goals.</a:t>
            </a:r>
          </a:p>
          <a:p>
            <a:pPr algn="just" fontAlgn="base"/>
            <a:r>
              <a:rPr lang="en-US" sz="2200" dirty="0"/>
              <a:t>A quality system is a </a:t>
            </a:r>
            <a:r>
              <a:rPr lang="en-US" sz="2200" i="1" dirty="0"/>
              <a:t>specific implementation</a:t>
            </a:r>
            <a:r>
              <a:rPr lang="en-US" sz="2200" dirty="0"/>
              <a:t> of quality philosophies/concepts, standards, methodologies and tools, for the purpose of achieving quality-related goals. </a:t>
            </a:r>
          </a:p>
          <a:p>
            <a:pPr algn="just" fontAlgn="base"/>
            <a:r>
              <a:rPr lang="en-US" sz="2200" dirty="0"/>
              <a:t>When implemented, a quality system will be </a:t>
            </a:r>
            <a:r>
              <a:rPr lang="en-US" sz="2200" i="1" dirty="0"/>
              <a:t>unique</a:t>
            </a:r>
            <a:r>
              <a:rPr lang="en-US" sz="2200" dirty="0"/>
              <a:t> to an organization. Its structure, however, may be similar to quality systems in other organizations</a:t>
            </a:r>
          </a:p>
          <a:p>
            <a:endParaRPr lang="en-US" sz="2200" dirty="0">
              <a:latin typeface="Georgia"/>
              <a:cs typeface="Georgia"/>
            </a:endParaRPr>
          </a:p>
        </p:txBody>
      </p:sp>
      <p:sp>
        <p:nvSpPr>
          <p:cNvPr id="4" name="Date Placeholder 3"/>
          <p:cNvSpPr>
            <a:spLocks noGrp="1"/>
          </p:cNvSpPr>
          <p:nvPr>
            <p:ph type="dt" sz="half" idx="10"/>
          </p:nvPr>
        </p:nvSpPr>
        <p:spPr/>
        <p:txBody>
          <a:bodyPr/>
          <a:lstStyle/>
          <a:p>
            <a:fld id="{AB4CF6C6-AD1D-465C-877D-4E1D54256CE7}" type="datetime1">
              <a:rPr lang="en-US" smtClean="0"/>
              <a:t>5/1/2026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21</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sv-SE" sz="2000"/>
              <a:t>Mr. Minhaj Nezami    AOE0861    TQM     Unit 5</a:t>
            </a:r>
            <a:endParaRPr lang="en-US" sz="2000" dirty="0"/>
          </a:p>
        </p:txBody>
      </p:sp>
      <p:pic>
        <p:nvPicPr>
          <p:cNvPr id="8" name="Picture 7"/>
          <p:cNvPicPr>
            <a:picLocks noChangeAspect="1"/>
          </p:cNvPicPr>
          <p:nvPr/>
        </p:nvPicPr>
        <p:blipFill>
          <a:blip r:embed="rId2"/>
          <a:stretch>
            <a:fillRect/>
          </a:stretch>
        </p:blipFill>
        <p:spPr>
          <a:xfrm>
            <a:off x="0" y="7779"/>
            <a:ext cx="1755800" cy="1024217"/>
          </a:xfrm>
          <a:prstGeom prst="rect">
            <a:avLst/>
          </a:prstGeom>
        </p:spPr>
      </p:pic>
      <p:sp>
        <p:nvSpPr>
          <p:cNvPr id="11" name="Title 1">
            <a:extLst>
              <a:ext uri="{FF2B5EF4-FFF2-40B4-BE49-F238E27FC236}">
                <a16:creationId xmlns:a16="http://schemas.microsoft.com/office/drawing/2014/main" id="{1C7BBAA3-263A-8FE5-5AA3-E40EF73A5AE9}"/>
              </a:ext>
            </a:extLst>
          </p:cNvPr>
          <p:cNvSpPr txBox="1">
            <a:spLocks/>
          </p:cNvSpPr>
          <p:nvPr/>
        </p:nvSpPr>
        <p:spPr>
          <a:xfrm>
            <a:off x="1767345" y="7779"/>
            <a:ext cx="7391400" cy="859086"/>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Quality System (CO5)</a:t>
            </a:r>
          </a:p>
        </p:txBody>
      </p:sp>
    </p:spTree>
    <p:extLst>
      <p:ext uri="{BB962C8B-B14F-4D97-AF65-F5344CB8AC3E}">
        <p14:creationId xmlns:p14="http://schemas.microsoft.com/office/powerpoint/2010/main" val="39193118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F073C9A7-688F-422A-94FB-38E618FC87B9}" type="datetime1">
              <a:rPr lang="en-US" smtClean="0"/>
              <a:t>5/1/2026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22</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sv-SE" sz="2000"/>
              <a:t>Mr. Minhaj Nezami    AOE0861    TQM     Unit 5</a:t>
            </a:r>
            <a:endParaRPr lang="en-US" sz="2000" dirty="0"/>
          </a:p>
        </p:txBody>
      </p:sp>
      <p:pic>
        <p:nvPicPr>
          <p:cNvPr id="1026" name="Picture 2" descr="C:\Users\ndc\Desktop\New folder\14.-quality-systems-1024x791.png"/>
          <p:cNvPicPr>
            <a:picLocks noGrp="1" noChangeAspect="1" noChangeArrowheads="1"/>
          </p:cNvPicPr>
          <p:nvPr>
            <p:ph idx="1"/>
          </p:nvPr>
        </p:nvPicPr>
        <p:blipFill>
          <a:blip r:embed="rId2"/>
          <a:srcRect/>
          <a:stretch>
            <a:fillRect/>
          </a:stretch>
        </p:blipFill>
        <p:spPr bwMode="auto">
          <a:xfrm>
            <a:off x="457200" y="914400"/>
            <a:ext cx="8153400" cy="5029200"/>
          </a:xfrm>
          <a:prstGeom prst="rect">
            <a:avLst/>
          </a:prstGeom>
          <a:noFill/>
        </p:spPr>
      </p:pic>
      <p:pic>
        <p:nvPicPr>
          <p:cNvPr id="8" name="Picture 7"/>
          <p:cNvPicPr>
            <a:picLocks noChangeAspect="1"/>
          </p:cNvPicPr>
          <p:nvPr/>
        </p:nvPicPr>
        <p:blipFill>
          <a:blip r:embed="rId3"/>
          <a:stretch>
            <a:fillRect/>
          </a:stretch>
        </p:blipFill>
        <p:spPr>
          <a:xfrm>
            <a:off x="0" y="7779"/>
            <a:ext cx="1755800" cy="1024217"/>
          </a:xfrm>
          <a:prstGeom prst="rect">
            <a:avLst/>
          </a:prstGeom>
        </p:spPr>
      </p:pic>
      <p:sp>
        <p:nvSpPr>
          <p:cNvPr id="11" name="Title 1">
            <a:extLst>
              <a:ext uri="{FF2B5EF4-FFF2-40B4-BE49-F238E27FC236}">
                <a16:creationId xmlns:a16="http://schemas.microsoft.com/office/drawing/2014/main" id="{1C7BBAA3-263A-8FE5-5AA3-E40EF73A5AE9}"/>
              </a:ext>
            </a:extLst>
          </p:cNvPr>
          <p:cNvSpPr txBox="1">
            <a:spLocks/>
          </p:cNvSpPr>
          <p:nvPr/>
        </p:nvSpPr>
        <p:spPr>
          <a:xfrm>
            <a:off x="1767345" y="7779"/>
            <a:ext cx="7391400" cy="859086"/>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Quality System (CO5)</a:t>
            </a:r>
          </a:p>
        </p:txBody>
      </p:sp>
    </p:spTree>
    <p:extLst>
      <p:ext uri="{BB962C8B-B14F-4D97-AF65-F5344CB8AC3E}">
        <p14:creationId xmlns:p14="http://schemas.microsoft.com/office/powerpoint/2010/main" val="39193118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6EE64AE-6F5A-4FD6-868E-08EB2AB3E370}" type="datetime1">
              <a:rPr lang="en-US" smtClean="0">
                <a:latin typeface="+mj-lt"/>
              </a:rPr>
              <a:t>5/1/2026</a:t>
            </a:fld>
            <a:endParaRPr lang="en-US">
              <a:latin typeface="+mj-lt"/>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latin typeface="+mj-lt"/>
              </a:rPr>
              <a:pPr/>
              <a:t>23</a:t>
            </a:fld>
            <a:endParaRPr lang="en-US">
              <a:latin typeface="+mj-lt"/>
            </a:endParaRPr>
          </a:p>
        </p:txBody>
      </p:sp>
      <p:sp>
        <p:nvSpPr>
          <p:cNvPr id="9" name="Footer Placeholder 12"/>
          <p:cNvSpPr>
            <a:spLocks noGrp="1"/>
          </p:cNvSpPr>
          <p:nvPr>
            <p:ph type="ftr" sz="quarter" idx="11"/>
          </p:nvPr>
        </p:nvSpPr>
        <p:spPr>
          <a:xfrm>
            <a:off x="2286000" y="6248415"/>
            <a:ext cx="5029200" cy="365125"/>
          </a:xfrm>
        </p:spPr>
        <p:txBody>
          <a:bodyPr/>
          <a:lstStyle/>
          <a:p>
            <a:r>
              <a:rPr lang="sv-SE" sz="2000">
                <a:latin typeface="+mj-lt"/>
              </a:rPr>
              <a:t>Mr. Minhaj Nezami    AOE0861    TQM     Unit 5</a:t>
            </a:r>
            <a:endParaRPr lang="en-US" sz="2000" dirty="0">
              <a:latin typeface="+mj-lt"/>
            </a:endParaRPr>
          </a:p>
        </p:txBody>
      </p:sp>
      <p:sp>
        <p:nvSpPr>
          <p:cNvPr id="10" name="Rectangle 9"/>
          <p:cNvSpPr/>
          <p:nvPr/>
        </p:nvSpPr>
        <p:spPr>
          <a:xfrm>
            <a:off x="876300" y="1812940"/>
            <a:ext cx="7391400" cy="16002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just"/>
            <a:r>
              <a:rPr lang="en-US" sz="2200" dirty="0">
                <a:latin typeface="+mj-lt"/>
                <a:cs typeface="Times New Roman" pitchFamily="18" charset="0"/>
              </a:rPr>
              <a:t>A quality management system (QMS, alternatively “quality system”) is a mechanism for managing and continuously improving core processes to “achieve maximum customer satisfaction at the lowest overall cost to the organization.</a:t>
            </a:r>
          </a:p>
        </p:txBody>
      </p:sp>
      <p:pic>
        <p:nvPicPr>
          <p:cNvPr id="8" name="Picture 7"/>
          <p:cNvPicPr>
            <a:picLocks noChangeAspect="1"/>
          </p:cNvPicPr>
          <p:nvPr/>
        </p:nvPicPr>
        <p:blipFill>
          <a:blip r:embed="rId2"/>
          <a:stretch>
            <a:fillRect/>
          </a:stretch>
        </p:blipFill>
        <p:spPr>
          <a:xfrm>
            <a:off x="0" y="7779"/>
            <a:ext cx="1755800" cy="1024217"/>
          </a:xfrm>
          <a:prstGeom prst="rect">
            <a:avLst/>
          </a:prstGeom>
        </p:spPr>
      </p:pic>
      <p:sp>
        <p:nvSpPr>
          <p:cNvPr id="11" name="Title 1">
            <a:extLst>
              <a:ext uri="{FF2B5EF4-FFF2-40B4-BE49-F238E27FC236}">
                <a16:creationId xmlns:a16="http://schemas.microsoft.com/office/drawing/2014/main" id="{1C7BBAA3-263A-8FE5-5AA3-E40EF73A5AE9}"/>
              </a:ext>
            </a:extLst>
          </p:cNvPr>
          <p:cNvSpPr txBox="1">
            <a:spLocks/>
          </p:cNvSpPr>
          <p:nvPr/>
        </p:nvSpPr>
        <p:spPr>
          <a:xfrm>
            <a:off x="1743364" y="0"/>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Recap of Quality System</a:t>
            </a:r>
          </a:p>
        </p:txBody>
      </p:sp>
    </p:spTree>
    <p:extLst>
      <p:ext uri="{BB962C8B-B14F-4D97-AF65-F5344CB8AC3E}">
        <p14:creationId xmlns:p14="http://schemas.microsoft.com/office/powerpoint/2010/main" val="39193118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Autofit/>
          </a:bodyPr>
          <a:lstStyle/>
          <a:p>
            <a:pPr marL="457200" indent="-457200">
              <a:lnSpc>
                <a:spcPct val="150000"/>
              </a:lnSpc>
              <a:buFont typeface="+mj-lt"/>
              <a:buAutoNum type="arabicPeriod"/>
            </a:pPr>
            <a:r>
              <a:rPr lang="en-US" sz="2200" dirty="0"/>
              <a:t>What is Quality System?</a:t>
            </a:r>
          </a:p>
          <a:p>
            <a:pPr marL="457200" indent="-457200">
              <a:lnSpc>
                <a:spcPct val="150000"/>
              </a:lnSpc>
              <a:buFont typeface="+mj-lt"/>
              <a:buAutoNum type="arabicPeriod"/>
            </a:pPr>
            <a:r>
              <a:rPr lang="en-US" sz="2200" dirty="0"/>
              <a:t>What is the need of quality system?</a:t>
            </a:r>
          </a:p>
          <a:p>
            <a:pPr marL="457200" indent="-457200">
              <a:lnSpc>
                <a:spcPct val="150000"/>
              </a:lnSpc>
              <a:buFont typeface="+mj-lt"/>
              <a:buAutoNum type="arabicPeriod"/>
            </a:pPr>
            <a:r>
              <a:rPr lang="en-US" sz="2200" dirty="0"/>
              <a:t>What are the advantages of  Quality system?</a:t>
            </a:r>
          </a:p>
          <a:p>
            <a:pPr marL="457200" indent="-457200">
              <a:lnSpc>
                <a:spcPct val="150000"/>
              </a:lnSpc>
              <a:buFont typeface="+mj-lt"/>
              <a:buAutoNum type="arabicPeriod"/>
            </a:pPr>
            <a:r>
              <a:rPr lang="en-US" sz="2200" dirty="0"/>
              <a:t>What is the structure of  quality system?</a:t>
            </a:r>
          </a:p>
          <a:p>
            <a:pPr marL="457200" indent="-457200">
              <a:lnSpc>
                <a:spcPct val="150000"/>
              </a:lnSpc>
              <a:buFont typeface="+mj-lt"/>
              <a:buAutoNum type="arabicPeriod"/>
            </a:pPr>
            <a:r>
              <a:rPr lang="en-US" sz="2200" dirty="0"/>
              <a:t>Which one series is used in quality system?</a:t>
            </a:r>
          </a:p>
        </p:txBody>
      </p:sp>
      <p:sp>
        <p:nvSpPr>
          <p:cNvPr id="4" name="Date Placeholder 3"/>
          <p:cNvSpPr>
            <a:spLocks noGrp="1"/>
          </p:cNvSpPr>
          <p:nvPr>
            <p:ph type="dt" sz="half" idx="10"/>
          </p:nvPr>
        </p:nvSpPr>
        <p:spPr/>
        <p:txBody>
          <a:bodyPr/>
          <a:lstStyle/>
          <a:p>
            <a:fld id="{99D0FB7A-F9AA-4D8F-A1EE-6A3F9F6C8AB3}" type="datetime1">
              <a:rPr lang="en-US" smtClean="0"/>
              <a:t>5/1/2026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24</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sv-SE" sz="2000"/>
              <a:t>Mr. Minhaj Nezami    AOE0861    TQM     Unit 5</a:t>
            </a:r>
            <a:endParaRPr lang="en-US" sz="2000" dirty="0"/>
          </a:p>
        </p:txBody>
      </p:sp>
      <p:pic>
        <p:nvPicPr>
          <p:cNvPr id="8" name="Picture 7"/>
          <p:cNvPicPr>
            <a:picLocks noChangeAspect="1"/>
          </p:cNvPicPr>
          <p:nvPr/>
        </p:nvPicPr>
        <p:blipFill>
          <a:blip r:embed="rId2"/>
          <a:stretch>
            <a:fillRect/>
          </a:stretch>
        </p:blipFill>
        <p:spPr>
          <a:xfrm>
            <a:off x="0" y="7779"/>
            <a:ext cx="1755800" cy="1024217"/>
          </a:xfrm>
          <a:prstGeom prst="rect">
            <a:avLst/>
          </a:prstGeom>
        </p:spPr>
      </p:pic>
      <p:sp>
        <p:nvSpPr>
          <p:cNvPr id="10" name="Title 1">
            <a:extLst>
              <a:ext uri="{FF2B5EF4-FFF2-40B4-BE49-F238E27FC236}">
                <a16:creationId xmlns:a16="http://schemas.microsoft.com/office/drawing/2014/main" id="{1C7BBAA3-263A-8FE5-5AA3-E40EF73A5AE9}"/>
              </a:ext>
            </a:extLst>
          </p:cNvPr>
          <p:cNvSpPr txBox="1">
            <a:spLocks/>
          </p:cNvSpPr>
          <p:nvPr/>
        </p:nvSpPr>
        <p:spPr>
          <a:xfrm>
            <a:off x="1755800" y="-18473"/>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Daily Quiz</a:t>
            </a:r>
          </a:p>
        </p:txBody>
      </p:sp>
    </p:spTree>
    <p:extLst>
      <p:ext uri="{BB962C8B-B14F-4D97-AF65-F5344CB8AC3E}">
        <p14:creationId xmlns:p14="http://schemas.microsoft.com/office/powerpoint/2010/main" val="39193118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1A7A2C56-3F36-424F-9845-916826BA6330}" type="datetime1">
              <a:rPr lang="en-US" smtClean="0">
                <a:latin typeface="+mj-lt"/>
              </a:rPr>
              <a:t>5/1/2026</a:t>
            </a:fld>
            <a:endParaRPr lang="en-US">
              <a:latin typeface="+mj-lt"/>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latin typeface="+mj-lt"/>
              </a:rPr>
              <a:pPr/>
              <a:t>25</a:t>
            </a:fld>
            <a:endParaRPr lang="en-US">
              <a:latin typeface="+mj-lt"/>
            </a:endParaRPr>
          </a:p>
        </p:txBody>
      </p:sp>
      <p:sp>
        <p:nvSpPr>
          <p:cNvPr id="9" name="Footer Placeholder 12"/>
          <p:cNvSpPr>
            <a:spLocks noGrp="1"/>
          </p:cNvSpPr>
          <p:nvPr>
            <p:ph type="ftr" sz="quarter" idx="11"/>
          </p:nvPr>
        </p:nvSpPr>
        <p:spPr>
          <a:xfrm>
            <a:off x="2286000" y="6248415"/>
            <a:ext cx="5029200" cy="365125"/>
          </a:xfrm>
        </p:spPr>
        <p:txBody>
          <a:bodyPr/>
          <a:lstStyle/>
          <a:p>
            <a:r>
              <a:rPr lang="sv-SE" sz="2000">
                <a:latin typeface="+mj-lt"/>
              </a:rPr>
              <a:t>Mr. Minhaj Nezami    AOE0861    TQM     Unit 5</a:t>
            </a:r>
            <a:endParaRPr lang="en-US" sz="2000" dirty="0">
              <a:latin typeface="+mj-lt"/>
            </a:endParaRPr>
          </a:p>
        </p:txBody>
      </p:sp>
      <p:sp>
        <p:nvSpPr>
          <p:cNvPr id="10" name="Rectangle 9"/>
          <p:cNvSpPr/>
          <p:nvPr/>
        </p:nvSpPr>
        <p:spPr>
          <a:xfrm>
            <a:off x="881743" y="1338057"/>
            <a:ext cx="7391400" cy="19050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just"/>
            <a:r>
              <a:rPr lang="en-US" sz="2200" dirty="0">
                <a:latin typeface="+mj-lt"/>
                <a:cs typeface="Times New Roman" pitchFamily="18" charset="0"/>
              </a:rPr>
              <a:t>ISO (International Organization for Standardization) is an independent, non-governmental, international organization that develops standards to ensure the quality, safety, and efficiency of products, services, and systems.</a:t>
            </a:r>
          </a:p>
        </p:txBody>
      </p:sp>
      <p:graphicFrame>
        <p:nvGraphicFramePr>
          <p:cNvPr id="13" name="Table 12"/>
          <p:cNvGraphicFramePr>
            <a:graphicFrameLocks noGrp="1"/>
          </p:cNvGraphicFramePr>
          <p:nvPr>
            <p:extLst>
              <p:ext uri="{D42A27DB-BD31-4B8C-83A1-F6EECF244321}">
                <p14:modId xmlns:p14="http://schemas.microsoft.com/office/powerpoint/2010/main" val="1461019058"/>
              </p:ext>
            </p:extLst>
          </p:nvPr>
        </p:nvGraphicFramePr>
        <p:xfrm>
          <a:off x="877900" y="3891676"/>
          <a:ext cx="7391399" cy="1414272"/>
        </p:xfrm>
        <a:graphic>
          <a:graphicData uri="http://schemas.openxmlformats.org/drawingml/2006/table">
            <a:tbl>
              <a:tblPr>
                <a:tableStyleId>{93296810-A885-4BE3-A3E7-6D5BEEA58F35}</a:tableStyleId>
              </a:tblPr>
              <a:tblGrid>
                <a:gridCol w="1408100">
                  <a:extLst>
                    <a:ext uri="{9D8B030D-6E8A-4147-A177-3AD203B41FA5}">
                      <a16:colId xmlns:a16="http://schemas.microsoft.com/office/drawing/2014/main" val="20000"/>
                    </a:ext>
                  </a:extLst>
                </a:gridCol>
                <a:gridCol w="457200">
                  <a:extLst>
                    <a:ext uri="{9D8B030D-6E8A-4147-A177-3AD203B41FA5}">
                      <a16:colId xmlns:a16="http://schemas.microsoft.com/office/drawing/2014/main" val="20001"/>
                    </a:ext>
                  </a:extLst>
                </a:gridCol>
                <a:gridCol w="457200">
                  <a:extLst>
                    <a:ext uri="{9D8B030D-6E8A-4147-A177-3AD203B41FA5}">
                      <a16:colId xmlns:a16="http://schemas.microsoft.com/office/drawing/2014/main" val="20002"/>
                    </a:ext>
                  </a:extLst>
                </a:gridCol>
                <a:gridCol w="457200">
                  <a:extLst>
                    <a:ext uri="{9D8B030D-6E8A-4147-A177-3AD203B41FA5}">
                      <a16:colId xmlns:a16="http://schemas.microsoft.com/office/drawing/2014/main" val="20003"/>
                    </a:ext>
                  </a:extLst>
                </a:gridCol>
                <a:gridCol w="457200">
                  <a:extLst>
                    <a:ext uri="{9D8B030D-6E8A-4147-A177-3AD203B41FA5}">
                      <a16:colId xmlns:a16="http://schemas.microsoft.com/office/drawing/2014/main" val="20004"/>
                    </a:ext>
                  </a:extLst>
                </a:gridCol>
                <a:gridCol w="457200">
                  <a:extLst>
                    <a:ext uri="{9D8B030D-6E8A-4147-A177-3AD203B41FA5}">
                      <a16:colId xmlns:a16="http://schemas.microsoft.com/office/drawing/2014/main" val="20005"/>
                    </a:ext>
                  </a:extLst>
                </a:gridCol>
                <a:gridCol w="457200">
                  <a:extLst>
                    <a:ext uri="{9D8B030D-6E8A-4147-A177-3AD203B41FA5}">
                      <a16:colId xmlns:a16="http://schemas.microsoft.com/office/drawing/2014/main" val="20006"/>
                    </a:ext>
                  </a:extLst>
                </a:gridCol>
                <a:gridCol w="457200">
                  <a:extLst>
                    <a:ext uri="{9D8B030D-6E8A-4147-A177-3AD203B41FA5}">
                      <a16:colId xmlns:a16="http://schemas.microsoft.com/office/drawing/2014/main" val="20007"/>
                    </a:ext>
                  </a:extLst>
                </a:gridCol>
                <a:gridCol w="457200">
                  <a:extLst>
                    <a:ext uri="{9D8B030D-6E8A-4147-A177-3AD203B41FA5}">
                      <a16:colId xmlns:a16="http://schemas.microsoft.com/office/drawing/2014/main" val="20008"/>
                    </a:ext>
                  </a:extLst>
                </a:gridCol>
                <a:gridCol w="457200">
                  <a:extLst>
                    <a:ext uri="{9D8B030D-6E8A-4147-A177-3AD203B41FA5}">
                      <a16:colId xmlns:a16="http://schemas.microsoft.com/office/drawing/2014/main" val="20009"/>
                    </a:ext>
                  </a:extLst>
                </a:gridCol>
                <a:gridCol w="685800">
                  <a:extLst>
                    <a:ext uri="{9D8B030D-6E8A-4147-A177-3AD203B41FA5}">
                      <a16:colId xmlns:a16="http://schemas.microsoft.com/office/drawing/2014/main" val="20010"/>
                    </a:ext>
                  </a:extLst>
                </a:gridCol>
                <a:gridCol w="609600">
                  <a:extLst>
                    <a:ext uri="{9D8B030D-6E8A-4147-A177-3AD203B41FA5}">
                      <a16:colId xmlns:a16="http://schemas.microsoft.com/office/drawing/2014/main" val="20011"/>
                    </a:ext>
                  </a:extLst>
                </a:gridCol>
                <a:gridCol w="573099">
                  <a:extLst>
                    <a:ext uri="{9D8B030D-6E8A-4147-A177-3AD203B41FA5}">
                      <a16:colId xmlns:a16="http://schemas.microsoft.com/office/drawing/2014/main" val="20012"/>
                    </a:ext>
                  </a:extLst>
                </a:gridCol>
              </a:tblGrid>
              <a:tr h="707136">
                <a:tc>
                  <a:txBody>
                    <a:bodyPr/>
                    <a:lstStyle/>
                    <a:p>
                      <a:pPr marL="0" marR="0" algn="ctr">
                        <a:lnSpc>
                          <a:spcPct val="115000"/>
                        </a:lnSpc>
                        <a:spcBef>
                          <a:spcPts val="0"/>
                        </a:spcBef>
                        <a:spcAft>
                          <a:spcPts val="0"/>
                        </a:spcAft>
                      </a:pPr>
                      <a:r>
                        <a:rPr lang="en-US" sz="1800" dirty="0"/>
                        <a:t>CO</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t>PO1</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t>PO2</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t>PO3</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t>PO4</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t>PO5</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t>PO6</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t>PO7</a:t>
                      </a:r>
                      <a:endParaRPr lang="en-US" sz="180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t>PO8</a:t>
                      </a:r>
                      <a:endParaRPr lang="en-US" sz="180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t>PO9</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t>PO 10</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t>PO 11</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t>PO 12</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707136">
                <a:tc>
                  <a:txBody>
                    <a:bodyPr/>
                    <a:lstStyle/>
                    <a:p>
                      <a:pPr marL="0" marR="0" algn="ctr">
                        <a:lnSpc>
                          <a:spcPct val="115000"/>
                        </a:lnSpc>
                        <a:spcBef>
                          <a:spcPts val="0"/>
                        </a:spcBef>
                        <a:spcAft>
                          <a:spcPts val="1000"/>
                        </a:spcAft>
                      </a:pPr>
                      <a:r>
                        <a:rPr lang="en-US" sz="1800" u="none" dirty="0"/>
                        <a:t>AOE0861.1</a:t>
                      </a:r>
                      <a:endParaRPr lang="en-US" sz="1800" u="none" dirty="0">
                        <a:solidFill>
                          <a:srgbClr val="FF0000"/>
                        </a:solidFill>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dirty="0"/>
                        <a:t>3</a:t>
                      </a:r>
                      <a:endParaRPr lang="en-US" sz="1800" dirty="0">
                        <a:solidFill>
                          <a:srgbClr val="FF0000"/>
                        </a:solidFill>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dirty="0"/>
                        <a:t>2</a:t>
                      </a:r>
                      <a:endParaRPr lang="en-US" sz="1800" dirty="0">
                        <a:solidFill>
                          <a:srgbClr val="FF0000"/>
                        </a:solidFill>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dirty="0"/>
                        <a:t>3</a:t>
                      </a:r>
                      <a:endParaRPr lang="en-US" sz="1800" dirty="0">
                        <a:solidFill>
                          <a:srgbClr val="FF0000"/>
                        </a:solidFill>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dirty="0"/>
                        <a:t>2</a:t>
                      </a:r>
                      <a:endParaRPr lang="en-US" sz="1800" dirty="0">
                        <a:solidFill>
                          <a:srgbClr val="FF0000"/>
                        </a:solidFill>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dirty="0"/>
                        <a:t>2</a:t>
                      </a:r>
                      <a:endParaRPr lang="en-US" sz="1800" dirty="0">
                        <a:solidFill>
                          <a:srgbClr val="FF0000"/>
                        </a:solidFill>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dirty="0"/>
                        <a:t>2</a:t>
                      </a:r>
                      <a:endParaRPr lang="en-US" sz="1800" dirty="0">
                        <a:solidFill>
                          <a:srgbClr val="FF0000"/>
                        </a:solidFill>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dirty="0"/>
                        <a:t>2</a:t>
                      </a:r>
                      <a:endParaRPr lang="en-US" sz="1800" dirty="0">
                        <a:solidFill>
                          <a:srgbClr val="FF0000"/>
                        </a:solidFill>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dirty="0"/>
                        <a:t>1</a:t>
                      </a:r>
                      <a:endParaRPr lang="en-US" sz="1800" dirty="0">
                        <a:solidFill>
                          <a:srgbClr val="FF0000"/>
                        </a:solidFill>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dirty="0"/>
                        <a:t>2</a:t>
                      </a:r>
                      <a:endParaRPr lang="en-US" sz="1800" dirty="0">
                        <a:solidFill>
                          <a:srgbClr val="FF0000"/>
                        </a:solidFill>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dirty="0"/>
                        <a:t>1</a:t>
                      </a:r>
                      <a:endParaRPr lang="en-US" sz="1800" dirty="0">
                        <a:solidFill>
                          <a:srgbClr val="FF0000"/>
                        </a:solidFill>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dirty="0"/>
                        <a:t>2</a:t>
                      </a:r>
                      <a:endParaRPr lang="en-US" sz="1800" dirty="0">
                        <a:solidFill>
                          <a:srgbClr val="FF0000"/>
                        </a:solidFill>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dirty="0"/>
                        <a:t>3</a:t>
                      </a:r>
                      <a:endParaRPr lang="en-US" sz="1800" dirty="0">
                        <a:solidFill>
                          <a:srgbClr val="FF0000"/>
                        </a:solidFill>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extLst>
                  <a:ext uri="{0D108BD9-81ED-4DB2-BD59-A6C34878D82A}">
                    <a16:rowId xmlns:a16="http://schemas.microsoft.com/office/drawing/2014/main" val="10001"/>
                  </a:ext>
                </a:extLst>
              </a:tr>
            </a:tbl>
          </a:graphicData>
        </a:graphic>
      </p:graphicFrame>
      <p:pic>
        <p:nvPicPr>
          <p:cNvPr id="12" name="Picture 11"/>
          <p:cNvPicPr>
            <a:picLocks noChangeAspect="1"/>
          </p:cNvPicPr>
          <p:nvPr/>
        </p:nvPicPr>
        <p:blipFill>
          <a:blip r:embed="rId2"/>
          <a:stretch>
            <a:fillRect/>
          </a:stretch>
        </p:blipFill>
        <p:spPr>
          <a:xfrm>
            <a:off x="0" y="7779"/>
            <a:ext cx="1755800" cy="1024217"/>
          </a:xfrm>
          <a:prstGeom prst="rect">
            <a:avLst/>
          </a:prstGeom>
        </p:spPr>
      </p:pic>
      <p:sp>
        <p:nvSpPr>
          <p:cNvPr id="11" name="Title 1">
            <a:extLst>
              <a:ext uri="{FF2B5EF4-FFF2-40B4-BE49-F238E27FC236}">
                <a16:creationId xmlns:a16="http://schemas.microsoft.com/office/drawing/2014/main" id="{1C7BBAA3-263A-8FE5-5AA3-E40EF73A5AE9}"/>
              </a:ext>
            </a:extLst>
          </p:cNvPr>
          <p:cNvSpPr txBox="1">
            <a:spLocks/>
          </p:cNvSpPr>
          <p:nvPr/>
        </p:nvSpPr>
        <p:spPr>
          <a:xfrm>
            <a:off x="1783509" y="-26395"/>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Objective of ISO</a:t>
            </a:r>
          </a:p>
        </p:txBody>
      </p:sp>
    </p:spTree>
    <p:extLst>
      <p:ext uri="{BB962C8B-B14F-4D97-AF65-F5344CB8AC3E}">
        <p14:creationId xmlns:p14="http://schemas.microsoft.com/office/powerpoint/2010/main" val="391931189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610754" y="1163902"/>
            <a:ext cx="7922492" cy="4811582"/>
            <a:chOff x="886967" y="1228344"/>
            <a:chExt cx="8714741" cy="5453126"/>
          </a:xfrm>
        </p:grpSpPr>
        <p:sp>
          <p:nvSpPr>
            <p:cNvPr id="5" name="object 5"/>
            <p:cNvSpPr/>
            <p:nvPr/>
          </p:nvSpPr>
          <p:spPr>
            <a:xfrm>
              <a:off x="2637282" y="1243583"/>
              <a:ext cx="1742694" cy="1743456"/>
            </a:xfrm>
            <a:prstGeom prst="rect">
              <a:avLst/>
            </a:prstGeom>
            <a:blipFill>
              <a:blip r:embed="rId2" cstate="print"/>
              <a:stretch>
                <a:fillRect/>
              </a:stretch>
            </a:blipFill>
          </p:spPr>
          <p:txBody>
            <a:bodyPr wrap="square" lIns="0" tIns="0" rIns="0" bIns="0" rtlCol="0"/>
            <a:lstStyle/>
            <a:p>
              <a:endParaRPr>
                <a:latin typeface="+mj-lt"/>
              </a:endParaRPr>
            </a:p>
          </p:txBody>
        </p:sp>
        <p:sp>
          <p:nvSpPr>
            <p:cNvPr id="6" name="object 6"/>
            <p:cNvSpPr/>
            <p:nvPr/>
          </p:nvSpPr>
          <p:spPr>
            <a:xfrm>
              <a:off x="886967" y="1228344"/>
              <a:ext cx="3499104" cy="2657856"/>
            </a:xfrm>
            <a:prstGeom prst="rect">
              <a:avLst/>
            </a:prstGeom>
            <a:blipFill>
              <a:blip r:embed="rId3" cstate="print"/>
              <a:stretch>
                <a:fillRect/>
              </a:stretch>
            </a:blipFill>
          </p:spPr>
          <p:txBody>
            <a:bodyPr wrap="square" lIns="0" tIns="0" rIns="0" bIns="0" rtlCol="0"/>
            <a:lstStyle/>
            <a:p>
              <a:endParaRPr>
                <a:latin typeface="+mj-lt"/>
              </a:endParaRPr>
            </a:p>
          </p:txBody>
        </p:sp>
        <p:sp>
          <p:nvSpPr>
            <p:cNvPr id="7" name="object 7"/>
            <p:cNvSpPr/>
            <p:nvPr/>
          </p:nvSpPr>
          <p:spPr>
            <a:xfrm>
              <a:off x="886968" y="1228356"/>
              <a:ext cx="8714740" cy="2658110"/>
            </a:xfrm>
            <a:custGeom>
              <a:avLst/>
              <a:gdLst/>
              <a:ahLst/>
              <a:cxnLst/>
              <a:rect l="l" t="t" r="r" b="b"/>
              <a:pathLst>
                <a:path w="8714740" h="2658110">
                  <a:moveTo>
                    <a:pt x="8714232" y="575564"/>
                  </a:moveTo>
                  <a:lnTo>
                    <a:pt x="8708123" y="534911"/>
                  </a:lnTo>
                  <a:lnTo>
                    <a:pt x="8692883" y="475475"/>
                  </a:lnTo>
                  <a:lnTo>
                    <a:pt x="8671547" y="419087"/>
                  </a:lnTo>
                  <a:lnTo>
                    <a:pt x="8647163" y="365747"/>
                  </a:lnTo>
                  <a:lnTo>
                    <a:pt x="8598395" y="291071"/>
                  </a:lnTo>
                  <a:lnTo>
                    <a:pt x="8561819" y="245351"/>
                  </a:lnTo>
                  <a:lnTo>
                    <a:pt x="8519147" y="204203"/>
                  </a:lnTo>
                  <a:lnTo>
                    <a:pt x="8473427" y="167627"/>
                  </a:lnTo>
                  <a:lnTo>
                    <a:pt x="8450567" y="149339"/>
                  </a:lnTo>
                  <a:lnTo>
                    <a:pt x="8424659" y="134099"/>
                  </a:lnTo>
                  <a:lnTo>
                    <a:pt x="8400275" y="118859"/>
                  </a:lnTo>
                  <a:lnTo>
                    <a:pt x="8372843" y="105143"/>
                  </a:lnTo>
                  <a:lnTo>
                    <a:pt x="8317979" y="82283"/>
                  </a:lnTo>
                  <a:lnTo>
                    <a:pt x="8260067" y="63995"/>
                  </a:lnTo>
                  <a:lnTo>
                    <a:pt x="8170151" y="48755"/>
                  </a:lnTo>
                  <a:lnTo>
                    <a:pt x="8138160" y="45720"/>
                  </a:lnTo>
                  <a:lnTo>
                    <a:pt x="3500615" y="45720"/>
                  </a:lnTo>
                  <a:lnTo>
                    <a:pt x="3499104" y="47231"/>
                  </a:lnTo>
                  <a:lnTo>
                    <a:pt x="3499104" y="15240"/>
                  </a:lnTo>
                  <a:lnTo>
                    <a:pt x="3499104" y="0"/>
                  </a:lnTo>
                  <a:lnTo>
                    <a:pt x="1749539" y="1749552"/>
                  </a:lnTo>
                  <a:lnTo>
                    <a:pt x="15227" y="15240"/>
                  </a:lnTo>
                  <a:lnTo>
                    <a:pt x="0" y="0"/>
                  </a:lnTo>
                  <a:lnTo>
                    <a:pt x="0" y="2657856"/>
                  </a:lnTo>
                  <a:lnTo>
                    <a:pt x="13703" y="2657856"/>
                  </a:lnTo>
                  <a:lnTo>
                    <a:pt x="13703" y="32004"/>
                  </a:lnTo>
                  <a:lnTo>
                    <a:pt x="1749539" y="1767840"/>
                  </a:lnTo>
                  <a:lnTo>
                    <a:pt x="1763255" y="1754124"/>
                  </a:lnTo>
                  <a:lnTo>
                    <a:pt x="3486899" y="30480"/>
                  </a:lnTo>
                  <a:lnTo>
                    <a:pt x="3486899" y="2657856"/>
                  </a:lnTo>
                  <a:lnTo>
                    <a:pt x="3494532" y="2657856"/>
                  </a:lnTo>
                  <a:lnTo>
                    <a:pt x="3499104" y="2657856"/>
                  </a:lnTo>
                  <a:lnTo>
                    <a:pt x="3520427" y="2657856"/>
                  </a:lnTo>
                  <a:lnTo>
                    <a:pt x="3520427" y="71615"/>
                  </a:lnTo>
                  <a:lnTo>
                    <a:pt x="8138147" y="71615"/>
                  </a:lnTo>
                  <a:lnTo>
                    <a:pt x="8197583" y="77711"/>
                  </a:lnTo>
                  <a:lnTo>
                    <a:pt x="8255495" y="89903"/>
                  </a:lnTo>
                  <a:lnTo>
                    <a:pt x="8310359" y="106667"/>
                  </a:lnTo>
                  <a:lnTo>
                    <a:pt x="8388083" y="141719"/>
                  </a:lnTo>
                  <a:lnTo>
                    <a:pt x="8436851" y="170675"/>
                  </a:lnTo>
                  <a:lnTo>
                    <a:pt x="8502383" y="224015"/>
                  </a:lnTo>
                  <a:lnTo>
                    <a:pt x="8543531" y="263639"/>
                  </a:lnTo>
                  <a:lnTo>
                    <a:pt x="8595347" y="330695"/>
                  </a:lnTo>
                  <a:lnTo>
                    <a:pt x="8624303" y="379463"/>
                  </a:lnTo>
                  <a:lnTo>
                    <a:pt x="8638019" y="403847"/>
                  </a:lnTo>
                  <a:lnTo>
                    <a:pt x="8659355" y="457187"/>
                  </a:lnTo>
                  <a:lnTo>
                    <a:pt x="8676119" y="512051"/>
                  </a:lnTo>
                  <a:lnTo>
                    <a:pt x="8688311" y="568439"/>
                  </a:lnTo>
                  <a:lnTo>
                    <a:pt x="8691359" y="598919"/>
                  </a:lnTo>
                  <a:lnTo>
                    <a:pt x="8694407" y="627875"/>
                  </a:lnTo>
                  <a:lnTo>
                    <a:pt x="8694407" y="2657856"/>
                  </a:lnTo>
                  <a:lnTo>
                    <a:pt x="8714232" y="2657856"/>
                  </a:lnTo>
                  <a:lnTo>
                    <a:pt x="8714232" y="575564"/>
                  </a:lnTo>
                  <a:close/>
                </a:path>
              </a:pathLst>
            </a:custGeom>
            <a:solidFill>
              <a:srgbClr val="BF504D"/>
            </a:solidFill>
          </p:spPr>
          <p:txBody>
            <a:bodyPr wrap="square" lIns="0" tIns="0" rIns="0" bIns="0" rtlCol="0"/>
            <a:lstStyle/>
            <a:p>
              <a:endParaRPr>
                <a:latin typeface="+mj-lt"/>
              </a:endParaRPr>
            </a:p>
          </p:txBody>
        </p:sp>
        <p:sp>
          <p:nvSpPr>
            <p:cNvPr id="8" name="object 8"/>
            <p:cNvSpPr/>
            <p:nvPr/>
          </p:nvSpPr>
          <p:spPr>
            <a:xfrm>
              <a:off x="893063" y="3886200"/>
              <a:ext cx="3486912" cy="2787396"/>
            </a:xfrm>
            <a:prstGeom prst="rect">
              <a:avLst/>
            </a:prstGeom>
            <a:blipFill>
              <a:blip r:embed="rId4" cstate="print"/>
              <a:stretch>
                <a:fillRect/>
              </a:stretch>
            </a:blipFill>
          </p:spPr>
          <p:txBody>
            <a:bodyPr wrap="square" lIns="0" tIns="0" rIns="0" bIns="0" rtlCol="0"/>
            <a:lstStyle/>
            <a:p>
              <a:endParaRPr>
                <a:latin typeface="+mj-lt"/>
              </a:endParaRPr>
            </a:p>
          </p:txBody>
        </p:sp>
        <p:sp>
          <p:nvSpPr>
            <p:cNvPr id="9" name="object 9"/>
            <p:cNvSpPr/>
            <p:nvPr/>
          </p:nvSpPr>
          <p:spPr>
            <a:xfrm>
              <a:off x="886967" y="3886200"/>
              <a:ext cx="3499104" cy="2795016"/>
            </a:xfrm>
            <a:prstGeom prst="rect">
              <a:avLst/>
            </a:prstGeom>
            <a:blipFill>
              <a:blip r:embed="rId5" cstate="print"/>
              <a:stretch>
                <a:fillRect/>
              </a:stretch>
            </a:blipFill>
          </p:spPr>
          <p:txBody>
            <a:bodyPr wrap="square" lIns="0" tIns="0" rIns="0" bIns="0" rtlCol="0"/>
            <a:lstStyle/>
            <a:p>
              <a:endParaRPr>
                <a:latin typeface="+mj-lt"/>
              </a:endParaRPr>
            </a:p>
          </p:txBody>
        </p:sp>
        <p:sp>
          <p:nvSpPr>
            <p:cNvPr id="10" name="object 10"/>
            <p:cNvSpPr/>
            <p:nvPr/>
          </p:nvSpPr>
          <p:spPr>
            <a:xfrm>
              <a:off x="886968" y="3886200"/>
              <a:ext cx="3499485" cy="2795270"/>
            </a:xfrm>
            <a:custGeom>
              <a:avLst/>
              <a:gdLst/>
              <a:ahLst/>
              <a:cxnLst/>
              <a:rect l="l" t="t" r="r" b="b"/>
              <a:pathLst>
                <a:path w="3499485" h="2795270">
                  <a:moveTo>
                    <a:pt x="1749551" y="2795015"/>
                  </a:moveTo>
                  <a:lnTo>
                    <a:pt x="0" y="1046987"/>
                  </a:lnTo>
                  <a:lnTo>
                    <a:pt x="0" y="0"/>
                  </a:lnTo>
                  <a:lnTo>
                    <a:pt x="13715" y="0"/>
                  </a:lnTo>
                  <a:lnTo>
                    <a:pt x="13715" y="1039367"/>
                  </a:lnTo>
                  <a:lnTo>
                    <a:pt x="10667" y="1039367"/>
                  </a:lnTo>
                  <a:lnTo>
                    <a:pt x="13715" y="1043939"/>
                  </a:lnTo>
                  <a:lnTo>
                    <a:pt x="15239" y="1043939"/>
                  </a:lnTo>
                  <a:lnTo>
                    <a:pt x="1749551" y="2778251"/>
                  </a:lnTo>
                  <a:lnTo>
                    <a:pt x="1744979" y="2782823"/>
                  </a:lnTo>
                  <a:lnTo>
                    <a:pt x="1761754" y="2782823"/>
                  </a:lnTo>
                  <a:lnTo>
                    <a:pt x="1749551" y="2795015"/>
                  </a:lnTo>
                  <a:close/>
                </a:path>
                <a:path w="3499485" h="2795270">
                  <a:moveTo>
                    <a:pt x="3486911" y="1040891"/>
                  </a:moveTo>
                  <a:lnTo>
                    <a:pt x="3486911" y="0"/>
                  </a:lnTo>
                  <a:lnTo>
                    <a:pt x="3499103" y="0"/>
                  </a:lnTo>
                  <a:lnTo>
                    <a:pt x="3499103" y="1039367"/>
                  </a:lnTo>
                  <a:lnTo>
                    <a:pt x="3488435" y="1039367"/>
                  </a:lnTo>
                  <a:lnTo>
                    <a:pt x="3486911" y="1040891"/>
                  </a:lnTo>
                  <a:close/>
                </a:path>
                <a:path w="3499485" h="2795270">
                  <a:moveTo>
                    <a:pt x="13715" y="1043939"/>
                  </a:moveTo>
                  <a:lnTo>
                    <a:pt x="10667" y="1039367"/>
                  </a:lnTo>
                  <a:lnTo>
                    <a:pt x="13715" y="1042415"/>
                  </a:lnTo>
                  <a:lnTo>
                    <a:pt x="13715" y="1043939"/>
                  </a:lnTo>
                  <a:close/>
                </a:path>
                <a:path w="3499485" h="2795270">
                  <a:moveTo>
                    <a:pt x="13715" y="1042415"/>
                  </a:moveTo>
                  <a:lnTo>
                    <a:pt x="10667" y="1039367"/>
                  </a:lnTo>
                  <a:lnTo>
                    <a:pt x="13715" y="1039367"/>
                  </a:lnTo>
                  <a:lnTo>
                    <a:pt x="13715" y="1042415"/>
                  </a:lnTo>
                  <a:close/>
                </a:path>
                <a:path w="3499485" h="2795270">
                  <a:moveTo>
                    <a:pt x="3486911" y="1043939"/>
                  </a:moveTo>
                  <a:lnTo>
                    <a:pt x="3486911" y="1040891"/>
                  </a:lnTo>
                  <a:lnTo>
                    <a:pt x="3488435" y="1039367"/>
                  </a:lnTo>
                  <a:lnTo>
                    <a:pt x="3486911" y="1043939"/>
                  </a:lnTo>
                  <a:close/>
                </a:path>
                <a:path w="3499485" h="2795270">
                  <a:moveTo>
                    <a:pt x="3499103" y="1043939"/>
                  </a:moveTo>
                  <a:lnTo>
                    <a:pt x="3486911" y="1043939"/>
                  </a:lnTo>
                  <a:lnTo>
                    <a:pt x="3488435" y="1039367"/>
                  </a:lnTo>
                  <a:lnTo>
                    <a:pt x="3499103" y="1039367"/>
                  </a:lnTo>
                  <a:lnTo>
                    <a:pt x="3499103" y="1043939"/>
                  </a:lnTo>
                  <a:close/>
                </a:path>
                <a:path w="3499485" h="2795270">
                  <a:moveTo>
                    <a:pt x="1761754" y="2782823"/>
                  </a:moveTo>
                  <a:lnTo>
                    <a:pt x="1754123" y="2782823"/>
                  </a:lnTo>
                  <a:lnTo>
                    <a:pt x="1749551" y="2778251"/>
                  </a:lnTo>
                  <a:lnTo>
                    <a:pt x="3486911" y="1040891"/>
                  </a:lnTo>
                  <a:lnTo>
                    <a:pt x="3486911" y="1043939"/>
                  </a:lnTo>
                  <a:lnTo>
                    <a:pt x="3499103" y="1043939"/>
                  </a:lnTo>
                  <a:lnTo>
                    <a:pt x="3499103" y="1046987"/>
                  </a:lnTo>
                  <a:lnTo>
                    <a:pt x="1761754" y="2782823"/>
                  </a:lnTo>
                  <a:close/>
                </a:path>
                <a:path w="3499485" h="2795270">
                  <a:moveTo>
                    <a:pt x="15239" y="1043939"/>
                  </a:moveTo>
                  <a:lnTo>
                    <a:pt x="13715" y="1043939"/>
                  </a:lnTo>
                  <a:lnTo>
                    <a:pt x="13715" y="1042415"/>
                  </a:lnTo>
                  <a:lnTo>
                    <a:pt x="15239" y="1043939"/>
                  </a:lnTo>
                  <a:close/>
                </a:path>
                <a:path w="3499485" h="2795270">
                  <a:moveTo>
                    <a:pt x="1754123" y="2782823"/>
                  </a:moveTo>
                  <a:lnTo>
                    <a:pt x="1744979" y="2782823"/>
                  </a:lnTo>
                  <a:lnTo>
                    <a:pt x="1749551" y="2778251"/>
                  </a:lnTo>
                  <a:lnTo>
                    <a:pt x="1754123" y="2782823"/>
                  </a:lnTo>
                  <a:close/>
                </a:path>
              </a:pathLst>
            </a:custGeom>
            <a:solidFill>
              <a:srgbClr val="BF504D"/>
            </a:solidFill>
          </p:spPr>
          <p:txBody>
            <a:bodyPr wrap="square" lIns="0" tIns="0" rIns="0" bIns="0" rtlCol="0"/>
            <a:lstStyle/>
            <a:p>
              <a:endParaRPr>
                <a:latin typeface="+mj-lt"/>
              </a:endParaRPr>
            </a:p>
          </p:txBody>
        </p:sp>
      </p:grpSp>
      <p:sp>
        <p:nvSpPr>
          <p:cNvPr id="11" name="object 11"/>
          <p:cNvSpPr txBox="1"/>
          <p:nvPr/>
        </p:nvSpPr>
        <p:spPr>
          <a:xfrm>
            <a:off x="3955200" y="1177348"/>
            <a:ext cx="4343400" cy="3980166"/>
          </a:xfrm>
          <a:prstGeom prst="rect">
            <a:avLst/>
          </a:prstGeom>
        </p:spPr>
        <p:txBody>
          <a:bodyPr vert="horz" wrap="square" lIns="0" tIns="52425" rIns="0" bIns="0" rtlCol="0">
            <a:spAutoFit/>
          </a:bodyPr>
          <a:lstStyle/>
          <a:p>
            <a:pPr marL="342900" lvl="0" indent="-342900" algn="just">
              <a:spcBef>
                <a:spcPct val="20000"/>
              </a:spcBef>
              <a:buFont typeface="Arial" pitchFamily="34" charset="0"/>
              <a:buChar char="•"/>
            </a:pPr>
            <a:r>
              <a:rPr lang="en-US" sz="2200" dirty="0">
                <a:solidFill>
                  <a:prstClr val="black"/>
                </a:solidFill>
                <a:latin typeface="+mj-lt"/>
                <a:cs typeface="Times New Roman" panose="02020603050405020304" pitchFamily="18" charset="0"/>
              </a:rPr>
              <a:t>Quality management System</a:t>
            </a:r>
          </a:p>
          <a:p>
            <a:pPr marL="342900" indent="-342900" algn="just">
              <a:spcBef>
                <a:spcPct val="20000"/>
              </a:spcBef>
              <a:buFont typeface="Arial" pitchFamily="34" charset="0"/>
              <a:buChar char="•"/>
            </a:pPr>
            <a:r>
              <a:rPr lang="en-US" sz="2200" dirty="0">
                <a:latin typeface="+mj-lt"/>
                <a:cs typeface="Times New Roman" pitchFamily="18" charset="0"/>
              </a:rPr>
              <a:t>A quality management system (QMS, alternatively “quality system”) is a mechanism for managing and continuously improving core processes to “achieve maximum customer satisfaction at the lowest overall cost to the organization</a:t>
            </a:r>
          </a:p>
          <a:p>
            <a:pPr marL="342900" lvl="0" indent="-342900" algn="just">
              <a:spcBef>
                <a:spcPct val="20000"/>
              </a:spcBef>
              <a:buFont typeface="Arial" pitchFamily="34" charset="0"/>
              <a:buChar char="•"/>
            </a:pPr>
            <a:endParaRPr lang="en-US" sz="2200" dirty="0">
              <a:solidFill>
                <a:prstClr val="black"/>
              </a:solidFill>
              <a:latin typeface="+mj-lt"/>
              <a:cs typeface="Times New Roman" panose="02020603050405020304" pitchFamily="18" charset="0"/>
            </a:endParaRPr>
          </a:p>
          <a:p>
            <a:pPr marL="342900" lvl="0" indent="-342900" algn="just">
              <a:spcBef>
                <a:spcPct val="20000"/>
              </a:spcBef>
              <a:buFont typeface="Arial" pitchFamily="34" charset="0"/>
              <a:buChar char="•"/>
            </a:pPr>
            <a:endParaRPr lang="en-US" sz="2200" dirty="0">
              <a:solidFill>
                <a:prstClr val="black"/>
              </a:solidFill>
              <a:latin typeface="+mj-lt"/>
              <a:cs typeface="Times New Roman" panose="02020603050405020304" pitchFamily="18" charset="0"/>
            </a:endParaRPr>
          </a:p>
        </p:txBody>
      </p:sp>
      <p:sp>
        <p:nvSpPr>
          <p:cNvPr id="12" name="object 12"/>
          <p:cNvSpPr/>
          <p:nvPr/>
        </p:nvSpPr>
        <p:spPr>
          <a:xfrm>
            <a:off x="3782522" y="3502345"/>
            <a:ext cx="4745182" cy="894229"/>
          </a:xfrm>
          <a:custGeom>
            <a:avLst/>
            <a:gdLst/>
            <a:ahLst/>
            <a:cxnLst/>
            <a:rect l="l" t="t" r="r" b="b"/>
            <a:pathLst>
              <a:path w="5219700" h="1013460">
                <a:moveTo>
                  <a:pt x="4645151" y="1013459"/>
                </a:moveTo>
                <a:lnTo>
                  <a:pt x="6095" y="1013459"/>
                </a:lnTo>
                <a:lnTo>
                  <a:pt x="0" y="1007364"/>
                </a:lnTo>
                <a:lnTo>
                  <a:pt x="0" y="0"/>
                </a:lnTo>
                <a:lnTo>
                  <a:pt x="25907" y="0"/>
                </a:lnTo>
                <a:lnTo>
                  <a:pt x="25907" y="987551"/>
                </a:lnTo>
                <a:lnTo>
                  <a:pt x="12191" y="987551"/>
                </a:lnTo>
                <a:lnTo>
                  <a:pt x="25907" y="1001267"/>
                </a:lnTo>
                <a:lnTo>
                  <a:pt x="4736591" y="1001267"/>
                </a:lnTo>
                <a:lnTo>
                  <a:pt x="4675631" y="1010411"/>
                </a:lnTo>
                <a:lnTo>
                  <a:pt x="4645151" y="1013459"/>
                </a:lnTo>
                <a:close/>
              </a:path>
              <a:path w="5219700" h="1013460">
                <a:moveTo>
                  <a:pt x="4736591" y="1001267"/>
                </a:moveTo>
                <a:lnTo>
                  <a:pt x="25907" y="1001267"/>
                </a:lnTo>
                <a:lnTo>
                  <a:pt x="25907" y="987551"/>
                </a:lnTo>
                <a:lnTo>
                  <a:pt x="4643627" y="987551"/>
                </a:lnTo>
                <a:lnTo>
                  <a:pt x="4703063" y="981455"/>
                </a:lnTo>
                <a:lnTo>
                  <a:pt x="4786883" y="961643"/>
                </a:lnTo>
                <a:lnTo>
                  <a:pt x="4841747" y="941831"/>
                </a:lnTo>
                <a:lnTo>
                  <a:pt x="4893563" y="917447"/>
                </a:lnTo>
                <a:lnTo>
                  <a:pt x="4940807" y="888491"/>
                </a:lnTo>
                <a:lnTo>
                  <a:pt x="4986527" y="854963"/>
                </a:lnTo>
                <a:lnTo>
                  <a:pt x="5027675" y="816863"/>
                </a:lnTo>
                <a:lnTo>
                  <a:pt x="5084063" y="752855"/>
                </a:lnTo>
                <a:lnTo>
                  <a:pt x="5116067" y="705611"/>
                </a:lnTo>
                <a:lnTo>
                  <a:pt x="5154167" y="629411"/>
                </a:lnTo>
                <a:lnTo>
                  <a:pt x="5173979" y="576071"/>
                </a:lnTo>
                <a:lnTo>
                  <a:pt x="5189219" y="519683"/>
                </a:lnTo>
                <a:lnTo>
                  <a:pt x="5196839" y="461771"/>
                </a:lnTo>
                <a:lnTo>
                  <a:pt x="5199887" y="431291"/>
                </a:lnTo>
                <a:lnTo>
                  <a:pt x="5199887" y="0"/>
                </a:lnTo>
                <a:lnTo>
                  <a:pt x="5219700" y="0"/>
                </a:lnTo>
                <a:lnTo>
                  <a:pt x="5219700" y="483612"/>
                </a:lnTo>
                <a:lnTo>
                  <a:pt x="5213603" y="524255"/>
                </a:lnTo>
                <a:lnTo>
                  <a:pt x="5189219" y="611123"/>
                </a:lnTo>
                <a:lnTo>
                  <a:pt x="5166359" y="665987"/>
                </a:lnTo>
                <a:lnTo>
                  <a:pt x="5122163" y="743711"/>
                </a:lnTo>
                <a:lnTo>
                  <a:pt x="5103875" y="766571"/>
                </a:lnTo>
                <a:lnTo>
                  <a:pt x="5085587" y="790955"/>
                </a:lnTo>
                <a:lnTo>
                  <a:pt x="5026151" y="853439"/>
                </a:lnTo>
                <a:lnTo>
                  <a:pt x="4980431" y="891539"/>
                </a:lnTo>
                <a:lnTo>
                  <a:pt x="4931663" y="925067"/>
                </a:lnTo>
                <a:lnTo>
                  <a:pt x="4879847" y="952499"/>
                </a:lnTo>
                <a:lnTo>
                  <a:pt x="4823459" y="976883"/>
                </a:lnTo>
                <a:lnTo>
                  <a:pt x="4767071" y="993647"/>
                </a:lnTo>
                <a:lnTo>
                  <a:pt x="4736591" y="1001267"/>
                </a:lnTo>
                <a:close/>
              </a:path>
              <a:path w="5219700" h="1013460">
                <a:moveTo>
                  <a:pt x="25907" y="1001267"/>
                </a:moveTo>
                <a:lnTo>
                  <a:pt x="12191" y="987551"/>
                </a:lnTo>
                <a:lnTo>
                  <a:pt x="25907" y="987551"/>
                </a:lnTo>
                <a:lnTo>
                  <a:pt x="25907" y="1001267"/>
                </a:lnTo>
                <a:close/>
              </a:path>
            </a:pathLst>
          </a:custGeom>
          <a:solidFill>
            <a:srgbClr val="BF504D"/>
          </a:solidFill>
        </p:spPr>
        <p:txBody>
          <a:bodyPr wrap="square" lIns="0" tIns="0" rIns="0" bIns="0" rtlCol="0"/>
          <a:lstStyle/>
          <a:p>
            <a:endParaRPr>
              <a:latin typeface="+mj-lt"/>
            </a:endParaRPr>
          </a:p>
        </p:txBody>
      </p:sp>
      <p:sp>
        <p:nvSpPr>
          <p:cNvPr id="13" name="Date Placeholder 12"/>
          <p:cNvSpPr>
            <a:spLocks noGrp="1"/>
          </p:cNvSpPr>
          <p:nvPr>
            <p:ph type="dt" sz="half" idx="10"/>
          </p:nvPr>
        </p:nvSpPr>
        <p:spPr/>
        <p:txBody>
          <a:bodyPr/>
          <a:lstStyle/>
          <a:p>
            <a:fld id="{76B639C8-C5FD-4AA5-9AFE-07ED98588304}" type="datetime1">
              <a:rPr lang="en-US" smtClean="0">
                <a:latin typeface="+mj-lt"/>
              </a:rPr>
              <a:t>5/1/2026</a:t>
            </a:fld>
            <a:endParaRPr lang="en-US">
              <a:latin typeface="+mj-lt"/>
            </a:endParaRPr>
          </a:p>
        </p:txBody>
      </p:sp>
      <p:sp>
        <p:nvSpPr>
          <p:cNvPr id="14" name="Slide Number Placeholder 13"/>
          <p:cNvSpPr>
            <a:spLocks noGrp="1"/>
          </p:cNvSpPr>
          <p:nvPr>
            <p:ph type="sldNum" sz="quarter" idx="12"/>
          </p:nvPr>
        </p:nvSpPr>
        <p:spPr/>
        <p:txBody>
          <a:bodyPr/>
          <a:lstStyle/>
          <a:p>
            <a:fld id="{B6F15528-21DE-4FAA-801E-634DDDAF4B2B}" type="slidenum">
              <a:rPr lang="en-US" smtClean="0">
                <a:latin typeface="+mj-lt"/>
              </a:rPr>
              <a:pPr/>
              <a:t>26</a:t>
            </a:fld>
            <a:endParaRPr lang="en-US">
              <a:latin typeface="+mj-lt"/>
            </a:endParaRPr>
          </a:p>
        </p:txBody>
      </p:sp>
      <p:sp>
        <p:nvSpPr>
          <p:cNvPr id="15" name="Footer Placeholder 14"/>
          <p:cNvSpPr>
            <a:spLocks noGrp="1"/>
          </p:cNvSpPr>
          <p:nvPr>
            <p:ph type="ftr" sz="quarter" idx="11"/>
          </p:nvPr>
        </p:nvSpPr>
        <p:spPr>
          <a:xfrm>
            <a:off x="3124200" y="6356350"/>
            <a:ext cx="4343400" cy="365125"/>
          </a:xfrm>
        </p:spPr>
        <p:txBody>
          <a:bodyPr/>
          <a:lstStyle/>
          <a:p>
            <a:r>
              <a:rPr lang="sv-SE">
                <a:latin typeface="+mj-lt"/>
              </a:rPr>
              <a:t>Mr. Minhaj Nezami    AOE0861    TQM     Unit 5</a:t>
            </a:r>
            <a:endParaRPr lang="en-US" dirty="0">
              <a:latin typeface="+mj-lt"/>
            </a:endParaRPr>
          </a:p>
        </p:txBody>
      </p:sp>
      <p:pic>
        <p:nvPicPr>
          <p:cNvPr id="17" name="Picture 16"/>
          <p:cNvPicPr>
            <a:picLocks noChangeAspect="1"/>
          </p:cNvPicPr>
          <p:nvPr/>
        </p:nvPicPr>
        <p:blipFill>
          <a:blip r:embed="rId6"/>
          <a:stretch>
            <a:fillRect/>
          </a:stretch>
        </p:blipFill>
        <p:spPr>
          <a:xfrm>
            <a:off x="0" y="7779"/>
            <a:ext cx="1755800" cy="1024217"/>
          </a:xfrm>
          <a:prstGeom prst="rect">
            <a:avLst/>
          </a:prstGeom>
        </p:spPr>
      </p:pic>
      <p:sp>
        <p:nvSpPr>
          <p:cNvPr id="18" name="Title 1">
            <a:extLst>
              <a:ext uri="{FF2B5EF4-FFF2-40B4-BE49-F238E27FC236}">
                <a16:creationId xmlns:a16="http://schemas.microsoft.com/office/drawing/2014/main" id="{1C7BBAA3-263A-8FE5-5AA3-E40EF73A5AE9}"/>
              </a:ext>
            </a:extLst>
          </p:cNvPr>
          <p:cNvSpPr txBox="1">
            <a:spLocks/>
          </p:cNvSpPr>
          <p:nvPr/>
        </p:nvSpPr>
        <p:spPr>
          <a:xfrm>
            <a:off x="1752600" y="-21488"/>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Prerequisite of ISO</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Autofit/>
          </a:bodyPr>
          <a:lstStyle/>
          <a:p>
            <a:pPr marL="355600" algn="just">
              <a:lnSpc>
                <a:spcPct val="150000"/>
              </a:lnSpc>
              <a:spcBef>
                <a:spcPts val="100"/>
              </a:spcBef>
              <a:buFont typeface="Arial"/>
              <a:buChar char="•"/>
              <a:tabLst>
                <a:tab pos="354965" algn="l"/>
                <a:tab pos="355600" algn="l"/>
              </a:tabLst>
            </a:pPr>
            <a:r>
              <a:rPr lang="en-US" sz="2200" dirty="0"/>
              <a:t>ISO (International Organization for Standardization) is a worldwide federation of national standards bodies.</a:t>
            </a:r>
          </a:p>
          <a:p>
            <a:pPr marL="355600" algn="just">
              <a:lnSpc>
                <a:spcPct val="150000"/>
              </a:lnSpc>
              <a:spcBef>
                <a:spcPts val="100"/>
              </a:spcBef>
              <a:buFont typeface="Arial"/>
              <a:buChar char="•"/>
              <a:tabLst>
                <a:tab pos="354965" algn="l"/>
                <a:tab pos="355600" algn="l"/>
              </a:tabLst>
            </a:pPr>
            <a:r>
              <a:rPr lang="en-US" sz="2200" dirty="0"/>
              <a:t>ISO is a nongovernmental organization that comprises standards bodies from more than 160 countries, with one standards body representing each member country. The American National Standards Institute (</a:t>
            </a:r>
            <a:r>
              <a:rPr lang="en-US" sz="2200" u="sng" dirty="0"/>
              <a:t>ANSI</a:t>
            </a:r>
            <a:r>
              <a:rPr lang="en-US" sz="2200" dirty="0"/>
              <a:t>) for example, represents the United States.</a:t>
            </a:r>
          </a:p>
        </p:txBody>
      </p:sp>
      <p:sp>
        <p:nvSpPr>
          <p:cNvPr id="4" name="Date Placeholder 3"/>
          <p:cNvSpPr>
            <a:spLocks noGrp="1"/>
          </p:cNvSpPr>
          <p:nvPr>
            <p:ph type="dt" sz="half" idx="10"/>
          </p:nvPr>
        </p:nvSpPr>
        <p:spPr/>
        <p:txBody>
          <a:bodyPr/>
          <a:lstStyle/>
          <a:p>
            <a:fld id="{97F933F0-DF8B-4CF9-9FBD-49914E6A854D}" type="datetime1">
              <a:rPr lang="en-US" smtClean="0"/>
              <a:t>5/1/2026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27</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sv-SE" sz="2000"/>
              <a:t>Mr. Minhaj Nezami    AOE0861    TQM     Unit 5</a:t>
            </a:r>
            <a:endParaRPr lang="en-US" sz="2000" dirty="0"/>
          </a:p>
        </p:txBody>
      </p:sp>
      <p:pic>
        <p:nvPicPr>
          <p:cNvPr id="8" name="Picture 7"/>
          <p:cNvPicPr>
            <a:picLocks noChangeAspect="1"/>
          </p:cNvPicPr>
          <p:nvPr/>
        </p:nvPicPr>
        <p:blipFill>
          <a:blip r:embed="rId2"/>
          <a:stretch>
            <a:fillRect/>
          </a:stretch>
        </p:blipFill>
        <p:spPr>
          <a:xfrm>
            <a:off x="0" y="7779"/>
            <a:ext cx="1755800" cy="1024217"/>
          </a:xfrm>
          <a:prstGeom prst="rect">
            <a:avLst/>
          </a:prstGeom>
        </p:spPr>
      </p:pic>
      <p:sp>
        <p:nvSpPr>
          <p:cNvPr id="10" name="Title 1">
            <a:extLst>
              <a:ext uri="{FF2B5EF4-FFF2-40B4-BE49-F238E27FC236}">
                <a16:creationId xmlns:a16="http://schemas.microsoft.com/office/drawing/2014/main" id="{1C7BBAA3-263A-8FE5-5AA3-E40EF73A5AE9}"/>
              </a:ext>
            </a:extLst>
          </p:cNvPr>
          <p:cNvSpPr txBox="1">
            <a:spLocks/>
          </p:cNvSpPr>
          <p:nvPr/>
        </p:nvSpPr>
        <p:spPr>
          <a:xfrm>
            <a:off x="1752600" y="0"/>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ISO (CO5)</a:t>
            </a:r>
          </a:p>
        </p:txBody>
      </p:sp>
    </p:spTree>
    <p:extLst>
      <p:ext uri="{BB962C8B-B14F-4D97-AF65-F5344CB8AC3E}">
        <p14:creationId xmlns:p14="http://schemas.microsoft.com/office/powerpoint/2010/main" val="39193118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Autofit/>
          </a:bodyPr>
          <a:lstStyle/>
          <a:p>
            <a:pPr marL="355600" algn="just">
              <a:lnSpc>
                <a:spcPct val="150000"/>
              </a:lnSpc>
              <a:spcBef>
                <a:spcPts val="100"/>
              </a:spcBef>
              <a:buFont typeface="Arial"/>
              <a:buChar char="•"/>
              <a:tabLst>
                <a:tab pos="354965" algn="l"/>
                <a:tab pos="355600" algn="l"/>
              </a:tabLst>
            </a:pPr>
            <a:r>
              <a:rPr lang="en-US" sz="2200" dirty="0"/>
              <a:t>Member organizations collaborate in the development and promotion of international standards for technology, scientific testing processes, working conditions, societal issues and more. ISO and its members then sell documents detailing these standards.</a:t>
            </a:r>
          </a:p>
          <a:p>
            <a:pPr marL="355600" algn="just">
              <a:lnSpc>
                <a:spcPct val="150000"/>
              </a:lnSpc>
              <a:spcBef>
                <a:spcPts val="100"/>
              </a:spcBef>
              <a:buFont typeface="Arial"/>
              <a:buChar char="•"/>
              <a:tabLst>
                <a:tab pos="354965" algn="l"/>
                <a:tab pos="355600" algn="l"/>
              </a:tabLst>
            </a:pPr>
            <a:r>
              <a:rPr lang="en-US" sz="2200" dirty="0"/>
              <a:t>A General Assembly, which consists of representatives from ISO members and elected leaders called principal officers, acts as the decision-making body for ISO. The organization has its headquarters in Geneva, Switzerland, where a central secretariat oversees operations.</a:t>
            </a:r>
          </a:p>
        </p:txBody>
      </p:sp>
      <p:sp>
        <p:nvSpPr>
          <p:cNvPr id="4" name="Date Placeholder 3"/>
          <p:cNvSpPr>
            <a:spLocks noGrp="1"/>
          </p:cNvSpPr>
          <p:nvPr>
            <p:ph type="dt" sz="half" idx="10"/>
          </p:nvPr>
        </p:nvSpPr>
        <p:spPr/>
        <p:txBody>
          <a:bodyPr/>
          <a:lstStyle/>
          <a:p>
            <a:fld id="{487198E1-1EBC-474F-B250-0A72E76612E1}" type="datetime1">
              <a:rPr lang="en-US" smtClean="0"/>
              <a:t>5/1/2026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28</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sv-SE" sz="2000"/>
              <a:t>Mr. Minhaj Nezami    AOE0861    TQM     Unit 5</a:t>
            </a:r>
            <a:endParaRPr lang="en-US" sz="2000" dirty="0"/>
          </a:p>
        </p:txBody>
      </p:sp>
      <p:pic>
        <p:nvPicPr>
          <p:cNvPr id="8" name="Picture 7"/>
          <p:cNvPicPr>
            <a:picLocks noChangeAspect="1"/>
          </p:cNvPicPr>
          <p:nvPr/>
        </p:nvPicPr>
        <p:blipFill>
          <a:blip r:embed="rId2"/>
          <a:stretch>
            <a:fillRect/>
          </a:stretch>
        </p:blipFill>
        <p:spPr>
          <a:xfrm>
            <a:off x="0" y="7779"/>
            <a:ext cx="1755800" cy="1024217"/>
          </a:xfrm>
          <a:prstGeom prst="rect">
            <a:avLst/>
          </a:prstGeom>
        </p:spPr>
      </p:pic>
      <p:sp>
        <p:nvSpPr>
          <p:cNvPr id="11" name="Title 1">
            <a:extLst>
              <a:ext uri="{FF2B5EF4-FFF2-40B4-BE49-F238E27FC236}">
                <a16:creationId xmlns:a16="http://schemas.microsoft.com/office/drawing/2014/main" id="{1C7BBAA3-263A-8FE5-5AA3-E40EF73A5AE9}"/>
              </a:ext>
            </a:extLst>
          </p:cNvPr>
          <p:cNvSpPr txBox="1">
            <a:spLocks/>
          </p:cNvSpPr>
          <p:nvPr/>
        </p:nvSpPr>
        <p:spPr>
          <a:xfrm>
            <a:off x="1752600" y="0"/>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ISO (CO5)</a:t>
            </a:r>
          </a:p>
        </p:txBody>
      </p:sp>
    </p:spTree>
    <p:extLst>
      <p:ext uri="{BB962C8B-B14F-4D97-AF65-F5344CB8AC3E}">
        <p14:creationId xmlns:p14="http://schemas.microsoft.com/office/powerpoint/2010/main" val="391931189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Autofit/>
          </a:bodyPr>
          <a:lstStyle/>
          <a:p>
            <a:pPr marL="0" indent="0" algn="just">
              <a:buNone/>
            </a:pPr>
            <a:r>
              <a:rPr lang="en-US" sz="2400" b="1" dirty="0"/>
              <a:t>ISO standards development process</a:t>
            </a:r>
          </a:p>
          <a:p>
            <a:pPr algn="just"/>
            <a:r>
              <a:rPr lang="en-US" sz="2200" dirty="0"/>
              <a:t>The International Organization for Standardization's process for creating a new standard starts when industry associations or consumer groups make a request.</a:t>
            </a:r>
          </a:p>
          <a:p>
            <a:pPr algn="just"/>
            <a:r>
              <a:rPr lang="en-US" sz="2200" dirty="0"/>
              <a:t>ISO then recruits subject matter experts and industry stakeholders who form a technical committee. The committee goes through two rounds of creating a draft standard and conducts a formal vote on the second draft, which is called the Final Draft International Standard (FDIS).</a:t>
            </a:r>
          </a:p>
          <a:p>
            <a:pPr algn="just"/>
            <a:r>
              <a:rPr lang="en-US" sz="2200" dirty="0"/>
              <a:t>If the FDIS is approved, as certified by the central secretariat, then ISO publishes it as an official international standard.</a:t>
            </a:r>
          </a:p>
          <a:p>
            <a:pPr algn="just"/>
            <a:endParaRPr lang="en-US" sz="2400" dirty="0"/>
          </a:p>
        </p:txBody>
      </p:sp>
      <p:sp>
        <p:nvSpPr>
          <p:cNvPr id="4" name="Date Placeholder 3"/>
          <p:cNvSpPr>
            <a:spLocks noGrp="1"/>
          </p:cNvSpPr>
          <p:nvPr>
            <p:ph type="dt" sz="half" idx="10"/>
          </p:nvPr>
        </p:nvSpPr>
        <p:spPr/>
        <p:txBody>
          <a:bodyPr/>
          <a:lstStyle/>
          <a:p>
            <a:fld id="{B5CFEC1C-C9B6-4218-A341-AE9C45324D81}" type="datetime1">
              <a:rPr lang="en-US" smtClean="0"/>
              <a:t>5/1/2026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29</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sv-SE" sz="2000"/>
              <a:t>Mr. Minhaj Nezami    AOE0861    TQM     Unit 5</a:t>
            </a:r>
            <a:endParaRPr lang="en-US" sz="2000" dirty="0"/>
          </a:p>
        </p:txBody>
      </p:sp>
      <p:pic>
        <p:nvPicPr>
          <p:cNvPr id="8" name="Picture 7"/>
          <p:cNvPicPr>
            <a:picLocks noChangeAspect="1"/>
          </p:cNvPicPr>
          <p:nvPr/>
        </p:nvPicPr>
        <p:blipFill>
          <a:blip r:embed="rId2"/>
          <a:stretch>
            <a:fillRect/>
          </a:stretch>
        </p:blipFill>
        <p:spPr>
          <a:xfrm>
            <a:off x="0" y="7779"/>
            <a:ext cx="1755800" cy="1024217"/>
          </a:xfrm>
          <a:prstGeom prst="rect">
            <a:avLst/>
          </a:prstGeom>
        </p:spPr>
      </p:pic>
      <p:sp>
        <p:nvSpPr>
          <p:cNvPr id="11" name="Title 1">
            <a:extLst>
              <a:ext uri="{FF2B5EF4-FFF2-40B4-BE49-F238E27FC236}">
                <a16:creationId xmlns:a16="http://schemas.microsoft.com/office/drawing/2014/main" id="{1C7BBAA3-263A-8FE5-5AA3-E40EF73A5AE9}"/>
              </a:ext>
            </a:extLst>
          </p:cNvPr>
          <p:cNvSpPr txBox="1">
            <a:spLocks/>
          </p:cNvSpPr>
          <p:nvPr/>
        </p:nvSpPr>
        <p:spPr>
          <a:xfrm>
            <a:off x="1752600" y="0"/>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ISO (CO5)</a:t>
            </a:r>
          </a:p>
        </p:txBody>
      </p:sp>
    </p:spTree>
    <p:extLst>
      <p:ext uri="{BB962C8B-B14F-4D97-AF65-F5344CB8AC3E}">
        <p14:creationId xmlns:p14="http://schemas.microsoft.com/office/powerpoint/2010/main" val="391931189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Autofit/>
          </a:bodyPr>
          <a:lstStyle/>
          <a:p>
            <a:pPr algn="just">
              <a:buNone/>
            </a:pPr>
            <a:r>
              <a:rPr lang="en-US" sz="2400" b="1" dirty="0"/>
              <a:t>What is ISO Certification? </a:t>
            </a:r>
          </a:p>
          <a:p>
            <a:pPr marL="0" indent="0" algn="just">
              <a:lnSpc>
                <a:spcPct val="150000"/>
              </a:lnSpc>
              <a:buNone/>
            </a:pPr>
            <a:r>
              <a:rPr lang="en-US" sz="2200" dirty="0"/>
              <a:t>ISO certification certifies that a management system, manufacturing process, service, or documentation procedure has all the requirements for standardization and quality assurance. ISO (International Organization for Standardization) is an independent, non-governmental, international organization that develops standards to ensure the quality, safety, and efficiency of products, services, and systems.</a:t>
            </a:r>
          </a:p>
        </p:txBody>
      </p:sp>
      <p:sp>
        <p:nvSpPr>
          <p:cNvPr id="4" name="Date Placeholder 3"/>
          <p:cNvSpPr>
            <a:spLocks noGrp="1"/>
          </p:cNvSpPr>
          <p:nvPr>
            <p:ph type="dt" sz="half" idx="10"/>
          </p:nvPr>
        </p:nvSpPr>
        <p:spPr/>
        <p:txBody>
          <a:bodyPr/>
          <a:lstStyle/>
          <a:p>
            <a:fld id="{A19AA017-12FD-4A61-B730-583747196CF8}" type="datetime1">
              <a:rPr lang="en-US" smtClean="0"/>
              <a:t>5/1/2026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30</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sv-SE" sz="2000"/>
              <a:t>Mr. Minhaj Nezami    AOE0861    TQM     Unit 5</a:t>
            </a:r>
            <a:endParaRPr lang="en-US" sz="2000" dirty="0"/>
          </a:p>
        </p:txBody>
      </p:sp>
      <p:pic>
        <p:nvPicPr>
          <p:cNvPr id="8" name="Picture 7"/>
          <p:cNvPicPr>
            <a:picLocks noChangeAspect="1"/>
          </p:cNvPicPr>
          <p:nvPr/>
        </p:nvPicPr>
        <p:blipFill>
          <a:blip r:embed="rId2"/>
          <a:stretch>
            <a:fillRect/>
          </a:stretch>
        </p:blipFill>
        <p:spPr>
          <a:xfrm>
            <a:off x="0" y="7779"/>
            <a:ext cx="1755800" cy="1024217"/>
          </a:xfrm>
          <a:prstGeom prst="rect">
            <a:avLst/>
          </a:prstGeom>
        </p:spPr>
      </p:pic>
      <p:sp>
        <p:nvSpPr>
          <p:cNvPr id="12" name="Title 1">
            <a:extLst>
              <a:ext uri="{FF2B5EF4-FFF2-40B4-BE49-F238E27FC236}">
                <a16:creationId xmlns:a16="http://schemas.microsoft.com/office/drawing/2014/main" id="{1C7BBAA3-263A-8FE5-5AA3-E40EF73A5AE9}"/>
              </a:ext>
            </a:extLst>
          </p:cNvPr>
          <p:cNvSpPr txBox="1">
            <a:spLocks/>
          </p:cNvSpPr>
          <p:nvPr/>
        </p:nvSpPr>
        <p:spPr>
          <a:xfrm>
            <a:off x="1752600" y="0"/>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ISO (CO5)</a:t>
            </a:r>
          </a:p>
        </p:txBody>
      </p:sp>
    </p:spTree>
    <p:extLst>
      <p:ext uri="{BB962C8B-B14F-4D97-AF65-F5344CB8AC3E}">
        <p14:creationId xmlns:p14="http://schemas.microsoft.com/office/powerpoint/2010/main" val="391931189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66800"/>
            <a:ext cx="8229600" cy="4876800"/>
          </a:xfrm>
        </p:spPr>
        <p:txBody>
          <a:bodyPr>
            <a:noAutofit/>
          </a:bodyPr>
          <a:lstStyle/>
          <a:p>
            <a:pPr algn="just">
              <a:lnSpc>
                <a:spcPct val="150000"/>
              </a:lnSpc>
            </a:pPr>
            <a:r>
              <a:rPr lang="en-US" sz="2200" dirty="0"/>
              <a:t>ISO certifications exist in many areas of industry, from energy management and social responsibility to medical devices and energy management. ISO standards are in place to ensure consistency. Each certification has separate standards and criteria and is classified numerically.</a:t>
            </a:r>
          </a:p>
          <a:p>
            <a:pPr algn="just">
              <a:lnSpc>
                <a:spcPct val="150000"/>
              </a:lnSpc>
              <a:buNone/>
            </a:pPr>
            <a:r>
              <a:rPr lang="en-US" sz="2400" b="1" dirty="0"/>
              <a:t>     An ISO Management Standard is a set of internationally recognized guidelines, covering key areas of running and managing a business such as:</a:t>
            </a:r>
          </a:p>
          <a:p>
            <a:pPr algn="just">
              <a:lnSpc>
                <a:spcPct val="150000"/>
              </a:lnSpc>
            </a:pPr>
            <a:r>
              <a:rPr lang="en-US" sz="2200" dirty="0"/>
              <a:t>Leadership and commitment</a:t>
            </a:r>
          </a:p>
        </p:txBody>
      </p:sp>
      <p:sp>
        <p:nvSpPr>
          <p:cNvPr id="4" name="Date Placeholder 3"/>
          <p:cNvSpPr>
            <a:spLocks noGrp="1"/>
          </p:cNvSpPr>
          <p:nvPr>
            <p:ph type="dt" sz="half" idx="10"/>
          </p:nvPr>
        </p:nvSpPr>
        <p:spPr/>
        <p:txBody>
          <a:bodyPr/>
          <a:lstStyle/>
          <a:p>
            <a:fld id="{3E9FCAA0-0135-4CA7-94B6-B944AEBCE327}" type="datetime1">
              <a:rPr lang="en-US" smtClean="0"/>
              <a:t>5/1/2026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31</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sv-SE" sz="2000"/>
              <a:t>Mr. Minhaj Nezami    AOE0861    TQM     Unit 5</a:t>
            </a:r>
            <a:endParaRPr lang="en-US" sz="2000" dirty="0"/>
          </a:p>
        </p:txBody>
      </p:sp>
      <p:pic>
        <p:nvPicPr>
          <p:cNvPr id="8" name="Picture 7"/>
          <p:cNvPicPr>
            <a:picLocks noChangeAspect="1"/>
          </p:cNvPicPr>
          <p:nvPr/>
        </p:nvPicPr>
        <p:blipFill>
          <a:blip r:embed="rId2"/>
          <a:stretch>
            <a:fillRect/>
          </a:stretch>
        </p:blipFill>
        <p:spPr>
          <a:xfrm>
            <a:off x="0" y="7779"/>
            <a:ext cx="1755800" cy="1024217"/>
          </a:xfrm>
          <a:prstGeom prst="rect">
            <a:avLst/>
          </a:prstGeom>
        </p:spPr>
      </p:pic>
      <p:sp>
        <p:nvSpPr>
          <p:cNvPr id="11" name="Title 1">
            <a:extLst>
              <a:ext uri="{FF2B5EF4-FFF2-40B4-BE49-F238E27FC236}">
                <a16:creationId xmlns:a16="http://schemas.microsoft.com/office/drawing/2014/main" id="{1C7BBAA3-263A-8FE5-5AA3-E40EF73A5AE9}"/>
              </a:ext>
            </a:extLst>
          </p:cNvPr>
          <p:cNvSpPr txBox="1">
            <a:spLocks/>
          </p:cNvSpPr>
          <p:nvPr/>
        </p:nvSpPr>
        <p:spPr>
          <a:xfrm>
            <a:off x="1752600" y="0"/>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ISO (CO5)</a:t>
            </a:r>
          </a:p>
        </p:txBody>
      </p:sp>
    </p:spTree>
    <p:extLst>
      <p:ext uri="{BB962C8B-B14F-4D97-AF65-F5344CB8AC3E}">
        <p14:creationId xmlns:p14="http://schemas.microsoft.com/office/powerpoint/2010/main" val="391931189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Autofit/>
          </a:bodyPr>
          <a:lstStyle/>
          <a:p>
            <a:pPr>
              <a:lnSpc>
                <a:spcPct val="150000"/>
              </a:lnSpc>
            </a:pPr>
            <a:r>
              <a:rPr lang="en-US" sz="2200" dirty="0"/>
              <a:t>Managing Business Risks and Opportunities</a:t>
            </a:r>
          </a:p>
          <a:p>
            <a:pPr>
              <a:lnSpc>
                <a:spcPct val="150000"/>
              </a:lnSpc>
            </a:pPr>
            <a:r>
              <a:rPr lang="en-US" sz="2200" dirty="0"/>
              <a:t>Resources such as, People and Infrastructure</a:t>
            </a:r>
          </a:p>
          <a:p>
            <a:pPr>
              <a:lnSpc>
                <a:spcPct val="150000"/>
              </a:lnSpc>
            </a:pPr>
            <a:r>
              <a:rPr lang="en-US" sz="2200" dirty="0"/>
              <a:t>Competence</a:t>
            </a:r>
          </a:p>
          <a:p>
            <a:pPr>
              <a:lnSpc>
                <a:spcPct val="150000"/>
              </a:lnSpc>
            </a:pPr>
            <a:r>
              <a:rPr lang="en-US" sz="2200" dirty="0"/>
              <a:t>Communication</a:t>
            </a:r>
          </a:p>
          <a:p>
            <a:pPr>
              <a:lnSpc>
                <a:spcPct val="150000"/>
              </a:lnSpc>
            </a:pPr>
            <a:r>
              <a:rPr lang="en-US" sz="2200" dirty="0"/>
              <a:t>Operational Planning and Control</a:t>
            </a:r>
          </a:p>
          <a:p>
            <a:pPr>
              <a:lnSpc>
                <a:spcPct val="150000"/>
              </a:lnSpc>
            </a:pPr>
            <a:r>
              <a:rPr lang="en-US" sz="2200" dirty="0"/>
              <a:t>Performance Evaluation</a:t>
            </a:r>
          </a:p>
          <a:p>
            <a:pPr>
              <a:lnSpc>
                <a:spcPct val="150000"/>
              </a:lnSpc>
            </a:pPr>
            <a:r>
              <a:rPr lang="en-US" sz="2200" dirty="0"/>
              <a:t>Improvement</a:t>
            </a:r>
          </a:p>
          <a:p>
            <a:endParaRPr lang="en-US" sz="2400" dirty="0"/>
          </a:p>
        </p:txBody>
      </p:sp>
      <p:sp>
        <p:nvSpPr>
          <p:cNvPr id="4" name="Date Placeholder 3"/>
          <p:cNvSpPr>
            <a:spLocks noGrp="1"/>
          </p:cNvSpPr>
          <p:nvPr>
            <p:ph type="dt" sz="half" idx="10"/>
          </p:nvPr>
        </p:nvSpPr>
        <p:spPr/>
        <p:txBody>
          <a:bodyPr/>
          <a:lstStyle/>
          <a:p>
            <a:fld id="{60998546-140F-4CEF-9BCE-F3B8782D65EA}" type="datetime1">
              <a:rPr lang="en-US" smtClean="0"/>
              <a:t>5/1/2026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32</a:t>
            </a:fld>
            <a:endParaRPr lang="en-US"/>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2400" b="1" spc="-5" dirty="0">
                <a:solidFill>
                  <a:schemeClr val="tx1"/>
                </a:solidFill>
              </a:rPr>
              <a:t>ISO</a:t>
            </a:r>
            <a:r>
              <a:rPr lang="en-US" sz="2400" b="1" dirty="0">
                <a:solidFill>
                  <a:schemeClr val="tx1"/>
                </a:solidFill>
              </a:rPr>
              <a:t>(CO5)</a:t>
            </a:r>
            <a:endParaRPr kumimoji="0" lang="en-US" sz="2400" b="1"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endParaRPr>
          </a:p>
        </p:txBody>
      </p:sp>
      <p:sp>
        <p:nvSpPr>
          <p:cNvPr id="9" name="Footer Placeholder 12"/>
          <p:cNvSpPr>
            <a:spLocks noGrp="1"/>
          </p:cNvSpPr>
          <p:nvPr>
            <p:ph type="ftr" sz="quarter" idx="11"/>
          </p:nvPr>
        </p:nvSpPr>
        <p:spPr>
          <a:xfrm>
            <a:off x="2286000" y="6248415"/>
            <a:ext cx="5029200" cy="365125"/>
          </a:xfrm>
        </p:spPr>
        <p:txBody>
          <a:bodyPr/>
          <a:lstStyle/>
          <a:p>
            <a:r>
              <a:rPr lang="sv-SE" sz="2000"/>
              <a:t>Mr. Minhaj Nezami    AOE0861    TQM     Unit 5</a:t>
            </a:r>
            <a:endParaRPr lang="en-US" sz="2000" dirty="0"/>
          </a:p>
        </p:txBody>
      </p:sp>
      <p:pic>
        <p:nvPicPr>
          <p:cNvPr id="8" name="Picture 7"/>
          <p:cNvPicPr>
            <a:picLocks noChangeAspect="1"/>
          </p:cNvPicPr>
          <p:nvPr/>
        </p:nvPicPr>
        <p:blipFill>
          <a:blip r:embed="rId2"/>
          <a:stretch>
            <a:fillRect/>
          </a:stretch>
        </p:blipFill>
        <p:spPr>
          <a:xfrm>
            <a:off x="0" y="7779"/>
            <a:ext cx="1755800" cy="1024217"/>
          </a:xfrm>
          <a:prstGeom prst="rect">
            <a:avLst/>
          </a:prstGeom>
        </p:spPr>
      </p:pic>
      <p:sp>
        <p:nvSpPr>
          <p:cNvPr id="11" name="Title 1">
            <a:extLst>
              <a:ext uri="{FF2B5EF4-FFF2-40B4-BE49-F238E27FC236}">
                <a16:creationId xmlns:a16="http://schemas.microsoft.com/office/drawing/2014/main" id="{1C7BBAA3-263A-8FE5-5AA3-E40EF73A5AE9}"/>
              </a:ext>
            </a:extLst>
          </p:cNvPr>
          <p:cNvSpPr txBox="1">
            <a:spLocks/>
          </p:cNvSpPr>
          <p:nvPr/>
        </p:nvSpPr>
        <p:spPr>
          <a:xfrm>
            <a:off x="1752600" y="0"/>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ISO (CO5)</a:t>
            </a:r>
          </a:p>
        </p:txBody>
      </p:sp>
    </p:spTree>
    <p:extLst>
      <p:ext uri="{BB962C8B-B14F-4D97-AF65-F5344CB8AC3E}">
        <p14:creationId xmlns:p14="http://schemas.microsoft.com/office/powerpoint/2010/main" val="391931189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90600"/>
            <a:ext cx="8229600" cy="4953000"/>
          </a:xfrm>
        </p:spPr>
        <p:txBody>
          <a:bodyPr>
            <a:noAutofit/>
          </a:bodyPr>
          <a:lstStyle/>
          <a:p>
            <a:pPr marL="0" indent="0" algn="just">
              <a:buNone/>
            </a:pPr>
            <a:r>
              <a:rPr lang="en-US" sz="2200" dirty="0"/>
              <a:t>An ISO management standard is a way of running your operations so they are consistent and effective. It is viewed as business best practice.</a:t>
            </a:r>
          </a:p>
          <a:p>
            <a:pPr marL="0" indent="0" algn="just">
              <a:buNone/>
            </a:pPr>
            <a:r>
              <a:rPr lang="en-US" sz="2200" dirty="0"/>
              <a:t>The most common benefits include:</a:t>
            </a:r>
          </a:p>
          <a:p>
            <a:pPr algn="just"/>
            <a:r>
              <a:rPr lang="en-US" sz="2200" dirty="0"/>
              <a:t>Increased efficiency</a:t>
            </a:r>
          </a:p>
          <a:p>
            <a:pPr algn="just"/>
            <a:r>
              <a:rPr lang="en-US" sz="2200" dirty="0"/>
              <a:t>Reduced costs</a:t>
            </a:r>
          </a:p>
          <a:p>
            <a:pPr algn="just"/>
            <a:r>
              <a:rPr lang="en-US" sz="2200" dirty="0"/>
              <a:t>Improved customer satisfaction</a:t>
            </a:r>
          </a:p>
          <a:p>
            <a:pPr algn="just"/>
            <a:r>
              <a:rPr lang="en-US" sz="2200" dirty="0"/>
              <a:t>More engaged employees</a:t>
            </a:r>
          </a:p>
          <a:p>
            <a:pPr algn="just"/>
            <a:r>
              <a:rPr lang="en-US" sz="2200" dirty="0"/>
              <a:t>Reduced risks</a:t>
            </a:r>
          </a:p>
          <a:p>
            <a:pPr marL="0" indent="0" algn="just">
              <a:buNone/>
            </a:pPr>
            <a:r>
              <a:rPr lang="en-US" sz="2200" dirty="0"/>
              <a:t>If you are an owner managed business, ISO Management Systems can help make your business more attractive to potential buyers. If your long term strategy is to obtain an investor or sell the business, ISO Certification can help.</a:t>
            </a:r>
          </a:p>
          <a:p>
            <a:endParaRPr lang="en-US" sz="2400" dirty="0"/>
          </a:p>
        </p:txBody>
      </p:sp>
      <p:sp>
        <p:nvSpPr>
          <p:cNvPr id="4" name="Date Placeholder 3"/>
          <p:cNvSpPr>
            <a:spLocks noGrp="1"/>
          </p:cNvSpPr>
          <p:nvPr>
            <p:ph type="dt" sz="half" idx="10"/>
          </p:nvPr>
        </p:nvSpPr>
        <p:spPr/>
        <p:txBody>
          <a:bodyPr/>
          <a:lstStyle/>
          <a:p>
            <a:fld id="{071B7633-B907-4D84-A037-079150E918A7}" type="datetime1">
              <a:rPr lang="en-US" smtClean="0"/>
              <a:t>5/1/2026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33</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sv-SE" sz="2000"/>
              <a:t>Mr. Minhaj Nezami    AOE0861    TQM     Unit 5</a:t>
            </a:r>
            <a:endParaRPr lang="en-US" sz="2000" dirty="0"/>
          </a:p>
        </p:txBody>
      </p:sp>
      <p:pic>
        <p:nvPicPr>
          <p:cNvPr id="8" name="Picture 7"/>
          <p:cNvPicPr>
            <a:picLocks noChangeAspect="1"/>
          </p:cNvPicPr>
          <p:nvPr/>
        </p:nvPicPr>
        <p:blipFill>
          <a:blip r:embed="rId2"/>
          <a:stretch>
            <a:fillRect/>
          </a:stretch>
        </p:blipFill>
        <p:spPr>
          <a:xfrm>
            <a:off x="0" y="7779"/>
            <a:ext cx="1755800" cy="1024217"/>
          </a:xfrm>
          <a:prstGeom prst="rect">
            <a:avLst/>
          </a:prstGeom>
        </p:spPr>
      </p:pic>
      <p:sp>
        <p:nvSpPr>
          <p:cNvPr id="11" name="Title 1">
            <a:extLst>
              <a:ext uri="{FF2B5EF4-FFF2-40B4-BE49-F238E27FC236}">
                <a16:creationId xmlns:a16="http://schemas.microsoft.com/office/drawing/2014/main" id="{1C7BBAA3-263A-8FE5-5AA3-E40EF73A5AE9}"/>
              </a:ext>
            </a:extLst>
          </p:cNvPr>
          <p:cNvSpPr txBox="1">
            <a:spLocks/>
          </p:cNvSpPr>
          <p:nvPr/>
        </p:nvSpPr>
        <p:spPr>
          <a:xfrm>
            <a:off x="1752600" y="0"/>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ISO (CO5)</a:t>
            </a:r>
          </a:p>
        </p:txBody>
      </p:sp>
    </p:spTree>
    <p:extLst>
      <p:ext uri="{BB962C8B-B14F-4D97-AF65-F5344CB8AC3E}">
        <p14:creationId xmlns:p14="http://schemas.microsoft.com/office/powerpoint/2010/main" val="391931189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Autofit/>
          </a:bodyPr>
          <a:lstStyle/>
          <a:p>
            <a:r>
              <a:rPr lang="en-US" sz="2400" dirty="0"/>
              <a:t>.</a:t>
            </a:r>
          </a:p>
          <a:p>
            <a:endParaRPr lang="en-US" sz="2400" dirty="0"/>
          </a:p>
        </p:txBody>
      </p:sp>
      <p:sp>
        <p:nvSpPr>
          <p:cNvPr id="4" name="Date Placeholder 3"/>
          <p:cNvSpPr>
            <a:spLocks noGrp="1"/>
          </p:cNvSpPr>
          <p:nvPr>
            <p:ph type="dt" sz="half" idx="10"/>
          </p:nvPr>
        </p:nvSpPr>
        <p:spPr/>
        <p:txBody>
          <a:bodyPr/>
          <a:lstStyle/>
          <a:p>
            <a:fld id="{D0E1639F-9BB0-4EFE-A502-608250C92661}" type="datetime1">
              <a:rPr lang="en-US" smtClean="0"/>
              <a:t>5/1/2026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34</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sv-SE" sz="2000"/>
              <a:t>Mr. Minhaj Nezami    AOE0861    TQM     Unit 5</a:t>
            </a:r>
            <a:endParaRPr lang="en-US" sz="2000" dirty="0"/>
          </a:p>
        </p:txBody>
      </p:sp>
      <p:pic>
        <p:nvPicPr>
          <p:cNvPr id="10" name="Picture 2" descr="C:\Users\ndc\Desktop\TQM FILE\iso\Current+ISO+Standards+ISO+9001_2008+Quality+Management+System.jpg"/>
          <p:cNvPicPr>
            <a:picLocks noChangeAspect="1" noChangeArrowheads="1"/>
          </p:cNvPicPr>
          <p:nvPr/>
        </p:nvPicPr>
        <p:blipFill>
          <a:blip r:embed="rId2"/>
          <a:srcRect/>
          <a:stretch>
            <a:fillRect/>
          </a:stretch>
        </p:blipFill>
        <p:spPr bwMode="auto">
          <a:xfrm>
            <a:off x="533400" y="762000"/>
            <a:ext cx="8153400" cy="5257800"/>
          </a:xfrm>
          <a:prstGeom prst="rect">
            <a:avLst/>
          </a:prstGeom>
          <a:noFill/>
        </p:spPr>
      </p:pic>
      <p:pic>
        <p:nvPicPr>
          <p:cNvPr id="12" name="Picture 11"/>
          <p:cNvPicPr>
            <a:picLocks noChangeAspect="1"/>
          </p:cNvPicPr>
          <p:nvPr/>
        </p:nvPicPr>
        <p:blipFill>
          <a:blip r:embed="rId3"/>
          <a:stretch>
            <a:fillRect/>
          </a:stretch>
        </p:blipFill>
        <p:spPr>
          <a:xfrm>
            <a:off x="0" y="7779"/>
            <a:ext cx="1755800" cy="1024217"/>
          </a:xfrm>
          <a:prstGeom prst="rect">
            <a:avLst/>
          </a:prstGeom>
        </p:spPr>
      </p:pic>
      <p:sp>
        <p:nvSpPr>
          <p:cNvPr id="13" name="Title 1">
            <a:extLst>
              <a:ext uri="{FF2B5EF4-FFF2-40B4-BE49-F238E27FC236}">
                <a16:creationId xmlns:a16="http://schemas.microsoft.com/office/drawing/2014/main" id="{1C7BBAA3-263A-8FE5-5AA3-E40EF73A5AE9}"/>
              </a:ext>
            </a:extLst>
          </p:cNvPr>
          <p:cNvSpPr txBox="1">
            <a:spLocks/>
          </p:cNvSpPr>
          <p:nvPr/>
        </p:nvSpPr>
        <p:spPr>
          <a:xfrm>
            <a:off x="1752600" y="0"/>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ISO (CO5)</a:t>
            </a:r>
          </a:p>
        </p:txBody>
      </p:sp>
    </p:spTree>
    <p:extLst>
      <p:ext uri="{BB962C8B-B14F-4D97-AF65-F5344CB8AC3E}">
        <p14:creationId xmlns:p14="http://schemas.microsoft.com/office/powerpoint/2010/main" val="391931189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54EC492B-28BB-4E1C-823D-CA6D76A966C2}" type="datetime1">
              <a:rPr lang="en-US" smtClean="0">
                <a:latin typeface="+mj-lt"/>
              </a:rPr>
              <a:t>5/1/2026</a:t>
            </a:fld>
            <a:endParaRPr lang="en-US">
              <a:latin typeface="+mj-lt"/>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latin typeface="+mj-lt"/>
              </a:rPr>
              <a:pPr/>
              <a:t>35</a:t>
            </a:fld>
            <a:endParaRPr lang="en-US">
              <a:latin typeface="+mj-lt"/>
            </a:endParaRPr>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2400" b="1" dirty="0">
                <a:latin typeface="+mj-lt"/>
                <a:cs typeface="Times New Roman" panose="02020603050405020304" pitchFamily="18" charset="0"/>
              </a:rPr>
              <a:t>Recap of  ISO</a:t>
            </a:r>
          </a:p>
        </p:txBody>
      </p:sp>
      <p:sp>
        <p:nvSpPr>
          <p:cNvPr id="9" name="Footer Placeholder 12"/>
          <p:cNvSpPr>
            <a:spLocks noGrp="1"/>
          </p:cNvSpPr>
          <p:nvPr>
            <p:ph type="ftr" sz="quarter" idx="11"/>
          </p:nvPr>
        </p:nvSpPr>
        <p:spPr>
          <a:xfrm>
            <a:off x="2286000" y="6248415"/>
            <a:ext cx="5029200" cy="365125"/>
          </a:xfrm>
        </p:spPr>
        <p:txBody>
          <a:bodyPr/>
          <a:lstStyle/>
          <a:p>
            <a:r>
              <a:rPr lang="sv-SE" sz="2000">
                <a:latin typeface="+mj-lt"/>
              </a:rPr>
              <a:t>Mr. Minhaj Nezami    AOE0861    TQM     Unit 5</a:t>
            </a:r>
            <a:endParaRPr lang="en-US" sz="2000" dirty="0">
              <a:latin typeface="+mj-lt"/>
            </a:endParaRPr>
          </a:p>
        </p:txBody>
      </p:sp>
      <p:sp>
        <p:nvSpPr>
          <p:cNvPr id="10" name="Rectangle 9"/>
          <p:cNvSpPr/>
          <p:nvPr/>
        </p:nvSpPr>
        <p:spPr>
          <a:xfrm>
            <a:off x="876300" y="1600200"/>
            <a:ext cx="7391400" cy="18288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just"/>
            <a:r>
              <a:rPr lang="en-US" sz="2200" dirty="0">
                <a:latin typeface="+mj-lt"/>
                <a:cs typeface="Times New Roman" pitchFamily="18" charset="0"/>
              </a:rPr>
              <a:t>ISO certification certifies that a management system, manufacturing process, service, or documentation procedure has all the requirements for standardization and quality assurance.</a:t>
            </a:r>
          </a:p>
        </p:txBody>
      </p:sp>
      <p:pic>
        <p:nvPicPr>
          <p:cNvPr id="8" name="Picture 7"/>
          <p:cNvPicPr>
            <a:picLocks noChangeAspect="1"/>
          </p:cNvPicPr>
          <p:nvPr/>
        </p:nvPicPr>
        <p:blipFill>
          <a:blip r:embed="rId2"/>
          <a:stretch>
            <a:fillRect/>
          </a:stretch>
        </p:blipFill>
        <p:spPr>
          <a:xfrm>
            <a:off x="0" y="7779"/>
            <a:ext cx="1755800" cy="1024217"/>
          </a:xfrm>
          <a:prstGeom prst="rect">
            <a:avLst/>
          </a:prstGeom>
        </p:spPr>
      </p:pic>
      <p:sp>
        <p:nvSpPr>
          <p:cNvPr id="12" name="Title 1">
            <a:extLst>
              <a:ext uri="{FF2B5EF4-FFF2-40B4-BE49-F238E27FC236}">
                <a16:creationId xmlns:a16="http://schemas.microsoft.com/office/drawing/2014/main" id="{1C7BBAA3-263A-8FE5-5AA3-E40EF73A5AE9}"/>
              </a:ext>
            </a:extLst>
          </p:cNvPr>
          <p:cNvSpPr txBox="1">
            <a:spLocks/>
          </p:cNvSpPr>
          <p:nvPr/>
        </p:nvSpPr>
        <p:spPr>
          <a:xfrm>
            <a:off x="1752600" y="0"/>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ISO (CO5)</a:t>
            </a:r>
          </a:p>
        </p:txBody>
      </p:sp>
    </p:spTree>
    <p:extLst>
      <p:ext uri="{BB962C8B-B14F-4D97-AF65-F5344CB8AC3E}">
        <p14:creationId xmlns:p14="http://schemas.microsoft.com/office/powerpoint/2010/main" val="391931189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Autofit/>
          </a:bodyPr>
          <a:lstStyle/>
          <a:p>
            <a:pPr marL="457200" indent="-457200">
              <a:lnSpc>
                <a:spcPct val="150000"/>
              </a:lnSpc>
              <a:buFont typeface="+mj-lt"/>
              <a:buAutoNum type="arabicPeriod"/>
            </a:pPr>
            <a:r>
              <a:rPr lang="en-US" sz="2200" dirty="0"/>
              <a:t>What are  ISO?</a:t>
            </a:r>
          </a:p>
          <a:p>
            <a:pPr marL="457200" indent="-457200">
              <a:lnSpc>
                <a:spcPct val="150000"/>
              </a:lnSpc>
              <a:buFont typeface="+mj-lt"/>
              <a:buAutoNum type="arabicPeriod"/>
            </a:pPr>
            <a:r>
              <a:rPr lang="en-US" sz="2200" dirty="0"/>
              <a:t>How many Standards are  in current ISO?</a:t>
            </a:r>
          </a:p>
          <a:p>
            <a:pPr marL="457200" indent="-457200">
              <a:lnSpc>
                <a:spcPct val="150000"/>
              </a:lnSpc>
              <a:buFont typeface="+mj-lt"/>
              <a:buAutoNum type="arabicPeriod"/>
            </a:pPr>
            <a:r>
              <a:rPr lang="en-US" sz="2200" dirty="0"/>
              <a:t>What are  the benefit of ISO?</a:t>
            </a:r>
          </a:p>
          <a:p>
            <a:pPr marL="457200" indent="-457200">
              <a:lnSpc>
                <a:spcPct val="150000"/>
              </a:lnSpc>
              <a:buFont typeface="+mj-lt"/>
              <a:buAutoNum type="arabicPeriod"/>
            </a:pPr>
            <a:r>
              <a:rPr lang="en-US" sz="2200" dirty="0"/>
              <a:t>What are the key areas of ISO for running and managing?</a:t>
            </a:r>
          </a:p>
          <a:p>
            <a:pPr marL="457200" indent="-457200">
              <a:lnSpc>
                <a:spcPct val="150000"/>
              </a:lnSpc>
              <a:buFont typeface="+mj-lt"/>
              <a:buAutoNum type="arabicPeriod"/>
            </a:pPr>
            <a:r>
              <a:rPr lang="en-US" sz="2200" dirty="0"/>
              <a:t>What is ISO Certification? </a:t>
            </a:r>
          </a:p>
          <a:p>
            <a:pPr marL="457200" indent="-457200">
              <a:lnSpc>
                <a:spcPct val="150000"/>
              </a:lnSpc>
              <a:buFont typeface="+mj-lt"/>
              <a:buAutoNum type="arabicPeriod"/>
            </a:pPr>
            <a:endParaRPr lang="en-US" sz="2200" dirty="0"/>
          </a:p>
          <a:p>
            <a:pPr marL="457200" indent="-457200">
              <a:lnSpc>
                <a:spcPct val="150000"/>
              </a:lnSpc>
              <a:buFont typeface="+mj-lt"/>
              <a:buAutoNum type="arabicPeriod"/>
            </a:pPr>
            <a:endParaRPr lang="en-US" sz="2200" dirty="0"/>
          </a:p>
          <a:p>
            <a:pPr marL="457200" indent="-457200">
              <a:lnSpc>
                <a:spcPct val="150000"/>
              </a:lnSpc>
              <a:buFont typeface="+mj-lt"/>
              <a:buAutoNum type="arabicPeriod"/>
            </a:pPr>
            <a:endParaRPr lang="en-US" sz="2200" dirty="0"/>
          </a:p>
          <a:p>
            <a:pPr marL="457200" indent="-457200">
              <a:lnSpc>
                <a:spcPct val="150000"/>
              </a:lnSpc>
              <a:buFont typeface="+mj-lt"/>
              <a:buAutoNum type="arabicPeriod"/>
            </a:pPr>
            <a:endParaRPr lang="en-US" sz="2200" dirty="0"/>
          </a:p>
          <a:p>
            <a:endParaRPr lang="en-US" sz="2400" dirty="0"/>
          </a:p>
          <a:p>
            <a:pPr>
              <a:lnSpc>
                <a:spcPct val="150000"/>
              </a:lnSpc>
            </a:pPr>
            <a:endParaRPr lang="en-US" sz="2200" dirty="0"/>
          </a:p>
        </p:txBody>
      </p:sp>
      <p:sp>
        <p:nvSpPr>
          <p:cNvPr id="4" name="Date Placeholder 3"/>
          <p:cNvSpPr>
            <a:spLocks noGrp="1"/>
          </p:cNvSpPr>
          <p:nvPr>
            <p:ph type="dt" sz="half" idx="10"/>
          </p:nvPr>
        </p:nvSpPr>
        <p:spPr/>
        <p:txBody>
          <a:bodyPr/>
          <a:lstStyle/>
          <a:p>
            <a:fld id="{825956BD-587E-420F-9FDA-17E4BA8D8F13}" type="datetime1">
              <a:rPr lang="en-US" smtClean="0"/>
              <a:t>5/1/2026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36</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sv-SE" sz="2000"/>
              <a:t>Mr. Minhaj Nezami    AOE0861    TQM     Unit 5</a:t>
            </a:r>
            <a:endParaRPr lang="en-US" sz="2000" dirty="0"/>
          </a:p>
        </p:txBody>
      </p:sp>
      <p:pic>
        <p:nvPicPr>
          <p:cNvPr id="8" name="Picture 7"/>
          <p:cNvPicPr>
            <a:picLocks noChangeAspect="1"/>
          </p:cNvPicPr>
          <p:nvPr/>
        </p:nvPicPr>
        <p:blipFill>
          <a:blip r:embed="rId2"/>
          <a:stretch>
            <a:fillRect/>
          </a:stretch>
        </p:blipFill>
        <p:spPr>
          <a:xfrm>
            <a:off x="0" y="7779"/>
            <a:ext cx="1755800" cy="1024217"/>
          </a:xfrm>
          <a:prstGeom prst="rect">
            <a:avLst/>
          </a:prstGeom>
        </p:spPr>
      </p:pic>
      <p:sp>
        <p:nvSpPr>
          <p:cNvPr id="10" name="Title 1">
            <a:extLst>
              <a:ext uri="{FF2B5EF4-FFF2-40B4-BE49-F238E27FC236}">
                <a16:creationId xmlns:a16="http://schemas.microsoft.com/office/drawing/2014/main" id="{1C7BBAA3-263A-8FE5-5AA3-E40EF73A5AE9}"/>
              </a:ext>
            </a:extLst>
          </p:cNvPr>
          <p:cNvSpPr txBox="1">
            <a:spLocks/>
          </p:cNvSpPr>
          <p:nvPr/>
        </p:nvSpPr>
        <p:spPr>
          <a:xfrm>
            <a:off x="1755800" y="7779"/>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Daily Quiz</a:t>
            </a:r>
          </a:p>
        </p:txBody>
      </p:sp>
    </p:spTree>
    <p:extLst>
      <p:ext uri="{BB962C8B-B14F-4D97-AF65-F5344CB8AC3E}">
        <p14:creationId xmlns:p14="http://schemas.microsoft.com/office/powerpoint/2010/main" val="391931189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1505DBBA-5850-4FF3-90C3-4CEAD623C0F5}" type="datetime1">
              <a:rPr lang="en-US" smtClean="0">
                <a:latin typeface="+mj-lt"/>
              </a:rPr>
              <a:t>5/1/2026</a:t>
            </a:fld>
            <a:endParaRPr lang="en-US">
              <a:latin typeface="+mj-lt"/>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latin typeface="+mj-lt"/>
              </a:rPr>
              <a:pPr/>
              <a:t>37</a:t>
            </a:fld>
            <a:endParaRPr lang="en-US">
              <a:latin typeface="+mj-lt"/>
            </a:endParaRPr>
          </a:p>
        </p:txBody>
      </p:sp>
      <p:sp>
        <p:nvSpPr>
          <p:cNvPr id="9" name="Footer Placeholder 12"/>
          <p:cNvSpPr>
            <a:spLocks noGrp="1"/>
          </p:cNvSpPr>
          <p:nvPr>
            <p:ph type="ftr" sz="quarter" idx="11"/>
          </p:nvPr>
        </p:nvSpPr>
        <p:spPr>
          <a:xfrm>
            <a:off x="2286000" y="6248415"/>
            <a:ext cx="5029200" cy="365125"/>
          </a:xfrm>
        </p:spPr>
        <p:txBody>
          <a:bodyPr/>
          <a:lstStyle/>
          <a:p>
            <a:r>
              <a:rPr lang="sv-SE" sz="2000">
                <a:latin typeface="+mj-lt"/>
              </a:rPr>
              <a:t>Mr. Minhaj Nezami    AOE0861    TQM     Unit 5</a:t>
            </a:r>
            <a:endParaRPr lang="en-US" sz="2000" dirty="0">
              <a:latin typeface="+mj-lt"/>
            </a:endParaRPr>
          </a:p>
        </p:txBody>
      </p:sp>
      <p:sp>
        <p:nvSpPr>
          <p:cNvPr id="10" name="Rectangle 9"/>
          <p:cNvSpPr/>
          <p:nvPr/>
        </p:nvSpPr>
        <p:spPr>
          <a:xfrm>
            <a:off x="925286" y="1403803"/>
            <a:ext cx="7391400" cy="14478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just"/>
            <a:r>
              <a:rPr lang="en-US" sz="2200" dirty="0">
                <a:latin typeface="+mj-lt"/>
                <a:cs typeface="Times New Roman" pitchFamily="18" charset="0"/>
              </a:rPr>
              <a:t>ISO 9000 can help a company satisfy its customers, meet regulatory requirements, and achieve continual improvement</a:t>
            </a:r>
          </a:p>
        </p:txBody>
      </p:sp>
      <p:graphicFrame>
        <p:nvGraphicFramePr>
          <p:cNvPr id="11" name="Table 10"/>
          <p:cNvGraphicFramePr>
            <a:graphicFrameLocks noGrp="1"/>
          </p:cNvGraphicFramePr>
          <p:nvPr>
            <p:extLst>
              <p:ext uri="{D42A27DB-BD31-4B8C-83A1-F6EECF244321}">
                <p14:modId xmlns:p14="http://schemas.microsoft.com/office/powerpoint/2010/main" val="564543960"/>
              </p:ext>
            </p:extLst>
          </p:nvPr>
        </p:nvGraphicFramePr>
        <p:xfrm>
          <a:off x="925287" y="3472370"/>
          <a:ext cx="7391399" cy="1414272"/>
        </p:xfrm>
        <a:graphic>
          <a:graphicData uri="http://schemas.openxmlformats.org/drawingml/2006/table">
            <a:tbl>
              <a:tblPr>
                <a:tableStyleId>{93296810-A885-4BE3-A3E7-6D5BEEA58F35}</a:tableStyleId>
              </a:tblPr>
              <a:tblGrid>
                <a:gridCol w="790637">
                  <a:extLst>
                    <a:ext uri="{9D8B030D-6E8A-4147-A177-3AD203B41FA5}">
                      <a16:colId xmlns:a16="http://schemas.microsoft.com/office/drawing/2014/main" val="20000"/>
                    </a:ext>
                  </a:extLst>
                </a:gridCol>
                <a:gridCol w="790637">
                  <a:extLst>
                    <a:ext uri="{9D8B030D-6E8A-4147-A177-3AD203B41FA5}">
                      <a16:colId xmlns:a16="http://schemas.microsoft.com/office/drawing/2014/main" val="20001"/>
                    </a:ext>
                  </a:extLst>
                </a:gridCol>
                <a:gridCol w="451793">
                  <a:extLst>
                    <a:ext uri="{9D8B030D-6E8A-4147-A177-3AD203B41FA5}">
                      <a16:colId xmlns:a16="http://schemas.microsoft.com/office/drawing/2014/main" val="20002"/>
                    </a:ext>
                  </a:extLst>
                </a:gridCol>
                <a:gridCol w="493908">
                  <a:extLst>
                    <a:ext uri="{9D8B030D-6E8A-4147-A177-3AD203B41FA5}">
                      <a16:colId xmlns:a16="http://schemas.microsoft.com/office/drawing/2014/main" val="20003"/>
                    </a:ext>
                  </a:extLst>
                </a:gridCol>
                <a:gridCol w="484975">
                  <a:extLst>
                    <a:ext uri="{9D8B030D-6E8A-4147-A177-3AD203B41FA5}">
                      <a16:colId xmlns:a16="http://schemas.microsoft.com/office/drawing/2014/main" val="20004"/>
                    </a:ext>
                  </a:extLst>
                </a:gridCol>
                <a:gridCol w="555328">
                  <a:extLst>
                    <a:ext uri="{9D8B030D-6E8A-4147-A177-3AD203B41FA5}">
                      <a16:colId xmlns:a16="http://schemas.microsoft.com/office/drawing/2014/main" val="20005"/>
                    </a:ext>
                  </a:extLst>
                </a:gridCol>
                <a:gridCol w="555328">
                  <a:extLst>
                    <a:ext uri="{9D8B030D-6E8A-4147-A177-3AD203B41FA5}">
                      <a16:colId xmlns:a16="http://schemas.microsoft.com/office/drawing/2014/main" val="20006"/>
                    </a:ext>
                  </a:extLst>
                </a:gridCol>
                <a:gridCol w="555328">
                  <a:extLst>
                    <a:ext uri="{9D8B030D-6E8A-4147-A177-3AD203B41FA5}">
                      <a16:colId xmlns:a16="http://schemas.microsoft.com/office/drawing/2014/main" val="20007"/>
                    </a:ext>
                  </a:extLst>
                </a:gridCol>
                <a:gridCol w="555328">
                  <a:extLst>
                    <a:ext uri="{9D8B030D-6E8A-4147-A177-3AD203B41FA5}">
                      <a16:colId xmlns:a16="http://schemas.microsoft.com/office/drawing/2014/main" val="20008"/>
                    </a:ext>
                  </a:extLst>
                </a:gridCol>
                <a:gridCol w="555328">
                  <a:extLst>
                    <a:ext uri="{9D8B030D-6E8A-4147-A177-3AD203B41FA5}">
                      <a16:colId xmlns:a16="http://schemas.microsoft.com/office/drawing/2014/main" val="20009"/>
                    </a:ext>
                  </a:extLst>
                </a:gridCol>
                <a:gridCol w="555328">
                  <a:extLst>
                    <a:ext uri="{9D8B030D-6E8A-4147-A177-3AD203B41FA5}">
                      <a16:colId xmlns:a16="http://schemas.microsoft.com/office/drawing/2014/main" val="20010"/>
                    </a:ext>
                  </a:extLst>
                </a:gridCol>
                <a:gridCol w="555328">
                  <a:extLst>
                    <a:ext uri="{9D8B030D-6E8A-4147-A177-3AD203B41FA5}">
                      <a16:colId xmlns:a16="http://schemas.microsoft.com/office/drawing/2014/main" val="20011"/>
                    </a:ext>
                  </a:extLst>
                </a:gridCol>
                <a:gridCol w="492153">
                  <a:extLst>
                    <a:ext uri="{9D8B030D-6E8A-4147-A177-3AD203B41FA5}">
                      <a16:colId xmlns:a16="http://schemas.microsoft.com/office/drawing/2014/main" val="20012"/>
                    </a:ext>
                  </a:extLst>
                </a:gridCol>
              </a:tblGrid>
              <a:tr h="707136">
                <a:tc>
                  <a:txBody>
                    <a:bodyPr/>
                    <a:lstStyle/>
                    <a:p>
                      <a:pPr marL="0" marR="0" algn="ctr">
                        <a:lnSpc>
                          <a:spcPct val="115000"/>
                        </a:lnSpc>
                        <a:spcBef>
                          <a:spcPts val="0"/>
                        </a:spcBef>
                        <a:spcAft>
                          <a:spcPts val="0"/>
                        </a:spcAft>
                      </a:pPr>
                      <a:r>
                        <a:rPr lang="en-US" sz="1800" dirty="0"/>
                        <a:t>CO</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t>PO1</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t>PO2</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t>PO3</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t>PO4</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t>PO5</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t>PO6</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t>PO7</a:t>
                      </a:r>
                      <a:endParaRPr lang="en-US" sz="180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t>PO8</a:t>
                      </a:r>
                      <a:endParaRPr lang="en-US" sz="180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t>PO9</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t>PO10</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t>PO11</a:t>
                      </a:r>
                      <a:endParaRPr lang="en-US" sz="180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t>PO12</a:t>
                      </a:r>
                      <a:endParaRPr lang="en-US" sz="180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707136">
                <a:tc>
                  <a:txBody>
                    <a:bodyPr/>
                    <a:lstStyle/>
                    <a:p>
                      <a:pPr marL="0" marR="0" algn="ctr">
                        <a:lnSpc>
                          <a:spcPct val="115000"/>
                        </a:lnSpc>
                        <a:spcBef>
                          <a:spcPts val="0"/>
                        </a:spcBef>
                        <a:spcAft>
                          <a:spcPts val="1000"/>
                        </a:spcAft>
                      </a:pPr>
                      <a:r>
                        <a:rPr lang="en-US" sz="1800" u="none" dirty="0"/>
                        <a:t>AOE0861.1</a:t>
                      </a:r>
                      <a:endParaRPr lang="en-US" sz="1800" u="none" dirty="0">
                        <a:solidFill>
                          <a:srgbClr val="FF0000"/>
                        </a:solidFill>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dirty="0"/>
                        <a:t>3</a:t>
                      </a:r>
                      <a:endParaRPr lang="en-US" sz="1800" dirty="0">
                        <a:solidFill>
                          <a:srgbClr val="FF0000"/>
                        </a:solidFill>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dirty="0"/>
                        <a:t>2</a:t>
                      </a:r>
                      <a:endParaRPr lang="en-US" sz="1800" dirty="0">
                        <a:solidFill>
                          <a:srgbClr val="FF0000"/>
                        </a:solidFill>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dirty="0"/>
                        <a:t>3</a:t>
                      </a:r>
                      <a:endParaRPr lang="en-US" sz="1800" dirty="0">
                        <a:solidFill>
                          <a:srgbClr val="FF0000"/>
                        </a:solidFill>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dirty="0"/>
                        <a:t>2</a:t>
                      </a:r>
                      <a:endParaRPr lang="en-US" sz="1800" dirty="0">
                        <a:solidFill>
                          <a:srgbClr val="FF0000"/>
                        </a:solidFill>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dirty="0"/>
                        <a:t>2</a:t>
                      </a:r>
                      <a:endParaRPr lang="en-US" sz="1800" dirty="0">
                        <a:solidFill>
                          <a:srgbClr val="FF0000"/>
                        </a:solidFill>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dirty="0"/>
                        <a:t>2</a:t>
                      </a:r>
                      <a:endParaRPr lang="en-US" sz="1800" dirty="0">
                        <a:solidFill>
                          <a:srgbClr val="FF0000"/>
                        </a:solidFill>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dirty="0"/>
                        <a:t>2</a:t>
                      </a:r>
                      <a:endParaRPr lang="en-US" sz="1800" dirty="0">
                        <a:solidFill>
                          <a:srgbClr val="FF0000"/>
                        </a:solidFill>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dirty="0"/>
                        <a:t>1</a:t>
                      </a:r>
                      <a:endParaRPr lang="en-US" sz="1800" dirty="0">
                        <a:solidFill>
                          <a:srgbClr val="FF0000"/>
                        </a:solidFill>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dirty="0"/>
                        <a:t>2</a:t>
                      </a:r>
                      <a:endParaRPr lang="en-US" sz="1800" dirty="0">
                        <a:solidFill>
                          <a:srgbClr val="FF0000"/>
                        </a:solidFill>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dirty="0"/>
                        <a:t>1</a:t>
                      </a:r>
                      <a:endParaRPr lang="en-US" sz="1800" dirty="0">
                        <a:solidFill>
                          <a:srgbClr val="FF0000"/>
                        </a:solidFill>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dirty="0"/>
                        <a:t>2</a:t>
                      </a:r>
                      <a:endParaRPr lang="en-US" sz="1800" dirty="0">
                        <a:solidFill>
                          <a:srgbClr val="FF0000"/>
                        </a:solidFill>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dirty="0"/>
                        <a:t>3</a:t>
                      </a:r>
                      <a:endParaRPr lang="en-US" sz="1800" dirty="0">
                        <a:solidFill>
                          <a:srgbClr val="FF0000"/>
                        </a:solidFill>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extLst>
                  <a:ext uri="{0D108BD9-81ED-4DB2-BD59-A6C34878D82A}">
                    <a16:rowId xmlns:a16="http://schemas.microsoft.com/office/drawing/2014/main" val="10001"/>
                  </a:ext>
                </a:extLst>
              </a:tr>
            </a:tbl>
          </a:graphicData>
        </a:graphic>
      </p:graphicFrame>
      <p:pic>
        <p:nvPicPr>
          <p:cNvPr id="13" name="Picture 12"/>
          <p:cNvPicPr>
            <a:picLocks noChangeAspect="1"/>
          </p:cNvPicPr>
          <p:nvPr/>
        </p:nvPicPr>
        <p:blipFill>
          <a:blip r:embed="rId2"/>
          <a:stretch>
            <a:fillRect/>
          </a:stretch>
        </p:blipFill>
        <p:spPr>
          <a:xfrm>
            <a:off x="0" y="7779"/>
            <a:ext cx="1755800" cy="1024217"/>
          </a:xfrm>
          <a:prstGeom prst="rect">
            <a:avLst/>
          </a:prstGeom>
        </p:spPr>
      </p:pic>
      <p:sp>
        <p:nvSpPr>
          <p:cNvPr id="12" name="Title 1">
            <a:extLst>
              <a:ext uri="{FF2B5EF4-FFF2-40B4-BE49-F238E27FC236}">
                <a16:creationId xmlns:a16="http://schemas.microsoft.com/office/drawing/2014/main" id="{1C7BBAA3-263A-8FE5-5AA3-E40EF73A5AE9}"/>
              </a:ext>
            </a:extLst>
          </p:cNvPr>
          <p:cNvSpPr txBox="1">
            <a:spLocks/>
          </p:cNvSpPr>
          <p:nvPr/>
        </p:nvSpPr>
        <p:spPr>
          <a:xfrm>
            <a:off x="1731818" y="-1290"/>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Objective of ISO 9000</a:t>
            </a:r>
          </a:p>
        </p:txBody>
      </p:sp>
    </p:spTree>
    <p:extLst>
      <p:ext uri="{BB962C8B-B14F-4D97-AF65-F5344CB8AC3E}">
        <p14:creationId xmlns:p14="http://schemas.microsoft.com/office/powerpoint/2010/main" val="391931189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566057" y="1194184"/>
            <a:ext cx="7922492" cy="4811582"/>
            <a:chOff x="886967" y="1228344"/>
            <a:chExt cx="8714741" cy="5453126"/>
          </a:xfrm>
        </p:grpSpPr>
        <p:sp>
          <p:nvSpPr>
            <p:cNvPr id="5" name="object 5"/>
            <p:cNvSpPr/>
            <p:nvPr/>
          </p:nvSpPr>
          <p:spPr>
            <a:xfrm>
              <a:off x="2637282" y="1243583"/>
              <a:ext cx="1742694" cy="1743456"/>
            </a:xfrm>
            <a:prstGeom prst="rect">
              <a:avLst/>
            </a:prstGeom>
            <a:blipFill>
              <a:blip r:embed="rId2" cstate="print"/>
              <a:stretch>
                <a:fillRect/>
              </a:stretch>
            </a:blipFill>
          </p:spPr>
          <p:txBody>
            <a:bodyPr wrap="square" lIns="0" tIns="0" rIns="0" bIns="0" rtlCol="0"/>
            <a:lstStyle/>
            <a:p>
              <a:endParaRPr>
                <a:latin typeface="+mj-lt"/>
              </a:endParaRPr>
            </a:p>
          </p:txBody>
        </p:sp>
        <p:sp>
          <p:nvSpPr>
            <p:cNvPr id="6" name="object 6"/>
            <p:cNvSpPr/>
            <p:nvPr/>
          </p:nvSpPr>
          <p:spPr>
            <a:xfrm>
              <a:off x="886967" y="1228344"/>
              <a:ext cx="3499104" cy="2657856"/>
            </a:xfrm>
            <a:prstGeom prst="rect">
              <a:avLst/>
            </a:prstGeom>
            <a:blipFill>
              <a:blip r:embed="rId3" cstate="print"/>
              <a:stretch>
                <a:fillRect/>
              </a:stretch>
            </a:blipFill>
          </p:spPr>
          <p:txBody>
            <a:bodyPr wrap="square" lIns="0" tIns="0" rIns="0" bIns="0" rtlCol="0"/>
            <a:lstStyle/>
            <a:p>
              <a:endParaRPr>
                <a:latin typeface="+mj-lt"/>
              </a:endParaRPr>
            </a:p>
          </p:txBody>
        </p:sp>
        <p:sp>
          <p:nvSpPr>
            <p:cNvPr id="7" name="object 7"/>
            <p:cNvSpPr/>
            <p:nvPr/>
          </p:nvSpPr>
          <p:spPr>
            <a:xfrm>
              <a:off x="886968" y="1228356"/>
              <a:ext cx="8714740" cy="2658110"/>
            </a:xfrm>
            <a:custGeom>
              <a:avLst/>
              <a:gdLst/>
              <a:ahLst/>
              <a:cxnLst/>
              <a:rect l="l" t="t" r="r" b="b"/>
              <a:pathLst>
                <a:path w="8714740" h="2658110">
                  <a:moveTo>
                    <a:pt x="8714232" y="575564"/>
                  </a:moveTo>
                  <a:lnTo>
                    <a:pt x="8708123" y="534911"/>
                  </a:lnTo>
                  <a:lnTo>
                    <a:pt x="8692883" y="475475"/>
                  </a:lnTo>
                  <a:lnTo>
                    <a:pt x="8671547" y="419087"/>
                  </a:lnTo>
                  <a:lnTo>
                    <a:pt x="8647163" y="365747"/>
                  </a:lnTo>
                  <a:lnTo>
                    <a:pt x="8598395" y="291071"/>
                  </a:lnTo>
                  <a:lnTo>
                    <a:pt x="8561819" y="245351"/>
                  </a:lnTo>
                  <a:lnTo>
                    <a:pt x="8519147" y="204203"/>
                  </a:lnTo>
                  <a:lnTo>
                    <a:pt x="8473427" y="167627"/>
                  </a:lnTo>
                  <a:lnTo>
                    <a:pt x="8450567" y="149339"/>
                  </a:lnTo>
                  <a:lnTo>
                    <a:pt x="8424659" y="134099"/>
                  </a:lnTo>
                  <a:lnTo>
                    <a:pt x="8400275" y="118859"/>
                  </a:lnTo>
                  <a:lnTo>
                    <a:pt x="8372843" y="105143"/>
                  </a:lnTo>
                  <a:lnTo>
                    <a:pt x="8317979" y="82283"/>
                  </a:lnTo>
                  <a:lnTo>
                    <a:pt x="8260067" y="63995"/>
                  </a:lnTo>
                  <a:lnTo>
                    <a:pt x="8170151" y="48755"/>
                  </a:lnTo>
                  <a:lnTo>
                    <a:pt x="8138160" y="45720"/>
                  </a:lnTo>
                  <a:lnTo>
                    <a:pt x="3500615" y="45720"/>
                  </a:lnTo>
                  <a:lnTo>
                    <a:pt x="3499104" y="47231"/>
                  </a:lnTo>
                  <a:lnTo>
                    <a:pt x="3499104" y="15240"/>
                  </a:lnTo>
                  <a:lnTo>
                    <a:pt x="3499104" y="0"/>
                  </a:lnTo>
                  <a:lnTo>
                    <a:pt x="1749539" y="1749552"/>
                  </a:lnTo>
                  <a:lnTo>
                    <a:pt x="15227" y="15240"/>
                  </a:lnTo>
                  <a:lnTo>
                    <a:pt x="0" y="0"/>
                  </a:lnTo>
                  <a:lnTo>
                    <a:pt x="0" y="2657856"/>
                  </a:lnTo>
                  <a:lnTo>
                    <a:pt x="13703" y="2657856"/>
                  </a:lnTo>
                  <a:lnTo>
                    <a:pt x="13703" y="32004"/>
                  </a:lnTo>
                  <a:lnTo>
                    <a:pt x="1749539" y="1767840"/>
                  </a:lnTo>
                  <a:lnTo>
                    <a:pt x="1763255" y="1754124"/>
                  </a:lnTo>
                  <a:lnTo>
                    <a:pt x="3486899" y="30480"/>
                  </a:lnTo>
                  <a:lnTo>
                    <a:pt x="3486899" y="2657856"/>
                  </a:lnTo>
                  <a:lnTo>
                    <a:pt x="3494532" y="2657856"/>
                  </a:lnTo>
                  <a:lnTo>
                    <a:pt x="3499104" y="2657856"/>
                  </a:lnTo>
                  <a:lnTo>
                    <a:pt x="3520427" y="2657856"/>
                  </a:lnTo>
                  <a:lnTo>
                    <a:pt x="3520427" y="71615"/>
                  </a:lnTo>
                  <a:lnTo>
                    <a:pt x="8138147" y="71615"/>
                  </a:lnTo>
                  <a:lnTo>
                    <a:pt x="8197583" y="77711"/>
                  </a:lnTo>
                  <a:lnTo>
                    <a:pt x="8255495" y="89903"/>
                  </a:lnTo>
                  <a:lnTo>
                    <a:pt x="8310359" y="106667"/>
                  </a:lnTo>
                  <a:lnTo>
                    <a:pt x="8388083" y="141719"/>
                  </a:lnTo>
                  <a:lnTo>
                    <a:pt x="8436851" y="170675"/>
                  </a:lnTo>
                  <a:lnTo>
                    <a:pt x="8502383" y="224015"/>
                  </a:lnTo>
                  <a:lnTo>
                    <a:pt x="8543531" y="263639"/>
                  </a:lnTo>
                  <a:lnTo>
                    <a:pt x="8595347" y="330695"/>
                  </a:lnTo>
                  <a:lnTo>
                    <a:pt x="8624303" y="379463"/>
                  </a:lnTo>
                  <a:lnTo>
                    <a:pt x="8638019" y="403847"/>
                  </a:lnTo>
                  <a:lnTo>
                    <a:pt x="8659355" y="457187"/>
                  </a:lnTo>
                  <a:lnTo>
                    <a:pt x="8676119" y="512051"/>
                  </a:lnTo>
                  <a:lnTo>
                    <a:pt x="8688311" y="568439"/>
                  </a:lnTo>
                  <a:lnTo>
                    <a:pt x="8691359" y="598919"/>
                  </a:lnTo>
                  <a:lnTo>
                    <a:pt x="8694407" y="627875"/>
                  </a:lnTo>
                  <a:lnTo>
                    <a:pt x="8694407" y="2657856"/>
                  </a:lnTo>
                  <a:lnTo>
                    <a:pt x="8714232" y="2657856"/>
                  </a:lnTo>
                  <a:lnTo>
                    <a:pt x="8714232" y="575564"/>
                  </a:lnTo>
                  <a:close/>
                </a:path>
              </a:pathLst>
            </a:custGeom>
            <a:solidFill>
              <a:srgbClr val="BF504D"/>
            </a:solidFill>
          </p:spPr>
          <p:txBody>
            <a:bodyPr wrap="square" lIns="0" tIns="0" rIns="0" bIns="0" rtlCol="0"/>
            <a:lstStyle/>
            <a:p>
              <a:endParaRPr>
                <a:latin typeface="+mj-lt"/>
              </a:endParaRPr>
            </a:p>
          </p:txBody>
        </p:sp>
        <p:sp>
          <p:nvSpPr>
            <p:cNvPr id="8" name="object 8"/>
            <p:cNvSpPr/>
            <p:nvPr/>
          </p:nvSpPr>
          <p:spPr>
            <a:xfrm>
              <a:off x="893063" y="3886200"/>
              <a:ext cx="3486912" cy="2787396"/>
            </a:xfrm>
            <a:prstGeom prst="rect">
              <a:avLst/>
            </a:prstGeom>
            <a:blipFill>
              <a:blip r:embed="rId4" cstate="print"/>
              <a:stretch>
                <a:fillRect/>
              </a:stretch>
            </a:blipFill>
          </p:spPr>
          <p:txBody>
            <a:bodyPr wrap="square" lIns="0" tIns="0" rIns="0" bIns="0" rtlCol="0"/>
            <a:lstStyle/>
            <a:p>
              <a:endParaRPr>
                <a:latin typeface="+mj-lt"/>
              </a:endParaRPr>
            </a:p>
          </p:txBody>
        </p:sp>
        <p:sp>
          <p:nvSpPr>
            <p:cNvPr id="9" name="object 9"/>
            <p:cNvSpPr/>
            <p:nvPr/>
          </p:nvSpPr>
          <p:spPr>
            <a:xfrm>
              <a:off x="886967" y="3886200"/>
              <a:ext cx="3499104" cy="2795016"/>
            </a:xfrm>
            <a:prstGeom prst="rect">
              <a:avLst/>
            </a:prstGeom>
            <a:blipFill>
              <a:blip r:embed="rId5" cstate="print"/>
              <a:stretch>
                <a:fillRect/>
              </a:stretch>
            </a:blipFill>
          </p:spPr>
          <p:txBody>
            <a:bodyPr wrap="square" lIns="0" tIns="0" rIns="0" bIns="0" rtlCol="0"/>
            <a:lstStyle/>
            <a:p>
              <a:endParaRPr>
                <a:latin typeface="+mj-lt"/>
              </a:endParaRPr>
            </a:p>
          </p:txBody>
        </p:sp>
        <p:sp>
          <p:nvSpPr>
            <p:cNvPr id="10" name="object 10"/>
            <p:cNvSpPr/>
            <p:nvPr/>
          </p:nvSpPr>
          <p:spPr>
            <a:xfrm>
              <a:off x="886968" y="3886200"/>
              <a:ext cx="3499485" cy="2795270"/>
            </a:xfrm>
            <a:custGeom>
              <a:avLst/>
              <a:gdLst/>
              <a:ahLst/>
              <a:cxnLst/>
              <a:rect l="l" t="t" r="r" b="b"/>
              <a:pathLst>
                <a:path w="3499485" h="2795270">
                  <a:moveTo>
                    <a:pt x="1749551" y="2795015"/>
                  </a:moveTo>
                  <a:lnTo>
                    <a:pt x="0" y="1046987"/>
                  </a:lnTo>
                  <a:lnTo>
                    <a:pt x="0" y="0"/>
                  </a:lnTo>
                  <a:lnTo>
                    <a:pt x="13715" y="0"/>
                  </a:lnTo>
                  <a:lnTo>
                    <a:pt x="13715" y="1039367"/>
                  </a:lnTo>
                  <a:lnTo>
                    <a:pt x="10667" y="1039367"/>
                  </a:lnTo>
                  <a:lnTo>
                    <a:pt x="13715" y="1043939"/>
                  </a:lnTo>
                  <a:lnTo>
                    <a:pt x="15239" y="1043939"/>
                  </a:lnTo>
                  <a:lnTo>
                    <a:pt x="1749551" y="2778251"/>
                  </a:lnTo>
                  <a:lnTo>
                    <a:pt x="1744979" y="2782823"/>
                  </a:lnTo>
                  <a:lnTo>
                    <a:pt x="1761754" y="2782823"/>
                  </a:lnTo>
                  <a:lnTo>
                    <a:pt x="1749551" y="2795015"/>
                  </a:lnTo>
                  <a:close/>
                </a:path>
                <a:path w="3499485" h="2795270">
                  <a:moveTo>
                    <a:pt x="3486911" y="1040891"/>
                  </a:moveTo>
                  <a:lnTo>
                    <a:pt x="3486911" y="0"/>
                  </a:lnTo>
                  <a:lnTo>
                    <a:pt x="3499103" y="0"/>
                  </a:lnTo>
                  <a:lnTo>
                    <a:pt x="3499103" y="1039367"/>
                  </a:lnTo>
                  <a:lnTo>
                    <a:pt x="3488435" y="1039367"/>
                  </a:lnTo>
                  <a:lnTo>
                    <a:pt x="3486911" y="1040891"/>
                  </a:lnTo>
                  <a:close/>
                </a:path>
                <a:path w="3499485" h="2795270">
                  <a:moveTo>
                    <a:pt x="13715" y="1043939"/>
                  </a:moveTo>
                  <a:lnTo>
                    <a:pt x="10667" y="1039367"/>
                  </a:lnTo>
                  <a:lnTo>
                    <a:pt x="13715" y="1042415"/>
                  </a:lnTo>
                  <a:lnTo>
                    <a:pt x="13715" y="1043939"/>
                  </a:lnTo>
                  <a:close/>
                </a:path>
                <a:path w="3499485" h="2795270">
                  <a:moveTo>
                    <a:pt x="13715" y="1042415"/>
                  </a:moveTo>
                  <a:lnTo>
                    <a:pt x="10667" y="1039367"/>
                  </a:lnTo>
                  <a:lnTo>
                    <a:pt x="13715" y="1039367"/>
                  </a:lnTo>
                  <a:lnTo>
                    <a:pt x="13715" y="1042415"/>
                  </a:lnTo>
                  <a:close/>
                </a:path>
                <a:path w="3499485" h="2795270">
                  <a:moveTo>
                    <a:pt x="3486911" y="1043939"/>
                  </a:moveTo>
                  <a:lnTo>
                    <a:pt x="3486911" y="1040891"/>
                  </a:lnTo>
                  <a:lnTo>
                    <a:pt x="3488435" y="1039367"/>
                  </a:lnTo>
                  <a:lnTo>
                    <a:pt x="3486911" y="1043939"/>
                  </a:lnTo>
                  <a:close/>
                </a:path>
                <a:path w="3499485" h="2795270">
                  <a:moveTo>
                    <a:pt x="3499103" y="1043939"/>
                  </a:moveTo>
                  <a:lnTo>
                    <a:pt x="3486911" y="1043939"/>
                  </a:lnTo>
                  <a:lnTo>
                    <a:pt x="3488435" y="1039367"/>
                  </a:lnTo>
                  <a:lnTo>
                    <a:pt x="3499103" y="1039367"/>
                  </a:lnTo>
                  <a:lnTo>
                    <a:pt x="3499103" y="1043939"/>
                  </a:lnTo>
                  <a:close/>
                </a:path>
                <a:path w="3499485" h="2795270">
                  <a:moveTo>
                    <a:pt x="1761754" y="2782823"/>
                  </a:moveTo>
                  <a:lnTo>
                    <a:pt x="1754123" y="2782823"/>
                  </a:lnTo>
                  <a:lnTo>
                    <a:pt x="1749551" y="2778251"/>
                  </a:lnTo>
                  <a:lnTo>
                    <a:pt x="3486911" y="1040891"/>
                  </a:lnTo>
                  <a:lnTo>
                    <a:pt x="3486911" y="1043939"/>
                  </a:lnTo>
                  <a:lnTo>
                    <a:pt x="3499103" y="1043939"/>
                  </a:lnTo>
                  <a:lnTo>
                    <a:pt x="3499103" y="1046987"/>
                  </a:lnTo>
                  <a:lnTo>
                    <a:pt x="1761754" y="2782823"/>
                  </a:lnTo>
                  <a:close/>
                </a:path>
                <a:path w="3499485" h="2795270">
                  <a:moveTo>
                    <a:pt x="15239" y="1043939"/>
                  </a:moveTo>
                  <a:lnTo>
                    <a:pt x="13715" y="1043939"/>
                  </a:lnTo>
                  <a:lnTo>
                    <a:pt x="13715" y="1042415"/>
                  </a:lnTo>
                  <a:lnTo>
                    <a:pt x="15239" y="1043939"/>
                  </a:lnTo>
                  <a:close/>
                </a:path>
                <a:path w="3499485" h="2795270">
                  <a:moveTo>
                    <a:pt x="1754123" y="2782823"/>
                  </a:moveTo>
                  <a:lnTo>
                    <a:pt x="1744979" y="2782823"/>
                  </a:lnTo>
                  <a:lnTo>
                    <a:pt x="1749551" y="2778251"/>
                  </a:lnTo>
                  <a:lnTo>
                    <a:pt x="1754123" y="2782823"/>
                  </a:lnTo>
                  <a:close/>
                </a:path>
              </a:pathLst>
            </a:custGeom>
            <a:solidFill>
              <a:srgbClr val="BF504D"/>
            </a:solidFill>
          </p:spPr>
          <p:txBody>
            <a:bodyPr wrap="square" lIns="0" tIns="0" rIns="0" bIns="0" rtlCol="0"/>
            <a:lstStyle/>
            <a:p>
              <a:endParaRPr>
                <a:latin typeface="+mj-lt"/>
              </a:endParaRPr>
            </a:p>
          </p:txBody>
        </p:sp>
      </p:grpSp>
      <p:sp>
        <p:nvSpPr>
          <p:cNvPr id="11" name="object 11"/>
          <p:cNvSpPr txBox="1"/>
          <p:nvPr/>
        </p:nvSpPr>
        <p:spPr>
          <a:xfrm>
            <a:off x="4267200" y="2286000"/>
            <a:ext cx="4343400" cy="1610286"/>
          </a:xfrm>
          <a:prstGeom prst="rect">
            <a:avLst/>
          </a:prstGeom>
        </p:spPr>
        <p:txBody>
          <a:bodyPr vert="horz" wrap="square" lIns="0" tIns="52425" rIns="0" bIns="0" rtlCol="0">
            <a:spAutoFit/>
          </a:bodyPr>
          <a:lstStyle/>
          <a:p>
            <a:pPr marL="342900" lvl="0" indent="-342900" algn="just">
              <a:spcBef>
                <a:spcPct val="20000"/>
              </a:spcBef>
              <a:buFont typeface="Arial" pitchFamily="34" charset="0"/>
              <a:buChar char="•"/>
            </a:pPr>
            <a:r>
              <a:rPr lang="en-US" sz="2200" dirty="0">
                <a:solidFill>
                  <a:prstClr val="black"/>
                </a:solidFill>
                <a:latin typeface="+mj-lt"/>
                <a:cs typeface="Times New Roman" panose="02020603050405020304" pitchFamily="18" charset="0"/>
              </a:rPr>
              <a:t>Current ISO Standard</a:t>
            </a:r>
          </a:p>
          <a:p>
            <a:pPr marL="342900" indent="-342900" algn="just">
              <a:spcBef>
                <a:spcPct val="20000"/>
              </a:spcBef>
              <a:buFont typeface="Arial" pitchFamily="34" charset="0"/>
              <a:buChar char="•"/>
            </a:pPr>
            <a:r>
              <a:rPr lang="en-US" sz="2200" dirty="0">
                <a:solidFill>
                  <a:prstClr val="black"/>
                </a:solidFill>
                <a:latin typeface="+mj-lt"/>
                <a:cs typeface="Times New Roman" panose="02020603050405020304" pitchFamily="18" charset="0"/>
              </a:rPr>
              <a:t>ISO Certification</a:t>
            </a:r>
          </a:p>
          <a:p>
            <a:pPr marL="342900" lvl="0" indent="-342900" algn="just">
              <a:spcBef>
                <a:spcPct val="20000"/>
              </a:spcBef>
              <a:buFont typeface="Arial" pitchFamily="34" charset="0"/>
              <a:buChar char="•"/>
            </a:pPr>
            <a:endParaRPr lang="en-US" sz="2200" dirty="0">
              <a:solidFill>
                <a:prstClr val="black"/>
              </a:solidFill>
              <a:latin typeface="+mj-lt"/>
              <a:cs typeface="Times New Roman" panose="02020603050405020304" pitchFamily="18" charset="0"/>
            </a:endParaRPr>
          </a:p>
          <a:p>
            <a:pPr marL="342900" lvl="0" indent="-342900" algn="just">
              <a:spcBef>
                <a:spcPct val="20000"/>
              </a:spcBef>
              <a:buFont typeface="Arial" pitchFamily="34" charset="0"/>
              <a:buChar char="•"/>
            </a:pPr>
            <a:endParaRPr lang="en-US" sz="2200" dirty="0">
              <a:solidFill>
                <a:prstClr val="black"/>
              </a:solidFill>
              <a:latin typeface="+mj-lt"/>
              <a:cs typeface="Times New Roman" panose="02020603050405020304" pitchFamily="18" charset="0"/>
            </a:endParaRPr>
          </a:p>
        </p:txBody>
      </p:sp>
      <p:sp>
        <p:nvSpPr>
          <p:cNvPr id="12" name="object 12"/>
          <p:cNvSpPr/>
          <p:nvPr/>
        </p:nvSpPr>
        <p:spPr>
          <a:xfrm>
            <a:off x="3741519" y="3539127"/>
            <a:ext cx="4745182" cy="894229"/>
          </a:xfrm>
          <a:custGeom>
            <a:avLst/>
            <a:gdLst/>
            <a:ahLst/>
            <a:cxnLst/>
            <a:rect l="l" t="t" r="r" b="b"/>
            <a:pathLst>
              <a:path w="5219700" h="1013460">
                <a:moveTo>
                  <a:pt x="4645151" y="1013459"/>
                </a:moveTo>
                <a:lnTo>
                  <a:pt x="6095" y="1013459"/>
                </a:lnTo>
                <a:lnTo>
                  <a:pt x="0" y="1007364"/>
                </a:lnTo>
                <a:lnTo>
                  <a:pt x="0" y="0"/>
                </a:lnTo>
                <a:lnTo>
                  <a:pt x="25907" y="0"/>
                </a:lnTo>
                <a:lnTo>
                  <a:pt x="25907" y="987551"/>
                </a:lnTo>
                <a:lnTo>
                  <a:pt x="12191" y="987551"/>
                </a:lnTo>
                <a:lnTo>
                  <a:pt x="25907" y="1001267"/>
                </a:lnTo>
                <a:lnTo>
                  <a:pt x="4736591" y="1001267"/>
                </a:lnTo>
                <a:lnTo>
                  <a:pt x="4675631" y="1010411"/>
                </a:lnTo>
                <a:lnTo>
                  <a:pt x="4645151" y="1013459"/>
                </a:lnTo>
                <a:close/>
              </a:path>
              <a:path w="5219700" h="1013460">
                <a:moveTo>
                  <a:pt x="4736591" y="1001267"/>
                </a:moveTo>
                <a:lnTo>
                  <a:pt x="25907" y="1001267"/>
                </a:lnTo>
                <a:lnTo>
                  <a:pt x="25907" y="987551"/>
                </a:lnTo>
                <a:lnTo>
                  <a:pt x="4643627" y="987551"/>
                </a:lnTo>
                <a:lnTo>
                  <a:pt x="4703063" y="981455"/>
                </a:lnTo>
                <a:lnTo>
                  <a:pt x="4786883" y="961643"/>
                </a:lnTo>
                <a:lnTo>
                  <a:pt x="4841747" y="941831"/>
                </a:lnTo>
                <a:lnTo>
                  <a:pt x="4893563" y="917447"/>
                </a:lnTo>
                <a:lnTo>
                  <a:pt x="4940807" y="888491"/>
                </a:lnTo>
                <a:lnTo>
                  <a:pt x="4986527" y="854963"/>
                </a:lnTo>
                <a:lnTo>
                  <a:pt x="5027675" y="816863"/>
                </a:lnTo>
                <a:lnTo>
                  <a:pt x="5084063" y="752855"/>
                </a:lnTo>
                <a:lnTo>
                  <a:pt x="5116067" y="705611"/>
                </a:lnTo>
                <a:lnTo>
                  <a:pt x="5154167" y="629411"/>
                </a:lnTo>
                <a:lnTo>
                  <a:pt x="5173979" y="576071"/>
                </a:lnTo>
                <a:lnTo>
                  <a:pt x="5189219" y="519683"/>
                </a:lnTo>
                <a:lnTo>
                  <a:pt x="5196839" y="461771"/>
                </a:lnTo>
                <a:lnTo>
                  <a:pt x="5199887" y="431291"/>
                </a:lnTo>
                <a:lnTo>
                  <a:pt x="5199887" y="0"/>
                </a:lnTo>
                <a:lnTo>
                  <a:pt x="5219700" y="0"/>
                </a:lnTo>
                <a:lnTo>
                  <a:pt x="5219700" y="483612"/>
                </a:lnTo>
                <a:lnTo>
                  <a:pt x="5213603" y="524255"/>
                </a:lnTo>
                <a:lnTo>
                  <a:pt x="5189219" y="611123"/>
                </a:lnTo>
                <a:lnTo>
                  <a:pt x="5166359" y="665987"/>
                </a:lnTo>
                <a:lnTo>
                  <a:pt x="5122163" y="743711"/>
                </a:lnTo>
                <a:lnTo>
                  <a:pt x="5103875" y="766571"/>
                </a:lnTo>
                <a:lnTo>
                  <a:pt x="5085587" y="790955"/>
                </a:lnTo>
                <a:lnTo>
                  <a:pt x="5026151" y="853439"/>
                </a:lnTo>
                <a:lnTo>
                  <a:pt x="4980431" y="891539"/>
                </a:lnTo>
                <a:lnTo>
                  <a:pt x="4931663" y="925067"/>
                </a:lnTo>
                <a:lnTo>
                  <a:pt x="4879847" y="952499"/>
                </a:lnTo>
                <a:lnTo>
                  <a:pt x="4823459" y="976883"/>
                </a:lnTo>
                <a:lnTo>
                  <a:pt x="4767071" y="993647"/>
                </a:lnTo>
                <a:lnTo>
                  <a:pt x="4736591" y="1001267"/>
                </a:lnTo>
                <a:close/>
              </a:path>
              <a:path w="5219700" h="1013460">
                <a:moveTo>
                  <a:pt x="25907" y="1001267"/>
                </a:moveTo>
                <a:lnTo>
                  <a:pt x="12191" y="987551"/>
                </a:lnTo>
                <a:lnTo>
                  <a:pt x="25907" y="987551"/>
                </a:lnTo>
                <a:lnTo>
                  <a:pt x="25907" y="1001267"/>
                </a:lnTo>
                <a:close/>
              </a:path>
            </a:pathLst>
          </a:custGeom>
          <a:solidFill>
            <a:srgbClr val="BF504D"/>
          </a:solidFill>
        </p:spPr>
        <p:txBody>
          <a:bodyPr wrap="square" lIns="0" tIns="0" rIns="0" bIns="0" rtlCol="0"/>
          <a:lstStyle/>
          <a:p>
            <a:endParaRPr>
              <a:latin typeface="+mj-lt"/>
            </a:endParaRPr>
          </a:p>
        </p:txBody>
      </p:sp>
      <p:sp>
        <p:nvSpPr>
          <p:cNvPr id="13" name="Date Placeholder 12"/>
          <p:cNvSpPr>
            <a:spLocks noGrp="1"/>
          </p:cNvSpPr>
          <p:nvPr>
            <p:ph type="dt" sz="half" idx="10"/>
          </p:nvPr>
        </p:nvSpPr>
        <p:spPr/>
        <p:txBody>
          <a:bodyPr/>
          <a:lstStyle/>
          <a:p>
            <a:fld id="{3A356FF9-4F3B-4614-93CD-1B8F1A99EE92}" type="datetime1">
              <a:rPr lang="en-US" smtClean="0">
                <a:latin typeface="+mj-lt"/>
              </a:rPr>
              <a:t>5/1/2026</a:t>
            </a:fld>
            <a:endParaRPr lang="en-US">
              <a:latin typeface="+mj-lt"/>
            </a:endParaRPr>
          </a:p>
        </p:txBody>
      </p:sp>
      <p:sp>
        <p:nvSpPr>
          <p:cNvPr id="14" name="Slide Number Placeholder 13"/>
          <p:cNvSpPr>
            <a:spLocks noGrp="1"/>
          </p:cNvSpPr>
          <p:nvPr>
            <p:ph type="sldNum" sz="quarter" idx="12"/>
          </p:nvPr>
        </p:nvSpPr>
        <p:spPr/>
        <p:txBody>
          <a:bodyPr/>
          <a:lstStyle/>
          <a:p>
            <a:fld id="{B6F15528-21DE-4FAA-801E-634DDDAF4B2B}" type="slidenum">
              <a:rPr lang="en-US" smtClean="0">
                <a:latin typeface="+mj-lt"/>
              </a:rPr>
              <a:pPr/>
              <a:t>38</a:t>
            </a:fld>
            <a:endParaRPr lang="en-US">
              <a:latin typeface="+mj-lt"/>
            </a:endParaRPr>
          </a:p>
        </p:txBody>
      </p:sp>
      <p:sp>
        <p:nvSpPr>
          <p:cNvPr id="15" name="Footer Placeholder 14"/>
          <p:cNvSpPr>
            <a:spLocks noGrp="1"/>
          </p:cNvSpPr>
          <p:nvPr>
            <p:ph type="ftr" sz="quarter" idx="11"/>
          </p:nvPr>
        </p:nvSpPr>
        <p:spPr>
          <a:xfrm>
            <a:off x="3124200" y="6356350"/>
            <a:ext cx="4343400" cy="365125"/>
          </a:xfrm>
        </p:spPr>
        <p:txBody>
          <a:bodyPr/>
          <a:lstStyle/>
          <a:p>
            <a:r>
              <a:rPr lang="sv-SE">
                <a:latin typeface="+mj-lt"/>
              </a:rPr>
              <a:t>Mr. Minhaj Nezami    AOE0861    TQM     Unit 5</a:t>
            </a:r>
            <a:endParaRPr lang="en-US" dirty="0">
              <a:latin typeface="+mj-lt"/>
            </a:endParaRPr>
          </a:p>
        </p:txBody>
      </p:sp>
      <p:pic>
        <p:nvPicPr>
          <p:cNvPr id="17" name="Picture 16"/>
          <p:cNvPicPr>
            <a:picLocks noChangeAspect="1"/>
          </p:cNvPicPr>
          <p:nvPr/>
        </p:nvPicPr>
        <p:blipFill>
          <a:blip r:embed="rId6"/>
          <a:stretch>
            <a:fillRect/>
          </a:stretch>
        </p:blipFill>
        <p:spPr>
          <a:xfrm>
            <a:off x="0" y="7779"/>
            <a:ext cx="1755800" cy="1024217"/>
          </a:xfrm>
          <a:prstGeom prst="rect">
            <a:avLst/>
          </a:prstGeom>
        </p:spPr>
      </p:pic>
      <p:sp>
        <p:nvSpPr>
          <p:cNvPr id="16" name="Title 1">
            <a:extLst>
              <a:ext uri="{FF2B5EF4-FFF2-40B4-BE49-F238E27FC236}">
                <a16:creationId xmlns:a16="http://schemas.microsoft.com/office/drawing/2014/main" id="{1C7BBAA3-263A-8FE5-5AA3-E40EF73A5AE9}"/>
              </a:ext>
            </a:extLst>
          </p:cNvPr>
          <p:cNvSpPr txBox="1">
            <a:spLocks/>
          </p:cNvSpPr>
          <p:nvPr/>
        </p:nvSpPr>
        <p:spPr>
          <a:xfrm>
            <a:off x="1755800" y="0"/>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Prerequisite of ISO 9000</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90600"/>
            <a:ext cx="8229600" cy="4953000"/>
          </a:xfrm>
        </p:spPr>
        <p:txBody>
          <a:bodyPr>
            <a:noAutofit/>
          </a:bodyPr>
          <a:lstStyle/>
          <a:p>
            <a:pPr algn="just">
              <a:lnSpc>
                <a:spcPct val="150000"/>
              </a:lnSpc>
            </a:pPr>
            <a:r>
              <a:rPr lang="en-US" sz="2200" dirty="0"/>
              <a:t>ISO 9000 is defined as a set of international standards on quality management and quality assurance developed to help companies effectively document the quality system elements needed to maintain an efficient quality system. </a:t>
            </a:r>
          </a:p>
          <a:p>
            <a:pPr algn="just">
              <a:lnSpc>
                <a:spcPct val="150000"/>
              </a:lnSpc>
            </a:pPr>
            <a:r>
              <a:rPr lang="en-US" sz="2200" dirty="0"/>
              <a:t>They are not specific to any one industry and can be applied to organizations of any size.</a:t>
            </a:r>
          </a:p>
          <a:p>
            <a:pPr algn="just">
              <a:lnSpc>
                <a:spcPct val="150000"/>
              </a:lnSpc>
            </a:pPr>
            <a:r>
              <a:rPr lang="en-US" sz="2200" dirty="0"/>
              <a:t>ISO 9000 can help a company satisfy its customers, meet regulatory requirements, and achieve continual improvement. It should be considered to be a first step or the base level of a quality system.</a:t>
            </a:r>
          </a:p>
        </p:txBody>
      </p:sp>
      <p:sp>
        <p:nvSpPr>
          <p:cNvPr id="4" name="Date Placeholder 3"/>
          <p:cNvSpPr>
            <a:spLocks noGrp="1"/>
          </p:cNvSpPr>
          <p:nvPr>
            <p:ph type="dt" sz="half" idx="10"/>
          </p:nvPr>
        </p:nvSpPr>
        <p:spPr/>
        <p:txBody>
          <a:bodyPr/>
          <a:lstStyle/>
          <a:p>
            <a:fld id="{684F252E-EDD4-48F3-89B0-5D321A3C09B4}" type="datetime1">
              <a:rPr lang="en-US" smtClean="0"/>
              <a:t>5/1/2026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39</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sv-SE" sz="2000"/>
              <a:t>Mr. Minhaj Nezami    AOE0861    TQM     Unit 5</a:t>
            </a:r>
            <a:endParaRPr lang="en-US" sz="2000" dirty="0"/>
          </a:p>
        </p:txBody>
      </p:sp>
      <p:pic>
        <p:nvPicPr>
          <p:cNvPr id="8" name="Picture 7"/>
          <p:cNvPicPr>
            <a:picLocks noChangeAspect="1"/>
          </p:cNvPicPr>
          <p:nvPr/>
        </p:nvPicPr>
        <p:blipFill>
          <a:blip r:embed="rId2"/>
          <a:stretch>
            <a:fillRect/>
          </a:stretch>
        </p:blipFill>
        <p:spPr>
          <a:xfrm>
            <a:off x="0" y="7779"/>
            <a:ext cx="1755800" cy="1024217"/>
          </a:xfrm>
          <a:prstGeom prst="rect">
            <a:avLst/>
          </a:prstGeom>
        </p:spPr>
      </p:pic>
      <p:sp>
        <p:nvSpPr>
          <p:cNvPr id="10" name="Title 1">
            <a:extLst>
              <a:ext uri="{FF2B5EF4-FFF2-40B4-BE49-F238E27FC236}">
                <a16:creationId xmlns:a16="http://schemas.microsoft.com/office/drawing/2014/main" id="{1C7BBAA3-263A-8FE5-5AA3-E40EF73A5AE9}"/>
              </a:ext>
            </a:extLst>
          </p:cNvPr>
          <p:cNvSpPr txBox="1">
            <a:spLocks/>
          </p:cNvSpPr>
          <p:nvPr/>
        </p:nvSpPr>
        <p:spPr>
          <a:xfrm>
            <a:off x="1752600" y="-8385"/>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ISO 9000 (CO5)</a:t>
            </a:r>
          </a:p>
        </p:txBody>
      </p:sp>
    </p:spTree>
    <p:extLst>
      <p:ext uri="{BB962C8B-B14F-4D97-AF65-F5344CB8AC3E}">
        <p14:creationId xmlns:p14="http://schemas.microsoft.com/office/powerpoint/2010/main" val="391931189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90600"/>
            <a:ext cx="8229600" cy="5105400"/>
          </a:xfrm>
        </p:spPr>
        <p:txBody>
          <a:bodyPr>
            <a:noAutofit/>
          </a:bodyPr>
          <a:lstStyle/>
          <a:p>
            <a:pPr algn="just">
              <a:lnSpc>
                <a:spcPct val="150000"/>
              </a:lnSpc>
            </a:pPr>
            <a:r>
              <a:rPr lang="en-US" sz="2200" dirty="0"/>
              <a:t>ISO 9000 was first published in 1987 by the International Organization for Standardization (ISO), a specialized international agency for standardization composed of the national standards bodies of more than 160 countries. The standards underwent major revisions in 2000 and 2008. The most recent versions of the standard, ISO 9000:2015 and ISO 9001:2015, were published in September 2015.</a:t>
            </a:r>
          </a:p>
          <a:p>
            <a:pPr algn="just">
              <a:lnSpc>
                <a:spcPct val="150000"/>
              </a:lnSpc>
            </a:pPr>
            <a:r>
              <a:rPr lang="en-US" sz="2200" dirty="0"/>
              <a:t>An ISO 9001 Quality Management System is a consistent way of doing things which ensures that your products or services meet your customers’ needs.</a:t>
            </a:r>
          </a:p>
        </p:txBody>
      </p:sp>
      <p:sp>
        <p:nvSpPr>
          <p:cNvPr id="4" name="Date Placeholder 3"/>
          <p:cNvSpPr>
            <a:spLocks noGrp="1"/>
          </p:cNvSpPr>
          <p:nvPr>
            <p:ph type="dt" sz="half" idx="10"/>
          </p:nvPr>
        </p:nvSpPr>
        <p:spPr/>
        <p:txBody>
          <a:bodyPr/>
          <a:lstStyle/>
          <a:p>
            <a:fld id="{F837D498-B267-4C43-9808-F664742D225E}" type="datetime1">
              <a:rPr lang="en-US" smtClean="0"/>
              <a:t>5/1/2026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40</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sv-SE" sz="2000"/>
              <a:t>Mr. Minhaj Nezami    AOE0861    TQM     Unit 5</a:t>
            </a:r>
            <a:endParaRPr lang="en-US" sz="2000" dirty="0"/>
          </a:p>
        </p:txBody>
      </p:sp>
      <p:pic>
        <p:nvPicPr>
          <p:cNvPr id="8" name="Picture 7"/>
          <p:cNvPicPr>
            <a:picLocks noChangeAspect="1"/>
          </p:cNvPicPr>
          <p:nvPr/>
        </p:nvPicPr>
        <p:blipFill>
          <a:blip r:embed="rId2"/>
          <a:stretch>
            <a:fillRect/>
          </a:stretch>
        </p:blipFill>
        <p:spPr>
          <a:xfrm>
            <a:off x="0" y="7779"/>
            <a:ext cx="1755800" cy="1024217"/>
          </a:xfrm>
          <a:prstGeom prst="rect">
            <a:avLst/>
          </a:prstGeom>
        </p:spPr>
      </p:pic>
      <p:sp>
        <p:nvSpPr>
          <p:cNvPr id="11" name="Title 1">
            <a:extLst>
              <a:ext uri="{FF2B5EF4-FFF2-40B4-BE49-F238E27FC236}">
                <a16:creationId xmlns:a16="http://schemas.microsoft.com/office/drawing/2014/main" id="{1C7BBAA3-263A-8FE5-5AA3-E40EF73A5AE9}"/>
              </a:ext>
            </a:extLst>
          </p:cNvPr>
          <p:cNvSpPr txBox="1">
            <a:spLocks/>
          </p:cNvSpPr>
          <p:nvPr/>
        </p:nvSpPr>
        <p:spPr>
          <a:xfrm>
            <a:off x="1752600" y="-8385"/>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ISO 9000 (CO5)</a:t>
            </a:r>
          </a:p>
        </p:txBody>
      </p:sp>
    </p:spTree>
    <p:extLst>
      <p:ext uri="{BB962C8B-B14F-4D97-AF65-F5344CB8AC3E}">
        <p14:creationId xmlns:p14="http://schemas.microsoft.com/office/powerpoint/2010/main" val="391931189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14400"/>
            <a:ext cx="8229600" cy="5029200"/>
          </a:xfrm>
        </p:spPr>
        <p:txBody>
          <a:bodyPr>
            <a:noAutofit/>
          </a:bodyPr>
          <a:lstStyle/>
          <a:p>
            <a:pPr algn="just">
              <a:lnSpc>
                <a:spcPct val="150000"/>
              </a:lnSpc>
            </a:pPr>
            <a:r>
              <a:rPr lang="en-US" sz="2200" dirty="0"/>
              <a:t>Improving your Quality Management System (QMS) to the level required by the ISO, strengthens your business performance; helping to protect it from whatever challenges lie ahead. It also helps to increase your market share and profit potential.</a:t>
            </a:r>
          </a:p>
          <a:p>
            <a:pPr algn="just">
              <a:buNone/>
            </a:pPr>
            <a:r>
              <a:rPr lang="en-US" sz="2400" b="1" cap="all" dirty="0"/>
              <a:t>     ISO 9000 VS. 9001</a:t>
            </a:r>
          </a:p>
          <a:p>
            <a:pPr algn="just">
              <a:lnSpc>
                <a:spcPct val="150000"/>
              </a:lnSpc>
            </a:pPr>
            <a:r>
              <a:rPr lang="en-US" sz="2200" dirty="0"/>
              <a:t>ISO 9000 is a series, or family, of quality management standards, while ISO 9001 is a standard within the family. The ISO 9000 family of standards also contains an individual standard named ISO 9000. This standard lays out the fundamentals and vocabulary for quality management systems (QMS).</a:t>
            </a:r>
          </a:p>
          <a:p>
            <a:endParaRPr lang="en-US" sz="2400" dirty="0"/>
          </a:p>
          <a:p>
            <a:endParaRPr lang="en-US" sz="2400" dirty="0"/>
          </a:p>
          <a:p>
            <a:pPr marL="355600">
              <a:spcBef>
                <a:spcPts val="100"/>
              </a:spcBef>
              <a:buFont typeface="Arial"/>
              <a:buChar char="•"/>
              <a:tabLst>
                <a:tab pos="354965" algn="l"/>
                <a:tab pos="355600" algn="l"/>
              </a:tabLst>
            </a:pPr>
            <a:endParaRPr lang="en-US" sz="2200" dirty="0">
              <a:cs typeface="Georgia"/>
            </a:endParaRPr>
          </a:p>
        </p:txBody>
      </p:sp>
      <p:sp>
        <p:nvSpPr>
          <p:cNvPr id="4" name="Date Placeholder 3"/>
          <p:cNvSpPr>
            <a:spLocks noGrp="1"/>
          </p:cNvSpPr>
          <p:nvPr>
            <p:ph type="dt" sz="half" idx="10"/>
          </p:nvPr>
        </p:nvSpPr>
        <p:spPr/>
        <p:txBody>
          <a:bodyPr/>
          <a:lstStyle/>
          <a:p>
            <a:fld id="{1FAEAA99-369C-4AFA-A37E-6460A6EDA5B0}" type="datetime1">
              <a:rPr lang="en-US" smtClean="0"/>
              <a:t>5/1/2026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41</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sv-SE" sz="2000"/>
              <a:t>Mr. Minhaj Nezami    AOE0861    TQM     Unit 5</a:t>
            </a:r>
            <a:endParaRPr lang="en-US" sz="2000" dirty="0"/>
          </a:p>
        </p:txBody>
      </p:sp>
      <p:pic>
        <p:nvPicPr>
          <p:cNvPr id="8" name="Picture 7"/>
          <p:cNvPicPr>
            <a:picLocks noChangeAspect="1"/>
          </p:cNvPicPr>
          <p:nvPr/>
        </p:nvPicPr>
        <p:blipFill>
          <a:blip r:embed="rId2"/>
          <a:stretch>
            <a:fillRect/>
          </a:stretch>
        </p:blipFill>
        <p:spPr>
          <a:xfrm>
            <a:off x="0" y="7779"/>
            <a:ext cx="1755800" cy="1024217"/>
          </a:xfrm>
          <a:prstGeom prst="rect">
            <a:avLst/>
          </a:prstGeom>
        </p:spPr>
      </p:pic>
      <p:sp>
        <p:nvSpPr>
          <p:cNvPr id="11" name="Title 1">
            <a:extLst>
              <a:ext uri="{FF2B5EF4-FFF2-40B4-BE49-F238E27FC236}">
                <a16:creationId xmlns:a16="http://schemas.microsoft.com/office/drawing/2014/main" id="{1C7BBAA3-263A-8FE5-5AA3-E40EF73A5AE9}"/>
              </a:ext>
            </a:extLst>
          </p:cNvPr>
          <p:cNvSpPr txBox="1">
            <a:spLocks/>
          </p:cNvSpPr>
          <p:nvPr/>
        </p:nvSpPr>
        <p:spPr>
          <a:xfrm>
            <a:off x="1752600" y="-8385"/>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ISO 9000 (CO5)</a:t>
            </a:r>
          </a:p>
        </p:txBody>
      </p:sp>
    </p:spTree>
    <p:extLst>
      <p:ext uri="{BB962C8B-B14F-4D97-AF65-F5344CB8AC3E}">
        <p14:creationId xmlns:p14="http://schemas.microsoft.com/office/powerpoint/2010/main" val="391931189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Autofit/>
          </a:bodyPr>
          <a:lstStyle/>
          <a:p>
            <a:pPr algn="just">
              <a:lnSpc>
                <a:spcPct val="150000"/>
              </a:lnSpc>
              <a:buNone/>
            </a:pPr>
            <a:r>
              <a:rPr lang="en-US" sz="2400" b="1" dirty="0"/>
              <a:t>ISO 9001 Definition</a:t>
            </a:r>
          </a:p>
          <a:p>
            <a:pPr marL="0" indent="0" algn="just">
              <a:lnSpc>
                <a:spcPct val="150000"/>
              </a:lnSpc>
              <a:buNone/>
            </a:pPr>
            <a:r>
              <a:rPr lang="en-US" sz="2200" dirty="0"/>
              <a:t>The certification ISO 9001:2008 includes three components: ISO, 9001, and 2008. Here's what each component represents:</a:t>
            </a:r>
          </a:p>
          <a:p>
            <a:pPr algn="just">
              <a:lnSpc>
                <a:spcPct val="150000"/>
              </a:lnSpc>
            </a:pPr>
            <a:r>
              <a:rPr lang="en-US" sz="2200" b="1" dirty="0"/>
              <a:t>ISO</a:t>
            </a:r>
          </a:p>
          <a:p>
            <a:pPr marL="0" indent="0" algn="just">
              <a:lnSpc>
                <a:spcPct val="150000"/>
              </a:lnSpc>
              <a:buNone/>
            </a:pPr>
            <a:r>
              <a:rPr lang="en-US" sz="2200" dirty="0"/>
              <a:t>As mentioned above, ISO refers to the International Organization for Standardization. This organization develops the standards, and it does in order to certify businesses or organizations. Certification is handled third-party and tested annually. </a:t>
            </a:r>
          </a:p>
        </p:txBody>
      </p:sp>
      <p:sp>
        <p:nvSpPr>
          <p:cNvPr id="4" name="Date Placeholder 3"/>
          <p:cNvSpPr>
            <a:spLocks noGrp="1"/>
          </p:cNvSpPr>
          <p:nvPr>
            <p:ph type="dt" sz="half" idx="10"/>
          </p:nvPr>
        </p:nvSpPr>
        <p:spPr/>
        <p:txBody>
          <a:bodyPr/>
          <a:lstStyle/>
          <a:p>
            <a:fld id="{9AD804B2-E808-4335-92E1-A449EC3F05A6}" type="datetime1">
              <a:rPr lang="en-US" smtClean="0"/>
              <a:t>5/1/2026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42</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sv-SE" sz="2000"/>
              <a:t>Mr. Minhaj Nezami    AOE0861    TQM     Unit 5</a:t>
            </a:r>
            <a:endParaRPr lang="en-US" sz="2000" dirty="0"/>
          </a:p>
        </p:txBody>
      </p:sp>
      <p:pic>
        <p:nvPicPr>
          <p:cNvPr id="8" name="Picture 7"/>
          <p:cNvPicPr>
            <a:picLocks noChangeAspect="1"/>
          </p:cNvPicPr>
          <p:nvPr/>
        </p:nvPicPr>
        <p:blipFill>
          <a:blip r:embed="rId2"/>
          <a:stretch>
            <a:fillRect/>
          </a:stretch>
        </p:blipFill>
        <p:spPr>
          <a:xfrm>
            <a:off x="0" y="7779"/>
            <a:ext cx="1755800" cy="1024217"/>
          </a:xfrm>
          <a:prstGeom prst="rect">
            <a:avLst/>
          </a:prstGeom>
        </p:spPr>
      </p:pic>
      <p:sp>
        <p:nvSpPr>
          <p:cNvPr id="11" name="Title 1">
            <a:extLst>
              <a:ext uri="{FF2B5EF4-FFF2-40B4-BE49-F238E27FC236}">
                <a16:creationId xmlns:a16="http://schemas.microsoft.com/office/drawing/2014/main" id="{1C7BBAA3-263A-8FE5-5AA3-E40EF73A5AE9}"/>
              </a:ext>
            </a:extLst>
          </p:cNvPr>
          <p:cNvSpPr txBox="1">
            <a:spLocks/>
          </p:cNvSpPr>
          <p:nvPr/>
        </p:nvSpPr>
        <p:spPr>
          <a:xfrm>
            <a:off x="1752600" y="-8385"/>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ISO 9000 (CO5)</a:t>
            </a:r>
          </a:p>
        </p:txBody>
      </p:sp>
    </p:spTree>
    <p:extLst>
      <p:ext uri="{BB962C8B-B14F-4D97-AF65-F5344CB8AC3E}">
        <p14:creationId xmlns:p14="http://schemas.microsoft.com/office/powerpoint/2010/main" val="391931189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Autofit/>
          </a:bodyPr>
          <a:lstStyle/>
          <a:p>
            <a:pPr algn="just">
              <a:lnSpc>
                <a:spcPct val="150000"/>
              </a:lnSpc>
            </a:pPr>
            <a:r>
              <a:rPr lang="en-US" sz="2200" b="1" dirty="0"/>
              <a:t>9001</a:t>
            </a:r>
            <a:endParaRPr lang="en-US" sz="2200" dirty="0"/>
          </a:p>
          <a:p>
            <a:pPr marL="0" indent="0" algn="just">
              <a:lnSpc>
                <a:spcPct val="150000"/>
              </a:lnSpc>
              <a:buNone/>
            </a:pPr>
            <a:r>
              <a:rPr lang="en-US" sz="2200" dirty="0"/>
              <a:t>The number appearing after ISO classifies the standard. All standards within the ISO 9000 family refer to quality management. ISO 9001 is among ISO's best-known standards.</a:t>
            </a:r>
          </a:p>
          <a:p>
            <a:pPr marL="0" indent="0" algn="just">
              <a:lnSpc>
                <a:spcPct val="150000"/>
              </a:lnSpc>
              <a:buNone/>
            </a:pPr>
            <a:r>
              <a:rPr lang="en-US" sz="2200" dirty="0"/>
              <a:t> It defines the criteria for meeting a number of quality management principles. It helps businesses and organizations be more efficient and improve customer satisfaction. </a:t>
            </a:r>
          </a:p>
        </p:txBody>
      </p:sp>
      <p:sp>
        <p:nvSpPr>
          <p:cNvPr id="4" name="Date Placeholder 3"/>
          <p:cNvSpPr>
            <a:spLocks noGrp="1"/>
          </p:cNvSpPr>
          <p:nvPr>
            <p:ph type="dt" sz="half" idx="10"/>
          </p:nvPr>
        </p:nvSpPr>
        <p:spPr/>
        <p:txBody>
          <a:bodyPr/>
          <a:lstStyle/>
          <a:p>
            <a:fld id="{748A07FE-C75F-48D7-8BCC-8496FC1A96B7}" type="datetime1">
              <a:rPr lang="en-US" smtClean="0"/>
              <a:t>5/1/2026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43</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sv-SE" sz="2000"/>
              <a:t>Mr. Minhaj Nezami    AOE0861    TQM     Unit 5</a:t>
            </a:r>
            <a:endParaRPr lang="en-US" sz="2000" dirty="0"/>
          </a:p>
        </p:txBody>
      </p:sp>
      <p:pic>
        <p:nvPicPr>
          <p:cNvPr id="8" name="Picture 7"/>
          <p:cNvPicPr>
            <a:picLocks noChangeAspect="1"/>
          </p:cNvPicPr>
          <p:nvPr/>
        </p:nvPicPr>
        <p:blipFill>
          <a:blip r:embed="rId2"/>
          <a:stretch>
            <a:fillRect/>
          </a:stretch>
        </p:blipFill>
        <p:spPr>
          <a:xfrm>
            <a:off x="0" y="7779"/>
            <a:ext cx="1755800" cy="1024217"/>
          </a:xfrm>
          <a:prstGeom prst="rect">
            <a:avLst/>
          </a:prstGeom>
        </p:spPr>
      </p:pic>
      <p:sp>
        <p:nvSpPr>
          <p:cNvPr id="11" name="Title 1">
            <a:extLst>
              <a:ext uri="{FF2B5EF4-FFF2-40B4-BE49-F238E27FC236}">
                <a16:creationId xmlns:a16="http://schemas.microsoft.com/office/drawing/2014/main" id="{1C7BBAA3-263A-8FE5-5AA3-E40EF73A5AE9}"/>
              </a:ext>
            </a:extLst>
          </p:cNvPr>
          <p:cNvSpPr txBox="1">
            <a:spLocks/>
          </p:cNvSpPr>
          <p:nvPr/>
        </p:nvSpPr>
        <p:spPr>
          <a:xfrm>
            <a:off x="1752600" y="-8385"/>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ISO 9000 (CO5)</a:t>
            </a:r>
          </a:p>
        </p:txBody>
      </p:sp>
    </p:spTree>
    <p:extLst>
      <p:ext uri="{BB962C8B-B14F-4D97-AF65-F5344CB8AC3E}">
        <p14:creationId xmlns:p14="http://schemas.microsoft.com/office/powerpoint/2010/main" val="391931189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Autofit/>
          </a:bodyPr>
          <a:lstStyle/>
          <a:p>
            <a:pPr algn="just"/>
            <a:r>
              <a:rPr lang="en-US" sz="2200" b="1" dirty="0"/>
              <a:t>2008</a:t>
            </a:r>
          </a:p>
          <a:p>
            <a:pPr marL="0" indent="0" algn="just">
              <a:buNone/>
            </a:pPr>
            <a:r>
              <a:rPr lang="en-US" sz="2200" dirty="0"/>
              <a:t>The final number in an ISO certification refers to the version of the standard that's being met and is represented by the calendar year those standards were launched. 2008 is the fourth edition of ISO 9001. The newest version, ISO 9001:2015, was launched in September 2015, and Mead Metals is currently updating its processes to meet the specifications of this newest version.</a:t>
            </a:r>
          </a:p>
          <a:p>
            <a:pPr marL="0" indent="0" algn="just">
              <a:buNone/>
            </a:pPr>
            <a:endParaRPr lang="en-US" sz="2200" dirty="0"/>
          </a:p>
          <a:p>
            <a:pPr algn="just"/>
            <a:r>
              <a:rPr lang="en-US" sz="2200" b="1" dirty="0"/>
              <a:t>ISO 9000:2000</a:t>
            </a:r>
          </a:p>
          <a:p>
            <a:pPr marL="0" indent="0" algn="just">
              <a:buNone/>
            </a:pPr>
            <a:r>
              <a:rPr lang="en-US" sz="2200" dirty="0"/>
              <a:t>ISO 9000:2000 refers to the ISO 9000 update released in the year 2000.</a:t>
            </a:r>
          </a:p>
        </p:txBody>
      </p:sp>
      <p:sp>
        <p:nvSpPr>
          <p:cNvPr id="4" name="Date Placeholder 3"/>
          <p:cNvSpPr>
            <a:spLocks noGrp="1"/>
          </p:cNvSpPr>
          <p:nvPr>
            <p:ph type="dt" sz="half" idx="10"/>
          </p:nvPr>
        </p:nvSpPr>
        <p:spPr/>
        <p:txBody>
          <a:bodyPr/>
          <a:lstStyle/>
          <a:p>
            <a:fld id="{91F43FB1-1B91-49E1-A053-09E5C4A3C1D0}" type="datetime1">
              <a:rPr lang="en-US" smtClean="0"/>
              <a:t>5/1/2026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44</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sv-SE" sz="2000"/>
              <a:t>Mr. Minhaj Nezami    AOE0861    TQM     Unit 5</a:t>
            </a:r>
            <a:endParaRPr lang="en-US" sz="2000" dirty="0"/>
          </a:p>
        </p:txBody>
      </p:sp>
      <p:pic>
        <p:nvPicPr>
          <p:cNvPr id="8" name="Picture 7"/>
          <p:cNvPicPr>
            <a:picLocks noChangeAspect="1"/>
          </p:cNvPicPr>
          <p:nvPr/>
        </p:nvPicPr>
        <p:blipFill>
          <a:blip r:embed="rId2"/>
          <a:stretch>
            <a:fillRect/>
          </a:stretch>
        </p:blipFill>
        <p:spPr>
          <a:xfrm>
            <a:off x="0" y="7779"/>
            <a:ext cx="1755800" cy="1024217"/>
          </a:xfrm>
          <a:prstGeom prst="rect">
            <a:avLst/>
          </a:prstGeom>
        </p:spPr>
      </p:pic>
      <p:sp>
        <p:nvSpPr>
          <p:cNvPr id="11" name="Title 1">
            <a:extLst>
              <a:ext uri="{FF2B5EF4-FFF2-40B4-BE49-F238E27FC236}">
                <a16:creationId xmlns:a16="http://schemas.microsoft.com/office/drawing/2014/main" id="{1C7BBAA3-263A-8FE5-5AA3-E40EF73A5AE9}"/>
              </a:ext>
            </a:extLst>
          </p:cNvPr>
          <p:cNvSpPr txBox="1">
            <a:spLocks/>
          </p:cNvSpPr>
          <p:nvPr/>
        </p:nvSpPr>
        <p:spPr>
          <a:xfrm>
            <a:off x="1752600" y="-8385"/>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ISO 9000 (CO5)</a:t>
            </a:r>
          </a:p>
        </p:txBody>
      </p:sp>
    </p:spTree>
    <p:extLst>
      <p:ext uri="{BB962C8B-B14F-4D97-AF65-F5344CB8AC3E}">
        <p14:creationId xmlns:p14="http://schemas.microsoft.com/office/powerpoint/2010/main" val="391931189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Autofit/>
          </a:bodyPr>
          <a:lstStyle/>
          <a:p>
            <a:pPr algn="just">
              <a:lnSpc>
                <a:spcPct val="150000"/>
              </a:lnSpc>
              <a:buNone/>
            </a:pPr>
            <a:r>
              <a:rPr lang="en-US" sz="2400" b="1" dirty="0"/>
              <a:t>     The ISO 9000:2000 revision had five goals:</a:t>
            </a:r>
          </a:p>
          <a:p>
            <a:pPr algn="just">
              <a:lnSpc>
                <a:spcPct val="150000"/>
              </a:lnSpc>
            </a:pPr>
            <a:r>
              <a:rPr lang="en-US" sz="2200" dirty="0"/>
              <a:t>Meet stakeholder needs</a:t>
            </a:r>
          </a:p>
          <a:p>
            <a:pPr algn="just">
              <a:lnSpc>
                <a:spcPct val="150000"/>
              </a:lnSpc>
            </a:pPr>
            <a:r>
              <a:rPr lang="en-US" sz="2200" dirty="0"/>
              <a:t>Be usable by all sizes of organizations</a:t>
            </a:r>
          </a:p>
          <a:p>
            <a:pPr algn="just">
              <a:lnSpc>
                <a:spcPct val="150000"/>
              </a:lnSpc>
            </a:pPr>
            <a:r>
              <a:rPr lang="en-US" sz="2200" dirty="0"/>
              <a:t>Be usable by all sectors</a:t>
            </a:r>
          </a:p>
          <a:p>
            <a:pPr algn="just">
              <a:lnSpc>
                <a:spcPct val="150000"/>
              </a:lnSpc>
            </a:pPr>
            <a:r>
              <a:rPr lang="en-US" sz="2200" dirty="0"/>
              <a:t>Be simple and clearly understood</a:t>
            </a:r>
          </a:p>
          <a:p>
            <a:pPr algn="just">
              <a:lnSpc>
                <a:spcPct val="150000"/>
              </a:lnSpc>
            </a:pPr>
            <a:r>
              <a:rPr lang="en-US" sz="2200" dirty="0"/>
              <a:t>Connect quality management system to business processes</a:t>
            </a:r>
          </a:p>
          <a:p>
            <a:endParaRPr lang="en-US" sz="2400" dirty="0"/>
          </a:p>
        </p:txBody>
      </p:sp>
      <p:sp>
        <p:nvSpPr>
          <p:cNvPr id="4" name="Date Placeholder 3"/>
          <p:cNvSpPr>
            <a:spLocks noGrp="1"/>
          </p:cNvSpPr>
          <p:nvPr>
            <p:ph type="dt" sz="half" idx="10"/>
          </p:nvPr>
        </p:nvSpPr>
        <p:spPr/>
        <p:txBody>
          <a:bodyPr/>
          <a:lstStyle/>
          <a:p>
            <a:fld id="{ACD9B772-FDDF-4C96-88F3-CD5490497503}" type="datetime1">
              <a:rPr lang="en-US" smtClean="0"/>
              <a:t>5/1/2026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45</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sv-SE" sz="2000"/>
              <a:t>Mr. Minhaj Nezami    AOE0861    TQM     Unit 5</a:t>
            </a:r>
            <a:endParaRPr lang="en-US" sz="2000" dirty="0"/>
          </a:p>
        </p:txBody>
      </p:sp>
      <p:pic>
        <p:nvPicPr>
          <p:cNvPr id="8" name="Picture 7"/>
          <p:cNvPicPr>
            <a:picLocks noChangeAspect="1"/>
          </p:cNvPicPr>
          <p:nvPr/>
        </p:nvPicPr>
        <p:blipFill>
          <a:blip r:embed="rId2"/>
          <a:stretch>
            <a:fillRect/>
          </a:stretch>
        </p:blipFill>
        <p:spPr>
          <a:xfrm>
            <a:off x="0" y="7779"/>
            <a:ext cx="1755800" cy="1024217"/>
          </a:xfrm>
          <a:prstGeom prst="rect">
            <a:avLst/>
          </a:prstGeom>
        </p:spPr>
      </p:pic>
      <p:sp>
        <p:nvSpPr>
          <p:cNvPr id="11" name="Title 1">
            <a:extLst>
              <a:ext uri="{FF2B5EF4-FFF2-40B4-BE49-F238E27FC236}">
                <a16:creationId xmlns:a16="http://schemas.microsoft.com/office/drawing/2014/main" id="{1C7BBAA3-263A-8FE5-5AA3-E40EF73A5AE9}"/>
              </a:ext>
            </a:extLst>
          </p:cNvPr>
          <p:cNvSpPr txBox="1">
            <a:spLocks/>
          </p:cNvSpPr>
          <p:nvPr/>
        </p:nvSpPr>
        <p:spPr>
          <a:xfrm>
            <a:off x="1752600" y="-8385"/>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ISO 9000 (CO5)</a:t>
            </a:r>
          </a:p>
        </p:txBody>
      </p:sp>
    </p:spTree>
    <p:extLst>
      <p:ext uri="{BB962C8B-B14F-4D97-AF65-F5344CB8AC3E}">
        <p14:creationId xmlns:p14="http://schemas.microsoft.com/office/powerpoint/2010/main" val="391931189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3DF79867-3B25-4C5B-86B2-2F3EA21C6CEB}" type="datetime1">
              <a:rPr lang="en-US" smtClean="0"/>
              <a:t>5/1/2026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46</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sv-SE" sz="2000"/>
              <a:t>Mr. Minhaj Nezami    AOE0861    TQM     Unit 5</a:t>
            </a:r>
            <a:endParaRPr lang="en-US" sz="2000" dirty="0"/>
          </a:p>
        </p:txBody>
      </p:sp>
      <p:pic>
        <p:nvPicPr>
          <p:cNvPr id="2050" name="Picture 2" descr="C:\Users\ndc\Desktop\New folder\images.jpg"/>
          <p:cNvPicPr>
            <a:picLocks noGrp="1" noChangeAspect="1" noChangeArrowheads="1"/>
          </p:cNvPicPr>
          <p:nvPr>
            <p:ph idx="1"/>
          </p:nvPr>
        </p:nvPicPr>
        <p:blipFill>
          <a:blip r:embed="rId2"/>
          <a:srcRect/>
          <a:stretch>
            <a:fillRect/>
          </a:stretch>
        </p:blipFill>
        <p:spPr bwMode="auto">
          <a:xfrm>
            <a:off x="457200" y="1219200"/>
            <a:ext cx="8077200" cy="4572000"/>
          </a:xfrm>
          <a:prstGeom prst="rect">
            <a:avLst/>
          </a:prstGeom>
          <a:noFill/>
        </p:spPr>
      </p:pic>
      <p:pic>
        <p:nvPicPr>
          <p:cNvPr id="8" name="Picture 7"/>
          <p:cNvPicPr>
            <a:picLocks noChangeAspect="1"/>
          </p:cNvPicPr>
          <p:nvPr/>
        </p:nvPicPr>
        <p:blipFill>
          <a:blip r:embed="rId3"/>
          <a:stretch>
            <a:fillRect/>
          </a:stretch>
        </p:blipFill>
        <p:spPr>
          <a:xfrm>
            <a:off x="0" y="7779"/>
            <a:ext cx="1755800" cy="1024217"/>
          </a:xfrm>
          <a:prstGeom prst="rect">
            <a:avLst/>
          </a:prstGeom>
        </p:spPr>
      </p:pic>
      <p:sp>
        <p:nvSpPr>
          <p:cNvPr id="11" name="Title 1">
            <a:extLst>
              <a:ext uri="{FF2B5EF4-FFF2-40B4-BE49-F238E27FC236}">
                <a16:creationId xmlns:a16="http://schemas.microsoft.com/office/drawing/2014/main" id="{1C7BBAA3-263A-8FE5-5AA3-E40EF73A5AE9}"/>
              </a:ext>
            </a:extLst>
          </p:cNvPr>
          <p:cNvSpPr txBox="1">
            <a:spLocks/>
          </p:cNvSpPr>
          <p:nvPr/>
        </p:nvSpPr>
        <p:spPr>
          <a:xfrm>
            <a:off x="1752600" y="-8385"/>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ISO 9000 (CO5)</a:t>
            </a:r>
          </a:p>
        </p:txBody>
      </p:sp>
    </p:spTree>
    <p:extLst>
      <p:ext uri="{BB962C8B-B14F-4D97-AF65-F5344CB8AC3E}">
        <p14:creationId xmlns:p14="http://schemas.microsoft.com/office/powerpoint/2010/main" val="391931189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25E48DC-2C1D-4F57-A6F3-A6F304B03094}" type="datetime1">
              <a:rPr lang="en-US" smtClean="0">
                <a:latin typeface="+mj-lt"/>
              </a:rPr>
              <a:t>5/1/2026</a:t>
            </a:fld>
            <a:endParaRPr lang="en-US">
              <a:latin typeface="+mj-lt"/>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latin typeface="+mj-lt"/>
              </a:rPr>
              <a:pPr/>
              <a:t>47</a:t>
            </a:fld>
            <a:endParaRPr lang="en-US">
              <a:latin typeface="+mj-lt"/>
            </a:endParaRPr>
          </a:p>
        </p:txBody>
      </p:sp>
      <p:sp>
        <p:nvSpPr>
          <p:cNvPr id="9" name="Footer Placeholder 12"/>
          <p:cNvSpPr>
            <a:spLocks noGrp="1"/>
          </p:cNvSpPr>
          <p:nvPr>
            <p:ph type="ftr" sz="quarter" idx="11"/>
          </p:nvPr>
        </p:nvSpPr>
        <p:spPr>
          <a:xfrm>
            <a:off x="2286000" y="6248415"/>
            <a:ext cx="5029200" cy="365125"/>
          </a:xfrm>
        </p:spPr>
        <p:txBody>
          <a:bodyPr/>
          <a:lstStyle/>
          <a:p>
            <a:r>
              <a:rPr lang="sv-SE" sz="2000">
                <a:latin typeface="+mj-lt"/>
              </a:rPr>
              <a:t>Mr. Minhaj Nezami    AOE0861    TQM     Unit 5</a:t>
            </a:r>
            <a:endParaRPr lang="en-US" sz="2000" dirty="0">
              <a:latin typeface="+mj-lt"/>
            </a:endParaRPr>
          </a:p>
        </p:txBody>
      </p:sp>
      <p:sp>
        <p:nvSpPr>
          <p:cNvPr id="10" name="Rectangle 9"/>
          <p:cNvSpPr/>
          <p:nvPr/>
        </p:nvSpPr>
        <p:spPr>
          <a:xfrm>
            <a:off x="876300" y="1675211"/>
            <a:ext cx="7391400" cy="12954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just"/>
            <a:r>
              <a:rPr lang="en-US" sz="2200" dirty="0">
                <a:latin typeface="+mj-lt"/>
                <a:cs typeface="Times New Roman" pitchFamily="18" charset="0"/>
              </a:rPr>
              <a:t>An ISO 9000 Quality Management System is a consistent way of doing things which ensures that your products or services meet your customers’ needs.</a:t>
            </a:r>
          </a:p>
        </p:txBody>
      </p:sp>
      <p:pic>
        <p:nvPicPr>
          <p:cNvPr id="8" name="Picture 7"/>
          <p:cNvPicPr>
            <a:picLocks noChangeAspect="1"/>
          </p:cNvPicPr>
          <p:nvPr/>
        </p:nvPicPr>
        <p:blipFill>
          <a:blip r:embed="rId2"/>
          <a:stretch>
            <a:fillRect/>
          </a:stretch>
        </p:blipFill>
        <p:spPr>
          <a:xfrm>
            <a:off x="0" y="7779"/>
            <a:ext cx="1755800" cy="1024217"/>
          </a:xfrm>
          <a:prstGeom prst="rect">
            <a:avLst/>
          </a:prstGeom>
        </p:spPr>
      </p:pic>
      <p:sp>
        <p:nvSpPr>
          <p:cNvPr id="11" name="Title 1">
            <a:extLst>
              <a:ext uri="{FF2B5EF4-FFF2-40B4-BE49-F238E27FC236}">
                <a16:creationId xmlns:a16="http://schemas.microsoft.com/office/drawing/2014/main" id="{1C7BBAA3-263A-8FE5-5AA3-E40EF73A5AE9}"/>
              </a:ext>
            </a:extLst>
          </p:cNvPr>
          <p:cNvSpPr txBox="1">
            <a:spLocks/>
          </p:cNvSpPr>
          <p:nvPr/>
        </p:nvSpPr>
        <p:spPr>
          <a:xfrm>
            <a:off x="1725782" y="-2477"/>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Recap of ISO 9000</a:t>
            </a:r>
          </a:p>
        </p:txBody>
      </p:sp>
    </p:spTree>
    <p:extLst>
      <p:ext uri="{BB962C8B-B14F-4D97-AF65-F5344CB8AC3E}">
        <p14:creationId xmlns:p14="http://schemas.microsoft.com/office/powerpoint/2010/main" val="391931189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Autofit/>
          </a:bodyPr>
          <a:lstStyle/>
          <a:p>
            <a:pPr marL="457200" indent="-457200">
              <a:lnSpc>
                <a:spcPct val="150000"/>
              </a:lnSpc>
              <a:buFont typeface="+mj-lt"/>
              <a:buAutoNum type="arabicPeriod"/>
            </a:pPr>
            <a:r>
              <a:rPr lang="en-US" sz="2200" dirty="0"/>
              <a:t>What is ISO 9000?</a:t>
            </a:r>
          </a:p>
          <a:p>
            <a:pPr marL="457200" indent="-457200">
              <a:buAutoNum type="arabicPeriod" startAt="2"/>
            </a:pPr>
            <a:r>
              <a:rPr lang="en-US" sz="2200" dirty="0"/>
              <a:t>What are the difference between ISO 9000 and ISO 9001?</a:t>
            </a:r>
          </a:p>
          <a:p>
            <a:pPr marL="457200" indent="-457200">
              <a:buAutoNum type="arabicPeriod" startAt="2"/>
            </a:pPr>
            <a:r>
              <a:rPr lang="en-US" sz="2200" dirty="0"/>
              <a:t>What are the benefit   ISO 9000?</a:t>
            </a:r>
          </a:p>
          <a:p>
            <a:pPr marL="457200" indent="-457200">
              <a:buFont typeface="Arial" pitchFamily="34" charset="0"/>
              <a:buAutoNum type="arabicPeriod" startAt="2"/>
            </a:pPr>
            <a:r>
              <a:rPr lang="en-US" sz="2200" dirty="0"/>
              <a:t>What is ISO 9001?</a:t>
            </a:r>
          </a:p>
          <a:p>
            <a:pPr marL="457200" indent="-457200">
              <a:buFont typeface="Arial" pitchFamily="34" charset="0"/>
              <a:buAutoNum type="arabicPeriod" startAt="2"/>
            </a:pPr>
            <a:r>
              <a:rPr lang="en-US" sz="2200" dirty="0"/>
              <a:t>What are the goals of ISO 9000:2000 ?</a:t>
            </a:r>
          </a:p>
          <a:p>
            <a:pPr marL="457200" indent="-457200">
              <a:buFont typeface="Arial" pitchFamily="34" charset="0"/>
              <a:buAutoNum type="arabicPeriod" startAt="2"/>
            </a:pPr>
            <a:endParaRPr lang="en-US" sz="2200" dirty="0"/>
          </a:p>
          <a:p>
            <a:pPr marL="457200" indent="-457200">
              <a:buAutoNum type="arabicPeriod" startAt="2"/>
            </a:pPr>
            <a:endParaRPr lang="en-US" sz="2200" dirty="0"/>
          </a:p>
          <a:p>
            <a:pPr marL="457200" indent="-457200">
              <a:buNone/>
            </a:pPr>
            <a:endParaRPr lang="en-US" sz="2400" dirty="0"/>
          </a:p>
          <a:p>
            <a:pPr>
              <a:lnSpc>
                <a:spcPct val="150000"/>
              </a:lnSpc>
            </a:pPr>
            <a:endParaRPr lang="en-US" sz="2200" dirty="0"/>
          </a:p>
        </p:txBody>
      </p:sp>
      <p:sp>
        <p:nvSpPr>
          <p:cNvPr id="4" name="Date Placeholder 3"/>
          <p:cNvSpPr>
            <a:spLocks noGrp="1"/>
          </p:cNvSpPr>
          <p:nvPr>
            <p:ph type="dt" sz="half" idx="10"/>
          </p:nvPr>
        </p:nvSpPr>
        <p:spPr/>
        <p:txBody>
          <a:bodyPr/>
          <a:lstStyle/>
          <a:p>
            <a:fld id="{150E3FA5-B026-4E48-8DC1-87B2A38ACD2C}" type="datetime1">
              <a:rPr lang="en-US" smtClean="0"/>
              <a:t>5/1/2026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48</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sv-SE" sz="2000"/>
              <a:t>Mr. Minhaj Nezami    AOE0861    TQM     Unit 5</a:t>
            </a:r>
            <a:endParaRPr lang="en-US" sz="2000" dirty="0"/>
          </a:p>
        </p:txBody>
      </p:sp>
      <p:pic>
        <p:nvPicPr>
          <p:cNvPr id="8" name="Picture 7"/>
          <p:cNvPicPr>
            <a:picLocks noChangeAspect="1"/>
          </p:cNvPicPr>
          <p:nvPr/>
        </p:nvPicPr>
        <p:blipFill>
          <a:blip r:embed="rId2"/>
          <a:stretch>
            <a:fillRect/>
          </a:stretch>
        </p:blipFill>
        <p:spPr>
          <a:xfrm>
            <a:off x="0" y="7779"/>
            <a:ext cx="1755800" cy="1024217"/>
          </a:xfrm>
          <a:prstGeom prst="rect">
            <a:avLst/>
          </a:prstGeom>
        </p:spPr>
      </p:pic>
      <p:sp>
        <p:nvSpPr>
          <p:cNvPr id="10" name="Title 1">
            <a:extLst>
              <a:ext uri="{FF2B5EF4-FFF2-40B4-BE49-F238E27FC236}">
                <a16:creationId xmlns:a16="http://schemas.microsoft.com/office/drawing/2014/main" id="{1C7BBAA3-263A-8FE5-5AA3-E40EF73A5AE9}"/>
              </a:ext>
            </a:extLst>
          </p:cNvPr>
          <p:cNvSpPr txBox="1">
            <a:spLocks/>
          </p:cNvSpPr>
          <p:nvPr/>
        </p:nvSpPr>
        <p:spPr>
          <a:xfrm>
            <a:off x="1722582" y="7779"/>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Daily Quiz</a:t>
            </a:r>
          </a:p>
        </p:txBody>
      </p:sp>
    </p:spTree>
    <p:extLst>
      <p:ext uri="{BB962C8B-B14F-4D97-AF65-F5344CB8AC3E}">
        <p14:creationId xmlns:p14="http://schemas.microsoft.com/office/powerpoint/2010/main" val="391931189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B8DCAE2-97F3-40ED-830B-FBF8E2EC1FC5}" type="datetime1">
              <a:rPr lang="en-US" smtClean="0">
                <a:latin typeface="+mj-lt"/>
              </a:rPr>
              <a:t>5/1/2026</a:t>
            </a:fld>
            <a:endParaRPr lang="en-US">
              <a:latin typeface="+mj-lt"/>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latin typeface="+mj-lt"/>
              </a:rPr>
              <a:pPr/>
              <a:t>49</a:t>
            </a:fld>
            <a:endParaRPr lang="en-US">
              <a:latin typeface="+mj-lt"/>
            </a:endParaRPr>
          </a:p>
        </p:txBody>
      </p:sp>
      <p:sp>
        <p:nvSpPr>
          <p:cNvPr id="9" name="Footer Placeholder 12"/>
          <p:cNvSpPr>
            <a:spLocks noGrp="1"/>
          </p:cNvSpPr>
          <p:nvPr>
            <p:ph type="ftr" sz="quarter" idx="11"/>
          </p:nvPr>
        </p:nvSpPr>
        <p:spPr>
          <a:xfrm>
            <a:off x="2286000" y="6248415"/>
            <a:ext cx="5029200" cy="365125"/>
          </a:xfrm>
        </p:spPr>
        <p:txBody>
          <a:bodyPr/>
          <a:lstStyle/>
          <a:p>
            <a:r>
              <a:rPr lang="sv-SE" sz="2000">
                <a:latin typeface="+mj-lt"/>
              </a:rPr>
              <a:t>Mr. Minhaj Nezami    AOE0861    TQM     Unit 5</a:t>
            </a:r>
            <a:endParaRPr lang="en-US" sz="2000" dirty="0">
              <a:latin typeface="+mj-lt"/>
            </a:endParaRPr>
          </a:p>
        </p:txBody>
      </p:sp>
      <p:sp>
        <p:nvSpPr>
          <p:cNvPr id="10" name="Rectangle 9"/>
          <p:cNvSpPr/>
          <p:nvPr/>
        </p:nvSpPr>
        <p:spPr>
          <a:xfrm>
            <a:off x="914400" y="1235074"/>
            <a:ext cx="7391400" cy="15240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r>
              <a:rPr lang="en-US" sz="2400" dirty="0"/>
              <a:t>ISO 9000:2000 helps organizations do things better, keep customers happy, and continuously improve. </a:t>
            </a:r>
          </a:p>
          <a:p>
            <a:pPr>
              <a:buFont typeface="Arial" panose="020B0604020202020204" pitchFamily="34" charset="0"/>
              <a:buChar char="•"/>
            </a:pPr>
            <a:endParaRPr lang="en-US" sz="2400" dirty="0"/>
          </a:p>
          <a:p>
            <a:pPr algn="just"/>
            <a:endParaRPr lang="en-US" sz="2200" dirty="0">
              <a:latin typeface="+mj-lt"/>
              <a:cs typeface="Times New Roman" pitchFamily="18" charset="0"/>
            </a:endParaRPr>
          </a:p>
        </p:txBody>
      </p:sp>
      <p:graphicFrame>
        <p:nvGraphicFramePr>
          <p:cNvPr id="11" name="Table 10"/>
          <p:cNvGraphicFramePr>
            <a:graphicFrameLocks noGrp="1"/>
          </p:cNvGraphicFramePr>
          <p:nvPr>
            <p:extLst>
              <p:ext uri="{D42A27DB-BD31-4B8C-83A1-F6EECF244321}">
                <p14:modId xmlns:p14="http://schemas.microsoft.com/office/powerpoint/2010/main" val="2199977149"/>
              </p:ext>
            </p:extLst>
          </p:nvPr>
        </p:nvGraphicFramePr>
        <p:xfrm>
          <a:off x="914400" y="3515375"/>
          <a:ext cx="7391399" cy="1338072"/>
        </p:xfrm>
        <a:graphic>
          <a:graphicData uri="http://schemas.openxmlformats.org/drawingml/2006/table">
            <a:tbl>
              <a:tblPr>
                <a:tableStyleId>{93296810-A885-4BE3-A3E7-6D5BEEA58F35}</a:tableStyleId>
              </a:tblPr>
              <a:tblGrid>
                <a:gridCol w="1219200">
                  <a:extLst>
                    <a:ext uri="{9D8B030D-6E8A-4147-A177-3AD203B41FA5}">
                      <a16:colId xmlns:a16="http://schemas.microsoft.com/office/drawing/2014/main" val="20000"/>
                    </a:ext>
                  </a:extLst>
                </a:gridCol>
                <a:gridCol w="457200">
                  <a:extLst>
                    <a:ext uri="{9D8B030D-6E8A-4147-A177-3AD203B41FA5}">
                      <a16:colId xmlns:a16="http://schemas.microsoft.com/office/drawing/2014/main" val="20001"/>
                    </a:ext>
                  </a:extLst>
                </a:gridCol>
                <a:gridCol w="457200">
                  <a:extLst>
                    <a:ext uri="{9D8B030D-6E8A-4147-A177-3AD203B41FA5}">
                      <a16:colId xmlns:a16="http://schemas.microsoft.com/office/drawing/2014/main" val="20002"/>
                    </a:ext>
                  </a:extLst>
                </a:gridCol>
                <a:gridCol w="457200">
                  <a:extLst>
                    <a:ext uri="{9D8B030D-6E8A-4147-A177-3AD203B41FA5}">
                      <a16:colId xmlns:a16="http://schemas.microsoft.com/office/drawing/2014/main" val="20003"/>
                    </a:ext>
                  </a:extLst>
                </a:gridCol>
                <a:gridCol w="421150">
                  <a:extLst>
                    <a:ext uri="{9D8B030D-6E8A-4147-A177-3AD203B41FA5}">
                      <a16:colId xmlns:a16="http://schemas.microsoft.com/office/drawing/2014/main" val="20004"/>
                    </a:ext>
                  </a:extLst>
                </a:gridCol>
                <a:gridCol w="555328">
                  <a:extLst>
                    <a:ext uri="{9D8B030D-6E8A-4147-A177-3AD203B41FA5}">
                      <a16:colId xmlns:a16="http://schemas.microsoft.com/office/drawing/2014/main" val="20005"/>
                    </a:ext>
                  </a:extLst>
                </a:gridCol>
                <a:gridCol w="555328">
                  <a:extLst>
                    <a:ext uri="{9D8B030D-6E8A-4147-A177-3AD203B41FA5}">
                      <a16:colId xmlns:a16="http://schemas.microsoft.com/office/drawing/2014/main" val="20006"/>
                    </a:ext>
                  </a:extLst>
                </a:gridCol>
                <a:gridCol w="555328">
                  <a:extLst>
                    <a:ext uri="{9D8B030D-6E8A-4147-A177-3AD203B41FA5}">
                      <a16:colId xmlns:a16="http://schemas.microsoft.com/office/drawing/2014/main" val="20007"/>
                    </a:ext>
                  </a:extLst>
                </a:gridCol>
                <a:gridCol w="555328">
                  <a:extLst>
                    <a:ext uri="{9D8B030D-6E8A-4147-A177-3AD203B41FA5}">
                      <a16:colId xmlns:a16="http://schemas.microsoft.com/office/drawing/2014/main" val="20008"/>
                    </a:ext>
                  </a:extLst>
                </a:gridCol>
                <a:gridCol w="555328">
                  <a:extLst>
                    <a:ext uri="{9D8B030D-6E8A-4147-A177-3AD203B41FA5}">
                      <a16:colId xmlns:a16="http://schemas.microsoft.com/office/drawing/2014/main" val="20009"/>
                    </a:ext>
                  </a:extLst>
                </a:gridCol>
                <a:gridCol w="555328">
                  <a:extLst>
                    <a:ext uri="{9D8B030D-6E8A-4147-A177-3AD203B41FA5}">
                      <a16:colId xmlns:a16="http://schemas.microsoft.com/office/drawing/2014/main" val="20010"/>
                    </a:ext>
                  </a:extLst>
                </a:gridCol>
                <a:gridCol w="555328">
                  <a:extLst>
                    <a:ext uri="{9D8B030D-6E8A-4147-A177-3AD203B41FA5}">
                      <a16:colId xmlns:a16="http://schemas.microsoft.com/office/drawing/2014/main" val="20011"/>
                    </a:ext>
                  </a:extLst>
                </a:gridCol>
                <a:gridCol w="492153">
                  <a:extLst>
                    <a:ext uri="{9D8B030D-6E8A-4147-A177-3AD203B41FA5}">
                      <a16:colId xmlns:a16="http://schemas.microsoft.com/office/drawing/2014/main" val="20012"/>
                    </a:ext>
                  </a:extLst>
                </a:gridCol>
              </a:tblGrid>
              <a:tr h="0">
                <a:tc>
                  <a:txBody>
                    <a:bodyPr/>
                    <a:lstStyle/>
                    <a:p>
                      <a:pPr marL="0" marR="0" algn="ctr">
                        <a:lnSpc>
                          <a:spcPct val="115000"/>
                        </a:lnSpc>
                        <a:spcBef>
                          <a:spcPts val="0"/>
                        </a:spcBef>
                        <a:spcAft>
                          <a:spcPts val="0"/>
                        </a:spcAft>
                      </a:pPr>
                      <a:r>
                        <a:rPr lang="en-US" sz="1800" dirty="0"/>
                        <a:t>CO</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t>PO   1</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t>PO2</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t>PO3</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t>PO4</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t>PO 5</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t>PO 6</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t>PO 7</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t>PO 8</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t>PO 9</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t>PO 10</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t>PO 11</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t>PO12</a:t>
                      </a:r>
                      <a:endParaRPr lang="en-US" sz="180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707136">
                <a:tc>
                  <a:txBody>
                    <a:bodyPr/>
                    <a:lstStyle/>
                    <a:p>
                      <a:pPr marL="0" marR="0" algn="ctr">
                        <a:lnSpc>
                          <a:spcPct val="115000"/>
                        </a:lnSpc>
                        <a:spcBef>
                          <a:spcPts val="0"/>
                        </a:spcBef>
                        <a:spcAft>
                          <a:spcPts val="1000"/>
                        </a:spcAft>
                      </a:pPr>
                      <a:r>
                        <a:rPr lang="en-US" sz="1800" u="none" dirty="0"/>
                        <a:t>AOE0861.1</a:t>
                      </a:r>
                      <a:endParaRPr lang="en-US" sz="1800" u="none" dirty="0">
                        <a:solidFill>
                          <a:srgbClr val="FF0000"/>
                        </a:solidFill>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dirty="0"/>
                        <a:t>3</a:t>
                      </a:r>
                      <a:endParaRPr lang="en-US" sz="1800" dirty="0">
                        <a:solidFill>
                          <a:srgbClr val="FF0000"/>
                        </a:solidFill>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dirty="0"/>
                        <a:t>2</a:t>
                      </a:r>
                      <a:endParaRPr lang="en-US" sz="1800" dirty="0">
                        <a:solidFill>
                          <a:srgbClr val="FF0000"/>
                        </a:solidFill>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dirty="0"/>
                        <a:t>3</a:t>
                      </a:r>
                      <a:endParaRPr lang="en-US" sz="1800" dirty="0">
                        <a:solidFill>
                          <a:srgbClr val="FF0000"/>
                        </a:solidFill>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dirty="0"/>
                        <a:t>2</a:t>
                      </a:r>
                      <a:endParaRPr lang="en-US" sz="1800" dirty="0">
                        <a:solidFill>
                          <a:srgbClr val="FF0000"/>
                        </a:solidFill>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dirty="0"/>
                        <a:t>2</a:t>
                      </a:r>
                      <a:endParaRPr lang="en-US" sz="1800" dirty="0">
                        <a:solidFill>
                          <a:srgbClr val="FF0000"/>
                        </a:solidFill>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dirty="0"/>
                        <a:t>2</a:t>
                      </a:r>
                      <a:endParaRPr lang="en-US" sz="1800" dirty="0">
                        <a:solidFill>
                          <a:srgbClr val="FF0000"/>
                        </a:solidFill>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dirty="0"/>
                        <a:t>2</a:t>
                      </a:r>
                      <a:endParaRPr lang="en-US" sz="1800" dirty="0">
                        <a:solidFill>
                          <a:srgbClr val="FF0000"/>
                        </a:solidFill>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dirty="0"/>
                        <a:t>1</a:t>
                      </a:r>
                      <a:endParaRPr lang="en-US" sz="1800" dirty="0">
                        <a:solidFill>
                          <a:srgbClr val="FF0000"/>
                        </a:solidFill>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dirty="0"/>
                        <a:t>2</a:t>
                      </a:r>
                      <a:endParaRPr lang="en-US" sz="1800" dirty="0">
                        <a:solidFill>
                          <a:srgbClr val="FF0000"/>
                        </a:solidFill>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dirty="0"/>
                        <a:t>1</a:t>
                      </a:r>
                      <a:endParaRPr lang="en-US" sz="1800" dirty="0">
                        <a:solidFill>
                          <a:srgbClr val="FF0000"/>
                        </a:solidFill>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dirty="0"/>
                        <a:t>2</a:t>
                      </a:r>
                      <a:endParaRPr lang="en-US" sz="1800" dirty="0">
                        <a:solidFill>
                          <a:srgbClr val="FF0000"/>
                        </a:solidFill>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dirty="0"/>
                        <a:t>3</a:t>
                      </a:r>
                      <a:endParaRPr lang="en-US" sz="1800" dirty="0">
                        <a:solidFill>
                          <a:srgbClr val="FF0000"/>
                        </a:solidFill>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extLst>
                  <a:ext uri="{0D108BD9-81ED-4DB2-BD59-A6C34878D82A}">
                    <a16:rowId xmlns:a16="http://schemas.microsoft.com/office/drawing/2014/main" val="10001"/>
                  </a:ext>
                </a:extLst>
              </a:tr>
            </a:tbl>
          </a:graphicData>
        </a:graphic>
      </p:graphicFrame>
      <p:pic>
        <p:nvPicPr>
          <p:cNvPr id="13" name="Picture 12"/>
          <p:cNvPicPr>
            <a:picLocks noChangeAspect="1"/>
          </p:cNvPicPr>
          <p:nvPr/>
        </p:nvPicPr>
        <p:blipFill>
          <a:blip r:embed="rId2"/>
          <a:stretch>
            <a:fillRect/>
          </a:stretch>
        </p:blipFill>
        <p:spPr>
          <a:xfrm>
            <a:off x="0" y="7779"/>
            <a:ext cx="1755800" cy="1024217"/>
          </a:xfrm>
          <a:prstGeom prst="rect">
            <a:avLst/>
          </a:prstGeom>
        </p:spPr>
      </p:pic>
      <p:sp>
        <p:nvSpPr>
          <p:cNvPr id="12" name="Title 1">
            <a:extLst>
              <a:ext uri="{FF2B5EF4-FFF2-40B4-BE49-F238E27FC236}">
                <a16:creationId xmlns:a16="http://schemas.microsoft.com/office/drawing/2014/main" id="{1C7BBAA3-263A-8FE5-5AA3-E40EF73A5AE9}"/>
              </a:ext>
            </a:extLst>
          </p:cNvPr>
          <p:cNvSpPr txBox="1">
            <a:spLocks/>
          </p:cNvSpPr>
          <p:nvPr/>
        </p:nvSpPr>
        <p:spPr>
          <a:xfrm>
            <a:off x="1752600" y="-13003"/>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Objective of ISO 9000:2000</a:t>
            </a:r>
          </a:p>
        </p:txBody>
      </p:sp>
    </p:spTree>
    <p:extLst>
      <p:ext uri="{BB962C8B-B14F-4D97-AF65-F5344CB8AC3E}">
        <p14:creationId xmlns:p14="http://schemas.microsoft.com/office/powerpoint/2010/main" val="229263120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BE447DD3-1BE9-4C83-B0D8-5ADEFB4EDDF4}" type="datetime1">
              <a:rPr lang="en-US" smtClean="0">
                <a:latin typeface="+mj-lt"/>
              </a:rPr>
              <a:t>5/1/2026</a:t>
            </a:fld>
            <a:endParaRPr lang="en-US">
              <a:latin typeface="+mj-lt"/>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latin typeface="+mj-lt"/>
              </a:rPr>
              <a:pPr/>
              <a:t>50</a:t>
            </a:fld>
            <a:endParaRPr lang="en-US">
              <a:latin typeface="+mj-lt"/>
            </a:endParaRPr>
          </a:p>
        </p:txBody>
      </p:sp>
      <p:sp>
        <p:nvSpPr>
          <p:cNvPr id="9" name="Footer Placeholder 12"/>
          <p:cNvSpPr>
            <a:spLocks noGrp="1"/>
          </p:cNvSpPr>
          <p:nvPr>
            <p:ph type="ftr" sz="quarter" idx="11"/>
          </p:nvPr>
        </p:nvSpPr>
        <p:spPr>
          <a:xfrm>
            <a:off x="2286000" y="6248415"/>
            <a:ext cx="5029200" cy="365125"/>
          </a:xfrm>
        </p:spPr>
        <p:txBody>
          <a:bodyPr/>
          <a:lstStyle/>
          <a:p>
            <a:r>
              <a:rPr lang="sv-SE" sz="2000">
                <a:latin typeface="+mj-lt"/>
              </a:rPr>
              <a:t>Mr. Minhaj Nezami    AOE0861    TQM     Unit 5</a:t>
            </a:r>
            <a:endParaRPr lang="en-US" sz="2000" dirty="0">
              <a:latin typeface="+mj-lt"/>
            </a:endParaRPr>
          </a:p>
        </p:txBody>
      </p:sp>
      <p:sp>
        <p:nvSpPr>
          <p:cNvPr id="10" name="Rectangle 9"/>
          <p:cNvSpPr/>
          <p:nvPr/>
        </p:nvSpPr>
        <p:spPr>
          <a:xfrm>
            <a:off x="914400" y="1247866"/>
            <a:ext cx="7620000" cy="3338672"/>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marL="342900" indent="-342900">
              <a:buFont typeface="Arial" panose="020B0604020202020204" pitchFamily="34" charset="0"/>
              <a:buChar char="•"/>
            </a:pPr>
            <a:r>
              <a:rPr lang="en-US" sz="2400" dirty="0"/>
              <a:t>Improve product and service quality</a:t>
            </a:r>
          </a:p>
          <a:p>
            <a:pPr marL="342900" indent="-342900">
              <a:buFont typeface="Arial" panose="020B0604020202020204" pitchFamily="34" charset="0"/>
              <a:buChar char="•"/>
            </a:pPr>
            <a:r>
              <a:rPr lang="en-US" sz="2400" dirty="0"/>
              <a:t>Increase customer satisfaction and trust</a:t>
            </a:r>
          </a:p>
          <a:p>
            <a:pPr marL="342900" indent="-342900">
              <a:buFont typeface="Arial" panose="020B0604020202020204" pitchFamily="34" charset="0"/>
              <a:buChar char="•"/>
            </a:pPr>
            <a:r>
              <a:rPr lang="en-US" sz="2400" dirty="0"/>
              <a:t>Promote a process-based approach to management</a:t>
            </a:r>
          </a:p>
          <a:p>
            <a:pPr marL="342900" indent="-342900">
              <a:buFont typeface="Arial" panose="020B0604020202020204" pitchFamily="34" charset="0"/>
              <a:buChar char="•"/>
            </a:pPr>
            <a:r>
              <a:rPr lang="en-US" sz="2400" dirty="0"/>
              <a:t>Encourage continual improvement</a:t>
            </a:r>
          </a:p>
          <a:p>
            <a:pPr marL="342900" indent="-342900">
              <a:buFont typeface="Arial" panose="020B0604020202020204" pitchFamily="34" charset="0"/>
              <a:buChar char="•"/>
            </a:pPr>
            <a:r>
              <a:rPr lang="en-US" sz="2400" dirty="0"/>
              <a:t>Ensure compliance with regulatory and statutory requirements</a:t>
            </a:r>
          </a:p>
          <a:p>
            <a:pPr marL="342900" indent="-342900">
              <a:buFont typeface="Arial" panose="020B0604020202020204" pitchFamily="34" charset="0"/>
              <a:buChar char="•"/>
            </a:pPr>
            <a:r>
              <a:rPr lang="en-US" sz="2400" dirty="0"/>
              <a:t>Enhance internal efficiency and communication</a:t>
            </a:r>
          </a:p>
          <a:p>
            <a:pPr marL="342900" indent="-342900">
              <a:buFont typeface="Arial" panose="020B0604020202020204" pitchFamily="34" charset="0"/>
              <a:buChar char="•"/>
            </a:pPr>
            <a:r>
              <a:rPr lang="en-US" sz="2400" dirty="0"/>
              <a:t>Provide a globally recognized framework for quality assurance</a:t>
            </a:r>
          </a:p>
        </p:txBody>
      </p:sp>
      <p:graphicFrame>
        <p:nvGraphicFramePr>
          <p:cNvPr id="11" name="Table 10"/>
          <p:cNvGraphicFramePr>
            <a:graphicFrameLocks noGrp="1"/>
          </p:cNvGraphicFramePr>
          <p:nvPr>
            <p:extLst>
              <p:ext uri="{D42A27DB-BD31-4B8C-83A1-F6EECF244321}">
                <p14:modId xmlns:p14="http://schemas.microsoft.com/office/powerpoint/2010/main" val="1355582952"/>
              </p:ext>
            </p:extLst>
          </p:nvPr>
        </p:nvGraphicFramePr>
        <p:xfrm>
          <a:off x="916710" y="4802408"/>
          <a:ext cx="7391399" cy="1338072"/>
        </p:xfrm>
        <a:graphic>
          <a:graphicData uri="http://schemas.openxmlformats.org/drawingml/2006/table">
            <a:tbl>
              <a:tblPr>
                <a:tableStyleId>{93296810-A885-4BE3-A3E7-6D5BEEA58F35}</a:tableStyleId>
              </a:tblPr>
              <a:tblGrid>
                <a:gridCol w="1216890">
                  <a:extLst>
                    <a:ext uri="{9D8B030D-6E8A-4147-A177-3AD203B41FA5}">
                      <a16:colId xmlns:a16="http://schemas.microsoft.com/office/drawing/2014/main" val="20000"/>
                    </a:ext>
                  </a:extLst>
                </a:gridCol>
                <a:gridCol w="457200">
                  <a:extLst>
                    <a:ext uri="{9D8B030D-6E8A-4147-A177-3AD203B41FA5}">
                      <a16:colId xmlns:a16="http://schemas.microsoft.com/office/drawing/2014/main" val="20001"/>
                    </a:ext>
                  </a:extLst>
                </a:gridCol>
                <a:gridCol w="457200">
                  <a:extLst>
                    <a:ext uri="{9D8B030D-6E8A-4147-A177-3AD203B41FA5}">
                      <a16:colId xmlns:a16="http://schemas.microsoft.com/office/drawing/2014/main" val="20002"/>
                    </a:ext>
                  </a:extLst>
                </a:gridCol>
                <a:gridCol w="457200">
                  <a:extLst>
                    <a:ext uri="{9D8B030D-6E8A-4147-A177-3AD203B41FA5}">
                      <a16:colId xmlns:a16="http://schemas.microsoft.com/office/drawing/2014/main" val="20003"/>
                    </a:ext>
                  </a:extLst>
                </a:gridCol>
                <a:gridCol w="423460">
                  <a:extLst>
                    <a:ext uri="{9D8B030D-6E8A-4147-A177-3AD203B41FA5}">
                      <a16:colId xmlns:a16="http://schemas.microsoft.com/office/drawing/2014/main" val="20004"/>
                    </a:ext>
                  </a:extLst>
                </a:gridCol>
                <a:gridCol w="555328">
                  <a:extLst>
                    <a:ext uri="{9D8B030D-6E8A-4147-A177-3AD203B41FA5}">
                      <a16:colId xmlns:a16="http://schemas.microsoft.com/office/drawing/2014/main" val="20005"/>
                    </a:ext>
                  </a:extLst>
                </a:gridCol>
                <a:gridCol w="555328">
                  <a:extLst>
                    <a:ext uri="{9D8B030D-6E8A-4147-A177-3AD203B41FA5}">
                      <a16:colId xmlns:a16="http://schemas.microsoft.com/office/drawing/2014/main" val="20006"/>
                    </a:ext>
                  </a:extLst>
                </a:gridCol>
                <a:gridCol w="555328">
                  <a:extLst>
                    <a:ext uri="{9D8B030D-6E8A-4147-A177-3AD203B41FA5}">
                      <a16:colId xmlns:a16="http://schemas.microsoft.com/office/drawing/2014/main" val="20007"/>
                    </a:ext>
                  </a:extLst>
                </a:gridCol>
                <a:gridCol w="555328">
                  <a:extLst>
                    <a:ext uri="{9D8B030D-6E8A-4147-A177-3AD203B41FA5}">
                      <a16:colId xmlns:a16="http://schemas.microsoft.com/office/drawing/2014/main" val="20008"/>
                    </a:ext>
                  </a:extLst>
                </a:gridCol>
                <a:gridCol w="555328">
                  <a:extLst>
                    <a:ext uri="{9D8B030D-6E8A-4147-A177-3AD203B41FA5}">
                      <a16:colId xmlns:a16="http://schemas.microsoft.com/office/drawing/2014/main" val="20009"/>
                    </a:ext>
                  </a:extLst>
                </a:gridCol>
                <a:gridCol w="555328">
                  <a:extLst>
                    <a:ext uri="{9D8B030D-6E8A-4147-A177-3AD203B41FA5}">
                      <a16:colId xmlns:a16="http://schemas.microsoft.com/office/drawing/2014/main" val="20010"/>
                    </a:ext>
                  </a:extLst>
                </a:gridCol>
                <a:gridCol w="555328">
                  <a:extLst>
                    <a:ext uri="{9D8B030D-6E8A-4147-A177-3AD203B41FA5}">
                      <a16:colId xmlns:a16="http://schemas.microsoft.com/office/drawing/2014/main" val="20011"/>
                    </a:ext>
                  </a:extLst>
                </a:gridCol>
                <a:gridCol w="492153">
                  <a:extLst>
                    <a:ext uri="{9D8B030D-6E8A-4147-A177-3AD203B41FA5}">
                      <a16:colId xmlns:a16="http://schemas.microsoft.com/office/drawing/2014/main" val="20012"/>
                    </a:ext>
                  </a:extLst>
                </a:gridCol>
              </a:tblGrid>
              <a:tr h="0">
                <a:tc>
                  <a:txBody>
                    <a:bodyPr/>
                    <a:lstStyle/>
                    <a:p>
                      <a:pPr marL="0" marR="0" algn="ctr">
                        <a:lnSpc>
                          <a:spcPct val="115000"/>
                        </a:lnSpc>
                        <a:spcBef>
                          <a:spcPts val="0"/>
                        </a:spcBef>
                        <a:spcAft>
                          <a:spcPts val="0"/>
                        </a:spcAft>
                      </a:pPr>
                      <a:r>
                        <a:rPr lang="en-US" sz="1800" dirty="0"/>
                        <a:t>CO</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t>PO      1</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t>PO2</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t>PO3</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t>PO4</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t>PO 5</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t>PO 6</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t>PO 7</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t>PO 8</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t>PO 9</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t>PO 10</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t>PO 11</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t>PO12</a:t>
                      </a:r>
                      <a:endParaRPr lang="en-US" sz="180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707136">
                <a:tc>
                  <a:txBody>
                    <a:bodyPr/>
                    <a:lstStyle/>
                    <a:p>
                      <a:pPr marL="0" marR="0" algn="ctr">
                        <a:lnSpc>
                          <a:spcPct val="115000"/>
                        </a:lnSpc>
                        <a:spcBef>
                          <a:spcPts val="0"/>
                        </a:spcBef>
                        <a:spcAft>
                          <a:spcPts val="1000"/>
                        </a:spcAft>
                      </a:pPr>
                      <a:r>
                        <a:rPr lang="en-US" sz="1800" u="none" dirty="0"/>
                        <a:t>AOE0861.1</a:t>
                      </a:r>
                      <a:endParaRPr lang="en-US" sz="1800" u="none" dirty="0">
                        <a:solidFill>
                          <a:srgbClr val="FF0000"/>
                        </a:solidFill>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dirty="0"/>
                        <a:t>3</a:t>
                      </a:r>
                      <a:endParaRPr lang="en-US" sz="1800" dirty="0">
                        <a:solidFill>
                          <a:srgbClr val="FF0000"/>
                        </a:solidFill>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dirty="0"/>
                        <a:t>2</a:t>
                      </a:r>
                      <a:endParaRPr lang="en-US" sz="1800" dirty="0">
                        <a:solidFill>
                          <a:srgbClr val="FF0000"/>
                        </a:solidFill>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dirty="0"/>
                        <a:t>3</a:t>
                      </a:r>
                      <a:endParaRPr lang="en-US" sz="1800" dirty="0">
                        <a:solidFill>
                          <a:srgbClr val="FF0000"/>
                        </a:solidFill>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dirty="0"/>
                        <a:t>2</a:t>
                      </a:r>
                      <a:endParaRPr lang="en-US" sz="1800" dirty="0">
                        <a:solidFill>
                          <a:srgbClr val="FF0000"/>
                        </a:solidFill>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dirty="0"/>
                        <a:t>2</a:t>
                      </a:r>
                      <a:endParaRPr lang="en-US" sz="1800" dirty="0">
                        <a:solidFill>
                          <a:srgbClr val="FF0000"/>
                        </a:solidFill>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dirty="0"/>
                        <a:t>2</a:t>
                      </a:r>
                      <a:endParaRPr lang="en-US" sz="1800" dirty="0">
                        <a:solidFill>
                          <a:srgbClr val="FF0000"/>
                        </a:solidFill>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dirty="0"/>
                        <a:t>2</a:t>
                      </a:r>
                      <a:endParaRPr lang="en-US" sz="1800" dirty="0">
                        <a:solidFill>
                          <a:srgbClr val="FF0000"/>
                        </a:solidFill>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dirty="0"/>
                        <a:t>1</a:t>
                      </a:r>
                      <a:endParaRPr lang="en-US" sz="1800" dirty="0">
                        <a:solidFill>
                          <a:srgbClr val="FF0000"/>
                        </a:solidFill>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dirty="0"/>
                        <a:t>2</a:t>
                      </a:r>
                      <a:endParaRPr lang="en-US" sz="1800" dirty="0">
                        <a:solidFill>
                          <a:srgbClr val="FF0000"/>
                        </a:solidFill>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dirty="0"/>
                        <a:t>1</a:t>
                      </a:r>
                      <a:endParaRPr lang="en-US" sz="1800" dirty="0">
                        <a:solidFill>
                          <a:srgbClr val="FF0000"/>
                        </a:solidFill>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dirty="0"/>
                        <a:t>2</a:t>
                      </a:r>
                      <a:endParaRPr lang="en-US" sz="1800" dirty="0">
                        <a:solidFill>
                          <a:srgbClr val="FF0000"/>
                        </a:solidFill>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dirty="0"/>
                        <a:t>3</a:t>
                      </a:r>
                      <a:endParaRPr lang="en-US" sz="1800" dirty="0">
                        <a:solidFill>
                          <a:srgbClr val="FF0000"/>
                        </a:solidFill>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extLst>
                  <a:ext uri="{0D108BD9-81ED-4DB2-BD59-A6C34878D82A}">
                    <a16:rowId xmlns:a16="http://schemas.microsoft.com/office/drawing/2014/main" val="10001"/>
                  </a:ext>
                </a:extLst>
              </a:tr>
            </a:tbl>
          </a:graphicData>
        </a:graphic>
      </p:graphicFrame>
      <p:pic>
        <p:nvPicPr>
          <p:cNvPr id="13" name="Picture 12"/>
          <p:cNvPicPr>
            <a:picLocks noChangeAspect="1"/>
          </p:cNvPicPr>
          <p:nvPr/>
        </p:nvPicPr>
        <p:blipFill>
          <a:blip r:embed="rId2"/>
          <a:stretch>
            <a:fillRect/>
          </a:stretch>
        </p:blipFill>
        <p:spPr>
          <a:xfrm>
            <a:off x="0" y="7779"/>
            <a:ext cx="1755800" cy="1024217"/>
          </a:xfrm>
          <a:prstGeom prst="rect">
            <a:avLst/>
          </a:prstGeom>
        </p:spPr>
      </p:pic>
      <p:sp>
        <p:nvSpPr>
          <p:cNvPr id="12" name="Title 1">
            <a:extLst>
              <a:ext uri="{FF2B5EF4-FFF2-40B4-BE49-F238E27FC236}">
                <a16:creationId xmlns:a16="http://schemas.microsoft.com/office/drawing/2014/main" id="{1C7BBAA3-263A-8FE5-5AA3-E40EF73A5AE9}"/>
              </a:ext>
            </a:extLst>
          </p:cNvPr>
          <p:cNvSpPr txBox="1">
            <a:spLocks/>
          </p:cNvSpPr>
          <p:nvPr/>
        </p:nvSpPr>
        <p:spPr>
          <a:xfrm>
            <a:off x="1752600" y="-13003"/>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Objective of ISO 9000:2000</a:t>
            </a:r>
          </a:p>
        </p:txBody>
      </p:sp>
    </p:spTree>
    <p:extLst>
      <p:ext uri="{BB962C8B-B14F-4D97-AF65-F5344CB8AC3E}">
        <p14:creationId xmlns:p14="http://schemas.microsoft.com/office/powerpoint/2010/main" val="197042755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667939" y="1205110"/>
            <a:ext cx="7922492" cy="4811582"/>
            <a:chOff x="886967" y="1228344"/>
            <a:chExt cx="8714741" cy="5453126"/>
          </a:xfrm>
        </p:grpSpPr>
        <p:sp>
          <p:nvSpPr>
            <p:cNvPr id="5" name="object 5"/>
            <p:cNvSpPr/>
            <p:nvPr/>
          </p:nvSpPr>
          <p:spPr>
            <a:xfrm>
              <a:off x="2637282" y="1243583"/>
              <a:ext cx="1742694" cy="1743456"/>
            </a:xfrm>
            <a:prstGeom prst="rect">
              <a:avLst/>
            </a:prstGeom>
            <a:blipFill>
              <a:blip r:embed="rId2" cstate="print"/>
              <a:stretch>
                <a:fillRect/>
              </a:stretch>
            </a:blipFill>
          </p:spPr>
          <p:txBody>
            <a:bodyPr wrap="square" lIns="0" tIns="0" rIns="0" bIns="0" rtlCol="0"/>
            <a:lstStyle/>
            <a:p>
              <a:endParaRPr>
                <a:latin typeface="+mj-lt"/>
              </a:endParaRPr>
            </a:p>
          </p:txBody>
        </p:sp>
        <p:sp>
          <p:nvSpPr>
            <p:cNvPr id="6" name="object 6"/>
            <p:cNvSpPr/>
            <p:nvPr/>
          </p:nvSpPr>
          <p:spPr>
            <a:xfrm>
              <a:off x="886967" y="1228344"/>
              <a:ext cx="3499104" cy="2657856"/>
            </a:xfrm>
            <a:prstGeom prst="rect">
              <a:avLst/>
            </a:prstGeom>
            <a:blipFill>
              <a:blip r:embed="rId3" cstate="print"/>
              <a:stretch>
                <a:fillRect/>
              </a:stretch>
            </a:blipFill>
          </p:spPr>
          <p:txBody>
            <a:bodyPr wrap="square" lIns="0" tIns="0" rIns="0" bIns="0" rtlCol="0"/>
            <a:lstStyle/>
            <a:p>
              <a:endParaRPr>
                <a:latin typeface="+mj-lt"/>
              </a:endParaRPr>
            </a:p>
          </p:txBody>
        </p:sp>
        <p:sp>
          <p:nvSpPr>
            <p:cNvPr id="7" name="object 7"/>
            <p:cNvSpPr/>
            <p:nvPr/>
          </p:nvSpPr>
          <p:spPr>
            <a:xfrm>
              <a:off x="886968" y="1228356"/>
              <a:ext cx="8714740" cy="2658110"/>
            </a:xfrm>
            <a:custGeom>
              <a:avLst/>
              <a:gdLst/>
              <a:ahLst/>
              <a:cxnLst/>
              <a:rect l="l" t="t" r="r" b="b"/>
              <a:pathLst>
                <a:path w="8714740" h="2658110">
                  <a:moveTo>
                    <a:pt x="8714232" y="575564"/>
                  </a:moveTo>
                  <a:lnTo>
                    <a:pt x="8708123" y="534911"/>
                  </a:lnTo>
                  <a:lnTo>
                    <a:pt x="8692883" y="475475"/>
                  </a:lnTo>
                  <a:lnTo>
                    <a:pt x="8671547" y="419087"/>
                  </a:lnTo>
                  <a:lnTo>
                    <a:pt x="8647163" y="365747"/>
                  </a:lnTo>
                  <a:lnTo>
                    <a:pt x="8598395" y="291071"/>
                  </a:lnTo>
                  <a:lnTo>
                    <a:pt x="8561819" y="245351"/>
                  </a:lnTo>
                  <a:lnTo>
                    <a:pt x="8519147" y="204203"/>
                  </a:lnTo>
                  <a:lnTo>
                    <a:pt x="8473427" y="167627"/>
                  </a:lnTo>
                  <a:lnTo>
                    <a:pt x="8450567" y="149339"/>
                  </a:lnTo>
                  <a:lnTo>
                    <a:pt x="8424659" y="134099"/>
                  </a:lnTo>
                  <a:lnTo>
                    <a:pt x="8400275" y="118859"/>
                  </a:lnTo>
                  <a:lnTo>
                    <a:pt x="8372843" y="105143"/>
                  </a:lnTo>
                  <a:lnTo>
                    <a:pt x="8317979" y="82283"/>
                  </a:lnTo>
                  <a:lnTo>
                    <a:pt x="8260067" y="63995"/>
                  </a:lnTo>
                  <a:lnTo>
                    <a:pt x="8170151" y="48755"/>
                  </a:lnTo>
                  <a:lnTo>
                    <a:pt x="8138160" y="45720"/>
                  </a:lnTo>
                  <a:lnTo>
                    <a:pt x="3500615" y="45720"/>
                  </a:lnTo>
                  <a:lnTo>
                    <a:pt x="3499104" y="47231"/>
                  </a:lnTo>
                  <a:lnTo>
                    <a:pt x="3499104" y="15240"/>
                  </a:lnTo>
                  <a:lnTo>
                    <a:pt x="3499104" y="0"/>
                  </a:lnTo>
                  <a:lnTo>
                    <a:pt x="1749539" y="1749552"/>
                  </a:lnTo>
                  <a:lnTo>
                    <a:pt x="15227" y="15240"/>
                  </a:lnTo>
                  <a:lnTo>
                    <a:pt x="0" y="0"/>
                  </a:lnTo>
                  <a:lnTo>
                    <a:pt x="0" y="2657856"/>
                  </a:lnTo>
                  <a:lnTo>
                    <a:pt x="13703" y="2657856"/>
                  </a:lnTo>
                  <a:lnTo>
                    <a:pt x="13703" y="32004"/>
                  </a:lnTo>
                  <a:lnTo>
                    <a:pt x="1749539" y="1767840"/>
                  </a:lnTo>
                  <a:lnTo>
                    <a:pt x="1763255" y="1754124"/>
                  </a:lnTo>
                  <a:lnTo>
                    <a:pt x="3486899" y="30480"/>
                  </a:lnTo>
                  <a:lnTo>
                    <a:pt x="3486899" y="2657856"/>
                  </a:lnTo>
                  <a:lnTo>
                    <a:pt x="3494532" y="2657856"/>
                  </a:lnTo>
                  <a:lnTo>
                    <a:pt x="3499104" y="2657856"/>
                  </a:lnTo>
                  <a:lnTo>
                    <a:pt x="3520427" y="2657856"/>
                  </a:lnTo>
                  <a:lnTo>
                    <a:pt x="3520427" y="71615"/>
                  </a:lnTo>
                  <a:lnTo>
                    <a:pt x="8138147" y="71615"/>
                  </a:lnTo>
                  <a:lnTo>
                    <a:pt x="8197583" y="77711"/>
                  </a:lnTo>
                  <a:lnTo>
                    <a:pt x="8255495" y="89903"/>
                  </a:lnTo>
                  <a:lnTo>
                    <a:pt x="8310359" y="106667"/>
                  </a:lnTo>
                  <a:lnTo>
                    <a:pt x="8388083" y="141719"/>
                  </a:lnTo>
                  <a:lnTo>
                    <a:pt x="8436851" y="170675"/>
                  </a:lnTo>
                  <a:lnTo>
                    <a:pt x="8502383" y="224015"/>
                  </a:lnTo>
                  <a:lnTo>
                    <a:pt x="8543531" y="263639"/>
                  </a:lnTo>
                  <a:lnTo>
                    <a:pt x="8595347" y="330695"/>
                  </a:lnTo>
                  <a:lnTo>
                    <a:pt x="8624303" y="379463"/>
                  </a:lnTo>
                  <a:lnTo>
                    <a:pt x="8638019" y="403847"/>
                  </a:lnTo>
                  <a:lnTo>
                    <a:pt x="8659355" y="457187"/>
                  </a:lnTo>
                  <a:lnTo>
                    <a:pt x="8676119" y="512051"/>
                  </a:lnTo>
                  <a:lnTo>
                    <a:pt x="8688311" y="568439"/>
                  </a:lnTo>
                  <a:lnTo>
                    <a:pt x="8691359" y="598919"/>
                  </a:lnTo>
                  <a:lnTo>
                    <a:pt x="8694407" y="627875"/>
                  </a:lnTo>
                  <a:lnTo>
                    <a:pt x="8694407" y="2657856"/>
                  </a:lnTo>
                  <a:lnTo>
                    <a:pt x="8714232" y="2657856"/>
                  </a:lnTo>
                  <a:lnTo>
                    <a:pt x="8714232" y="575564"/>
                  </a:lnTo>
                  <a:close/>
                </a:path>
              </a:pathLst>
            </a:custGeom>
            <a:solidFill>
              <a:srgbClr val="BF504D"/>
            </a:solidFill>
          </p:spPr>
          <p:txBody>
            <a:bodyPr wrap="square" lIns="0" tIns="0" rIns="0" bIns="0" rtlCol="0"/>
            <a:lstStyle/>
            <a:p>
              <a:endParaRPr>
                <a:latin typeface="+mj-lt"/>
              </a:endParaRPr>
            </a:p>
          </p:txBody>
        </p:sp>
        <p:sp>
          <p:nvSpPr>
            <p:cNvPr id="8" name="object 8"/>
            <p:cNvSpPr/>
            <p:nvPr/>
          </p:nvSpPr>
          <p:spPr>
            <a:xfrm>
              <a:off x="893063" y="3886200"/>
              <a:ext cx="3486912" cy="2787396"/>
            </a:xfrm>
            <a:prstGeom prst="rect">
              <a:avLst/>
            </a:prstGeom>
            <a:blipFill>
              <a:blip r:embed="rId4" cstate="print"/>
              <a:stretch>
                <a:fillRect/>
              </a:stretch>
            </a:blipFill>
          </p:spPr>
          <p:txBody>
            <a:bodyPr wrap="square" lIns="0" tIns="0" rIns="0" bIns="0" rtlCol="0"/>
            <a:lstStyle/>
            <a:p>
              <a:endParaRPr>
                <a:latin typeface="+mj-lt"/>
              </a:endParaRPr>
            </a:p>
          </p:txBody>
        </p:sp>
        <p:sp>
          <p:nvSpPr>
            <p:cNvPr id="9" name="object 9"/>
            <p:cNvSpPr/>
            <p:nvPr/>
          </p:nvSpPr>
          <p:spPr>
            <a:xfrm>
              <a:off x="886967" y="3886200"/>
              <a:ext cx="3499104" cy="2795016"/>
            </a:xfrm>
            <a:prstGeom prst="rect">
              <a:avLst/>
            </a:prstGeom>
            <a:blipFill>
              <a:blip r:embed="rId5" cstate="print"/>
              <a:stretch>
                <a:fillRect/>
              </a:stretch>
            </a:blipFill>
          </p:spPr>
          <p:txBody>
            <a:bodyPr wrap="square" lIns="0" tIns="0" rIns="0" bIns="0" rtlCol="0"/>
            <a:lstStyle/>
            <a:p>
              <a:endParaRPr>
                <a:latin typeface="+mj-lt"/>
              </a:endParaRPr>
            </a:p>
          </p:txBody>
        </p:sp>
        <p:sp>
          <p:nvSpPr>
            <p:cNvPr id="10" name="object 10"/>
            <p:cNvSpPr/>
            <p:nvPr/>
          </p:nvSpPr>
          <p:spPr>
            <a:xfrm>
              <a:off x="886968" y="3886200"/>
              <a:ext cx="3499485" cy="2795270"/>
            </a:xfrm>
            <a:custGeom>
              <a:avLst/>
              <a:gdLst/>
              <a:ahLst/>
              <a:cxnLst/>
              <a:rect l="l" t="t" r="r" b="b"/>
              <a:pathLst>
                <a:path w="3499485" h="2795270">
                  <a:moveTo>
                    <a:pt x="1749551" y="2795015"/>
                  </a:moveTo>
                  <a:lnTo>
                    <a:pt x="0" y="1046987"/>
                  </a:lnTo>
                  <a:lnTo>
                    <a:pt x="0" y="0"/>
                  </a:lnTo>
                  <a:lnTo>
                    <a:pt x="13715" y="0"/>
                  </a:lnTo>
                  <a:lnTo>
                    <a:pt x="13715" y="1039367"/>
                  </a:lnTo>
                  <a:lnTo>
                    <a:pt x="10667" y="1039367"/>
                  </a:lnTo>
                  <a:lnTo>
                    <a:pt x="13715" y="1043939"/>
                  </a:lnTo>
                  <a:lnTo>
                    <a:pt x="15239" y="1043939"/>
                  </a:lnTo>
                  <a:lnTo>
                    <a:pt x="1749551" y="2778251"/>
                  </a:lnTo>
                  <a:lnTo>
                    <a:pt x="1744979" y="2782823"/>
                  </a:lnTo>
                  <a:lnTo>
                    <a:pt x="1761754" y="2782823"/>
                  </a:lnTo>
                  <a:lnTo>
                    <a:pt x="1749551" y="2795015"/>
                  </a:lnTo>
                  <a:close/>
                </a:path>
                <a:path w="3499485" h="2795270">
                  <a:moveTo>
                    <a:pt x="3486911" y="1040891"/>
                  </a:moveTo>
                  <a:lnTo>
                    <a:pt x="3486911" y="0"/>
                  </a:lnTo>
                  <a:lnTo>
                    <a:pt x="3499103" y="0"/>
                  </a:lnTo>
                  <a:lnTo>
                    <a:pt x="3499103" y="1039367"/>
                  </a:lnTo>
                  <a:lnTo>
                    <a:pt x="3488435" y="1039367"/>
                  </a:lnTo>
                  <a:lnTo>
                    <a:pt x="3486911" y="1040891"/>
                  </a:lnTo>
                  <a:close/>
                </a:path>
                <a:path w="3499485" h="2795270">
                  <a:moveTo>
                    <a:pt x="13715" y="1043939"/>
                  </a:moveTo>
                  <a:lnTo>
                    <a:pt x="10667" y="1039367"/>
                  </a:lnTo>
                  <a:lnTo>
                    <a:pt x="13715" y="1042415"/>
                  </a:lnTo>
                  <a:lnTo>
                    <a:pt x="13715" y="1043939"/>
                  </a:lnTo>
                  <a:close/>
                </a:path>
                <a:path w="3499485" h="2795270">
                  <a:moveTo>
                    <a:pt x="13715" y="1042415"/>
                  </a:moveTo>
                  <a:lnTo>
                    <a:pt x="10667" y="1039367"/>
                  </a:lnTo>
                  <a:lnTo>
                    <a:pt x="13715" y="1039367"/>
                  </a:lnTo>
                  <a:lnTo>
                    <a:pt x="13715" y="1042415"/>
                  </a:lnTo>
                  <a:close/>
                </a:path>
                <a:path w="3499485" h="2795270">
                  <a:moveTo>
                    <a:pt x="3486911" y="1043939"/>
                  </a:moveTo>
                  <a:lnTo>
                    <a:pt x="3486911" y="1040891"/>
                  </a:lnTo>
                  <a:lnTo>
                    <a:pt x="3488435" y="1039367"/>
                  </a:lnTo>
                  <a:lnTo>
                    <a:pt x="3486911" y="1043939"/>
                  </a:lnTo>
                  <a:close/>
                </a:path>
                <a:path w="3499485" h="2795270">
                  <a:moveTo>
                    <a:pt x="3499103" y="1043939"/>
                  </a:moveTo>
                  <a:lnTo>
                    <a:pt x="3486911" y="1043939"/>
                  </a:lnTo>
                  <a:lnTo>
                    <a:pt x="3488435" y="1039367"/>
                  </a:lnTo>
                  <a:lnTo>
                    <a:pt x="3499103" y="1039367"/>
                  </a:lnTo>
                  <a:lnTo>
                    <a:pt x="3499103" y="1043939"/>
                  </a:lnTo>
                  <a:close/>
                </a:path>
                <a:path w="3499485" h="2795270">
                  <a:moveTo>
                    <a:pt x="1761754" y="2782823"/>
                  </a:moveTo>
                  <a:lnTo>
                    <a:pt x="1754123" y="2782823"/>
                  </a:lnTo>
                  <a:lnTo>
                    <a:pt x="1749551" y="2778251"/>
                  </a:lnTo>
                  <a:lnTo>
                    <a:pt x="3486911" y="1040891"/>
                  </a:lnTo>
                  <a:lnTo>
                    <a:pt x="3486911" y="1043939"/>
                  </a:lnTo>
                  <a:lnTo>
                    <a:pt x="3499103" y="1043939"/>
                  </a:lnTo>
                  <a:lnTo>
                    <a:pt x="3499103" y="1046987"/>
                  </a:lnTo>
                  <a:lnTo>
                    <a:pt x="1761754" y="2782823"/>
                  </a:lnTo>
                  <a:close/>
                </a:path>
                <a:path w="3499485" h="2795270">
                  <a:moveTo>
                    <a:pt x="15239" y="1043939"/>
                  </a:moveTo>
                  <a:lnTo>
                    <a:pt x="13715" y="1043939"/>
                  </a:lnTo>
                  <a:lnTo>
                    <a:pt x="13715" y="1042415"/>
                  </a:lnTo>
                  <a:lnTo>
                    <a:pt x="15239" y="1043939"/>
                  </a:lnTo>
                  <a:close/>
                </a:path>
                <a:path w="3499485" h="2795270">
                  <a:moveTo>
                    <a:pt x="1754123" y="2782823"/>
                  </a:moveTo>
                  <a:lnTo>
                    <a:pt x="1744979" y="2782823"/>
                  </a:lnTo>
                  <a:lnTo>
                    <a:pt x="1749551" y="2778251"/>
                  </a:lnTo>
                  <a:lnTo>
                    <a:pt x="1754123" y="2782823"/>
                  </a:lnTo>
                  <a:close/>
                </a:path>
              </a:pathLst>
            </a:custGeom>
            <a:solidFill>
              <a:srgbClr val="BF504D"/>
            </a:solidFill>
          </p:spPr>
          <p:txBody>
            <a:bodyPr wrap="square" lIns="0" tIns="0" rIns="0" bIns="0" rtlCol="0"/>
            <a:lstStyle/>
            <a:p>
              <a:endParaRPr>
                <a:latin typeface="+mj-lt"/>
              </a:endParaRPr>
            </a:p>
          </p:txBody>
        </p:sp>
      </p:grpSp>
      <p:sp>
        <p:nvSpPr>
          <p:cNvPr id="11" name="object 11"/>
          <p:cNvSpPr txBox="1"/>
          <p:nvPr/>
        </p:nvSpPr>
        <p:spPr>
          <a:xfrm>
            <a:off x="4267200" y="2286000"/>
            <a:ext cx="4343400" cy="1204021"/>
          </a:xfrm>
          <a:prstGeom prst="rect">
            <a:avLst/>
          </a:prstGeom>
        </p:spPr>
        <p:txBody>
          <a:bodyPr vert="horz" wrap="square" lIns="0" tIns="52425" rIns="0" bIns="0" rtlCol="0">
            <a:spAutoFit/>
          </a:bodyPr>
          <a:lstStyle/>
          <a:p>
            <a:pPr marL="342900" lvl="0" indent="-342900" algn="just">
              <a:spcBef>
                <a:spcPct val="20000"/>
              </a:spcBef>
              <a:buFont typeface="Arial" pitchFamily="34" charset="0"/>
              <a:buChar char="•"/>
            </a:pPr>
            <a:r>
              <a:rPr lang="en-US" sz="2200" dirty="0">
                <a:solidFill>
                  <a:prstClr val="black"/>
                </a:solidFill>
                <a:latin typeface="+mj-lt"/>
                <a:cs typeface="Times New Roman" panose="02020603050405020304" pitchFamily="18" charset="0"/>
              </a:rPr>
              <a:t>ISO 9000</a:t>
            </a:r>
          </a:p>
          <a:p>
            <a:pPr marL="342900" lvl="0" indent="-342900" algn="just">
              <a:spcBef>
                <a:spcPct val="20000"/>
              </a:spcBef>
              <a:buFont typeface="Arial" pitchFamily="34" charset="0"/>
              <a:buChar char="•"/>
            </a:pPr>
            <a:r>
              <a:rPr lang="en-US" sz="2200" dirty="0">
                <a:solidFill>
                  <a:prstClr val="black"/>
                </a:solidFill>
                <a:latin typeface="+mj-lt"/>
                <a:cs typeface="Times New Roman" panose="02020603050405020304" pitchFamily="18" charset="0"/>
              </a:rPr>
              <a:t>ISO 9001</a:t>
            </a:r>
          </a:p>
          <a:p>
            <a:pPr marL="342900" lvl="0" indent="-342900" algn="just">
              <a:spcBef>
                <a:spcPct val="20000"/>
              </a:spcBef>
              <a:buFont typeface="Arial" pitchFamily="34" charset="0"/>
              <a:buChar char="•"/>
            </a:pPr>
            <a:endParaRPr lang="en-US" sz="2200" dirty="0">
              <a:solidFill>
                <a:prstClr val="black"/>
              </a:solidFill>
              <a:latin typeface="+mj-lt"/>
              <a:cs typeface="Times New Roman" panose="02020603050405020304" pitchFamily="18" charset="0"/>
            </a:endParaRPr>
          </a:p>
        </p:txBody>
      </p:sp>
      <p:sp>
        <p:nvSpPr>
          <p:cNvPr id="12" name="object 12"/>
          <p:cNvSpPr/>
          <p:nvPr/>
        </p:nvSpPr>
        <p:spPr>
          <a:xfrm>
            <a:off x="3843229" y="3513366"/>
            <a:ext cx="4745182" cy="894229"/>
          </a:xfrm>
          <a:custGeom>
            <a:avLst/>
            <a:gdLst/>
            <a:ahLst/>
            <a:cxnLst/>
            <a:rect l="l" t="t" r="r" b="b"/>
            <a:pathLst>
              <a:path w="5219700" h="1013460">
                <a:moveTo>
                  <a:pt x="4645151" y="1013459"/>
                </a:moveTo>
                <a:lnTo>
                  <a:pt x="6095" y="1013459"/>
                </a:lnTo>
                <a:lnTo>
                  <a:pt x="0" y="1007364"/>
                </a:lnTo>
                <a:lnTo>
                  <a:pt x="0" y="0"/>
                </a:lnTo>
                <a:lnTo>
                  <a:pt x="25907" y="0"/>
                </a:lnTo>
                <a:lnTo>
                  <a:pt x="25907" y="987551"/>
                </a:lnTo>
                <a:lnTo>
                  <a:pt x="12191" y="987551"/>
                </a:lnTo>
                <a:lnTo>
                  <a:pt x="25907" y="1001267"/>
                </a:lnTo>
                <a:lnTo>
                  <a:pt x="4736591" y="1001267"/>
                </a:lnTo>
                <a:lnTo>
                  <a:pt x="4675631" y="1010411"/>
                </a:lnTo>
                <a:lnTo>
                  <a:pt x="4645151" y="1013459"/>
                </a:lnTo>
                <a:close/>
              </a:path>
              <a:path w="5219700" h="1013460">
                <a:moveTo>
                  <a:pt x="4736591" y="1001267"/>
                </a:moveTo>
                <a:lnTo>
                  <a:pt x="25907" y="1001267"/>
                </a:lnTo>
                <a:lnTo>
                  <a:pt x="25907" y="987551"/>
                </a:lnTo>
                <a:lnTo>
                  <a:pt x="4643627" y="987551"/>
                </a:lnTo>
                <a:lnTo>
                  <a:pt x="4703063" y="981455"/>
                </a:lnTo>
                <a:lnTo>
                  <a:pt x="4786883" y="961643"/>
                </a:lnTo>
                <a:lnTo>
                  <a:pt x="4841747" y="941831"/>
                </a:lnTo>
                <a:lnTo>
                  <a:pt x="4893563" y="917447"/>
                </a:lnTo>
                <a:lnTo>
                  <a:pt x="4940807" y="888491"/>
                </a:lnTo>
                <a:lnTo>
                  <a:pt x="4986527" y="854963"/>
                </a:lnTo>
                <a:lnTo>
                  <a:pt x="5027675" y="816863"/>
                </a:lnTo>
                <a:lnTo>
                  <a:pt x="5084063" y="752855"/>
                </a:lnTo>
                <a:lnTo>
                  <a:pt x="5116067" y="705611"/>
                </a:lnTo>
                <a:lnTo>
                  <a:pt x="5154167" y="629411"/>
                </a:lnTo>
                <a:lnTo>
                  <a:pt x="5173979" y="576071"/>
                </a:lnTo>
                <a:lnTo>
                  <a:pt x="5189219" y="519683"/>
                </a:lnTo>
                <a:lnTo>
                  <a:pt x="5196839" y="461771"/>
                </a:lnTo>
                <a:lnTo>
                  <a:pt x="5199887" y="431291"/>
                </a:lnTo>
                <a:lnTo>
                  <a:pt x="5199887" y="0"/>
                </a:lnTo>
                <a:lnTo>
                  <a:pt x="5219700" y="0"/>
                </a:lnTo>
                <a:lnTo>
                  <a:pt x="5219700" y="483612"/>
                </a:lnTo>
                <a:lnTo>
                  <a:pt x="5213603" y="524255"/>
                </a:lnTo>
                <a:lnTo>
                  <a:pt x="5189219" y="611123"/>
                </a:lnTo>
                <a:lnTo>
                  <a:pt x="5166359" y="665987"/>
                </a:lnTo>
                <a:lnTo>
                  <a:pt x="5122163" y="743711"/>
                </a:lnTo>
                <a:lnTo>
                  <a:pt x="5103875" y="766571"/>
                </a:lnTo>
                <a:lnTo>
                  <a:pt x="5085587" y="790955"/>
                </a:lnTo>
                <a:lnTo>
                  <a:pt x="5026151" y="853439"/>
                </a:lnTo>
                <a:lnTo>
                  <a:pt x="4980431" y="891539"/>
                </a:lnTo>
                <a:lnTo>
                  <a:pt x="4931663" y="925067"/>
                </a:lnTo>
                <a:lnTo>
                  <a:pt x="4879847" y="952499"/>
                </a:lnTo>
                <a:lnTo>
                  <a:pt x="4823459" y="976883"/>
                </a:lnTo>
                <a:lnTo>
                  <a:pt x="4767071" y="993647"/>
                </a:lnTo>
                <a:lnTo>
                  <a:pt x="4736591" y="1001267"/>
                </a:lnTo>
                <a:close/>
              </a:path>
              <a:path w="5219700" h="1013460">
                <a:moveTo>
                  <a:pt x="25907" y="1001267"/>
                </a:moveTo>
                <a:lnTo>
                  <a:pt x="12191" y="987551"/>
                </a:lnTo>
                <a:lnTo>
                  <a:pt x="25907" y="987551"/>
                </a:lnTo>
                <a:lnTo>
                  <a:pt x="25907" y="1001267"/>
                </a:lnTo>
                <a:close/>
              </a:path>
            </a:pathLst>
          </a:custGeom>
          <a:solidFill>
            <a:srgbClr val="BF504D"/>
          </a:solidFill>
        </p:spPr>
        <p:txBody>
          <a:bodyPr wrap="square" lIns="0" tIns="0" rIns="0" bIns="0" rtlCol="0"/>
          <a:lstStyle/>
          <a:p>
            <a:endParaRPr>
              <a:latin typeface="+mj-lt"/>
            </a:endParaRPr>
          </a:p>
        </p:txBody>
      </p:sp>
      <p:sp>
        <p:nvSpPr>
          <p:cNvPr id="13" name="Date Placeholder 12"/>
          <p:cNvSpPr>
            <a:spLocks noGrp="1"/>
          </p:cNvSpPr>
          <p:nvPr>
            <p:ph type="dt" sz="half" idx="10"/>
          </p:nvPr>
        </p:nvSpPr>
        <p:spPr/>
        <p:txBody>
          <a:bodyPr/>
          <a:lstStyle/>
          <a:p>
            <a:fld id="{95C27168-4162-43C0-BF28-7AB678C818E5}" type="datetime1">
              <a:rPr lang="en-US" smtClean="0">
                <a:latin typeface="+mj-lt"/>
              </a:rPr>
              <a:t>5/1/2026</a:t>
            </a:fld>
            <a:endParaRPr lang="en-US">
              <a:latin typeface="+mj-lt"/>
            </a:endParaRPr>
          </a:p>
        </p:txBody>
      </p:sp>
      <p:sp>
        <p:nvSpPr>
          <p:cNvPr id="14" name="Slide Number Placeholder 13"/>
          <p:cNvSpPr>
            <a:spLocks noGrp="1"/>
          </p:cNvSpPr>
          <p:nvPr>
            <p:ph type="sldNum" sz="quarter" idx="12"/>
          </p:nvPr>
        </p:nvSpPr>
        <p:spPr/>
        <p:txBody>
          <a:bodyPr/>
          <a:lstStyle/>
          <a:p>
            <a:fld id="{B6F15528-21DE-4FAA-801E-634DDDAF4B2B}" type="slidenum">
              <a:rPr lang="en-US" smtClean="0">
                <a:latin typeface="+mj-lt"/>
              </a:rPr>
              <a:pPr/>
              <a:t>51</a:t>
            </a:fld>
            <a:endParaRPr lang="en-US">
              <a:latin typeface="+mj-lt"/>
            </a:endParaRPr>
          </a:p>
        </p:txBody>
      </p:sp>
      <p:sp>
        <p:nvSpPr>
          <p:cNvPr id="15" name="Footer Placeholder 14"/>
          <p:cNvSpPr>
            <a:spLocks noGrp="1"/>
          </p:cNvSpPr>
          <p:nvPr>
            <p:ph type="ftr" sz="quarter" idx="11"/>
          </p:nvPr>
        </p:nvSpPr>
        <p:spPr>
          <a:xfrm>
            <a:off x="3124200" y="6356350"/>
            <a:ext cx="4343400" cy="365125"/>
          </a:xfrm>
        </p:spPr>
        <p:txBody>
          <a:bodyPr/>
          <a:lstStyle/>
          <a:p>
            <a:r>
              <a:rPr lang="sv-SE">
                <a:latin typeface="+mj-lt"/>
              </a:rPr>
              <a:t>Mr. Minhaj Nezami    AOE0861    TQM     Unit 5</a:t>
            </a:r>
            <a:endParaRPr lang="en-US" dirty="0">
              <a:latin typeface="+mj-lt"/>
            </a:endParaRPr>
          </a:p>
        </p:txBody>
      </p:sp>
      <p:pic>
        <p:nvPicPr>
          <p:cNvPr id="17" name="Picture 16"/>
          <p:cNvPicPr>
            <a:picLocks noChangeAspect="1"/>
          </p:cNvPicPr>
          <p:nvPr/>
        </p:nvPicPr>
        <p:blipFill>
          <a:blip r:embed="rId6"/>
          <a:stretch>
            <a:fillRect/>
          </a:stretch>
        </p:blipFill>
        <p:spPr>
          <a:xfrm>
            <a:off x="0" y="7779"/>
            <a:ext cx="1755800" cy="1024217"/>
          </a:xfrm>
          <a:prstGeom prst="rect">
            <a:avLst/>
          </a:prstGeom>
        </p:spPr>
      </p:pic>
      <p:sp>
        <p:nvSpPr>
          <p:cNvPr id="16" name="Title 1">
            <a:extLst>
              <a:ext uri="{FF2B5EF4-FFF2-40B4-BE49-F238E27FC236}">
                <a16:creationId xmlns:a16="http://schemas.microsoft.com/office/drawing/2014/main" id="{1C7BBAA3-263A-8FE5-5AA3-E40EF73A5AE9}"/>
              </a:ext>
            </a:extLst>
          </p:cNvPr>
          <p:cNvSpPr txBox="1">
            <a:spLocks/>
          </p:cNvSpPr>
          <p:nvPr/>
        </p:nvSpPr>
        <p:spPr>
          <a:xfrm>
            <a:off x="1755800" y="1055"/>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Prerequisite of ISO 9000:2000</a:t>
            </a:r>
          </a:p>
        </p:txBody>
      </p:sp>
    </p:spTree>
    <p:extLst>
      <p:ext uri="{BB962C8B-B14F-4D97-AF65-F5344CB8AC3E}">
        <p14:creationId xmlns:p14="http://schemas.microsoft.com/office/powerpoint/2010/main" val="337700926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Autofit/>
          </a:bodyPr>
          <a:lstStyle/>
          <a:p>
            <a:pPr marL="0" indent="0" algn="just">
              <a:lnSpc>
                <a:spcPct val="150000"/>
              </a:lnSpc>
              <a:buNone/>
            </a:pPr>
            <a:r>
              <a:rPr lang="en-US" sz="2200" dirty="0"/>
              <a:t>International standard for Quality Management Systems (QMS)Updated version released in the year 2000Focused on customer satisfaction and continuous improvement. Applicable to all types of organizations.</a:t>
            </a:r>
          </a:p>
        </p:txBody>
      </p:sp>
      <p:sp>
        <p:nvSpPr>
          <p:cNvPr id="4" name="Date Placeholder 3"/>
          <p:cNvSpPr>
            <a:spLocks noGrp="1"/>
          </p:cNvSpPr>
          <p:nvPr>
            <p:ph type="dt" sz="half" idx="10"/>
          </p:nvPr>
        </p:nvSpPr>
        <p:spPr/>
        <p:txBody>
          <a:bodyPr/>
          <a:lstStyle/>
          <a:p>
            <a:fld id="{0A79F91D-D771-4A65-A998-9B5473B65398}" type="datetime1">
              <a:rPr lang="en-US" smtClean="0"/>
              <a:t>5/1/2026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52</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sv-SE" sz="2000"/>
              <a:t>Mr. Minhaj Nezami    AOE0861    TQM     Unit 5</a:t>
            </a:r>
            <a:endParaRPr lang="en-US" sz="2000" dirty="0"/>
          </a:p>
        </p:txBody>
      </p:sp>
      <p:pic>
        <p:nvPicPr>
          <p:cNvPr id="8" name="Picture 7"/>
          <p:cNvPicPr>
            <a:picLocks noChangeAspect="1"/>
          </p:cNvPicPr>
          <p:nvPr/>
        </p:nvPicPr>
        <p:blipFill>
          <a:blip r:embed="rId2"/>
          <a:stretch>
            <a:fillRect/>
          </a:stretch>
        </p:blipFill>
        <p:spPr>
          <a:xfrm>
            <a:off x="0" y="7779"/>
            <a:ext cx="1755800" cy="1024217"/>
          </a:xfrm>
          <a:prstGeom prst="rect">
            <a:avLst/>
          </a:prstGeom>
        </p:spPr>
      </p:pic>
      <p:sp>
        <p:nvSpPr>
          <p:cNvPr id="10" name="Title 1">
            <a:extLst>
              <a:ext uri="{FF2B5EF4-FFF2-40B4-BE49-F238E27FC236}">
                <a16:creationId xmlns:a16="http://schemas.microsoft.com/office/drawing/2014/main" id="{1C7BBAA3-263A-8FE5-5AA3-E40EF73A5AE9}"/>
              </a:ext>
            </a:extLst>
          </p:cNvPr>
          <p:cNvSpPr txBox="1">
            <a:spLocks/>
          </p:cNvSpPr>
          <p:nvPr/>
        </p:nvSpPr>
        <p:spPr>
          <a:xfrm>
            <a:off x="1778891" y="-13170"/>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ISO 9000:2000 (CO5)</a:t>
            </a:r>
          </a:p>
        </p:txBody>
      </p:sp>
    </p:spTree>
    <p:extLst>
      <p:ext uri="{BB962C8B-B14F-4D97-AF65-F5344CB8AC3E}">
        <p14:creationId xmlns:p14="http://schemas.microsoft.com/office/powerpoint/2010/main" val="224515352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07478"/>
            <a:ext cx="8229600" cy="4936122"/>
          </a:xfrm>
        </p:spPr>
        <p:txBody>
          <a:bodyPr>
            <a:noAutofit/>
          </a:bodyPr>
          <a:lstStyle/>
          <a:p>
            <a:pPr marL="0" indent="0" algn="just">
              <a:lnSpc>
                <a:spcPct val="150000"/>
              </a:lnSpc>
              <a:buNone/>
            </a:pPr>
            <a:r>
              <a:rPr lang="en-US" sz="2200" dirty="0"/>
              <a:t>Key Principles:</a:t>
            </a:r>
          </a:p>
          <a:p>
            <a:pPr algn="just">
              <a:lnSpc>
                <a:spcPct val="150000"/>
              </a:lnSpc>
            </a:pPr>
            <a:r>
              <a:rPr lang="en-US" sz="2200" dirty="0"/>
              <a:t>Customer focus</a:t>
            </a:r>
          </a:p>
          <a:p>
            <a:pPr algn="just">
              <a:lnSpc>
                <a:spcPct val="150000"/>
              </a:lnSpc>
            </a:pPr>
            <a:r>
              <a:rPr lang="en-US" sz="2200" dirty="0"/>
              <a:t>Leadership</a:t>
            </a:r>
          </a:p>
          <a:p>
            <a:pPr algn="just">
              <a:lnSpc>
                <a:spcPct val="150000"/>
              </a:lnSpc>
            </a:pPr>
            <a:r>
              <a:rPr lang="en-US" sz="2200" dirty="0"/>
              <a:t>Involvement of people</a:t>
            </a:r>
          </a:p>
          <a:p>
            <a:pPr algn="just">
              <a:lnSpc>
                <a:spcPct val="150000"/>
              </a:lnSpc>
            </a:pPr>
            <a:r>
              <a:rPr lang="en-US" sz="2200" dirty="0"/>
              <a:t>Process approach</a:t>
            </a:r>
          </a:p>
          <a:p>
            <a:pPr algn="just">
              <a:lnSpc>
                <a:spcPct val="150000"/>
              </a:lnSpc>
            </a:pPr>
            <a:r>
              <a:rPr lang="en-US" sz="2200" dirty="0"/>
              <a:t>System approach to management</a:t>
            </a:r>
          </a:p>
          <a:p>
            <a:pPr algn="just">
              <a:lnSpc>
                <a:spcPct val="150000"/>
              </a:lnSpc>
            </a:pPr>
            <a:r>
              <a:rPr lang="en-US" sz="2200" dirty="0"/>
              <a:t>Continual improvement</a:t>
            </a:r>
          </a:p>
          <a:p>
            <a:pPr algn="just">
              <a:lnSpc>
                <a:spcPct val="150000"/>
              </a:lnSpc>
            </a:pPr>
            <a:r>
              <a:rPr lang="en-US" sz="2200" dirty="0"/>
              <a:t>Factual decision-making</a:t>
            </a:r>
          </a:p>
          <a:p>
            <a:pPr algn="just">
              <a:lnSpc>
                <a:spcPct val="150000"/>
              </a:lnSpc>
            </a:pPr>
            <a:r>
              <a:rPr lang="en-US" sz="2200" dirty="0"/>
              <a:t>Mutually beneficial supplier relationships</a:t>
            </a:r>
          </a:p>
        </p:txBody>
      </p:sp>
      <p:sp>
        <p:nvSpPr>
          <p:cNvPr id="4" name="Date Placeholder 3"/>
          <p:cNvSpPr>
            <a:spLocks noGrp="1"/>
          </p:cNvSpPr>
          <p:nvPr>
            <p:ph type="dt" sz="half" idx="10"/>
          </p:nvPr>
        </p:nvSpPr>
        <p:spPr/>
        <p:txBody>
          <a:bodyPr/>
          <a:lstStyle/>
          <a:p>
            <a:fld id="{18742E15-9B0B-41FE-9A2F-75B628EFBF6C}" type="datetime1">
              <a:rPr lang="en-US" smtClean="0"/>
              <a:t>5/1/2026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53</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sv-SE" sz="2000"/>
              <a:t>Mr. Minhaj Nezami    AOE0861    TQM     Unit 5</a:t>
            </a:r>
            <a:endParaRPr lang="en-US" sz="2000" dirty="0"/>
          </a:p>
        </p:txBody>
      </p:sp>
      <p:pic>
        <p:nvPicPr>
          <p:cNvPr id="8" name="Picture 7"/>
          <p:cNvPicPr>
            <a:picLocks noChangeAspect="1"/>
          </p:cNvPicPr>
          <p:nvPr/>
        </p:nvPicPr>
        <p:blipFill>
          <a:blip r:embed="rId2"/>
          <a:stretch>
            <a:fillRect/>
          </a:stretch>
        </p:blipFill>
        <p:spPr>
          <a:xfrm>
            <a:off x="0" y="7779"/>
            <a:ext cx="1755800" cy="1024217"/>
          </a:xfrm>
          <a:prstGeom prst="rect">
            <a:avLst/>
          </a:prstGeom>
        </p:spPr>
      </p:pic>
      <p:sp>
        <p:nvSpPr>
          <p:cNvPr id="10" name="Title 1">
            <a:extLst>
              <a:ext uri="{FF2B5EF4-FFF2-40B4-BE49-F238E27FC236}">
                <a16:creationId xmlns:a16="http://schemas.microsoft.com/office/drawing/2014/main" id="{1C7BBAA3-263A-8FE5-5AA3-E40EF73A5AE9}"/>
              </a:ext>
            </a:extLst>
          </p:cNvPr>
          <p:cNvSpPr txBox="1">
            <a:spLocks/>
          </p:cNvSpPr>
          <p:nvPr/>
        </p:nvSpPr>
        <p:spPr>
          <a:xfrm>
            <a:off x="1778891" y="-13170"/>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ISO 9000:2000 (CO5)</a:t>
            </a:r>
          </a:p>
        </p:txBody>
      </p:sp>
    </p:spTree>
    <p:extLst>
      <p:ext uri="{BB962C8B-B14F-4D97-AF65-F5344CB8AC3E}">
        <p14:creationId xmlns:p14="http://schemas.microsoft.com/office/powerpoint/2010/main" val="303684554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Autofit/>
          </a:bodyPr>
          <a:lstStyle/>
          <a:p>
            <a:pPr marL="0" indent="0" algn="just">
              <a:lnSpc>
                <a:spcPct val="150000"/>
              </a:lnSpc>
              <a:buNone/>
            </a:pPr>
            <a:r>
              <a:rPr lang="en-US" sz="2200" dirty="0"/>
              <a:t>Process Approach:</a:t>
            </a:r>
          </a:p>
          <a:p>
            <a:pPr algn="just">
              <a:lnSpc>
                <a:spcPct val="150000"/>
              </a:lnSpc>
            </a:pPr>
            <a:r>
              <a:rPr lang="en-US" sz="2200" dirty="0"/>
              <a:t>Activities linked as processes</a:t>
            </a:r>
          </a:p>
          <a:p>
            <a:pPr algn="just">
              <a:lnSpc>
                <a:spcPct val="150000"/>
              </a:lnSpc>
            </a:pPr>
            <a:r>
              <a:rPr lang="en-US" sz="2200" dirty="0"/>
              <a:t>Improved consistency and performance</a:t>
            </a:r>
          </a:p>
          <a:p>
            <a:pPr algn="just">
              <a:lnSpc>
                <a:spcPct val="150000"/>
              </a:lnSpc>
            </a:pPr>
            <a:r>
              <a:rPr lang="en-US" sz="2200" dirty="0"/>
              <a:t>Better use of resources</a:t>
            </a:r>
          </a:p>
        </p:txBody>
      </p:sp>
      <p:sp>
        <p:nvSpPr>
          <p:cNvPr id="4" name="Date Placeholder 3"/>
          <p:cNvSpPr>
            <a:spLocks noGrp="1"/>
          </p:cNvSpPr>
          <p:nvPr>
            <p:ph type="dt" sz="half" idx="10"/>
          </p:nvPr>
        </p:nvSpPr>
        <p:spPr/>
        <p:txBody>
          <a:bodyPr/>
          <a:lstStyle/>
          <a:p>
            <a:fld id="{1534E464-E177-47D4-B201-AC0884CA8635}" type="datetime1">
              <a:rPr lang="en-US" smtClean="0"/>
              <a:t>5/1/2026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54</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sv-SE" sz="2000"/>
              <a:t>Mr. Minhaj Nezami    AOE0861    TQM     Unit 5</a:t>
            </a:r>
            <a:endParaRPr lang="en-US" sz="2000" dirty="0"/>
          </a:p>
        </p:txBody>
      </p:sp>
      <p:pic>
        <p:nvPicPr>
          <p:cNvPr id="8" name="Picture 7"/>
          <p:cNvPicPr>
            <a:picLocks noChangeAspect="1"/>
          </p:cNvPicPr>
          <p:nvPr/>
        </p:nvPicPr>
        <p:blipFill>
          <a:blip r:embed="rId2"/>
          <a:stretch>
            <a:fillRect/>
          </a:stretch>
        </p:blipFill>
        <p:spPr>
          <a:xfrm>
            <a:off x="0" y="7779"/>
            <a:ext cx="1755800" cy="1024217"/>
          </a:xfrm>
          <a:prstGeom prst="rect">
            <a:avLst/>
          </a:prstGeom>
        </p:spPr>
      </p:pic>
      <p:sp>
        <p:nvSpPr>
          <p:cNvPr id="10" name="Title 1">
            <a:extLst>
              <a:ext uri="{FF2B5EF4-FFF2-40B4-BE49-F238E27FC236}">
                <a16:creationId xmlns:a16="http://schemas.microsoft.com/office/drawing/2014/main" id="{1C7BBAA3-263A-8FE5-5AA3-E40EF73A5AE9}"/>
              </a:ext>
            </a:extLst>
          </p:cNvPr>
          <p:cNvSpPr txBox="1">
            <a:spLocks/>
          </p:cNvSpPr>
          <p:nvPr/>
        </p:nvSpPr>
        <p:spPr>
          <a:xfrm>
            <a:off x="1778891" y="-13170"/>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ISO 9000:2000 (CO5)</a:t>
            </a:r>
          </a:p>
        </p:txBody>
      </p:sp>
    </p:spTree>
    <p:extLst>
      <p:ext uri="{BB962C8B-B14F-4D97-AF65-F5344CB8AC3E}">
        <p14:creationId xmlns:p14="http://schemas.microsoft.com/office/powerpoint/2010/main" val="264172498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Autofit/>
          </a:bodyPr>
          <a:lstStyle/>
          <a:p>
            <a:pPr marL="0" indent="0" algn="just">
              <a:lnSpc>
                <a:spcPct val="150000"/>
              </a:lnSpc>
              <a:buNone/>
            </a:pPr>
            <a:r>
              <a:rPr lang="en-US" sz="2200" dirty="0"/>
              <a:t>Documentation Structure:</a:t>
            </a:r>
          </a:p>
          <a:p>
            <a:pPr algn="just">
              <a:lnSpc>
                <a:spcPct val="150000"/>
              </a:lnSpc>
            </a:pPr>
            <a:r>
              <a:rPr lang="en-US" sz="2200" dirty="0"/>
              <a:t>Quality Manual</a:t>
            </a:r>
          </a:p>
          <a:p>
            <a:pPr algn="just">
              <a:lnSpc>
                <a:spcPct val="150000"/>
              </a:lnSpc>
            </a:pPr>
            <a:r>
              <a:rPr lang="en-US" sz="2200" dirty="0"/>
              <a:t>Documented procedures</a:t>
            </a:r>
          </a:p>
          <a:p>
            <a:pPr algn="just">
              <a:lnSpc>
                <a:spcPct val="150000"/>
              </a:lnSpc>
            </a:pPr>
            <a:r>
              <a:rPr lang="en-US" sz="2200" dirty="0"/>
              <a:t>Work instructions</a:t>
            </a:r>
          </a:p>
          <a:p>
            <a:pPr algn="just">
              <a:lnSpc>
                <a:spcPct val="150000"/>
              </a:lnSpc>
            </a:pPr>
            <a:r>
              <a:rPr lang="en-US" sz="2200" dirty="0"/>
              <a:t>Records for compliance</a:t>
            </a:r>
          </a:p>
        </p:txBody>
      </p:sp>
      <p:sp>
        <p:nvSpPr>
          <p:cNvPr id="4" name="Date Placeholder 3"/>
          <p:cNvSpPr>
            <a:spLocks noGrp="1"/>
          </p:cNvSpPr>
          <p:nvPr>
            <p:ph type="dt" sz="half" idx="10"/>
          </p:nvPr>
        </p:nvSpPr>
        <p:spPr/>
        <p:txBody>
          <a:bodyPr/>
          <a:lstStyle/>
          <a:p>
            <a:fld id="{3919412A-F5D9-433B-B50D-7BDFD357863E}" type="datetime1">
              <a:rPr lang="en-US" smtClean="0"/>
              <a:t>5/1/2026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55</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sv-SE" sz="2000"/>
              <a:t>Mr. Minhaj Nezami    AOE0861    TQM     Unit 5</a:t>
            </a:r>
            <a:endParaRPr lang="en-US" sz="2000" dirty="0"/>
          </a:p>
        </p:txBody>
      </p:sp>
      <p:pic>
        <p:nvPicPr>
          <p:cNvPr id="8" name="Picture 7"/>
          <p:cNvPicPr>
            <a:picLocks noChangeAspect="1"/>
          </p:cNvPicPr>
          <p:nvPr/>
        </p:nvPicPr>
        <p:blipFill>
          <a:blip r:embed="rId2"/>
          <a:stretch>
            <a:fillRect/>
          </a:stretch>
        </p:blipFill>
        <p:spPr>
          <a:xfrm>
            <a:off x="0" y="7779"/>
            <a:ext cx="1755800" cy="1024217"/>
          </a:xfrm>
          <a:prstGeom prst="rect">
            <a:avLst/>
          </a:prstGeom>
        </p:spPr>
      </p:pic>
      <p:sp>
        <p:nvSpPr>
          <p:cNvPr id="10" name="Title 1">
            <a:extLst>
              <a:ext uri="{FF2B5EF4-FFF2-40B4-BE49-F238E27FC236}">
                <a16:creationId xmlns:a16="http://schemas.microsoft.com/office/drawing/2014/main" id="{1C7BBAA3-263A-8FE5-5AA3-E40EF73A5AE9}"/>
              </a:ext>
            </a:extLst>
          </p:cNvPr>
          <p:cNvSpPr txBox="1">
            <a:spLocks/>
          </p:cNvSpPr>
          <p:nvPr/>
        </p:nvSpPr>
        <p:spPr>
          <a:xfrm>
            <a:off x="1778891" y="-13170"/>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ISO 9000:2000 (CO5)</a:t>
            </a:r>
          </a:p>
        </p:txBody>
      </p:sp>
    </p:spTree>
    <p:extLst>
      <p:ext uri="{BB962C8B-B14F-4D97-AF65-F5344CB8AC3E}">
        <p14:creationId xmlns:p14="http://schemas.microsoft.com/office/powerpoint/2010/main" val="392313964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Autofit/>
          </a:bodyPr>
          <a:lstStyle/>
          <a:p>
            <a:pPr marL="0" indent="0" algn="just">
              <a:lnSpc>
                <a:spcPct val="150000"/>
              </a:lnSpc>
              <a:buNone/>
            </a:pPr>
            <a:r>
              <a:rPr lang="en-US" sz="2200" dirty="0"/>
              <a:t>Requirements of ISO 9001:2000:</a:t>
            </a:r>
          </a:p>
          <a:p>
            <a:pPr algn="just">
              <a:lnSpc>
                <a:spcPct val="150000"/>
              </a:lnSpc>
            </a:pPr>
            <a:r>
              <a:rPr lang="en-US" sz="2200" dirty="0"/>
              <a:t>QMS documentation</a:t>
            </a:r>
          </a:p>
          <a:p>
            <a:pPr algn="just">
              <a:lnSpc>
                <a:spcPct val="150000"/>
              </a:lnSpc>
            </a:pPr>
            <a:r>
              <a:rPr lang="en-US" sz="2200" dirty="0"/>
              <a:t>Management responsibility</a:t>
            </a:r>
          </a:p>
          <a:p>
            <a:pPr algn="just">
              <a:lnSpc>
                <a:spcPct val="150000"/>
              </a:lnSpc>
            </a:pPr>
            <a:r>
              <a:rPr lang="en-US" sz="2200" dirty="0"/>
              <a:t>Resource management</a:t>
            </a:r>
          </a:p>
          <a:p>
            <a:pPr algn="just">
              <a:lnSpc>
                <a:spcPct val="150000"/>
              </a:lnSpc>
            </a:pPr>
            <a:r>
              <a:rPr lang="en-US" sz="2200" dirty="0"/>
              <a:t>Product realization</a:t>
            </a:r>
          </a:p>
          <a:p>
            <a:pPr algn="just">
              <a:lnSpc>
                <a:spcPct val="150000"/>
              </a:lnSpc>
            </a:pPr>
            <a:r>
              <a:rPr lang="en-US" sz="2200" dirty="0"/>
              <a:t>Measurement, analysis &amp; improvement</a:t>
            </a:r>
          </a:p>
        </p:txBody>
      </p:sp>
      <p:sp>
        <p:nvSpPr>
          <p:cNvPr id="4" name="Date Placeholder 3"/>
          <p:cNvSpPr>
            <a:spLocks noGrp="1"/>
          </p:cNvSpPr>
          <p:nvPr>
            <p:ph type="dt" sz="half" idx="10"/>
          </p:nvPr>
        </p:nvSpPr>
        <p:spPr/>
        <p:txBody>
          <a:bodyPr/>
          <a:lstStyle/>
          <a:p>
            <a:fld id="{AC9D131D-4696-4592-BFAB-B2AA5EEAEA4B}" type="datetime1">
              <a:rPr lang="en-US" smtClean="0"/>
              <a:t>5/1/2026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56</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sv-SE" sz="2000"/>
              <a:t>Mr. Minhaj Nezami    AOE0861    TQM     Unit 5</a:t>
            </a:r>
            <a:endParaRPr lang="en-US" sz="2000" dirty="0"/>
          </a:p>
        </p:txBody>
      </p:sp>
      <p:pic>
        <p:nvPicPr>
          <p:cNvPr id="8" name="Picture 7"/>
          <p:cNvPicPr>
            <a:picLocks noChangeAspect="1"/>
          </p:cNvPicPr>
          <p:nvPr/>
        </p:nvPicPr>
        <p:blipFill>
          <a:blip r:embed="rId2"/>
          <a:stretch>
            <a:fillRect/>
          </a:stretch>
        </p:blipFill>
        <p:spPr>
          <a:xfrm>
            <a:off x="0" y="7779"/>
            <a:ext cx="1755800" cy="1024217"/>
          </a:xfrm>
          <a:prstGeom prst="rect">
            <a:avLst/>
          </a:prstGeom>
        </p:spPr>
      </p:pic>
      <p:sp>
        <p:nvSpPr>
          <p:cNvPr id="10" name="Title 1">
            <a:extLst>
              <a:ext uri="{FF2B5EF4-FFF2-40B4-BE49-F238E27FC236}">
                <a16:creationId xmlns:a16="http://schemas.microsoft.com/office/drawing/2014/main" id="{1C7BBAA3-263A-8FE5-5AA3-E40EF73A5AE9}"/>
              </a:ext>
            </a:extLst>
          </p:cNvPr>
          <p:cNvSpPr txBox="1">
            <a:spLocks/>
          </p:cNvSpPr>
          <p:nvPr/>
        </p:nvSpPr>
        <p:spPr>
          <a:xfrm>
            <a:off x="1778891" y="-13170"/>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ISO 9000:2000 (CO5)</a:t>
            </a:r>
          </a:p>
        </p:txBody>
      </p:sp>
    </p:spTree>
    <p:extLst>
      <p:ext uri="{BB962C8B-B14F-4D97-AF65-F5344CB8AC3E}">
        <p14:creationId xmlns:p14="http://schemas.microsoft.com/office/powerpoint/2010/main" val="148021072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Autofit/>
          </a:bodyPr>
          <a:lstStyle/>
          <a:p>
            <a:pPr marL="0" indent="0" algn="just">
              <a:lnSpc>
                <a:spcPct val="150000"/>
              </a:lnSpc>
              <a:buNone/>
            </a:pPr>
            <a:r>
              <a:rPr lang="en-US" sz="2200" dirty="0"/>
              <a:t>Benefits:</a:t>
            </a:r>
          </a:p>
          <a:p>
            <a:pPr algn="just">
              <a:lnSpc>
                <a:spcPct val="150000"/>
              </a:lnSpc>
            </a:pPr>
            <a:r>
              <a:rPr lang="en-US" sz="2200" dirty="0"/>
              <a:t>Enhanced customer satisfaction</a:t>
            </a:r>
          </a:p>
          <a:p>
            <a:pPr algn="just">
              <a:lnSpc>
                <a:spcPct val="150000"/>
              </a:lnSpc>
            </a:pPr>
            <a:r>
              <a:rPr lang="en-US" sz="2200" dirty="0"/>
              <a:t>Improved operational efficiency</a:t>
            </a:r>
          </a:p>
          <a:p>
            <a:pPr algn="just">
              <a:lnSpc>
                <a:spcPct val="150000"/>
              </a:lnSpc>
            </a:pPr>
            <a:r>
              <a:rPr lang="en-US" sz="2200" dirty="0"/>
              <a:t>Better internal communication</a:t>
            </a:r>
          </a:p>
          <a:p>
            <a:pPr algn="just">
              <a:lnSpc>
                <a:spcPct val="150000"/>
              </a:lnSpc>
            </a:pPr>
            <a:r>
              <a:rPr lang="en-US" sz="2200" dirty="0"/>
              <a:t>Stronger supplier relationships</a:t>
            </a:r>
          </a:p>
          <a:p>
            <a:pPr algn="just">
              <a:lnSpc>
                <a:spcPct val="150000"/>
              </a:lnSpc>
            </a:pPr>
            <a:r>
              <a:rPr lang="en-US" sz="2200" dirty="0"/>
              <a:t>Competitive advantage in the market</a:t>
            </a:r>
          </a:p>
        </p:txBody>
      </p:sp>
      <p:sp>
        <p:nvSpPr>
          <p:cNvPr id="4" name="Date Placeholder 3"/>
          <p:cNvSpPr>
            <a:spLocks noGrp="1"/>
          </p:cNvSpPr>
          <p:nvPr>
            <p:ph type="dt" sz="half" idx="10"/>
          </p:nvPr>
        </p:nvSpPr>
        <p:spPr/>
        <p:txBody>
          <a:bodyPr/>
          <a:lstStyle/>
          <a:p>
            <a:fld id="{D70EC3CF-D4FD-4094-9892-4D086887928A}" type="datetime1">
              <a:rPr lang="en-US" smtClean="0"/>
              <a:t>5/1/2026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57</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sv-SE" sz="2000"/>
              <a:t>Mr. Minhaj Nezami    AOE0861    TQM     Unit 5</a:t>
            </a:r>
            <a:endParaRPr lang="en-US" sz="2000" dirty="0"/>
          </a:p>
        </p:txBody>
      </p:sp>
      <p:pic>
        <p:nvPicPr>
          <p:cNvPr id="8" name="Picture 7"/>
          <p:cNvPicPr>
            <a:picLocks noChangeAspect="1"/>
          </p:cNvPicPr>
          <p:nvPr/>
        </p:nvPicPr>
        <p:blipFill>
          <a:blip r:embed="rId2"/>
          <a:stretch>
            <a:fillRect/>
          </a:stretch>
        </p:blipFill>
        <p:spPr>
          <a:xfrm>
            <a:off x="0" y="7779"/>
            <a:ext cx="1755800" cy="1024217"/>
          </a:xfrm>
          <a:prstGeom prst="rect">
            <a:avLst/>
          </a:prstGeom>
        </p:spPr>
      </p:pic>
      <p:sp>
        <p:nvSpPr>
          <p:cNvPr id="10" name="Title 1">
            <a:extLst>
              <a:ext uri="{FF2B5EF4-FFF2-40B4-BE49-F238E27FC236}">
                <a16:creationId xmlns:a16="http://schemas.microsoft.com/office/drawing/2014/main" id="{1C7BBAA3-263A-8FE5-5AA3-E40EF73A5AE9}"/>
              </a:ext>
            </a:extLst>
          </p:cNvPr>
          <p:cNvSpPr txBox="1">
            <a:spLocks/>
          </p:cNvSpPr>
          <p:nvPr/>
        </p:nvSpPr>
        <p:spPr>
          <a:xfrm>
            <a:off x="1778891" y="-13170"/>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ISO 9000:2000 (CO5)</a:t>
            </a:r>
          </a:p>
        </p:txBody>
      </p:sp>
    </p:spTree>
    <p:extLst>
      <p:ext uri="{BB962C8B-B14F-4D97-AF65-F5344CB8AC3E}">
        <p14:creationId xmlns:p14="http://schemas.microsoft.com/office/powerpoint/2010/main" val="335085611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Autofit/>
          </a:bodyPr>
          <a:lstStyle/>
          <a:p>
            <a:pPr marL="0" indent="0" algn="just">
              <a:lnSpc>
                <a:spcPct val="150000"/>
              </a:lnSpc>
              <a:buNone/>
            </a:pPr>
            <a:r>
              <a:rPr lang="en-US" sz="2200" dirty="0"/>
              <a:t>ISO 9000:2000 improves product quality, operational control, and customer trust through a structured and continuous improvement approach.</a:t>
            </a:r>
          </a:p>
        </p:txBody>
      </p:sp>
      <p:sp>
        <p:nvSpPr>
          <p:cNvPr id="4" name="Date Placeholder 3"/>
          <p:cNvSpPr>
            <a:spLocks noGrp="1"/>
          </p:cNvSpPr>
          <p:nvPr>
            <p:ph type="dt" sz="half" idx="10"/>
          </p:nvPr>
        </p:nvSpPr>
        <p:spPr/>
        <p:txBody>
          <a:bodyPr/>
          <a:lstStyle/>
          <a:p>
            <a:fld id="{F02B178F-2182-44E3-B74C-34920D0E3562}" type="datetime1">
              <a:rPr lang="en-US" smtClean="0"/>
              <a:t>5/1/2026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58</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sv-SE" sz="2000"/>
              <a:t>Mr. Minhaj Nezami    AOE0861    TQM     Unit 5</a:t>
            </a:r>
            <a:endParaRPr lang="en-US" sz="2000" dirty="0"/>
          </a:p>
        </p:txBody>
      </p:sp>
      <p:pic>
        <p:nvPicPr>
          <p:cNvPr id="8" name="Picture 7"/>
          <p:cNvPicPr>
            <a:picLocks noChangeAspect="1"/>
          </p:cNvPicPr>
          <p:nvPr/>
        </p:nvPicPr>
        <p:blipFill>
          <a:blip r:embed="rId2"/>
          <a:stretch>
            <a:fillRect/>
          </a:stretch>
        </p:blipFill>
        <p:spPr>
          <a:xfrm>
            <a:off x="0" y="7779"/>
            <a:ext cx="1755800" cy="1024217"/>
          </a:xfrm>
          <a:prstGeom prst="rect">
            <a:avLst/>
          </a:prstGeom>
        </p:spPr>
      </p:pic>
      <p:sp>
        <p:nvSpPr>
          <p:cNvPr id="10" name="Title 1">
            <a:extLst>
              <a:ext uri="{FF2B5EF4-FFF2-40B4-BE49-F238E27FC236}">
                <a16:creationId xmlns:a16="http://schemas.microsoft.com/office/drawing/2014/main" id="{1C7BBAA3-263A-8FE5-5AA3-E40EF73A5AE9}"/>
              </a:ext>
            </a:extLst>
          </p:cNvPr>
          <p:cNvSpPr txBox="1">
            <a:spLocks/>
          </p:cNvSpPr>
          <p:nvPr/>
        </p:nvSpPr>
        <p:spPr>
          <a:xfrm>
            <a:off x="1778891" y="-13170"/>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ISO 9000:2000 (CO5)</a:t>
            </a:r>
          </a:p>
        </p:txBody>
      </p:sp>
    </p:spTree>
    <p:extLst>
      <p:ext uri="{BB962C8B-B14F-4D97-AF65-F5344CB8AC3E}">
        <p14:creationId xmlns:p14="http://schemas.microsoft.com/office/powerpoint/2010/main" val="117561768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Autofit/>
          </a:bodyPr>
          <a:lstStyle/>
          <a:p>
            <a:pPr marL="0" indent="0" algn="just">
              <a:lnSpc>
                <a:spcPct val="150000"/>
              </a:lnSpc>
              <a:buNone/>
            </a:pPr>
            <a:r>
              <a:rPr lang="en-US" sz="2200" dirty="0"/>
              <a:t>ISO 9000:2000 improves product quality, operational control, and customer trust through a structured and continuous improvement approach.</a:t>
            </a:r>
          </a:p>
        </p:txBody>
      </p:sp>
      <p:sp>
        <p:nvSpPr>
          <p:cNvPr id="4" name="Date Placeholder 3"/>
          <p:cNvSpPr>
            <a:spLocks noGrp="1"/>
          </p:cNvSpPr>
          <p:nvPr>
            <p:ph type="dt" sz="half" idx="10"/>
          </p:nvPr>
        </p:nvSpPr>
        <p:spPr/>
        <p:txBody>
          <a:bodyPr/>
          <a:lstStyle/>
          <a:p>
            <a:fld id="{3555B75E-B509-4E0A-9C6C-DBBA08C64DEA}" type="datetime1">
              <a:rPr lang="en-US" smtClean="0"/>
              <a:t>5/1/2026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59</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sv-SE" sz="2000"/>
              <a:t>Mr. Minhaj Nezami    AOE0861    TQM     Unit 5</a:t>
            </a:r>
            <a:endParaRPr lang="en-US" sz="2000" dirty="0"/>
          </a:p>
        </p:txBody>
      </p:sp>
      <p:pic>
        <p:nvPicPr>
          <p:cNvPr id="8" name="Picture 7"/>
          <p:cNvPicPr>
            <a:picLocks noChangeAspect="1"/>
          </p:cNvPicPr>
          <p:nvPr/>
        </p:nvPicPr>
        <p:blipFill>
          <a:blip r:embed="rId2"/>
          <a:stretch>
            <a:fillRect/>
          </a:stretch>
        </p:blipFill>
        <p:spPr>
          <a:xfrm>
            <a:off x="0" y="7779"/>
            <a:ext cx="1755800" cy="1024217"/>
          </a:xfrm>
          <a:prstGeom prst="rect">
            <a:avLst/>
          </a:prstGeom>
        </p:spPr>
      </p:pic>
      <p:sp>
        <p:nvSpPr>
          <p:cNvPr id="10" name="Title 1">
            <a:extLst>
              <a:ext uri="{FF2B5EF4-FFF2-40B4-BE49-F238E27FC236}">
                <a16:creationId xmlns:a16="http://schemas.microsoft.com/office/drawing/2014/main" id="{1C7BBAA3-263A-8FE5-5AA3-E40EF73A5AE9}"/>
              </a:ext>
            </a:extLst>
          </p:cNvPr>
          <p:cNvSpPr txBox="1">
            <a:spLocks/>
          </p:cNvSpPr>
          <p:nvPr/>
        </p:nvSpPr>
        <p:spPr>
          <a:xfrm>
            <a:off x="1778891" y="-13170"/>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Recap of ISO 9000:2000 </a:t>
            </a:r>
          </a:p>
        </p:txBody>
      </p:sp>
    </p:spTree>
    <p:extLst>
      <p:ext uri="{BB962C8B-B14F-4D97-AF65-F5344CB8AC3E}">
        <p14:creationId xmlns:p14="http://schemas.microsoft.com/office/powerpoint/2010/main" val="333247318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Autofit/>
          </a:bodyPr>
          <a:lstStyle/>
          <a:p>
            <a:pPr marL="457200" indent="-457200">
              <a:lnSpc>
                <a:spcPct val="150000"/>
              </a:lnSpc>
              <a:buFont typeface="+mj-lt"/>
              <a:buAutoNum type="arabicPeriod"/>
            </a:pPr>
            <a:r>
              <a:rPr lang="en-US" sz="2200" dirty="0"/>
              <a:t>Explain the eight Quality Management Principles of ISO 9000:2000.</a:t>
            </a:r>
          </a:p>
          <a:p>
            <a:pPr marL="457200" indent="-457200">
              <a:lnSpc>
                <a:spcPct val="150000"/>
              </a:lnSpc>
              <a:buFont typeface="+mj-lt"/>
              <a:buAutoNum type="arabicPeriod"/>
            </a:pPr>
            <a:r>
              <a:rPr lang="en-US" sz="2200" dirty="0"/>
              <a:t>Describe the structure and documentation requirements of the QMS.</a:t>
            </a:r>
          </a:p>
          <a:p>
            <a:pPr marL="457200" indent="-457200">
              <a:lnSpc>
                <a:spcPct val="150000"/>
              </a:lnSpc>
              <a:buFont typeface="+mj-lt"/>
              <a:buAutoNum type="arabicPeriod"/>
            </a:pPr>
            <a:r>
              <a:rPr lang="en-US" sz="2200" dirty="0"/>
              <a:t>Discuss the role of management in implementing ISO 9000:2000.</a:t>
            </a:r>
          </a:p>
          <a:p>
            <a:pPr marL="457200" indent="-457200">
              <a:lnSpc>
                <a:spcPct val="150000"/>
              </a:lnSpc>
              <a:buFont typeface="+mj-lt"/>
              <a:buAutoNum type="arabicPeriod"/>
            </a:pPr>
            <a:r>
              <a:rPr lang="en-US" sz="2200" dirty="0"/>
              <a:t>Explain the benefits of adopting ISO 9000:2000 in an organization.</a:t>
            </a:r>
          </a:p>
          <a:p>
            <a:pPr marL="457200" indent="-457200">
              <a:lnSpc>
                <a:spcPct val="150000"/>
              </a:lnSpc>
              <a:buFont typeface="+mj-lt"/>
              <a:buAutoNum type="arabicPeriod"/>
            </a:pPr>
            <a:r>
              <a:rPr lang="en-US" sz="2200" dirty="0"/>
              <a:t>Write in detail about internal audits and continual improvement.</a:t>
            </a:r>
          </a:p>
          <a:p>
            <a:pPr marL="457200" indent="-457200">
              <a:lnSpc>
                <a:spcPct val="150000"/>
              </a:lnSpc>
              <a:buFont typeface="+mj-lt"/>
              <a:buAutoNum type="arabicPeriod"/>
            </a:pPr>
            <a:endParaRPr lang="en-US" sz="2200" dirty="0"/>
          </a:p>
          <a:p>
            <a:pPr marL="457200" indent="-457200">
              <a:lnSpc>
                <a:spcPct val="150000"/>
              </a:lnSpc>
              <a:buFont typeface="+mj-lt"/>
              <a:buAutoNum type="arabicPeriod"/>
            </a:pPr>
            <a:endParaRPr lang="en-US" sz="2200" dirty="0"/>
          </a:p>
          <a:p>
            <a:endParaRPr lang="en-US" sz="2400" dirty="0"/>
          </a:p>
          <a:p>
            <a:pPr>
              <a:lnSpc>
                <a:spcPct val="150000"/>
              </a:lnSpc>
            </a:pPr>
            <a:endParaRPr lang="en-US" sz="2200" dirty="0"/>
          </a:p>
        </p:txBody>
      </p:sp>
      <p:sp>
        <p:nvSpPr>
          <p:cNvPr id="4" name="Date Placeholder 3"/>
          <p:cNvSpPr>
            <a:spLocks noGrp="1"/>
          </p:cNvSpPr>
          <p:nvPr>
            <p:ph type="dt" sz="half" idx="10"/>
          </p:nvPr>
        </p:nvSpPr>
        <p:spPr/>
        <p:txBody>
          <a:bodyPr/>
          <a:lstStyle/>
          <a:p>
            <a:fld id="{CD2CE2AE-DDE8-4C9C-BD76-1D3D9CB167F8}" type="datetime1">
              <a:rPr lang="en-US" smtClean="0"/>
              <a:t>5/1/2026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60</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sv-SE" sz="2000"/>
              <a:t>Mr. Minhaj Nezami    AOE0861    TQM     Unit 5</a:t>
            </a:r>
            <a:endParaRPr lang="en-US" sz="2000" dirty="0"/>
          </a:p>
        </p:txBody>
      </p:sp>
      <p:pic>
        <p:nvPicPr>
          <p:cNvPr id="8" name="Picture 7"/>
          <p:cNvPicPr>
            <a:picLocks noChangeAspect="1"/>
          </p:cNvPicPr>
          <p:nvPr/>
        </p:nvPicPr>
        <p:blipFill>
          <a:blip r:embed="rId2"/>
          <a:stretch>
            <a:fillRect/>
          </a:stretch>
        </p:blipFill>
        <p:spPr>
          <a:xfrm>
            <a:off x="0" y="7779"/>
            <a:ext cx="1755800" cy="1024217"/>
          </a:xfrm>
          <a:prstGeom prst="rect">
            <a:avLst/>
          </a:prstGeom>
        </p:spPr>
      </p:pic>
      <p:sp>
        <p:nvSpPr>
          <p:cNvPr id="10" name="Title 1">
            <a:extLst>
              <a:ext uri="{FF2B5EF4-FFF2-40B4-BE49-F238E27FC236}">
                <a16:creationId xmlns:a16="http://schemas.microsoft.com/office/drawing/2014/main" id="{1C7BBAA3-263A-8FE5-5AA3-E40EF73A5AE9}"/>
              </a:ext>
            </a:extLst>
          </p:cNvPr>
          <p:cNvSpPr txBox="1">
            <a:spLocks/>
          </p:cNvSpPr>
          <p:nvPr/>
        </p:nvSpPr>
        <p:spPr>
          <a:xfrm>
            <a:off x="1752600" y="-27375"/>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Daily Quiz</a:t>
            </a:r>
          </a:p>
        </p:txBody>
      </p:sp>
    </p:spTree>
    <p:extLst>
      <p:ext uri="{BB962C8B-B14F-4D97-AF65-F5344CB8AC3E}">
        <p14:creationId xmlns:p14="http://schemas.microsoft.com/office/powerpoint/2010/main" val="127728113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83D448A-DABD-4ECD-A5B6-BFA228E8B0EF}" type="datetime1">
              <a:rPr lang="en-US" smtClean="0">
                <a:latin typeface="+mj-lt"/>
              </a:rPr>
              <a:t>5/1/2026</a:t>
            </a:fld>
            <a:endParaRPr lang="en-US">
              <a:latin typeface="+mj-lt"/>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latin typeface="+mj-lt"/>
              </a:rPr>
              <a:pPr/>
              <a:t>61</a:t>
            </a:fld>
            <a:endParaRPr lang="en-US">
              <a:latin typeface="+mj-lt"/>
            </a:endParaRPr>
          </a:p>
        </p:txBody>
      </p:sp>
      <p:sp>
        <p:nvSpPr>
          <p:cNvPr id="9" name="Footer Placeholder 12"/>
          <p:cNvSpPr>
            <a:spLocks noGrp="1"/>
          </p:cNvSpPr>
          <p:nvPr>
            <p:ph type="ftr" sz="quarter" idx="11"/>
          </p:nvPr>
        </p:nvSpPr>
        <p:spPr>
          <a:xfrm>
            <a:off x="2286000" y="6248415"/>
            <a:ext cx="5029200" cy="365125"/>
          </a:xfrm>
        </p:spPr>
        <p:txBody>
          <a:bodyPr/>
          <a:lstStyle/>
          <a:p>
            <a:r>
              <a:rPr lang="sv-SE" sz="2000">
                <a:latin typeface="+mj-lt"/>
              </a:rPr>
              <a:t>Mr. Minhaj Nezami    AOE0861    TQM     Unit 5</a:t>
            </a:r>
            <a:endParaRPr lang="en-US" sz="2000" dirty="0">
              <a:latin typeface="+mj-lt"/>
            </a:endParaRPr>
          </a:p>
        </p:txBody>
      </p:sp>
      <p:sp>
        <p:nvSpPr>
          <p:cNvPr id="10" name="Rectangle 9"/>
          <p:cNvSpPr/>
          <p:nvPr/>
        </p:nvSpPr>
        <p:spPr>
          <a:xfrm>
            <a:off x="914400" y="1235074"/>
            <a:ext cx="7391400" cy="15240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just"/>
            <a:r>
              <a:rPr lang="en-US" sz="2200" dirty="0">
                <a:latin typeface="+mj-lt"/>
                <a:cs typeface="Times New Roman" pitchFamily="18" charset="0"/>
              </a:rPr>
              <a:t>The standards specify requirements for establishing an environmental management policy, determining environmental impacts of products or services, planning environmental objectives.</a:t>
            </a:r>
          </a:p>
        </p:txBody>
      </p:sp>
      <p:graphicFrame>
        <p:nvGraphicFramePr>
          <p:cNvPr id="11" name="Table 10"/>
          <p:cNvGraphicFramePr>
            <a:graphicFrameLocks noGrp="1"/>
          </p:cNvGraphicFramePr>
          <p:nvPr>
            <p:extLst>
              <p:ext uri="{D42A27DB-BD31-4B8C-83A1-F6EECF244321}">
                <p14:modId xmlns:p14="http://schemas.microsoft.com/office/powerpoint/2010/main" val="1064202676"/>
              </p:ext>
            </p:extLst>
          </p:nvPr>
        </p:nvGraphicFramePr>
        <p:xfrm>
          <a:off x="914400" y="3515375"/>
          <a:ext cx="7391399" cy="1338072"/>
        </p:xfrm>
        <a:graphic>
          <a:graphicData uri="http://schemas.openxmlformats.org/drawingml/2006/table">
            <a:tbl>
              <a:tblPr>
                <a:tableStyleId>{93296810-A885-4BE3-A3E7-6D5BEEA58F35}</a:tableStyleId>
              </a:tblPr>
              <a:tblGrid>
                <a:gridCol w="1219200">
                  <a:extLst>
                    <a:ext uri="{9D8B030D-6E8A-4147-A177-3AD203B41FA5}">
                      <a16:colId xmlns:a16="http://schemas.microsoft.com/office/drawing/2014/main" val="20000"/>
                    </a:ext>
                  </a:extLst>
                </a:gridCol>
                <a:gridCol w="457200">
                  <a:extLst>
                    <a:ext uri="{9D8B030D-6E8A-4147-A177-3AD203B41FA5}">
                      <a16:colId xmlns:a16="http://schemas.microsoft.com/office/drawing/2014/main" val="20001"/>
                    </a:ext>
                  </a:extLst>
                </a:gridCol>
                <a:gridCol w="457200">
                  <a:extLst>
                    <a:ext uri="{9D8B030D-6E8A-4147-A177-3AD203B41FA5}">
                      <a16:colId xmlns:a16="http://schemas.microsoft.com/office/drawing/2014/main" val="20002"/>
                    </a:ext>
                  </a:extLst>
                </a:gridCol>
                <a:gridCol w="457200">
                  <a:extLst>
                    <a:ext uri="{9D8B030D-6E8A-4147-A177-3AD203B41FA5}">
                      <a16:colId xmlns:a16="http://schemas.microsoft.com/office/drawing/2014/main" val="20003"/>
                    </a:ext>
                  </a:extLst>
                </a:gridCol>
                <a:gridCol w="421150">
                  <a:extLst>
                    <a:ext uri="{9D8B030D-6E8A-4147-A177-3AD203B41FA5}">
                      <a16:colId xmlns:a16="http://schemas.microsoft.com/office/drawing/2014/main" val="20004"/>
                    </a:ext>
                  </a:extLst>
                </a:gridCol>
                <a:gridCol w="555328">
                  <a:extLst>
                    <a:ext uri="{9D8B030D-6E8A-4147-A177-3AD203B41FA5}">
                      <a16:colId xmlns:a16="http://schemas.microsoft.com/office/drawing/2014/main" val="20005"/>
                    </a:ext>
                  </a:extLst>
                </a:gridCol>
                <a:gridCol w="555328">
                  <a:extLst>
                    <a:ext uri="{9D8B030D-6E8A-4147-A177-3AD203B41FA5}">
                      <a16:colId xmlns:a16="http://schemas.microsoft.com/office/drawing/2014/main" val="20006"/>
                    </a:ext>
                  </a:extLst>
                </a:gridCol>
                <a:gridCol w="555328">
                  <a:extLst>
                    <a:ext uri="{9D8B030D-6E8A-4147-A177-3AD203B41FA5}">
                      <a16:colId xmlns:a16="http://schemas.microsoft.com/office/drawing/2014/main" val="20007"/>
                    </a:ext>
                  </a:extLst>
                </a:gridCol>
                <a:gridCol w="555328">
                  <a:extLst>
                    <a:ext uri="{9D8B030D-6E8A-4147-A177-3AD203B41FA5}">
                      <a16:colId xmlns:a16="http://schemas.microsoft.com/office/drawing/2014/main" val="20008"/>
                    </a:ext>
                  </a:extLst>
                </a:gridCol>
                <a:gridCol w="555328">
                  <a:extLst>
                    <a:ext uri="{9D8B030D-6E8A-4147-A177-3AD203B41FA5}">
                      <a16:colId xmlns:a16="http://schemas.microsoft.com/office/drawing/2014/main" val="20009"/>
                    </a:ext>
                  </a:extLst>
                </a:gridCol>
                <a:gridCol w="555328">
                  <a:extLst>
                    <a:ext uri="{9D8B030D-6E8A-4147-A177-3AD203B41FA5}">
                      <a16:colId xmlns:a16="http://schemas.microsoft.com/office/drawing/2014/main" val="20010"/>
                    </a:ext>
                  </a:extLst>
                </a:gridCol>
                <a:gridCol w="555328">
                  <a:extLst>
                    <a:ext uri="{9D8B030D-6E8A-4147-A177-3AD203B41FA5}">
                      <a16:colId xmlns:a16="http://schemas.microsoft.com/office/drawing/2014/main" val="20011"/>
                    </a:ext>
                  </a:extLst>
                </a:gridCol>
                <a:gridCol w="492153">
                  <a:extLst>
                    <a:ext uri="{9D8B030D-6E8A-4147-A177-3AD203B41FA5}">
                      <a16:colId xmlns:a16="http://schemas.microsoft.com/office/drawing/2014/main" val="20012"/>
                    </a:ext>
                  </a:extLst>
                </a:gridCol>
              </a:tblGrid>
              <a:tr h="0">
                <a:tc>
                  <a:txBody>
                    <a:bodyPr/>
                    <a:lstStyle/>
                    <a:p>
                      <a:pPr marL="0" marR="0" algn="ctr">
                        <a:lnSpc>
                          <a:spcPct val="115000"/>
                        </a:lnSpc>
                        <a:spcBef>
                          <a:spcPts val="0"/>
                        </a:spcBef>
                        <a:spcAft>
                          <a:spcPts val="0"/>
                        </a:spcAft>
                      </a:pPr>
                      <a:r>
                        <a:rPr lang="en-US" sz="1800" dirty="0"/>
                        <a:t>CO</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t>PO1</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t>PO2</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t>PO3</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t>PO4</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t>PO 5</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t>PO 6</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t>PO 7</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t>PO 8</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t>PO 9</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t>PO 10</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t>PO 11</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t>PO12</a:t>
                      </a:r>
                      <a:endParaRPr lang="en-US" sz="180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707136">
                <a:tc>
                  <a:txBody>
                    <a:bodyPr/>
                    <a:lstStyle/>
                    <a:p>
                      <a:pPr marL="0" marR="0" algn="ctr">
                        <a:lnSpc>
                          <a:spcPct val="115000"/>
                        </a:lnSpc>
                        <a:spcBef>
                          <a:spcPts val="0"/>
                        </a:spcBef>
                        <a:spcAft>
                          <a:spcPts val="1000"/>
                        </a:spcAft>
                      </a:pPr>
                      <a:r>
                        <a:rPr lang="en-US" sz="1800" u="none" dirty="0"/>
                        <a:t>AOE0861.1</a:t>
                      </a:r>
                      <a:endParaRPr lang="en-US" sz="1800" u="none" dirty="0">
                        <a:solidFill>
                          <a:srgbClr val="FF0000"/>
                        </a:solidFill>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dirty="0"/>
                        <a:t>3</a:t>
                      </a:r>
                      <a:endParaRPr lang="en-US" sz="1800" dirty="0">
                        <a:solidFill>
                          <a:srgbClr val="FF0000"/>
                        </a:solidFill>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dirty="0"/>
                        <a:t>2</a:t>
                      </a:r>
                      <a:endParaRPr lang="en-US" sz="1800" dirty="0">
                        <a:solidFill>
                          <a:srgbClr val="FF0000"/>
                        </a:solidFill>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dirty="0"/>
                        <a:t>3</a:t>
                      </a:r>
                      <a:endParaRPr lang="en-US" sz="1800" dirty="0">
                        <a:solidFill>
                          <a:srgbClr val="FF0000"/>
                        </a:solidFill>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dirty="0"/>
                        <a:t>2</a:t>
                      </a:r>
                      <a:endParaRPr lang="en-US" sz="1800" dirty="0">
                        <a:solidFill>
                          <a:srgbClr val="FF0000"/>
                        </a:solidFill>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dirty="0"/>
                        <a:t>2</a:t>
                      </a:r>
                      <a:endParaRPr lang="en-US" sz="1800" dirty="0">
                        <a:solidFill>
                          <a:srgbClr val="FF0000"/>
                        </a:solidFill>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dirty="0"/>
                        <a:t>2</a:t>
                      </a:r>
                      <a:endParaRPr lang="en-US" sz="1800" dirty="0">
                        <a:solidFill>
                          <a:srgbClr val="FF0000"/>
                        </a:solidFill>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dirty="0"/>
                        <a:t>2</a:t>
                      </a:r>
                      <a:endParaRPr lang="en-US" sz="1800" dirty="0">
                        <a:solidFill>
                          <a:srgbClr val="FF0000"/>
                        </a:solidFill>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dirty="0"/>
                        <a:t>1</a:t>
                      </a:r>
                      <a:endParaRPr lang="en-US" sz="1800" dirty="0">
                        <a:solidFill>
                          <a:srgbClr val="FF0000"/>
                        </a:solidFill>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dirty="0"/>
                        <a:t>2</a:t>
                      </a:r>
                      <a:endParaRPr lang="en-US" sz="1800" dirty="0">
                        <a:solidFill>
                          <a:srgbClr val="FF0000"/>
                        </a:solidFill>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dirty="0"/>
                        <a:t>1</a:t>
                      </a:r>
                      <a:endParaRPr lang="en-US" sz="1800" dirty="0">
                        <a:solidFill>
                          <a:srgbClr val="FF0000"/>
                        </a:solidFill>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dirty="0"/>
                        <a:t>2</a:t>
                      </a:r>
                      <a:endParaRPr lang="en-US" sz="1800" dirty="0">
                        <a:solidFill>
                          <a:srgbClr val="FF0000"/>
                        </a:solidFill>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dirty="0"/>
                        <a:t>3</a:t>
                      </a:r>
                      <a:endParaRPr lang="en-US" sz="1800" dirty="0">
                        <a:solidFill>
                          <a:srgbClr val="FF0000"/>
                        </a:solidFill>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extLst>
                  <a:ext uri="{0D108BD9-81ED-4DB2-BD59-A6C34878D82A}">
                    <a16:rowId xmlns:a16="http://schemas.microsoft.com/office/drawing/2014/main" val="10001"/>
                  </a:ext>
                </a:extLst>
              </a:tr>
            </a:tbl>
          </a:graphicData>
        </a:graphic>
      </p:graphicFrame>
      <p:pic>
        <p:nvPicPr>
          <p:cNvPr id="13" name="Picture 12"/>
          <p:cNvPicPr>
            <a:picLocks noChangeAspect="1"/>
          </p:cNvPicPr>
          <p:nvPr/>
        </p:nvPicPr>
        <p:blipFill>
          <a:blip r:embed="rId2"/>
          <a:stretch>
            <a:fillRect/>
          </a:stretch>
        </p:blipFill>
        <p:spPr>
          <a:xfrm>
            <a:off x="0" y="7779"/>
            <a:ext cx="1755800" cy="1024217"/>
          </a:xfrm>
          <a:prstGeom prst="rect">
            <a:avLst/>
          </a:prstGeom>
        </p:spPr>
      </p:pic>
      <p:sp>
        <p:nvSpPr>
          <p:cNvPr id="12" name="Title 1">
            <a:extLst>
              <a:ext uri="{FF2B5EF4-FFF2-40B4-BE49-F238E27FC236}">
                <a16:creationId xmlns:a16="http://schemas.microsoft.com/office/drawing/2014/main" id="{1C7BBAA3-263A-8FE5-5AA3-E40EF73A5AE9}"/>
              </a:ext>
            </a:extLst>
          </p:cNvPr>
          <p:cNvSpPr txBox="1">
            <a:spLocks/>
          </p:cNvSpPr>
          <p:nvPr/>
        </p:nvSpPr>
        <p:spPr>
          <a:xfrm>
            <a:off x="1752600" y="-13003"/>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Objective of ISO 14000</a:t>
            </a:r>
          </a:p>
        </p:txBody>
      </p:sp>
    </p:spTree>
    <p:extLst>
      <p:ext uri="{BB962C8B-B14F-4D97-AF65-F5344CB8AC3E}">
        <p14:creationId xmlns:p14="http://schemas.microsoft.com/office/powerpoint/2010/main" val="391931189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667939" y="1205110"/>
            <a:ext cx="7922492" cy="4811582"/>
            <a:chOff x="886967" y="1228344"/>
            <a:chExt cx="8714741" cy="5453126"/>
          </a:xfrm>
        </p:grpSpPr>
        <p:sp>
          <p:nvSpPr>
            <p:cNvPr id="5" name="object 5"/>
            <p:cNvSpPr/>
            <p:nvPr/>
          </p:nvSpPr>
          <p:spPr>
            <a:xfrm>
              <a:off x="2637282" y="1243583"/>
              <a:ext cx="1742694" cy="1743456"/>
            </a:xfrm>
            <a:prstGeom prst="rect">
              <a:avLst/>
            </a:prstGeom>
            <a:blipFill>
              <a:blip r:embed="rId2" cstate="print"/>
              <a:stretch>
                <a:fillRect/>
              </a:stretch>
            </a:blipFill>
          </p:spPr>
          <p:txBody>
            <a:bodyPr wrap="square" lIns="0" tIns="0" rIns="0" bIns="0" rtlCol="0"/>
            <a:lstStyle/>
            <a:p>
              <a:endParaRPr>
                <a:latin typeface="+mj-lt"/>
              </a:endParaRPr>
            </a:p>
          </p:txBody>
        </p:sp>
        <p:sp>
          <p:nvSpPr>
            <p:cNvPr id="6" name="object 6"/>
            <p:cNvSpPr/>
            <p:nvPr/>
          </p:nvSpPr>
          <p:spPr>
            <a:xfrm>
              <a:off x="886967" y="1228344"/>
              <a:ext cx="3499104" cy="2657856"/>
            </a:xfrm>
            <a:prstGeom prst="rect">
              <a:avLst/>
            </a:prstGeom>
            <a:blipFill>
              <a:blip r:embed="rId3" cstate="print"/>
              <a:stretch>
                <a:fillRect/>
              </a:stretch>
            </a:blipFill>
          </p:spPr>
          <p:txBody>
            <a:bodyPr wrap="square" lIns="0" tIns="0" rIns="0" bIns="0" rtlCol="0"/>
            <a:lstStyle/>
            <a:p>
              <a:endParaRPr>
                <a:latin typeface="+mj-lt"/>
              </a:endParaRPr>
            </a:p>
          </p:txBody>
        </p:sp>
        <p:sp>
          <p:nvSpPr>
            <p:cNvPr id="7" name="object 7"/>
            <p:cNvSpPr/>
            <p:nvPr/>
          </p:nvSpPr>
          <p:spPr>
            <a:xfrm>
              <a:off x="886968" y="1228356"/>
              <a:ext cx="8714740" cy="2658110"/>
            </a:xfrm>
            <a:custGeom>
              <a:avLst/>
              <a:gdLst/>
              <a:ahLst/>
              <a:cxnLst/>
              <a:rect l="l" t="t" r="r" b="b"/>
              <a:pathLst>
                <a:path w="8714740" h="2658110">
                  <a:moveTo>
                    <a:pt x="8714232" y="575564"/>
                  </a:moveTo>
                  <a:lnTo>
                    <a:pt x="8708123" y="534911"/>
                  </a:lnTo>
                  <a:lnTo>
                    <a:pt x="8692883" y="475475"/>
                  </a:lnTo>
                  <a:lnTo>
                    <a:pt x="8671547" y="419087"/>
                  </a:lnTo>
                  <a:lnTo>
                    <a:pt x="8647163" y="365747"/>
                  </a:lnTo>
                  <a:lnTo>
                    <a:pt x="8598395" y="291071"/>
                  </a:lnTo>
                  <a:lnTo>
                    <a:pt x="8561819" y="245351"/>
                  </a:lnTo>
                  <a:lnTo>
                    <a:pt x="8519147" y="204203"/>
                  </a:lnTo>
                  <a:lnTo>
                    <a:pt x="8473427" y="167627"/>
                  </a:lnTo>
                  <a:lnTo>
                    <a:pt x="8450567" y="149339"/>
                  </a:lnTo>
                  <a:lnTo>
                    <a:pt x="8424659" y="134099"/>
                  </a:lnTo>
                  <a:lnTo>
                    <a:pt x="8400275" y="118859"/>
                  </a:lnTo>
                  <a:lnTo>
                    <a:pt x="8372843" y="105143"/>
                  </a:lnTo>
                  <a:lnTo>
                    <a:pt x="8317979" y="82283"/>
                  </a:lnTo>
                  <a:lnTo>
                    <a:pt x="8260067" y="63995"/>
                  </a:lnTo>
                  <a:lnTo>
                    <a:pt x="8170151" y="48755"/>
                  </a:lnTo>
                  <a:lnTo>
                    <a:pt x="8138160" y="45720"/>
                  </a:lnTo>
                  <a:lnTo>
                    <a:pt x="3500615" y="45720"/>
                  </a:lnTo>
                  <a:lnTo>
                    <a:pt x="3499104" y="47231"/>
                  </a:lnTo>
                  <a:lnTo>
                    <a:pt x="3499104" y="15240"/>
                  </a:lnTo>
                  <a:lnTo>
                    <a:pt x="3499104" y="0"/>
                  </a:lnTo>
                  <a:lnTo>
                    <a:pt x="1749539" y="1749552"/>
                  </a:lnTo>
                  <a:lnTo>
                    <a:pt x="15227" y="15240"/>
                  </a:lnTo>
                  <a:lnTo>
                    <a:pt x="0" y="0"/>
                  </a:lnTo>
                  <a:lnTo>
                    <a:pt x="0" y="2657856"/>
                  </a:lnTo>
                  <a:lnTo>
                    <a:pt x="13703" y="2657856"/>
                  </a:lnTo>
                  <a:lnTo>
                    <a:pt x="13703" y="32004"/>
                  </a:lnTo>
                  <a:lnTo>
                    <a:pt x="1749539" y="1767840"/>
                  </a:lnTo>
                  <a:lnTo>
                    <a:pt x="1763255" y="1754124"/>
                  </a:lnTo>
                  <a:lnTo>
                    <a:pt x="3486899" y="30480"/>
                  </a:lnTo>
                  <a:lnTo>
                    <a:pt x="3486899" y="2657856"/>
                  </a:lnTo>
                  <a:lnTo>
                    <a:pt x="3494532" y="2657856"/>
                  </a:lnTo>
                  <a:lnTo>
                    <a:pt x="3499104" y="2657856"/>
                  </a:lnTo>
                  <a:lnTo>
                    <a:pt x="3520427" y="2657856"/>
                  </a:lnTo>
                  <a:lnTo>
                    <a:pt x="3520427" y="71615"/>
                  </a:lnTo>
                  <a:lnTo>
                    <a:pt x="8138147" y="71615"/>
                  </a:lnTo>
                  <a:lnTo>
                    <a:pt x="8197583" y="77711"/>
                  </a:lnTo>
                  <a:lnTo>
                    <a:pt x="8255495" y="89903"/>
                  </a:lnTo>
                  <a:lnTo>
                    <a:pt x="8310359" y="106667"/>
                  </a:lnTo>
                  <a:lnTo>
                    <a:pt x="8388083" y="141719"/>
                  </a:lnTo>
                  <a:lnTo>
                    <a:pt x="8436851" y="170675"/>
                  </a:lnTo>
                  <a:lnTo>
                    <a:pt x="8502383" y="224015"/>
                  </a:lnTo>
                  <a:lnTo>
                    <a:pt x="8543531" y="263639"/>
                  </a:lnTo>
                  <a:lnTo>
                    <a:pt x="8595347" y="330695"/>
                  </a:lnTo>
                  <a:lnTo>
                    <a:pt x="8624303" y="379463"/>
                  </a:lnTo>
                  <a:lnTo>
                    <a:pt x="8638019" y="403847"/>
                  </a:lnTo>
                  <a:lnTo>
                    <a:pt x="8659355" y="457187"/>
                  </a:lnTo>
                  <a:lnTo>
                    <a:pt x="8676119" y="512051"/>
                  </a:lnTo>
                  <a:lnTo>
                    <a:pt x="8688311" y="568439"/>
                  </a:lnTo>
                  <a:lnTo>
                    <a:pt x="8691359" y="598919"/>
                  </a:lnTo>
                  <a:lnTo>
                    <a:pt x="8694407" y="627875"/>
                  </a:lnTo>
                  <a:lnTo>
                    <a:pt x="8694407" y="2657856"/>
                  </a:lnTo>
                  <a:lnTo>
                    <a:pt x="8714232" y="2657856"/>
                  </a:lnTo>
                  <a:lnTo>
                    <a:pt x="8714232" y="575564"/>
                  </a:lnTo>
                  <a:close/>
                </a:path>
              </a:pathLst>
            </a:custGeom>
            <a:solidFill>
              <a:srgbClr val="BF504D"/>
            </a:solidFill>
          </p:spPr>
          <p:txBody>
            <a:bodyPr wrap="square" lIns="0" tIns="0" rIns="0" bIns="0" rtlCol="0"/>
            <a:lstStyle/>
            <a:p>
              <a:endParaRPr>
                <a:latin typeface="+mj-lt"/>
              </a:endParaRPr>
            </a:p>
          </p:txBody>
        </p:sp>
        <p:sp>
          <p:nvSpPr>
            <p:cNvPr id="8" name="object 8"/>
            <p:cNvSpPr/>
            <p:nvPr/>
          </p:nvSpPr>
          <p:spPr>
            <a:xfrm>
              <a:off x="893063" y="3886200"/>
              <a:ext cx="3486912" cy="2787396"/>
            </a:xfrm>
            <a:prstGeom prst="rect">
              <a:avLst/>
            </a:prstGeom>
            <a:blipFill>
              <a:blip r:embed="rId4" cstate="print"/>
              <a:stretch>
                <a:fillRect/>
              </a:stretch>
            </a:blipFill>
          </p:spPr>
          <p:txBody>
            <a:bodyPr wrap="square" lIns="0" tIns="0" rIns="0" bIns="0" rtlCol="0"/>
            <a:lstStyle/>
            <a:p>
              <a:endParaRPr>
                <a:latin typeface="+mj-lt"/>
              </a:endParaRPr>
            </a:p>
          </p:txBody>
        </p:sp>
        <p:sp>
          <p:nvSpPr>
            <p:cNvPr id="9" name="object 9"/>
            <p:cNvSpPr/>
            <p:nvPr/>
          </p:nvSpPr>
          <p:spPr>
            <a:xfrm>
              <a:off x="886967" y="3886200"/>
              <a:ext cx="3499104" cy="2795016"/>
            </a:xfrm>
            <a:prstGeom prst="rect">
              <a:avLst/>
            </a:prstGeom>
            <a:blipFill>
              <a:blip r:embed="rId5" cstate="print"/>
              <a:stretch>
                <a:fillRect/>
              </a:stretch>
            </a:blipFill>
          </p:spPr>
          <p:txBody>
            <a:bodyPr wrap="square" lIns="0" tIns="0" rIns="0" bIns="0" rtlCol="0"/>
            <a:lstStyle/>
            <a:p>
              <a:endParaRPr>
                <a:latin typeface="+mj-lt"/>
              </a:endParaRPr>
            </a:p>
          </p:txBody>
        </p:sp>
        <p:sp>
          <p:nvSpPr>
            <p:cNvPr id="10" name="object 10"/>
            <p:cNvSpPr/>
            <p:nvPr/>
          </p:nvSpPr>
          <p:spPr>
            <a:xfrm>
              <a:off x="886968" y="3886200"/>
              <a:ext cx="3499485" cy="2795270"/>
            </a:xfrm>
            <a:custGeom>
              <a:avLst/>
              <a:gdLst/>
              <a:ahLst/>
              <a:cxnLst/>
              <a:rect l="l" t="t" r="r" b="b"/>
              <a:pathLst>
                <a:path w="3499485" h="2795270">
                  <a:moveTo>
                    <a:pt x="1749551" y="2795015"/>
                  </a:moveTo>
                  <a:lnTo>
                    <a:pt x="0" y="1046987"/>
                  </a:lnTo>
                  <a:lnTo>
                    <a:pt x="0" y="0"/>
                  </a:lnTo>
                  <a:lnTo>
                    <a:pt x="13715" y="0"/>
                  </a:lnTo>
                  <a:lnTo>
                    <a:pt x="13715" y="1039367"/>
                  </a:lnTo>
                  <a:lnTo>
                    <a:pt x="10667" y="1039367"/>
                  </a:lnTo>
                  <a:lnTo>
                    <a:pt x="13715" y="1043939"/>
                  </a:lnTo>
                  <a:lnTo>
                    <a:pt x="15239" y="1043939"/>
                  </a:lnTo>
                  <a:lnTo>
                    <a:pt x="1749551" y="2778251"/>
                  </a:lnTo>
                  <a:lnTo>
                    <a:pt x="1744979" y="2782823"/>
                  </a:lnTo>
                  <a:lnTo>
                    <a:pt x="1761754" y="2782823"/>
                  </a:lnTo>
                  <a:lnTo>
                    <a:pt x="1749551" y="2795015"/>
                  </a:lnTo>
                  <a:close/>
                </a:path>
                <a:path w="3499485" h="2795270">
                  <a:moveTo>
                    <a:pt x="3486911" y="1040891"/>
                  </a:moveTo>
                  <a:lnTo>
                    <a:pt x="3486911" y="0"/>
                  </a:lnTo>
                  <a:lnTo>
                    <a:pt x="3499103" y="0"/>
                  </a:lnTo>
                  <a:lnTo>
                    <a:pt x="3499103" y="1039367"/>
                  </a:lnTo>
                  <a:lnTo>
                    <a:pt x="3488435" y="1039367"/>
                  </a:lnTo>
                  <a:lnTo>
                    <a:pt x="3486911" y="1040891"/>
                  </a:lnTo>
                  <a:close/>
                </a:path>
                <a:path w="3499485" h="2795270">
                  <a:moveTo>
                    <a:pt x="13715" y="1043939"/>
                  </a:moveTo>
                  <a:lnTo>
                    <a:pt x="10667" y="1039367"/>
                  </a:lnTo>
                  <a:lnTo>
                    <a:pt x="13715" y="1042415"/>
                  </a:lnTo>
                  <a:lnTo>
                    <a:pt x="13715" y="1043939"/>
                  </a:lnTo>
                  <a:close/>
                </a:path>
                <a:path w="3499485" h="2795270">
                  <a:moveTo>
                    <a:pt x="13715" y="1042415"/>
                  </a:moveTo>
                  <a:lnTo>
                    <a:pt x="10667" y="1039367"/>
                  </a:lnTo>
                  <a:lnTo>
                    <a:pt x="13715" y="1039367"/>
                  </a:lnTo>
                  <a:lnTo>
                    <a:pt x="13715" y="1042415"/>
                  </a:lnTo>
                  <a:close/>
                </a:path>
                <a:path w="3499485" h="2795270">
                  <a:moveTo>
                    <a:pt x="3486911" y="1043939"/>
                  </a:moveTo>
                  <a:lnTo>
                    <a:pt x="3486911" y="1040891"/>
                  </a:lnTo>
                  <a:lnTo>
                    <a:pt x="3488435" y="1039367"/>
                  </a:lnTo>
                  <a:lnTo>
                    <a:pt x="3486911" y="1043939"/>
                  </a:lnTo>
                  <a:close/>
                </a:path>
                <a:path w="3499485" h="2795270">
                  <a:moveTo>
                    <a:pt x="3499103" y="1043939"/>
                  </a:moveTo>
                  <a:lnTo>
                    <a:pt x="3486911" y="1043939"/>
                  </a:lnTo>
                  <a:lnTo>
                    <a:pt x="3488435" y="1039367"/>
                  </a:lnTo>
                  <a:lnTo>
                    <a:pt x="3499103" y="1039367"/>
                  </a:lnTo>
                  <a:lnTo>
                    <a:pt x="3499103" y="1043939"/>
                  </a:lnTo>
                  <a:close/>
                </a:path>
                <a:path w="3499485" h="2795270">
                  <a:moveTo>
                    <a:pt x="1761754" y="2782823"/>
                  </a:moveTo>
                  <a:lnTo>
                    <a:pt x="1754123" y="2782823"/>
                  </a:lnTo>
                  <a:lnTo>
                    <a:pt x="1749551" y="2778251"/>
                  </a:lnTo>
                  <a:lnTo>
                    <a:pt x="3486911" y="1040891"/>
                  </a:lnTo>
                  <a:lnTo>
                    <a:pt x="3486911" y="1043939"/>
                  </a:lnTo>
                  <a:lnTo>
                    <a:pt x="3499103" y="1043939"/>
                  </a:lnTo>
                  <a:lnTo>
                    <a:pt x="3499103" y="1046987"/>
                  </a:lnTo>
                  <a:lnTo>
                    <a:pt x="1761754" y="2782823"/>
                  </a:lnTo>
                  <a:close/>
                </a:path>
                <a:path w="3499485" h="2795270">
                  <a:moveTo>
                    <a:pt x="15239" y="1043939"/>
                  </a:moveTo>
                  <a:lnTo>
                    <a:pt x="13715" y="1043939"/>
                  </a:lnTo>
                  <a:lnTo>
                    <a:pt x="13715" y="1042415"/>
                  </a:lnTo>
                  <a:lnTo>
                    <a:pt x="15239" y="1043939"/>
                  </a:lnTo>
                  <a:close/>
                </a:path>
                <a:path w="3499485" h="2795270">
                  <a:moveTo>
                    <a:pt x="1754123" y="2782823"/>
                  </a:moveTo>
                  <a:lnTo>
                    <a:pt x="1744979" y="2782823"/>
                  </a:lnTo>
                  <a:lnTo>
                    <a:pt x="1749551" y="2778251"/>
                  </a:lnTo>
                  <a:lnTo>
                    <a:pt x="1754123" y="2782823"/>
                  </a:lnTo>
                  <a:close/>
                </a:path>
              </a:pathLst>
            </a:custGeom>
            <a:solidFill>
              <a:srgbClr val="BF504D"/>
            </a:solidFill>
          </p:spPr>
          <p:txBody>
            <a:bodyPr wrap="square" lIns="0" tIns="0" rIns="0" bIns="0" rtlCol="0"/>
            <a:lstStyle/>
            <a:p>
              <a:endParaRPr>
                <a:latin typeface="+mj-lt"/>
              </a:endParaRPr>
            </a:p>
          </p:txBody>
        </p:sp>
      </p:grpSp>
      <p:sp>
        <p:nvSpPr>
          <p:cNvPr id="11" name="object 11"/>
          <p:cNvSpPr txBox="1"/>
          <p:nvPr/>
        </p:nvSpPr>
        <p:spPr>
          <a:xfrm>
            <a:off x="4267200" y="2286000"/>
            <a:ext cx="4343400" cy="1204021"/>
          </a:xfrm>
          <a:prstGeom prst="rect">
            <a:avLst/>
          </a:prstGeom>
        </p:spPr>
        <p:txBody>
          <a:bodyPr vert="horz" wrap="square" lIns="0" tIns="52425" rIns="0" bIns="0" rtlCol="0">
            <a:spAutoFit/>
          </a:bodyPr>
          <a:lstStyle/>
          <a:p>
            <a:pPr marL="342900" lvl="0" indent="-342900" algn="just">
              <a:spcBef>
                <a:spcPct val="20000"/>
              </a:spcBef>
              <a:buFont typeface="Arial" pitchFamily="34" charset="0"/>
              <a:buChar char="•"/>
            </a:pPr>
            <a:r>
              <a:rPr lang="en-US" sz="2200" dirty="0">
                <a:solidFill>
                  <a:prstClr val="black"/>
                </a:solidFill>
                <a:latin typeface="+mj-lt"/>
                <a:cs typeface="Times New Roman" panose="02020603050405020304" pitchFamily="18" charset="0"/>
              </a:rPr>
              <a:t>ISO 9000</a:t>
            </a:r>
          </a:p>
          <a:p>
            <a:pPr marL="342900" lvl="0" indent="-342900" algn="just">
              <a:spcBef>
                <a:spcPct val="20000"/>
              </a:spcBef>
              <a:buFont typeface="Arial" pitchFamily="34" charset="0"/>
              <a:buChar char="•"/>
            </a:pPr>
            <a:r>
              <a:rPr lang="en-US" sz="2200" dirty="0">
                <a:solidFill>
                  <a:prstClr val="black"/>
                </a:solidFill>
                <a:latin typeface="+mj-lt"/>
                <a:cs typeface="Times New Roman" panose="02020603050405020304" pitchFamily="18" charset="0"/>
              </a:rPr>
              <a:t>ISO 9001</a:t>
            </a:r>
          </a:p>
          <a:p>
            <a:pPr marL="342900" lvl="0" indent="-342900" algn="just">
              <a:spcBef>
                <a:spcPct val="20000"/>
              </a:spcBef>
              <a:buFont typeface="Arial" pitchFamily="34" charset="0"/>
              <a:buChar char="•"/>
            </a:pPr>
            <a:endParaRPr lang="en-US" sz="2200" dirty="0">
              <a:solidFill>
                <a:prstClr val="black"/>
              </a:solidFill>
              <a:latin typeface="+mj-lt"/>
              <a:cs typeface="Times New Roman" panose="02020603050405020304" pitchFamily="18" charset="0"/>
            </a:endParaRPr>
          </a:p>
        </p:txBody>
      </p:sp>
      <p:sp>
        <p:nvSpPr>
          <p:cNvPr id="12" name="object 12"/>
          <p:cNvSpPr/>
          <p:nvPr/>
        </p:nvSpPr>
        <p:spPr>
          <a:xfrm>
            <a:off x="3843229" y="3513366"/>
            <a:ext cx="4745182" cy="894229"/>
          </a:xfrm>
          <a:custGeom>
            <a:avLst/>
            <a:gdLst/>
            <a:ahLst/>
            <a:cxnLst/>
            <a:rect l="l" t="t" r="r" b="b"/>
            <a:pathLst>
              <a:path w="5219700" h="1013460">
                <a:moveTo>
                  <a:pt x="4645151" y="1013459"/>
                </a:moveTo>
                <a:lnTo>
                  <a:pt x="6095" y="1013459"/>
                </a:lnTo>
                <a:lnTo>
                  <a:pt x="0" y="1007364"/>
                </a:lnTo>
                <a:lnTo>
                  <a:pt x="0" y="0"/>
                </a:lnTo>
                <a:lnTo>
                  <a:pt x="25907" y="0"/>
                </a:lnTo>
                <a:lnTo>
                  <a:pt x="25907" y="987551"/>
                </a:lnTo>
                <a:lnTo>
                  <a:pt x="12191" y="987551"/>
                </a:lnTo>
                <a:lnTo>
                  <a:pt x="25907" y="1001267"/>
                </a:lnTo>
                <a:lnTo>
                  <a:pt x="4736591" y="1001267"/>
                </a:lnTo>
                <a:lnTo>
                  <a:pt x="4675631" y="1010411"/>
                </a:lnTo>
                <a:lnTo>
                  <a:pt x="4645151" y="1013459"/>
                </a:lnTo>
                <a:close/>
              </a:path>
              <a:path w="5219700" h="1013460">
                <a:moveTo>
                  <a:pt x="4736591" y="1001267"/>
                </a:moveTo>
                <a:lnTo>
                  <a:pt x="25907" y="1001267"/>
                </a:lnTo>
                <a:lnTo>
                  <a:pt x="25907" y="987551"/>
                </a:lnTo>
                <a:lnTo>
                  <a:pt x="4643627" y="987551"/>
                </a:lnTo>
                <a:lnTo>
                  <a:pt x="4703063" y="981455"/>
                </a:lnTo>
                <a:lnTo>
                  <a:pt x="4786883" y="961643"/>
                </a:lnTo>
                <a:lnTo>
                  <a:pt x="4841747" y="941831"/>
                </a:lnTo>
                <a:lnTo>
                  <a:pt x="4893563" y="917447"/>
                </a:lnTo>
                <a:lnTo>
                  <a:pt x="4940807" y="888491"/>
                </a:lnTo>
                <a:lnTo>
                  <a:pt x="4986527" y="854963"/>
                </a:lnTo>
                <a:lnTo>
                  <a:pt x="5027675" y="816863"/>
                </a:lnTo>
                <a:lnTo>
                  <a:pt x="5084063" y="752855"/>
                </a:lnTo>
                <a:lnTo>
                  <a:pt x="5116067" y="705611"/>
                </a:lnTo>
                <a:lnTo>
                  <a:pt x="5154167" y="629411"/>
                </a:lnTo>
                <a:lnTo>
                  <a:pt x="5173979" y="576071"/>
                </a:lnTo>
                <a:lnTo>
                  <a:pt x="5189219" y="519683"/>
                </a:lnTo>
                <a:lnTo>
                  <a:pt x="5196839" y="461771"/>
                </a:lnTo>
                <a:lnTo>
                  <a:pt x="5199887" y="431291"/>
                </a:lnTo>
                <a:lnTo>
                  <a:pt x="5199887" y="0"/>
                </a:lnTo>
                <a:lnTo>
                  <a:pt x="5219700" y="0"/>
                </a:lnTo>
                <a:lnTo>
                  <a:pt x="5219700" y="483612"/>
                </a:lnTo>
                <a:lnTo>
                  <a:pt x="5213603" y="524255"/>
                </a:lnTo>
                <a:lnTo>
                  <a:pt x="5189219" y="611123"/>
                </a:lnTo>
                <a:lnTo>
                  <a:pt x="5166359" y="665987"/>
                </a:lnTo>
                <a:lnTo>
                  <a:pt x="5122163" y="743711"/>
                </a:lnTo>
                <a:lnTo>
                  <a:pt x="5103875" y="766571"/>
                </a:lnTo>
                <a:lnTo>
                  <a:pt x="5085587" y="790955"/>
                </a:lnTo>
                <a:lnTo>
                  <a:pt x="5026151" y="853439"/>
                </a:lnTo>
                <a:lnTo>
                  <a:pt x="4980431" y="891539"/>
                </a:lnTo>
                <a:lnTo>
                  <a:pt x="4931663" y="925067"/>
                </a:lnTo>
                <a:lnTo>
                  <a:pt x="4879847" y="952499"/>
                </a:lnTo>
                <a:lnTo>
                  <a:pt x="4823459" y="976883"/>
                </a:lnTo>
                <a:lnTo>
                  <a:pt x="4767071" y="993647"/>
                </a:lnTo>
                <a:lnTo>
                  <a:pt x="4736591" y="1001267"/>
                </a:lnTo>
                <a:close/>
              </a:path>
              <a:path w="5219700" h="1013460">
                <a:moveTo>
                  <a:pt x="25907" y="1001267"/>
                </a:moveTo>
                <a:lnTo>
                  <a:pt x="12191" y="987551"/>
                </a:lnTo>
                <a:lnTo>
                  <a:pt x="25907" y="987551"/>
                </a:lnTo>
                <a:lnTo>
                  <a:pt x="25907" y="1001267"/>
                </a:lnTo>
                <a:close/>
              </a:path>
            </a:pathLst>
          </a:custGeom>
          <a:solidFill>
            <a:srgbClr val="BF504D"/>
          </a:solidFill>
        </p:spPr>
        <p:txBody>
          <a:bodyPr wrap="square" lIns="0" tIns="0" rIns="0" bIns="0" rtlCol="0"/>
          <a:lstStyle/>
          <a:p>
            <a:endParaRPr>
              <a:latin typeface="+mj-lt"/>
            </a:endParaRPr>
          </a:p>
        </p:txBody>
      </p:sp>
      <p:sp>
        <p:nvSpPr>
          <p:cNvPr id="13" name="Date Placeholder 12"/>
          <p:cNvSpPr>
            <a:spLocks noGrp="1"/>
          </p:cNvSpPr>
          <p:nvPr>
            <p:ph type="dt" sz="half" idx="10"/>
          </p:nvPr>
        </p:nvSpPr>
        <p:spPr/>
        <p:txBody>
          <a:bodyPr/>
          <a:lstStyle/>
          <a:p>
            <a:fld id="{4883C358-B834-459F-9937-E24606E1583D}" type="datetime1">
              <a:rPr lang="en-US" smtClean="0">
                <a:latin typeface="+mj-lt"/>
              </a:rPr>
              <a:t>5/1/2026</a:t>
            </a:fld>
            <a:endParaRPr lang="en-US">
              <a:latin typeface="+mj-lt"/>
            </a:endParaRPr>
          </a:p>
        </p:txBody>
      </p:sp>
      <p:sp>
        <p:nvSpPr>
          <p:cNvPr id="14" name="Slide Number Placeholder 13"/>
          <p:cNvSpPr>
            <a:spLocks noGrp="1"/>
          </p:cNvSpPr>
          <p:nvPr>
            <p:ph type="sldNum" sz="quarter" idx="12"/>
          </p:nvPr>
        </p:nvSpPr>
        <p:spPr/>
        <p:txBody>
          <a:bodyPr/>
          <a:lstStyle/>
          <a:p>
            <a:fld id="{B6F15528-21DE-4FAA-801E-634DDDAF4B2B}" type="slidenum">
              <a:rPr lang="en-US" smtClean="0">
                <a:latin typeface="+mj-lt"/>
              </a:rPr>
              <a:pPr/>
              <a:t>62</a:t>
            </a:fld>
            <a:endParaRPr lang="en-US">
              <a:latin typeface="+mj-lt"/>
            </a:endParaRPr>
          </a:p>
        </p:txBody>
      </p:sp>
      <p:sp>
        <p:nvSpPr>
          <p:cNvPr id="15" name="Footer Placeholder 14"/>
          <p:cNvSpPr>
            <a:spLocks noGrp="1"/>
          </p:cNvSpPr>
          <p:nvPr>
            <p:ph type="ftr" sz="quarter" idx="11"/>
          </p:nvPr>
        </p:nvSpPr>
        <p:spPr>
          <a:xfrm>
            <a:off x="3124200" y="6356350"/>
            <a:ext cx="4343400" cy="365125"/>
          </a:xfrm>
        </p:spPr>
        <p:txBody>
          <a:bodyPr/>
          <a:lstStyle/>
          <a:p>
            <a:r>
              <a:rPr lang="sv-SE">
                <a:latin typeface="+mj-lt"/>
              </a:rPr>
              <a:t>Mr. Minhaj Nezami    AOE0861    TQM     Unit 5</a:t>
            </a:r>
            <a:endParaRPr lang="en-US" dirty="0">
              <a:latin typeface="+mj-lt"/>
            </a:endParaRPr>
          </a:p>
        </p:txBody>
      </p:sp>
      <p:pic>
        <p:nvPicPr>
          <p:cNvPr id="17" name="Picture 16"/>
          <p:cNvPicPr>
            <a:picLocks noChangeAspect="1"/>
          </p:cNvPicPr>
          <p:nvPr/>
        </p:nvPicPr>
        <p:blipFill>
          <a:blip r:embed="rId6"/>
          <a:stretch>
            <a:fillRect/>
          </a:stretch>
        </p:blipFill>
        <p:spPr>
          <a:xfrm>
            <a:off x="0" y="7779"/>
            <a:ext cx="1755800" cy="1024217"/>
          </a:xfrm>
          <a:prstGeom prst="rect">
            <a:avLst/>
          </a:prstGeom>
        </p:spPr>
      </p:pic>
      <p:sp>
        <p:nvSpPr>
          <p:cNvPr id="16" name="Title 1">
            <a:extLst>
              <a:ext uri="{FF2B5EF4-FFF2-40B4-BE49-F238E27FC236}">
                <a16:creationId xmlns:a16="http://schemas.microsoft.com/office/drawing/2014/main" id="{1C7BBAA3-263A-8FE5-5AA3-E40EF73A5AE9}"/>
              </a:ext>
            </a:extLst>
          </p:cNvPr>
          <p:cNvSpPr txBox="1">
            <a:spLocks/>
          </p:cNvSpPr>
          <p:nvPr/>
        </p:nvSpPr>
        <p:spPr>
          <a:xfrm>
            <a:off x="1755800" y="1055"/>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Prerequisite of ISO 14000</a:t>
            </a:r>
          </a:p>
        </p:txBody>
      </p:sp>
    </p:spTree>
    <p:extLst>
      <p:ext uri="{BB962C8B-B14F-4D97-AF65-F5344CB8AC3E}">
        <p14:creationId xmlns:p14="http://schemas.microsoft.com/office/powerpoint/2010/main" val="40285908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Autofit/>
          </a:bodyPr>
          <a:lstStyle/>
          <a:p>
            <a:pPr algn="just">
              <a:lnSpc>
                <a:spcPct val="150000"/>
              </a:lnSpc>
            </a:pPr>
            <a:r>
              <a:rPr lang="en-US" sz="2200" dirty="0"/>
              <a:t>ISO 14000 is defined as a series of international environmental management standards, guides, and technical reports. The standards specify requirements for establishing an environmental management policy, determining environmental impacts of products or services, planning environmental objectives, implementing programs to meet objectives, and conducting corrective action and management review.</a:t>
            </a:r>
          </a:p>
        </p:txBody>
      </p:sp>
      <p:sp>
        <p:nvSpPr>
          <p:cNvPr id="4" name="Date Placeholder 3"/>
          <p:cNvSpPr>
            <a:spLocks noGrp="1"/>
          </p:cNvSpPr>
          <p:nvPr>
            <p:ph type="dt" sz="half" idx="10"/>
          </p:nvPr>
        </p:nvSpPr>
        <p:spPr/>
        <p:txBody>
          <a:bodyPr/>
          <a:lstStyle/>
          <a:p>
            <a:fld id="{676ED594-670A-48A8-AB39-B1CA97CC3FB9}" type="datetime1">
              <a:rPr lang="en-US" smtClean="0"/>
              <a:t>5/1/2026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63</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sv-SE" sz="2000"/>
              <a:t>Mr. Minhaj Nezami    AOE0861    TQM     Unit 5</a:t>
            </a:r>
            <a:endParaRPr lang="en-US" sz="2000" dirty="0"/>
          </a:p>
        </p:txBody>
      </p:sp>
      <p:pic>
        <p:nvPicPr>
          <p:cNvPr id="8" name="Picture 7"/>
          <p:cNvPicPr>
            <a:picLocks noChangeAspect="1"/>
          </p:cNvPicPr>
          <p:nvPr/>
        </p:nvPicPr>
        <p:blipFill>
          <a:blip r:embed="rId2"/>
          <a:stretch>
            <a:fillRect/>
          </a:stretch>
        </p:blipFill>
        <p:spPr>
          <a:xfrm>
            <a:off x="0" y="7779"/>
            <a:ext cx="1755800" cy="1024217"/>
          </a:xfrm>
          <a:prstGeom prst="rect">
            <a:avLst/>
          </a:prstGeom>
        </p:spPr>
      </p:pic>
      <p:sp>
        <p:nvSpPr>
          <p:cNvPr id="10" name="Title 1">
            <a:extLst>
              <a:ext uri="{FF2B5EF4-FFF2-40B4-BE49-F238E27FC236}">
                <a16:creationId xmlns:a16="http://schemas.microsoft.com/office/drawing/2014/main" id="{1C7BBAA3-263A-8FE5-5AA3-E40EF73A5AE9}"/>
              </a:ext>
            </a:extLst>
          </p:cNvPr>
          <p:cNvSpPr txBox="1">
            <a:spLocks/>
          </p:cNvSpPr>
          <p:nvPr/>
        </p:nvSpPr>
        <p:spPr>
          <a:xfrm>
            <a:off x="1778891" y="-13170"/>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ISO 14000 (CO5)</a:t>
            </a:r>
          </a:p>
        </p:txBody>
      </p:sp>
    </p:spTree>
    <p:extLst>
      <p:ext uri="{BB962C8B-B14F-4D97-AF65-F5344CB8AC3E}">
        <p14:creationId xmlns:p14="http://schemas.microsoft.com/office/powerpoint/2010/main" val="428230752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Autofit/>
          </a:bodyPr>
          <a:lstStyle/>
          <a:p>
            <a:pPr algn="just">
              <a:lnSpc>
                <a:spcPct val="150000"/>
              </a:lnSpc>
              <a:buNone/>
            </a:pPr>
            <a:r>
              <a:rPr lang="en-US" sz="2400" b="1" cap="all" dirty="0"/>
              <a:t>     PROMOTING ENVIRONMENTAL MANAGEMENT SYSTEMS WITH ISO 14000</a:t>
            </a:r>
          </a:p>
          <a:p>
            <a:pPr algn="just">
              <a:lnSpc>
                <a:spcPct val="150000"/>
              </a:lnSpc>
            </a:pPr>
            <a:r>
              <a:rPr lang="en-US" sz="2200" dirty="0"/>
              <a:t>The primary objective of the ISO 14000 series of standards is to promote effective environmental management systems in organizations. The standards seek to provide cost-effective tools that make use of best practices for organizing and applying information about environmental management.</a:t>
            </a:r>
          </a:p>
        </p:txBody>
      </p:sp>
      <p:sp>
        <p:nvSpPr>
          <p:cNvPr id="4" name="Date Placeholder 3"/>
          <p:cNvSpPr>
            <a:spLocks noGrp="1"/>
          </p:cNvSpPr>
          <p:nvPr>
            <p:ph type="dt" sz="half" idx="10"/>
          </p:nvPr>
        </p:nvSpPr>
        <p:spPr/>
        <p:txBody>
          <a:bodyPr/>
          <a:lstStyle/>
          <a:p>
            <a:fld id="{B00AAD7D-A798-4250-B3A4-2851C24AD170}" type="datetime1">
              <a:rPr lang="en-US" smtClean="0"/>
              <a:t>5/1/2026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64</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sv-SE" sz="2000"/>
              <a:t>Mr. Minhaj Nezami    AOE0861    TQM     Unit 5</a:t>
            </a:r>
            <a:endParaRPr lang="en-US" sz="2000" dirty="0"/>
          </a:p>
        </p:txBody>
      </p:sp>
      <p:pic>
        <p:nvPicPr>
          <p:cNvPr id="8" name="Picture 7"/>
          <p:cNvPicPr>
            <a:picLocks noChangeAspect="1"/>
          </p:cNvPicPr>
          <p:nvPr/>
        </p:nvPicPr>
        <p:blipFill>
          <a:blip r:embed="rId2"/>
          <a:stretch>
            <a:fillRect/>
          </a:stretch>
        </p:blipFill>
        <p:spPr>
          <a:xfrm>
            <a:off x="0" y="7779"/>
            <a:ext cx="1755800" cy="1024217"/>
          </a:xfrm>
          <a:prstGeom prst="rect">
            <a:avLst/>
          </a:prstGeom>
        </p:spPr>
      </p:pic>
      <p:sp>
        <p:nvSpPr>
          <p:cNvPr id="11" name="Title 1">
            <a:extLst>
              <a:ext uri="{FF2B5EF4-FFF2-40B4-BE49-F238E27FC236}">
                <a16:creationId xmlns:a16="http://schemas.microsoft.com/office/drawing/2014/main" id="{1C7BBAA3-263A-8FE5-5AA3-E40EF73A5AE9}"/>
              </a:ext>
            </a:extLst>
          </p:cNvPr>
          <p:cNvSpPr txBox="1">
            <a:spLocks/>
          </p:cNvSpPr>
          <p:nvPr/>
        </p:nvSpPr>
        <p:spPr>
          <a:xfrm>
            <a:off x="1778891" y="-13170"/>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ISO 14000 (CO5)</a:t>
            </a:r>
          </a:p>
        </p:txBody>
      </p:sp>
    </p:spTree>
    <p:extLst>
      <p:ext uri="{BB962C8B-B14F-4D97-AF65-F5344CB8AC3E}">
        <p14:creationId xmlns:p14="http://schemas.microsoft.com/office/powerpoint/2010/main" val="308277015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Autofit/>
          </a:bodyPr>
          <a:lstStyle/>
          <a:p>
            <a:pPr algn="just">
              <a:lnSpc>
                <a:spcPct val="150000"/>
              </a:lnSpc>
            </a:pPr>
            <a:r>
              <a:rPr lang="en-US" sz="2200" dirty="0"/>
              <a:t>The ISO 14000 family was developed in response to a recognized industry need for standardization. With different organizational approaches to environmental management, comparisons of systems and collaboration had proved difficult.</a:t>
            </a:r>
          </a:p>
          <a:p>
            <a:pPr algn="just">
              <a:lnSpc>
                <a:spcPct val="150000"/>
              </a:lnSpc>
            </a:pPr>
            <a:r>
              <a:rPr lang="en-US" sz="2200" dirty="0"/>
              <a:t>ISO 14000 includes several standards that cover aspects of the managing practice’s inside facilities, the immediate environment around the facilities, and the life cycle of the actual product. This includes understanding the impact of the raw materials used within the product, as well as the impact of product disposal. </a:t>
            </a:r>
          </a:p>
        </p:txBody>
      </p:sp>
      <p:sp>
        <p:nvSpPr>
          <p:cNvPr id="4" name="Date Placeholder 3"/>
          <p:cNvSpPr>
            <a:spLocks noGrp="1"/>
          </p:cNvSpPr>
          <p:nvPr>
            <p:ph type="dt" sz="half" idx="10"/>
          </p:nvPr>
        </p:nvSpPr>
        <p:spPr/>
        <p:txBody>
          <a:bodyPr/>
          <a:lstStyle/>
          <a:p>
            <a:fld id="{D12F2250-15F4-4B0C-8AA8-15A2D6F4A7C3}" type="datetime1">
              <a:rPr lang="en-US" smtClean="0"/>
              <a:t>5/1/2026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65</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sv-SE" sz="2000"/>
              <a:t>Mr. Minhaj Nezami    AOE0861    TQM     Unit 5</a:t>
            </a:r>
            <a:endParaRPr lang="en-US" sz="2000" dirty="0"/>
          </a:p>
        </p:txBody>
      </p:sp>
      <p:pic>
        <p:nvPicPr>
          <p:cNvPr id="8" name="Picture 7"/>
          <p:cNvPicPr>
            <a:picLocks noChangeAspect="1"/>
          </p:cNvPicPr>
          <p:nvPr/>
        </p:nvPicPr>
        <p:blipFill>
          <a:blip r:embed="rId2"/>
          <a:stretch>
            <a:fillRect/>
          </a:stretch>
        </p:blipFill>
        <p:spPr>
          <a:xfrm>
            <a:off x="0" y="7779"/>
            <a:ext cx="1755800" cy="1024217"/>
          </a:xfrm>
          <a:prstGeom prst="rect">
            <a:avLst/>
          </a:prstGeom>
        </p:spPr>
      </p:pic>
      <p:sp>
        <p:nvSpPr>
          <p:cNvPr id="11" name="Title 1">
            <a:extLst>
              <a:ext uri="{FF2B5EF4-FFF2-40B4-BE49-F238E27FC236}">
                <a16:creationId xmlns:a16="http://schemas.microsoft.com/office/drawing/2014/main" id="{1C7BBAA3-263A-8FE5-5AA3-E40EF73A5AE9}"/>
              </a:ext>
            </a:extLst>
          </p:cNvPr>
          <p:cNvSpPr txBox="1">
            <a:spLocks/>
          </p:cNvSpPr>
          <p:nvPr/>
        </p:nvSpPr>
        <p:spPr>
          <a:xfrm>
            <a:off x="1778891" y="-13170"/>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ISO 14000 (CO5)</a:t>
            </a:r>
          </a:p>
        </p:txBody>
      </p:sp>
    </p:spTree>
    <p:extLst>
      <p:ext uri="{BB962C8B-B14F-4D97-AF65-F5344CB8AC3E}">
        <p14:creationId xmlns:p14="http://schemas.microsoft.com/office/powerpoint/2010/main" val="74623228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90600"/>
            <a:ext cx="8229600" cy="4953000"/>
          </a:xfrm>
        </p:spPr>
        <p:txBody>
          <a:bodyPr>
            <a:noAutofit/>
          </a:bodyPr>
          <a:lstStyle/>
          <a:p>
            <a:pPr>
              <a:buNone/>
            </a:pPr>
            <a:r>
              <a:rPr lang="en-US" sz="2400" dirty="0"/>
              <a:t> </a:t>
            </a:r>
          </a:p>
          <a:p>
            <a:pPr algn="just">
              <a:lnSpc>
                <a:spcPct val="150000"/>
              </a:lnSpc>
            </a:pPr>
            <a:r>
              <a:rPr lang="en-US" sz="2200" dirty="0"/>
              <a:t>The most notable standard is </a:t>
            </a:r>
            <a:r>
              <a:rPr lang="en-US" sz="2200" u="sng" dirty="0"/>
              <a:t>ISO 14001</a:t>
            </a:r>
            <a:r>
              <a:rPr lang="en-US" sz="2200" dirty="0"/>
              <a:t>, which lays out the guidelines for putting an environmental management system (EMS) in place. Then there’s ISO 14004, which offers additional insight and specialized standards for implementing an EMS. </a:t>
            </a:r>
          </a:p>
          <a:p>
            <a:pPr algn="just">
              <a:lnSpc>
                <a:spcPct val="150000"/>
              </a:lnSpc>
              <a:buNone/>
            </a:pPr>
            <a:r>
              <a:rPr lang="en-US" sz="2400" b="1" dirty="0"/>
              <a:t>     Here are the key standards included in ISO 14000: </a:t>
            </a:r>
          </a:p>
          <a:p>
            <a:pPr algn="just">
              <a:lnSpc>
                <a:spcPct val="150000"/>
              </a:lnSpc>
            </a:pPr>
            <a:r>
              <a:rPr lang="en-US" sz="2200" dirty="0"/>
              <a:t>ISO 14001: Specification of Environmental Management Systems</a:t>
            </a:r>
          </a:p>
          <a:p>
            <a:pPr algn="just">
              <a:lnSpc>
                <a:spcPct val="150000"/>
              </a:lnSpc>
            </a:pPr>
            <a:r>
              <a:rPr lang="en-US" sz="2200" dirty="0"/>
              <a:t>ISO 14004: Guideline Standard</a:t>
            </a:r>
          </a:p>
        </p:txBody>
      </p:sp>
      <p:sp>
        <p:nvSpPr>
          <p:cNvPr id="4" name="Date Placeholder 3"/>
          <p:cNvSpPr>
            <a:spLocks noGrp="1"/>
          </p:cNvSpPr>
          <p:nvPr>
            <p:ph type="dt" sz="half" idx="10"/>
          </p:nvPr>
        </p:nvSpPr>
        <p:spPr/>
        <p:txBody>
          <a:bodyPr/>
          <a:lstStyle/>
          <a:p>
            <a:fld id="{681767AA-844D-4B4B-B8AD-CBF7E7999EA9}" type="datetime1">
              <a:rPr lang="en-US" smtClean="0"/>
              <a:t>5/1/2026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66</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sv-SE" sz="2000"/>
              <a:t>Mr. Minhaj Nezami    AOE0861    TQM     Unit 5</a:t>
            </a:r>
            <a:endParaRPr lang="en-US" sz="2000" dirty="0"/>
          </a:p>
        </p:txBody>
      </p:sp>
      <p:pic>
        <p:nvPicPr>
          <p:cNvPr id="8" name="Picture 7"/>
          <p:cNvPicPr>
            <a:picLocks noChangeAspect="1"/>
          </p:cNvPicPr>
          <p:nvPr/>
        </p:nvPicPr>
        <p:blipFill>
          <a:blip r:embed="rId2"/>
          <a:stretch>
            <a:fillRect/>
          </a:stretch>
        </p:blipFill>
        <p:spPr>
          <a:xfrm>
            <a:off x="0" y="7779"/>
            <a:ext cx="1755800" cy="1024217"/>
          </a:xfrm>
          <a:prstGeom prst="rect">
            <a:avLst/>
          </a:prstGeom>
        </p:spPr>
      </p:pic>
      <p:sp>
        <p:nvSpPr>
          <p:cNvPr id="11" name="Title 1">
            <a:extLst>
              <a:ext uri="{FF2B5EF4-FFF2-40B4-BE49-F238E27FC236}">
                <a16:creationId xmlns:a16="http://schemas.microsoft.com/office/drawing/2014/main" id="{1C7BBAA3-263A-8FE5-5AA3-E40EF73A5AE9}"/>
              </a:ext>
            </a:extLst>
          </p:cNvPr>
          <p:cNvSpPr txBox="1">
            <a:spLocks/>
          </p:cNvSpPr>
          <p:nvPr/>
        </p:nvSpPr>
        <p:spPr>
          <a:xfrm>
            <a:off x="1778891" y="-13170"/>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ISO 14000 (CO5)</a:t>
            </a:r>
          </a:p>
        </p:txBody>
      </p:sp>
    </p:spTree>
    <p:extLst>
      <p:ext uri="{BB962C8B-B14F-4D97-AF65-F5344CB8AC3E}">
        <p14:creationId xmlns:p14="http://schemas.microsoft.com/office/powerpoint/2010/main" val="358967033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Autofit/>
          </a:bodyPr>
          <a:lstStyle/>
          <a:p>
            <a:pPr algn="just">
              <a:lnSpc>
                <a:spcPct val="150000"/>
              </a:lnSpc>
            </a:pPr>
            <a:r>
              <a:rPr lang="en-US" sz="2200" dirty="0"/>
              <a:t>ISO 14010 – ISO 14015: Environmental Auditing and Related Activities</a:t>
            </a:r>
          </a:p>
          <a:p>
            <a:pPr algn="just">
              <a:lnSpc>
                <a:spcPct val="150000"/>
              </a:lnSpc>
            </a:pPr>
            <a:r>
              <a:rPr lang="en-US" sz="2200" dirty="0"/>
              <a:t>ISO 14020 – ISO 14024: Environmental Labeling</a:t>
            </a:r>
          </a:p>
          <a:p>
            <a:pPr algn="just">
              <a:lnSpc>
                <a:spcPct val="150000"/>
              </a:lnSpc>
            </a:pPr>
            <a:r>
              <a:rPr lang="en-US" sz="2200" dirty="0"/>
              <a:t>ISO 14031 and ISO 14032: Environmental Performance Evaluation</a:t>
            </a:r>
          </a:p>
          <a:p>
            <a:pPr algn="just">
              <a:lnSpc>
                <a:spcPct val="150000"/>
              </a:lnSpc>
            </a:pPr>
            <a:r>
              <a:rPr lang="en-US" sz="2200" dirty="0"/>
              <a:t>ISO 14040 – ISO 14043: Life Cycle Assessment</a:t>
            </a:r>
          </a:p>
          <a:p>
            <a:pPr algn="just">
              <a:lnSpc>
                <a:spcPct val="150000"/>
              </a:lnSpc>
            </a:pPr>
            <a:r>
              <a:rPr lang="en-US" sz="2200" dirty="0"/>
              <a:t>ISO 14050: Terms and Definitions</a:t>
            </a:r>
          </a:p>
          <a:p>
            <a:endParaRPr lang="en-US" sz="2400" dirty="0"/>
          </a:p>
        </p:txBody>
      </p:sp>
      <p:sp>
        <p:nvSpPr>
          <p:cNvPr id="4" name="Date Placeholder 3"/>
          <p:cNvSpPr>
            <a:spLocks noGrp="1"/>
          </p:cNvSpPr>
          <p:nvPr>
            <p:ph type="dt" sz="half" idx="10"/>
          </p:nvPr>
        </p:nvSpPr>
        <p:spPr/>
        <p:txBody>
          <a:bodyPr/>
          <a:lstStyle/>
          <a:p>
            <a:fld id="{9EE2E84F-FB2D-404A-BA05-0B02F1F4E304}" type="datetime1">
              <a:rPr lang="en-US" smtClean="0"/>
              <a:t>5/1/2026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67</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sv-SE" sz="2000"/>
              <a:t>Mr. Minhaj Nezami    AOE0861    TQM     Unit 5</a:t>
            </a:r>
            <a:endParaRPr lang="en-US" sz="2000" dirty="0"/>
          </a:p>
        </p:txBody>
      </p:sp>
      <p:pic>
        <p:nvPicPr>
          <p:cNvPr id="8" name="Picture 7"/>
          <p:cNvPicPr>
            <a:picLocks noChangeAspect="1"/>
          </p:cNvPicPr>
          <p:nvPr/>
        </p:nvPicPr>
        <p:blipFill>
          <a:blip r:embed="rId2"/>
          <a:stretch>
            <a:fillRect/>
          </a:stretch>
        </p:blipFill>
        <p:spPr>
          <a:xfrm>
            <a:off x="0" y="7779"/>
            <a:ext cx="1755800" cy="1024217"/>
          </a:xfrm>
          <a:prstGeom prst="rect">
            <a:avLst/>
          </a:prstGeom>
        </p:spPr>
      </p:pic>
      <p:sp>
        <p:nvSpPr>
          <p:cNvPr id="11" name="Title 1">
            <a:extLst>
              <a:ext uri="{FF2B5EF4-FFF2-40B4-BE49-F238E27FC236}">
                <a16:creationId xmlns:a16="http://schemas.microsoft.com/office/drawing/2014/main" id="{1C7BBAA3-263A-8FE5-5AA3-E40EF73A5AE9}"/>
              </a:ext>
            </a:extLst>
          </p:cNvPr>
          <p:cNvSpPr txBox="1">
            <a:spLocks/>
          </p:cNvSpPr>
          <p:nvPr/>
        </p:nvSpPr>
        <p:spPr>
          <a:xfrm>
            <a:off x="1778891" y="-13170"/>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ISO 14000 (CO5)</a:t>
            </a:r>
          </a:p>
        </p:txBody>
      </p:sp>
    </p:spTree>
    <p:extLst>
      <p:ext uri="{BB962C8B-B14F-4D97-AF65-F5344CB8AC3E}">
        <p14:creationId xmlns:p14="http://schemas.microsoft.com/office/powerpoint/2010/main" val="315145171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Autofit/>
          </a:bodyPr>
          <a:lstStyle/>
          <a:p>
            <a:pPr marL="0" indent="0" algn="just">
              <a:buNone/>
            </a:pPr>
            <a:r>
              <a:rPr lang="en-US" sz="2400" b="1" dirty="0"/>
              <a:t>Benefits of ISO 14000 Certification </a:t>
            </a:r>
          </a:p>
          <a:p>
            <a:pPr marL="0" indent="0" algn="just">
              <a:buNone/>
            </a:pPr>
            <a:endParaRPr lang="en-US" sz="2400" b="1" dirty="0"/>
          </a:p>
          <a:p>
            <a:pPr algn="just"/>
            <a:r>
              <a:rPr lang="en-US" sz="2200" dirty="0"/>
              <a:t>ISO 14000 certification can be achieved by having an accredited auditor verify that all the requirements are met, or a company may self-declare. Obtaining the ISO 14000 certification can be considered a sign of a commitment to the environment, which can be used as a marketing tool for companies. It may also help companies meet certain environmental regulations. </a:t>
            </a:r>
          </a:p>
        </p:txBody>
      </p:sp>
      <p:sp>
        <p:nvSpPr>
          <p:cNvPr id="4" name="Date Placeholder 3"/>
          <p:cNvSpPr>
            <a:spLocks noGrp="1"/>
          </p:cNvSpPr>
          <p:nvPr>
            <p:ph type="dt" sz="half" idx="10"/>
          </p:nvPr>
        </p:nvSpPr>
        <p:spPr/>
        <p:txBody>
          <a:bodyPr/>
          <a:lstStyle/>
          <a:p>
            <a:fld id="{9244813C-3DCE-4007-8BA1-894E266D8CE0}" type="datetime1">
              <a:rPr lang="en-US" smtClean="0"/>
              <a:t>5/1/2026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68</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sv-SE" sz="2000"/>
              <a:t>Mr. Minhaj Nezami    AOE0861    TQM     Unit 5</a:t>
            </a:r>
            <a:endParaRPr lang="en-US" sz="2000" dirty="0"/>
          </a:p>
        </p:txBody>
      </p:sp>
      <p:pic>
        <p:nvPicPr>
          <p:cNvPr id="8" name="Picture 7"/>
          <p:cNvPicPr>
            <a:picLocks noChangeAspect="1"/>
          </p:cNvPicPr>
          <p:nvPr/>
        </p:nvPicPr>
        <p:blipFill>
          <a:blip r:embed="rId2"/>
          <a:stretch>
            <a:fillRect/>
          </a:stretch>
        </p:blipFill>
        <p:spPr>
          <a:xfrm>
            <a:off x="0" y="7779"/>
            <a:ext cx="1755800" cy="1024217"/>
          </a:xfrm>
          <a:prstGeom prst="rect">
            <a:avLst/>
          </a:prstGeom>
        </p:spPr>
      </p:pic>
      <p:sp>
        <p:nvSpPr>
          <p:cNvPr id="11" name="Title 1">
            <a:extLst>
              <a:ext uri="{FF2B5EF4-FFF2-40B4-BE49-F238E27FC236}">
                <a16:creationId xmlns:a16="http://schemas.microsoft.com/office/drawing/2014/main" id="{1C7BBAA3-263A-8FE5-5AA3-E40EF73A5AE9}"/>
              </a:ext>
            </a:extLst>
          </p:cNvPr>
          <p:cNvSpPr txBox="1">
            <a:spLocks/>
          </p:cNvSpPr>
          <p:nvPr/>
        </p:nvSpPr>
        <p:spPr>
          <a:xfrm>
            <a:off x="1778891" y="-13170"/>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ISO 14000 (CO5)</a:t>
            </a:r>
          </a:p>
        </p:txBody>
      </p:sp>
    </p:spTree>
    <p:extLst>
      <p:ext uri="{BB962C8B-B14F-4D97-AF65-F5344CB8AC3E}">
        <p14:creationId xmlns:p14="http://schemas.microsoft.com/office/powerpoint/2010/main" val="422628835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62000"/>
            <a:ext cx="8229600" cy="5334000"/>
          </a:xfrm>
        </p:spPr>
        <p:txBody>
          <a:bodyPr>
            <a:noAutofit/>
          </a:bodyPr>
          <a:lstStyle/>
          <a:p>
            <a:pPr algn="just">
              <a:lnSpc>
                <a:spcPct val="150000"/>
              </a:lnSpc>
              <a:buNone/>
            </a:pPr>
            <a:r>
              <a:rPr lang="en-US" sz="2200" b="1" cap="all" dirty="0"/>
              <a:t>    </a:t>
            </a:r>
            <a:r>
              <a:rPr lang="en-US" sz="2400" b="1" cap="all" dirty="0"/>
              <a:t>WHAT IS THE ISO 14001 ENVIRONMENTAL MANAGEMENT SYSTEM?</a:t>
            </a:r>
          </a:p>
          <a:p>
            <a:pPr algn="just">
              <a:lnSpc>
                <a:spcPct val="150000"/>
              </a:lnSpc>
            </a:pPr>
            <a:r>
              <a:rPr lang="en-US" sz="2200" dirty="0"/>
              <a:t>An ISO 14001 Environmental Management System is a way of managing the aspects of your business which have a significant impact on the environment. </a:t>
            </a:r>
          </a:p>
          <a:p>
            <a:pPr algn="just">
              <a:lnSpc>
                <a:spcPct val="150000"/>
              </a:lnSpc>
            </a:pPr>
            <a:r>
              <a:rPr lang="en-US" sz="2200" dirty="0"/>
              <a:t>Improving your Environmental Management System (EMS) to the level required by ISO 14001, helps to protect it from reputational damage and benefit from cost savings. It can help increase your employee engagement and improve your legal and regulatory compliance.</a:t>
            </a:r>
          </a:p>
          <a:p>
            <a:endParaRPr lang="en-US" sz="2400" dirty="0"/>
          </a:p>
          <a:p>
            <a:endParaRPr lang="en-US" sz="2400" dirty="0"/>
          </a:p>
          <a:p>
            <a:endParaRPr lang="en-US" sz="2400" dirty="0"/>
          </a:p>
        </p:txBody>
      </p:sp>
      <p:sp>
        <p:nvSpPr>
          <p:cNvPr id="4" name="Date Placeholder 3"/>
          <p:cNvSpPr>
            <a:spLocks noGrp="1"/>
          </p:cNvSpPr>
          <p:nvPr>
            <p:ph type="dt" sz="half" idx="10"/>
          </p:nvPr>
        </p:nvSpPr>
        <p:spPr/>
        <p:txBody>
          <a:bodyPr/>
          <a:lstStyle/>
          <a:p>
            <a:fld id="{A6D06FBA-A8F9-4FA0-A1A3-FA24FCE34873}" type="datetime1">
              <a:rPr lang="en-US" smtClean="0"/>
              <a:t>5/1/2026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69</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sv-SE" sz="2000"/>
              <a:t>Mr. Minhaj Nezami    AOE0861    TQM     Unit 5</a:t>
            </a:r>
            <a:endParaRPr lang="en-US" sz="2000" dirty="0"/>
          </a:p>
        </p:txBody>
      </p:sp>
      <p:pic>
        <p:nvPicPr>
          <p:cNvPr id="8" name="Picture 7"/>
          <p:cNvPicPr>
            <a:picLocks noChangeAspect="1"/>
          </p:cNvPicPr>
          <p:nvPr/>
        </p:nvPicPr>
        <p:blipFill>
          <a:blip r:embed="rId2"/>
          <a:stretch>
            <a:fillRect/>
          </a:stretch>
        </p:blipFill>
        <p:spPr>
          <a:xfrm>
            <a:off x="0" y="7779"/>
            <a:ext cx="1755800" cy="1024217"/>
          </a:xfrm>
          <a:prstGeom prst="rect">
            <a:avLst/>
          </a:prstGeom>
        </p:spPr>
      </p:pic>
      <p:sp>
        <p:nvSpPr>
          <p:cNvPr id="11" name="Title 1">
            <a:extLst>
              <a:ext uri="{FF2B5EF4-FFF2-40B4-BE49-F238E27FC236}">
                <a16:creationId xmlns:a16="http://schemas.microsoft.com/office/drawing/2014/main" id="{1C7BBAA3-263A-8FE5-5AA3-E40EF73A5AE9}"/>
              </a:ext>
            </a:extLst>
          </p:cNvPr>
          <p:cNvSpPr txBox="1">
            <a:spLocks/>
          </p:cNvSpPr>
          <p:nvPr/>
        </p:nvSpPr>
        <p:spPr>
          <a:xfrm>
            <a:off x="1778891" y="-13170"/>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ISO 14000 (CO5)</a:t>
            </a:r>
          </a:p>
        </p:txBody>
      </p:sp>
    </p:spTree>
    <p:extLst>
      <p:ext uri="{BB962C8B-B14F-4D97-AF65-F5344CB8AC3E}">
        <p14:creationId xmlns:p14="http://schemas.microsoft.com/office/powerpoint/2010/main" val="194464200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667939" y="1205110"/>
            <a:ext cx="7922492" cy="4811582"/>
            <a:chOff x="886967" y="1228344"/>
            <a:chExt cx="8714741" cy="5453126"/>
          </a:xfrm>
        </p:grpSpPr>
        <p:sp>
          <p:nvSpPr>
            <p:cNvPr id="5" name="object 5"/>
            <p:cNvSpPr/>
            <p:nvPr/>
          </p:nvSpPr>
          <p:spPr>
            <a:xfrm>
              <a:off x="2637282" y="1243583"/>
              <a:ext cx="1742694" cy="1743456"/>
            </a:xfrm>
            <a:prstGeom prst="rect">
              <a:avLst/>
            </a:prstGeom>
            <a:blipFill>
              <a:blip r:embed="rId2" cstate="print"/>
              <a:stretch>
                <a:fillRect/>
              </a:stretch>
            </a:blipFill>
          </p:spPr>
          <p:txBody>
            <a:bodyPr wrap="square" lIns="0" tIns="0" rIns="0" bIns="0" rtlCol="0"/>
            <a:lstStyle/>
            <a:p>
              <a:endParaRPr>
                <a:latin typeface="+mj-lt"/>
              </a:endParaRPr>
            </a:p>
          </p:txBody>
        </p:sp>
        <p:sp>
          <p:nvSpPr>
            <p:cNvPr id="6" name="object 6"/>
            <p:cNvSpPr/>
            <p:nvPr/>
          </p:nvSpPr>
          <p:spPr>
            <a:xfrm>
              <a:off x="886967" y="1228344"/>
              <a:ext cx="3499104" cy="2657856"/>
            </a:xfrm>
            <a:prstGeom prst="rect">
              <a:avLst/>
            </a:prstGeom>
            <a:blipFill>
              <a:blip r:embed="rId3" cstate="print"/>
              <a:stretch>
                <a:fillRect/>
              </a:stretch>
            </a:blipFill>
          </p:spPr>
          <p:txBody>
            <a:bodyPr wrap="square" lIns="0" tIns="0" rIns="0" bIns="0" rtlCol="0"/>
            <a:lstStyle/>
            <a:p>
              <a:endParaRPr>
                <a:latin typeface="+mj-lt"/>
              </a:endParaRPr>
            </a:p>
          </p:txBody>
        </p:sp>
        <p:sp>
          <p:nvSpPr>
            <p:cNvPr id="7" name="object 7"/>
            <p:cNvSpPr/>
            <p:nvPr/>
          </p:nvSpPr>
          <p:spPr>
            <a:xfrm>
              <a:off x="886968" y="1228356"/>
              <a:ext cx="8714740" cy="2658110"/>
            </a:xfrm>
            <a:custGeom>
              <a:avLst/>
              <a:gdLst/>
              <a:ahLst/>
              <a:cxnLst/>
              <a:rect l="l" t="t" r="r" b="b"/>
              <a:pathLst>
                <a:path w="8714740" h="2658110">
                  <a:moveTo>
                    <a:pt x="8714232" y="575564"/>
                  </a:moveTo>
                  <a:lnTo>
                    <a:pt x="8708123" y="534911"/>
                  </a:lnTo>
                  <a:lnTo>
                    <a:pt x="8692883" y="475475"/>
                  </a:lnTo>
                  <a:lnTo>
                    <a:pt x="8671547" y="419087"/>
                  </a:lnTo>
                  <a:lnTo>
                    <a:pt x="8647163" y="365747"/>
                  </a:lnTo>
                  <a:lnTo>
                    <a:pt x="8598395" y="291071"/>
                  </a:lnTo>
                  <a:lnTo>
                    <a:pt x="8561819" y="245351"/>
                  </a:lnTo>
                  <a:lnTo>
                    <a:pt x="8519147" y="204203"/>
                  </a:lnTo>
                  <a:lnTo>
                    <a:pt x="8473427" y="167627"/>
                  </a:lnTo>
                  <a:lnTo>
                    <a:pt x="8450567" y="149339"/>
                  </a:lnTo>
                  <a:lnTo>
                    <a:pt x="8424659" y="134099"/>
                  </a:lnTo>
                  <a:lnTo>
                    <a:pt x="8400275" y="118859"/>
                  </a:lnTo>
                  <a:lnTo>
                    <a:pt x="8372843" y="105143"/>
                  </a:lnTo>
                  <a:lnTo>
                    <a:pt x="8317979" y="82283"/>
                  </a:lnTo>
                  <a:lnTo>
                    <a:pt x="8260067" y="63995"/>
                  </a:lnTo>
                  <a:lnTo>
                    <a:pt x="8170151" y="48755"/>
                  </a:lnTo>
                  <a:lnTo>
                    <a:pt x="8138160" y="45720"/>
                  </a:lnTo>
                  <a:lnTo>
                    <a:pt x="3500615" y="45720"/>
                  </a:lnTo>
                  <a:lnTo>
                    <a:pt x="3499104" y="47231"/>
                  </a:lnTo>
                  <a:lnTo>
                    <a:pt x="3499104" y="15240"/>
                  </a:lnTo>
                  <a:lnTo>
                    <a:pt x="3499104" y="0"/>
                  </a:lnTo>
                  <a:lnTo>
                    <a:pt x="1749539" y="1749552"/>
                  </a:lnTo>
                  <a:lnTo>
                    <a:pt x="15227" y="15240"/>
                  </a:lnTo>
                  <a:lnTo>
                    <a:pt x="0" y="0"/>
                  </a:lnTo>
                  <a:lnTo>
                    <a:pt x="0" y="2657856"/>
                  </a:lnTo>
                  <a:lnTo>
                    <a:pt x="13703" y="2657856"/>
                  </a:lnTo>
                  <a:lnTo>
                    <a:pt x="13703" y="32004"/>
                  </a:lnTo>
                  <a:lnTo>
                    <a:pt x="1749539" y="1767840"/>
                  </a:lnTo>
                  <a:lnTo>
                    <a:pt x="1763255" y="1754124"/>
                  </a:lnTo>
                  <a:lnTo>
                    <a:pt x="3486899" y="30480"/>
                  </a:lnTo>
                  <a:lnTo>
                    <a:pt x="3486899" y="2657856"/>
                  </a:lnTo>
                  <a:lnTo>
                    <a:pt x="3494532" y="2657856"/>
                  </a:lnTo>
                  <a:lnTo>
                    <a:pt x="3499104" y="2657856"/>
                  </a:lnTo>
                  <a:lnTo>
                    <a:pt x="3520427" y="2657856"/>
                  </a:lnTo>
                  <a:lnTo>
                    <a:pt x="3520427" y="71615"/>
                  </a:lnTo>
                  <a:lnTo>
                    <a:pt x="8138147" y="71615"/>
                  </a:lnTo>
                  <a:lnTo>
                    <a:pt x="8197583" y="77711"/>
                  </a:lnTo>
                  <a:lnTo>
                    <a:pt x="8255495" y="89903"/>
                  </a:lnTo>
                  <a:lnTo>
                    <a:pt x="8310359" y="106667"/>
                  </a:lnTo>
                  <a:lnTo>
                    <a:pt x="8388083" y="141719"/>
                  </a:lnTo>
                  <a:lnTo>
                    <a:pt x="8436851" y="170675"/>
                  </a:lnTo>
                  <a:lnTo>
                    <a:pt x="8502383" y="224015"/>
                  </a:lnTo>
                  <a:lnTo>
                    <a:pt x="8543531" y="263639"/>
                  </a:lnTo>
                  <a:lnTo>
                    <a:pt x="8595347" y="330695"/>
                  </a:lnTo>
                  <a:lnTo>
                    <a:pt x="8624303" y="379463"/>
                  </a:lnTo>
                  <a:lnTo>
                    <a:pt x="8638019" y="403847"/>
                  </a:lnTo>
                  <a:lnTo>
                    <a:pt x="8659355" y="457187"/>
                  </a:lnTo>
                  <a:lnTo>
                    <a:pt x="8676119" y="512051"/>
                  </a:lnTo>
                  <a:lnTo>
                    <a:pt x="8688311" y="568439"/>
                  </a:lnTo>
                  <a:lnTo>
                    <a:pt x="8691359" y="598919"/>
                  </a:lnTo>
                  <a:lnTo>
                    <a:pt x="8694407" y="627875"/>
                  </a:lnTo>
                  <a:lnTo>
                    <a:pt x="8694407" y="2657856"/>
                  </a:lnTo>
                  <a:lnTo>
                    <a:pt x="8714232" y="2657856"/>
                  </a:lnTo>
                  <a:lnTo>
                    <a:pt x="8714232" y="575564"/>
                  </a:lnTo>
                  <a:close/>
                </a:path>
              </a:pathLst>
            </a:custGeom>
            <a:solidFill>
              <a:srgbClr val="BF504D"/>
            </a:solidFill>
          </p:spPr>
          <p:txBody>
            <a:bodyPr wrap="square" lIns="0" tIns="0" rIns="0" bIns="0" rtlCol="0"/>
            <a:lstStyle/>
            <a:p>
              <a:endParaRPr>
                <a:latin typeface="+mj-lt"/>
              </a:endParaRPr>
            </a:p>
          </p:txBody>
        </p:sp>
        <p:sp>
          <p:nvSpPr>
            <p:cNvPr id="8" name="object 8"/>
            <p:cNvSpPr/>
            <p:nvPr/>
          </p:nvSpPr>
          <p:spPr>
            <a:xfrm>
              <a:off x="893063" y="3886200"/>
              <a:ext cx="3486912" cy="2787396"/>
            </a:xfrm>
            <a:prstGeom prst="rect">
              <a:avLst/>
            </a:prstGeom>
            <a:blipFill>
              <a:blip r:embed="rId4" cstate="print"/>
              <a:stretch>
                <a:fillRect/>
              </a:stretch>
            </a:blipFill>
          </p:spPr>
          <p:txBody>
            <a:bodyPr wrap="square" lIns="0" tIns="0" rIns="0" bIns="0" rtlCol="0"/>
            <a:lstStyle/>
            <a:p>
              <a:endParaRPr>
                <a:latin typeface="+mj-lt"/>
              </a:endParaRPr>
            </a:p>
          </p:txBody>
        </p:sp>
        <p:sp>
          <p:nvSpPr>
            <p:cNvPr id="9" name="object 9"/>
            <p:cNvSpPr/>
            <p:nvPr/>
          </p:nvSpPr>
          <p:spPr>
            <a:xfrm>
              <a:off x="886967" y="3886200"/>
              <a:ext cx="3499104" cy="2795016"/>
            </a:xfrm>
            <a:prstGeom prst="rect">
              <a:avLst/>
            </a:prstGeom>
            <a:blipFill>
              <a:blip r:embed="rId5" cstate="print"/>
              <a:stretch>
                <a:fillRect/>
              </a:stretch>
            </a:blipFill>
          </p:spPr>
          <p:txBody>
            <a:bodyPr wrap="square" lIns="0" tIns="0" rIns="0" bIns="0" rtlCol="0"/>
            <a:lstStyle/>
            <a:p>
              <a:endParaRPr>
                <a:latin typeface="+mj-lt"/>
              </a:endParaRPr>
            </a:p>
          </p:txBody>
        </p:sp>
        <p:sp>
          <p:nvSpPr>
            <p:cNvPr id="10" name="object 10"/>
            <p:cNvSpPr/>
            <p:nvPr/>
          </p:nvSpPr>
          <p:spPr>
            <a:xfrm>
              <a:off x="886968" y="3886200"/>
              <a:ext cx="3499485" cy="2795270"/>
            </a:xfrm>
            <a:custGeom>
              <a:avLst/>
              <a:gdLst/>
              <a:ahLst/>
              <a:cxnLst/>
              <a:rect l="l" t="t" r="r" b="b"/>
              <a:pathLst>
                <a:path w="3499485" h="2795270">
                  <a:moveTo>
                    <a:pt x="1749551" y="2795015"/>
                  </a:moveTo>
                  <a:lnTo>
                    <a:pt x="0" y="1046987"/>
                  </a:lnTo>
                  <a:lnTo>
                    <a:pt x="0" y="0"/>
                  </a:lnTo>
                  <a:lnTo>
                    <a:pt x="13715" y="0"/>
                  </a:lnTo>
                  <a:lnTo>
                    <a:pt x="13715" y="1039367"/>
                  </a:lnTo>
                  <a:lnTo>
                    <a:pt x="10667" y="1039367"/>
                  </a:lnTo>
                  <a:lnTo>
                    <a:pt x="13715" y="1043939"/>
                  </a:lnTo>
                  <a:lnTo>
                    <a:pt x="15239" y="1043939"/>
                  </a:lnTo>
                  <a:lnTo>
                    <a:pt x="1749551" y="2778251"/>
                  </a:lnTo>
                  <a:lnTo>
                    <a:pt x="1744979" y="2782823"/>
                  </a:lnTo>
                  <a:lnTo>
                    <a:pt x="1761754" y="2782823"/>
                  </a:lnTo>
                  <a:lnTo>
                    <a:pt x="1749551" y="2795015"/>
                  </a:lnTo>
                  <a:close/>
                </a:path>
                <a:path w="3499485" h="2795270">
                  <a:moveTo>
                    <a:pt x="3486911" y="1040891"/>
                  </a:moveTo>
                  <a:lnTo>
                    <a:pt x="3486911" y="0"/>
                  </a:lnTo>
                  <a:lnTo>
                    <a:pt x="3499103" y="0"/>
                  </a:lnTo>
                  <a:lnTo>
                    <a:pt x="3499103" y="1039367"/>
                  </a:lnTo>
                  <a:lnTo>
                    <a:pt x="3488435" y="1039367"/>
                  </a:lnTo>
                  <a:lnTo>
                    <a:pt x="3486911" y="1040891"/>
                  </a:lnTo>
                  <a:close/>
                </a:path>
                <a:path w="3499485" h="2795270">
                  <a:moveTo>
                    <a:pt x="13715" y="1043939"/>
                  </a:moveTo>
                  <a:lnTo>
                    <a:pt x="10667" y="1039367"/>
                  </a:lnTo>
                  <a:lnTo>
                    <a:pt x="13715" y="1042415"/>
                  </a:lnTo>
                  <a:lnTo>
                    <a:pt x="13715" y="1043939"/>
                  </a:lnTo>
                  <a:close/>
                </a:path>
                <a:path w="3499485" h="2795270">
                  <a:moveTo>
                    <a:pt x="13715" y="1042415"/>
                  </a:moveTo>
                  <a:lnTo>
                    <a:pt x="10667" y="1039367"/>
                  </a:lnTo>
                  <a:lnTo>
                    <a:pt x="13715" y="1039367"/>
                  </a:lnTo>
                  <a:lnTo>
                    <a:pt x="13715" y="1042415"/>
                  </a:lnTo>
                  <a:close/>
                </a:path>
                <a:path w="3499485" h="2795270">
                  <a:moveTo>
                    <a:pt x="3486911" y="1043939"/>
                  </a:moveTo>
                  <a:lnTo>
                    <a:pt x="3486911" y="1040891"/>
                  </a:lnTo>
                  <a:lnTo>
                    <a:pt x="3488435" y="1039367"/>
                  </a:lnTo>
                  <a:lnTo>
                    <a:pt x="3486911" y="1043939"/>
                  </a:lnTo>
                  <a:close/>
                </a:path>
                <a:path w="3499485" h="2795270">
                  <a:moveTo>
                    <a:pt x="3499103" y="1043939"/>
                  </a:moveTo>
                  <a:lnTo>
                    <a:pt x="3486911" y="1043939"/>
                  </a:lnTo>
                  <a:lnTo>
                    <a:pt x="3488435" y="1039367"/>
                  </a:lnTo>
                  <a:lnTo>
                    <a:pt x="3499103" y="1039367"/>
                  </a:lnTo>
                  <a:lnTo>
                    <a:pt x="3499103" y="1043939"/>
                  </a:lnTo>
                  <a:close/>
                </a:path>
                <a:path w="3499485" h="2795270">
                  <a:moveTo>
                    <a:pt x="1761754" y="2782823"/>
                  </a:moveTo>
                  <a:lnTo>
                    <a:pt x="1754123" y="2782823"/>
                  </a:lnTo>
                  <a:lnTo>
                    <a:pt x="1749551" y="2778251"/>
                  </a:lnTo>
                  <a:lnTo>
                    <a:pt x="3486911" y="1040891"/>
                  </a:lnTo>
                  <a:lnTo>
                    <a:pt x="3486911" y="1043939"/>
                  </a:lnTo>
                  <a:lnTo>
                    <a:pt x="3499103" y="1043939"/>
                  </a:lnTo>
                  <a:lnTo>
                    <a:pt x="3499103" y="1046987"/>
                  </a:lnTo>
                  <a:lnTo>
                    <a:pt x="1761754" y="2782823"/>
                  </a:lnTo>
                  <a:close/>
                </a:path>
                <a:path w="3499485" h="2795270">
                  <a:moveTo>
                    <a:pt x="15239" y="1043939"/>
                  </a:moveTo>
                  <a:lnTo>
                    <a:pt x="13715" y="1043939"/>
                  </a:lnTo>
                  <a:lnTo>
                    <a:pt x="13715" y="1042415"/>
                  </a:lnTo>
                  <a:lnTo>
                    <a:pt x="15239" y="1043939"/>
                  </a:lnTo>
                  <a:close/>
                </a:path>
                <a:path w="3499485" h="2795270">
                  <a:moveTo>
                    <a:pt x="1754123" y="2782823"/>
                  </a:moveTo>
                  <a:lnTo>
                    <a:pt x="1744979" y="2782823"/>
                  </a:lnTo>
                  <a:lnTo>
                    <a:pt x="1749551" y="2778251"/>
                  </a:lnTo>
                  <a:lnTo>
                    <a:pt x="1754123" y="2782823"/>
                  </a:lnTo>
                  <a:close/>
                </a:path>
              </a:pathLst>
            </a:custGeom>
            <a:solidFill>
              <a:srgbClr val="BF504D"/>
            </a:solidFill>
          </p:spPr>
          <p:txBody>
            <a:bodyPr wrap="square" lIns="0" tIns="0" rIns="0" bIns="0" rtlCol="0"/>
            <a:lstStyle/>
            <a:p>
              <a:endParaRPr>
                <a:latin typeface="+mj-lt"/>
              </a:endParaRPr>
            </a:p>
          </p:txBody>
        </p:sp>
      </p:grpSp>
      <p:sp>
        <p:nvSpPr>
          <p:cNvPr id="11" name="object 11"/>
          <p:cNvSpPr txBox="1"/>
          <p:nvPr/>
        </p:nvSpPr>
        <p:spPr>
          <a:xfrm>
            <a:off x="4267200" y="2286000"/>
            <a:ext cx="4343400" cy="1204021"/>
          </a:xfrm>
          <a:prstGeom prst="rect">
            <a:avLst/>
          </a:prstGeom>
        </p:spPr>
        <p:txBody>
          <a:bodyPr vert="horz" wrap="square" lIns="0" tIns="52425" rIns="0" bIns="0" rtlCol="0">
            <a:spAutoFit/>
          </a:bodyPr>
          <a:lstStyle/>
          <a:p>
            <a:pPr marL="342900" lvl="0" indent="-342900" algn="just">
              <a:spcBef>
                <a:spcPct val="20000"/>
              </a:spcBef>
              <a:buFont typeface="Arial" pitchFamily="34" charset="0"/>
              <a:buChar char="•"/>
            </a:pPr>
            <a:r>
              <a:rPr lang="en-US" sz="2200" dirty="0">
                <a:solidFill>
                  <a:prstClr val="black"/>
                </a:solidFill>
                <a:latin typeface="+mj-lt"/>
                <a:cs typeface="Times New Roman" panose="02020603050405020304" pitchFamily="18" charset="0"/>
              </a:rPr>
              <a:t>ISO 9000</a:t>
            </a:r>
          </a:p>
          <a:p>
            <a:pPr marL="342900" lvl="0" indent="-342900" algn="just">
              <a:spcBef>
                <a:spcPct val="20000"/>
              </a:spcBef>
              <a:buFont typeface="Arial" pitchFamily="34" charset="0"/>
              <a:buChar char="•"/>
            </a:pPr>
            <a:r>
              <a:rPr lang="en-US" sz="2200" dirty="0">
                <a:solidFill>
                  <a:prstClr val="black"/>
                </a:solidFill>
                <a:latin typeface="+mj-lt"/>
                <a:cs typeface="Times New Roman" panose="02020603050405020304" pitchFamily="18" charset="0"/>
              </a:rPr>
              <a:t>ISO 9001</a:t>
            </a:r>
          </a:p>
          <a:p>
            <a:pPr marL="342900" lvl="0" indent="-342900" algn="just">
              <a:spcBef>
                <a:spcPct val="20000"/>
              </a:spcBef>
              <a:buFont typeface="Arial" pitchFamily="34" charset="0"/>
              <a:buChar char="•"/>
            </a:pPr>
            <a:endParaRPr lang="en-US" sz="2200" dirty="0">
              <a:solidFill>
                <a:prstClr val="black"/>
              </a:solidFill>
              <a:latin typeface="+mj-lt"/>
              <a:cs typeface="Times New Roman" panose="02020603050405020304" pitchFamily="18" charset="0"/>
            </a:endParaRPr>
          </a:p>
        </p:txBody>
      </p:sp>
      <p:sp>
        <p:nvSpPr>
          <p:cNvPr id="12" name="object 12"/>
          <p:cNvSpPr/>
          <p:nvPr/>
        </p:nvSpPr>
        <p:spPr>
          <a:xfrm>
            <a:off x="3843229" y="3513366"/>
            <a:ext cx="4745182" cy="894229"/>
          </a:xfrm>
          <a:custGeom>
            <a:avLst/>
            <a:gdLst/>
            <a:ahLst/>
            <a:cxnLst/>
            <a:rect l="l" t="t" r="r" b="b"/>
            <a:pathLst>
              <a:path w="5219700" h="1013460">
                <a:moveTo>
                  <a:pt x="4645151" y="1013459"/>
                </a:moveTo>
                <a:lnTo>
                  <a:pt x="6095" y="1013459"/>
                </a:lnTo>
                <a:lnTo>
                  <a:pt x="0" y="1007364"/>
                </a:lnTo>
                <a:lnTo>
                  <a:pt x="0" y="0"/>
                </a:lnTo>
                <a:lnTo>
                  <a:pt x="25907" y="0"/>
                </a:lnTo>
                <a:lnTo>
                  <a:pt x="25907" y="987551"/>
                </a:lnTo>
                <a:lnTo>
                  <a:pt x="12191" y="987551"/>
                </a:lnTo>
                <a:lnTo>
                  <a:pt x="25907" y="1001267"/>
                </a:lnTo>
                <a:lnTo>
                  <a:pt x="4736591" y="1001267"/>
                </a:lnTo>
                <a:lnTo>
                  <a:pt x="4675631" y="1010411"/>
                </a:lnTo>
                <a:lnTo>
                  <a:pt x="4645151" y="1013459"/>
                </a:lnTo>
                <a:close/>
              </a:path>
              <a:path w="5219700" h="1013460">
                <a:moveTo>
                  <a:pt x="4736591" y="1001267"/>
                </a:moveTo>
                <a:lnTo>
                  <a:pt x="25907" y="1001267"/>
                </a:lnTo>
                <a:lnTo>
                  <a:pt x="25907" y="987551"/>
                </a:lnTo>
                <a:lnTo>
                  <a:pt x="4643627" y="987551"/>
                </a:lnTo>
                <a:lnTo>
                  <a:pt x="4703063" y="981455"/>
                </a:lnTo>
                <a:lnTo>
                  <a:pt x="4786883" y="961643"/>
                </a:lnTo>
                <a:lnTo>
                  <a:pt x="4841747" y="941831"/>
                </a:lnTo>
                <a:lnTo>
                  <a:pt x="4893563" y="917447"/>
                </a:lnTo>
                <a:lnTo>
                  <a:pt x="4940807" y="888491"/>
                </a:lnTo>
                <a:lnTo>
                  <a:pt x="4986527" y="854963"/>
                </a:lnTo>
                <a:lnTo>
                  <a:pt x="5027675" y="816863"/>
                </a:lnTo>
                <a:lnTo>
                  <a:pt x="5084063" y="752855"/>
                </a:lnTo>
                <a:lnTo>
                  <a:pt x="5116067" y="705611"/>
                </a:lnTo>
                <a:lnTo>
                  <a:pt x="5154167" y="629411"/>
                </a:lnTo>
                <a:lnTo>
                  <a:pt x="5173979" y="576071"/>
                </a:lnTo>
                <a:lnTo>
                  <a:pt x="5189219" y="519683"/>
                </a:lnTo>
                <a:lnTo>
                  <a:pt x="5196839" y="461771"/>
                </a:lnTo>
                <a:lnTo>
                  <a:pt x="5199887" y="431291"/>
                </a:lnTo>
                <a:lnTo>
                  <a:pt x="5199887" y="0"/>
                </a:lnTo>
                <a:lnTo>
                  <a:pt x="5219700" y="0"/>
                </a:lnTo>
                <a:lnTo>
                  <a:pt x="5219700" y="483612"/>
                </a:lnTo>
                <a:lnTo>
                  <a:pt x="5213603" y="524255"/>
                </a:lnTo>
                <a:lnTo>
                  <a:pt x="5189219" y="611123"/>
                </a:lnTo>
                <a:lnTo>
                  <a:pt x="5166359" y="665987"/>
                </a:lnTo>
                <a:lnTo>
                  <a:pt x="5122163" y="743711"/>
                </a:lnTo>
                <a:lnTo>
                  <a:pt x="5103875" y="766571"/>
                </a:lnTo>
                <a:lnTo>
                  <a:pt x="5085587" y="790955"/>
                </a:lnTo>
                <a:lnTo>
                  <a:pt x="5026151" y="853439"/>
                </a:lnTo>
                <a:lnTo>
                  <a:pt x="4980431" y="891539"/>
                </a:lnTo>
                <a:lnTo>
                  <a:pt x="4931663" y="925067"/>
                </a:lnTo>
                <a:lnTo>
                  <a:pt x="4879847" y="952499"/>
                </a:lnTo>
                <a:lnTo>
                  <a:pt x="4823459" y="976883"/>
                </a:lnTo>
                <a:lnTo>
                  <a:pt x="4767071" y="993647"/>
                </a:lnTo>
                <a:lnTo>
                  <a:pt x="4736591" y="1001267"/>
                </a:lnTo>
                <a:close/>
              </a:path>
              <a:path w="5219700" h="1013460">
                <a:moveTo>
                  <a:pt x="25907" y="1001267"/>
                </a:moveTo>
                <a:lnTo>
                  <a:pt x="12191" y="987551"/>
                </a:lnTo>
                <a:lnTo>
                  <a:pt x="25907" y="987551"/>
                </a:lnTo>
                <a:lnTo>
                  <a:pt x="25907" y="1001267"/>
                </a:lnTo>
                <a:close/>
              </a:path>
            </a:pathLst>
          </a:custGeom>
          <a:solidFill>
            <a:srgbClr val="BF504D"/>
          </a:solidFill>
        </p:spPr>
        <p:txBody>
          <a:bodyPr wrap="square" lIns="0" tIns="0" rIns="0" bIns="0" rtlCol="0"/>
          <a:lstStyle/>
          <a:p>
            <a:endParaRPr>
              <a:latin typeface="+mj-lt"/>
            </a:endParaRPr>
          </a:p>
        </p:txBody>
      </p:sp>
      <p:sp>
        <p:nvSpPr>
          <p:cNvPr id="13" name="Date Placeholder 12"/>
          <p:cNvSpPr>
            <a:spLocks noGrp="1"/>
          </p:cNvSpPr>
          <p:nvPr>
            <p:ph type="dt" sz="half" idx="10"/>
          </p:nvPr>
        </p:nvSpPr>
        <p:spPr/>
        <p:txBody>
          <a:bodyPr/>
          <a:lstStyle/>
          <a:p>
            <a:fld id="{0A891427-DBFF-4743-BE3E-CEDF8F0E32CD}" type="datetime1">
              <a:rPr lang="en-US" smtClean="0">
                <a:latin typeface="+mj-lt"/>
              </a:rPr>
              <a:t>5/1/2026</a:t>
            </a:fld>
            <a:endParaRPr lang="en-US">
              <a:latin typeface="+mj-lt"/>
            </a:endParaRPr>
          </a:p>
        </p:txBody>
      </p:sp>
      <p:sp>
        <p:nvSpPr>
          <p:cNvPr id="14" name="Slide Number Placeholder 13"/>
          <p:cNvSpPr>
            <a:spLocks noGrp="1"/>
          </p:cNvSpPr>
          <p:nvPr>
            <p:ph type="sldNum" sz="quarter" idx="12"/>
          </p:nvPr>
        </p:nvSpPr>
        <p:spPr/>
        <p:txBody>
          <a:bodyPr/>
          <a:lstStyle/>
          <a:p>
            <a:fld id="{B6F15528-21DE-4FAA-801E-634DDDAF4B2B}" type="slidenum">
              <a:rPr lang="en-US" smtClean="0">
                <a:latin typeface="+mj-lt"/>
              </a:rPr>
              <a:pPr/>
              <a:t>70</a:t>
            </a:fld>
            <a:endParaRPr lang="en-US">
              <a:latin typeface="+mj-lt"/>
            </a:endParaRPr>
          </a:p>
        </p:txBody>
      </p:sp>
      <p:sp>
        <p:nvSpPr>
          <p:cNvPr id="15" name="Footer Placeholder 14"/>
          <p:cNvSpPr>
            <a:spLocks noGrp="1"/>
          </p:cNvSpPr>
          <p:nvPr>
            <p:ph type="ftr" sz="quarter" idx="11"/>
          </p:nvPr>
        </p:nvSpPr>
        <p:spPr>
          <a:xfrm>
            <a:off x="3124200" y="6356350"/>
            <a:ext cx="4343400" cy="365125"/>
          </a:xfrm>
        </p:spPr>
        <p:txBody>
          <a:bodyPr/>
          <a:lstStyle/>
          <a:p>
            <a:r>
              <a:rPr lang="sv-SE">
                <a:latin typeface="+mj-lt"/>
              </a:rPr>
              <a:t>Mr. Minhaj Nezami    AOE0861    TQM     Unit 5</a:t>
            </a:r>
            <a:endParaRPr lang="en-US" dirty="0">
              <a:latin typeface="+mj-lt"/>
            </a:endParaRPr>
          </a:p>
        </p:txBody>
      </p:sp>
      <p:pic>
        <p:nvPicPr>
          <p:cNvPr id="17" name="Picture 16"/>
          <p:cNvPicPr>
            <a:picLocks noChangeAspect="1"/>
          </p:cNvPicPr>
          <p:nvPr/>
        </p:nvPicPr>
        <p:blipFill>
          <a:blip r:embed="rId6"/>
          <a:stretch>
            <a:fillRect/>
          </a:stretch>
        </p:blipFill>
        <p:spPr>
          <a:xfrm>
            <a:off x="0" y="7779"/>
            <a:ext cx="1755800" cy="1024217"/>
          </a:xfrm>
          <a:prstGeom prst="rect">
            <a:avLst/>
          </a:prstGeom>
        </p:spPr>
      </p:pic>
      <p:sp>
        <p:nvSpPr>
          <p:cNvPr id="16" name="Title 1">
            <a:extLst>
              <a:ext uri="{FF2B5EF4-FFF2-40B4-BE49-F238E27FC236}">
                <a16:creationId xmlns:a16="http://schemas.microsoft.com/office/drawing/2014/main" id="{1C7BBAA3-263A-8FE5-5AA3-E40EF73A5AE9}"/>
              </a:ext>
            </a:extLst>
          </p:cNvPr>
          <p:cNvSpPr txBox="1">
            <a:spLocks/>
          </p:cNvSpPr>
          <p:nvPr/>
        </p:nvSpPr>
        <p:spPr>
          <a:xfrm>
            <a:off x="1755800" y="1055"/>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Prerequisite of ISO 14000</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Autofit/>
          </a:bodyPr>
          <a:lstStyle/>
          <a:p>
            <a:pPr algn="just">
              <a:lnSpc>
                <a:spcPct val="150000"/>
              </a:lnSpc>
            </a:pPr>
            <a:r>
              <a:rPr lang="en-US" sz="2200" dirty="0"/>
              <a:t>ISO 14000 is defined as a series of international environmental management standards, guides, and technical reports. The standards specify requirements for establishing an environmental management policy, determining environmental impacts of products or services, planning environmental objectives, implementing programs to meet objectives, and conducting corrective action and management review.</a:t>
            </a:r>
          </a:p>
        </p:txBody>
      </p:sp>
      <p:sp>
        <p:nvSpPr>
          <p:cNvPr id="4" name="Date Placeholder 3"/>
          <p:cNvSpPr>
            <a:spLocks noGrp="1"/>
          </p:cNvSpPr>
          <p:nvPr>
            <p:ph type="dt" sz="half" idx="10"/>
          </p:nvPr>
        </p:nvSpPr>
        <p:spPr/>
        <p:txBody>
          <a:bodyPr/>
          <a:lstStyle/>
          <a:p>
            <a:fld id="{6487AA06-8076-4C12-8CAC-B6095AB3AAFF}" type="datetime1">
              <a:rPr lang="en-US" smtClean="0"/>
              <a:t>5/1/2026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71</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sv-SE" sz="2000"/>
              <a:t>Mr. Minhaj Nezami    AOE0861    TQM     Unit 5</a:t>
            </a:r>
            <a:endParaRPr lang="en-US" sz="2000" dirty="0"/>
          </a:p>
        </p:txBody>
      </p:sp>
      <p:pic>
        <p:nvPicPr>
          <p:cNvPr id="8" name="Picture 7"/>
          <p:cNvPicPr>
            <a:picLocks noChangeAspect="1"/>
          </p:cNvPicPr>
          <p:nvPr/>
        </p:nvPicPr>
        <p:blipFill>
          <a:blip r:embed="rId2"/>
          <a:stretch>
            <a:fillRect/>
          </a:stretch>
        </p:blipFill>
        <p:spPr>
          <a:xfrm>
            <a:off x="0" y="7779"/>
            <a:ext cx="1755800" cy="1024217"/>
          </a:xfrm>
          <a:prstGeom prst="rect">
            <a:avLst/>
          </a:prstGeom>
        </p:spPr>
      </p:pic>
      <p:sp>
        <p:nvSpPr>
          <p:cNvPr id="10" name="Title 1">
            <a:extLst>
              <a:ext uri="{FF2B5EF4-FFF2-40B4-BE49-F238E27FC236}">
                <a16:creationId xmlns:a16="http://schemas.microsoft.com/office/drawing/2014/main" id="{1C7BBAA3-263A-8FE5-5AA3-E40EF73A5AE9}"/>
              </a:ext>
            </a:extLst>
          </p:cNvPr>
          <p:cNvSpPr txBox="1">
            <a:spLocks/>
          </p:cNvSpPr>
          <p:nvPr/>
        </p:nvSpPr>
        <p:spPr>
          <a:xfrm>
            <a:off x="1778891" y="-13170"/>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ISO 14000 (CO5)</a:t>
            </a:r>
          </a:p>
        </p:txBody>
      </p:sp>
    </p:spTree>
    <p:extLst>
      <p:ext uri="{BB962C8B-B14F-4D97-AF65-F5344CB8AC3E}">
        <p14:creationId xmlns:p14="http://schemas.microsoft.com/office/powerpoint/2010/main" val="391931189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Autofit/>
          </a:bodyPr>
          <a:lstStyle/>
          <a:p>
            <a:pPr algn="just">
              <a:lnSpc>
                <a:spcPct val="150000"/>
              </a:lnSpc>
              <a:buNone/>
            </a:pPr>
            <a:r>
              <a:rPr lang="en-US" sz="2400" b="1" cap="all" dirty="0"/>
              <a:t>     PROMOTING ENVIRONMENTAL MANAGEMENT SYSTEMS WITH ISO 14000</a:t>
            </a:r>
          </a:p>
          <a:p>
            <a:pPr algn="just">
              <a:lnSpc>
                <a:spcPct val="150000"/>
              </a:lnSpc>
            </a:pPr>
            <a:r>
              <a:rPr lang="en-US" sz="2200" dirty="0"/>
              <a:t>The primary objective of the ISO 14000 series of standards is to promote effective environmental management systems in organizations. The standards seek to provide cost-effective tools that make use of best practices for organizing and applying information about environmental management.</a:t>
            </a:r>
          </a:p>
        </p:txBody>
      </p:sp>
      <p:sp>
        <p:nvSpPr>
          <p:cNvPr id="4" name="Date Placeholder 3"/>
          <p:cNvSpPr>
            <a:spLocks noGrp="1"/>
          </p:cNvSpPr>
          <p:nvPr>
            <p:ph type="dt" sz="half" idx="10"/>
          </p:nvPr>
        </p:nvSpPr>
        <p:spPr/>
        <p:txBody>
          <a:bodyPr/>
          <a:lstStyle/>
          <a:p>
            <a:fld id="{BA2DEAFC-EBD1-4EE8-B1F8-B6922878744C}" type="datetime1">
              <a:rPr lang="en-US" smtClean="0"/>
              <a:t>5/1/2026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72</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sv-SE" sz="2000"/>
              <a:t>Mr. Minhaj Nezami    AOE0861    TQM     Unit 5</a:t>
            </a:r>
            <a:endParaRPr lang="en-US" sz="2000" dirty="0"/>
          </a:p>
        </p:txBody>
      </p:sp>
      <p:pic>
        <p:nvPicPr>
          <p:cNvPr id="8" name="Picture 7"/>
          <p:cNvPicPr>
            <a:picLocks noChangeAspect="1"/>
          </p:cNvPicPr>
          <p:nvPr/>
        </p:nvPicPr>
        <p:blipFill>
          <a:blip r:embed="rId2"/>
          <a:stretch>
            <a:fillRect/>
          </a:stretch>
        </p:blipFill>
        <p:spPr>
          <a:xfrm>
            <a:off x="0" y="7779"/>
            <a:ext cx="1755800" cy="1024217"/>
          </a:xfrm>
          <a:prstGeom prst="rect">
            <a:avLst/>
          </a:prstGeom>
        </p:spPr>
      </p:pic>
      <p:sp>
        <p:nvSpPr>
          <p:cNvPr id="11" name="Title 1">
            <a:extLst>
              <a:ext uri="{FF2B5EF4-FFF2-40B4-BE49-F238E27FC236}">
                <a16:creationId xmlns:a16="http://schemas.microsoft.com/office/drawing/2014/main" id="{1C7BBAA3-263A-8FE5-5AA3-E40EF73A5AE9}"/>
              </a:ext>
            </a:extLst>
          </p:cNvPr>
          <p:cNvSpPr txBox="1">
            <a:spLocks/>
          </p:cNvSpPr>
          <p:nvPr/>
        </p:nvSpPr>
        <p:spPr>
          <a:xfrm>
            <a:off x="1778891" y="-13170"/>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ISO 14000 (CO5)</a:t>
            </a:r>
          </a:p>
        </p:txBody>
      </p:sp>
    </p:spTree>
    <p:extLst>
      <p:ext uri="{BB962C8B-B14F-4D97-AF65-F5344CB8AC3E}">
        <p14:creationId xmlns:p14="http://schemas.microsoft.com/office/powerpoint/2010/main" val="391931189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Autofit/>
          </a:bodyPr>
          <a:lstStyle/>
          <a:p>
            <a:pPr algn="just">
              <a:lnSpc>
                <a:spcPct val="150000"/>
              </a:lnSpc>
            </a:pPr>
            <a:r>
              <a:rPr lang="en-US" sz="2200" dirty="0"/>
              <a:t>The ISO 14000 family was developed in response to a recognized industry need for standardization. With different organizational approaches to environmental management, comparisons of systems and collaboration had proved difficult.</a:t>
            </a:r>
          </a:p>
          <a:p>
            <a:pPr algn="just">
              <a:lnSpc>
                <a:spcPct val="150000"/>
              </a:lnSpc>
            </a:pPr>
            <a:r>
              <a:rPr lang="en-US" sz="2200" dirty="0"/>
              <a:t>ISO 14000 includes several standards that cover aspects of the managing practice’s inside facilities, the immediate environment around the facilities, and the life cycle of the actual product. This includes understanding the impact of the raw materials used within the product, as well as the impact of product disposal. </a:t>
            </a:r>
          </a:p>
        </p:txBody>
      </p:sp>
      <p:sp>
        <p:nvSpPr>
          <p:cNvPr id="4" name="Date Placeholder 3"/>
          <p:cNvSpPr>
            <a:spLocks noGrp="1"/>
          </p:cNvSpPr>
          <p:nvPr>
            <p:ph type="dt" sz="half" idx="10"/>
          </p:nvPr>
        </p:nvSpPr>
        <p:spPr/>
        <p:txBody>
          <a:bodyPr/>
          <a:lstStyle/>
          <a:p>
            <a:fld id="{18148CB7-F855-4B9E-9D3A-96D0B0B76BC4}" type="datetime1">
              <a:rPr lang="en-US" smtClean="0"/>
              <a:t>5/1/2026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73</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sv-SE" sz="2000"/>
              <a:t>Mr. Minhaj Nezami    AOE0861    TQM     Unit 5</a:t>
            </a:r>
            <a:endParaRPr lang="en-US" sz="2000" dirty="0"/>
          </a:p>
        </p:txBody>
      </p:sp>
      <p:pic>
        <p:nvPicPr>
          <p:cNvPr id="8" name="Picture 7"/>
          <p:cNvPicPr>
            <a:picLocks noChangeAspect="1"/>
          </p:cNvPicPr>
          <p:nvPr/>
        </p:nvPicPr>
        <p:blipFill>
          <a:blip r:embed="rId2"/>
          <a:stretch>
            <a:fillRect/>
          </a:stretch>
        </p:blipFill>
        <p:spPr>
          <a:xfrm>
            <a:off x="0" y="7779"/>
            <a:ext cx="1755800" cy="1024217"/>
          </a:xfrm>
          <a:prstGeom prst="rect">
            <a:avLst/>
          </a:prstGeom>
        </p:spPr>
      </p:pic>
      <p:sp>
        <p:nvSpPr>
          <p:cNvPr id="11" name="Title 1">
            <a:extLst>
              <a:ext uri="{FF2B5EF4-FFF2-40B4-BE49-F238E27FC236}">
                <a16:creationId xmlns:a16="http://schemas.microsoft.com/office/drawing/2014/main" id="{1C7BBAA3-263A-8FE5-5AA3-E40EF73A5AE9}"/>
              </a:ext>
            </a:extLst>
          </p:cNvPr>
          <p:cNvSpPr txBox="1">
            <a:spLocks/>
          </p:cNvSpPr>
          <p:nvPr/>
        </p:nvSpPr>
        <p:spPr>
          <a:xfrm>
            <a:off x="1778891" y="-13170"/>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ISO 14000 (CO5)</a:t>
            </a:r>
          </a:p>
        </p:txBody>
      </p:sp>
    </p:spTree>
    <p:extLst>
      <p:ext uri="{BB962C8B-B14F-4D97-AF65-F5344CB8AC3E}">
        <p14:creationId xmlns:p14="http://schemas.microsoft.com/office/powerpoint/2010/main" val="391931189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90600"/>
            <a:ext cx="8229600" cy="4953000"/>
          </a:xfrm>
        </p:spPr>
        <p:txBody>
          <a:bodyPr>
            <a:noAutofit/>
          </a:bodyPr>
          <a:lstStyle/>
          <a:p>
            <a:pPr>
              <a:buNone/>
            </a:pPr>
            <a:r>
              <a:rPr lang="en-US" sz="2400" dirty="0"/>
              <a:t> </a:t>
            </a:r>
          </a:p>
          <a:p>
            <a:pPr algn="just">
              <a:lnSpc>
                <a:spcPct val="150000"/>
              </a:lnSpc>
            </a:pPr>
            <a:r>
              <a:rPr lang="en-US" sz="2200" dirty="0"/>
              <a:t>The most notable standard is </a:t>
            </a:r>
            <a:r>
              <a:rPr lang="en-US" sz="2200" u="sng" dirty="0"/>
              <a:t>ISO 14001</a:t>
            </a:r>
            <a:r>
              <a:rPr lang="en-US" sz="2200" dirty="0"/>
              <a:t>, which lays out the guidelines for putting an environmental management system (EMS) in place. Then there’s ISO 14004, which offers additional insight and specialized standards for implementing an EMS. </a:t>
            </a:r>
          </a:p>
          <a:p>
            <a:pPr algn="just">
              <a:lnSpc>
                <a:spcPct val="150000"/>
              </a:lnSpc>
              <a:buNone/>
            </a:pPr>
            <a:r>
              <a:rPr lang="en-US" sz="2400" b="1" dirty="0"/>
              <a:t>     Here are the key standards included in ISO 14000: </a:t>
            </a:r>
          </a:p>
          <a:p>
            <a:pPr algn="just">
              <a:lnSpc>
                <a:spcPct val="150000"/>
              </a:lnSpc>
            </a:pPr>
            <a:r>
              <a:rPr lang="en-US" sz="2200" dirty="0"/>
              <a:t>ISO 14001: Specification of Environmental Management Systems</a:t>
            </a:r>
          </a:p>
          <a:p>
            <a:pPr algn="just">
              <a:lnSpc>
                <a:spcPct val="150000"/>
              </a:lnSpc>
            </a:pPr>
            <a:r>
              <a:rPr lang="en-US" sz="2200" dirty="0"/>
              <a:t>ISO 14004: Guideline Standard</a:t>
            </a:r>
          </a:p>
        </p:txBody>
      </p:sp>
      <p:sp>
        <p:nvSpPr>
          <p:cNvPr id="4" name="Date Placeholder 3"/>
          <p:cNvSpPr>
            <a:spLocks noGrp="1"/>
          </p:cNvSpPr>
          <p:nvPr>
            <p:ph type="dt" sz="half" idx="10"/>
          </p:nvPr>
        </p:nvSpPr>
        <p:spPr/>
        <p:txBody>
          <a:bodyPr/>
          <a:lstStyle/>
          <a:p>
            <a:fld id="{631EB686-908D-4F2E-AD50-1CFDB63D822D}" type="datetime1">
              <a:rPr lang="en-US" smtClean="0"/>
              <a:t>5/1/2026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74</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sv-SE" sz="2000"/>
              <a:t>Mr. Minhaj Nezami    AOE0861    TQM     Unit 5</a:t>
            </a:r>
            <a:endParaRPr lang="en-US" sz="2000" dirty="0"/>
          </a:p>
        </p:txBody>
      </p:sp>
      <p:pic>
        <p:nvPicPr>
          <p:cNvPr id="8" name="Picture 7"/>
          <p:cNvPicPr>
            <a:picLocks noChangeAspect="1"/>
          </p:cNvPicPr>
          <p:nvPr/>
        </p:nvPicPr>
        <p:blipFill>
          <a:blip r:embed="rId2"/>
          <a:stretch>
            <a:fillRect/>
          </a:stretch>
        </p:blipFill>
        <p:spPr>
          <a:xfrm>
            <a:off x="0" y="7779"/>
            <a:ext cx="1755800" cy="1024217"/>
          </a:xfrm>
          <a:prstGeom prst="rect">
            <a:avLst/>
          </a:prstGeom>
        </p:spPr>
      </p:pic>
      <p:sp>
        <p:nvSpPr>
          <p:cNvPr id="11" name="Title 1">
            <a:extLst>
              <a:ext uri="{FF2B5EF4-FFF2-40B4-BE49-F238E27FC236}">
                <a16:creationId xmlns:a16="http://schemas.microsoft.com/office/drawing/2014/main" id="{1C7BBAA3-263A-8FE5-5AA3-E40EF73A5AE9}"/>
              </a:ext>
            </a:extLst>
          </p:cNvPr>
          <p:cNvSpPr txBox="1">
            <a:spLocks/>
          </p:cNvSpPr>
          <p:nvPr/>
        </p:nvSpPr>
        <p:spPr>
          <a:xfrm>
            <a:off x="1778891" y="-13170"/>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ISO 14000 (CO5)</a:t>
            </a:r>
          </a:p>
        </p:txBody>
      </p:sp>
    </p:spTree>
    <p:extLst>
      <p:ext uri="{BB962C8B-B14F-4D97-AF65-F5344CB8AC3E}">
        <p14:creationId xmlns:p14="http://schemas.microsoft.com/office/powerpoint/2010/main" val="391931189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Autofit/>
          </a:bodyPr>
          <a:lstStyle/>
          <a:p>
            <a:pPr algn="just">
              <a:lnSpc>
                <a:spcPct val="150000"/>
              </a:lnSpc>
            </a:pPr>
            <a:r>
              <a:rPr lang="en-US" sz="2200" dirty="0"/>
              <a:t>ISO 14010 – ISO 14015: Environmental Auditing and Related Activities</a:t>
            </a:r>
          </a:p>
          <a:p>
            <a:pPr algn="just">
              <a:lnSpc>
                <a:spcPct val="150000"/>
              </a:lnSpc>
            </a:pPr>
            <a:r>
              <a:rPr lang="en-US" sz="2200" dirty="0"/>
              <a:t>ISO 14020 – ISO 14024: Environmental Labeling</a:t>
            </a:r>
          </a:p>
          <a:p>
            <a:pPr algn="just">
              <a:lnSpc>
                <a:spcPct val="150000"/>
              </a:lnSpc>
            </a:pPr>
            <a:r>
              <a:rPr lang="en-US" sz="2200" dirty="0"/>
              <a:t>ISO 14031 and ISO 14032: Environmental Performance Evaluation</a:t>
            </a:r>
          </a:p>
          <a:p>
            <a:pPr algn="just">
              <a:lnSpc>
                <a:spcPct val="150000"/>
              </a:lnSpc>
            </a:pPr>
            <a:r>
              <a:rPr lang="en-US" sz="2200" dirty="0"/>
              <a:t>ISO 14040 – ISO 14043: Life Cycle Assessment</a:t>
            </a:r>
          </a:p>
          <a:p>
            <a:pPr algn="just">
              <a:lnSpc>
                <a:spcPct val="150000"/>
              </a:lnSpc>
            </a:pPr>
            <a:r>
              <a:rPr lang="en-US" sz="2200" dirty="0"/>
              <a:t>ISO 14050: Terms and Definitions</a:t>
            </a:r>
          </a:p>
          <a:p>
            <a:endParaRPr lang="en-US" sz="2400" dirty="0"/>
          </a:p>
        </p:txBody>
      </p:sp>
      <p:sp>
        <p:nvSpPr>
          <p:cNvPr id="4" name="Date Placeholder 3"/>
          <p:cNvSpPr>
            <a:spLocks noGrp="1"/>
          </p:cNvSpPr>
          <p:nvPr>
            <p:ph type="dt" sz="half" idx="10"/>
          </p:nvPr>
        </p:nvSpPr>
        <p:spPr/>
        <p:txBody>
          <a:bodyPr/>
          <a:lstStyle/>
          <a:p>
            <a:fld id="{9D786446-B023-46EA-A712-A07F46A489E0}" type="datetime1">
              <a:rPr lang="en-US" smtClean="0"/>
              <a:t>5/1/2026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75</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sv-SE" sz="2000"/>
              <a:t>Mr. Minhaj Nezami    AOE0861    TQM     Unit 5</a:t>
            </a:r>
            <a:endParaRPr lang="en-US" sz="2000" dirty="0"/>
          </a:p>
        </p:txBody>
      </p:sp>
      <p:pic>
        <p:nvPicPr>
          <p:cNvPr id="8" name="Picture 7"/>
          <p:cNvPicPr>
            <a:picLocks noChangeAspect="1"/>
          </p:cNvPicPr>
          <p:nvPr/>
        </p:nvPicPr>
        <p:blipFill>
          <a:blip r:embed="rId2"/>
          <a:stretch>
            <a:fillRect/>
          </a:stretch>
        </p:blipFill>
        <p:spPr>
          <a:xfrm>
            <a:off x="0" y="7779"/>
            <a:ext cx="1755800" cy="1024217"/>
          </a:xfrm>
          <a:prstGeom prst="rect">
            <a:avLst/>
          </a:prstGeom>
        </p:spPr>
      </p:pic>
      <p:sp>
        <p:nvSpPr>
          <p:cNvPr id="11" name="Title 1">
            <a:extLst>
              <a:ext uri="{FF2B5EF4-FFF2-40B4-BE49-F238E27FC236}">
                <a16:creationId xmlns:a16="http://schemas.microsoft.com/office/drawing/2014/main" id="{1C7BBAA3-263A-8FE5-5AA3-E40EF73A5AE9}"/>
              </a:ext>
            </a:extLst>
          </p:cNvPr>
          <p:cNvSpPr txBox="1">
            <a:spLocks/>
          </p:cNvSpPr>
          <p:nvPr/>
        </p:nvSpPr>
        <p:spPr>
          <a:xfrm>
            <a:off x="1778891" y="-13170"/>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ISO 14000 (CO5)</a:t>
            </a:r>
          </a:p>
        </p:txBody>
      </p:sp>
    </p:spTree>
    <p:extLst>
      <p:ext uri="{BB962C8B-B14F-4D97-AF65-F5344CB8AC3E}">
        <p14:creationId xmlns:p14="http://schemas.microsoft.com/office/powerpoint/2010/main" val="391931189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Autofit/>
          </a:bodyPr>
          <a:lstStyle/>
          <a:p>
            <a:pPr marL="0" indent="0" algn="just">
              <a:buNone/>
            </a:pPr>
            <a:r>
              <a:rPr lang="en-US" sz="2400" b="1" dirty="0"/>
              <a:t>Benefits of ISO 14000 Certification </a:t>
            </a:r>
          </a:p>
          <a:p>
            <a:pPr marL="0" indent="0" algn="just">
              <a:buNone/>
            </a:pPr>
            <a:endParaRPr lang="en-US" sz="2400" b="1" dirty="0"/>
          </a:p>
          <a:p>
            <a:pPr algn="just"/>
            <a:r>
              <a:rPr lang="en-US" sz="2200" dirty="0"/>
              <a:t>ISO 14000 certification can be achieved by having an accredited auditor verify that all the requirements are met, or a company may self-declare. Obtaining the ISO 14000 certification can be considered a sign of a commitment to the environment, which can be used as a marketing tool for companies. It may also help companies meet certain environmental regulations. </a:t>
            </a:r>
          </a:p>
        </p:txBody>
      </p:sp>
      <p:sp>
        <p:nvSpPr>
          <p:cNvPr id="4" name="Date Placeholder 3"/>
          <p:cNvSpPr>
            <a:spLocks noGrp="1"/>
          </p:cNvSpPr>
          <p:nvPr>
            <p:ph type="dt" sz="half" idx="10"/>
          </p:nvPr>
        </p:nvSpPr>
        <p:spPr/>
        <p:txBody>
          <a:bodyPr/>
          <a:lstStyle/>
          <a:p>
            <a:fld id="{747A043A-B947-4CB8-8107-EDAF092FCBF7}" type="datetime1">
              <a:rPr lang="en-US" smtClean="0"/>
              <a:t>5/1/2026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76</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sv-SE" sz="2000"/>
              <a:t>Mr. Minhaj Nezami    AOE0861    TQM     Unit 5</a:t>
            </a:r>
            <a:endParaRPr lang="en-US" sz="2000" dirty="0"/>
          </a:p>
        </p:txBody>
      </p:sp>
      <p:pic>
        <p:nvPicPr>
          <p:cNvPr id="8" name="Picture 7"/>
          <p:cNvPicPr>
            <a:picLocks noChangeAspect="1"/>
          </p:cNvPicPr>
          <p:nvPr/>
        </p:nvPicPr>
        <p:blipFill>
          <a:blip r:embed="rId2"/>
          <a:stretch>
            <a:fillRect/>
          </a:stretch>
        </p:blipFill>
        <p:spPr>
          <a:xfrm>
            <a:off x="0" y="7779"/>
            <a:ext cx="1755800" cy="1024217"/>
          </a:xfrm>
          <a:prstGeom prst="rect">
            <a:avLst/>
          </a:prstGeom>
        </p:spPr>
      </p:pic>
      <p:sp>
        <p:nvSpPr>
          <p:cNvPr id="11" name="Title 1">
            <a:extLst>
              <a:ext uri="{FF2B5EF4-FFF2-40B4-BE49-F238E27FC236}">
                <a16:creationId xmlns:a16="http://schemas.microsoft.com/office/drawing/2014/main" id="{1C7BBAA3-263A-8FE5-5AA3-E40EF73A5AE9}"/>
              </a:ext>
            </a:extLst>
          </p:cNvPr>
          <p:cNvSpPr txBox="1">
            <a:spLocks/>
          </p:cNvSpPr>
          <p:nvPr/>
        </p:nvSpPr>
        <p:spPr>
          <a:xfrm>
            <a:off x="1778891" y="-13170"/>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ISO 14000 (CO5)</a:t>
            </a:r>
          </a:p>
        </p:txBody>
      </p:sp>
    </p:spTree>
    <p:extLst>
      <p:ext uri="{BB962C8B-B14F-4D97-AF65-F5344CB8AC3E}">
        <p14:creationId xmlns:p14="http://schemas.microsoft.com/office/powerpoint/2010/main" val="391931189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62000"/>
            <a:ext cx="8229600" cy="5334000"/>
          </a:xfrm>
        </p:spPr>
        <p:txBody>
          <a:bodyPr>
            <a:noAutofit/>
          </a:bodyPr>
          <a:lstStyle/>
          <a:p>
            <a:pPr algn="just">
              <a:lnSpc>
                <a:spcPct val="150000"/>
              </a:lnSpc>
              <a:buNone/>
            </a:pPr>
            <a:r>
              <a:rPr lang="en-US" sz="2200" b="1" cap="all" dirty="0"/>
              <a:t>    </a:t>
            </a:r>
            <a:r>
              <a:rPr lang="en-US" sz="2400" b="1" cap="all" dirty="0"/>
              <a:t>WHAT IS THE ISO 14001 ENVIRONMENTAL MANAGEMENT SYSTEM?</a:t>
            </a:r>
          </a:p>
          <a:p>
            <a:pPr algn="just">
              <a:lnSpc>
                <a:spcPct val="150000"/>
              </a:lnSpc>
            </a:pPr>
            <a:r>
              <a:rPr lang="en-US" sz="2200" dirty="0"/>
              <a:t>An ISO 14001 Environmental Management System is a way of managing the aspects of your business which have a significant impact on the environment. </a:t>
            </a:r>
          </a:p>
          <a:p>
            <a:pPr algn="just">
              <a:lnSpc>
                <a:spcPct val="150000"/>
              </a:lnSpc>
            </a:pPr>
            <a:r>
              <a:rPr lang="en-US" sz="2200" dirty="0"/>
              <a:t>Improving your Environmental Management System (EMS) to the level required by ISO 14001, helps to protect it from reputational damage and benefit from cost savings. It can help increase your employee engagement and improve your legal and regulatory compliance.</a:t>
            </a:r>
          </a:p>
          <a:p>
            <a:endParaRPr lang="en-US" sz="2400" dirty="0"/>
          </a:p>
          <a:p>
            <a:endParaRPr lang="en-US" sz="2400" dirty="0"/>
          </a:p>
          <a:p>
            <a:endParaRPr lang="en-US" sz="2400" dirty="0"/>
          </a:p>
        </p:txBody>
      </p:sp>
      <p:sp>
        <p:nvSpPr>
          <p:cNvPr id="4" name="Date Placeholder 3"/>
          <p:cNvSpPr>
            <a:spLocks noGrp="1"/>
          </p:cNvSpPr>
          <p:nvPr>
            <p:ph type="dt" sz="half" idx="10"/>
          </p:nvPr>
        </p:nvSpPr>
        <p:spPr/>
        <p:txBody>
          <a:bodyPr/>
          <a:lstStyle/>
          <a:p>
            <a:fld id="{00CBBA16-F5FC-412C-9FE3-4E8FBC0833E6}" type="datetime1">
              <a:rPr lang="en-US" smtClean="0"/>
              <a:t>5/1/2026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77</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sv-SE" sz="2000"/>
              <a:t>Mr. Minhaj Nezami    AOE0861    TQM     Unit 5</a:t>
            </a:r>
            <a:endParaRPr lang="en-US" sz="2000" dirty="0"/>
          </a:p>
        </p:txBody>
      </p:sp>
      <p:pic>
        <p:nvPicPr>
          <p:cNvPr id="8" name="Picture 7"/>
          <p:cNvPicPr>
            <a:picLocks noChangeAspect="1"/>
          </p:cNvPicPr>
          <p:nvPr/>
        </p:nvPicPr>
        <p:blipFill>
          <a:blip r:embed="rId2"/>
          <a:stretch>
            <a:fillRect/>
          </a:stretch>
        </p:blipFill>
        <p:spPr>
          <a:xfrm>
            <a:off x="0" y="7779"/>
            <a:ext cx="1755800" cy="1024217"/>
          </a:xfrm>
          <a:prstGeom prst="rect">
            <a:avLst/>
          </a:prstGeom>
        </p:spPr>
      </p:pic>
      <p:sp>
        <p:nvSpPr>
          <p:cNvPr id="11" name="Title 1">
            <a:extLst>
              <a:ext uri="{FF2B5EF4-FFF2-40B4-BE49-F238E27FC236}">
                <a16:creationId xmlns:a16="http://schemas.microsoft.com/office/drawing/2014/main" id="{1C7BBAA3-263A-8FE5-5AA3-E40EF73A5AE9}"/>
              </a:ext>
            </a:extLst>
          </p:cNvPr>
          <p:cNvSpPr txBox="1">
            <a:spLocks/>
          </p:cNvSpPr>
          <p:nvPr/>
        </p:nvSpPr>
        <p:spPr>
          <a:xfrm>
            <a:off x="1778891" y="-13170"/>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ISO 14000 (CO5)</a:t>
            </a:r>
          </a:p>
        </p:txBody>
      </p:sp>
    </p:spTree>
    <p:extLst>
      <p:ext uri="{BB962C8B-B14F-4D97-AF65-F5344CB8AC3E}">
        <p14:creationId xmlns:p14="http://schemas.microsoft.com/office/powerpoint/2010/main" val="391931189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Autofit/>
          </a:bodyPr>
          <a:lstStyle/>
          <a:p>
            <a:pPr>
              <a:buNone/>
            </a:pPr>
            <a:endParaRPr lang="en-US" sz="2400" dirty="0"/>
          </a:p>
          <a:p>
            <a:endParaRPr lang="en-US" sz="2400" dirty="0"/>
          </a:p>
          <a:p>
            <a:endParaRPr lang="en-US" sz="2400" dirty="0"/>
          </a:p>
        </p:txBody>
      </p:sp>
      <p:sp>
        <p:nvSpPr>
          <p:cNvPr id="4" name="Date Placeholder 3"/>
          <p:cNvSpPr>
            <a:spLocks noGrp="1"/>
          </p:cNvSpPr>
          <p:nvPr>
            <p:ph type="dt" sz="half" idx="10"/>
          </p:nvPr>
        </p:nvSpPr>
        <p:spPr/>
        <p:txBody>
          <a:bodyPr/>
          <a:lstStyle/>
          <a:p>
            <a:fld id="{6F2FC372-71C2-4F17-9B0B-994FC6B081C8}" type="datetime1">
              <a:rPr lang="en-US" smtClean="0"/>
              <a:t>5/1/2026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78</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sv-SE" sz="2000"/>
              <a:t>Mr. Minhaj Nezami    AOE0861    TQM     Unit 5</a:t>
            </a:r>
            <a:endParaRPr lang="en-US" sz="2000" dirty="0"/>
          </a:p>
        </p:txBody>
      </p:sp>
      <p:pic>
        <p:nvPicPr>
          <p:cNvPr id="4098" name="Picture 2" descr="C:\Users\ndc\Desktop\New folder\iso14000-1.jpg"/>
          <p:cNvPicPr>
            <a:picLocks noChangeAspect="1" noChangeArrowheads="1"/>
          </p:cNvPicPr>
          <p:nvPr/>
        </p:nvPicPr>
        <p:blipFill>
          <a:blip r:embed="rId2"/>
          <a:srcRect/>
          <a:stretch>
            <a:fillRect/>
          </a:stretch>
        </p:blipFill>
        <p:spPr bwMode="auto">
          <a:xfrm>
            <a:off x="457200" y="1066800"/>
            <a:ext cx="8229600" cy="4876800"/>
          </a:xfrm>
          <a:prstGeom prst="rect">
            <a:avLst/>
          </a:prstGeom>
          <a:noFill/>
        </p:spPr>
      </p:pic>
      <p:pic>
        <p:nvPicPr>
          <p:cNvPr id="11" name="Picture 10"/>
          <p:cNvPicPr>
            <a:picLocks noChangeAspect="1"/>
          </p:cNvPicPr>
          <p:nvPr/>
        </p:nvPicPr>
        <p:blipFill>
          <a:blip r:embed="rId3"/>
          <a:stretch>
            <a:fillRect/>
          </a:stretch>
        </p:blipFill>
        <p:spPr>
          <a:xfrm>
            <a:off x="0" y="7779"/>
            <a:ext cx="1755800" cy="1024217"/>
          </a:xfrm>
          <a:prstGeom prst="rect">
            <a:avLst/>
          </a:prstGeom>
        </p:spPr>
      </p:pic>
      <p:sp>
        <p:nvSpPr>
          <p:cNvPr id="12" name="Title 1">
            <a:extLst>
              <a:ext uri="{FF2B5EF4-FFF2-40B4-BE49-F238E27FC236}">
                <a16:creationId xmlns:a16="http://schemas.microsoft.com/office/drawing/2014/main" id="{1C7BBAA3-263A-8FE5-5AA3-E40EF73A5AE9}"/>
              </a:ext>
            </a:extLst>
          </p:cNvPr>
          <p:cNvSpPr txBox="1">
            <a:spLocks/>
          </p:cNvSpPr>
          <p:nvPr/>
        </p:nvSpPr>
        <p:spPr>
          <a:xfrm>
            <a:off x="1778891" y="-13170"/>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ISO 14000 (CO5)</a:t>
            </a:r>
          </a:p>
        </p:txBody>
      </p:sp>
    </p:spTree>
    <p:extLst>
      <p:ext uri="{BB962C8B-B14F-4D97-AF65-F5344CB8AC3E}">
        <p14:creationId xmlns:p14="http://schemas.microsoft.com/office/powerpoint/2010/main" val="391931189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Autofit/>
          </a:bodyPr>
          <a:lstStyle/>
          <a:p>
            <a:pPr>
              <a:buNone/>
            </a:pPr>
            <a:endParaRPr lang="en-US" sz="2400" dirty="0"/>
          </a:p>
          <a:p>
            <a:endParaRPr lang="en-US" sz="2400" dirty="0"/>
          </a:p>
          <a:p>
            <a:endParaRPr lang="en-US" sz="2400" dirty="0"/>
          </a:p>
        </p:txBody>
      </p:sp>
      <p:sp>
        <p:nvSpPr>
          <p:cNvPr id="4" name="Date Placeholder 3"/>
          <p:cNvSpPr>
            <a:spLocks noGrp="1"/>
          </p:cNvSpPr>
          <p:nvPr>
            <p:ph type="dt" sz="half" idx="10"/>
          </p:nvPr>
        </p:nvSpPr>
        <p:spPr/>
        <p:txBody>
          <a:bodyPr/>
          <a:lstStyle/>
          <a:p>
            <a:fld id="{D0421C47-142D-46CA-9809-299DD6F0E31A}" type="datetime1">
              <a:rPr lang="en-US" smtClean="0"/>
              <a:t>5/1/2026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79</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sv-SE" sz="2000"/>
              <a:t>Mr. Minhaj Nezami    AOE0861    TQM     Unit 5</a:t>
            </a:r>
            <a:endParaRPr lang="en-US" sz="2000" dirty="0"/>
          </a:p>
        </p:txBody>
      </p:sp>
      <p:pic>
        <p:nvPicPr>
          <p:cNvPr id="3074" name="Picture 2" descr="C:\Users\ndc\Desktop\New folder\iso-14001-iso-14000-international-organization-for-standardization-logo-portable-network-graphics-png-favpng-z8grnTmVH5FPJZcXiRJwmmenk.jpg"/>
          <p:cNvPicPr>
            <a:picLocks noChangeAspect="1" noChangeArrowheads="1"/>
          </p:cNvPicPr>
          <p:nvPr/>
        </p:nvPicPr>
        <p:blipFill>
          <a:blip r:embed="rId2"/>
          <a:srcRect/>
          <a:stretch>
            <a:fillRect/>
          </a:stretch>
        </p:blipFill>
        <p:spPr bwMode="auto">
          <a:xfrm>
            <a:off x="685801" y="1066800"/>
            <a:ext cx="7848600" cy="4876800"/>
          </a:xfrm>
          <a:prstGeom prst="rect">
            <a:avLst/>
          </a:prstGeom>
          <a:noFill/>
        </p:spPr>
      </p:pic>
      <p:pic>
        <p:nvPicPr>
          <p:cNvPr id="11" name="Picture 10"/>
          <p:cNvPicPr>
            <a:picLocks noChangeAspect="1"/>
          </p:cNvPicPr>
          <p:nvPr/>
        </p:nvPicPr>
        <p:blipFill>
          <a:blip r:embed="rId3"/>
          <a:stretch>
            <a:fillRect/>
          </a:stretch>
        </p:blipFill>
        <p:spPr>
          <a:xfrm>
            <a:off x="0" y="7779"/>
            <a:ext cx="1755800" cy="1024217"/>
          </a:xfrm>
          <a:prstGeom prst="rect">
            <a:avLst/>
          </a:prstGeom>
        </p:spPr>
      </p:pic>
      <p:sp>
        <p:nvSpPr>
          <p:cNvPr id="12" name="Title 1">
            <a:extLst>
              <a:ext uri="{FF2B5EF4-FFF2-40B4-BE49-F238E27FC236}">
                <a16:creationId xmlns:a16="http://schemas.microsoft.com/office/drawing/2014/main" id="{1C7BBAA3-263A-8FE5-5AA3-E40EF73A5AE9}"/>
              </a:ext>
            </a:extLst>
          </p:cNvPr>
          <p:cNvSpPr txBox="1">
            <a:spLocks/>
          </p:cNvSpPr>
          <p:nvPr/>
        </p:nvSpPr>
        <p:spPr>
          <a:xfrm>
            <a:off x="1778891" y="-13170"/>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ISO 14000 (CO5)</a:t>
            </a:r>
          </a:p>
        </p:txBody>
      </p:sp>
    </p:spTree>
    <p:extLst>
      <p:ext uri="{BB962C8B-B14F-4D97-AF65-F5344CB8AC3E}">
        <p14:creationId xmlns:p14="http://schemas.microsoft.com/office/powerpoint/2010/main" val="391931189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4D2045A-5970-4370-9A33-9E9E76BD3B5F}" type="datetime1">
              <a:rPr lang="en-US" smtClean="0">
                <a:latin typeface="+mj-lt"/>
              </a:rPr>
              <a:t>5/1/2026</a:t>
            </a:fld>
            <a:endParaRPr lang="en-US">
              <a:latin typeface="+mj-lt"/>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latin typeface="+mj-lt"/>
              </a:rPr>
              <a:pPr/>
              <a:t>80</a:t>
            </a:fld>
            <a:endParaRPr lang="en-US">
              <a:latin typeface="+mj-lt"/>
            </a:endParaRPr>
          </a:p>
        </p:txBody>
      </p:sp>
      <p:sp>
        <p:nvSpPr>
          <p:cNvPr id="9" name="Footer Placeholder 12"/>
          <p:cNvSpPr>
            <a:spLocks noGrp="1"/>
          </p:cNvSpPr>
          <p:nvPr>
            <p:ph type="ftr" sz="quarter" idx="11"/>
          </p:nvPr>
        </p:nvSpPr>
        <p:spPr>
          <a:xfrm>
            <a:off x="2286000" y="6248415"/>
            <a:ext cx="5029200" cy="365125"/>
          </a:xfrm>
        </p:spPr>
        <p:txBody>
          <a:bodyPr/>
          <a:lstStyle/>
          <a:p>
            <a:r>
              <a:rPr lang="sv-SE" sz="2000">
                <a:latin typeface="+mj-lt"/>
              </a:rPr>
              <a:t>Mr. Minhaj Nezami    AOE0861    TQM     Unit 5</a:t>
            </a:r>
            <a:endParaRPr lang="en-US" sz="2000" dirty="0">
              <a:latin typeface="+mj-lt"/>
            </a:endParaRPr>
          </a:p>
        </p:txBody>
      </p:sp>
      <p:sp>
        <p:nvSpPr>
          <p:cNvPr id="10" name="Rectangle 9"/>
          <p:cNvSpPr/>
          <p:nvPr/>
        </p:nvSpPr>
        <p:spPr>
          <a:xfrm>
            <a:off x="876300" y="1468382"/>
            <a:ext cx="7391400" cy="14478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just"/>
            <a:r>
              <a:rPr lang="en-US" sz="2200" dirty="0">
                <a:latin typeface="+mj-lt"/>
                <a:cs typeface="Times New Roman" pitchFamily="18" charset="0"/>
              </a:rPr>
              <a:t>The primary objective of the ISO 14000 series of standards is to promote effective environmental management systems in organizations</a:t>
            </a:r>
            <a:r>
              <a:rPr lang="en-US" sz="2400" dirty="0">
                <a:latin typeface="+mj-lt"/>
                <a:cs typeface="Times New Roman" pitchFamily="18" charset="0"/>
              </a:rPr>
              <a:t>.</a:t>
            </a:r>
          </a:p>
        </p:txBody>
      </p:sp>
      <p:pic>
        <p:nvPicPr>
          <p:cNvPr id="8" name="Picture 7"/>
          <p:cNvPicPr>
            <a:picLocks noChangeAspect="1"/>
          </p:cNvPicPr>
          <p:nvPr/>
        </p:nvPicPr>
        <p:blipFill>
          <a:blip r:embed="rId2"/>
          <a:stretch>
            <a:fillRect/>
          </a:stretch>
        </p:blipFill>
        <p:spPr>
          <a:xfrm>
            <a:off x="0" y="7779"/>
            <a:ext cx="1755800" cy="1024217"/>
          </a:xfrm>
          <a:prstGeom prst="rect">
            <a:avLst/>
          </a:prstGeom>
        </p:spPr>
      </p:pic>
      <p:sp>
        <p:nvSpPr>
          <p:cNvPr id="12" name="Title 1">
            <a:extLst>
              <a:ext uri="{FF2B5EF4-FFF2-40B4-BE49-F238E27FC236}">
                <a16:creationId xmlns:a16="http://schemas.microsoft.com/office/drawing/2014/main" id="{1C7BBAA3-263A-8FE5-5AA3-E40EF73A5AE9}"/>
              </a:ext>
            </a:extLst>
          </p:cNvPr>
          <p:cNvSpPr txBox="1">
            <a:spLocks/>
          </p:cNvSpPr>
          <p:nvPr/>
        </p:nvSpPr>
        <p:spPr>
          <a:xfrm>
            <a:off x="1747982" y="0"/>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Recap of ISO 14000 </a:t>
            </a:r>
          </a:p>
        </p:txBody>
      </p:sp>
    </p:spTree>
    <p:extLst>
      <p:ext uri="{BB962C8B-B14F-4D97-AF65-F5344CB8AC3E}">
        <p14:creationId xmlns:p14="http://schemas.microsoft.com/office/powerpoint/2010/main" val="391931189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Autofit/>
          </a:bodyPr>
          <a:lstStyle/>
          <a:p>
            <a:pPr marL="457200" indent="-457200">
              <a:lnSpc>
                <a:spcPct val="150000"/>
              </a:lnSpc>
              <a:buFont typeface="+mj-lt"/>
              <a:buAutoNum type="arabicPeriod"/>
            </a:pPr>
            <a:r>
              <a:rPr lang="en-US" sz="2200" dirty="0"/>
              <a:t>What is ISO 14000?</a:t>
            </a:r>
          </a:p>
          <a:p>
            <a:pPr marL="457200" indent="-457200">
              <a:lnSpc>
                <a:spcPct val="150000"/>
              </a:lnSpc>
              <a:buFont typeface="+mj-lt"/>
              <a:buAutoNum type="arabicPeriod"/>
            </a:pPr>
            <a:r>
              <a:rPr lang="en-US" sz="2200" dirty="0"/>
              <a:t>What are the key standards included in ISO 14000?</a:t>
            </a:r>
          </a:p>
          <a:p>
            <a:pPr marL="457200" indent="-457200">
              <a:lnSpc>
                <a:spcPct val="150000"/>
              </a:lnSpc>
              <a:buFont typeface="+mj-lt"/>
              <a:buAutoNum type="arabicPeriod"/>
            </a:pPr>
            <a:r>
              <a:rPr lang="en-US" sz="2200" dirty="0"/>
              <a:t>What are the Benefits of ISO 14000 Certification ?</a:t>
            </a:r>
          </a:p>
          <a:p>
            <a:pPr marL="457200" indent="-457200">
              <a:lnSpc>
                <a:spcPct val="150000"/>
              </a:lnSpc>
              <a:buFont typeface="+mj-lt"/>
              <a:buAutoNum type="arabicPeriod"/>
            </a:pPr>
            <a:r>
              <a:rPr lang="en-US" sz="2200" dirty="0"/>
              <a:t>What is the ISO 14001 environmental management system?</a:t>
            </a:r>
          </a:p>
          <a:p>
            <a:pPr marL="457200" indent="-457200">
              <a:lnSpc>
                <a:spcPct val="150000"/>
              </a:lnSpc>
              <a:buFont typeface="+mj-lt"/>
              <a:buAutoNum type="arabicPeriod"/>
            </a:pPr>
            <a:r>
              <a:rPr lang="en-US" sz="2200" dirty="0"/>
              <a:t>What are the difference between ISO 14000 and ISO 14001?</a:t>
            </a:r>
          </a:p>
          <a:p>
            <a:pPr marL="457200" indent="-457200">
              <a:lnSpc>
                <a:spcPct val="150000"/>
              </a:lnSpc>
              <a:buFont typeface="+mj-lt"/>
              <a:buAutoNum type="arabicPeriod"/>
            </a:pPr>
            <a:endParaRPr lang="en-US" sz="2200" dirty="0"/>
          </a:p>
          <a:p>
            <a:pPr marL="457200" indent="-457200">
              <a:lnSpc>
                <a:spcPct val="150000"/>
              </a:lnSpc>
              <a:buFont typeface="+mj-lt"/>
              <a:buAutoNum type="arabicPeriod"/>
            </a:pPr>
            <a:endParaRPr lang="en-US" sz="2200" dirty="0"/>
          </a:p>
          <a:p>
            <a:pPr marL="457200" indent="-457200">
              <a:lnSpc>
                <a:spcPct val="150000"/>
              </a:lnSpc>
              <a:buFont typeface="+mj-lt"/>
              <a:buAutoNum type="arabicPeriod"/>
            </a:pPr>
            <a:endParaRPr lang="en-US" sz="2200" dirty="0"/>
          </a:p>
          <a:p>
            <a:pPr marL="457200" indent="-457200">
              <a:lnSpc>
                <a:spcPct val="150000"/>
              </a:lnSpc>
              <a:buFont typeface="+mj-lt"/>
              <a:buAutoNum type="arabicPeriod"/>
            </a:pPr>
            <a:endParaRPr lang="en-US" sz="2200" dirty="0"/>
          </a:p>
          <a:p>
            <a:endParaRPr lang="en-US" sz="2400" dirty="0"/>
          </a:p>
          <a:p>
            <a:pPr>
              <a:lnSpc>
                <a:spcPct val="150000"/>
              </a:lnSpc>
            </a:pPr>
            <a:endParaRPr lang="en-US" sz="2200" dirty="0"/>
          </a:p>
        </p:txBody>
      </p:sp>
      <p:sp>
        <p:nvSpPr>
          <p:cNvPr id="4" name="Date Placeholder 3"/>
          <p:cNvSpPr>
            <a:spLocks noGrp="1"/>
          </p:cNvSpPr>
          <p:nvPr>
            <p:ph type="dt" sz="half" idx="10"/>
          </p:nvPr>
        </p:nvSpPr>
        <p:spPr/>
        <p:txBody>
          <a:bodyPr/>
          <a:lstStyle/>
          <a:p>
            <a:fld id="{5ABEFA03-F117-493D-8EA5-ABAF498C75F3}" type="datetime1">
              <a:rPr lang="en-US" smtClean="0"/>
              <a:t>5/1/2026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81</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sv-SE" sz="2000"/>
              <a:t>Mr. Minhaj Nezami    AOE0861    TQM     Unit 5</a:t>
            </a:r>
            <a:endParaRPr lang="en-US" sz="2000" dirty="0"/>
          </a:p>
        </p:txBody>
      </p:sp>
      <p:pic>
        <p:nvPicPr>
          <p:cNvPr id="8" name="Picture 7"/>
          <p:cNvPicPr>
            <a:picLocks noChangeAspect="1"/>
          </p:cNvPicPr>
          <p:nvPr/>
        </p:nvPicPr>
        <p:blipFill>
          <a:blip r:embed="rId2"/>
          <a:stretch>
            <a:fillRect/>
          </a:stretch>
        </p:blipFill>
        <p:spPr>
          <a:xfrm>
            <a:off x="0" y="7779"/>
            <a:ext cx="1755800" cy="1024217"/>
          </a:xfrm>
          <a:prstGeom prst="rect">
            <a:avLst/>
          </a:prstGeom>
        </p:spPr>
      </p:pic>
      <p:sp>
        <p:nvSpPr>
          <p:cNvPr id="10" name="Title 1">
            <a:extLst>
              <a:ext uri="{FF2B5EF4-FFF2-40B4-BE49-F238E27FC236}">
                <a16:creationId xmlns:a16="http://schemas.microsoft.com/office/drawing/2014/main" id="{1C7BBAA3-263A-8FE5-5AA3-E40EF73A5AE9}"/>
              </a:ext>
            </a:extLst>
          </p:cNvPr>
          <p:cNvSpPr txBox="1">
            <a:spLocks/>
          </p:cNvSpPr>
          <p:nvPr/>
        </p:nvSpPr>
        <p:spPr>
          <a:xfrm>
            <a:off x="1752600" y="-27375"/>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Daily Quiz</a:t>
            </a:r>
          </a:p>
        </p:txBody>
      </p:sp>
    </p:spTree>
    <p:extLst>
      <p:ext uri="{BB962C8B-B14F-4D97-AF65-F5344CB8AC3E}">
        <p14:creationId xmlns:p14="http://schemas.microsoft.com/office/powerpoint/2010/main" val="391931189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60E5064-A07C-49B3-A333-CA4AEFA2D818}" type="datetime1">
              <a:rPr lang="en-US" smtClean="0">
                <a:latin typeface="+mj-lt"/>
              </a:rPr>
              <a:t>5/1/2026</a:t>
            </a:fld>
            <a:endParaRPr lang="en-US">
              <a:latin typeface="+mj-lt"/>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latin typeface="+mj-lt"/>
              </a:rPr>
              <a:pPr/>
              <a:t>82</a:t>
            </a:fld>
            <a:endParaRPr lang="en-US">
              <a:latin typeface="+mj-lt"/>
            </a:endParaRPr>
          </a:p>
        </p:txBody>
      </p:sp>
      <p:sp>
        <p:nvSpPr>
          <p:cNvPr id="9" name="Footer Placeholder 12"/>
          <p:cNvSpPr>
            <a:spLocks noGrp="1"/>
          </p:cNvSpPr>
          <p:nvPr>
            <p:ph type="ftr" sz="quarter" idx="11"/>
          </p:nvPr>
        </p:nvSpPr>
        <p:spPr>
          <a:xfrm>
            <a:off x="2286000" y="6248415"/>
            <a:ext cx="5029200" cy="365125"/>
          </a:xfrm>
        </p:spPr>
        <p:txBody>
          <a:bodyPr/>
          <a:lstStyle/>
          <a:p>
            <a:r>
              <a:rPr lang="sv-SE" sz="2000">
                <a:latin typeface="+mj-lt"/>
              </a:rPr>
              <a:t>Mr. Minhaj Nezami    AOE0861    TQM     Unit 5</a:t>
            </a:r>
            <a:endParaRPr lang="en-US" sz="2000" dirty="0">
              <a:latin typeface="+mj-lt"/>
            </a:endParaRPr>
          </a:p>
        </p:txBody>
      </p:sp>
      <p:sp>
        <p:nvSpPr>
          <p:cNvPr id="10" name="Rectangle 9"/>
          <p:cNvSpPr/>
          <p:nvPr/>
        </p:nvSpPr>
        <p:spPr>
          <a:xfrm>
            <a:off x="876300" y="1246515"/>
            <a:ext cx="7391400" cy="14478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just"/>
            <a:r>
              <a:rPr lang="en-US" sz="2200" dirty="0">
                <a:latin typeface="+mj-lt"/>
              </a:rPr>
              <a:t>Quality audit is an audit which determines the extent to which quality requirements are fulfilled.</a:t>
            </a:r>
          </a:p>
        </p:txBody>
      </p:sp>
      <p:graphicFrame>
        <p:nvGraphicFramePr>
          <p:cNvPr id="11" name="Table 10"/>
          <p:cNvGraphicFramePr>
            <a:graphicFrameLocks noGrp="1"/>
          </p:cNvGraphicFramePr>
          <p:nvPr>
            <p:extLst>
              <p:ext uri="{D42A27DB-BD31-4B8C-83A1-F6EECF244321}">
                <p14:modId xmlns:p14="http://schemas.microsoft.com/office/powerpoint/2010/main" val="1345170643"/>
              </p:ext>
            </p:extLst>
          </p:nvPr>
        </p:nvGraphicFramePr>
        <p:xfrm>
          <a:off x="876301" y="3429000"/>
          <a:ext cx="7391399" cy="1414272"/>
        </p:xfrm>
        <a:graphic>
          <a:graphicData uri="http://schemas.openxmlformats.org/drawingml/2006/table">
            <a:tbl>
              <a:tblPr>
                <a:tableStyleId>{93296810-A885-4BE3-A3E7-6D5BEEA58F35}</a:tableStyleId>
              </a:tblPr>
              <a:tblGrid>
                <a:gridCol w="790637">
                  <a:extLst>
                    <a:ext uri="{9D8B030D-6E8A-4147-A177-3AD203B41FA5}">
                      <a16:colId xmlns:a16="http://schemas.microsoft.com/office/drawing/2014/main" val="20000"/>
                    </a:ext>
                  </a:extLst>
                </a:gridCol>
                <a:gridCol w="790637">
                  <a:extLst>
                    <a:ext uri="{9D8B030D-6E8A-4147-A177-3AD203B41FA5}">
                      <a16:colId xmlns:a16="http://schemas.microsoft.com/office/drawing/2014/main" val="20001"/>
                    </a:ext>
                  </a:extLst>
                </a:gridCol>
                <a:gridCol w="451793">
                  <a:extLst>
                    <a:ext uri="{9D8B030D-6E8A-4147-A177-3AD203B41FA5}">
                      <a16:colId xmlns:a16="http://schemas.microsoft.com/office/drawing/2014/main" val="20002"/>
                    </a:ext>
                  </a:extLst>
                </a:gridCol>
                <a:gridCol w="493908">
                  <a:extLst>
                    <a:ext uri="{9D8B030D-6E8A-4147-A177-3AD203B41FA5}">
                      <a16:colId xmlns:a16="http://schemas.microsoft.com/office/drawing/2014/main" val="20003"/>
                    </a:ext>
                  </a:extLst>
                </a:gridCol>
                <a:gridCol w="484975">
                  <a:extLst>
                    <a:ext uri="{9D8B030D-6E8A-4147-A177-3AD203B41FA5}">
                      <a16:colId xmlns:a16="http://schemas.microsoft.com/office/drawing/2014/main" val="20004"/>
                    </a:ext>
                  </a:extLst>
                </a:gridCol>
                <a:gridCol w="555328">
                  <a:extLst>
                    <a:ext uri="{9D8B030D-6E8A-4147-A177-3AD203B41FA5}">
                      <a16:colId xmlns:a16="http://schemas.microsoft.com/office/drawing/2014/main" val="20005"/>
                    </a:ext>
                  </a:extLst>
                </a:gridCol>
                <a:gridCol w="555328">
                  <a:extLst>
                    <a:ext uri="{9D8B030D-6E8A-4147-A177-3AD203B41FA5}">
                      <a16:colId xmlns:a16="http://schemas.microsoft.com/office/drawing/2014/main" val="20006"/>
                    </a:ext>
                  </a:extLst>
                </a:gridCol>
                <a:gridCol w="555328">
                  <a:extLst>
                    <a:ext uri="{9D8B030D-6E8A-4147-A177-3AD203B41FA5}">
                      <a16:colId xmlns:a16="http://schemas.microsoft.com/office/drawing/2014/main" val="20007"/>
                    </a:ext>
                  </a:extLst>
                </a:gridCol>
                <a:gridCol w="555328">
                  <a:extLst>
                    <a:ext uri="{9D8B030D-6E8A-4147-A177-3AD203B41FA5}">
                      <a16:colId xmlns:a16="http://schemas.microsoft.com/office/drawing/2014/main" val="20008"/>
                    </a:ext>
                  </a:extLst>
                </a:gridCol>
                <a:gridCol w="555328">
                  <a:extLst>
                    <a:ext uri="{9D8B030D-6E8A-4147-A177-3AD203B41FA5}">
                      <a16:colId xmlns:a16="http://schemas.microsoft.com/office/drawing/2014/main" val="20009"/>
                    </a:ext>
                  </a:extLst>
                </a:gridCol>
                <a:gridCol w="555328">
                  <a:extLst>
                    <a:ext uri="{9D8B030D-6E8A-4147-A177-3AD203B41FA5}">
                      <a16:colId xmlns:a16="http://schemas.microsoft.com/office/drawing/2014/main" val="20010"/>
                    </a:ext>
                  </a:extLst>
                </a:gridCol>
                <a:gridCol w="555328">
                  <a:extLst>
                    <a:ext uri="{9D8B030D-6E8A-4147-A177-3AD203B41FA5}">
                      <a16:colId xmlns:a16="http://schemas.microsoft.com/office/drawing/2014/main" val="20011"/>
                    </a:ext>
                  </a:extLst>
                </a:gridCol>
                <a:gridCol w="492153">
                  <a:extLst>
                    <a:ext uri="{9D8B030D-6E8A-4147-A177-3AD203B41FA5}">
                      <a16:colId xmlns:a16="http://schemas.microsoft.com/office/drawing/2014/main" val="20012"/>
                    </a:ext>
                  </a:extLst>
                </a:gridCol>
              </a:tblGrid>
              <a:tr h="707136">
                <a:tc>
                  <a:txBody>
                    <a:bodyPr/>
                    <a:lstStyle/>
                    <a:p>
                      <a:pPr marL="0" marR="0" algn="ctr">
                        <a:lnSpc>
                          <a:spcPct val="115000"/>
                        </a:lnSpc>
                        <a:spcBef>
                          <a:spcPts val="0"/>
                        </a:spcBef>
                        <a:spcAft>
                          <a:spcPts val="0"/>
                        </a:spcAft>
                      </a:pPr>
                      <a:r>
                        <a:rPr lang="en-US" sz="1800" dirty="0"/>
                        <a:t>CO</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t>PO1</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t>PO2</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t>PO3</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t>PO4</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t>PO5</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t>PO6</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t>PO7</a:t>
                      </a:r>
                      <a:endParaRPr lang="en-US" sz="180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t>PO8</a:t>
                      </a:r>
                      <a:endParaRPr lang="en-US" sz="180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t>PO9</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t>PO10</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t>PO11</a:t>
                      </a:r>
                      <a:endParaRPr lang="en-US" sz="180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t>PO12</a:t>
                      </a:r>
                      <a:endParaRPr lang="en-US" sz="180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707136">
                <a:tc>
                  <a:txBody>
                    <a:bodyPr/>
                    <a:lstStyle/>
                    <a:p>
                      <a:pPr marL="0" marR="0" algn="ctr">
                        <a:lnSpc>
                          <a:spcPct val="115000"/>
                        </a:lnSpc>
                        <a:spcBef>
                          <a:spcPts val="0"/>
                        </a:spcBef>
                        <a:spcAft>
                          <a:spcPts val="1000"/>
                        </a:spcAft>
                      </a:pPr>
                      <a:r>
                        <a:rPr lang="en-US" sz="1800" u="none" dirty="0"/>
                        <a:t>AOE0861.1</a:t>
                      </a:r>
                      <a:endParaRPr lang="en-US" sz="1800" u="none" dirty="0">
                        <a:solidFill>
                          <a:srgbClr val="FF0000"/>
                        </a:solidFill>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dirty="0"/>
                        <a:t>3</a:t>
                      </a:r>
                      <a:endParaRPr lang="en-US" sz="1800" dirty="0">
                        <a:solidFill>
                          <a:srgbClr val="FF0000"/>
                        </a:solidFill>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dirty="0"/>
                        <a:t>2</a:t>
                      </a:r>
                      <a:endParaRPr lang="en-US" sz="1800" dirty="0">
                        <a:solidFill>
                          <a:srgbClr val="FF0000"/>
                        </a:solidFill>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dirty="0"/>
                        <a:t>3</a:t>
                      </a:r>
                      <a:endParaRPr lang="en-US" sz="1800" dirty="0">
                        <a:solidFill>
                          <a:srgbClr val="FF0000"/>
                        </a:solidFill>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dirty="0"/>
                        <a:t>2</a:t>
                      </a:r>
                      <a:endParaRPr lang="en-US" sz="1800" dirty="0">
                        <a:solidFill>
                          <a:srgbClr val="FF0000"/>
                        </a:solidFill>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dirty="0"/>
                        <a:t>2</a:t>
                      </a:r>
                      <a:endParaRPr lang="en-US" sz="1800" dirty="0">
                        <a:solidFill>
                          <a:srgbClr val="FF0000"/>
                        </a:solidFill>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dirty="0"/>
                        <a:t>2</a:t>
                      </a:r>
                      <a:endParaRPr lang="en-US" sz="1800" dirty="0">
                        <a:solidFill>
                          <a:srgbClr val="FF0000"/>
                        </a:solidFill>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dirty="0"/>
                        <a:t>2</a:t>
                      </a:r>
                      <a:endParaRPr lang="en-US" sz="1800" dirty="0">
                        <a:solidFill>
                          <a:srgbClr val="FF0000"/>
                        </a:solidFill>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dirty="0"/>
                        <a:t>1</a:t>
                      </a:r>
                      <a:endParaRPr lang="en-US" sz="1800" dirty="0">
                        <a:solidFill>
                          <a:srgbClr val="FF0000"/>
                        </a:solidFill>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dirty="0"/>
                        <a:t>2</a:t>
                      </a:r>
                      <a:endParaRPr lang="en-US" sz="1800" dirty="0">
                        <a:solidFill>
                          <a:srgbClr val="FF0000"/>
                        </a:solidFill>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dirty="0"/>
                        <a:t>1</a:t>
                      </a:r>
                      <a:endParaRPr lang="en-US" sz="1800" dirty="0">
                        <a:solidFill>
                          <a:srgbClr val="FF0000"/>
                        </a:solidFill>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dirty="0"/>
                        <a:t>2</a:t>
                      </a:r>
                      <a:endParaRPr lang="en-US" sz="1800" dirty="0">
                        <a:solidFill>
                          <a:srgbClr val="FF0000"/>
                        </a:solidFill>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dirty="0"/>
                        <a:t>3</a:t>
                      </a:r>
                      <a:endParaRPr lang="en-US" sz="1800" dirty="0">
                        <a:solidFill>
                          <a:srgbClr val="FF0000"/>
                        </a:solidFill>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extLst>
                  <a:ext uri="{0D108BD9-81ED-4DB2-BD59-A6C34878D82A}">
                    <a16:rowId xmlns:a16="http://schemas.microsoft.com/office/drawing/2014/main" val="10001"/>
                  </a:ext>
                </a:extLst>
              </a:tr>
            </a:tbl>
          </a:graphicData>
        </a:graphic>
      </p:graphicFrame>
      <p:pic>
        <p:nvPicPr>
          <p:cNvPr id="13" name="Picture 12"/>
          <p:cNvPicPr>
            <a:picLocks noChangeAspect="1"/>
          </p:cNvPicPr>
          <p:nvPr/>
        </p:nvPicPr>
        <p:blipFill>
          <a:blip r:embed="rId2"/>
          <a:stretch>
            <a:fillRect/>
          </a:stretch>
        </p:blipFill>
        <p:spPr>
          <a:xfrm>
            <a:off x="0" y="7779"/>
            <a:ext cx="1755800" cy="1024217"/>
          </a:xfrm>
          <a:prstGeom prst="rect">
            <a:avLst/>
          </a:prstGeom>
        </p:spPr>
      </p:pic>
      <p:sp>
        <p:nvSpPr>
          <p:cNvPr id="12" name="Title 1">
            <a:extLst>
              <a:ext uri="{FF2B5EF4-FFF2-40B4-BE49-F238E27FC236}">
                <a16:creationId xmlns:a16="http://schemas.microsoft.com/office/drawing/2014/main" id="{1C7BBAA3-263A-8FE5-5AA3-E40EF73A5AE9}"/>
              </a:ext>
            </a:extLst>
          </p:cNvPr>
          <p:cNvSpPr txBox="1">
            <a:spLocks/>
          </p:cNvSpPr>
          <p:nvPr/>
        </p:nvSpPr>
        <p:spPr>
          <a:xfrm>
            <a:off x="1752600" y="0"/>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Objective of Quality Auditing</a:t>
            </a:r>
          </a:p>
        </p:txBody>
      </p:sp>
    </p:spTree>
    <p:extLst>
      <p:ext uri="{BB962C8B-B14F-4D97-AF65-F5344CB8AC3E}">
        <p14:creationId xmlns:p14="http://schemas.microsoft.com/office/powerpoint/2010/main" val="3919311891"/>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576943" y="1501225"/>
            <a:ext cx="7922492" cy="4811582"/>
            <a:chOff x="886967" y="1228344"/>
            <a:chExt cx="8714741" cy="5453126"/>
          </a:xfrm>
        </p:grpSpPr>
        <p:sp>
          <p:nvSpPr>
            <p:cNvPr id="5" name="object 5"/>
            <p:cNvSpPr/>
            <p:nvPr/>
          </p:nvSpPr>
          <p:spPr>
            <a:xfrm>
              <a:off x="2637282" y="1243583"/>
              <a:ext cx="1742694" cy="1743456"/>
            </a:xfrm>
            <a:prstGeom prst="rect">
              <a:avLst/>
            </a:prstGeom>
            <a:blipFill>
              <a:blip r:embed="rId2" cstate="print"/>
              <a:stretch>
                <a:fillRect/>
              </a:stretch>
            </a:blipFill>
          </p:spPr>
          <p:txBody>
            <a:bodyPr wrap="square" lIns="0" tIns="0" rIns="0" bIns="0" rtlCol="0"/>
            <a:lstStyle/>
            <a:p>
              <a:endParaRPr>
                <a:latin typeface="+mj-lt"/>
              </a:endParaRPr>
            </a:p>
          </p:txBody>
        </p:sp>
        <p:sp>
          <p:nvSpPr>
            <p:cNvPr id="6" name="object 6"/>
            <p:cNvSpPr/>
            <p:nvPr/>
          </p:nvSpPr>
          <p:spPr>
            <a:xfrm>
              <a:off x="886967" y="1228344"/>
              <a:ext cx="3499104" cy="2657856"/>
            </a:xfrm>
            <a:prstGeom prst="rect">
              <a:avLst/>
            </a:prstGeom>
            <a:blipFill>
              <a:blip r:embed="rId3" cstate="print"/>
              <a:stretch>
                <a:fillRect/>
              </a:stretch>
            </a:blipFill>
          </p:spPr>
          <p:txBody>
            <a:bodyPr wrap="square" lIns="0" tIns="0" rIns="0" bIns="0" rtlCol="0"/>
            <a:lstStyle/>
            <a:p>
              <a:endParaRPr>
                <a:latin typeface="+mj-lt"/>
              </a:endParaRPr>
            </a:p>
          </p:txBody>
        </p:sp>
        <p:sp>
          <p:nvSpPr>
            <p:cNvPr id="7" name="object 7"/>
            <p:cNvSpPr/>
            <p:nvPr/>
          </p:nvSpPr>
          <p:spPr>
            <a:xfrm>
              <a:off x="886968" y="1228356"/>
              <a:ext cx="8714740" cy="2658110"/>
            </a:xfrm>
            <a:custGeom>
              <a:avLst/>
              <a:gdLst/>
              <a:ahLst/>
              <a:cxnLst/>
              <a:rect l="l" t="t" r="r" b="b"/>
              <a:pathLst>
                <a:path w="8714740" h="2658110">
                  <a:moveTo>
                    <a:pt x="8714232" y="575564"/>
                  </a:moveTo>
                  <a:lnTo>
                    <a:pt x="8708123" y="534911"/>
                  </a:lnTo>
                  <a:lnTo>
                    <a:pt x="8692883" y="475475"/>
                  </a:lnTo>
                  <a:lnTo>
                    <a:pt x="8671547" y="419087"/>
                  </a:lnTo>
                  <a:lnTo>
                    <a:pt x="8647163" y="365747"/>
                  </a:lnTo>
                  <a:lnTo>
                    <a:pt x="8598395" y="291071"/>
                  </a:lnTo>
                  <a:lnTo>
                    <a:pt x="8561819" y="245351"/>
                  </a:lnTo>
                  <a:lnTo>
                    <a:pt x="8519147" y="204203"/>
                  </a:lnTo>
                  <a:lnTo>
                    <a:pt x="8473427" y="167627"/>
                  </a:lnTo>
                  <a:lnTo>
                    <a:pt x="8450567" y="149339"/>
                  </a:lnTo>
                  <a:lnTo>
                    <a:pt x="8424659" y="134099"/>
                  </a:lnTo>
                  <a:lnTo>
                    <a:pt x="8400275" y="118859"/>
                  </a:lnTo>
                  <a:lnTo>
                    <a:pt x="8372843" y="105143"/>
                  </a:lnTo>
                  <a:lnTo>
                    <a:pt x="8317979" y="82283"/>
                  </a:lnTo>
                  <a:lnTo>
                    <a:pt x="8260067" y="63995"/>
                  </a:lnTo>
                  <a:lnTo>
                    <a:pt x="8170151" y="48755"/>
                  </a:lnTo>
                  <a:lnTo>
                    <a:pt x="8138160" y="45720"/>
                  </a:lnTo>
                  <a:lnTo>
                    <a:pt x="3500615" y="45720"/>
                  </a:lnTo>
                  <a:lnTo>
                    <a:pt x="3499104" y="47231"/>
                  </a:lnTo>
                  <a:lnTo>
                    <a:pt x="3499104" y="15240"/>
                  </a:lnTo>
                  <a:lnTo>
                    <a:pt x="3499104" y="0"/>
                  </a:lnTo>
                  <a:lnTo>
                    <a:pt x="1749539" y="1749552"/>
                  </a:lnTo>
                  <a:lnTo>
                    <a:pt x="15227" y="15240"/>
                  </a:lnTo>
                  <a:lnTo>
                    <a:pt x="0" y="0"/>
                  </a:lnTo>
                  <a:lnTo>
                    <a:pt x="0" y="2657856"/>
                  </a:lnTo>
                  <a:lnTo>
                    <a:pt x="13703" y="2657856"/>
                  </a:lnTo>
                  <a:lnTo>
                    <a:pt x="13703" y="32004"/>
                  </a:lnTo>
                  <a:lnTo>
                    <a:pt x="1749539" y="1767840"/>
                  </a:lnTo>
                  <a:lnTo>
                    <a:pt x="1763255" y="1754124"/>
                  </a:lnTo>
                  <a:lnTo>
                    <a:pt x="3486899" y="30480"/>
                  </a:lnTo>
                  <a:lnTo>
                    <a:pt x="3486899" y="2657856"/>
                  </a:lnTo>
                  <a:lnTo>
                    <a:pt x="3494532" y="2657856"/>
                  </a:lnTo>
                  <a:lnTo>
                    <a:pt x="3499104" y="2657856"/>
                  </a:lnTo>
                  <a:lnTo>
                    <a:pt x="3520427" y="2657856"/>
                  </a:lnTo>
                  <a:lnTo>
                    <a:pt x="3520427" y="71615"/>
                  </a:lnTo>
                  <a:lnTo>
                    <a:pt x="8138147" y="71615"/>
                  </a:lnTo>
                  <a:lnTo>
                    <a:pt x="8197583" y="77711"/>
                  </a:lnTo>
                  <a:lnTo>
                    <a:pt x="8255495" y="89903"/>
                  </a:lnTo>
                  <a:lnTo>
                    <a:pt x="8310359" y="106667"/>
                  </a:lnTo>
                  <a:lnTo>
                    <a:pt x="8388083" y="141719"/>
                  </a:lnTo>
                  <a:lnTo>
                    <a:pt x="8436851" y="170675"/>
                  </a:lnTo>
                  <a:lnTo>
                    <a:pt x="8502383" y="224015"/>
                  </a:lnTo>
                  <a:lnTo>
                    <a:pt x="8543531" y="263639"/>
                  </a:lnTo>
                  <a:lnTo>
                    <a:pt x="8595347" y="330695"/>
                  </a:lnTo>
                  <a:lnTo>
                    <a:pt x="8624303" y="379463"/>
                  </a:lnTo>
                  <a:lnTo>
                    <a:pt x="8638019" y="403847"/>
                  </a:lnTo>
                  <a:lnTo>
                    <a:pt x="8659355" y="457187"/>
                  </a:lnTo>
                  <a:lnTo>
                    <a:pt x="8676119" y="512051"/>
                  </a:lnTo>
                  <a:lnTo>
                    <a:pt x="8688311" y="568439"/>
                  </a:lnTo>
                  <a:lnTo>
                    <a:pt x="8691359" y="598919"/>
                  </a:lnTo>
                  <a:lnTo>
                    <a:pt x="8694407" y="627875"/>
                  </a:lnTo>
                  <a:lnTo>
                    <a:pt x="8694407" y="2657856"/>
                  </a:lnTo>
                  <a:lnTo>
                    <a:pt x="8714232" y="2657856"/>
                  </a:lnTo>
                  <a:lnTo>
                    <a:pt x="8714232" y="575564"/>
                  </a:lnTo>
                  <a:close/>
                </a:path>
              </a:pathLst>
            </a:custGeom>
            <a:solidFill>
              <a:srgbClr val="BF504D"/>
            </a:solidFill>
          </p:spPr>
          <p:txBody>
            <a:bodyPr wrap="square" lIns="0" tIns="0" rIns="0" bIns="0" rtlCol="0"/>
            <a:lstStyle/>
            <a:p>
              <a:endParaRPr>
                <a:latin typeface="+mj-lt"/>
              </a:endParaRPr>
            </a:p>
          </p:txBody>
        </p:sp>
        <p:sp>
          <p:nvSpPr>
            <p:cNvPr id="8" name="object 8"/>
            <p:cNvSpPr/>
            <p:nvPr/>
          </p:nvSpPr>
          <p:spPr>
            <a:xfrm>
              <a:off x="893063" y="3886200"/>
              <a:ext cx="3486912" cy="2787396"/>
            </a:xfrm>
            <a:prstGeom prst="rect">
              <a:avLst/>
            </a:prstGeom>
            <a:blipFill>
              <a:blip r:embed="rId4" cstate="print"/>
              <a:stretch>
                <a:fillRect/>
              </a:stretch>
            </a:blipFill>
          </p:spPr>
          <p:txBody>
            <a:bodyPr wrap="square" lIns="0" tIns="0" rIns="0" bIns="0" rtlCol="0"/>
            <a:lstStyle/>
            <a:p>
              <a:endParaRPr>
                <a:latin typeface="+mj-lt"/>
              </a:endParaRPr>
            </a:p>
          </p:txBody>
        </p:sp>
        <p:sp>
          <p:nvSpPr>
            <p:cNvPr id="9" name="object 9"/>
            <p:cNvSpPr/>
            <p:nvPr/>
          </p:nvSpPr>
          <p:spPr>
            <a:xfrm>
              <a:off x="886967" y="3886200"/>
              <a:ext cx="3499104" cy="2795016"/>
            </a:xfrm>
            <a:prstGeom prst="rect">
              <a:avLst/>
            </a:prstGeom>
            <a:blipFill>
              <a:blip r:embed="rId5" cstate="print"/>
              <a:stretch>
                <a:fillRect/>
              </a:stretch>
            </a:blipFill>
          </p:spPr>
          <p:txBody>
            <a:bodyPr wrap="square" lIns="0" tIns="0" rIns="0" bIns="0" rtlCol="0"/>
            <a:lstStyle/>
            <a:p>
              <a:endParaRPr>
                <a:latin typeface="+mj-lt"/>
              </a:endParaRPr>
            </a:p>
          </p:txBody>
        </p:sp>
        <p:sp>
          <p:nvSpPr>
            <p:cNvPr id="10" name="object 10"/>
            <p:cNvSpPr/>
            <p:nvPr/>
          </p:nvSpPr>
          <p:spPr>
            <a:xfrm>
              <a:off x="886968" y="3886200"/>
              <a:ext cx="3499485" cy="2795270"/>
            </a:xfrm>
            <a:custGeom>
              <a:avLst/>
              <a:gdLst/>
              <a:ahLst/>
              <a:cxnLst/>
              <a:rect l="l" t="t" r="r" b="b"/>
              <a:pathLst>
                <a:path w="3499485" h="2795270">
                  <a:moveTo>
                    <a:pt x="1749551" y="2795015"/>
                  </a:moveTo>
                  <a:lnTo>
                    <a:pt x="0" y="1046987"/>
                  </a:lnTo>
                  <a:lnTo>
                    <a:pt x="0" y="0"/>
                  </a:lnTo>
                  <a:lnTo>
                    <a:pt x="13715" y="0"/>
                  </a:lnTo>
                  <a:lnTo>
                    <a:pt x="13715" y="1039367"/>
                  </a:lnTo>
                  <a:lnTo>
                    <a:pt x="10667" y="1039367"/>
                  </a:lnTo>
                  <a:lnTo>
                    <a:pt x="13715" y="1043939"/>
                  </a:lnTo>
                  <a:lnTo>
                    <a:pt x="15239" y="1043939"/>
                  </a:lnTo>
                  <a:lnTo>
                    <a:pt x="1749551" y="2778251"/>
                  </a:lnTo>
                  <a:lnTo>
                    <a:pt x="1744979" y="2782823"/>
                  </a:lnTo>
                  <a:lnTo>
                    <a:pt x="1761754" y="2782823"/>
                  </a:lnTo>
                  <a:lnTo>
                    <a:pt x="1749551" y="2795015"/>
                  </a:lnTo>
                  <a:close/>
                </a:path>
                <a:path w="3499485" h="2795270">
                  <a:moveTo>
                    <a:pt x="3486911" y="1040891"/>
                  </a:moveTo>
                  <a:lnTo>
                    <a:pt x="3486911" y="0"/>
                  </a:lnTo>
                  <a:lnTo>
                    <a:pt x="3499103" y="0"/>
                  </a:lnTo>
                  <a:lnTo>
                    <a:pt x="3499103" y="1039367"/>
                  </a:lnTo>
                  <a:lnTo>
                    <a:pt x="3488435" y="1039367"/>
                  </a:lnTo>
                  <a:lnTo>
                    <a:pt x="3486911" y="1040891"/>
                  </a:lnTo>
                  <a:close/>
                </a:path>
                <a:path w="3499485" h="2795270">
                  <a:moveTo>
                    <a:pt x="13715" y="1043939"/>
                  </a:moveTo>
                  <a:lnTo>
                    <a:pt x="10667" y="1039367"/>
                  </a:lnTo>
                  <a:lnTo>
                    <a:pt x="13715" y="1042415"/>
                  </a:lnTo>
                  <a:lnTo>
                    <a:pt x="13715" y="1043939"/>
                  </a:lnTo>
                  <a:close/>
                </a:path>
                <a:path w="3499485" h="2795270">
                  <a:moveTo>
                    <a:pt x="13715" y="1042415"/>
                  </a:moveTo>
                  <a:lnTo>
                    <a:pt x="10667" y="1039367"/>
                  </a:lnTo>
                  <a:lnTo>
                    <a:pt x="13715" y="1039367"/>
                  </a:lnTo>
                  <a:lnTo>
                    <a:pt x="13715" y="1042415"/>
                  </a:lnTo>
                  <a:close/>
                </a:path>
                <a:path w="3499485" h="2795270">
                  <a:moveTo>
                    <a:pt x="3486911" y="1043939"/>
                  </a:moveTo>
                  <a:lnTo>
                    <a:pt x="3486911" y="1040891"/>
                  </a:lnTo>
                  <a:lnTo>
                    <a:pt x="3488435" y="1039367"/>
                  </a:lnTo>
                  <a:lnTo>
                    <a:pt x="3486911" y="1043939"/>
                  </a:lnTo>
                  <a:close/>
                </a:path>
                <a:path w="3499485" h="2795270">
                  <a:moveTo>
                    <a:pt x="3499103" y="1043939"/>
                  </a:moveTo>
                  <a:lnTo>
                    <a:pt x="3486911" y="1043939"/>
                  </a:lnTo>
                  <a:lnTo>
                    <a:pt x="3488435" y="1039367"/>
                  </a:lnTo>
                  <a:lnTo>
                    <a:pt x="3499103" y="1039367"/>
                  </a:lnTo>
                  <a:lnTo>
                    <a:pt x="3499103" y="1043939"/>
                  </a:lnTo>
                  <a:close/>
                </a:path>
                <a:path w="3499485" h="2795270">
                  <a:moveTo>
                    <a:pt x="1761754" y="2782823"/>
                  </a:moveTo>
                  <a:lnTo>
                    <a:pt x="1754123" y="2782823"/>
                  </a:lnTo>
                  <a:lnTo>
                    <a:pt x="1749551" y="2778251"/>
                  </a:lnTo>
                  <a:lnTo>
                    <a:pt x="3486911" y="1040891"/>
                  </a:lnTo>
                  <a:lnTo>
                    <a:pt x="3486911" y="1043939"/>
                  </a:lnTo>
                  <a:lnTo>
                    <a:pt x="3499103" y="1043939"/>
                  </a:lnTo>
                  <a:lnTo>
                    <a:pt x="3499103" y="1046987"/>
                  </a:lnTo>
                  <a:lnTo>
                    <a:pt x="1761754" y="2782823"/>
                  </a:lnTo>
                  <a:close/>
                </a:path>
                <a:path w="3499485" h="2795270">
                  <a:moveTo>
                    <a:pt x="15239" y="1043939"/>
                  </a:moveTo>
                  <a:lnTo>
                    <a:pt x="13715" y="1043939"/>
                  </a:lnTo>
                  <a:lnTo>
                    <a:pt x="13715" y="1042415"/>
                  </a:lnTo>
                  <a:lnTo>
                    <a:pt x="15239" y="1043939"/>
                  </a:lnTo>
                  <a:close/>
                </a:path>
                <a:path w="3499485" h="2795270">
                  <a:moveTo>
                    <a:pt x="1754123" y="2782823"/>
                  </a:moveTo>
                  <a:lnTo>
                    <a:pt x="1744979" y="2782823"/>
                  </a:lnTo>
                  <a:lnTo>
                    <a:pt x="1749551" y="2778251"/>
                  </a:lnTo>
                  <a:lnTo>
                    <a:pt x="1754123" y="2782823"/>
                  </a:lnTo>
                  <a:close/>
                </a:path>
              </a:pathLst>
            </a:custGeom>
            <a:solidFill>
              <a:srgbClr val="BF504D"/>
            </a:solidFill>
          </p:spPr>
          <p:txBody>
            <a:bodyPr wrap="square" lIns="0" tIns="0" rIns="0" bIns="0" rtlCol="0"/>
            <a:lstStyle/>
            <a:p>
              <a:endParaRPr>
                <a:latin typeface="+mj-lt"/>
              </a:endParaRPr>
            </a:p>
          </p:txBody>
        </p:sp>
      </p:grpSp>
      <p:sp>
        <p:nvSpPr>
          <p:cNvPr id="11" name="object 11"/>
          <p:cNvSpPr txBox="1"/>
          <p:nvPr/>
        </p:nvSpPr>
        <p:spPr>
          <a:xfrm>
            <a:off x="4550229" y="1714840"/>
            <a:ext cx="4343400" cy="2016551"/>
          </a:xfrm>
          <a:prstGeom prst="rect">
            <a:avLst/>
          </a:prstGeom>
        </p:spPr>
        <p:txBody>
          <a:bodyPr vert="horz" wrap="square" lIns="0" tIns="52425" rIns="0" bIns="0" rtlCol="0">
            <a:spAutoFit/>
          </a:bodyPr>
          <a:lstStyle/>
          <a:p>
            <a:pPr marL="342900" lvl="0" indent="-342900" algn="just">
              <a:spcBef>
                <a:spcPct val="20000"/>
              </a:spcBef>
              <a:buFont typeface="Arial" pitchFamily="34" charset="0"/>
              <a:buChar char="•"/>
            </a:pPr>
            <a:endParaRPr lang="en-US" sz="2200" dirty="0">
              <a:solidFill>
                <a:prstClr val="black"/>
              </a:solidFill>
              <a:latin typeface="+mj-lt"/>
              <a:cs typeface="Times New Roman" panose="02020603050405020304" pitchFamily="18" charset="0"/>
            </a:endParaRPr>
          </a:p>
          <a:p>
            <a:pPr marL="342900" lvl="0" indent="-342900" algn="just">
              <a:spcBef>
                <a:spcPct val="20000"/>
              </a:spcBef>
              <a:buFont typeface="Arial" pitchFamily="34" charset="0"/>
              <a:buChar char="•"/>
            </a:pPr>
            <a:endParaRPr lang="en-US" sz="2200" dirty="0">
              <a:solidFill>
                <a:prstClr val="black"/>
              </a:solidFill>
              <a:latin typeface="+mj-lt"/>
              <a:cs typeface="Times New Roman" panose="02020603050405020304" pitchFamily="18" charset="0"/>
            </a:endParaRPr>
          </a:p>
          <a:p>
            <a:pPr marL="342900" lvl="0" indent="-342900" algn="just">
              <a:spcBef>
                <a:spcPct val="20000"/>
              </a:spcBef>
              <a:buFont typeface="Arial" pitchFamily="34" charset="0"/>
              <a:buChar char="•"/>
            </a:pPr>
            <a:r>
              <a:rPr lang="en-US" sz="2200" dirty="0">
                <a:solidFill>
                  <a:prstClr val="black"/>
                </a:solidFill>
                <a:latin typeface="+mj-lt"/>
                <a:cs typeface="Times New Roman" panose="02020603050405020304" pitchFamily="18" charset="0"/>
              </a:rPr>
              <a:t>ISO 14000</a:t>
            </a:r>
          </a:p>
          <a:p>
            <a:pPr marL="342900" lvl="0" indent="-342900" algn="just">
              <a:spcBef>
                <a:spcPct val="20000"/>
              </a:spcBef>
              <a:buFont typeface="Arial" pitchFamily="34" charset="0"/>
              <a:buChar char="•"/>
            </a:pPr>
            <a:r>
              <a:rPr lang="en-US" sz="2200" dirty="0">
                <a:solidFill>
                  <a:prstClr val="black"/>
                </a:solidFill>
                <a:latin typeface="+mj-lt"/>
                <a:cs typeface="Times New Roman" panose="02020603050405020304" pitchFamily="18" charset="0"/>
              </a:rPr>
              <a:t>ISO 14001</a:t>
            </a:r>
          </a:p>
          <a:p>
            <a:pPr marL="342900" lvl="0" indent="-342900" algn="just">
              <a:spcBef>
                <a:spcPct val="20000"/>
              </a:spcBef>
              <a:buFont typeface="Arial" pitchFamily="34" charset="0"/>
              <a:buChar char="•"/>
            </a:pPr>
            <a:endParaRPr lang="en-US" sz="2200" dirty="0">
              <a:solidFill>
                <a:prstClr val="black"/>
              </a:solidFill>
              <a:latin typeface="+mj-lt"/>
              <a:cs typeface="Times New Roman" panose="02020603050405020304" pitchFamily="18" charset="0"/>
            </a:endParaRPr>
          </a:p>
        </p:txBody>
      </p:sp>
      <p:sp>
        <p:nvSpPr>
          <p:cNvPr id="12" name="object 12"/>
          <p:cNvSpPr/>
          <p:nvPr/>
        </p:nvSpPr>
        <p:spPr>
          <a:xfrm>
            <a:off x="3754253" y="3846392"/>
            <a:ext cx="4745182" cy="894229"/>
          </a:xfrm>
          <a:custGeom>
            <a:avLst/>
            <a:gdLst/>
            <a:ahLst/>
            <a:cxnLst/>
            <a:rect l="l" t="t" r="r" b="b"/>
            <a:pathLst>
              <a:path w="5219700" h="1013460">
                <a:moveTo>
                  <a:pt x="4645151" y="1013459"/>
                </a:moveTo>
                <a:lnTo>
                  <a:pt x="6095" y="1013459"/>
                </a:lnTo>
                <a:lnTo>
                  <a:pt x="0" y="1007364"/>
                </a:lnTo>
                <a:lnTo>
                  <a:pt x="0" y="0"/>
                </a:lnTo>
                <a:lnTo>
                  <a:pt x="25907" y="0"/>
                </a:lnTo>
                <a:lnTo>
                  <a:pt x="25907" y="987551"/>
                </a:lnTo>
                <a:lnTo>
                  <a:pt x="12191" y="987551"/>
                </a:lnTo>
                <a:lnTo>
                  <a:pt x="25907" y="1001267"/>
                </a:lnTo>
                <a:lnTo>
                  <a:pt x="4736591" y="1001267"/>
                </a:lnTo>
                <a:lnTo>
                  <a:pt x="4675631" y="1010411"/>
                </a:lnTo>
                <a:lnTo>
                  <a:pt x="4645151" y="1013459"/>
                </a:lnTo>
                <a:close/>
              </a:path>
              <a:path w="5219700" h="1013460">
                <a:moveTo>
                  <a:pt x="4736591" y="1001267"/>
                </a:moveTo>
                <a:lnTo>
                  <a:pt x="25907" y="1001267"/>
                </a:lnTo>
                <a:lnTo>
                  <a:pt x="25907" y="987551"/>
                </a:lnTo>
                <a:lnTo>
                  <a:pt x="4643627" y="987551"/>
                </a:lnTo>
                <a:lnTo>
                  <a:pt x="4703063" y="981455"/>
                </a:lnTo>
                <a:lnTo>
                  <a:pt x="4786883" y="961643"/>
                </a:lnTo>
                <a:lnTo>
                  <a:pt x="4841747" y="941831"/>
                </a:lnTo>
                <a:lnTo>
                  <a:pt x="4893563" y="917447"/>
                </a:lnTo>
                <a:lnTo>
                  <a:pt x="4940807" y="888491"/>
                </a:lnTo>
                <a:lnTo>
                  <a:pt x="4986527" y="854963"/>
                </a:lnTo>
                <a:lnTo>
                  <a:pt x="5027675" y="816863"/>
                </a:lnTo>
                <a:lnTo>
                  <a:pt x="5084063" y="752855"/>
                </a:lnTo>
                <a:lnTo>
                  <a:pt x="5116067" y="705611"/>
                </a:lnTo>
                <a:lnTo>
                  <a:pt x="5154167" y="629411"/>
                </a:lnTo>
                <a:lnTo>
                  <a:pt x="5173979" y="576071"/>
                </a:lnTo>
                <a:lnTo>
                  <a:pt x="5189219" y="519683"/>
                </a:lnTo>
                <a:lnTo>
                  <a:pt x="5196839" y="461771"/>
                </a:lnTo>
                <a:lnTo>
                  <a:pt x="5199887" y="431291"/>
                </a:lnTo>
                <a:lnTo>
                  <a:pt x="5199887" y="0"/>
                </a:lnTo>
                <a:lnTo>
                  <a:pt x="5219700" y="0"/>
                </a:lnTo>
                <a:lnTo>
                  <a:pt x="5219700" y="483612"/>
                </a:lnTo>
                <a:lnTo>
                  <a:pt x="5213603" y="524255"/>
                </a:lnTo>
                <a:lnTo>
                  <a:pt x="5189219" y="611123"/>
                </a:lnTo>
                <a:lnTo>
                  <a:pt x="5166359" y="665987"/>
                </a:lnTo>
                <a:lnTo>
                  <a:pt x="5122163" y="743711"/>
                </a:lnTo>
                <a:lnTo>
                  <a:pt x="5103875" y="766571"/>
                </a:lnTo>
                <a:lnTo>
                  <a:pt x="5085587" y="790955"/>
                </a:lnTo>
                <a:lnTo>
                  <a:pt x="5026151" y="853439"/>
                </a:lnTo>
                <a:lnTo>
                  <a:pt x="4980431" y="891539"/>
                </a:lnTo>
                <a:lnTo>
                  <a:pt x="4931663" y="925067"/>
                </a:lnTo>
                <a:lnTo>
                  <a:pt x="4879847" y="952499"/>
                </a:lnTo>
                <a:lnTo>
                  <a:pt x="4823459" y="976883"/>
                </a:lnTo>
                <a:lnTo>
                  <a:pt x="4767071" y="993647"/>
                </a:lnTo>
                <a:lnTo>
                  <a:pt x="4736591" y="1001267"/>
                </a:lnTo>
                <a:close/>
              </a:path>
              <a:path w="5219700" h="1013460">
                <a:moveTo>
                  <a:pt x="25907" y="1001267"/>
                </a:moveTo>
                <a:lnTo>
                  <a:pt x="12191" y="987551"/>
                </a:lnTo>
                <a:lnTo>
                  <a:pt x="25907" y="987551"/>
                </a:lnTo>
                <a:lnTo>
                  <a:pt x="25907" y="1001267"/>
                </a:lnTo>
                <a:close/>
              </a:path>
            </a:pathLst>
          </a:custGeom>
          <a:solidFill>
            <a:srgbClr val="BF504D"/>
          </a:solidFill>
        </p:spPr>
        <p:txBody>
          <a:bodyPr wrap="square" lIns="0" tIns="0" rIns="0" bIns="0" rtlCol="0"/>
          <a:lstStyle/>
          <a:p>
            <a:endParaRPr>
              <a:latin typeface="+mj-lt"/>
            </a:endParaRPr>
          </a:p>
        </p:txBody>
      </p:sp>
      <p:sp>
        <p:nvSpPr>
          <p:cNvPr id="13" name="Date Placeholder 12"/>
          <p:cNvSpPr>
            <a:spLocks noGrp="1"/>
          </p:cNvSpPr>
          <p:nvPr>
            <p:ph type="dt" sz="half" idx="10"/>
          </p:nvPr>
        </p:nvSpPr>
        <p:spPr/>
        <p:txBody>
          <a:bodyPr/>
          <a:lstStyle/>
          <a:p>
            <a:fld id="{714CF8DE-67C2-428D-9C9E-693E4F0D3949}" type="datetime1">
              <a:rPr lang="en-US" smtClean="0">
                <a:latin typeface="+mj-lt"/>
              </a:rPr>
              <a:t>5/1/2026</a:t>
            </a:fld>
            <a:endParaRPr lang="en-US">
              <a:latin typeface="+mj-lt"/>
            </a:endParaRPr>
          </a:p>
        </p:txBody>
      </p:sp>
      <p:sp>
        <p:nvSpPr>
          <p:cNvPr id="14" name="Slide Number Placeholder 13"/>
          <p:cNvSpPr>
            <a:spLocks noGrp="1"/>
          </p:cNvSpPr>
          <p:nvPr>
            <p:ph type="sldNum" sz="quarter" idx="12"/>
          </p:nvPr>
        </p:nvSpPr>
        <p:spPr/>
        <p:txBody>
          <a:bodyPr/>
          <a:lstStyle/>
          <a:p>
            <a:fld id="{B6F15528-21DE-4FAA-801E-634DDDAF4B2B}" type="slidenum">
              <a:rPr lang="en-US" smtClean="0">
                <a:latin typeface="+mj-lt"/>
              </a:rPr>
              <a:pPr/>
              <a:t>83</a:t>
            </a:fld>
            <a:endParaRPr lang="en-US">
              <a:latin typeface="+mj-lt"/>
            </a:endParaRPr>
          </a:p>
        </p:txBody>
      </p:sp>
      <p:sp>
        <p:nvSpPr>
          <p:cNvPr id="15" name="Footer Placeholder 14"/>
          <p:cNvSpPr>
            <a:spLocks noGrp="1"/>
          </p:cNvSpPr>
          <p:nvPr>
            <p:ph type="ftr" sz="quarter" idx="11"/>
          </p:nvPr>
        </p:nvSpPr>
        <p:spPr>
          <a:xfrm>
            <a:off x="3124200" y="6356350"/>
            <a:ext cx="4343400" cy="365125"/>
          </a:xfrm>
        </p:spPr>
        <p:txBody>
          <a:bodyPr/>
          <a:lstStyle/>
          <a:p>
            <a:r>
              <a:rPr lang="sv-SE">
                <a:latin typeface="+mj-lt"/>
              </a:rPr>
              <a:t>Mr. Minhaj Nezami    AOE0861    TQM     Unit 5</a:t>
            </a:r>
            <a:endParaRPr lang="en-US" dirty="0">
              <a:latin typeface="+mj-lt"/>
            </a:endParaRPr>
          </a:p>
        </p:txBody>
      </p:sp>
      <p:pic>
        <p:nvPicPr>
          <p:cNvPr id="17" name="Picture 16"/>
          <p:cNvPicPr>
            <a:picLocks noChangeAspect="1"/>
          </p:cNvPicPr>
          <p:nvPr/>
        </p:nvPicPr>
        <p:blipFill>
          <a:blip r:embed="rId6"/>
          <a:stretch>
            <a:fillRect/>
          </a:stretch>
        </p:blipFill>
        <p:spPr>
          <a:xfrm>
            <a:off x="0" y="7779"/>
            <a:ext cx="1755800" cy="1024217"/>
          </a:xfrm>
          <a:prstGeom prst="rect">
            <a:avLst/>
          </a:prstGeom>
        </p:spPr>
      </p:pic>
      <p:sp>
        <p:nvSpPr>
          <p:cNvPr id="16" name="Title 1">
            <a:extLst>
              <a:ext uri="{FF2B5EF4-FFF2-40B4-BE49-F238E27FC236}">
                <a16:creationId xmlns:a16="http://schemas.microsoft.com/office/drawing/2014/main" id="{1C7BBAA3-263A-8FE5-5AA3-E40EF73A5AE9}"/>
              </a:ext>
            </a:extLst>
          </p:cNvPr>
          <p:cNvSpPr txBox="1">
            <a:spLocks/>
          </p:cNvSpPr>
          <p:nvPr/>
        </p:nvSpPr>
        <p:spPr>
          <a:xfrm>
            <a:off x="1740065" y="-22690"/>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Prerequisites of Quality Auditing</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86E6350-FC05-41B9-9718-7B7CE3FB02F4}" type="datetime1">
              <a:rPr lang="en-US" smtClean="0"/>
              <a:t>5/1/2026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84</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sv-SE" sz="2000"/>
              <a:t>Mr. Minhaj Nezami    AOE0861    TQM     Unit 5</a:t>
            </a:r>
            <a:endParaRPr lang="en-US" sz="2000" dirty="0"/>
          </a:p>
        </p:txBody>
      </p:sp>
      <p:sp>
        <p:nvSpPr>
          <p:cNvPr id="11" name="Content Placeholder 10"/>
          <p:cNvSpPr>
            <a:spLocks noGrp="1"/>
          </p:cNvSpPr>
          <p:nvPr>
            <p:ph idx="1"/>
          </p:nvPr>
        </p:nvSpPr>
        <p:spPr>
          <a:xfrm>
            <a:off x="457200" y="1066800"/>
            <a:ext cx="8229600" cy="5059363"/>
          </a:xfrm>
        </p:spPr>
        <p:txBody>
          <a:bodyPr>
            <a:normAutofit/>
          </a:bodyPr>
          <a:lstStyle/>
          <a:p>
            <a:pPr algn="just"/>
            <a:r>
              <a:rPr lang="en-US" sz="2200" dirty="0"/>
              <a:t>A quality audit is a process by which you review and evaluate an element of your business to ensure that you're meeting certain standards. The standards vary—you can set them or you can follow standards set by your industry.</a:t>
            </a:r>
          </a:p>
          <a:p>
            <a:pPr algn="just"/>
            <a:r>
              <a:rPr lang="en-US" sz="2200" dirty="0"/>
              <a:t>Auditing is defined as the on-site verification activity, such as inspection or examination, of a process or quality system, to ensure compliance to requirements. </a:t>
            </a:r>
          </a:p>
          <a:p>
            <a:pPr algn="just"/>
            <a:r>
              <a:rPr lang="en-US" sz="2200" dirty="0"/>
              <a:t>An audit can apply to an entire organization or might be specific to a function, process, or production step. </a:t>
            </a:r>
          </a:p>
          <a:p>
            <a:pPr algn="just"/>
            <a:r>
              <a:rPr lang="en-US" sz="2200" dirty="0"/>
              <a:t>Some audits have special administrative purposes, such as auditing documents, risk, or performance, or following up on completed corrective actions</a:t>
            </a:r>
          </a:p>
        </p:txBody>
      </p:sp>
      <p:pic>
        <p:nvPicPr>
          <p:cNvPr id="8" name="Picture 7"/>
          <p:cNvPicPr>
            <a:picLocks noChangeAspect="1"/>
          </p:cNvPicPr>
          <p:nvPr/>
        </p:nvPicPr>
        <p:blipFill>
          <a:blip r:embed="rId2"/>
          <a:stretch>
            <a:fillRect/>
          </a:stretch>
        </p:blipFill>
        <p:spPr>
          <a:xfrm>
            <a:off x="0" y="7779"/>
            <a:ext cx="1755800" cy="1024217"/>
          </a:xfrm>
          <a:prstGeom prst="rect">
            <a:avLst/>
          </a:prstGeom>
        </p:spPr>
      </p:pic>
      <p:sp>
        <p:nvSpPr>
          <p:cNvPr id="10" name="Title 1">
            <a:extLst>
              <a:ext uri="{FF2B5EF4-FFF2-40B4-BE49-F238E27FC236}">
                <a16:creationId xmlns:a16="http://schemas.microsoft.com/office/drawing/2014/main" id="{1C7BBAA3-263A-8FE5-5AA3-E40EF73A5AE9}"/>
              </a:ext>
            </a:extLst>
          </p:cNvPr>
          <p:cNvSpPr txBox="1">
            <a:spLocks/>
          </p:cNvSpPr>
          <p:nvPr/>
        </p:nvSpPr>
        <p:spPr>
          <a:xfrm>
            <a:off x="1755800" y="0"/>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Quality Auditing (CO5)</a:t>
            </a:r>
          </a:p>
        </p:txBody>
      </p:sp>
    </p:spTree>
    <p:extLst>
      <p:ext uri="{BB962C8B-B14F-4D97-AF65-F5344CB8AC3E}">
        <p14:creationId xmlns:p14="http://schemas.microsoft.com/office/powerpoint/2010/main" val="391931189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5747CC1-F8B2-4BD8-A232-55D6ACB8EF7C}" type="datetime1">
              <a:rPr lang="en-US" smtClean="0"/>
              <a:t>5/1/2026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85</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sv-SE" sz="2000"/>
              <a:t>Mr. Minhaj Nezami    AOE0861    TQM     Unit 5</a:t>
            </a:r>
            <a:endParaRPr lang="en-US" sz="2000" dirty="0"/>
          </a:p>
        </p:txBody>
      </p:sp>
      <p:sp>
        <p:nvSpPr>
          <p:cNvPr id="11" name="Content Placeholder 10"/>
          <p:cNvSpPr>
            <a:spLocks noGrp="1"/>
          </p:cNvSpPr>
          <p:nvPr>
            <p:ph idx="1"/>
          </p:nvPr>
        </p:nvSpPr>
        <p:spPr>
          <a:xfrm>
            <a:off x="457200" y="1066800"/>
            <a:ext cx="8229600" cy="5059363"/>
          </a:xfrm>
        </p:spPr>
        <p:txBody>
          <a:bodyPr>
            <a:normAutofit/>
          </a:bodyPr>
          <a:lstStyle/>
          <a:p>
            <a:pPr algn="just"/>
            <a:r>
              <a:rPr lang="en-US" sz="2200" dirty="0"/>
              <a:t>A quality audit is an audit which </a:t>
            </a:r>
            <a:r>
              <a:rPr lang="en-US" sz="2200" i="1" dirty="0"/>
              <a:t>determines the extent to which quality requirements are fulfilled. </a:t>
            </a:r>
            <a:r>
              <a:rPr lang="en-US" sz="2200" dirty="0"/>
              <a:t>A quality audit will therefore independently examine processes, products and services to determine if they fulfill requirements specified for their inherent characteristics e.g. dimensions, functionality, safety and responsiveness. Quality audits may therefore be referred to as process audits, product audits, service audits or quality management system audits.</a:t>
            </a:r>
          </a:p>
          <a:p>
            <a:pPr algn="just"/>
            <a:r>
              <a:rPr lang="en-US" sz="2200" dirty="0"/>
              <a:t>ISO 9000 define an audit as </a:t>
            </a:r>
            <a:r>
              <a:rPr lang="en-US" sz="2200" i="1" dirty="0"/>
              <a:t>a systematic, independent and documented process for obtaining objective evidence and evaluating it objectively to determine the extent to which the audit criteria are fulfilled</a:t>
            </a:r>
            <a:r>
              <a:rPr lang="en-US" sz="2200" dirty="0"/>
              <a:t> or put simply; an audit is a means to establish the extent to which performance meets the objectives for that performance</a:t>
            </a:r>
          </a:p>
        </p:txBody>
      </p:sp>
      <p:pic>
        <p:nvPicPr>
          <p:cNvPr id="8" name="Picture 7"/>
          <p:cNvPicPr>
            <a:picLocks noChangeAspect="1"/>
          </p:cNvPicPr>
          <p:nvPr/>
        </p:nvPicPr>
        <p:blipFill>
          <a:blip r:embed="rId2"/>
          <a:stretch>
            <a:fillRect/>
          </a:stretch>
        </p:blipFill>
        <p:spPr>
          <a:xfrm>
            <a:off x="0" y="7779"/>
            <a:ext cx="1755800" cy="1024217"/>
          </a:xfrm>
          <a:prstGeom prst="rect">
            <a:avLst/>
          </a:prstGeom>
        </p:spPr>
      </p:pic>
      <p:sp>
        <p:nvSpPr>
          <p:cNvPr id="12" name="Title 1">
            <a:extLst>
              <a:ext uri="{FF2B5EF4-FFF2-40B4-BE49-F238E27FC236}">
                <a16:creationId xmlns:a16="http://schemas.microsoft.com/office/drawing/2014/main" id="{1C7BBAA3-263A-8FE5-5AA3-E40EF73A5AE9}"/>
              </a:ext>
            </a:extLst>
          </p:cNvPr>
          <p:cNvSpPr txBox="1">
            <a:spLocks/>
          </p:cNvSpPr>
          <p:nvPr/>
        </p:nvSpPr>
        <p:spPr>
          <a:xfrm>
            <a:off x="1755800" y="0"/>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Quality Auditing (CO5)</a:t>
            </a:r>
          </a:p>
        </p:txBody>
      </p:sp>
    </p:spTree>
    <p:extLst>
      <p:ext uri="{BB962C8B-B14F-4D97-AF65-F5344CB8AC3E}">
        <p14:creationId xmlns:p14="http://schemas.microsoft.com/office/powerpoint/2010/main" val="3919311891"/>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376B2B55-CE51-4DB7-BA89-4C1C8479F828}" type="datetime1">
              <a:rPr lang="en-US" smtClean="0"/>
              <a:t>5/1/2026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86</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sv-SE" sz="2000"/>
              <a:t>Mr. Minhaj Nezami    AOE0861    TQM     Unit 5</a:t>
            </a:r>
            <a:endParaRPr lang="en-US" sz="2000" dirty="0"/>
          </a:p>
        </p:txBody>
      </p:sp>
      <p:sp>
        <p:nvSpPr>
          <p:cNvPr id="11" name="Content Placeholder 10"/>
          <p:cNvSpPr>
            <a:spLocks noGrp="1"/>
          </p:cNvSpPr>
          <p:nvPr>
            <p:ph idx="1"/>
          </p:nvPr>
        </p:nvSpPr>
        <p:spPr>
          <a:xfrm>
            <a:off x="457200" y="914400"/>
            <a:ext cx="8229600" cy="5211763"/>
          </a:xfrm>
        </p:spPr>
        <p:txBody>
          <a:bodyPr>
            <a:normAutofit/>
          </a:bodyPr>
          <a:lstStyle/>
          <a:p>
            <a:pPr marL="0" indent="0" algn="just">
              <a:buNone/>
            </a:pPr>
            <a:r>
              <a:rPr lang="en-US" sz="2400" b="1" dirty="0"/>
              <a:t>Types of audits</a:t>
            </a:r>
          </a:p>
          <a:p>
            <a:pPr marL="0" indent="0" algn="just">
              <a:buNone/>
            </a:pPr>
            <a:endParaRPr lang="en-US" sz="2400" b="1" dirty="0"/>
          </a:p>
          <a:p>
            <a:pPr algn="just"/>
            <a:r>
              <a:rPr lang="en-US" sz="2400" b="1" dirty="0"/>
              <a:t>Product audit</a:t>
            </a:r>
            <a:r>
              <a:rPr lang="en-US" sz="2200" b="1" dirty="0"/>
              <a:t>:</a:t>
            </a:r>
            <a:r>
              <a:rPr lang="en-US" sz="2200" dirty="0"/>
              <a:t> This type of audit is an examination of a particular product or service, such as hardware, processed material, or software, to evaluate whether it conforms to requirements (i.e., specifications, performance standards, and customer requirements).</a:t>
            </a:r>
          </a:p>
          <a:p>
            <a:pPr algn="just"/>
            <a:r>
              <a:rPr lang="en-US" sz="2400" b="1" dirty="0"/>
              <a:t>System audit</a:t>
            </a:r>
            <a:r>
              <a:rPr lang="en-US" sz="2200" b="1" dirty="0"/>
              <a:t>:</a:t>
            </a:r>
            <a:r>
              <a:rPr lang="en-US" sz="2200" dirty="0"/>
              <a:t> An audit conducted on a management system. It can be described as a documented activity performed to verify, by examination and evaluation of objective evidence, that applicable elements of the system are appropriate and effective and have been developed, documented, and implemented in accordance and in conjunction with specified requirements</a:t>
            </a:r>
          </a:p>
        </p:txBody>
      </p:sp>
      <p:pic>
        <p:nvPicPr>
          <p:cNvPr id="8" name="Picture 7"/>
          <p:cNvPicPr>
            <a:picLocks noChangeAspect="1"/>
          </p:cNvPicPr>
          <p:nvPr/>
        </p:nvPicPr>
        <p:blipFill>
          <a:blip r:embed="rId2"/>
          <a:stretch>
            <a:fillRect/>
          </a:stretch>
        </p:blipFill>
        <p:spPr>
          <a:xfrm>
            <a:off x="0" y="7779"/>
            <a:ext cx="1755800" cy="1024217"/>
          </a:xfrm>
          <a:prstGeom prst="rect">
            <a:avLst/>
          </a:prstGeom>
        </p:spPr>
      </p:pic>
      <p:sp>
        <p:nvSpPr>
          <p:cNvPr id="12" name="Title 1">
            <a:extLst>
              <a:ext uri="{FF2B5EF4-FFF2-40B4-BE49-F238E27FC236}">
                <a16:creationId xmlns:a16="http://schemas.microsoft.com/office/drawing/2014/main" id="{1C7BBAA3-263A-8FE5-5AA3-E40EF73A5AE9}"/>
              </a:ext>
            </a:extLst>
          </p:cNvPr>
          <p:cNvSpPr txBox="1">
            <a:spLocks/>
          </p:cNvSpPr>
          <p:nvPr/>
        </p:nvSpPr>
        <p:spPr>
          <a:xfrm>
            <a:off x="1755800" y="0"/>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Quality Auditing (CO5)</a:t>
            </a:r>
          </a:p>
        </p:txBody>
      </p:sp>
    </p:spTree>
    <p:extLst>
      <p:ext uri="{BB962C8B-B14F-4D97-AF65-F5344CB8AC3E}">
        <p14:creationId xmlns:p14="http://schemas.microsoft.com/office/powerpoint/2010/main" val="391931189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BCDB5A3-C6F8-4033-8DC9-694A9E7F3188}" type="datetime1">
              <a:rPr lang="en-US" smtClean="0"/>
              <a:t>5/1/2026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87</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sv-SE" sz="2000"/>
              <a:t>Mr. Minhaj Nezami    AOE0861    TQM     Unit 5</a:t>
            </a:r>
            <a:endParaRPr lang="en-US" sz="2000" dirty="0"/>
          </a:p>
        </p:txBody>
      </p:sp>
      <p:sp>
        <p:nvSpPr>
          <p:cNvPr id="11" name="Content Placeholder 10"/>
          <p:cNvSpPr>
            <a:spLocks noGrp="1"/>
          </p:cNvSpPr>
          <p:nvPr>
            <p:ph idx="1"/>
          </p:nvPr>
        </p:nvSpPr>
        <p:spPr>
          <a:xfrm>
            <a:off x="457200" y="1066800"/>
            <a:ext cx="8229600" cy="5059363"/>
          </a:xfrm>
        </p:spPr>
        <p:txBody>
          <a:bodyPr>
            <a:normAutofit/>
          </a:bodyPr>
          <a:lstStyle/>
          <a:p>
            <a:pPr marL="0" indent="0">
              <a:lnSpc>
                <a:spcPct val="150000"/>
              </a:lnSpc>
              <a:buNone/>
            </a:pPr>
            <a:r>
              <a:rPr lang="en-US" sz="2400" b="1" cap="all" dirty="0"/>
              <a:t>WHAT ARE THE FOUR PHASES OF AN AUDIT CYCLE</a:t>
            </a:r>
          </a:p>
          <a:p>
            <a:pPr>
              <a:lnSpc>
                <a:spcPct val="150000"/>
              </a:lnSpc>
            </a:pPr>
            <a:r>
              <a:rPr lang="en-US" sz="2200" dirty="0"/>
              <a:t>Audit planning and preparation</a:t>
            </a:r>
          </a:p>
          <a:p>
            <a:pPr>
              <a:lnSpc>
                <a:spcPct val="150000"/>
              </a:lnSpc>
            </a:pPr>
            <a:r>
              <a:rPr lang="en-US" sz="2200" dirty="0"/>
              <a:t>Audit execution</a:t>
            </a:r>
          </a:p>
          <a:p>
            <a:pPr>
              <a:lnSpc>
                <a:spcPct val="150000"/>
              </a:lnSpc>
            </a:pPr>
            <a:r>
              <a:rPr lang="en-US" sz="2200" dirty="0"/>
              <a:t>Audit reporting</a:t>
            </a:r>
          </a:p>
          <a:p>
            <a:pPr>
              <a:lnSpc>
                <a:spcPct val="150000"/>
              </a:lnSpc>
            </a:pPr>
            <a:r>
              <a:rPr lang="en-US" sz="2200" dirty="0"/>
              <a:t>Audit follow-up and closure</a:t>
            </a:r>
          </a:p>
          <a:p>
            <a:endParaRPr lang="en-US" sz="2400" dirty="0"/>
          </a:p>
        </p:txBody>
      </p:sp>
      <p:pic>
        <p:nvPicPr>
          <p:cNvPr id="8" name="Picture 7"/>
          <p:cNvPicPr>
            <a:picLocks noChangeAspect="1"/>
          </p:cNvPicPr>
          <p:nvPr/>
        </p:nvPicPr>
        <p:blipFill>
          <a:blip r:embed="rId2"/>
          <a:stretch>
            <a:fillRect/>
          </a:stretch>
        </p:blipFill>
        <p:spPr>
          <a:xfrm>
            <a:off x="0" y="7779"/>
            <a:ext cx="1755800" cy="1024217"/>
          </a:xfrm>
          <a:prstGeom prst="rect">
            <a:avLst/>
          </a:prstGeom>
        </p:spPr>
      </p:pic>
      <p:sp>
        <p:nvSpPr>
          <p:cNvPr id="12" name="Title 1">
            <a:extLst>
              <a:ext uri="{FF2B5EF4-FFF2-40B4-BE49-F238E27FC236}">
                <a16:creationId xmlns:a16="http://schemas.microsoft.com/office/drawing/2014/main" id="{1C7BBAA3-263A-8FE5-5AA3-E40EF73A5AE9}"/>
              </a:ext>
            </a:extLst>
          </p:cNvPr>
          <p:cNvSpPr txBox="1">
            <a:spLocks/>
          </p:cNvSpPr>
          <p:nvPr/>
        </p:nvSpPr>
        <p:spPr>
          <a:xfrm>
            <a:off x="1755800" y="0"/>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Quality Auditing (CO5)</a:t>
            </a:r>
          </a:p>
        </p:txBody>
      </p:sp>
    </p:spTree>
    <p:extLst>
      <p:ext uri="{BB962C8B-B14F-4D97-AF65-F5344CB8AC3E}">
        <p14:creationId xmlns:p14="http://schemas.microsoft.com/office/powerpoint/2010/main" val="391931189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84F80B3A-C178-4D0F-B04C-3A87D9A92E27}" type="datetime1">
              <a:rPr lang="en-US" smtClean="0"/>
              <a:t>5/1/2026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88</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sv-SE" sz="2000"/>
              <a:t>Mr. Minhaj Nezami    AOE0861    TQM     Unit 5</a:t>
            </a:r>
            <a:endParaRPr lang="en-US" sz="2000" dirty="0"/>
          </a:p>
        </p:txBody>
      </p:sp>
      <p:pic>
        <p:nvPicPr>
          <p:cNvPr id="5122" name="Picture 2" descr="C:\Users\ndc\Desktop\New folder\Audit cycle.JPG"/>
          <p:cNvPicPr>
            <a:picLocks noGrp="1" noChangeAspect="1" noChangeArrowheads="1"/>
          </p:cNvPicPr>
          <p:nvPr>
            <p:ph idx="1"/>
          </p:nvPr>
        </p:nvPicPr>
        <p:blipFill>
          <a:blip r:embed="rId2"/>
          <a:srcRect/>
          <a:stretch>
            <a:fillRect/>
          </a:stretch>
        </p:blipFill>
        <p:spPr bwMode="auto">
          <a:xfrm>
            <a:off x="685800" y="1143000"/>
            <a:ext cx="7924799" cy="4648200"/>
          </a:xfrm>
          <a:prstGeom prst="rect">
            <a:avLst/>
          </a:prstGeom>
          <a:noFill/>
        </p:spPr>
      </p:pic>
      <p:pic>
        <p:nvPicPr>
          <p:cNvPr id="8" name="Picture 7"/>
          <p:cNvPicPr>
            <a:picLocks noChangeAspect="1"/>
          </p:cNvPicPr>
          <p:nvPr/>
        </p:nvPicPr>
        <p:blipFill>
          <a:blip r:embed="rId3"/>
          <a:stretch>
            <a:fillRect/>
          </a:stretch>
        </p:blipFill>
        <p:spPr>
          <a:xfrm>
            <a:off x="0" y="7779"/>
            <a:ext cx="1755800" cy="1024217"/>
          </a:xfrm>
          <a:prstGeom prst="rect">
            <a:avLst/>
          </a:prstGeom>
        </p:spPr>
      </p:pic>
      <p:sp>
        <p:nvSpPr>
          <p:cNvPr id="11" name="Title 1">
            <a:extLst>
              <a:ext uri="{FF2B5EF4-FFF2-40B4-BE49-F238E27FC236}">
                <a16:creationId xmlns:a16="http://schemas.microsoft.com/office/drawing/2014/main" id="{1C7BBAA3-263A-8FE5-5AA3-E40EF73A5AE9}"/>
              </a:ext>
            </a:extLst>
          </p:cNvPr>
          <p:cNvSpPr txBox="1">
            <a:spLocks/>
          </p:cNvSpPr>
          <p:nvPr/>
        </p:nvSpPr>
        <p:spPr>
          <a:xfrm>
            <a:off x="1755800" y="0"/>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Quality Auditing (CO5)</a:t>
            </a:r>
          </a:p>
        </p:txBody>
      </p:sp>
    </p:spTree>
    <p:extLst>
      <p:ext uri="{BB962C8B-B14F-4D97-AF65-F5344CB8AC3E}">
        <p14:creationId xmlns:p14="http://schemas.microsoft.com/office/powerpoint/2010/main" val="391931189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C229CF6-CC9B-46B5-959C-C65B2825EC07}" type="datetime1">
              <a:rPr lang="en-US" smtClean="0">
                <a:latin typeface="+mj-lt"/>
              </a:rPr>
              <a:t>5/1/2026</a:t>
            </a:fld>
            <a:endParaRPr lang="en-US">
              <a:latin typeface="+mj-lt"/>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latin typeface="+mj-lt"/>
              </a:rPr>
              <a:pPr/>
              <a:t>89</a:t>
            </a:fld>
            <a:endParaRPr lang="en-US">
              <a:latin typeface="+mj-lt"/>
            </a:endParaRPr>
          </a:p>
        </p:txBody>
      </p:sp>
      <p:sp>
        <p:nvSpPr>
          <p:cNvPr id="9" name="Footer Placeholder 12"/>
          <p:cNvSpPr>
            <a:spLocks noGrp="1"/>
          </p:cNvSpPr>
          <p:nvPr>
            <p:ph type="ftr" sz="quarter" idx="11"/>
          </p:nvPr>
        </p:nvSpPr>
        <p:spPr>
          <a:xfrm>
            <a:off x="2286000" y="6248415"/>
            <a:ext cx="5029200" cy="365125"/>
          </a:xfrm>
        </p:spPr>
        <p:txBody>
          <a:bodyPr/>
          <a:lstStyle/>
          <a:p>
            <a:r>
              <a:rPr lang="sv-SE" sz="2000">
                <a:latin typeface="+mj-lt"/>
              </a:rPr>
              <a:t>Mr. Minhaj Nezami    AOE0861    TQM     Unit 5</a:t>
            </a:r>
            <a:endParaRPr lang="en-US" sz="2000" dirty="0">
              <a:latin typeface="+mj-lt"/>
            </a:endParaRPr>
          </a:p>
        </p:txBody>
      </p:sp>
      <p:sp>
        <p:nvSpPr>
          <p:cNvPr id="10" name="Rectangle 9"/>
          <p:cNvSpPr/>
          <p:nvPr/>
        </p:nvSpPr>
        <p:spPr>
          <a:xfrm>
            <a:off x="990600" y="1828800"/>
            <a:ext cx="7391400" cy="13716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just"/>
            <a:r>
              <a:rPr lang="en-US" sz="2200" dirty="0">
                <a:latin typeface="+mj-lt"/>
              </a:rPr>
              <a:t>Auditing is defined as the on-site verification activity, such as inspection or examination, of a process or quality system, to ensure compliance to requirements</a:t>
            </a:r>
            <a:r>
              <a:rPr lang="en-US" sz="2400" dirty="0">
                <a:latin typeface="+mj-lt"/>
              </a:rPr>
              <a:t>.</a:t>
            </a:r>
          </a:p>
        </p:txBody>
      </p:sp>
      <p:pic>
        <p:nvPicPr>
          <p:cNvPr id="8" name="Picture 7"/>
          <p:cNvPicPr>
            <a:picLocks noChangeAspect="1"/>
          </p:cNvPicPr>
          <p:nvPr/>
        </p:nvPicPr>
        <p:blipFill>
          <a:blip r:embed="rId2"/>
          <a:stretch>
            <a:fillRect/>
          </a:stretch>
        </p:blipFill>
        <p:spPr>
          <a:xfrm>
            <a:off x="0" y="7779"/>
            <a:ext cx="1755800" cy="1024217"/>
          </a:xfrm>
          <a:prstGeom prst="rect">
            <a:avLst/>
          </a:prstGeom>
        </p:spPr>
      </p:pic>
      <p:sp>
        <p:nvSpPr>
          <p:cNvPr id="12" name="Title 1">
            <a:extLst>
              <a:ext uri="{FF2B5EF4-FFF2-40B4-BE49-F238E27FC236}">
                <a16:creationId xmlns:a16="http://schemas.microsoft.com/office/drawing/2014/main" id="{1C7BBAA3-263A-8FE5-5AA3-E40EF73A5AE9}"/>
              </a:ext>
            </a:extLst>
          </p:cNvPr>
          <p:cNvSpPr txBox="1">
            <a:spLocks/>
          </p:cNvSpPr>
          <p:nvPr/>
        </p:nvSpPr>
        <p:spPr>
          <a:xfrm>
            <a:off x="1755800" y="0"/>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Recap of Quality Auditing </a:t>
            </a:r>
          </a:p>
        </p:txBody>
      </p:sp>
    </p:spTree>
    <p:extLst>
      <p:ext uri="{BB962C8B-B14F-4D97-AF65-F5344CB8AC3E}">
        <p14:creationId xmlns:p14="http://schemas.microsoft.com/office/powerpoint/2010/main" val="3919311891"/>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Autofit/>
          </a:bodyPr>
          <a:lstStyle/>
          <a:p>
            <a:pPr marL="457200" indent="-457200">
              <a:lnSpc>
                <a:spcPct val="150000"/>
              </a:lnSpc>
              <a:buFont typeface="+mj-lt"/>
              <a:buAutoNum type="arabicPeriod"/>
            </a:pPr>
            <a:r>
              <a:rPr lang="en-US" sz="2200" dirty="0"/>
              <a:t>What is quality audit?</a:t>
            </a:r>
          </a:p>
          <a:p>
            <a:pPr marL="457200" indent="-457200">
              <a:lnSpc>
                <a:spcPct val="150000"/>
              </a:lnSpc>
              <a:buFont typeface="+mj-lt"/>
              <a:buAutoNum type="arabicPeriod"/>
            </a:pPr>
            <a:r>
              <a:rPr lang="en-US" sz="2200" dirty="0"/>
              <a:t>What are the classification of quality audits?</a:t>
            </a:r>
          </a:p>
          <a:p>
            <a:pPr marL="457200" indent="-457200">
              <a:lnSpc>
                <a:spcPct val="150000"/>
              </a:lnSpc>
              <a:buFont typeface="+mj-lt"/>
              <a:buAutoNum type="arabicPeriod"/>
            </a:pPr>
            <a:r>
              <a:rPr lang="en-US" sz="2200" dirty="0"/>
              <a:t>What are the four phases of an audit cycle?</a:t>
            </a:r>
          </a:p>
          <a:p>
            <a:pPr marL="457200" indent="-457200">
              <a:lnSpc>
                <a:spcPct val="150000"/>
              </a:lnSpc>
              <a:buFont typeface="+mj-lt"/>
              <a:buAutoNum type="arabicPeriod"/>
            </a:pPr>
            <a:r>
              <a:rPr lang="en-US" sz="2200" dirty="0"/>
              <a:t>What are the benefits of quality audits?</a:t>
            </a:r>
          </a:p>
          <a:p>
            <a:pPr marL="457200" indent="-457200">
              <a:lnSpc>
                <a:spcPct val="150000"/>
              </a:lnSpc>
              <a:buFont typeface="+mj-lt"/>
              <a:buAutoNum type="arabicPeriod"/>
            </a:pPr>
            <a:r>
              <a:rPr lang="en-US" sz="2200" dirty="0"/>
              <a:t>Define audit execution.</a:t>
            </a:r>
          </a:p>
          <a:p>
            <a:pPr marL="457200" indent="-457200">
              <a:lnSpc>
                <a:spcPct val="150000"/>
              </a:lnSpc>
              <a:buFont typeface="+mj-lt"/>
              <a:buAutoNum type="arabicPeriod"/>
            </a:pPr>
            <a:endParaRPr lang="en-US" sz="2200" dirty="0"/>
          </a:p>
          <a:p>
            <a:endParaRPr lang="en-US" sz="2400" dirty="0"/>
          </a:p>
          <a:p>
            <a:pPr>
              <a:lnSpc>
                <a:spcPct val="150000"/>
              </a:lnSpc>
            </a:pPr>
            <a:endParaRPr lang="en-US" sz="2200" dirty="0"/>
          </a:p>
        </p:txBody>
      </p:sp>
      <p:sp>
        <p:nvSpPr>
          <p:cNvPr id="4" name="Date Placeholder 3"/>
          <p:cNvSpPr>
            <a:spLocks noGrp="1"/>
          </p:cNvSpPr>
          <p:nvPr>
            <p:ph type="dt" sz="half" idx="10"/>
          </p:nvPr>
        </p:nvSpPr>
        <p:spPr/>
        <p:txBody>
          <a:bodyPr/>
          <a:lstStyle/>
          <a:p>
            <a:fld id="{DDDB89D0-4A6A-4B14-AC1F-DC50748A24B4}" type="datetime1">
              <a:rPr lang="en-US" smtClean="0"/>
              <a:t>5/1/2026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90</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sv-SE" sz="2000"/>
              <a:t>Mr. Minhaj Nezami    AOE0861    TQM     Unit 5</a:t>
            </a:r>
            <a:endParaRPr lang="en-US" sz="2000" dirty="0"/>
          </a:p>
        </p:txBody>
      </p:sp>
      <p:pic>
        <p:nvPicPr>
          <p:cNvPr id="8" name="Picture 7"/>
          <p:cNvPicPr>
            <a:picLocks noChangeAspect="1"/>
          </p:cNvPicPr>
          <p:nvPr/>
        </p:nvPicPr>
        <p:blipFill>
          <a:blip r:embed="rId2"/>
          <a:stretch>
            <a:fillRect/>
          </a:stretch>
        </p:blipFill>
        <p:spPr>
          <a:xfrm>
            <a:off x="0" y="7779"/>
            <a:ext cx="1755800" cy="1024217"/>
          </a:xfrm>
          <a:prstGeom prst="rect">
            <a:avLst/>
          </a:prstGeom>
        </p:spPr>
      </p:pic>
      <p:sp>
        <p:nvSpPr>
          <p:cNvPr id="10" name="Title 1">
            <a:extLst>
              <a:ext uri="{FF2B5EF4-FFF2-40B4-BE49-F238E27FC236}">
                <a16:creationId xmlns:a16="http://schemas.microsoft.com/office/drawing/2014/main" id="{1C7BBAA3-263A-8FE5-5AA3-E40EF73A5AE9}"/>
              </a:ext>
            </a:extLst>
          </p:cNvPr>
          <p:cNvSpPr txBox="1">
            <a:spLocks/>
          </p:cNvSpPr>
          <p:nvPr/>
        </p:nvSpPr>
        <p:spPr>
          <a:xfrm>
            <a:off x="1769655" y="0"/>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Daily Quiz</a:t>
            </a:r>
          </a:p>
        </p:txBody>
      </p:sp>
    </p:spTree>
    <p:extLst>
      <p:ext uri="{BB962C8B-B14F-4D97-AF65-F5344CB8AC3E}">
        <p14:creationId xmlns:p14="http://schemas.microsoft.com/office/powerpoint/2010/main" val="3919311891"/>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1E902B02-7D39-4EC9-B965-EDEC2F1E9176}" type="datetime1">
              <a:rPr lang="en-US" smtClean="0"/>
              <a:t>5/1/2026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91</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sv-SE" sz="2000"/>
              <a:t>Mr. Minhaj Nezami    AOE0861    TQM     Unit 5</a:t>
            </a:r>
            <a:endParaRPr lang="en-US" sz="2000" dirty="0"/>
          </a:p>
        </p:txBody>
      </p:sp>
      <p:sp>
        <p:nvSpPr>
          <p:cNvPr id="10" name="Rectangle 9"/>
          <p:cNvSpPr/>
          <p:nvPr/>
        </p:nvSpPr>
        <p:spPr>
          <a:xfrm>
            <a:off x="876300" y="1360714"/>
            <a:ext cx="7391400" cy="14478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just"/>
            <a:r>
              <a:rPr lang="en-US" sz="2200" dirty="0"/>
              <a:t>JIT is a manufacturing management process in order to meet consumer demands with minimum delays.</a:t>
            </a:r>
          </a:p>
        </p:txBody>
      </p:sp>
      <p:graphicFrame>
        <p:nvGraphicFramePr>
          <p:cNvPr id="11" name="Table 10"/>
          <p:cNvGraphicFramePr>
            <a:graphicFrameLocks noGrp="1"/>
          </p:cNvGraphicFramePr>
          <p:nvPr>
            <p:extLst>
              <p:ext uri="{D42A27DB-BD31-4B8C-83A1-F6EECF244321}">
                <p14:modId xmlns:p14="http://schemas.microsoft.com/office/powerpoint/2010/main" val="1448223997"/>
              </p:ext>
            </p:extLst>
          </p:nvPr>
        </p:nvGraphicFramePr>
        <p:xfrm>
          <a:off x="876301" y="3342351"/>
          <a:ext cx="7391399" cy="1414272"/>
        </p:xfrm>
        <a:graphic>
          <a:graphicData uri="http://schemas.openxmlformats.org/drawingml/2006/table">
            <a:tbl>
              <a:tblPr>
                <a:tableStyleId>{93296810-A885-4BE3-A3E7-6D5BEEA58F35}</a:tableStyleId>
              </a:tblPr>
              <a:tblGrid>
                <a:gridCol w="790637">
                  <a:extLst>
                    <a:ext uri="{9D8B030D-6E8A-4147-A177-3AD203B41FA5}">
                      <a16:colId xmlns:a16="http://schemas.microsoft.com/office/drawing/2014/main" val="20000"/>
                    </a:ext>
                  </a:extLst>
                </a:gridCol>
                <a:gridCol w="790637">
                  <a:extLst>
                    <a:ext uri="{9D8B030D-6E8A-4147-A177-3AD203B41FA5}">
                      <a16:colId xmlns:a16="http://schemas.microsoft.com/office/drawing/2014/main" val="20001"/>
                    </a:ext>
                  </a:extLst>
                </a:gridCol>
                <a:gridCol w="451793">
                  <a:extLst>
                    <a:ext uri="{9D8B030D-6E8A-4147-A177-3AD203B41FA5}">
                      <a16:colId xmlns:a16="http://schemas.microsoft.com/office/drawing/2014/main" val="20002"/>
                    </a:ext>
                  </a:extLst>
                </a:gridCol>
                <a:gridCol w="493908">
                  <a:extLst>
                    <a:ext uri="{9D8B030D-6E8A-4147-A177-3AD203B41FA5}">
                      <a16:colId xmlns:a16="http://schemas.microsoft.com/office/drawing/2014/main" val="20003"/>
                    </a:ext>
                  </a:extLst>
                </a:gridCol>
                <a:gridCol w="484975">
                  <a:extLst>
                    <a:ext uri="{9D8B030D-6E8A-4147-A177-3AD203B41FA5}">
                      <a16:colId xmlns:a16="http://schemas.microsoft.com/office/drawing/2014/main" val="20004"/>
                    </a:ext>
                  </a:extLst>
                </a:gridCol>
                <a:gridCol w="555328">
                  <a:extLst>
                    <a:ext uri="{9D8B030D-6E8A-4147-A177-3AD203B41FA5}">
                      <a16:colId xmlns:a16="http://schemas.microsoft.com/office/drawing/2014/main" val="20005"/>
                    </a:ext>
                  </a:extLst>
                </a:gridCol>
                <a:gridCol w="555328">
                  <a:extLst>
                    <a:ext uri="{9D8B030D-6E8A-4147-A177-3AD203B41FA5}">
                      <a16:colId xmlns:a16="http://schemas.microsoft.com/office/drawing/2014/main" val="20006"/>
                    </a:ext>
                  </a:extLst>
                </a:gridCol>
                <a:gridCol w="555328">
                  <a:extLst>
                    <a:ext uri="{9D8B030D-6E8A-4147-A177-3AD203B41FA5}">
                      <a16:colId xmlns:a16="http://schemas.microsoft.com/office/drawing/2014/main" val="20007"/>
                    </a:ext>
                  </a:extLst>
                </a:gridCol>
                <a:gridCol w="555328">
                  <a:extLst>
                    <a:ext uri="{9D8B030D-6E8A-4147-A177-3AD203B41FA5}">
                      <a16:colId xmlns:a16="http://schemas.microsoft.com/office/drawing/2014/main" val="20008"/>
                    </a:ext>
                  </a:extLst>
                </a:gridCol>
                <a:gridCol w="555328">
                  <a:extLst>
                    <a:ext uri="{9D8B030D-6E8A-4147-A177-3AD203B41FA5}">
                      <a16:colId xmlns:a16="http://schemas.microsoft.com/office/drawing/2014/main" val="20009"/>
                    </a:ext>
                  </a:extLst>
                </a:gridCol>
                <a:gridCol w="555328">
                  <a:extLst>
                    <a:ext uri="{9D8B030D-6E8A-4147-A177-3AD203B41FA5}">
                      <a16:colId xmlns:a16="http://schemas.microsoft.com/office/drawing/2014/main" val="20010"/>
                    </a:ext>
                  </a:extLst>
                </a:gridCol>
                <a:gridCol w="555328">
                  <a:extLst>
                    <a:ext uri="{9D8B030D-6E8A-4147-A177-3AD203B41FA5}">
                      <a16:colId xmlns:a16="http://schemas.microsoft.com/office/drawing/2014/main" val="20011"/>
                    </a:ext>
                  </a:extLst>
                </a:gridCol>
                <a:gridCol w="492153">
                  <a:extLst>
                    <a:ext uri="{9D8B030D-6E8A-4147-A177-3AD203B41FA5}">
                      <a16:colId xmlns:a16="http://schemas.microsoft.com/office/drawing/2014/main" val="20012"/>
                    </a:ext>
                  </a:extLst>
                </a:gridCol>
              </a:tblGrid>
              <a:tr h="707136">
                <a:tc>
                  <a:txBody>
                    <a:bodyPr/>
                    <a:lstStyle/>
                    <a:p>
                      <a:pPr marL="0" marR="0" algn="ctr">
                        <a:lnSpc>
                          <a:spcPct val="115000"/>
                        </a:lnSpc>
                        <a:spcBef>
                          <a:spcPts val="0"/>
                        </a:spcBef>
                        <a:spcAft>
                          <a:spcPts val="0"/>
                        </a:spcAft>
                      </a:pPr>
                      <a:r>
                        <a:rPr lang="en-US" sz="1800" dirty="0"/>
                        <a:t>CO</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t>PO1</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t>PO2</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t>PO3</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t>PO4</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t>PO5</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t>PO6</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t>PO7</a:t>
                      </a:r>
                      <a:endParaRPr lang="en-US" sz="180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t>PO8</a:t>
                      </a:r>
                      <a:endParaRPr lang="en-US" sz="180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t>PO9</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t>PO10</a:t>
                      </a:r>
                      <a:endParaRPr lang="en-US" sz="1800" dirty="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t>PO11</a:t>
                      </a:r>
                      <a:endParaRPr lang="en-US" sz="180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t>PO12</a:t>
                      </a:r>
                      <a:endParaRPr lang="en-US" sz="1800">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707136">
                <a:tc>
                  <a:txBody>
                    <a:bodyPr/>
                    <a:lstStyle/>
                    <a:p>
                      <a:pPr marL="0" marR="0" algn="ctr">
                        <a:lnSpc>
                          <a:spcPct val="115000"/>
                        </a:lnSpc>
                        <a:spcBef>
                          <a:spcPts val="0"/>
                        </a:spcBef>
                        <a:spcAft>
                          <a:spcPts val="1000"/>
                        </a:spcAft>
                      </a:pPr>
                      <a:r>
                        <a:rPr lang="en-US" sz="1800" u="none" dirty="0"/>
                        <a:t>AOE0861.1</a:t>
                      </a:r>
                      <a:endParaRPr lang="en-US" sz="1800" u="none" dirty="0">
                        <a:solidFill>
                          <a:srgbClr val="FF0000"/>
                        </a:solidFill>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dirty="0"/>
                        <a:t>3</a:t>
                      </a:r>
                      <a:endParaRPr lang="en-US" sz="1800" dirty="0">
                        <a:solidFill>
                          <a:srgbClr val="FF0000"/>
                        </a:solidFill>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dirty="0"/>
                        <a:t>2</a:t>
                      </a:r>
                      <a:endParaRPr lang="en-US" sz="1800" dirty="0">
                        <a:solidFill>
                          <a:srgbClr val="FF0000"/>
                        </a:solidFill>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dirty="0"/>
                        <a:t>3</a:t>
                      </a:r>
                      <a:endParaRPr lang="en-US" sz="1800" dirty="0">
                        <a:solidFill>
                          <a:srgbClr val="FF0000"/>
                        </a:solidFill>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dirty="0"/>
                        <a:t>2</a:t>
                      </a:r>
                      <a:endParaRPr lang="en-US" sz="1800" dirty="0">
                        <a:solidFill>
                          <a:srgbClr val="FF0000"/>
                        </a:solidFill>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dirty="0"/>
                        <a:t>2</a:t>
                      </a:r>
                      <a:endParaRPr lang="en-US" sz="1800" dirty="0">
                        <a:solidFill>
                          <a:srgbClr val="FF0000"/>
                        </a:solidFill>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dirty="0"/>
                        <a:t>2</a:t>
                      </a:r>
                      <a:endParaRPr lang="en-US" sz="1800" dirty="0">
                        <a:solidFill>
                          <a:srgbClr val="FF0000"/>
                        </a:solidFill>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dirty="0"/>
                        <a:t>2</a:t>
                      </a:r>
                      <a:endParaRPr lang="en-US" sz="1800" dirty="0">
                        <a:solidFill>
                          <a:srgbClr val="FF0000"/>
                        </a:solidFill>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dirty="0"/>
                        <a:t>1</a:t>
                      </a:r>
                      <a:endParaRPr lang="en-US" sz="1800" dirty="0">
                        <a:solidFill>
                          <a:srgbClr val="FF0000"/>
                        </a:solidFill>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dirty="0"/>
                        <a:t>2</a:t>
                      </a:r>
                      <a:endParaRPr lang="en-US" sz="1800" dirty="0">
                        <a:solidFill>
                          <a:srgbClr val="FF0000"/>
                        </a:solidFill>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dirty="0"/>
                        <a:t>1</a:t>
                      </a:r>
                      <a:endParaRPr lang="en-US" sz="1800" dirty="0">
                        <a:solidFill>
                          <a:srgbClr val="FF0000"/>
                        </a:solidFill>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dirty="0"/>
                        <a:t>2</a:t>
                      </a:r>
                      <a:endParaRPr lang="en-US" sz="1800" dirty="0">
                        <a:solidFill>
                          <a:srgbClr val="FF0000"/>
                        </a:solidFill>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dirty="0"/>
                        <a:t>3</a:t>
                      </a:r>
                      <a:endParaRPr lang="en-US" sz="1800" dirty="0">
                        <a:solidFill>
                          <a:srgbClr val="FF0000"/>
                        </a:solidFill>
                        <a:latin typeface="+mj-lt"/>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extLst>
                  <a:ext uri="{0D108BD9-81ED-4DB2-BD59-A6C34878D82A}">
                    <a16:rowId xmlns:a16="http://schemas.microsoft.com/office/drawing/2014/main" val="10001"/>
                  </a:ext>
                </a:extLst>
              </a:tr>
            </a:tbl>
          </a:graphicData>
        </a:graphic>
      </p:graphicFrame>
      <p:pic>
        <p:nvPicPr>
          <p:cNvPr id="13" name="Picture 12"/>
          <p:cNvPicPr>
            <a:picLocks noChangeAspect="1"/>
          </p:cNvPicPr>
          <p:nvPr/>
        </p:nvPicPr>
        <p:blipFill>
          <a:blip r:embed="rId2"/>
          <a:stretch>
            <a:fillRect/>
          </a:stretch>
        </p:blipFill>
        <p:spPr>
          <a:xfrm>
            <a:off x="0" y="7779"/>
            <a:ext cx="1755800" cy="1024217"/>
          </a:xfrm>
          <a:prstGeom prst="rect">
            <a:avLst/>
          </a:prstGeom>
        </p:spPr>
      </p:pic>
      <p:sp>
        <p:nvSpPr>
          <p:cNvPr id="12" name="Title 1">
            <a:extLst>
              <a:ext uri="{FF2B5EF4-FFF2-40B4-BE49-F238E27FC236}">
                <a16:creationId xmlns:a16="http://schemas.microsoft.com/office/drawing/2014/main" id="{1C7BBAA3-263A-8FE5-5AA3-E40EF73A5AE9}"/>
              </a:ext>
            </a:extLst>
          </p:cNvPr>
          <p:cNvSpPr txBox="1">
            <a:spLocks/>
          </p:cNvSpPr>
          <p:nvPr/>
        </p:nvSpPr>
        <p:spPr>
          <a:xfrm>
            <a:off x="1755800" y="0"/>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Objective of JIT</a:t>
            </a:r>
          </a:p>
        </p:txBody>
      </p:sp>
    </p:spTree>
    <p:extLst>
      <p:ext uri="{BB962C8B-B14F-4D97-AF65-F5344CB8AC3E}">
        <p14:creationId xmlns:p14="http://schemas.microsoft.com/office/powerpoint/2010/main" val="3919311891"/>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635282" y="1023209"/>
            <a:ext cx="7922492" cy="4811582"/>
            <a:chOff x="886967" y="1228344"/>
            <a:chExt cx="8714741" cy="5453126"/>
          </a:xfrm>
        </p:grpSpPr>
        <p:sp>
          <p:nvSpPr>
            <p:cNvPr id="5" name="object 5"/>
            <p:cNvSpPr/>
            <p:nvPr/>
          </p:nvSpPr>
          <p:spPr>
            <a:xfrm>
              <a:off x="2637282" y="1243583"/>
              <a:ext cx="1742694" cy="1743456"/>
            </a:xfrm>
            <a:prstGeom prst="rect">
              <a:avLst/>
            </a:prstGeom>
            <a:blipFill>
              <a:blip r:embed="rId2" cstate="print"/>
              <a:stretch>
                <a:fillRect/>
              </a:stretch>
            </a:blipFill>
          </p:spPr>
          <p:txBody>
            <a:bodyPr wrap="square" lIns="0" tIns="0" rIns="0" bIns="0" rtlCol="0"/>
            <a:lstStyle/>
            <a:p>
              <a:endParaRPr>
                <a:latin typeface="+mj-lt"/>
              </a:endParaRPr>
            </a:p>
          </p:txBody>
        </p:sp>
        <p:sp>
          <p:nvSpPr>
            <p:cNvPr id="6" name="object 6"/>
            <p:cNvSpPr/>
            <p:nvPr/>
          </p:nvSpPr>
          <p:spPr>
            <a:xfrm>
              <a:off x="886967" y="1228344"/>
              <a:ext cx="3499104" cy="2657856"/>
            </a:xfrm>
            <a:prstGeom prst="rect">
              <a:avLst/>
            </a:prstGeom>
            <a:blipFill>
              <a:blip r:embed="rId3" cstate="print"/>
              <a:stretch>
                <a:fillRect/>
              </a:stretch>
            </a:blipFill>
          </p:spPr>
          <p:txBody>
            <a:bodyPr wrap="square" lIns="0" tIns="0" rIns="0" bIns="0" rtlCol="0"/>
            <a:lstStyle/>
            <a:p>
              <a:endParaRPr>
                <a:latin typeface="+mj-lt"/>
              </a:endParaRPr>
            </a:p>
          </p:txBody>
        </p:sp>
        <p:sp>
          <p:nvSpPr>
            <p:cNvPr id="7" name="object 7"/>
            <p:cNvSpPr/>
            <p:nvPr/>
          </p:nvSpPr>
          <p:spPr>
            <a:xfrm>
              <a:off x="886968" y="1228356"/>
              <a:ext cx="8714740" cy="2658110"/>
            </a:xfrm>
            <a:custGeom>
              <a:avLst/>
              <a:gdLst/>
              <a:ahLst/>
              <a:cxnLst/>
              <a:rect l="l" t="t" r="r" b="b"/>
              <a:pathLst>
                <a:path w="8714740" h="2658110">
                  <a:moveTo>
                    <a:pt x="8714232" y="575564"/>
                  </a:moveTo>
                  <a:lnTo>
                    <a:pt x="8708123" y="534911"/>
                  </a:lnTo>
                  <a:lnTo>
                    <a:pt x="8692883" y="475475"/>
                  </a:lnTo>
                  <a:lnTo>
                    <a:pt x="8671547" y="419087"/>
                  </a:lnTo>
                  <a:lnTo>
                    <a:pt x="8647163" y="365747"/>
                  </a:lnTo>
                  <a:lnTo>
                    <a:pt x="8598395" y="291071"/>
                  </a:lnTo>
                  <a:lnTo>
                    <a:pt x="8561819" y="245351"/>
                  </a:lnTo>
                  <a:lnTo>
                    <a:pt x="8519147" y="204203"/>
                  </a:lnTo>
                  <a:lnTo>
                    <a:pt x="8473427" y="167627"/>
                  </a:lnTo>
                  <a:lnTo>
                    <a:pt x="8450567" y="149339"/>
                  </a:lnTo>
                  <a:lnTo>
                    <a:pt x="8424659" y="134099"/>
                  </a:lnTo>
                  <a:lnTo>
                    <a:pt x="8400275" y="118859"/>
                  </a:lnTo>
                  <a:lnTo>
                    <a:pt x="8372843" y="105143"/>
                  </a:lnTo>
                  <a:lnTo>
                    <a:pt x="8317979" y="82283"/>
                  </a:lnTo>
                  <a:lnTo>
                    <a:pt x="8260067" y="63995"/>
                  </a:lnTo>
                  <a:lnTo>
                    <a:pt x="8170151" y="48755"/>
                  </a:lnTo>
                  <a:lnTo>
                    <a:pt x="8138160" y="45720"/>
                  </a:lnTo>
                  <a:lnTo>
                    <a:pt x="3500615" y="45720"/>
                  </a:lnTo>
                  <a:lnTo>
                    <a:pt x="3499104" y="47231"/>
                  </a:lnTo>
                  <a:lnTo>
                    <a:pt x="3499104" y="15240"/>
                  </a:lnTo>
                  <a:lnTo>
                    <a:pt x="3499104" y="0"/>
                  </a:lnTo>
                  <a:lnTo>
                    <a:pt x="1749539" y="1749552"/>
                  </a:lnTo>
                  <a:lnTo>
                    <a:pt x="15227" y="15240"/>
                  </a:lnTo>
                  <a:lnTo>
                    <a:pt x="0" y="0"/>
                  </a:lnTo>
                  <a:lnTo>
                    <a:pt x="0" y="2657856"/>
                  </a:lnTo>
                  <a:lnTo>
                    <a:pt x="13703" y="2657856"/>
                  </a:lnTo>
                  <a:lnTo>
                    <a:pt x="13703" y="32004"/>
                  </a:lnTo>
                  <a:lnTo>
                    <a:pt x="1749539" y="1767840"/>
                  </a:lnTo>
                  <a:lnTo>
                    <a:pt x="1763255" y="1754124"/>
                  </a:lnTo>
                  <a:lnTo>
                    <a:pt x="3486899" y="30480"/>
                  </a:lnTo>
                  <a:lnTo>
                    <a:pt x="3486899" y="2657856"/>
                  </a:lnTo>
                  <a:lnTo>
                    <a:pt x="3494532" y="2657856"/>
                  </a:lnTo>
                  <a:lnTo>
                    <a:pt x="3499104" y="2657856"/>
                  </a:lnTo>
                  <a:lnTo>
                    <a:pt x="3520427" y="2657856"/>
                  </a:lnTo>
                  <a:lnTo>
                    <a:pt x="3520427" y="71615"/>
                  </a:lnTo>
                  <a:lnTo>
                    <a:pt x="8138147" y="71615"/>
                  </a:lnTo>
                  <a:lnTo>
                    <a:pt x="8197583" y="77711"/>
                  </a:lnTo>
                  <a:lnTo>
                    <a:pt x="8255495" y="89903"/>
                  </a:lnTo>
                  <a:lnTo>
                    <a:pt x="8310359" y="106667"/>
                  </a:lnTo>
                  <a:lnTo>
                    <a:pt x="8388083" y="141719"/>
                  </a:lnTo>
                  <a:lnTo>
                    <a:pt x="8436851" y="170675"/>
                  </a:lnTo>
                  <a:lnTo>
                    <a:pt x="8502383" y="224015"/>
                  </a:lnTo>
                  <a:lnTo>
                    <a:pt x="8543531" y="263639"/>
                  </a:lnTo>
                  <a:lnTo>
                    <a:pt x="8595347" y="330695"/>
                  </a:lnTo>
                  <a:lnTo>
                    <a:pt x="8624303" y="379463"/>
                  </a:lnTo>
                  <a:lnTo>
                    <a:pt x="8638019" y="403847"/>
                  </a:lnTo>
                  <a:lnTo>
                    <a:pt x="8659355" y="457187"/>
                  </a:lnTo>
                  <a:lnTo>
                    <a:pt x="8676119" y="512051"/>
                  </a:lnTo>
                  <a:lnTo>
                    <a:pt x="8688311" y="568439"/>
                  </a:lnTo>
                  <a:lnTo>
                    <a:pt x="8691359" y="598919"/>
                  </a:lnTo>
                  <a:lnTo>
                    <a:pt x="8694407" y="627875"/>
                  </a:lnTo>
                  <a:lnTo>
                    <a:pt x="8694407" y="2657856"/>
                  </a:lnTo>
                  <a:lnTo>
                    <a:pt x="8714232" y="2657856"/>
                  </a:lnTo>
                  <a:lnTo>
                    <a:pt x="8714232" y="575564"/>
                  </a:lnTo>
                  <a:close/>
                </a:path>
              </a:pathLst>
            </a:custGeom>
            <a:solidFill>
              <a:srgbClr val="BF504D"/>
            </a:solidFill>
          </p:spPr>
          <p:txBody>
            <a:bodyPr wrap="square" lIns="0" tIns="0" rIns="0" bIns="0" rtlCol="0"/>
            <a:lstStyle/>
            <a:p>
              <a:endParaRPr>
                <a:latin typeface="+mj-lt"/>
              </a:endParaRPr>
            </a:p>
          </p:txBody>
        </p:sp>
        <p:sp>
          <p:nvSpPr>
            <p:cNvPr id="8" name="object 8"/>
            <p:cNvSpPr/>
            <p:nvPr/>
          </p:nvSpPr>
          <p:spPr>
            <a:xfrm>
              <a:off x="893063" y="3886200"/>
              <a:ext cx="3486912" cy="2787396"/>
            </a:xfrm>
            <a:prstGeom prst="rect">
              <a:avLst/>
            </a:prstGeom>
            <a:blipFill>
              <a:blip r:embed="rId4" cstate="print"/>
              <a:stretch>
                <a:fillRect/>
              </a:stretch>
            </a:blipFill>
          </p:spPr>
          <p:txBody>
            <a:bodyPr wrap="square" lIns="0" tIns="0" rIns="0" bIns="0" rtlCol="0"/>
            <a:lstStyle/>
            <a:p>
              <a:endParaRPr>
                <a:latin typeface="+mj-lt"/>
              </a:endParaRPr>
            </a:p>
          </p:txBody>
        </p:sp>
        <p:sp>
          <p:nvSpPr>
            <p:cNvPr id="9" name="object 9"/>
            <p:cNvSpPr/>
            <p:nvPr/>
          </p:nvSpPr>
          <p:spPr>
            <a:xfrm>
              <a:off x="886967" y="3886200"/>
              <a:ext cx="3499104" cy="2795016"/>
            </a:xfrm>
            <a:prstGeom prst="rect">
              <a:avLst/>
            </a:prstGeom>
            <a:blipFill>
              <a:blip r:embed="rId5" cstate="print"/>
              <a:stretch>
                <a:fillRect/>
              </a:stretch>
            </a:blipFill>
          </p:spPr>
          <p:txBody>
            <a:bodyPr wrap="square" lIns="0" tIns="0" rIns="0" bIns="0" rtlCol="0"/>
            <a:lstStyle/>
            <a:p>
              <a:endParaRPr>
                <a:latin typeface="+mj-lt"/>
              </a:endParaRPr>
            </a:p>
          </p:txBody>
        </p:sp>
        <p:sp>
          <p:nvSpPr>
            <p:cNvPr id="10" name="object 10"/>
            <p:cNvSpPr/>
            <p:nvPr/>
          </p:nvSpPr>
          <p:spPr>
            <a:xfrm>
              <a:off x="886968" y="3886200"/>
              <a:ext cx="3499485" cy="2795270"/>
            </a:xfrm>
            <a:custGeom>
              <a:avLst/>
              <a:gdLst/>
              <a:ahLst/>
              <a:cxnLst/>
              <a:rect l="l" t="t" r="r" b="b"/>
              <a:pathLst>
                <a:path w="3499485" h="2795270">
                  <a:moveTo>
                    <a:pt x="1749551" y="2795015"/>
                  </a:moveTo>
                  <a:lnTo>
                    <a:pt x="0" y="1046987"/>
                  </a:lnTo>
                  <a:lnTo>
                    <a:pt x="0" y="0"/>
                  </a:lnTo>
                  <a:lnTo>
                    <a:pt x="13715" y="0"/>
                  </a:lnTo>
                  <a:lnTo>
                    <a:pt x="13715" y="1039367"/>
                  </a:lnTo>
                  <a:lnTo>
                    <a:pt x="10667" y="1039367"/>
                  </a:lnTo>
                  <a:lnTo>
                    <a:pt x="13715" y="1043939"/>
                  </a:lnTo>
                  <a:lnTo>
                    <a:pt x="15239" y="1043939"/>
                  </a:lnTo>
                  <a:lnTo>
                    <a:pt x="1749551" y="2778251"/>
                  </a:lnTo>
                  <a:lnTo>
                    <a:pt x="1744979" y="2782823"/>
                  </a:lnTo>
                  <a:lnTo>
                    <a:pt x="1761754" y="2782823"/>
                  </a:lnTo>
                  <a:lnTo>
                    <a:pt x="1749551" y="2795015"/>
                  </a:lnTo>
                  <a:close/>
                </a:path>
                <a:path w="3499485" h="2795270">
                  <a:moveTo>
                    <a:pt x="3486911" y="1040891"/>
                  </a:moveTo>
                  <a:lnTo>
                    <a:pt x="3486911" y="0"/>
                  </a:lnTo>
                  <a:lnTo>
                    <a:pt x="3499103" y="0"/>
                  </a:lnTo>
                  <a:lnTo>
                    <a:pt x="3499103" y="1039367"/>
                  </a:lnTo>
                  <a:lnTo>
                    <a:pt x="3488435" y="1039367"/>
                  </a:lnTo>
                  <a:lnTo>
                    <a:pt x="3486911" y="1040891"/>
                  </a:lnTo>
                  <a:close/>
                </a:path>
                <a:path w="3499485" h="2795270">
                  <a:moveTo>
                    <a:pt x="13715" y="1043939"/>
                  </a:moveTo>
                  <a:lnTo>
                    <a:pt x="10667" y="1039367"/>
                  </a:lnTo>
                  <a:lnTo>
                    <a:pt x="13715" y="1042415"/>
                  </a:lnTo>
                  <a:lnTo>
                    <a:pt x="13715" y="1043939"/>
                  </a:lnTo>
                  <a:close/>
                </a:path>
                <a:path w="3499485" h="2795270">
                  <a:moveTo>
                    <a:pt x="13715" y="1042415"/>
                  </a:moveTo>
                  <a:lnTo>
                    <a:pt x="10667" y="1039367"/>
                  </a:lnTo>
                  <a:lnTo>
                    <a:pt x="13715" y="1039367"/>
                  </a:lnTo>
                  <a:lnTo>
                    <a:pt x="13715" y="1042415"/>
                  </a:lnTo>
                  <a:close/>
                </a:path>
                <a:path w="3499485" h="2795270">
                  <a:moveTo>
                    <a:pt x="3486911" y="1043939"/>
                  </a:moveTo>
                  <a:lnTo>
                    <a:pt x="3486911" y="1040891"/>
                  </a:lnTo>
                  <a:lnTo>
                    <a:pt x="3488435" y="1039367"/>
                  </a:lnTo>
                  <a:lnTo>
                    <a:pt x="3486911" y="1043939"/>
                  </a:lnTo>
                  <a:close/>
                </a:path>
                <a:path w="3499485" h="2795270">
                  <a:moveTo>
                    <a:pt x="3499103" y="1043939"/>
                  </a:moveTo>
                  <a:lnTo>
                    <a:pt x="3486911" y="1043939"/>
                  </a:lnTo>
                  <a:lnTo>
                    <a:pt x="3488435" y="1039367"/>
                  </a:lnTo>
                  <a:lnTo>
                    <a:pt x="3499103" y="1039367"/>
                  </a:lnTo>
                  <a:lnTo>
                    <a:pt x="3499103" y="1043939"/>
                  </a:lnTo>
                  <a:close/>
                </a:path>
                <a:path w="3499485" h="2795270">
                  <a:moveTo>
                    <a:pt x="1761754" y="2782823"/>
                  </a:moveTo>
                  <a:lnTo>
                    <a:pt x="1754123" y="2782823"/>
                  </a:lnTo>
                  <a:lnTo>
                    <a:pt x="1749551" y="2778251"/>
                  </a:lnTo>
                  <a:lnTo>
                    <a:pt x="3486911" y="1040891"/>
                  </a:lnTo>
                  <a:lnTo>
                    <a:pt x="3486911" y="1043939"/>
                  </a:lnTo>
                  <a:lnTo>
                    <a:pt x="3499103" y="1043939"/>
                  </a:lnTo>
                  <a:lnTo>
                    <a:pt x="3499103" y="1046987"/>
                  </a:lnTo>
                  <a:lnTo>
                    <a:pt x="1761754" y="2782823"/>
                  </a:lnTo>
                  <a:close/>
                </a:path>
                <a:path w="3499485" h="2795270">
                  <a:moveTo>
                    <a:pt x="15239" y="1043939"/>
                  </a:moveTo>
                  <a:lnTo>
                    <a:pt x="13715" y="1043939"/>
                  </a:lnTo>
                  <a:lnTo>
                    <a:pt x="13715" y="1042415"/>
                  </a:lnTo>
                  <a:lnTo>
                    <a:pt x="15239" y="1043939"/>
                  </a:lnTo>
                  <a:close/>
                </a:path>
                <a:path w="3499485" h="2795270">
                  <a:moveTo>
                    <a:pt x="1754123" y="2782823"/>
                  </a:moveTo>
                  <a:lnTo>
                    <a:pt x="1744979" y="2782823"/>
                  </a:lnTo>
                  <a:lnTo>
                    <a:pt x="1749551" y="2778251"/>
                  </a:lnTo>
                  <a:lnTo>
                    <a:pt x="1754123" y="2782823"/>
                  </a:lnTo>
                  <a:close/>
                </a:path>
              </a:pathLst>
            </a:custGeom>
            <a:solidFill>
              <a:srgbClr val="BF504D"/>
            </a:solidFill>
          </p:spPr>
          <p:txBody>
            <a:bodyPr wrap="square" lIns="0" tIns="0" rIns="0" bIns="0" rtlCol="0"/>
            <a:lstStyle/>
            <a:p>
              <a:endParaRPr>
                <a:latin typeface="+mj-lt"/>
              </a:endParaRPr>
            </a:p>
          </p:txBody>
        </p:sp>
      </p:grpSp>
      <p:sp>
        <p:nvSpPr>
          <p:cNvPr id="11" name="object 11"/>
          <p:cNvSpPr txBox="1"/>
          <p:nvPr/>
        </p:nvSpPr>
        <p:spPr>
          <a:xfrm>
            <a:off x="4014232" y="1479921"/>
            <a:ext cx="4343400" cy="2490527"/>
          </a:xfrm>
          <a:prstGeom prst="rect">
            <a:avLst/>
          </a:prstGeom>
        </p:spPr>
        <p:txBody>
          <a:bodyPr vert="horz" wrap="square" lIns="0" tIns="52425" rIns="0" bIns="0" rtlCol="0">
            <a:spAutoFit/>
          </a:bodyPr>
          <a:lstStyle/>
          <a:p>
            <a:pPr marL="342900" lvl="0" indent="-342900" algn="just">
              <a:spcBef>
                <a:spcPct val="20000"/>
              </a:spcBef>
              <a:buFont typeface="Arial" pitchFamily="34" charset="0"/>
              <a:buChar char="•"/>
            </a:pPr>
            <a:r>
              <a:rPr lang="en-US" sz="2200" dirty="0">
                <a:latin typeface="+mj-lt"/>
              </a:rPr>
              <a:t>Quality audit</a:t>
            </a:r>
          </a:p>
          <a:p>
            <a:pPr marL="342900" lvl="0" indent="-342900" algn="just">
              <a:spcBef>
                <a:spcPct val="20000"/>
              </a:spcBef>
              <a:buFont typeface="Arial" pitchFamily="34" charset="0"/>
              <a:buChar char="•"/>
            </a:pPr>
            <a:r>
              <a:rPr lang="en-US" sz="2200" dirty="0">
                <a:latin typeface="+mj-lt"/>
              </a:rPr>
              <a:t> </a:t>
            </a:r>
            <a:r>
              <a:rPr lang="en-US" sz="2200" dirty="0">
                <a:solidFill>
                  <a:prstClr val="black"/>
                </a:solidFill>
                <a:latin typeface="+mj-lt"/>
                <a:cs typeface="Times New Roman" panose="02020603050405020304" pitchFamily="18" charset="0"/>
              </a:rPr>
              <a:t>Auditing is defined as the on-site verification activity, such as inspection or examination, of a process or quality system, to ensure compliance to requirements.</a:t>
            </a:r>
          </a:p>
        </p:txBody>
      </p:sp>
      <p:sp>
        <p:nvSpPr>
          <p:cNvPr id="12" name="object 12"/>
          <p:cNvSpPr/>
          <p:nvPr/>
        </p:nvSpPr>
        <p:spPr>
          <a:xfrm>
            <a:off x="3810744" y="3278410"/>
            <a:ext cx="4745182" cy="894229"/>
          </a:xfrm>
          <a:custGeom>
            <a:avLst/>
            <a:gdLst/>
            <a:ahLst/>
            <a:cxnLst/>
            <a:rect l="l" t="t" r="r" b="b"/>
            <a:pathLst>
              <a:path w="5219700" h="1013460">
                <a:moveTo>
                  <a:pt x="4645151" y="1013459"/>
                </a:moveTo>
                <a:lnTo>
                  <a:pt x="6095" y="1013459"/>
                </a:lnTo>
                <a:lnTo>
                  <a:pt x="0" y="1007364"/>
                </a:lnTo>
                <a:lnTo>
                  <a:pt x="0" y="0"/>
                </a:lnTo>
                <a:lnTo>
                  <a:pt x="25907" y="0"/>
                </a:lnTo>
                <a:lnTo>
                  <a:pt x="25907" y="987551"/>
                </a:lnTo>
                <a:lnTo>
                  <a:pt x="12191" y="987551"/>
                </a:lnTo>
                <a:lnTo>
                  <a:pt x="25907" y="1001267"/>
                </a:lnTo>
                <a:lnTo>
                  <a:pt x="4736591" y="1001267"/>
                </a:lnTo>
                <a:lnTo>
                  <a:pt x="4675631" y="1010411"/>
                </a:lnTo>
                <a:lnTo>
                  <a:pt x="4645151" y="1013459"/>
                </a:lnTo>
                <a:close/>
              </a:path>
              <a:path w="5219700" h="1013460">
                <a:moveTo>
                  <a:pt x="4736591" y="1001267"/>
                </a:moveTo>
                <a:lnTo>
                  <a:pt x="25907" y="1001267"/>
                </a:lnTo>
                <a:lnTo>
                  <a:pt x="25907" y="987551"/>
                </a:lnTo>
                <a:lnTo>
                  <a:pt x="4643627" y="987551"/>
                </a:lnTo>
                <a:lnTo>
                  <a:pt x="4703063" y="981455"/>
                </a:lnTo>
                <a:lnTo>
                  <a:pt x="4786883" y="961643"/>
                </a:lnTo>
                <a:lnTo>
                  <a:pt x="4841747" y="941831"/>
                </a:lnTo>
                <a:lnTo>
                  <a:pt x="4893563" y="917447"/>
                </a:lnTo>
                <a:lnTo>
                  <a:pt x="4940807" y="888491"/>
                </a:lnTo>
                <a:lnTo>
                  <a:pt x="4986527" y="854963"/>
                </a:lnTo>
                <a:lnTo>
                  <a:pt x="5027675" y="816863"/>
                </a:lnTo>
                <a:lnTo>
                  <a:pt x="5084063" y="752855"/>
                </a:lnTo>
                <a:lnTo>
                  <a:pt x="5116067" y="705611"/>
                </a:lnTo>
                <a:lnTo>
                  <a:pt x="5154167" y="629411"/>
                </a:lnTo>
                <a:lnTo>
                  <a:pt x="5173979" y="576071"/>
                </a:lnTo>
                <a:lnTo>
                  <a:pt x="5189219" y="519683"/>
                </a:lnTo>
                <a:lnTo>
                  <a:pt x="5196839" y="461771"/>
                </a:lnTo>
                <a:lnTo>
                  <a:pt x="5199887" y="431291"/>
                </a:lnTo>
                <a:lnTo>
                  <a:pt x="5199887" y="0"/>
                </a:lnTo>
                <a:lnTo>
                  <a:pt x="5219700" y="0"/>
                </a:lnTo>
                <a:lnTo>
                  <a:pt x="5219700" y="483612"/>
                </a:lnTo>
                <a:lnTo>
                  <a:pt x="5213603" y="524255"/>
                </a:lnTo>
                <a:lnTo>
                  <a:pt x="5189219" y="611123"/>
                </a:lnTo>
                <a:lnTo>
                  <a:pt x="5166359" y="665987"/>
                </a:lnTo>
                <a:lnTo>
                  <a:pt x="5122163" y="743711"/>
                </a:lnTo>
                <a:lnTo>
                  <a:pt x="5103875" y="766571"/>
                </a:lnTo>
                <a:lnTo>
                  <a:pt x="5085587" y="790955"/>
                </a:lnTo>
                <a:lnTo>
                  <a:pt x="5026151" y="853439"/>
                </a:lnTo>
                <a:lnTo>
                  <a:pt x="4980431" y="891539"/>
                </a:lnTo>
                <a:lnTo>
                  <a:pt x="4931663" y="925067"/>
                </a:lnTo>
                <a:lnTo>
                  <a:pt x="4879847" y="952499"/>
                </a:lnTo>
                <a:lnTo>
                  <a:pt x="4823459" y="976883"/>
                </a:lnTo>
                <a:lnTo>
                  <a:pt x="4767071" y="993647"/>
                </a:lnTo>
                <a:lnTo>
                  <a:pt x="4736591" y="1001267"/>
                </a:lnTo>
                <a:close/>
              </a:path>
              <a:path w="5219700" h="1013460">
                <a:moveTo>
                  <a:pt x="25907" y="1001267"/>
                </a:moveTo>
                <a:lnTo>
                  <a:pt x="12191" y="987551"/>
                </a:lnTo>
                <a:lnTo>
                  <a:pt x="25907" y="987551"/>
                </a:lnTo>
                <a:lnTo>
                  <a:pt x="25907" y="1001267"/>
                </a:lnTo>
                <a:close/>
              </a:path>
            </a:pathLst>
          </a:custGeom>
          <a:solidFill>
            <a:srgbClr val="BF504D"/>
          </a:solidFill>
        </p:spPr>
        <p:txBody>
          <a:bodyPr wrap="square" lIns="0" tIns="0" rIns="0" bIns="0" rtlCol="0"/>
          <a:lstStyle/>
          <a:p>
            <a:endParaRPr>
              <a:latin typeface="+mj-lt"/>
            </a:endParaRPr>
          </a:p>
        </p:txBody>
      </p:sp>
      <p:sp>
        <p:nvSpPr>
          <p:cNvPr id="13" name="Date Placeholder 12"/>
          <p:cNvSpPr>
            <a:spLocks noGrp="1"/>
          </p:cNvSpPr>
          <p:nvPr>
            <p:ph type="dt" sz="half" idx="10"/>
          </p:nvPr>
        </p:nvSpPr>
        <p:spPr/>
        <p:txBody>
          <a:bodyPr/>
          <a:lstStyle/>
          <a:p>
            <a:fld id="{5EBB5212-D70F-4167-B67F-596600E9BA9D}" type="datetime1">
              <a:rPr lang="en-US" smtClean="0">
                <a:latin typeface="+mj-lt"/>
              </a:rPr>
              <a:t>5/1/2026</a:t>
            </a:fld>
            <a:endParaRPr lang="en-US">
              <a:latin typeface="+mj-lt"/>
            </a:endParaRPr>
          </a:p>
        </p:txBody>
      </p:sp>
      <p:sp>
        <p:nvSpPr>
          <p:cNvPr id="14" name="Slide Number Placeholder 13"/>
          <p:cNvSpPr>
            <a:spLocks noGrp="1"/>
          </p:cNvSpPr>
          <p:nvPr>
            <p:ph type="sldNum" sz="quarter" idx="12"/>
          </p:nvPr>
        </p:nvSpPr>
        <p:spPr/>
        <p:txBody>
          <a:bodyPr/>
          <a:lstStyle/>
          <a:p>
            <a:fld id="{B6F15528-21DE-4FAA-801E-634DDDAF4B2B}" type="slidenum">
              <a:rPr lang="en-US" smtClean="0">
                <a:latin typeface="+mj-lt"/>
              </a:rPr>
              <a:pPr/>
              <a:t>92</a:t>
            </a:fld>
            <a:endParaRPr lang="en-US">
              <a:latin typeface="+mj-lt"/>
            </a:endParaRPr>
          </a:p>
        </p:txBody>
      </p:sp>
      <p:sp>
        <p:nvSpPr>
          <p:cNvPr id="15" name="Footer Placeholder 14"/>
          <p:cNvSpPr>
            <a:spLocks noGrp="1"/>
          </p:cNvSpPr>
          <p:nvPr>
            <p:ph type="ftr" sz="quarter" idx="11"/>
          </p:nvPr>
        </p:nvSpPr>
        <p:spPr>
          <a:xfrm>
            <a:off x="3124200" y="6356350"/>
            <a:ext cx="4343400" cy="365125"/>
          </a:xfrm>
        </p:spPr>
        <p:txBody>
          <a:bodyPr/>
          <a:lstStyle/>
          <a:p>
            <a:r>
              <a:rPr lang="sv-SE">
                <a:latin typeface="+mj-lt"/>
              </a:rPr>
              <a:t>Mr. Minhaj Nezami    AOE0861    TQM     Unit 5</a:t>
            </a:r>
            <a:endParaRPr lang="en-US" dirty="0">
              <a:latin typeface="+mj-lt"/>
            </a:endParaRPr>
          </a:p>
        </p:txBody>
      </p:sp>
      <p:pic>
        <p:nvPicPr>
          <p:cNvPr id="17" name="Picture 16"/>
          <p:cNvPicPr>
            <a:picLocks noChangeAspect="1"/>
          </p:cNvPicPr>
          <p:nvPr/>
        </p:nvPicPr>
        <p:blipFill>
          <a:blip r:embed="rId6"/>
          <a:stretch>
            <a:fillRect/>
          </a:stretch>
        </p:blipFill>
        <p:spPr>
          <a:xfrm>
            <a:off x="0" y="7779"/>
            <a:ext cx="1755800" cy="1024217"/>
          </a:xfrm>
          <a:prstGeom prst="rect">
            <a:avLst/>
          </a:prstGeom>
        </p:spPr>
      </p:pic>
      <p:sp>
        <p:nvSpPr>
          <p:cNvPr id="16" name="Title 1">
            <a:extLst>
              <a:ext uri="{FF2B5EF4-FFF2-40B4-BE49-F238E27FC236}">
                <a16:creationId xmlns:a16="http://schemas.microsoft.com/office/drawing/2014/main" id="{1C7BBAA3-263A-8FE5-5AA3-E40EF73A5AE9}"/>
              </a:ext>
            </a:extLst>
          </p:cNvPr>
          <p:cNvSpPr txBox="1">
            <a:spLocks/>
          </p:cNvSpPr>
          <p:nvPr/>
        </p:nvSpPr>
        <p:spPr>
          <a:xfrm>
            <a:off x="1755800" y="14632"/>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Prerequisites of JIT</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D23F87BE-0CCA-4F84-8C96-96F5CBDC7BCD}" type="datetime1">
              <a:rPr lang="en-US" smtClean="0"/>
              <a:t>5/1/2026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93</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sv-SE" sz="2000"/>
              <a:t>Mr. Minhaj Nezami    AOE0861    TQM     Unit 5</a:t>
            </a:r>
            <a:endParaRPr lang="en-US" sz="2000" dirty="0"/>
          </a:p>
        </p:txBody>
      </p:sp>
      <p:sp>
        <p:nvSpPr>
          <p:cNvPr id="11" name="Content Placeholder 10"/>
          <p:cNvSpPr>
            <a:spLocks noGrp="1"/>
          </p:cNvSpPr>
          <p:nvPr>
            <p:ph idx="1"/>
          </p:nvPr>
        </p:nvSpPr>
        <p:spPr>
          <a:xfrm>
            <a:off x="457200" y="1219200"/>
            <a:ext cx="8229600" cy="4906963"/>
          </a:xfrm>
        </p:spPr>
        <p:txBody>
          <a:bodyPr>
            <a:normAutofit/>
          </a:bodyPr>
          <a:lstStyle/>
          <a:p>
            <a:pPr algn="just">
              <a:lnSpc>
                <a:spcPct val="150000"/>
              </a:lnSpc>
            </a:pPr>
            <a:r>
              <a:rPr lang="en-US" sz="2200" dirty="0"/>
              <a:t>Just-in-time also known as JIT is an inventory management method whereby </a:t>
            </a:r>
            <a:r>
              <a:rPr lang="en-US" sz="2200" dirty="0" err="1"/>
              <a:t>labour</a:t>
            </a:r>
            <a:r>
              <a:rPr lang="en-US" sz="2200" dirty="0"/>
              <a:t>, material and goods (to be used in manufacturing) are re-filled or scheduled to arrive exactly when needed in the manufacturing process</a:t>
            </a:r>
          </a:p>
          <a:p>
            <a:pPr algn="just">
              <a:lnSpc>
                <a:spcPct val="150000"/>
              </a:lnSpc>
            </a:pPr>
            <a:r>
              <a:rPr lang="en-US" sz="2200" dirty="0"/>
              <a:t>JIT is a manufacturing management process. It was first developed and applied in the Toyota manufacturing plants in order to meet consumer demands with minimum delays.</a:t>
            </a:r>
          </a:p>
          <a:p>
            <a:endParaRPr lang="en-US" sz="2200" dirty="0"/>
          </a:p>
        </p:txBody>
      </p:sp>
      <p:pic>
        <p:nvPicPr>
          <p:cNvPr id="8" name="Picture 7"/>
          <p:cNvPicPr>
            <a:picLocks noChangeAspect="1"/>
          </p:cNvPicPr>
          <p:nvPr/>
        </p:nvPicPr>
        <p:blipFill>
          <a:blip r:embed="rId2"/>
          <a:stretch>
            <a:fillRect/>
          </a:stretch>
        </p:blipFill>
        <p:spPr>
          <a:xfrm>
            <a:off x="0" y="7779"/>
            <a:ext cx="1755800" cy="1024217"/>
          </a:xfrm>
          <a:prstGeom prst="rect">
            <a:avLst/>
          </a:prstGeom>
        </p:spPr>
      </p:pic>
      <p:sp>
        <p:nvSpPr>
          <p:cNvPr id="12" name="Title 1">
            <a:extLst>
              <a:ext uri="{FF2B5EF4-FFF2-40B4-BE49-F238E27FC236}">
                <a16:creationId xmlns:a16="http://schemas.microsoft.com/office/drawing/2014/main" id="{1C7BBAA3-263A-8FE5-5AA3-E40EF73A5AE9}"/>
              </a:ext>
            </a:extLst>
          </p:cNvPr>
          <p:cNvSpPr txBox="1">
            <a:spLocks/>
          </p:cNvSpPr>
          <p:nvPr/>
        </p:nvSpPr>
        <p:spPr>
          <a:xfrm>
            <a:off x="1752600" y="7779"/>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JIT (CO5)</a:t>
            </a:r>
          </a:p>
        </p:txBody>
      </p:sp>
    </p:spTree>
    <p:extLst>
      <p:ext uri="{BB962C8B-B14F-4D97-AF65-F5344CB8AC3E}">
        <p14:creationId xmlns:p14="http://schemas.microsoft.com/office/powerpoint/2010/main" val="3919311891"/>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C2FCBD7-51A8-4599-A126-37EF6DE46AED}" type="datetime1">
              <a:rPr lang="en-US" smtClean="0"/>
              <a:t>5/1/2026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94</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sv-SE" sz="2000"/>
              <a:t>Mr. Minhaj Nezami    AOE0861    TQM     Unit 5</a:t>
            </a:r>
            <a:endParaRPr lang="en-US" sz="2000" dirty="0"/>
          </a:p>
        </p:txBody>
      </p:sp>
      <p:sp>
        <p:nvSpPr>
          <p:cNvPr id="11" name="Content Placeholder 10"/>
          <p:cNvSpPr>
            <a:spLocks noGrp="1"/>
          </p:cNvSpPr>
          <p:nvPr>
            <p:ph idx="1"/>
          </p:nvPr>
        </p:nvSpPr>
        <p:spPr>
          <a:xfrm>
            <a:off x="457200" y="914400"/>
            <a:ext cx="8229600" cy="5211763"/>
          </a:xfrm>
        </p:spPr>
        <p:txBody>
          <a:bodyPr>
            <a:normAutofit/>
          </a:bodyPr>
          <a:lstStyle/>
          <a:p>
            <a:pPr algn="just"/>
            <a:r>
              <a:rPr lang="en-US" sz="2200" dirty="0"/>
              <a:t>The main focus of JIT is to identify and correct the obstacles in the production process. It shows the hidden problems of inventory. </a:t>
            </a:r>
          </a:p>
          <a:p>
            <a:pPr algn="just"/>
            <a:r>
              <a:rPr lang="en-US" sz="2200" dirty="0"/>
              <a:t>Just In Time method prevents a company from using excessive inventory and smoothens production operations if a specific task takes longer than expected or a defective part is discovered in the system. </a:t>
            </a:r>
          </a:p>
          <a:p>
            <a:pPr algn="just"/>
            <a:r>
              <a:rPr lang="en-US" sz="2200" dirty="0"/>
              <a:t>This is also one of the main reason why the companies (which are opted for JIT) invest in preventive maintenance; when a part/equipment breaks down, the entire production process stops.</a:t>
            </a:r>
            <a:br>
              <a:rPr lang="en-US" sz="2200" dirty="0"/>
            </a:br>
            <a:endParaRPr lang="en-US" sz="2200" dirty="0"/>
          </a:p>
          <a:p>
            <a:pPr algn="just"/>
            <a:r>
              <a:rPr lang="en-US" sz="2200" dirty="0"/>
              <a:t>The prime objective of JIT is to increase the inventory turnover and reduce the holding and all connected cost. This concept was made applicable again by the Japanese firms, placing an order for the material, the same day for the production of the product.</a:t>
            </a:r>
          </a:p>
        </p:txBody>
      </p:sp>
      <p:pic>
        <p:nvPicPr>
          <p:cNvPr id="8" name="Picture 7"/>
          <p:cNvPicPr>
            <a:picLocks noChangeAspect="1"/>
          </p:cNvPicPr>
          <p:nvPr/>
        </p:nvPicPr>
        <p:blipFill>
          <a:blip r:embed="rId2"/>
          <a:stretch>
            <a:fillRect/>
          </a:stretch>
        </p:blipFill>
        <p:spPr>
          <a:xfrm>
            <a:off x="0" y="7779"/>
            <a:ext cx="1755800" cy="1024217"/>
          </a:xfrm>
          <a:prstGeom prst="rect">
            <a:avLst/>
          </a:prstGeom>
        </p:spPr>
      </p:pic>
      <p:sp>
        <p:nvSpPr>
          <p:cNvPr id="10" name="Title 1">
            <a:extLst>
              <a:ext uri="{FF2B5EF4-FFF2-40B4-BE49-F238E27FC236}">
                <a16:creationId xmlns:a16="http://schemas.microsoft.com/office/drawing/2014/main" id="{1C7BBAA3-263A-8FE5-5AA3-E40EF73A5AE9}"/>
              </a:ext>
            </a:extLst>
          </p:cNvPr>
          <p:cNvSpPr txBox="1">
            <a:spLocks/>
          </p:cNvSpPr>
          <p:nvPr/>
        </p:nvSpPr>
        <p:spPr>
          <a:xfrm>
            <a:off x="1752600" y="1687"/>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JIT (CO5)</a:t>
            </a:r>
          </a:p>
        </p:txBody>
      </p:sp>
    </p:spTree>
    <p:extLst>
      <p:ext uri="{BB962C8B-B14F-4D97-AF65-F5344CB8AC3E}">
        <p14:creationId xmlns:p14="http://schemas.microsoft.com/office/powerpoint/2010/main" val="3919311891"/>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38CCD5C5-5AEA-4840-97F5-640B78652890}" type="datetime1">
              <a:rPr lang="en-US" smtClean="0"/>
              <a:t>5/1/2026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95</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sv-SE" sz="2000"/>
              <a:t>Mr. Minhaj Nezami    AOE0861    TQM     Unit 5</a:t>
            </a:r>
            <a:endParaRPr lang="en-US" sz="2000" dirty="0"/>
          </a:p>
        </p:txBody>
      </p:sp>
      <p:sp>
        <p:nvSpPr>
          <p:cNvPr id="11" name="Content Placeholder 10"/>
          <p:cNvSpPr>
            <a:spLocks noGrp="1"/>
          </p:cNvSpPr>
          <p:nvPr>
            <p:ph idx="1"/>
          </p:nvPr>
        </p:nvSpPr>
        <p:spPr>
          <a:xfrm>
            <a:off x="457200" y="1219200"/>
            <a:ext cx="8229600" cy="4906963"/>
          </a:xfrm>
        </p:spPr>
        <p:txBody>
          <a:bodyPr>
            <a:normAutofit lnSpcReduction="10000"/>
          </a:bodyPr>
          <a:lstStyle/>
          <a:p>
            <a:pPr marL="0" indent="0" algn="just">
              <a:buNone/>
            </a:pPr>
            <a:r>
              <a:rPr lang="en-US" sz="2400" b="1" dirty="0"/>
              <a:t>Elements involved in JIT</a:t>
            </a:r>
            <a:endParaRPr lang="en-US" sz="2400" dirty="0"/>
          </a:p>
          <a:p>
            <a:pPr algn="just"/>
            <a:r>
              <a:rPr lang="en-US" sz="2200" b="1" dirty="0"/>
              <a:t>Continuous improvement: Attacking</a:t>
            </a:r>
            <a:r>
              <a:rPr lang="en-US" sz="2200" dirty="0"/>
              <a:t> fundamental problems and anything that does not add value to the product.</a:t>
            </a:r>
          </a:p>
          <a:p>
            <a:pPr algn="just"/>
            <a:r>
              <a:rPr lang="en-US" sz="2200" b="1" dirty="0"/>
              <a:t>Simplicity: </a:t>
            </a:r>
            <a:r>
              <a:rPr lang="en-US" sz="2200" dirty="0"/>
              <a:t> Simple systems are simple &amp; easy to understand, easily manageable and the chances of going wrong are very low.</a:t>
            </a:r>
          </a:p>
          <a:p>
            <a:pPr algn="just"/>
            <a:r>
              <a:rPr lang="en-US" sz="2200" b="1" dirty="0"/>
              <a:t>A product:</a:t>
            </a:r>
            <a:r>
              <a:rPr lang="en-US" sz="2200" dirty="0"/>
              <a:t> oriented layout for less time spent on materials and parts movement.</a:t>
            </a:r>
          </a:p>
          <a:p>
            <a:pPr algn="just"/>
            <a:r>
              <a:rPr lang="en-US" sz="2200" dirty="0"/>
              <a:t>Quality control at source to ensure every worker is solely responsible for the quality of their own produced output.</a:t>
            </a:r>
          </a:p>
          <a:p>
            <a:pPr algn="just"/>
            <a:r>
              <a:rPr lang="en-US" sz="2200" b="1" dirty="0"/>
              <a:t>Eliminating waste: </a:t>
            </a:r>
            <a:r>
              <a:rPr lang="en-US" sz="2200" dirty="0"/>
              <a:t>There are seven types of </a:t>
            </a:r>
            <a:r>
              <a:rPr lang="en-US" sz="2200" dirty="0" err="1"/>
              <a:t>waste:Waste</a:t>
            </a:r>
            <a:r>
              <a:rPr lang="en-US" sz="2200" dirty="0"/>
              <a:t> from product defects.</a:t>
            </a:r>
          </a:p>
          <a:p>
            <a:pPr algn="just"/>
            <a:r>
              <a:rPr lang="en-US" sz="2200" dirty="0"/>
              <a:t>Waste of time.</a:t>
            </a:r>
          </a:p>
          <a:p>
            <a:pPr algn="just"/>
            <a:r>
              <a:rPr lang="en-US" sz="2200" dirty="0"/>
              <a:t>Transportation waste.</a:t>
            </a:r>
          </a:p>
        </p:txBody>
      </p:sp>
      <p:pic>
        <p:nvPicPr>
          <p:cNvPr id="8" name="Picture 7"/>
          <p:cNvPicPr>
            <a:picLocks noChangeAspect="1"/>
          </p:cNvPicPr>
          <p:nvPr/>
        </p:nvPicPr>
        <p:blipFill>
          <a:blip r:embed="rId2"/>
          <a:stretch>
            <a:fillRect/>
          </a:stretch>
        </p:blipFill>
        <p:spPr>
          <a:xfrm>
            <a:off x="0" y="7779"/>
            <a:ext cx="1755800" cy="1024217"/>
          </a:xfrm>
          <a:prstGeom prst="rect">
            <a:avLst/>
          </a:prstGeom>
        </p:spPr>
      </p:pic>
      <p:sp>
        <p:nvSpPr>
          <p:cNvPr id="12" name="Title 1">
            <a:extLst>
              <a:ext uri="{FF2B5EF4-FFF2-40B4-BE49-F238E27FC236}">
                <a16:creationId xmlns:a16="http://schemas.microsoft.com/office/drawing/2014/main" id="{1C7BBAA3-263A-8FE5-5AA3-E40EF73A5AE9}"/>
              </a:ext>
            </a:extLst>
          </p:cNvPr>
          <p:cNvSpPr txBox="1">
            <a:spLocks/>
          </p:cNvSpPr>
          <p:nvPr/>
        </p:nvSpPr>
        <p:spPr>
          <a:xfrm>
            <a:off x="1752600" y="1687"/>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JIT (CO5)</a:t>
            </a:r>
          </a:p>
        </p:txBody>
      </p:sp>
    </p:spTree>
    <p:extLst>
      <p:ext uri="{BB962C8B-B14F-4D97-AF65-F5344CB8AC3E}">
        <p14:creationId xmlns:p14="http://schemas.microsoft.com/office/powerpoint/2010/main" val="3919311891"/>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5B726E9-3E25-4CA8-B934-278AEF95C9FB}" type="datetime1">
              <a:rPr lang="en-US" smtClean="0"/>
              <a:t>5/1/2026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96</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sv-SE" sz="2000"/>
              <a:t>Mr. Minhaj Nezami    AOE0861    TQM     Unit 5</a:t>
            </a:r>
            <a:endParaRPr lang="en-US" sz="2000" dirty="0"/>
          </a:p>
        </p:txBody>
      </p:sp>
      <p:sp>
        <p:nvSpPr>
          <p:cNvPr id="11" name="Content Placeholder 10"/>
          <p:cNvSpPr>
            <a:spLocks noGrp="1"/>
          </p:cNvSpPr>
          <p:nvPr>
            <p:ph idx="1"/>
          </p:nvPr>
        </p:nvSpPr>
        <p:spPr>
          <a:xfrm>
            <a:off x="457200" y="990600"/>
            <a:ext cx="8229600" cy="5135563"/>
          </a:xfrm>
        </p:spPr>
        <p:txBody>
          <a:bodyPr>
            <a:normAutofit/>
          </a:bodyPr>
          <a:lstStyle/>
          <a:p>
            <a:pPr algn="just"/>
            <a:r>
              <a:rPr lang="en-US" sz="2200" dirty="0"/>
              <a:t>Inventory waste.</a:t>
            </a:r>
          </a:p>
          <a:p>
            <a:pPr algn="just"/>
            <a:r>
              <a:rPr lang="en-US" sz="2200" dirty="0"/>
              <a:t>Waste from overproduction.</a:t>
            </a:r>
          </a:p>
          <a:p>
            <a:pPr algn="just"/>
            <a:r>
              <a:rPr lang="en-US" sz="2200" dirty="0"/>
              <a:t>Processing waste.</a:t>
            </a:r>
          </a:p>
          <a:p>
            <a:pPr algn="just"/>
            <a:r>
              <a:rPr lang="en-US" sz="2200" dirty="0"/>
              <a:t>Waste minimization is one of the primary objectives of Just In Time system. This needs effective inventory management throughout the whole supply chain. </a:t>
            </a:r>
          </a:p>
          <a:p>
            <a:pPr algn="just"/>
            <a:r>
              <a:rPr lang="en-US" sz="2200" dirty="0"/>
              <a:t>Initially, a manufacturing entity will seek to reduce inventory and enhance operations within its own organization. In an attempt to reduce waste attributed to ineffective inventory management,</a:t>
            </a:r>
          </a:p>
          <a:p>
            <a:pPr algn="just"/>
            <a:r>
              <a:rPr lang="en-US" sz="2200" b="1" dirty="0"/>
              <a:t>SIX principles in relation to JIT </a:t>
            </a:r>
            <a:r>
              <a:rPr lang="en-US" sz="2200" dirty="0"/>
              <a:t>have been stated by Schniededans and they are:     </a:t>
            </a:r>
          </a:p>
          <a:p>
            <a:pPr algn="just"/>
            <a:r>
              <a:rPr lang="en-US" sz="2200" dirty="0"/>
              <a:t>Reduce buffer inventory.</a:t>
            </a:r>
          </a:p>
        </p:txBody>
      </p:sp>
      <p:pic>
        <p:nvPicPr>
          <p:cNvPr id="8" name="Picture 7"/>
          <p:cNvPicPr>
            <a:picLocks noChangeAspect="1"/>
          </p:cNvPicPr>
          <p:nvPr/>
        </p:nvPicPr>
        <p:blipFill>
          <a:blip r:embed="rId2"/>
          <a:stretch>
            <a:fillRect/>
          </a:stretch>
        </p:blipFill>
        <p:spPr>
          <a:xfrm>
            <a:off x="0" y="7779"/>
            <a:ext cx="1755800" cy="1024217"/>
          </a:xfrm>
          <a:prstGeom prst="rect">
            <a:avLst/>
          </a:prstGeom>
        </p:spPr>
      </p:pic>
      <p:sp>
        <p:nvSpPr>
          <p:cNvPr id="12" name="Title 1">
            <a:extLst>
              <a:ext uri="{FF2B5EF4-FFF2-40B4-BE49-F238E27FC236}">
                <a16:creationId xmlns:a16="http://schemas.microsoft.com/office/drawing/2014/main" id="{1C7BBAA3-263A-8FE5-5AA3-E40EF73A5AE9}"/>
              </a:ext>
            </a:extLst>
          </p:cNvPr>
          <p:cNvSpPr txBox="1">
            <a:spLocks/>
          </p:cNvSpPr>
          <p:nvPr/>
        </p:nvSpPr>
        <p:spPr>
          <a:xfrm>
            <a:off x="1752600" y="1687"/>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JIT (CO5)</a:t>
            </a:r>
          </a:p>
        </p:txBody>
      </p:sp>
    </p:spTree>
    <p:extLst>
      <p:ext uri="{BB962C8B-B14F-4D97-AF65-F5344CB8AC3E}">
        <p14:creationId xmlns:p14="http://schemas.microsoft.com/office/powerpoint/2010/main" val="3919311891"/>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7ACDD93-4AAC-4F56-BE04-EF56C9455703}" type="datetime1">
              <a:rPr lang="en-US" smtClean="0"/>
              <a:t>5/1/2026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97</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sv-SE" sz="2000"/>
              <a:t>Mr. Minhaj Nezami    AOE0861    TQM     Unit 5</a:t>
            </a:r>
            <a:endParaRPr lang="en-US" sz="2000" dirty="0"/>
          </a:p>
        </p:txBody>
      </p:sp>
      <p:sp>
        <p:nvSpPr>
          <p:cNvPr id="11" name="Content Placeholder 10"/>
          <p:cNvSpPr>
            <a:spLocks noGrp="1"/>
          </p:cNvSpPr>
          <p:nvPr>
            <p:ph idx="1"/>
          </p:nvPr>
        </p:nvSpPr>
        <p:spPr>
          <a:xfrm>
            <a:off x="457200" y="1219200"/>
            <a:ext cx="8229600" cy="4906963"/>
          </a:xfrm>
        </p:spPr>
        <p:txBody>
          <a:bodyPr>
            <a:normAutofit/>
          </a:bodyPr>
          <a:lstStyle/>
          <a:p>
            <a:pPr algn="just">
              <a:lnSpc>
                <a:spcPct val="150000"/>
              </a:lnSpc>
            </a:pPr>
            <a:r>
              <a:rPr lang="en-US" sz="2400" dirty="0"/>
              <a:t>      </a:t>
            </a:r>
            <a:r>
              <a:rPr lang="en-US" sz="2200" dirty="0"/>
              <a:t>Try for zero inventory.</a:t>
            </a:r>
          </a:p>
          <a:p>
            <a:pPr algn="just">
              <a:lnSpc>
                <a:spcPct val="150000"/>
              </a:lnSpc>
            </a:pPr>
            <a:r>
              <a:rPr lang="en-US" sz="2200" dirty="0"/>
              <a:t>      Search for reliable suppliers.</a:t>
            </a:r>
          </a:p>
          <a:p>
            <a:pPr algn="just">
              <a:lnSpc>
                <a:spcPct val="150000"/>
              </a:lnSpc>
            </a:pPr>
            <a:r>
              <a:rPr lang="en-US" sz="2200" dirty="0"/>
              <a:t>      Reduce lot size and increase the frequency of orders.</a:t>
            </a:r>
          </a:p>
          <a:p>
            <a:pPr algn="just">
              <a:lnSpc>
                <a:spcPct val="150000"/>
              </a:lnSpc>
            </a:pPr>
            <a:r>
              <a:rPr lang="en-US" sz="2200" dirty="0"/>
              <a:t>      Reduce purchasing cost.</a:t>
            </a:r>
          </a:p>
          <a:p>
            <a:pPr algn="just">
              <a:lnSpc>
                <a:spcPct val="150000"/>
              </a:lnSpc>
            </a:pPr>
            <a:r>
              <a:rPr lang="en-US" sz="2200" dirty="0"/>
              <a:t>      Improve material handling.</a:t>
            </a:r>
          </a:p>
        </p:txBody>
      </p:sp>
      <p:pic>
        <p:nvPicPr>
          <p:cNvPr id="8" name="Picture 7"/>
          <p:cNvPicPr>
            <a:picLocks noChangeAspect="1"/>
          </p:cNvPicPr>
          <p:nvPr/>
        </p:nvPicPr>
        <p:blipFill>
          <a:blip r:embed="rId2"/>
          <a:stretch>
            <a:fillRect/>
          </a:stretch>
        </p:blipFill>
        <p:spPr>
          <a:xfrm>
            <a:off x="0" y="7779"/>
            <a:ext cx="1755800" cy="1024217"/>
          </a:xfrm>
          <a:prstGeom prst="rect">
            <a:avLst/>
          </a:prstGeom>
        </p:spPr>
      </p:pic>
      <p:sp>
        <p:nvSpPr>
          <p:cNvPr id="12" name="Title 1">
            <a:extLst>
              <a:ext uri="{FF2B5EF4-FFF2-40B4-BE49-F238E27FC236}">
                <a16:creationId xmlns:a16="http://schemas.microsoft.com/office/drawing/2014/main" id="{1C7BBAA3-263A-8FE5-5AA3-E40EF73A5AE9}"/>
              </a:ext>
            </a:extLst>
          </p:cNvPr>
          <p:cNvSpPr txBox="1">
            <a:spLocks/>
          </p:cNvSpPr>
          <p:nvPr/>
        </p:nvSpPr>
        <p:spPr>
          <a:xfrm>
            <a:off x="1752600" y="1687"/>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JIT (CO5)</a:t>
            </a:r>
          </a:p>
        </p:txBody>
      </p:sp>
    </p:spTree>
    <p:extLst>
      <p:ext uri="{BB962C8B-B14F-4D97-AF65-F5344CB8AC3E}">
        <p14:creationId xmlns:p14="http://schemas.microsoft.com/office/powerpoint/2010/main" val="3919311891"/>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B49A8A3-3FF0-48CC-8DEE-00B557B1EBAE}" type="datetime1">
              <a:rPr lang="en-US" smtClean="0"/>
              <a:t>5/1/2026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98</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sv-SE" sz="2000"/>
              <a:t>Mr. Minhaj Nezami    AOE0861    TQM     Unit 5</a:t>
            </a:r>
            <a:endParaRPr lang="en-US" sz="2000" dirty="0"/>
          </a:p>
        </p:txBody>
      </p:sp>
      <p:sp>
        <p:nvSpPr>
          <p:cNvPr id="11" name="Content Placeholder 10"/>
          <p:cNvSpPr>
            <a:spLocks noGrp="1"/>
          </p:cNvSpPr>
          <p:nvPr>
            <p:ph idx="1"/>
          </p:nvPr>
        </p:nvSpPr>
        <p:spPr>
          <a:xfrm>
            <a:off x="457200" y="914400"/>
            <a:ext cx="8229600" cy="5211763"/>
          </a:xfrm>
        </p:spPr>
        <p:txBody>
          <a:bodyPr>
            <a:normAutofit fontScale="92500"/>
          </a:bodyPr>
          <a:lstStyle/>
          <a:p>
            <a:pPr algn="just">
              <a:buNone/>
            </a:pPr>
            <a:r>
              <a:rPr lang="en-US" sz="2600" b="1" dirty="0"/>
              <a:t>Advantages &amp; Disadvantages of Just-In-Time Systems</a:t>
            </a:r>
            <a:endParaRPr lang="en-US" sz="2600" dirty="0"/>
          </a:p>
          <a:p>
            <a:pPr marL="0" indent="0" algn="just">
              <a:buNone/>
            </a:pPr>
            <a:r>
              <a:rPr lang="en-US" sz="2600" b="1" dirty="0"/>
              <a:t>Advantages of Adopting Just-In-Time include:</a:t>
            </a:r>
          </a:p>
          <a:p>
            <a:pPr algn="just"/>
            <a:r>
              <a:rPr lang="en-US" sz="2400" dirty="0"/>
              <a:t>Just-in-time approach keeps stock holding costs to a minimum level. The released capacity results in better utilization of space and bears a favorable impact on the insurance premiums and rent that would otherwise be needed to be made.</a:t>
            </a:r>
          </a:p>
          <a:p>
            <a:pPr algn="just"/>
            <a:r>
              <a:rPr lang="en-US" sz="2400" dirty="0"/>
              <a:t>The just-in-time approach helps to eliminate waste. Chances of expired or out of date products; do not arise at all.</a:t>
            </a:r>
          </a:p>
          <a:p>
            <a:pPr algn="just"/>
            <a:r>
              <a:rPr lang="en-US" sz="2400" dirty="0"/>
              <a:t>As under this management method, only essential stocks which are required for to manufacturing are obtained, thus less working capital is required. Under this approach, a minimum re-ordering level is set, and only when that level is reached, order for fresh stocks are made and thus this becomes a boon to inventory management too.</a:t>
            </a:r>
          </a:p>
        </p:txBody>
      </p:sp>
      <p:pic>
        <p:nvPicPr>
          <p:cNvPr id="8" name="Picture 7"/>
          <p:cNvPicPr>
            <a:picLocks noChangeAspect="1"/>
          </p:cNvPicPr>
          <p:nvPr/>
        </p:nvPicPr>
        <p:blipFill>
          <a:blip r:embed="rId2"/>
          <a:stretch>
            <a:fillRect/>
          </a:stretch>
        </p:blipFill>
        <p:spPr>
          <a:xfrm>
            <a:off x="0" y="7779"/>
            <a:ext cx="1755800" cy="1024217"/>
          </a:xfrm>
          <a:prstGeom prst="rect">
            <a:avLst/>
          </a:prstGeom>
        </p:spPr>
      </p:pic>
      <p:sp>
        <p:nvSpPr>
          <p:cNvPr id="12" name="Title 1">
            <a:extLst>
              <a:ext uri="{FF2B5EF4-FFF2-40B4-BE49-F238E27FC236}">
                <a16:creationId xmlns:a16="http://schemas.microsoft.com/office/drawing/2014/main" id="{1C7BBAA3-263A-8FE5-5AA3-E40EF73A5AE9}"/>
              </a:ext>
            </a:extLst>
          </p:cNvPr>
          <p:cNvSpPr txBox="1">
            <a:spLocks/>
          </p:cNvSpPr>
          <p:nvPr/>
        </p:nvSpPr>
        <p:spPr>
          <a:xfrm>
            <a:off x="1752600" y="1687"/>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JIT (CO5)</a:t>
            </a:r>
          </a:p>
        </p:txBody>
      </p:sp>
    </p:spTree>
    <p:extLst>
      <p:ext uri="{BB962C8B-B14F-4D97-AF65-F5344CB8AC3E}">
        <p14:creationId xmlns:p14="http://schemas.microsoft.com/office/powerpoint/2010/main" val="3919311891"/>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C0081C86-BDC2-44FF-87A9-EC83CBA70F66}" type="datetime1">
              <a:rPr lang="en-US" smtClean="0"/>
              <a:t>5/1/2026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99</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sv-SE" sz="2000"/>
              <a:t>Mr. Minhaj Nezami    AOE0861    TQM     Unit 5</a:t>
            </a:r>
            <a:endParaRPr lang="en-US" sz="2000" dirty="0"/>
          </a:p>
        </p:txBody>
      </p:sp>
      <p:sp>
        <p:nvSpPr>
          <p:cNvPr id="11" name="Content Placeholder 10"/>
          <p:cNvSpPr>
            <a:spLocks noGrp="1"/>
          </p:cNvSpPr>
          <p:nvPr>
            <p:ph idx="1"/>
          </p:nvPr>
        </p:nvSpPr>
        <p:spPr>
          <a:xfrm>
            <a:off x="457200" y="1219200"/>
            <a:ext cx="8229600" cy="4906963"/>
          </a:xfrm>
        </p:spPr>
        <p:txBody>
          <a:bodyPr>
            <a:normAutofit/>
          </a:bodyPr>
          <a:lstStyle/>
          <a:p>
            <a:pPr algn="just"/>
            <a:r>
              <a:rPr lang="en-US" sz="2200" dirty="0"/>
              <a:t>Due to the abovementioned low level of stocks held, the ROI (Return On Investment) of the organizations be high in general.</a:t>
            </a:r>
          </a:p>
          <a:p>
            <a:pPr algn="just"/>
            <a:r>
              <a:rPr lang="en-US" sz="2200" dirty="0"/>
              <a:t>As this approach works on a demand-pull basis, all goods produced would be sold, and thus it includes changes in demand with unanticipated ease. </a:t>
            </a:r>
          </a:p>
          <a:p>
            <a:pPr algn="just"/>
            <a:r>
              <a:rPr lang="en-US" sz="2200" dirty="0"/>
              <a:t>This makes JIT appealing today, where the market demand is fickle and somewhat volatile.</a:t>
            </a:r>
          </a:p>
          <a:p>
            <a:pPr algn="just"/>
            <a:r>
              <a:rPr lang="en-US" sz="2200" dirty="0"/>
              <a:t>JIT emphasizes the ‘right-first-time’ concept, so that rework costs and the cost of inspection is minimized.</a:t>
            </a:r>
          </a:p>
          <a:p>
            <a:pPr algn="just"/>
            <a:r>
              <a:rPr lang="en-US" sz="2200" dirty="0"/>
              <a:t>By following JIT greater efficiency and High-quality products can be derived.</a:t>
            </a:r>
          </a:p>
          <a:p>
            <a:pPr algn="just"/>
            <a:r>
              <a:rPr lang="en-US" sz="2200" dirty="0"/>
              <a:t>Better relationships are fostered along the production chain under a JIT system.</a:t>
            </a:r>
          </a:p>
        </p:txBody>
      </p:sp>
      <p:pic>
        <p:nvPicPr>
          <p:cNvPr id="8" name="Picture 7"/>
          <p:cNvPicPr>
            <a:picLocks noChangeAspect="1"/>
          </p:cNvPicPr>
          <p:nvPr/>
        </p:nvPicPr>
        <p:blipFill>
          <a:blip r:embed="rId2"/>
          <a:stretch>
            <a:fillRect/>
          </a:stretch>
        </p:blipFill>
        <p:spPr>
          <a:xfrm>
            <a:off x="0" y="7779"/>
            <a:ext cx="1755800" cy="1024217"/>
          </a:xfrm>
          <a:prstGeom prst="rect">
            <a:avLst/>
          </a:prstGeom>
        </p:spPr>
      </p:pic>
      <p:sp>
        <p:nvSpPr>
          <p:cNvPr id="10" name="Title 1">
            <a:extLst>
              <a:ext uri="{FF2B5EF4-FFF2-40B4-BE49-F238E27FC236}">
                <a16:creationId xmlns:a16="http://schemas.microsoft.com/office/drawing/2014/main" id="{1C7BBAA3-263A-8FE5-5AA3-E40EF73A5AE9}"/>
              </a:ext>
            </a:extLst>
          </p:cNvPr>
          <p:cNvSpPr txBox="1">
            <a:spLocks/>
          </p:cNvSpPr>
          <p:nvPr/>
        </p:nvSpPr>
        <p:spPr>
          <a:xfrm>
            <a:off x="1752600" y="1687"/>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JIT (CO5)</a:t>
            </a:r>
          </a:p>
        </p:txBody>
      </p:sp>
    </p:spTree>
    <p:extLst>
      <p:ext uri="{BB962C8B-B14F-4D97-AF65-F5344CB8AC3E}">
        <p14:creationId xmlns:p14="http://schemas.microsoft.com/office/powerpoint/2010/main" val="3919311891"/>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3FFC0489-71AC-4D60-AB49-51DB68410331}" type="datetime1">
              <a:rPr lang="en-US" smtClean="0"/>
              <a:t>5/1/2026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100</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sv-SE" sz="2000"/>
              <a:t>Mr. Minhaj Nezami    AOE0861    TQM     Unit 5</a:t>
            </a:r>
            <a:endParaRPr lang="en-US" sz="2000" dirty="0"/>
          </a:p>
        </p:txBody>
      </p:sp>
      <p:sp>
        <p:nvSpPr>
          <p:cNvPr id="11" name="Content Placeholder 10"/>
          <p:cNvSpPr>
            <a:spLocks noGrp="1"/>
          </p:cNvSpPr>
          <p:nvPr>
            <p:ph idx="1"/>
          </p:nvPr>
        </p:nvSpPr>
        <p:spPr>
          <a:xfrm>
            <a:off x="457200" y="1219200"/>
            <a:ext cx="8229600" cy="4906963"/>
          </a:xfrm>
        </p:spPr>
        <p:txBody>
          <a:bodyPr>
            <a:normAutofit/>
          </a:bodyPr>
          <a:lstStyle/>
          <a:p>
            <a:pPr algn="just">
              <a:lnSpc>
                <a:spcPct val="150000"/>
              </a:lnSpc>
            </a:pPr>
            <a:r>
              <a:rPr lang="en-US" sz="2200" dirty="0"/>
              <a:t>Higher customer satisfaction due to continuous communication with the customer.</a:t>
            </a:r>
          </a:p>
          <a:p>
            <a:pPr algn="just">
              <a:lnSpc>
                <a:spcPct val="150000"/>
              </a:lnSpc>
            </a:pPr>
            <a:r>
              <a:rPr lang="en-US" sz="2200" dirty="0"/>
              <a:t>Just In Time adoption result in the elimination of overproduction.</a:t>
            </a:r>
          </a:p>
          <a:p>
            <a:pPr algn="just">
              <a:lnSpc>
                <a:spcPct val="150000"/>
              </a:lnSpc>
              <a:buNone/>
            </a:pPr>
            <a:r>
              <a:rPr lang="en-US" sz="2400" b="1" dirty="0"/>
              <a:t>     Disadvantages of Adopting JIT Systems</a:t>
            </a:r>
          </a:p>
          <a:p>
            <a:pPr algn="just">
              <a:lnSpc>
                <a:spcPct val="150000"/>
              </a:lnSpc>
            </a:pPr>
            <a:r>
              <a:rPr lang="en-US" sz="2200" dirty="0"/>
              <a:t>JIT approach states ZERO tolerance for mistakes, making re-work difficult in practice, as inventory is kept to a minimum level.</a:t>
            </a:r>
          </a:p>
          <a:p>
            <a:pPr algn="just">
              <a:lnSpc>
                <a:spcPct val="150000"/>
              </a:lnSpc>
            </a:pPr>
            <a:r>
              <a:rPr lang="en-US" sz="2200" dirty="0"/>
              <a:t>A successful application of JIT requires a high reliance on suppliers, whose performance is outside the purview of the manufacturer.</a:t>
            </a:r>
          </a:p>
        </p:txBody>
      </p:sp>
      <p:pic>
        <p:nvPicPr>
          <p:cNvPr id="8" name="Picture 7"/>
          <p:cNvPicPr>
            <a:picLocks noChangeAspect="1"/>
          </p:cNvPicPr>
          <p:nvPr/>
        </p:nvPicPr>
        <p:blipFill>
          <a:blip r:embed="rId2"/>
          <a:stretch>
            <a:fillRect/>
          </a:stretch>
        </p:blipFill>
        <p:spPr>
          <a:xfrm>
            <a:off x="0" y="7779"/>
            <a:ext cx="1755800" cy="1024217"/>
          </a:xfrm>
          <a:prstGeom prst="rect">
            <a:avLst/>
          </a:prstGeom>
        </p:spPr>
      </p:pic>
      <p:sp>
        <p:nvSpPr>
          <p:cNvPr id="10" name="Title 1">
            <a:extLst>
              <a:ext uri="{FF2B5EF4-FFF2-40B4-BE49-F238E27FC236}">
                <a16:creationId xmlns:a16="http://schemas.microsoft.com/office/drawing/2014/main" id="{1C7BBAA3-263A-8FE5-5AA3-E40EF73A5AE9}"/>
              </a:ext>
            </a:extLst>
          </p:cNvPr>
          <p:cNvSpPr txBox="1">
            <a:spLocks/>
          </p:cNvSpPr>
          <p:nvPr/>
        </p:nvSpPr>
        <p:spPr>
          <a:xfrm>
            <a:off x="1752600" y="1687"/>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JIT (CO5)</a:t>
            </a:r>
          </a:p>
        </p:txBody>
      </p:sp>
    </p:spTree>
    <p:extLst>
      <p:ext uri="{BB962C8B-B14F-4D97-AF65-F5344CB8AC3E}">
        <p14:creationId xmlns:p14="http://schemas.microsoft.com/office/powerpoint/2010/main" val="3919311891"/>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106FDBB4-8A02-436B-9F4D-A44C60DD0696}" type="datetime1">
              <a:rPr lang="en-US" smtClean="0"/>
              <a:t>5/1/2026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101</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sv-SE" sz="2000"/>
              <a:t>Mr. Minhaj Nezami    AOE0861    TQM     Unit 5</a:t>
            </a:r>
            <a:endParaRPr lang="en-US" sz="2000" dirty="0"/>
          </a:p>
        </p:txBody>
      </p:sp>
      <p:sp>
        <p:nvSpPr>
          <p:cNvPr id="11" name="Content Placeholder 10"/>
          <p:cNvSpPr>
            <a:spLocks noGrp="1"/>
          </p:cNvSpPr>
          <p:nvPr>
            <p:ph idx="1"/>
          </p:nvPr>
        </p:nvSpPr>
        <p:spPr>
          <a:xfrm>
            <a:off x="457200" y="838200"/>
            <a:ext cx="8229600" cy="5287963"/>
          </a:xfrm>
        </p:spPr>
        <p:txBody>
          <a:bodyPr>
            <a:normAutofit lnSpcReduction="10000"/>
          </a:bodyPr>
          <a:lstStyle/>
          <a:p>
            <a:pPr algn="just">
              <a:lnSpc>
                <a:spcPct val="150000"/>
              </a:lnSpc>
            </a:pPr>
            <a:r>
              <a:rPr lang="en-US" sz="2200" dirty="0"/>
              <a:t>Due to no buffers in JIT, production line idling and downtime can occur which would have an unfavorable effect on the production process and also on the finances.</a:t>
            </a:r>
          </a:p>
          <a:p>
            <a:pPr algn="just">
              <a:lnSpc>
                <a:spcPct val="150000"/>
              </a:lnSpc>
            </a:pPr>
            <a:r>
              <a:rPr lang="en-US" sz="2200" dirty="0"/>
              <a:t>Chances are quite high of not meeting an unexpected increase in orders as there will be no excess inventory of finished goods.</a:t>
            </a:r>
          </a:p>
          <a:p>
            <a:pPr algn="just">
              <a:lnSpc>
                <a:spcPct val="150000"/>
              </a:lnSpc>
            </a:pPr>
            <a:r>
              <a:rPr lang="en-US" sz="2200" dirty="0"/>
              <a:t>Transaction costs would be comparatively high depending upon the frequency of transactions.</a:t>
            </a:r>
          </a:p>
          <a:p>
            <a:pPr algn="just">
              <a:lnSpc>
                <a:spcPct val="150000"/>
              </a:lnSpc>
            </a:pPr>
            <a:r>
              <a:rPr lang="en-US" sz="2200" dirty="0"/>
              <a:t>JIT may have certain negative effects on the environment due to the frequent deliveries as the same would result in higher use and cost of transportation, which in turn would consume more fossil fuels.</a:t>
            </a:r>
          </a:p>
          <a:p>
            <a:endParaRPr lang="en-US" sz="2200" dirty="0"/>
          </a:p>
        </p:txBody>
      </p:sp>
      <p:pic>
        <p:nvPicPr>
          <p:cNvPr id="8" name="Picture 7"/>
          <p:cNvPicPr>
            <a:picLocks noChangeAspect="1"/>
          </p:cNvPicPr>
          <p:nvPr/>
        </p:nvPicPr>
        <p:blipFill>
          <a:blip r:embed="rId2"/>
          <a:stretch>
            <a:fillRect/>
          </a:stretch>
        </p:blipFill>
        <p:spPr>
          <a:xfrm>
            <a:off x="0" y="7779"/>
            <a:ext cx="1755800" cy="1024217"/>
          </a:xfrm>
          <a:prstGeom prst="rect">
            <a:avLst/>
          </a:prstGeom>
        </p:spPr>
      </p:pic>
      <p:sp>
        <p:nvSpPr>
          <p:cNvPr id="10" name="Title 1">
            <a:extLst>
              <a:ext uri="{FF2B5EF4-FFF2-40B4-BE49-F238E27FC236}">
                <a16:creationId xmlns:a16="http://schemas.microsoft.com/office/drawing/2014/main" id="{1C7BBAA3-263A-8FE5-5AA3-E40EF73A5AE9}"/>
              </a:ext>
            </a:extLst>
          </p:cNvPr>
          <p:cNvSpPr txBox="1">
            <a:spLocks/>
          </p:cNvSpPr>
          <p:nvPr/>
        </p:nvSpPr>
        <p:spPr>
          <a:xfrm>
            <a:off x="1752600" y="1687"/>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JIT (CO5)</a:t>
            </a:r>
          </a:p>
        </p:txBody>
      </p:sp>
    </p:spTree>
    <p:extLst>
      <p:ext uri="{BB962C8B-B14F-4D97-AF65-F5344CB8AC3E}">
        <p14:creationId xmlns:p14="http://schemas.microsoft.com/office/powerpoint/2010/main" val="3919311891"/>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D1ABF1A-AA22-43E4-9755-6D283B7358CE}" type="datetime1">
              <a:rPr lang="en-US" smtClean="0"/>
              <a:t>5/1/2026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102</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sv-SE" sz="2000"/>
              <a:t>Mr. Minhaj Nezami    AOE0861    TQM     Unit 5</a:t>
            </a:r>
            <a:endParaRPr lang="en-US" sz="2000" dirty="0"/>
          </a:p>
        </p:txBody>
      </p:sp>
      <p:pic>
        <p:nvPicPr>
          <p:cNvPr id="6146" name="Picture 2" descr="C:\Users\ndc\Desktop\New folder\1_eZcy-6K_dqY0ytvl0aXxmw.jpeg"/>
          <p:cNvPicPr>
            <a:picLocks noGrp="1" noChangeAspect="1" noChangeArrowheads="1"/>
          </p:cNvPicPr>
          <p:nvPr>
            <p:ph idx="1"/>
          </p:nvPr>
        </p:nvPicPr>
        <p:blipFill>
          <a:blip r:embed="rId2"/>
          <a:srcRect/>
          <a:stretch>
            <a:fillRect/>
          </a:stretch>
        </p:blipFill>
        <p:spPr bwMode="auto">
          <a:xfrm>
            <a:off x="762000" y="1143000"/>
            <a:ext cx="7391401" cy="4572000"/>
          </a:xfrm>
          <a:prstGeom prst="rect">
            <a:avLst/>
          </a:prstGeom>
          <a:noFill/>
        </p:spPr>
      </p:pic>
      <p:pic>
        <p:nvPicPr>
          <p:cNvPr id="8" name="Picture 7"/>
          <p:cNvPicPr>
            <a:picLocks noChangeAspect="1"/>
          </p:cNvPicPr>
          <p:nvPr/>
        </p:nvPicPr>
        <p:blipFill>
          <a:blip r:embed="rId3"/>
          <a:stretch>
            <a:fillRect/>
          </a:stretch>
        </p:blipFill>
        <p:spPr>
          <a:xfrm>
            <a:off x="0" y="7779"/>
            <a:ext cx="1755800" cy="1024217"/>
          </a:xfrm>
          <a:prstGeom prst="rect">
            <a:avLst/>
          </a:prstGeom>
        </p:spPr>
      </p:pic>
      <p:sp>
        <p:nvSpPr>
          <p:cNvPr id="10" name="Title 1">
            <a:extLst>
              <a:ext uri="{FF2B5EF4-FFF2-40B4-BE49-F238E27FC236}">
                <a16:creationId xmlns:a16="http://schemas.microsoft.com/office/drawing/2014/main" id="{1C7BBAA3-263A-8FE5-5AA3-E40EF73A5AE9}"/>
              </a:ext>
            </a:extLst>
          </p:cNvPr>
          <p:cNvSpPr txBox="1">
            <a:spLocks/>
          </p:cNvSpPr>
          <p:nvPr/>
        </p:nvSpPr>
        <p:spPr>
          <a:xfrm>
            <a:off x="1752600" y="1687"/>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JIT (CO5)</a:t>
            </a:r>
          </a:p>
        </p:txBody>
      </p:sp>
    </p:spTree>
    <p:extLst>
      <p:ext uri="{BB962C8B-B14F-4D97-AF65-F5344CB8AC3E}">
        <p14:creationId xmlns:p14="http://schemas.microsoft.com/office/powerpoint/2010/main" val="3919311891"/>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FE15078B-690E-49E2-A16F-D0317E8C63E2}" type="datetime1">
              <a:rPr lang="en-US" smtClean="0">
                <a:latin typeface="+mj-lt"/>
              </a:rPr>
              <a:t>5/1/2026</a:t>
            </a:fld>
            <a:endParaRPr lang="en-US">
              <a:latin typeface="+mj-lt"/>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latin typeface="+mj-lt"/>
              </a:rPr>
              <a:pPr/>
              <a:t>103</a:t>
            </a:fld>
            <a:endParaRPr lang="en-US">
              <a:latin typeface="+mj-lt"/>
            </a:endParaRPr>
          </a:p>
        </p:txBody>
      </p:sp>
      <p:sp>
        <p:nvSpPr>
          <p:cNvPr id="9" name="Footer Placeholder 12"/>
          <p:cNvSpPr>
            <a:spLocks noGrp="1"/>
          </p:cNvSpPr>
          <p:nvPr>
            <p:ph type="ftr" sz="quarter" idx="11"/>
          </p:nvPr>
        </p:nvSpPr>
        <p:spPr>
          <a:xfrm>
            <a:off x="2286000" y="6248415"/>
            <a:ext cx="5029200" cy="365125"/>
          </a:xfrm>
        </p:spPr>
        <p:txBody>
          <a:bodyPr/>
          <a:lstStyle/>
          <a:p>
            <a:r>
              <a:rPr lang="sv-SE" sz="2000">
                <a:latin typeface="+mj-lt"/>
              </a:rPr>
              <a:t>Mr. Minhaj Nezami    AOE0861    TQM     Unit 5</a:t>
            </a:r>
            <a:endParaRPr lang="en-US" sz="2000" dirty="0">
              <a:latin typeface="+mj-lt"/>
            </a:endParaRPr>
          </a:p>
        </p:txBody>
      </p:sp>
      <p:sp>
        <p:nvSpPr>
          <p:cNvPr id="10" name="Rectangle 9"/>
          <p:cNvSpPr/>
          <p:nvPr/>
        </p:nvSpPr>
        <p:spPr>
          <a:xfrm>
            <a:off x="876300" y="1905000"/>
            <a:ext cx="7391400" cy="13716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just"/>
            <a:r>
              <a:rPr lang="en-US" sz="2200" dirty="0">
                <a:latin typeface="+mj-lt"/>
                <a:cs typeface="Times New Roman" pitchFamily="18" charset="0"/>
              </a:rPr>
              <a:t>Auditing is defined as the on-site verification activity, such as inspection or examination, of a process or quality system, to ensure compliance to requirements.</a:t>
            </a:r>
          </a:p>
        </p:txBody>
      </p:sp>
      <p:pic>
        <p:nvPicPr>
          <p:cNvPr id="8" name="Picture 7"/>
          <p:cNvPicPr>
            <a:picLocks noChangeAspect="1"/>
          </p:cNvPicPr>
          <p:nvPr/>
        </p:nvPicPr>
        <p:blipFill>
          <a:blip r:embed="rId2"/>
          <a:stretch>
            <a:fillRect/>
          </a:stretch>
        </p:blipFill>
        <p:spPr>
          <a:xfrm>
            <a:off x="0" y="7779"/>
            <a:ext cx="1755800" cy="1024217"/>
          </a:xfrm>
          <a:prstGeom prst="rect">
            <a:avLst/>
          </a:prstGeom>
        </p:spPr>
      </p:pic>
      <p:sp>
        <p:nvSpPr>
          <p:cNvPr id="11" name="Title 1">
            <a:extLst>
              <a:ext uri="{FF2B5EF4-FFF2-40B4-BE49-F238E27FC236}">
                <a16:creationId xmlns:a16="http://schemas.microsoft.com/office/drawing/2014/main" id="{1C7BBAA3-263A-8FE5-5AA3-E40EF73A5AE9}"/>
              </a:ext>
            </a:extLst>
          </p:cNvPr>
          <p:cNvSpPr txBox="1">
            <a:spLocks/>
          </p:cNvSpPr>
          <p:nvPr/>
        </p:nvSpPr>
        <p:spPr>
          <a:xfrm>
            <a:off x="1755800" y="0"/>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Recap of JIT</a:t>
            </a:r>
          </a:p>
        </p:txBody>
      </p:sp>
    </p:spTree>
    <p:extLst>
      <p:ext uri="{BB962C8B-B14F-4D97-AF65-F5344CB8AC3E}">
        <p14:creationId xmlns:p14="http://schemas.microsoft.com/office/powerpoint/2010/main" val="3919311891"/>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Autofit/>
          </a:bodyPr>
          <a:lstStyle/>
          <a:p>
            <a:pPr marL="457200" indent="-457200">
              <a:lnSpc>
                <a:spcPct val="150000"/>
              </a:lnSpc>
              <a:buNone/>
            </a:pPr>
            <a:r>
              <a:rPr lang="en-US" sz="2200" dirty="0">
                <a:latin typeface="+mj-lt"/>
              </a:rPr>
              <a:t>1. </a:t>
            </a:r>
            <a:r>
              <a:rPr lang="en-US" sz="2200" dirty="0">
                <a:latin typeface="+mj-lt"/>
                <a:cs typeface="Times New Roman" pitchFamily="18" charset="0"/>
              </a:rPr>
              <a:t>What is JIT?</a:t>
            </a:r>
          </a:p>
          <a:p>
            <a:pPr>
              <a:buNone/>
            </a:pPr>
            <a:r>
              <a:rPr lang="en-US" sz="2200" dirty="0">
                <a:latin typeface="+mj-lt"/>
                <a:cs typeface="Times New Roman" pitchFamily="18" charset="0"/>
              </a:rPr>
              <a:t>2. What are the Elements involved in JIT?</a:t>
            </a:r>
          </a:p>
          <a:p>
            <a:pPr>
              <a:buNone/>
            </a:pPr>
            <a:r>
              <a:rPr lang="en-US" sz="2200" dirty="0">
                <a:latin typeface="+mj-lt"/>
                <a:cs typeface="Times New Roman" pitchFamily="18" charset="0"/>
              </a:rPr>
              <a:t>3. What are the  SIX principles in relation to JIT ?</a:t>
            </a:r>
          </a:p>
          <a:p>
            <a:pPr>
              <a:buNone/>
            </a:pPr>
            <a:r>
              <a:rPr lang="en-US" sz="2200" dirty="0">
                <a:latin typeface="+mj-lt"/>
                <a:cs typeface="Times New Roman" pitchFamily="18" charset="0"/>
              </a:rPr>
              <a:t>4. What are the advantages of JIT?</a:t>
            </a:r>
          </a:p>
          <a:p>
            <a:pPr>
              <a:buNone/>
            </a:pPr>
            <a:r>
              <a:rPr lang="en-US" sz="2200" dirty="0">
                <a:latin typeface="+mj-lt"/>
                <a:cs typeface="Times New Roman" pitchFamily="18" charset="0"/>
              </a:rPr>
              <a:t>5. What are the disadvantages of JIT?</a:t>
            </a:r>
          </a:p>
          <a:p>
            <a:pPr>
              <a:lnSpc>
                <a:spcPct val="150000"/>
              </a:lnSpc>
            </a:pPr>
            <a:endParaRPr lang="en-US" sz="2200" dirty="0">
              <a:latin typeface="+mj-lt"/>
            </a:endParaRPr>
          </a:p>
        </p:txBody>
      </p:sp>
      <p:sp>
        <p:nvSpPr>
          <p:cNvPr id="4" name="Date Placeholder 3"/>
          <p:cNvSpPr>
            <a:spLocks noGrp="1"/>
          </p:cNvSpPr>
          <p:nvPr>
            <p:ph type="dt" sz="half" idx="10"/>
          </p:nvPr>
        </p:nvSpPr>
        <p:spPr/>
        <p:txBody>
          <a:bodyPr/>
          <a:lstStyle/>
          <a:p>
            <a:fld id="{CEA0645E-8CF5-4D81-A0D2-E706CD0AD484}" type="datetime1">
              <a:rPr lang="en-US" smtClean="0">
                <a:latin typeface="+mj-lt"/>
              </a:rPr>
              <a:t>5/1/2026</a:t>
            </a:fld>
            <a:endParaRPr lang="en-US">
              <a:latin typeface="+mj-lt"/>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latin typeface="+mj-lt"/>
              </a:rPr>
              <a:pPr/>
              <a:t>104</a:t>
            </a:fld>
            <a:endParaRPr lang="en-US">
              <a:latin typeface="+mj-lt"/>
            </a:endParaRPr>
          </a:p>
        </p:txBody>
      </p:sp>
      <p:sp>
        <p:nvSpPr>
          <p:cNvPr id="9" name="Footer Placeholder 12"/>
          <p:cNvSpPr>
            <a:spLocks noGrp="1"/>
          </p:cNvSpPr>
          <p:nvPr>
            <p:ph type="ftr" sz="quarter" idx="11"/>
          </p:nvPr>
        </p:nvSpPr>
        <p:spPr>
          <a:xfrm>
            <a:off x="2286000" y="6248415"/>
            <a:ext cx="5029200" cy="365125"/>
          </a:xfrm>
        </p:spPr>
        <p:txBody>
          <a:bodyPr/>
          <a:lstStyle/>
          <a:p>
            <a:r>
              <a:rPr lang="sv-SE" sz="2000">
                <a:latin typeface="+mj-lt"/>
              </a:rPr>
              <a:t>Mr. Minhaj Nezami    AOE0861    TQM     Unit 5</a:t>
            </a:r>
            <a:endParaRPr lang="en-US" sz="2000" dirty="0">
              <a:latin typeface="+mj-lt"/>
            </a:endParaRPr>
          </a:p>
        </p:txBody>
      </p:sp>
      <p:pic>
        <p:nvPicPr>
          <p:cNvPr id="8" name="Picture 7"/>
          <p:cNvPicPr>
            <a:picLocks noChangeAspect="1"/>
          </p:cNvPicPr>
          <p:nvPr/>
        </p:nvPicPr>
        <p:blipFill>
          <a:blip r:embed="rId2"/>
          <a:stretch>
            <a:fillRect/>
          </a:stretch>
        </p:blipFill>
        <p:spPr>
          <a:xfrm>
            <a:off x="0" y="7779"/>
            <a:ext cx="1755800" cy="1024217"/>
          </a:xfrm>
          <a:prstGeom prst="rect">
            <a:avLst/>
          </a:prstGeom>
        </p:spPr>
      </p:pic>
      <p:sp>
        <p:nvSpPr>
          <p:cNvPr id="10" name="Title 1">
            <a:extLst>
              <a:ext uri="{FF2B5EF4-FFF2-40B4-BE49-F238E27FC236}">
                <a16:creationId xmlns:a16="http://schemas.microsoft.com/office/drawing/2014/main" id="{1C7BBAA3-263A-8FE5-5AA3-E40EF73A5AE9}"/>
              </a:ext>
            </a:extLst>
          </p:cNvPr>
          <p:cNvSpPr txBox="1">
            <a:spLocks/>
          </p:cNvSpPr>
          <p:nvPr/>
        </p:nvSpPr>
        <p:spPr>
          <a:xfrm>
            <a:off x="1745673" y="-18139"/>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Daily Quiz</a:t>
            </a:r>
          </a:p>
        </p:txBody>
      </p:sp>
    </p:spTree>
    <p:extLst>
      <p:ext uri="{BB962C8B-B14F-4D97-AF65-F5344CB8AC3E}">
        <p14:creationId xmlns:p14="http://schemas.microsoft.com/office/powerpoint/2010/main" val="3919311891"/>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rmAutofit/>
          </a:bodyPr>
          <a:lstStyle/>
          <a:p>
            <a:pPr lvl="0">
              <a:defRPr/>
            </a:pPr>
            <a:r>
              <a:rPr lang="en-US" sz="2400" dirty="0">
                <a:latin typeface="+mj-lt"/>
                <a:hlinkClick r:id="rId2"/>
              </a:rPr>
              <a:t>https://www.youtube.com/watch?v=Q3EOCAuExJU</a:t>
            </a:r>
            <a:endParaRPr lang="en-US" sz="2400" dirty="0">
              <a:latin typeface="+mj-lt"/>
            </a:endParaRPr>
          </a:p>
          <a:p>
            <a:pPr lvl="0">
              <a:defRPr/>
            </a:pPr>
            <a:r>
              <a:rPr lang="en-US" sz="2400" dirty="0">
                <a:latin typeface="+mj-lt"/>
                <a:hlinkClick r:id="rId3"/>
              </a:rPr>
              <a:t>https://www.youtube.com/watch?v=yWlAOFs04go</a:t>
            </a:r>
            <a:endParaRPr lang="en-US" sz="2400" dirty="0">
              <a:latin typeface="+mj-lt"/>
            </a:endParaRPr>
          </a:p>
          <a:p>
            <a:pPr lvl="0">
              <a:defRPr/>
            </a:pPr>
            <a:r>
              <a:rPr lang="en-US" sz="2400" dirty="0">
                <a:latin typeface="+mj-lt"/>
                <a:hlinkClick r:id="rId4"/>
              </a:rPr>
              <a:t>https://www.youtube.com/watch?v=QifqIoUNTJM</a:t>
            </a:r>
            <a:endParaRPr lang="en-US" sz="2400" dirty="0">
              <a:latin typeface="+mj-lt"/>
            </a:endParaRPr>
          </a:p>
          <a:p>
            <a:pPr lvl="0">
              <a:defRPr/>
            </a:pPr>
            <a:r>
              <a:rPr lang="en-US" sz="2400" dirty="0">
                <a:latin typeface="+mj-lt"/>
                <a:hlinkClick r:id="rId5"/>
              </a:rPr>
              <a:t>https://www.youtube.com/watch?v=qb3mvJ1gb9g</a:t>
            </a:r>
            <a:endParaRPr lang="en-US" sz="2400" dirty="0">
              <a:latin typeface="+mj-lt"/>
            </a:endParaRPr>
          </a:p>
          <a:p>
            <a:pPr lvl="0">
              <a:defRPr/>
            </a:pPr>
            <a:r>
              <a:rPr lang="en-US" sz="2400" dirty="0">
                <a:latin typeface="+mj-lt"/>
                <a:hlinkClick r:id="rId6"/>
              </a:rPr>
              <a:t>https://www.youtube.com/watch?v=2ePeXePNLrs</a:t>
            </a:r>
            <a:endParaRPr lang="en-US" sz="2400" dirty="0">
              <a:latin typeface="+mj-lt"/>
            </a:endParaRPr>
          </a:p>
          <a:p>
            <a:pPr lvl="0">
              <a:defRPr/>
            </a:pPr>
            <a:r>
              <a:rPr lang="en-US" sz="2400" dirty="0">
                <a:latin typeface="+mj-lt"/>
                <a:hlinkClick r:id="rId7"/>
              </a:rPr>
              <a:t>https://www.youtube.com/watch?v=HkdoR-NNEoI</a:t>
            </a:r>
            <a:endParaRPr lang="en-US" sz="2400" dirty="0">
              <a:latin typeface="+mj-lt"/>
            </a:endParaRPr>
          </a:p>
          <a:p>
            <a:pPr lvl="0">
              <a:defRPr/>
            </a:pPr>
            <a:r>
              <a:rPr lang="en-US" sz="2400" dirty="0">
                <a:latin typeface="+mj-lt"/>
                <a:hlinkClick r:id="rId8"/>
              </a:rPr>
              <a:t>https://www.researchgate.net/publication/318654507_Total_Quality_Management_Notes</a:t>
            </a:r>
            <a:endParaRPr lang="en-US" sz="2400" dirty="0">
              <a:latin typeface="+mj-lt"/>
            </a:endParaRPr>
          </a:p>
          <a:p>
            <a:pPr lvl="0">
              <a:defRPr/>
            </a:pPr>
            <a:r>
              <a:rPr lang="en-US" sz="2400" dirty="0">
                <a:latin typeface="+mj-lt"/>
                <a:hlinkClick r:id="rId9"/>
              </a:rPr>
              <a:t>http://www.mescenter.ru/images/abook_file/Total_Quality_Management_and_Six_Sigma.pdf</a:t>
            </a:r>
            <a:endParaRPr lang="en-US" sz="2400" dirty="0">
              <a:latin typeface="+mj-lt"/>
            </a:endParaRPr>
          </a:p>
          <a:p>
            <a:endParaRPr lang="en-US" sz="2200" dirty="0">
              <a:latin typeface="+mj-lt"/>
              <a:cs typeface="Times New Roman" panose="02020603050405020304" pitchFamily="18" charset="0"/>
            </a:endParaRPr>
          </a:p>
        </p:txBody>
      </p:sp>
      <p:sp>
        <p:nvSpPr>
          <p:cNvPr id="4" name="Date Placeholder 3"/>
          <p:cNvSpPr>
            <a:spLocks noGrp="1"/>
          </p:cNvSpPr>
          <p:nvPr>
            <p:ph type="dt" sz="half" idx="10"/>
          </p:nvPr>
        </p:nvSpPr>
        <p:spPr/>
        <p:txBody>
          <a:bodyPr/>
          <a:lstStyle/>
          <a:p>
            <a:fld id="{A37F3A00-F3D9-4A25-9D31-54942B819A4D}" type="datetime1">
              <a:rPr lang="en-US" smtClean="0">
                <a:latin typeface="+mj-lt"/>
              </a:rPr>
              <a:t>5/1/2026</a:t>
            </a:fld>
            <a:endParaRPr lang="en-US">
              <a:latin typeface="+mj-lt"/>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latin typeface="+mj-lt"/>
              </a:rPr>
              <a:pPr/>
              <a:t>105</a:t>
            </a:fld>
            <a:endParaRPr lang="en-US">
              <a:latin typeface="+mj-lt"/>
            </a:endParaRPr>
          </a:p>
        </p:txBody>
      </p:sp>
      <p:sp>
        <p:nvSpPr>
          <p:cNvPr id="9" name="Footer Placeholder 12"/>
          <p:cNvSpPr>
            <a:spLocks noGrp="1"/>
          </p:cNvSpPr>
          <p:nvPr>
            <p:ph type="ftr" sz="quarter" idx="11"/>
          </p:nvPr>
        </p:nvSpPr>
        <p:spPr>
          <a:xfrm>
            <a:off x="2286000" y="6248415"/>
            <a:ext cx="5029200" cy="365125"/>
          </a:xfrm>
        </p:spPr>
        <p:txBody>
          <a:bodyPr/>
          <a:lstStyle/>
          <a:p>
            <a:r>
              <a:rPr lang="sv-SE" sz="2000">
                <a:latin typeface="+mj-lt"/>
              </a:rPr>
              <a:t>Mr. Minhaj Nezami    AOE0861    TQM     Unit 5</a:t>
            </a:r>
            <a:endParaRPr lang="en-US" sz="2000" dirty="0">
              <a:latin typeface="+mj-lt"/>
            </a:endParaRPr>
          </a:p>
        </p:txBody>
      </p:sp>
      <p:pic>
        <p:nvPicPr>
          <p:cNvPr id="8" name="Picture 7"/>
          <p:cNvPicPr>
            <a:picLocks noChangeAspect="1"/>
          </p:cNvPicPr>
          <p:nvPr/>
        </p:nvPicPr>
        <p:blipFill>
          <a:blip r:embed="rId10"/>
          <a:stretch>
            <a:fillRect/>
          </a:stretch>
        </p:blipFill>
        <p:spPr>
          <a:xfrm>
            <a:off x="0" y="7779"/>
            <a:ext cx="1755800" cy="1024217"/>
          </a:xfrm>
          <a:prstGeom prst="rect">
            <a:avLst/>
          </a:prstGeom>
        </p:spPr>
      </p:pic>
      <p:sp>
        <p:nvSpPr>
          <p:cNvPr id="10" name="Title 1">
            <a:extLst>
              <a:ext uri="{FF2B5EF4-FFF2-40B4-BE49-F238E27FC236}">
                <a16:creationId xmlns:a16="http://schemas.microsoft.com/office/drawing/2014/main" id="{1C7BBAA3-263A-8FE5-5AA3-E40EF73A5AE9}"/>
              </a:ext>
            </a:extLst>
          </p:cNvPr>
          <p:cNvSpPr txBox="1">
            <a:spLocks/>
          </p:cNvSpPr>
          <p:nvPr/>
        </p:nvSpPr>
        <p:spPr>
          <a:xfrm>
            <a:off x="1752600" y="9570"/>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defRPr/>
            </a:pPr>
            <a:r>
              <a:rPr lang="en-US" sz="2800" b="1">
                <a:solidFill>
                  <a:prstClr val="black"/>
                </a:solidFill>
                <a:cs typeface="Times New Roman" panose="02020603050405020304" pitchFamily="18" charset="0"/>
              </a:rPr>
              <a:t>FACULTY VIDEO LINKS, YOUTUBE &amp; NPTEL VIDEO LINKS AND ONLINE COURSES DETAILS  </a:t>
            </a:r>
            <a:endParaRPr lang="en-US" sz="2800" b="1" dirty="0">
              <a:solidFill>
                <a:prstClr val="black"/>
              </a:solidFill>
              <a:cs typeface="Times New Roman" panose="02020603050405020304" pitchFamily="18" charset="0"/>
            </a:endParaRPr>
          </a:p>
        </p:txBody>
      </p:sp>
    </p:spTree>
    <p:extLst>
      <p:ext uri="{BB962C8B-B14F-4D97-AF65-F5344CB8AC3E}">
        <p14:creationId xmlns:p14="http://schemas.microsoft.com/office/powerpoint/2010/main" val="3919311891"/>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39930"/>
            <a:ext cx="8229600" cy="4956069"/>
          </a:xfrm>
        </p:spPr>
        <p:txBody>
          <a:bodyPr>
            <a:normAutofit/>
          </a:bodyPr>
          <a:lstStyle/>
          <a:p>
            <a:pPr>
              <a:buNone/>
            </a:pPr>
            <a:r>
              <a:rPr lang="en-US" sz="2400" b="1" dirty="0">
                <a:latin typeface="+mj-lt"/>
              </a:rPr>
              <a:t>1.   ISO 14000 quality standard is related with</a:t>
            </a:r>
            <a:endParaRPr lang="en-US" sz="2800" dirty="0">
              <a:latin typeface="+mj-lt"/>
            </a:endParaRPr>
          </a:p>
          <a:p>
            <a:pPr>
              <a:buNone/>
            </a:pPr>
            <a:r>
              <a:rPr lang="en-US" sz="2200" b="1" dirty="0">
                <a:latin typeface="+mj-lt"/>
              </a:rPr>
              <a:t>     a.</a:t>
            </a:r>
            <a:r>
              <a:rPr lang="en-US" sz="2200" dirty="0">
                <a:latin typeface="+mj-lt"/>
              </a:rPr>
              <a:t> Environmental management systems</a:t>
            </a:r>
            <a:br>
              <a:rPr lang="en-US" sz="2200" dirty="0">
                <a:latin typeface="+mj-lt"/>
              </a:rPr>
            </a:br>
            <a:r>
              <a:rPr lang="en-US" sz="2200" b="1" dirty="0">
                <a:latin typeface="+mj-lt"/>
              </a:rPr>
              <a:t>b.</a:t>
            </a:r>
            <a:r>
              <a:rPr lang="en-US" sz="2200" dirty="0">
                <a:latin typeface="+mj-lt"/>
              </a:rPr>
              <a:t> Automotive quality standards</a:t>
            </a:r>
            <a:br>
              <a:rPr lang="en-US" sz="2200" dirty="0">
                <a:latin typeface="+mj-lt"/>
              </a:rPr>
            </a:br>
            <a:r>
              <a:rPr lang="en-US" sz="2200" b="1" dirty="0">
                <a:latin typeface="+mj-lt"/>
              </a:rPr>
              <a:t>c.</a:t>
            </a:r>
            <a:r>
              <a:rPr lang="en-US" sz="2200" dirty="0">
                <a:latin typeface="+mj-lt"/>
              </a:rPr>
              <a:t> Eliminating poor quality</a:t>
            </a:r>
            <a:br>
              <a:rPr lang="en-US" sz="2200" dirty="0">
                <a:latin typeface="+mj-lt"/>
              </a:rPr>
            </a:br>
            <a:r>
              <a:rPr lang="en-US" sz="2200" b="1" dirty="0">
                <a:latin typeface="+mj-lt"/>
              </a:rPr>
              <a:t>d.</a:t>
            </a:r>
            <a:r>
              <a:rPr lang="en-US" sz="2200" dirty="0">
                <a:latin typeface="+mj-lt"/>
              </a:rPr>
              <a:t> Customer satisfaction </a:t>
            </a:r>
          </a:p>
          <a:p>
            <a:pPr>
              <a:buNone/>
            </a:pPr>
            <a:endParaRPr lang="en-US" sz="2200" dirty="0">
              <a:latin typeface="+mj-lt"/>
            </a:endParaRPr>
          </a:p>
          <a:p>
            <a:pPr>
              <a:buNone/>
            </a:pPr>
            <a:r>
              <a:rPr lang="en-US" sz="2600" b="1" dirty="0">
                <a:latin typeface="+mj-lt"/>
              </a:rPr>
              <a:t>2.  </a:t>
            </a:r>
            <a:r>
              <a:rPr lang="en-US" sz="2400" b="1" dirty="0">
                <a:latin typeface="+mj-lt"/>
              </a:rPr>
              <a:t> Which ISO standard is used in international automobile companies to set automotive quality system standards ?</a:t>
            </a:r>
            <a:endParaRPr lang="en-US" sz="2400" dirty="0">
              <a:latin typeface="+mj-lt"/>
            </a:endParaRPr>
          </a:p>
          <a:p>
            <a:pPr>
              <a:buNone/>
            </a:pPr>
            <a:r>
              <a:rPr lang="en-US" sz="2200" b="1" dirty="0">
                <a:latin typeface="+mj-lt"/>
              </a:rPr>
              <a:t>     a.</a:t>
            </a:r>
            <a:r>
              <a:rPr lang="en-US" sz="2200" dirty="0">
                <a:latin typeface="+mj-lt"/>
              </a:rPr>
              <a:t> ISO 14000</a:t>
            </a:r>
            <a:br>
              <a:rPr lang="en-US" sz="2200" dirty="0">
                <a:latin typeface="+mj-lt"/>
              </a:rPr>
            </a:br>
            <a:r>
              <a:rPr lang="en-US" sz="2200" b="1" dirty="0">
                <a:latin typeface="+mj-lt"/>
              </a:rPr>
              <a:t>b.</a:t>
            </a:r>
            <a:r>
              <a:rPr lang="en-US" sz="2200" dirty="0">
                <a:latin typeface="+mj-lt"/>
              </a:rPr>
              <a:t> TS 16949</a:t>
            </a:r>
            <a:br>
              <a:rPr lang="en-US" sz="2200" dirty="0">
                <a:latin typeface="+mj-lt"/>
              </a:rPr>
            </a:br>
            <a:r>
              <a:rPr lang="en-US" sz="2200" b="1" dirty="0">
                <a:latin typeface="+mj-lt"/>
              </a:rPr>
              <a:t>c.</a:t>
            </a:r>
            <a:r>
              <a:rPr lang="en-US" sz="2200" dirty="0">
                <a:latin typeface="+mj-lt"/>
              </a:rPr>
              <a:t> ISO 9000</a:t>
            </a:r>
            <a:br>
              <a:rPr lang="en-US" sz="2200" dirty="0">
                <a:latin typeface="+mj-lt"/>
              </a:rPr>
            </a:br>
            <a:r>
              <a:rPr lang="en-US" sz="2200" b="1" dirty="0">
                <a:latin typeface="+mj-lt"/>
              </a:rPr>
              <a:t>d.</a:t>
            </a:r>
            <a:r>
              <a:rPr lang="en-US" sz="2200" dirty="0">
                <a:latin typeface="+mj-lt"/>
              </a:rPr>
              <a:t> none of the above</a:t>
            </a:r>
          </a:p>
          <a:p>
            <a:endParaRPr lang="en-US" sz="2200" dirty="0">
              <a:latin typeface="+mj-lt"/>
              <a:cs typeface="Times New Roman" panose="02020603050405020304" pitchFamily="18" charset="0"/>
            </a:endParaRPr>
          </a:p>
        </p:txBody>
      </p:sp>
      <p:sp>
        <p:nvSpPr>
          <p:cNvPr id="4" name="Date Placeholder 3"/>
          <p:cNvSpPr>
            <a:spLocks noGrp="1"/>
          </p:cNvSpPr>
          <p:nvPr>
            <p:ph type="dt" sz="half" idx="10"/>
          </p:nvPr>
        </p:nvSpPr>
        <p:spPr/>
        <p:txBody>
          <a:bodyPr/>
          <a:lstStyle/>
          <a:p>
            <a:fld id="{8C4F4F8A-CC44-4CA7-9CD4-063F6763CB8E}" type="datetime1">
              <a:rPr lang="en-US" smtClean="0">
                <a:latin typeface="+mj-lt"/>
              </a:rPr>
              <a:t>5/1/2026</a:t>
            </a:fld>
            <a:endParaRPr lang="en-US">
              <a:latin typeface="+mj-lt"/>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latin typeface="+mj-lt"/>
              </a:rPr>
              <a:pPr/>
              <a:t>106</a:t>
            </a:fld>
            <a:endParaRPr lang="en-US">
              <a:latin typeface="+mj-lt"/>
            </a:endParaRPr>
          </a:p>
        </p:txBody>
      </p:sp>
      <p:sp>
        <p:nvSpPr>
          <p:cNvPr id="9" name="Footer Placeholder 12"/>
          <p:cNvSpPr>
            <a:spLocks noGrp="1"/>
          </p:cNvSpPr>
          <p:nvPr>
            <p:ph type="ftr" sz="quarter" idx="11"/>
          </p:nvPr>
        </p:nvSpPr>
        <p:spPr>
          <a:xfrm>
            <a:off x="2286000" y="6248415"/>
            <a:ext cx="5029200" cy="365125"/>
          </a:xfrm>
        </p:spPr>
        <p:txBody>
          <a:bodyPr/>
          <a:lstStyle/>
          <a:p>
            <a:r>
              <a:rPr lang="sv-SE" sz="2000">
                <a:latin typeface="+mj-lt"/>
              </a:rPr>
              <a:t>Mr. Minhaj Nezami    AOE0861    TQM     Unit 5</a:t>
            </a:r>
            <a:endParaRPr lang="en-US" sz="2000" dirty="0">
              <a:latin typeface="+mj-lt"/>
            </a:endParaRPr>
          </a:p>
        </p:txBody>
      </p:sp>
      <p:pic>
        <p:nvPicPr>
          <p:cNvPr id="8" name="Picture 7"/>
          <p:cNvPicPr>
            <a:picLocks noChangeAspect="1"/>
          </p:cNvPicPr>
          <p:nvPr/>
        </p:nvPicPr>
        <p:blipFill>
          <a:blip r:embed="rId2"/>
          <a:stretch>
            <a:fillRect/>
          </a:stretch>
        </p:blipFill>
        <p:spPr>
          <a:xfrm>
            <a:off x="0" y="7779"/>
            <a:ext cx="1755800" cy="1024217"/>
          </a:xfrm>
          <a:prstGeom prst="rect">
            <a:avLst/>
          </a:prstGeom>
        </p:spPr>
      </p:pic>
      <p:sp>
        <p:nvSpPr>
          <p:cNvPr id="10" name="Title 1">
            <a:extLst>
              <a:ext uri="{FF2B5EF4-FFF2-40B4-BE49-F238E27FC236}">
                <a16:creationId xmlns:a16="http://schemas.microsoft.com/office/drawing/2014/main" id="{1C7BBAA3-263A-8FE5-5AA3-E40EF73A5AE9}"/>
              </a:ext>
            </a:extLst>
          </p:cNvPr>
          <p:cNvSpPr txBox="1">
            <a:spLocks/>
          </p:cNvSpPr>
          <p:nvPr/>
        </p:nvSpPr>
        <p:spPr>
          <a:xfrm>
            <a:off x="1717964" y="7779"/>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MCQ</a:t>
            </a:r>
          </a:p>
        </p:txBody>
      </p:sp>
    </p:spTree>
    <p:extLst>
      <p:ext uri="{BB962C8B-B14F-4D97-AF65-F5344CB8AC3E}">
        <p14:creationId xmlns:p14="http://schemas.microsoft.com/office/powerpoint/2010/main" val="3919311891"/>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295400"/>
            <a:ext cx="8229600" cy="4648200"/>
          </a:xfrm>
        </p:spPr>
        <p:txBody>
          <a:bodyPr>
            <a:normAutofit lnSpcReduction="10000"/>
          </a:bodyPr>
          <a:lstStyle/>
          <a:p>
            <a:pPr>
              <a:buNone/>
            </a:pPr>
            <a:r>
              <a:rPr lang="en-US" sz="2400" b="1" dirty="0">
                <a:latin typeface="+mj-lt"/>
              </a:rPr>
              <a:t>3. The aim of Just-In-Time manufacturing principle is to eliminate</a:t>
            </a:r>
            <a:endParaRPr lang="en-US" sz="2400" dirty="0">
              <a:latin typeface="+mj-lt"/>
            </a:endParaRPr>
          </a:p>
          <a:p>
            <a:pPr marL="457200" indent="-457200">
              <a:buNone/>
            </a:pPr>
            <a:r>
              <a:rPr lang="en-US" sz="2400" b="1" dirty="0">
                <a:latin typeface="+mj-lt"/>
              </a:rPr>
              <a:t>       </a:t>
            </a:r>
            <a:r>
              <a:rPr lang="en-US" sz="2200" b="1" dirty="0">
                <a:latin typeface="+mj-lt"/>
              </a:rPr>
              <a:t>a.</a:t>
            </a:r>
            <a:r>
              <a:rPr lang="en-US" sz="2200" dirty="0">
                <a:latin typeface="+mj-lt"/>
              </a:rPr>
              <a:t> time wastage</a:t>
            </a:r>
            <a:br>
              <a:rPr lang="en-US" sz="2200" dirty="0">
                <a:latin typeface="+mj-lt"/>
              </a:rPr>
            </a:br>
            <a:r>
              <a:rPr lang="en-US" sz="2200" b="1" dirty="0">
                <a:latin typeface="+mj-lt"/>
              </a:rPr>
              <a:t>b.</a:t>
            </a:r>
            <a:r>
              <a:rPr lang="en-US" sz="2200" dirty="0">
                <a:latin typeface="+mj-lt"/>
              </a:rPr>
              <a:t> </a:t>
            </a:r>
            <a:r>
              <a:rPr lang="en-US" sz="2200" dirty="0" err="1">
                <a:latin typeface="+mj-lt"/>
              </a:rPr>
              <a:t>labour</a:t>
            </a:r>
            <a:r>
              <a:rPr lang="en-US" sz="2200" dirty="0">
                <a:latin typeface="+mj-lt"/>
              </a:rPr>
              <a:t> wastage</a:t>
            </a:r>
            <a:br>
              <a:rPr lang="en-US" sz="2200" dirty="0">
                <a:latin typeface="+mj-lt"/>
              </a:rPr>
            </a:br>
            <a:r>
              <a:rPr lang="en-US" sz="2200" b="1" dirty="0">
                <a:latin typeface="+mj-lt"/>
              </a:rPr>
              <a:t>c.</a:t>
            </a:r>
            <a:r>
              <a:rPr lang="en-US" sz="2200" dirty="0">
                <a:latin typeface="+mj-lt"/>
              </a:rPr>
              <a:t> cost of excessive inventory</a:t>
            </a:r>
            <a:br>
              <a:rPr lang="en-US" sz="2200" dirty="0">
                <a:latin typeface="+mj-lt"/>
              </a:rPr>
            </a:br>
            <a:r>
              <a:rPr lang="en-US" sz="2200" b="1" dirty="0">
                <a:latin typeface="+mj-lt"/>
              </a:rPr>
              <a:t>d.</a:t>
            </a:r>
            <a:r>
              <a:rPr lang="en-US" sz="2200" dirty="0">
                <a:latin typeface="+mj-lt"/>
              </a:rPr>
              <a:t> all of the above </a:t>
            </a:r>
          </a:p>
          <a:p>
            <a:pPr marL="457200" indent="-457200">
              <a:buNone/>
            </a:pPr>
            <a:endParaRPr lang="en-US" sz="2200" dirty="0">
              <a:latin typeface="+mj-lt"/>
            </a:endParaRPr>
          </a:p>
          <a:p>
            <a:pPr>
              <a:buNone/>
            </a:pPr>
            <a:r>
              <a:rPr lang="en-US" sz="2400" b="1" dirty="0">
                <a:latin typeface="+mj-lt"/>
              </a:rPr>
              <a:t>4. How many stages are needed for inspection and testing in TQM as per ISO 9001?</a:t>
            </a:r>
            <a:br>
              <a:rPr lang="en-US" sz="2400" dirty="0">
                <a:latin typeface="+mj-lt"/>
              </a:rPr>
            </a:br>
            <a:r>
              <a:rPr lang="en-US" sz="2200" dirty="0">
                <a:latin typeface="+mj-lt"/>
              </a:rPr>
              <a:t>a) 1</a:t>
            </a:r>
            <a:br>
              <a:rPr lang="en-US" sz="2200" dirty="0">
                <a:latin typeface="+mj-lt"/>
              </a:rPr>
            </a:br>
            <a:r>
              <a:rPr lang="en-US" sz="2200" dirty="0">
                <a:latin typeface="+mj-lt"/>
              </a:rPr>
              <a:t>b) 2</a:t>
            </a:r>
            <a:br>
              <a:rPr lang="en-US" sz="2200" dirty="0">
                <a:latin typeface="+mj-lt"/>
              </a:rPr>
            </a:br>
            <a:r>
              <a:rPr lang="en-US" sz="2200" dirty="0">
                <a:latin typeface="+mj-lt"/>
              </a:rPr>
              <a:t>c) 3</a:t>
            </a:r>
            <a:br>
              <a:rPr lang="en-US" sz="2200" dirty="0">
                <a:latin typeface="+mj-lt"/>
              </a:rPr>
            </a:br>
            <a:r>
              <a:rPr lang="en-US" sz="2200" dirty="0">
                <a:latin typeface="+mj-lt"/>
              </a:rPr>
              <a:t>d) 4</a:t>
            </a:r>
          </a:p>
          <a:p>
            <a:endParaRPr lang="en-US" sz="2200" dirty="0">
              <a:latin typeface="+mj-lt"/>
              <a:cs typeface="Times New Roman" panose="02020603050405020304" pitchFamily="18" charset="0"/>
            </a:endParaRPr>
          </a:p>
        </p:txBody>
      </p:sp>
      <p:sp>
        <p:nvSpPr>
          <p:cNvPr id="4" name="Date Placeholder 3"/>
          <p:cNvSpPr>
            <a:spLocks noGrp="1"/>
          </p:cNvSpPr>
          <p:nvPr>
            <p:ph type="dt" sz="half" idx="10"/>
          </p:nvPr>
        </p:nvSpPr>
        <p:spPr/>
        <p:txBody>
          <a:bodyPr/>
          <a:lstStyle/>
          <a:p>
            <a:fld id="{4936F8C8-96AF-4AE2-97CC-47CE70AF3B76}" type="datetime1">
              <a:rPr lang="en-US" smtClean="0">
                <a:latin typeface="+mj-lt"/>
              </a:rPr>
              <a:t>5/1/2026</a:t>
            </a:fld>
            <a:endParaRPr lang="en-US">
              <a:latin typeface="+mj-lt"/>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latin typeface="+mj-lt"/>
              </a:rPr>
              <a:pPr/>
              <a:t>107</a:t>
            </a:fld>
            <a:endParaRPr lang="en-US">
              <a:latin typeface="+mj-lt"/>
            </a:endParaRPr>
          </a:p>
        </p:txBody>
      </p:sp>
      <p:sp>
        <p:nvSpPr>
          <p:cNvPr id="9" name="Footer Placeholder 12"/>
          <p:cNvSpPr>
            <a:spLocks noGrp="1"/>
          </p:cNvSpPr>
          <p:nvPr>
            <p:ph type="ftr" sz="quarter" idx="11"/>
          </p:nvPr>
        </p:nvSpPr>
        <p:spPr>
          <a:xfrm>
            <a:off x="2286000" y="6248415"/>
            <a:ext cx="5029200" cy="365125"/>
          </a:xfrm>
        </p:spPr>
        <p:txBody>
          <a:bodyPr/>
          <a:lstStyle/>
          <a:p>
            <a:r>
              <a:rPr lang="sv-SE" sz="2000">
                <a:latin typeface="+mj-lt"/>
              </a:rPr>
              <a:t>Mr. Minhaj Nezami    AOE0861    TQM     Unit 5</a:t>
            </a:r>
            <a:endParaRPr lang="en-US" sz="2000" dirty="0">
              <a:latin typeface="+mj-lt"/>
            </a:endParaRPr>
          </a:p>
        </p:txBody>
      </p:sp>
      <p:pic>
        <p:nvPicPr>
          <p:cNvPr id="8" name="Picture 7"/>
          <p:cNvPicPr>
            <a:picLocks noChangeAspect="1"/>
          </p:cNvPicPr>
          <p:nvPr/>
        </p:nvPicPr>
        <p:blipFill>
          <a:blip r:embed="rId2"/>
          <a:stretch>
            <a:fillRect/>
          </a:stretch>
        </p:blipFill>
        <p:spPr>
          <a:xfrm>
            <a:off x="0" y="7779"/>
            <a:ext cx="1755800" cy="1024217"/>
          </a:xfrm>
          <a:prstGeom prst="rect">
            <a:avLst/>
          </a:prstGeom>
        </p:spPr>
      </p:pic>
      <p:sp>
        <p:nvSpPr>
          <p:cNvPr id="11" name="Title 1">
            <a:extLst>
              <a:ext uri="{FF2B5EF4-FFF2-40B4-BE49-F238E27FC236}">
                <a16:creationId xmlns:a16="http://schemas.microsoft.com/office/drawing/2014/main" id="{1C7BBAA3-263A-8FE5-5AA3-E40EF73A5AE9}"/>
              </a:ext>
            </a:extLst>
          </p:cNvPr>
          <p:cNvSpPr txBox="1">
            <a:spLocks/>
          </p:cNvSpPr>
          <p:nvPr/>
        </p:nvSpPr>
        <p:spPr>
          <a:xfrm>
            <a:off x="1717964" y="7779"/>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MCQ</a:t>
            </a:r>
          </a:p>
        </p:txBody>
      </p:sp>
    </p:spTree>
    <p:extLst>
      <p:ext uri="{BB962C8B-B14F-4D97-AF65-F5344CB8AC3E}">
        <p14:creationId xmlns:p14="http://schemas.microsoft.com/office/powerpoint/2010/main" val="3919311891"/>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rmAutofit/>
          </a:bodyPr>
          <a:lstStyle/>
          <a:p>
            <a:pPr>
              <a:buNone/>
            </a:pPr>
            <a:r>
              <a:rPr lang="en-US" sz="2200" b="1" dirty="0">
                <a:latin typeface="+mj-lt"/>
              </a:rPr>
              <a:t>5. </a:t>
            </a:r>
            <a:r>
              <a:rPr lang="en-US" sz="2400" b="1" dirty="0">
                <a:latin typeface="+mj-lt"/>
              </a:rPr>
              <a:t> The objective of ISO-9000 family of Quality management is</a:t>
            </a:r>
            <a:endParaRPr lang="en-US" sz="2400" dirty="0">
              <a:latin typeface="+mj-lt"/>
            </a:endParaRPr>
          </a:p>
          <a:p>
            <a:pPr marL="457200" lvl="0" indent="-457200">
              <a:buFont typeface="+mj-lt"/>
              <a:buAutoNum type="alphaLcPeriod"/>
            </a:pPr>
            <a:r>
              <a:rPr lang="en-US" sz="2200" dirty="0">
                <a:latin typeface="+mj-lt"/>
              </a:rPr>
              <a:t>Customer satisfaction</a:t>
            </a:r>
          </a:p>
          <a:p>
            <a:pPr marL="457200" lvl="0" indent="-457200">
              <a:buFont typeface="+mj-lt"/>
              <a:buAutoNum type="alphaLcPeriod"/>
            </a:pPr>
            <a:r>
              <a:rPr lang="en-US" sz="2200" dirty="0">
                <a:latin typeface="+mj-lt"/>
              </a:rPr>
              <a:t>Employee satisfaction</a:t>
            </a:r>
          </a:p>
          <a:p>
            <a:pPr marL="457200" lvl="0" indent="-457200">
              <a:buFont typeface="+mj-lt"/>
              <a:buAutoNum type="alphaLcPeriod"/>
            </a:pPr>
            <a:r>
              <a:rPr lang="en-US" sz="2200" dirty="0">
                <a:latin typeface="+mj-lt"/>
              </a:rPr>
              <a:t>Skill enhancement</a:t>
            </a:r>
          </a:p>
          <a:p>
            <a:pPr marL="457200" lvl="0" indent="-457200">
              <a:buFont typeface="+mj-lt"/>
              <a:buAutoNum type="alphaLcPeriod"/>
            </a:pPr>
            <a:r>
              <a:rPr lang="en-US" sz="2200" dirty="0">
                <a:latin typeface="+mj-lt"/>
              </a:rPr>
              <a:t>Environmental issues</a:t>
            </a:r>
          </a:p>
          <a:p>
            <a:pPr marL="457200" lvl="0" indent="-457200">
              <a:buFont typeface="+mj-lt"/>
              <a:buAutoNum type="alphaLcPeriod"/>
            </a:pPr>
            <a:endParaRPr lang="en-US" sz="2200" dirty="0">
              <a:latin typeface="+mj-lt"/>
            </a:endParaRPr>
          </a:p>
          <a:p>
            <a:pPr>
              <a:buNone/>
            </a:pPr>
            <a:r>
              <a:rPr lang="en-US" sz="2400" b="1" dirty="0">
                <a:latin typeface="+mj-lt"/>
              </a:rPr>
              <a:t>6. TQM &amp; ISO both focuses on</a:t>
            </a:r>
            <a:endParaRPr lang="en-US" sz="2400" dirty="0">
              <a:latin typeface="+mj-lt"/>
            </a:endParaRPr>
          </a:p>
          <a:p>
            <a:pPr marL="457200" lvl="0" indent="-457200">
              <a:buFont typeface="+mj-lt"/>
              <a:buAutoNum type="alphaLcPeriod"/>
            </a:pPr>
            <a:r>
              <a:rPr lang="en-US" sz="2200" dirty="0">
                <a:latin typeface="+mj-lt"/>
              </a:rPr>
              <a:t>Customer</a:t>
            </a:r>
          </a:p>
          <a:p>
            <a:pPr marL="457200" lvl="0" indent="-457200">
              <a:buFont typeface="+mj-lt"/>
              <a:buAutoNum type="alphaLcPeriod"/>
            </a:pPr>
            <a:r>
              <a:rPr lang="en-US" sz="2200" dirty="0">
                <a:latin typeface="+mj-lt"/>
              </a:rPr>
              <a:t>Employee</a:t>
            </a:r>
          </a:p>
          <a:p>
            <a:pPr marL="457200" lvl="0" indent="-457200">
              <a:buFont typeface="+mj-lt"/>
              <a:buAutoNum type="alphaLcPeriod"/>
            </a:pPr>
            <a:r>
              <a:rPr lang="en-US" sz="2200" dirty="0">
                <a:latin typeface="+mj-lt"/>
              </a:rPr>
              <a:t>Supplier</a:t>
            </a:r>
          </a:p>
          <a:p>
            <a:pPr marL="457200" lvl="0" indent="-457200">
              <a:buFont typeface="+mj-lt"/>
              <a:buAutoNum type="alphaLcPeriod"/>
            </a:pPr>
            <a:r>
              <a:rPr lang="en-US" sz="2200" dirty="0">
                <a:latin typeface="+mj-lt"/>
              </a:rPr>
              <a:t>All of the above</a:t>
            </a:r>
          </a:p>
          <a:p>
            <a:pPr lvl="0"/>
            <a:endParaRPr lang="en-US" sz="2400" dirty="0">
              <a:latin typeface="+mj-lt"/>
            </a:endParaRPr>
          </a:p>
          <a:p>
            <a:endParaRPr lang="en-US" sz="2200" dirty="0">
              <a:latin typeface="+mj-lt"/>
              <a:cs typeface="Times New Roman" panose="02020603050405020304" pitchFamily="18" charset="0"/>
            </a:endParaRPr>
          </a:p>
        </p:txBody>
      </p:sp>
      <p:sp>
        <p:nvSpPr>
          <p:cNvPr id="4" name="Date Placeholder 3"/>
          <p:cNvSpPr>
            <a:spLocks noGrp="1"/>
          </p:cNvSpPr>
          <p:nvPr>
            <p:ph type="dt" sz="half" idx="10"/>
          </p:nvPr>
        </p:nvSpPr>
        <p:spPr/>
        <p:txBody>
          <a:bodyPr/>
          <a:lstStyle/>
          <a:p>
            <a:fld id="{3CE5DEA5-FA8D-40C4-8BFF-6859B8F1390B}" type="datetime1">
              <a:rPr lang="en-US" smtClean="0">
                <a:latin typeface="+mj-lt"/>
              </a:rPr>
              <a:t>5/1/2026</a:t>
            </a:fld>
            <a:endParaRPr lang="en-US">
              <a:latin typeface="+mj-lt"/>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latin typeface="+mj-lt"/>
              </a:rPr>
              <a:pPr/>
              <a:t>108</a:t>
            </a:fld>
            <a:endParaRPr lang="en-US">
              <a:latin typeface="+mj-lt"/>
            </a:endParaRPr>
          </a:p>
        </p:txBody>
      </p:sp>
      <p:sp>
        <p:nvSpPr>
          <p:cNvPr id="9" name="Footer Placeholder 12"/>
          <p:cNvSpPr>
            <a:spLocks noGrp="1"/>
          </p:cNvSpPr>
          <p:nvPr>
            <p:ph type="ftr" sz="quarter" idx="11"/>
          </p:nvPr>
        </p:nvSpPr>
        <p:spPr>
          <a:xfrm>
            <a:off x="2286000" y="6248415"/>
            <a:ext cx="5029200" cy="365125"/>
          </a:xfrm>
        </p:spPr>
        <p:txBody>
          <a:bodyPr/>
          <a:lstStyle/>
          <a:p>
            <a:r>
              <a:rPr lang="sv-SE" sz="2000">
                <a:latin typeface="+mj-lt"/>
              </a:rPr>
              <a:t>Mr. Minhaj Nezami    AOE0861    TQM     Unit 5</a:t>
            </a:r>
            <a:endParaRPr lang="en-US" sz="2000" dirty="0">
              <a:latin typeface="+mj-lt"/>
            </a:endParaRPr>
          </a:p>
        </p:txBody>
      </p:sp>
      <p:pic>
        <p:nvPicPr>
          <p:cNvPr id="8" name="Picture 7"/>
          <p:cNvPicPr>
            <a:picLocks noChangeAspect="1"/>
          </p:cNvPicPr>
          <p:nvPr/>
        </p:nvPicPr>
        <p:blipFill>
          <a:blip r:embed="rId2"/>
          <a:stretch>
            <a:fillRect/>
          </a:stretch>
        </p:blipFill>
        <p:spPr>
          <a:xfrm>
            <a:off x="0" y="7779"/>
            <a:ext cx="1755800" cy="1024217"/>
          </a:xfrm>
          <a:prstGeom prst="rect">
            <a:avLst/>
          </a:prstGeom>
        </p:spPr>
      </p:pic>
      <p:sp>
        <p:nvSpPr>
          <p:cNvPr id="11" name="Title 1">
            <a:extLst>
              <a:ext uri="{FF2B5EF4-FFF2-40B4-BE49-F238E27FC236}">
                <a16:creationId xmlns:a16="http://schemas.microsoft.com/office/drawing/2014/main" id="{1C7BBAA3-263A-8FE5-5AA3-E40EF73A5AE9}"/>
              </a:ext>
            </a:extLst>
          </p:cNvPr>
          <p:cNvSpPr txBox="1">
            <a:spLocks/>
          </p:cNvSpPr>
          <p:nvPr/>
        </p:nvSpPr>
        <p:spPr>
          <a:xfrm>
            <a:off x="1717964" y="7779"/>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MCQ</a:t>
            </a:r>
          </a:p>
        </p:txBody>
      </p:sp>
    </p:spTree>
    <p:extLst>
      <p:ext uri="{BB962C8B-B14F-4D97-AF65-F5344CB8AC3E}">
        <p14:creationId xmlns:p14="http://schemas.microsoft.com/office/powerpoint/2010/main" val="3919311891"/>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90600"/>
            <a:ext cx="8229600" cy="5029200"/>
          </a:xfrm>
        </p:spPr>
        <p:txBody>
          <a:bodyPr>
            <a:normAutofit/>
          </a:bodyPr>
          <a:lstStyle/>
          <a:p>
            <a:pPr>
              <a:buNone/>
            </a:pPr>
            <a:r>
              <a:rPr lang="en-US" sz="2800" b="1" dirty="0"/>
              <a:t>7.  </a:t>
            </a:r>
            <a:r>
              <a:rPr lang="en-US" sz="2400" b="1" dirty="0"/>
              <a:t>What is ISO?</a:t>
            </a:r>
            <a:endParaRPr lang="en-US" sz="2400" dirty="0"/>
          </a:p>
          <a:p>
            <a:pPr marL="457200" lvl="0" indent="-457200">
              <a:buFont typeface="+mj-lt"/>
              <a:buAutoNum type="alphaLcPeriod"/>
            </a:pPr>
            <a:r>
              <a:rPr lang="en-US" sz="2200" dirty="0"/>
              <a:t>Indian organization for standard</a:t>
            </a:r>
          </a:p>
          <a:p>
            <a:pPr marL="457200" lvl="0" indent="-457200">
              <a:buFont typeface="+mj-lt"/>
              <a:buAutoNum type="alphaLcPeriod"/>
            </a:pPr>
            <a:r>
              <a:rPr lang="en-US" sz="2200" dirty="0"/>
              <a:t>Internal organization for standard</a:t>
            </a:r>
          </a:p>
          <a:p>
            <a:pPr marL="457200" lvl="0" indent="-457200">
              <a:buFont typeface="+mj-lt"/>
              <a:buAutoNum type="alphaLcPeriod"/>
            </a:pPr>
            <a:r>
              <a:rPr lang="en-US" sz="2200" dirty="0"/>
              <a:t>International organization for standard</a:t>
            </a:r>
          </a:p>
          <a:p>
            <a:pPr marL="457200" lvl="0" indent="-457200">
              <a:buFont typeface="+mj-lt"/>
              <a:buAutoNum type="alphaLcPeriod"/>
            </a:pPr>
            <a:r>
              <a:rPr lang="en-US" sz="2200" dirty="0"/>
              <a:t>None of the above</a:t>
            </a:r>
          </a:p>
          <a:p>
            <a:pPr marL="457200" lvl="0" indent="-457200">
              <a:buFont typeface="+mj-lt"/>
              <a:buAutoNum type="alphaLcPeriod"/>
            </a:pPr>
            <a:endParaRPr lang="en-US" sz="2200" dirty="0"/>
          </a:p>
          <a:p>
            <a:pPr>
              <a:buNone/>
            </a:pPr>
            <a:r>
              <a:rPr lang="en-US" sz="2400" b="1" dirty="0"/>
              <a:t>8. EMS stands for</a:t>
            </a:r>
            <a:endParaRPr lang="en-US" sz="2400" dirty="0"/>
          </a:p>
          <a:p>
            <a:pPr marL="457200" lvl="0" indent="-457200">
              <a:buFont typeface="+mj-lt"/>
              <a:buAutoNum type="alphaLcPeriod"/>
            </a:pPr>
            <a:r>
              <a:rPr lang="en-US" sz="2200" dirty="0"/>
              <a:t>Environmental management system</a:t>
            </a:r>
          </a:p>
          <a:p>
            <a:pPr marL="457200" lvl="0" indent="-457200">
              <a:buFont typeface="+mj-lt"/>
              <a:buAutoNum type="alphaLcPeriod"/>
            </a:pPr>
            <a:r>
              <a:rPr lang="en-US" sz="2200" dirty="0"/>
              <a:t>Employees management system</a:t>
            </a:r>
          </a:p>
          <a:p>
            <a:pPr marL="457200" lvl="0" indent="-457200">
              <a:buFont typeface="+mj-lt"/>
              <a:buAutoNum type="alphaLcPeriod"/>
            </a:pPr>
            <a:r>
              <a:rPr lang="en-US" sz="2200" dirty="0"/>
              <a:t>Engineering management system</a:t>
            </a:r>
          </a:p>
          <a:p>
            <a:pPr marL="457200" lvl="0" indent="-457200">
              <a:buFont typeface="+mj-lt"/>
              <a:buAutoNum type="alphaLcPeriod"/>
            </a:pPr>
            <a:r>
              <a:rPr lang="en-US" sz="2200" dirty="0"/>
              <a:t>Equipment management system</a:t>
            </a:r>
          </a:p>
          <a:p>
            <a:endParaRPr lang="en-US" sz="22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81CB7944-E74B-40C6-A86A-6DF0ACF567A0}" type="datetime1">
              <a:rPr lang="en-US" smtClean="0"/>
              <a:t>5/1/2026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109</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sv-SE" sz="2000"/>
              <a:t>Mr. Minhaj Nezami    AOE0861    TQM     Unit 5</a:t>
            </a:r>
            <a:endParaRPr lang="en-US" sz="2000" dirty="0"/>
          </a:p>
        </p:txBody>
      </p:sp>
      <p:pic>
        <p:nvPicPr>
          <p:cNvPr id="8" name="Picture 7"/>
          <p:cNvPicPr>
            <a:picLocks noChangeAspect="1"/>
          </p:cNvPicPr>
          <p:nvPr/>
        </p:nvPicPr>
        <p:blipFill>
          <a:blip r:embed="rId2"/>
          <a:stretch>
            <a:fillRect/>
          </a:stretch>
        </p:blipFill>
        <p:spPr>
          <a:xfrm>
            <a:off x="0" y="7779"/>
            <a:ext cx="1755800" cy="1024217"/>
          </a:xfrm>
          <a:prstGeom prst="rect">
            <a:avLst/>
          </a:prstGeom>
        </p:spPr>
      </p:pic>
      <p:sp>
        <p:nvSpPr>
          <p:cNvPr id="11" name="Title 1">
            <a:extLst>
              <a:ext uri="{FF2B5EF4-FFF2-40B4-BE49-F238E27FC236}">
                <a16:creationId xmlns:a16="http://schemas.microsoft.com/office/drawing/2014/main" id="{1C7BBAA3-263A-8FE5-5AA3-E40EF73A5AE9}"/>
              </a:ext>
            </a:extLst>
          </p:cNvPr>
          <p:cNvSpPr txBox="1">
            <a:spLocks/>
          </p:cNvSpPr>
          <p:nvPr/>
        </p:nvSpPr>
        <p:spPr>
          <a:xfrm>
            <a:off x="1717964" y="7779"/>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MCQ</a:t>
            </a:r>
          </a:p>
        </p:txBody>
      </p:sp>
    </p:spTree>
    <p:extLst>
      <p:ext uri="{BB962C8B-B14F-4D97-AF65-F5344CB8AC3E}">
        <p14:creationId xmlns:p14="http://schemas.microsoft.com/office/powerpoint/2010/main" val="3919311891"/>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90600"/>
            <a:ext cx="8229600" cy="5029200"/>
          </a:xfrm>
        </p:spPr>
        <p:txBody>
          <a:bodyPr>
            <a:normAutofit lnSpcReduction="10000"/>
          </a:bodyPr>
          <a:lstStyle/>
          <a:p>
            <a:pPr>
              <a:buNone/>
            </a:pPr>
            <a:r>
              <a:rPr lang="en-US" sz="2800" b="1" dirty="0"/>
              <a:t>9.  </a:t>
            </a:r>
            <a:r>
              <a:rPr lang="en-US" sz="2400" b="1" dirty="0"/>
              <a:t> ISO emphasis on</a:t>
            </a:r>
            <a:endParaRPr lang="en-US" sz="2400" dirty="0"/>
          </a:p>
          <a:p>
            <a:pPr marL="457200" lvl="0" indent="-457200">
              <a:buFont typeface="+mj-lt"/>
              <a:buAutoNum type="alphaLcPeriod"/>
            </a:pPr>
            <a:r>
              <a:rPr lang="en-US" sz="2200" dirty="0"/>
              <a:t>Prevention</a:t>
            </a:r>
          </a:p>
          <a:p>
            <a:pPr marL="457200" lvl="0" indent="-457200">
              <a:buFont typeface="+mj-lt"/>
              <a:buAutoNum type="alphaLcPeriod"/>
            </a:pPr>
            <a:r>
              <a:rPr lang="en-US" sz="2200" dirty="0"/>
              <a:t>Inspection</a:t>
            </a:r>
          </a:p>
          <a:p>
            <a:pPr marL="457200" lvl="0" indent="-457200">
              <a:buFont typeface="+mj-lt"/>
              <a:buAutoNum type="alphaLcPeriod"/>
            </a:pPr>
            <a:r>
              <a:rPr lang="en-US" sz="2200" dirty="0"/>
              <a:t>Rejection</a:t>
            </a:r>
          </a:p>
          <a:p>
            <a:pPr marL="457200" lvl="0" indent="-457200">
              <a:buFont typeface="+mj-lt"/>
              <a:buAutoNum type="alphaLcPeriod"/>
            </a:pPr>
            <a:r>
              <a:rPr lang="en-US" sz="2200" dirty="0"/>
              <a:t>All of the above</a:t>
            </a:r>
          </a:p>
          <a:p>
            <a:pPr>
              <a:buNone/>
            </a:pPr>
            <a:r>
              <a:rPr lang="en-US" sz="2400" b="1" dirty="0"/>
              <a:t> </a:t>
            </a:r>
            <a:endParaRPr lang="en-US" sz="2400" dirty="0"/>
          </a:p>
          <a:p>
            <a:pPr>
              <a:buNone/>
            </a:pPr>
            <a:r>
              <a:rPr lang="en-US" sz="2400" b="1" dirty="0"/>
              <a:t>10.  ISO – 14001 gives stress on</a:t>
            </a:r>
            <a:endParaRPr lang="en-US" sz="2400" dirty="0"/>
          </a:p>
          <a:p>
            <a:pPr marL="457200" lvl="0" indent="-457200">
              <a:buFont typeface="+mj-lt"/>
              <a:buAutoNum type="alphaLcPeriod"/>
            </a:pPr>
            <a:r>
              <a:rPr lang="en-US" sz="2200" dirty="0"/>
              <a:t>Plan – Do -check -Act</a:t>
            </a:r>
          </a:p>
          <a:p>
            <a:pPr marL="457200" lvl="0" indent="-457200">
              <a:buFont typeface="+mj-lt"/>
              <a:buAutoNum type="alphaLcPeriod"/>
            </a:pPr>
            <a:r>
              <a:rPr lang="en-US" sz="2200" dirty="0"/>
              <a:t>Environmental protection</a:t>
            </a:r>
          </a:p>
          <a:p>
            <a:pPr marL="457200" lvl="0" indent="-457200">
              <a:buFont typeface="+mj-lt"/>
              <a:buAutoNum type="alphaLcPeriod"/>
            </a:pPr>
            <a:r>
              <a:rPr lang="en-US" sz="2200" dirty="0"/>
              <a:t>Prevention rather than detection</a:t>
            </a:r>
          </a:p>
          <a:p>
            <a:pPr marL="457200" lvl="0" indent="-457200">
              <a:buFont typeface="+mj-lt"/>
              <a:buAutoNum type="alphaLcPeriod"/>
            </a:pPr>
            <a:r>
              <a:rPr lang="en-US" sz="2200" dirty="0"/>
              <a:t>All of the above</a:t>
            </a:r>
          </a:p>
          <a:p>
            <a:pPr>
              <a:buNone/>
            </a:pPr>
            <a:r>
              <a:rPr lang="en-US" sz="2400" dirty="0"/>
              <a:t> </a:t>
            </a:r>
          </a:p>
          <a:p>
            <a:endParaRPr lang="en-US" sz="22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D3454DFE-A4D1-4EE1-8F17-5B0DA9DABE2B}" type="datetime1">
              <a:rPr lang="en-US" smtClean="0"/>
              <a:t>5/1/2026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110</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sv-SE" sz="2000"/>
              <a:t>Mr. Minhaj Nezami    AOE0861    TQM     Unit 5</a:t>
            </a:r>
            <a:endParaRPr lang="en-US" sz="2000" dirty="0"/>
          </a:p>
        </p:txBody>
      </p:sp>
      <p:pic>
        <p:nvPicPr>
          <p:cNvPr id="8" name="Picture 7"/>
          <p:cNvPicPr>
            <a:picLocks noChangeAspect="1"/>
          </p:cNvPicPr>
          <p:nvPr/>
        </p:nvPicPr>
        <p:blipFill>
          <a:blip r:embed="rId2"/>
          <a:stretch>
            <a:fillRect/>
          </a:stretch>
        </p:blipFill>
        <p:spPr>
          <a:xfrm>
            <a:off x="0" y="7779"/>
            <a:ext cx="1755800" cy="1024217"/>
          </a:xfrm>
          <a:prstGeom prst="rect">
            <a:avLst/>
          </a:prstGeom>
        </p:spPr>
      </p:pic>
      <p:sp>
        <p:nvSpPr>
          <p:cNvPr id="11" name="Title 1">
            <a:extLst>
              <a:ext uri="{FF2B5EF4-FFF2-40B4-BE49-F238E27FC236}">
                <a16:creationId xmlns:a16="http://schemas.microsoft.com/office/drawing/2014/main" id="{1C7BBAA3-263A-8FE5-5AA3-E40EF73A5AE9}"/>
              </a:ext>
            </a:extLst>
          </p:cNvPr>
          <p:cNvSpPr txBox="1">
            <a:spLocks/>
          </p:cNvSpPr>
          <p:nvPr/>
        </p:nvSpPr>
        <p:spPr>
          <a:xfrm>
            <a:off x="1717964" y="7779"/>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MCQ</a:t>
            </a:r>
          </a:p>
        </p:txBody>
      </p:sp>
    </p:spTree>
    <p:extLst>
      <p:ext uri="{BB962C8B-B14F-4D97-AF65-F5344CB8AC3E}">
        <p14:creationId xmlns:p14="http://schemas.microsoft.com/office/powerpoint/2010/main" val="3919311891"/>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rmAutofit/>
          </a:bodyPr>
          <a:lstStyle/>
          <a:p>
            <a:pPr>
              <a:buNone/>
            </a:pPr>
            <a:endParaRPr lang="en-US" sz="2200" dirty="0"/>
          </a:p>
          <a:p>
            <a:endParaRPr lang="en-US" sz="22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A670A665-454B-43F6-8D27-F5D2CF6EE90F}" type="datetime1">
              <a:rPr lang="en-US" smtClean="0"/>
              <a:t>5/1/2026</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sv-SE" sz="2000"/>
              <a:t>Mr. Minhaj Nezami    AOE0861    TQM     Unit 5</a:t>
            </a:r>
            <a:endParaRPr lang="en-US" sz="2000"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111</a:t>
            </a:fld>
            <a:endParaRPr lang="en-US"/>
          </a:p>
        </p:txBody>
      </p:sp>
      <p:pic>
        <p:nvPicPr>
          <p:cNvPr id="14" name="Picture 13"/>
          <p:cNvPicPr>
            <a:picLocks noChangeAspect="1"/>
          </p:cNvPicPr>
          <p:nvPr/>
        </p:nvPicPr>
        <p:blipFill>
          <a:blip r:embed="rId3"/>
          <a:stretch>
            <a:fillRect/>
          </a:stretch>
        </p:blipFill>
        <p:spPr>
          <a:xfrm>
            <a:off x="30018" y="25400"/>
            <a:ext cx="1755800" cy="1024217"/>
          </a:xfrm>
          <a:prstGeom prst="rect">
            <a:avLst/>
          </a:prstGeom>
        </p:spPr>
      </p:pic>
      <p:sp>
        <p:nvSpPr>
          <p:cNvPr id="11" name="Title 1">
            <a:extLst>
              <a:ext uri="{FF2B5EF4-FFF2-40B4-BE49-F238E27FC236}">
                <a16:creationId xmlns:a16="http://schemas.microsoft.com/office/drawing/2014/main" id="{1C7BBAA3-263A-8FE5-5AA3-E40EF73A5AE9}"/>
              </a:ext>
            </a:extLst>
          </p:cNvPr>
          <p:cNvSpPr txBox="1">
            <a:spLocks/>
          </p:cNvSpPr>
          <p:nvPr/>
        </p:nvSpPr>
        <p:spPr>
          <a:xfrm>
            <a:off x="1752600" y="25400"/>
            <a:ext cx="7391400" cy="90516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2400" b="1"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defRPr/>
            </a:pPr>
            <a:br>
              <a:rPr lang="en-US" sz="2800" dirty="0">
                <a:latin typeface="Times New Roman" panose="02020603050405020304" pitchFamily="18" charset="0"/>
                <a:cs typeface="Times New Roman" panose="02020603050405020304" pitchFamily="18" charset="0"/>
              </a:rPr>
            </a:br>
            <a:endParaRPr lang="en-US" sz="2800" dirty="0">
              <a:latin typeface="Times New Roman" panose="02020603050405020304" pitchFamily="18" charset="0"/>
              <a:cs typeface="Times New Roman" panose="02020603050405020304" pitchFamily="18" charset="0"/>
            </a:endParaRPr>
          </a:p>
          <a:p>
            <a:pPr>
              <a:defRPr/>
            </a:pPr>
            <a:r>
              <a:rPr lang="en-US" sz="2000" dirty="0">
                <a:latin typeface="Times New Roman" panose="02020603050405020304" pitchFamily="18" charset="0"/>
                <a:cs typeface="Times New Roman" panose="02020603050405020304" pitchFamily="18" charset="0"/>
              </a:rPr>
              <a:t>OLD QUESTION PAPERS</a:t>
            </a:r>
          </a:p>
          <a:p>
            <a:pPr lvl="0">
              <a:defRPr/>
            </a:pPr>
            <a:r>
              <a:rPr lang="en-US" sz="2000" dirty="0">
                <a:solidFill>
                  <a:prstClr val="black"/>
                </a:solidFill>
                <a:latin typeface="Times New Roman" panose="02020603050405020304" pitchFamily="18" charset="0"/>
                <a:cs typeface="Times New Roman" panose="02020603050405020304" pitchFamily="18" charset="0"/>
              </a:rPr>
              <a:t>  </a:t>
            </a:r>
          </a:p>
          <a:p>
            <a:pPr>
              <a:defRPr/>
            </a:pPr>
            <a:br>
              <a:rPr lang="en-US" sz="2800" dirty="0">
                <a:latin typeface="Times New Roman" panose="02020603050405020304" pitchFamily="18" charset="0"/>
                <a:cs typeface="Times New Roman" panose="02020603050405020304" pitchFamily="18" charset="0"/>
              </a:rPr>
            </a:br>
            <a:endParaRPr lang="en-US" sz="2800" dirty="0"/>
          </a:p>
        </p:txBody>
      </p:sp>
      <p:pic>
        <p:nvPicPr>
          <p:cNvPr id="2" name="Picture 1"/>
          <p:cNvPicPr>
            <a:picLocks noChangeAspect="1"/>
          </p:cNvPicPr>
          <p:nvPr/>
        </p:nvPicPr>
        <p:blipFill>
          <a:blip r:embed="rId4"/>
          <a:stretch>
            <a:fillRect/>
          </a:stretch>
        </p:blipFill>
        <p:spPr>
          <a:xfrm>
            <a:off x="835429" y="1220597"/>
            <a:ext cx="7564582" cy="4728707"/>
          </a:xfrm>
          <a:prstGeom prst="rect">
            <a:avLst/>
          </a:prstGeom>
        </p:spPr>
      </p:pic>
    </p:spTree>
    <p:extLst>
      <p:ext uri="{BB962C8B-B14F-4D97-AF65-F5344CB8AC3E}">
        <p14:creationId xmlns:p14="http://schemas.microsoft.com/office/powerpoint/2010/main" val="4116392404"/>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018" y="1135222"/>
            <a:ext cx="9000772" cy="4800600"/>
          </a:xfrm>
        </p:spPr>
        <p:txBody>
          <a:bodyPr>
            <a:normAutofit/>
          </a:bodyPr>
          <a:lstStyle/>
          <a:p>
            <a:pPr>
              <a:buNone/>
            </a:pPr>
            <a:endParaRPr lang="en-US" sz="2200"/>
          </a:p>
          <a:p>
            <a:endParaRPr lang="en-US" sz="220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152EDBDD-D236-4CC9-AD34-DFCCE11957E8}" type="datetime1">
              <a:rPr lang="en-US" smtClean="0"/>
              <a:t>5/1/2026</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sv-SE" sz="2000"/>
              <a:t>Mr. Minhaj Nezami    AOE0861    TQM     Unit 5</a:t>
            </a:r>
            <a:endParaRPr lang="en-US" sz="2000"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112</a:t>
            </a:fld>
            <a:endParaRPr lang="en-US"/>
          </a:p>
        </p:txBody>
      </p:sp>
      <p:pic>
        <p:nvPicPr>
          <p:cNvPr id="14" name="Picture 13"/>
          <p:cNvPicPr>
            <a:picLocks noChangeAspect="1"/>
          </p:cNvPicPr>
          <p:nvPr/>
        </p:nvPicPr>
        <p:blipFill>
          <a:blip r:embed="rId2"/>
          <a:stretch>
            <a:fillRect/>
          </a:stretch>
        </p:blipFill>
        <p:spPr>
          <a:xfrm>
            <a:off x="30018" y="25400"/>
            <a:ext cx="1755800" cy="1024217"/>
          </a:xfrm>
          <a:prstGeom prst="rect">
            <a:avLst/>
          </a:prstGeom>
        </p:spPr>
      </p:pic>
      <p:sp>
        <p:nvSpPr>
          <p:cNvPr id="10" name="Title 1">
            <a:extLst>
              <a:ext uri="{FF2B5EF4-FFF2-40B4-BE49-F238E27FC236}">
                <a16:creationId xmlns:a16="http://schemas.microsoft.com/office/drawing/2014/main" id="{1C7BBAA3-263A-8FE5-5AA3-E40EF73A5AE9}"/>
              </a:ext>
            </a:extLst>
          </p:cNvPr>
          <p:cNvSpPr txBox="1">
            <a:spLocks/>
          </p:cNvSpPr>
          <p:nvPr/>
        </p:nvSpPr>
        <p:spPr>
          <a:xfrm>
            <a:off x="1752600" y="25400"/>
            <a:ext cx="7391400" cy="90516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2400" b="1"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defRPr/>
            </a:pPr>
            <a:br>
              <a:rPr lang="en-US" sz="2800" dirty="0">
                <a:latin typeface="Times New Roman" panose="02020603050405020304" pitchFamily="18" charset="0"/>
                <a:cs typeface="Times New Roman" panose="02020603050405020304" pitchFamily="18" charset="0"/>
              </a:rPr>
            </a:br>
            <a:endParaRPr lang="en-US" sz="2800" dirty="0">
              <a:latin typeface="Times New Roman" panose="02020603050405020304" pitchFamily="18" charset="0"/>
              <a:cs typeface="Times New Roman" panose="02020603050405020304" pitchFamily="18" charset="0"/>
            </a:endParaRPr>
          </a:p>
          <a:p>
            <a:pPr>
              <a:defRPr/>
            </a:pPr>
            <a:r>
              <a:rPr lang="en-US" sz="2000" dirty="0">
                <a:latin typeface="Times New Roman" panose="02020603050405020304" pitchFamily="18" charset="0"/>
                <a:cs typeface="Times New Roman" panose="02020603050405020304" pitchFamily="18" charset="0"/>
              </a:rPr>
              <a:t>OLD QUESTION PAPERS</a:t>
            </a:r>
          </a:p>
          <a:p>
            <a:pPr lvl="0">
              <a:defRPr/>
            </a:pPr>
            <a:r>
              <a:rPr lang="en-US" sz="2000" dirty="0">
                <a:solidFill>
                  <a:prstClr val="black"/>
                </a:solidFill>
                <a:latin typeface="Times New Roman" panose="02020603050405020304" pitchFamily="18" charset="0"/>
                <a:cs typeface="Times New Roman" panose="02020603050405020304" pitchFamily="18" charset="0"/>
              </a:rPr>
              <a:t>  </a:t>
            </a:r>
          </a:p>
          <a:p>
            <a:pPr>
              <a:defRPr/>
            </a:pPr>
            <a:br>
              <a:rPr lang="en-US" sz="2800" dirty="0">
                <a:latin typeface="Times New Roman" panose="02020603050405020304" pitchFamily="18" charset="0"/>
                <a:cs typeface="Times New Roman" panose="02020603050405020304" pitchFamily="18" charset="0"/>
              </a:rPr>
            </a:br>
            <a:endParaRPr lang="en-US" sz="2800" dirty="0"/>
          </a:p>
        </p:txBody>
      </p:sp>
      <p:pic>
        <p:nvPicPr>
          <p:cNvPr id="2" name="Picture 1"/>
          <p:cNvPicPr>
            <a:picLocks noChangeAspect="1"/>
          </p:cNvPicPr>
          <p:nvPr/>
        </p:nvPicPr>
        <p:blipFill>
          <a:blip r:embed="rId3"/>
          <a:stretch>
            <a:fillRect/>
          </a:stretch>
        </p:blipFill>
        <p:spPr>
          <a:xfrm>
            <a:off x="0" y="1038499"/>
            <a:ext cx="9144000" cy="5091907"/>
          </a:xfrm>
          <a:prstGeom prst="rect">
            <a:avLst/>
          </a:prstGeom>
        </p:spPr>
      </p:pic>
    </p:spTree>
    <p:extLst>
      <p:ext uri="{BB962C8B-B14F-4D97-AF65-F5344CB8AC3E}">
        <p14:creationId xmlns:p14="http://schemas.microsoft.com/office/powerpoint/2010/main" val="1049370300"/>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rmAutofit/>
          </a:bodyPr>
          <a:lstStyle/>
          <a:p>
            <a:pPr>
              <a:buNone/>
            </a:pPr>
            <a:endParaRPr lang="en-US" sz="2200" dirty="0"/>
          </a:p>
          <a:p>
            <a:endParaRPr lang="en-US" sz="22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F6EF14FD-A6F3-4846-A237-AD72DD585C91}" type="datetime1">
              <a:rPr lang="en-US" smtClean="0"/>
              <a:t>5/1/2026</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sv-SE" sz="2000"/>
              <a:t>Mr. Minhaj Nezami    AOE0861    TQM     Unit 5</a:t>
            </a:r>
            <a:endParaRPr lang="en-US" sz="2000"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113</a:t>
            </a:fld>
            <a:endParaRPr lang="en-US"/>
          </a:p>
        </p:txBody>
      </p:sp>
      <p:pic>
        <p:nvPicPr>
          <p:cNvPr id="14" name="Picture 13"/>
          <p:cNvPicPr>
            <a:picLocks noChangeAspect="1"/>
          </p:cNvPicPr>
          <p:nvPr/>
        </p:nvPicPr>
        <p:blipFill>
          <a:blip r:embed="rId2"/>
          <a:stretch>
            <a:fillRect/>
          </a:stretch>
        </p:blipFill>
        <p:spPr>
          <a:xfrm>
            <a:off x="30018" y="25400"/>
            <a:ext cx="1755800" cy="1024217"/>
          </a:xfrm>
          <a:prstGeom prst="rect">
            <a:avLst/>
          </a:prstGeom>
        </p:spPr>
      </p:pic>
      <p:sp>
        <p:nvSpPr>
          <p:cNvPr id="11" name="Title 1">
            <a:extLst>
              <a:ext uri="{FF2B5EF4-FFF2-40B4-BE49-F238E27FC236}">
                <a16:creationId xmlns:a16="http://schemas.microsoft.com/office/drawing/2014/main" id="{1C7BBAA3-263A-8FE5-5AA3-E40EF73A5AE9}"/>
              </a:ext>
            </a:extLst>
          </p:cNvPr>
          <p:cNvSpPr txBox="1">
            <a:spLocks/>
          </p:cNvSpPr>
          <p:nvPr/>
        </p:nvSpPr>
        <p:spPr>
          <a:xfrm>
            <a:off x="1752600" y="25400"/>
            <a:ext cx="7391400" cy="90516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2400" b="1"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defRPr/>
            </a:pPr>
            <a:br>
              <a:rPr lang="en-US" sz="2800" dirty="0">
                <a:latin typeface="Times New Roman" panose="02020603050405020304" pitchFamily="18" charset="0"/>
                <a:cs typeface="Times New Roman" panose="02020603050405020304" pitchFamily="18" charset="0"/>
              </a:rPr>
            </a:br>
            <a:endParaRPr lang="en-US" sz="2800" dirty="0">
              <a:latin typeface="Times New Roman" panose="02020603050405020304" pitchFamily="18" charset="0"/>
              <a:cs typeface="Times New Roman" panose="02020603050405020304" pitchFamily="18" charset="0"/>
            </a:endParaRPr>
          </a:p>
          <a:p>
            <a:pPr>
              <a:defRPr/>
            </a:pPr>
            <a:r>
              <a:rPr lang="en-US" sz="2000" dirty="0">
                <a:latin typeface="Times New Roman" panose="02020603050405020304" pitchFamily="18" charset="0"/>
                <a:cs typeface="Times New Roman" panose="02020603050405020304" pitchFamily="18" charset="0"/>
              </a:rPr>
              <a:t>OLD QUESTION PAPERS</a:t>
            </a:r>
          </a:p>
          <a:p>
            <a:pPr lvl="0">
              <a:defRPr/>
            </a:pPr>
            <a:r>
              <a:rPr lang="en-US" sz="2000" dirty="0">
                <a:solidFill>
                  <a:prstClr val="black"/>
                </a:solidFill>
                <a:latin typeface="Times New Roman" panose="02020603050405020304" pitchFamily="18" charset="0"/>
                <a:cs typeface="Times New Roman" panose="02020603050405020304" pitchFamily="18" charset="0"/>
              </a:rPr>
              <a:t>  </a:t>
            </a:r>
          </a:p>
          <a:p>
            <a:pPr>
              <a:defRPr/>
            </a:pPr>
            <a:br>
              <a:rPr lang="en-US" sz="2800" dirty="0">
                <a:latin typeface="Times New Roman" panose="02020603050405020304" pitchFamily="18" charset="0"/>
                <a:cs typeface="Times New Roman" panose="02020603050405020304" pitchFamily="18" charset="0"/>
              </a:rPr>
            </a:br>
            <a:endParaRPr lang="en-US" sz="2800" dirty="0"/>
          </a:p>
        </p:txBody>
      </p:sp>
      <p:pic>
        <p:nvPicPr>
          <p:cNvPr id="2" name="Picture 1"/>
          <p:cNvPicPr>
            <a:picLocks noChangeAspect="1"/>
          </p:cNvPicPr>
          <p:nvPr/>
        </p:nvPicPr>
        <p:blipFill>
          <a:blip r:embed="rId3"/>
          <a:stretch>
            <a:fillRect/>
          </a:stretch>
        </p:blipFill>
        <p:spPr>
          <a:xfrm>
            <a:off x="30018" y="1143000"/>
            <a:ext cx="9113982" cy="4997480"/>
          </a:xfrm>
          <a:prstGeom prst="rect">
            <a:avLst/>
          </a:prstGeom>
        </p:spPr>
      </p:pic>
    </p:spTree>
    <p:extLst>
      <p:ext uri="{BB962C8B-B14F-4D97-AF65-F5344CB8AC3E}">
        <p14:creationId xmlns:p14="http://schemas.microsoft.com/office/powerpoint/2010/main" val="2940261769"/>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rmAutofit/>
          </a:bodyPr>
          <a:lstStyle/>
          <a:p>
            <a:pPr>
              <a:buNone/>
            </a:pPr>
            <a:endParaRPr lang="en-US" sz="2200"/>
          </a:p>
          <a:p>
            <a:endParaRPr lang="en-US" sz="220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62238174-8DE0-40B3-B213-618422427807}" type="datetime1">
              <a:rPr lang="en-US" smtClean="0"/>
              <a:t>5/1/2026</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sv-SE" sz="2000"/>
              <a:t>Mr. Minhaj Nezami    AOE0861    TQM     Unit 5</a:t>
            </a:r>
            <a:endParaRPr lang="en-US" sz="2000"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114</a:t>
            </a:fld>
            <a:endParaRPr lang="en-US"/>
          </a:p>
        </p:txBody>
      </p:sp>
      <p:pic>
        <p:nvPicPr>
          <p:cNvPr id="14" name="Picture 13"/>
          <p:cNvPicPr>
            <a:picLocks noChangeAspect="1"/>
          </p:cNvPicPr>
          <p:nvPr/>
        </p:nvPicPr>
        <p:blipFill>
          <a:blip r:embed="rId2"/>
          <a:stretch>
            <a:fillRect/>
          </a:stretch>
        </p:blipFill>
        <p:spPr>
          <a:xfrm>
            <a:off x="30018" y="25400"/>
            <a:ext cx="1755800" cy="1024217"/>
          </a:xfrm>
          <a:prstGeom prst="rect">
            <a:avLst/>
          </a:prstGeom>
        </p:spPr>
      </p:pic>
      <p:sp>
        <p:nvSpPr>
          <p:cNvPr id="10" name="Title 1">
            <a:extLst>
              <a:ext uri="{FF2B5EF4-FFF2-40B4-BE49-F238E27FC236}">
                <a16:creationId xmlns:a16="http://schemas.microsoft.com/office/drawing/2014/main" id="{1C7BBAA3-263A-8FE5-5AA3-E40EF73A5AE9}"/>
              </a:ext>
            </a:extLst>
          </p:cNvPr>
          <p:cNvSpPr txBox="1">
            <a:spLocks/>
          </p:cNvSpPr>
          <p:nvPr/>
        </p:nvSpPr>
        <p:spPr>
          <a:xfrm>
            <a:off x="1752600" y="25400"/>
            <a:ext cx="7391400" cy="90516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2400" b="1"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defRPr/>
            </a:pPr>
            <a:br>
              <a:rPr lang="en-US" sz="2800" dirty="0">
                <a:latin typeface="Times New Roman" panose="02020603050405020304" pitchFamily="18" charset="0"/>
                <a:cs typeface="Times New Roman" panose="02020603050405020304" pitchFamily="18" charset="0"/>
              </a:rPr>
            </a:br>
            <a:endParaRPr lang="en-US" sz="2800" dirty="0">
              <a:latin typeface="Times New Roman" panose="02020603050405020304" pitchFamily="18" charset="0"/>
              <a:cs typeface="Times New Roman" panose="02020603050405020304" pitchFamily="18" charset="0"/>
            </a:endParaRPr>
          </a:p>
          <a:p>
            <a:pPr>
              <a:defRPr/>
            </a:pPr>
            <a:r>
              <a:rPr lang="en-US" sz="2000" dirty="0">
                <a:latin typeface="Times New Roman" panose="02020603050405020304" pitchFamily="18" charset="0"/>
                <a:cs typeface="Times New Roman" panose="02020603050405020304" pitchFamily="18" charset="0"/>
              </a:rPr>
              <a:t>OLD QUESTION PAPERS</a:t>
            </a:r>
          </a:p>
          <a:p>
            <a:pPr lvl="0">
              <a:defRPr/>
            </a:pPr>
            <a:r>
              <a:rPr lang="en-US" sz="2000" dirty="0">
                <a:solidFill>
                  <a:prstClr val="black"/>
                </a:solidFill>
                <a:latin typeface="Times New Roman" panose="02020603050405020304" pitchFamily="18" charset="0"/>
                <a:cs typeface="Times New Roman" panose="02020603050405020304" pitchFamily="18" charset="0"/>
              </a:rPr>
              <a:t>  </a:t>
            </a:r>
          </a:p>
          <a:p>
            <a:pPr>
              <a:defRPr/>
            </a:pPr>
            <a:br>
              <a:rPr lang="en-US" sz="2800" dirty="0">
                <a:latin typeface="Times New Roman" panose="02020603050405020304" pitchFamily="18" charset="0"/>
                <a:cs typeface="Times New Roman" panose="02020603050405020304" pitchFamily="18" charset="0"/>
              </a:rPr>
            </a:br>
            <a:endParaRPr lang="en-US" sz="2800" dirty="0"/>
          </a:p>
        </p:txBody>
      </p:sp>
      <p:pic>
        <p:nvPicPr>
          <p:cNvPr id="2" name="Picture 1"/>
          <p:cNvPicPr>
            <a:picLocks noChangeAspect="1"/>
          </p:cNvPicPr>
          <p:nvPr/>
        </p:nvPicPr>
        <p:blipFill>
          <a:blip r:embed="rId3"/>
          <a:stretch>
            <a:fillRect/>
          </a:stretch>
        </p:blipFill>
        <p:spPr>
          <a:xfrm>
            <a:off x="30018" y="1049617"/>
            <a:ext cx="9113982" cy="5090863"/>
          </a:xfrm>
          <a:prstGeom prst="rect">
            <a:avLst/>
          </a:prstGeom>
        </p:spPr>
      </p:pic>
    </p:spTree>
    <p:extLst>
      <p:ext uri="{BB962C8B-B14F-4D97-AF65-F5344CB8AC3E}">
        <p14:creationId xmlns:p14="http://schemas.microsoft.com/office/powerpoint/2010/main" val="1818402746"/>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rmAutofit/>
          </a:bodyPr>
          <a:lstStyle/>
          <a:p>
            <a:pPr>
              <a:buNone/>
            </a:pPr>
            <a:endParaRPr lang="en-US" sz="2200"/>
          </a:p>
          <a:p>
            <a:endParaRPr lang="en-US" sz="220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C6783A0C-0695-4F3D-8088-55EA1C556F3E}" type="datetime1">
              <a:rPr lang="en-US" smtClean="0"/>
              <a:t>5/1/2026</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sv-SE" sz="2000"/>
              <a:t>Mr. Minhaj Nezami    AOE0861    TQM     Unit 5</a:t>
            </a:r>
            <a:endParaRPr lang="en-US" sz="2000"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115</a:t>
            </a:fld>
            <a:endParaRPr lang="en-US"/>
          </a:p>
        </p:txBody>
      </p:sp>
      <p:pic>
        <p:nvPicPr>
          <p:cNvPr id="14" name="Picture 13"/>
          <p:cNvPicPr>
            <a:picLocks noChangeAspect="1"/>
          </p:cNvPicPr>
          <p:nvPr/>
        </p:nvPicPr>
        <p:blipFill>
          <a:blip r:embed="rId2"/>
          <a:stretch>
            <a:fillRect/>
          </a:stretch>
        </p:blipFill>
        <p:spPr>
          <a:xfrm>
            <a:off x="30018" y="25400"/>
            <a:ext cx="1755800" cy="1024217"/>
          </a:xfrm>
          <a:prstGeom prst="rect">
            <a:avLst/>
          </a:prstGeom>
        </p:spPr>
      </p:pic>
      <p:sp>
        <p:nvSpPr>
          <p:cNvPr id="10" name="Title 1">
            <a:extLst>
              <a:ext uri="{FF2B5EF4-FFF2-40B4-BE49-F238E27FC236}">
                <a16:creationId xmlns:a16="http://schemas.microsoft.com/office/drawing/2014/main" id="{1C7BBAA3-263A-8FE5-5AA3-E40EF73A5AE9}"/>
              </a:ext>
            </a:extLst>
          </p:cNvPr>
          <p:cNvSpPr txBox="1">
            <a:spLocks/>
          </p:cNvSpPr>
          <p:nvPr/>
        </p:nvSpPr>
        <p:spPr>
          <a:xfrm>
            <a:off x="1752600" y="25400"/>
            <a:ext cx="7391400" cy="90516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2400" b="1"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defRPr/>
            </a:pPr>
            <a:br>
              <a:rPr lang="en-US" sz="2800" dirty="0">
                <a:latin typeface="Times New Roman" panose="02020603050405020304" pitchFamily="18" charset="0"/>
                <a:cs typeface="Times New Roman" panose="02020603050405020304" pitchFamily="18" charset="0"/>
              </a:rPr>
            </a:br>
            <a:endParaRPr lang="en-US" sz="2800" dirty="0">
              <a:latin typeface="Times New Roman" panose="02020603050405020304" pitchFamily="18" charset="0"/>
              <a:cs typeface="Times New Roman" panose="02020603050405020304" pitchFamily="18" charset="0"/>
            </a:endParaRPr>
          </a:p>
          <a:p>
            <a:pPr>
              <a:defRPr/>
            </a:pPr>
            <a:r>
              <a:rPr lang="en-US" sz="2000" dirty="0">
                <a:latin typeface="Times New Roman" panose="02020603050405020304" pitchFamily="18" charset="0"/>
                <a:cs typeface="Times New Roman" panose="02020603050405020304" pitchFamily="18" charset="0"/>
              </a:rPr>
              <a:t>OLD QUESTION PAPERS</a:t>
            </a:r>
          </a:p>
          <a:p>
            <a:pPr lvl="0">
              <a:defRPr/>
            </a:pPr>
            <a:r>
              <a:rPr lang="en-US" sz="2000" dirty="0">
                <a:solidFill>
                  <a:prstClr val="black"/>
                </a:solidFill>
                <a:latin typeface="Times New Roman" panose="02020603050405020304" pitchFamily="18" charset="0"/>
                <a:cs typeface="Times New Roman" panose="02020603050405020304" pitchFamily="18" charset="0"/>
              </a:rPr>
              <a:t>  </a:t>
            </a:r>
          </a:p>
          <a:p>
            <a:pPr>
              <a:defRPr/>
            </a:pPr>
            <a:br>
              <a:rPr lang="en-US" sz="2800" dirty="0">
                <a:latin typeface="Times New Roman" panose="02020603050405020304" pitchFamily="18" charset="0"/>
                <a:cs typeface="Times New Roman" panose="02020603050405020304" pitchFamily="18" charset="0"/>
              </a:rPr>
            </a:br>
            <a:endParaRPr lang="en-US" sz="2800" dirty="0"/>
          </a:p>
        </p:txBody>
      </p:sp>
      <p:pic>
        <p:nvPicPr>
          <p:cNvPr id="5" name="Picture 4"/>
          <p:cNvPicPr>
            <a:picLocks noChangeAspect="1"/>
          </p:cNvPicPr>
          <p:nvPr/>
        </p:nvPicPr>
        <p:blipFill>
          <a:blip r:embed="rId3"/>
          <a:stretch>
            <a:fillRect/>
          </a:stretch>
        </p:blipFill>
        <p:spPr>
          <a:xfrm>
            <a:off x="0" y="1042987"/>
            <a:ext cx="9143999" cy="5097493"/>
          </a:xfrm>
          <a:prstGeom prst="rect">
            <a:avLst/>
          </a:prstGeom>
        </p:spPr>
      </p:pic>
    </p:spTree>
    <p:extLst>
      <p:ext uri="{BB962C8B-B14F-4D97-AF65-F5344CB8AC3E}">
        <p14:creationId xmlns:p14="http://schemas.microsoft.com/office/powerpoint/2010/main" val="3443579149"/>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rmAutofit/>
          </a:bodyPr>
          <a:lstStyle/>
          <a:p>
            <a:pPr>
              <a:buNone/>
            </a:pPr>
            <a:endParaRPr lang="en-US" sz="2200" dirty="0"/>
          </a:p>
          <a:p>
            <a:endParaRPr lang="en-US" sz="22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20FF6E44-FF18-4D5D-9183-65DC78D88645}" type="datetime1">
              <a:rPr lang="en-US" smtClean="0"/>
              <a:t>5/1/2026</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sv-SE" sz="2000"/>
              <a:t>Mr. Minhaj Nezami    AOE0861    TQM     Unit 5</a:t>
            </a:r>
            <a:endParaRPr lang="en-US" sz="2000"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116</a:t>
            </a:fld>
            <a:endParaRPr lang="en-US"/>
          </a:p>
        </p:txBody>
      </p:sp>
      <p:pic>
        <p:nvPicPr>
          <p:cNvPr id="14" name="Picture 13"/>
          <p:cNvPicPr>
            <a:picLocks noChangeAspect="1"/>
          </p:cNvPicPr>
          <p:nvPr/>
        </p:nvPicPr>
        <p:blipFill>
          <a:blip r:embed="rId2"/>
          <a:stretch>
            <a:fillRect/>
          </a:stretch>
        </p:blipFill>
        <p:spPr>
          <a:xfrm>
            <a:off x="30018" y="25400"/>
            <a:ext cx="1755800" cy="1024217"/>
          </a:xfrm>
          <a:prstGeom prst="rect">
            <a:avLst/>
          </a:prstGeom>
        </p:spPr>
      </p:pic>
      <p:sp>
        <p:nvSpPr>
          <p:cNvPr id="10" name="Title 1">
            <a:extLst>
              <a:ext uri="{FF2B5EF4-FFF2-40B4-BE49-F238E27FC236}">
                <a16:creationId xmlns:a16="http://schemas.microsoft.com/office/drawing/2014/main" id="{1C7BBAA3-263A-8FE5-5AA3-E40EF73A5AE9}"/>
              </a:ext>
            </a:extLst>
          </p:cNvPr>
          <p:cNvSpPr txBox="1">
            <a:spLocks/>
          </p:cNvSpPr>
          <p:nvPr/>
        </p:nvSpPr>
        <p:spPr>
          <a:xfrm>
            <a:off x="1752600" y="25400"/>
            <a:ext cx="7391400" cy="90516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2400" b="1"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defRPr/>
            </a:pPr>
            <a:br>
              <a:rPr lang="en-US" sz="2800" dirty="0">
                <a:latin typeface="Times New Roman" panose="02020603050405020304" pitchFamily="18" charset="0"/>
                <a:cs typeface="Times New Roman" panose="02020603050405020304" pitchFamily="18" charset="0"/>
              </a:rPr>
            </a:br>
            <a:endParaRPr lang="en-US" sz="2800" dirty="0">
              <a:latin typeface="Times New Roman" panose="02020603050405020304" pitchFamily="18" charset="0"/>
              <a:cs typeface="Times New Roman" panose="02020603050405020304" pitchFamily="18" charset="0"/>
            </a:endParaRPr>
          </a:p>
          <a:p>
            <a:pPr>
              <a:defRPr/>
            </a:pPr>
            <a:r>
              <a:rPr lang="en-US" sz="2000" dirty="0">
                <a:latin typeface="Times New Roman" panose="02020603050405020304" pitchFamily="18" charset="0"/>
                <a:cs typeface="Times New Roman" panose="02020603050405020304" pitchFamily="18" charset="0"/>
              </a:rPr>
              <a:t>OLD QUESTION PAPERS</a:t>
            </a:r>
          </a:p>
          <a:p>
            <a:pPr lvl="0">
              <a:defRPr/>
            </a:pPr>
            <a:r>
              <a:rPr lang="en-US" sz="2000" dirty="0">
                <a:solidFill>
                  <a:prstClr val="black"/>
                </a:solidFill>
                <a:latin typeface="Times New Roman" panose="02020603050405020304" pitchFamily="18" charset="0"/>
                <a:cs typeface="Times New Roman" panose="02020603050405020304" pitchFamily="18" charset="0"/>
              </a:rPr>
              <a:t>  </a:t>
            </a:r>
          </a:p>
          <a:p>
            <a:pPr>
              <a:defRPr/>
            </a:pPr>
            <a:br>
              <a:rPr lang="en-US" sz="2800" dirty="0">
                <a:latin typeface="Times New Roman" panose="02020603050405020304" pitchFamily="18" charset="0"/>
                <a:cs typeface="Times New Roman" panose="02020603050405020304" pitchFamily="18" charset="0"/>
              </a:rPr>
            </a:br>
            <a:endParaRPr lang="en-US" sz="2800" dirty="0"/>
          </a:p>
        </p:txBody>
      </p:sp>
      <p:pic>
        <p:nvPicPr>
          <p:cNvPr id="5" name="Picture 4"/>
          <p:cNvPicPr>
            <a:picLocks noChangeAspect="1"/>
          </p:cNvPicPr>
          <p:nvPr/>
        </p:nvPicPr>
        <p:blipFill>
          <a:blip r:embed="rId3"/>
          <a:stretch>
            <a:fillRect/>
          </a:stretch>
        </p:blipFill>
        <p:spPr>
          <a:xfrm>
            <a:off x="30018" y="930564"/>
            <a:ext cx="9113982" cy="5317851"/>
          </a:xfrm>
          <a:prstGeom prst="rect">
            <a:avLst/>
          </a:prstGeom>
        </p:spPr>
      </p:pic>
    </p:spTree>
    <p:extLst>
      <p:ext uri="{BB962C8B-B14F-4D97-AF65-F5344CB8AC3E}">
        <p14:creationId xmlns:p14="http://schemas.microsoft.com/office/powerpoint/2010/main" val="210914725"/>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rmAutofit/>
          </a:bodyPr>
          <a:lstStyle/>
          <a:p>
            <a:pPr>
              <a:buNone/>
            </a:pPr>
            <a:endParaRPr lang="en-US" sz="2200" dirty="0"/>
          </a:p>
          <a:p>
            <a:endParaRPr lang="en-US" sz="22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00449C95-9B17-4193-8830-B0CEF9DC235C}" type="datetime1">
              <a:rPr lang="en-US" smtClean="0"/>
              <a:t>5/1/2026</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sv-SE" sz="2000"/>
              <a:t>Mr. Minhaj Nezami    AOE0861    TQM     Unit 5</a:t>
            </a:r>
            <a:endParaRPr lang="en-US" sz="2000"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117</a:t>
            </a:fld>
            <a:endParaRPr lang="en-US"/>
          </a:p>
        </p:txBody>
      </p:sp>
      <p:pic>
        <p:nvPicPr>
          <p:cNvPr id="14" name="Picture 13"/>
          <p:cNvPicPr>
            <a:picLocks noChangeAspect="1"/>
          </p:cNvPicPr>
          <p:nvPr/>
        </p:nvPicPr>
        <p:blipFill>
          <a:blip r:embed="rId2"/>
          <a:stretch>
            <a:fillRect/>
          </a:stretch>
        </p:blipFill>
        <p:spPr>
          <a:xfrm>
            <a:off x="30018" y="25400"/>
            <a:ext cx="1755800" cy="1024217"/>
          </a:xfrm>
          <a:prstGeom prst="rect">
            <a:avLst/>
          </a:prstGeom>
        </p:spPr>
      </p:pic>
      <p:sp>
        <p:nvSpPr>
          <p:cNvPr id="10" name="Title 1">
            <a:extLst>
              <a:ext uri="{FF2B5EF4-FFF2-40B4-BE49-F238E27FC236}">
                <a16:creationId xmlns:a16="http://schemas.microsoft.com/office/drawing/2014/main" id="{1C7BBAA3-263A-8FE5-5AA3-E40EF73A5AE9}"/>
              </a:ext>
            </a:extLst>
          </p:cNvPr>
          <p:cNvSpPr txBox="1">
            <a:spLocks/>
          </p:cNvSpPr>
          <p:nvPr/>
        </p:nvSpPr>
        <p:spPr>
          <a:xfrm>
            <a:off x="1752600" y="25400"/>
            <a:ext cx="7391400" cy="90516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2400" b="1"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defRPr/>
            </a:pPr>
            <a:br>
              <a:rPr lang="en-US" sz="2800" dirty="0">
                <a:latin typeface="Times New Roman" panose="02020603050405020304" pitchFamily="18" charset="0"/>
                <a:cs typeface="Times New Roman" panose="02020603050405020304" pitchFamily="18" charset="0"/>
              </a:rPr>
            </a:br>
            <a:endParaRPr lang="en-US" sz="2800" dirty="0">
              <a:latin typeface="Times New Roman" panose="02020603050405020304" pitchFamily="18" charset="0"/>
              <a:cs typeface="Times New Roman" panose="02020603050405020304" pitchFamily="18" charset="0"/>
            </a:endParaRPr>
          </a:p>
          <a:p>
            <a:pPr>
              <a:defRPr/>
            </a:pPr>
            <a:r>
              <a:rPr lang="en-US" sz="2000" dirty="0">
                <a:latin typeface="Times New Roman" panose="02020603050405020304" pitchFamily="18" charset="0"/>
                <a:cs typeface="Times New Roman" panose="02020603050405020304" pitchFamily="18" charset="0"/>
              </a:rPr>
              <a:t>OLD QUESTION PAPERS</a:t>
            </a:r>
          </a:p>
          <a:p>
            <a:pPr lvl="0">
              <a:defRPr/>
            </a:pPr>
            <a:r>
              <a:rPr lang="en-US" sz="2000" dirty="0">
                <a:solidFill>
                  <a:prstClr val="black"/>
                </a:solidFill>
                <a:latin typeface="Times New Roman" panose="02020603050405020304" pitchFamily="18" charset="0"/>
                <a:cs typeface="Times New Roman" panose="02020603050405020304" pitchFamily="18" charset="0"/>
              </a:rPr>
              <a:t>  </a:t>
            </a:r>
          </a:p>
          <a:p>
            <a:pPr>
              <a:defRPr/>
            </a:pPr>
            <a:br>
              <a:rPr lang="en-US" sz="2800" dirty="0">
                <a:latin typeface="Times New Roman" panose="02020603050405020304" pitchFamily="18" charset="0"/>
                <a:cs typeface="Times New Roman" panose="02020603050405020304" pitchFamily="18" charset="0"/>
              </a:rPr>
            </a:br>
            <a:endParaRPr lang="en-US" sz="2800" dirty="0"/>
          </a:p>
        </p:txBody>
      </p:sp>
      <p:pic>
        <p:nvPicPr>
          <p:cNvPr id="2" name="Picture 1"/>
          <p:cNvPicPr>
            <a:picLocks noChangeAspect="1"/>
          </p:cNvPicPr>
          <p:nvPr/>
        </p:nvPicPr>
        <p:blipFill>
          <a:blip r:embed="rId3"/>
          <a:stretch>
            <a:fillRect/>
          </a:stretch>
        </p:blipFill>
        <p:spPr>
          <a:xfrm>
            <a:off x="30019" y="1157552"/>
            <a:ext cx="8974644" cy="4879431"/>
          </a:xfrm>
          <a:prstGeom prst="rect">
            <a:avLst/>
          </a:prstGeom>
        </p:spPr>
      </p:pic>
    </p:spTree>
    <p:extLst>
      <p:ext uri="{BB962C8B-B14F-4D97-AF65-F5344CB8AC3E}">
        <p14:creationId xmlns:p14="http://schemas.microsoft.com/office/powerpoint/2010/main" val="287266585"/>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rmAutofit lnSpcReduction="10000"/>
          </a:bodyPr>
          <a:lstStyle/>
          <a:p>
            <a:pPr marL="457200" indent="-457200">
              <a:lnSpc>
                <a:spcPct val="150000"/>
              </a:lnSpc>
              <a:buFont typeface="+mj-lt"/>
              <a:buAutoNum type="arabicPeriod"/>
            </a:pPr>
            <a:r>
              <a:rPr lang="en-US" sz="2200" dirty="0"/>
              <a:t>Explain the implementation and documentation of Quality System? Implementation steps.</a:t>
            </a:r>
          </a:p>
          <a:p>
            <a:pPr marL="457200" indent="-457200">
              <a:lnSpc>
                <a:spcPct val="150000"/>
              </a:lnSpc>
              <a:buFont typeface="+mj-lt"/>
              <a:buAutoNum type="arabicPeriod"/>
            </a:pPr>
            <a:r>
              <a:rPr lang="en-US" sz="2200" dirty="0"/>
              <a:t>Explain the Benefits of ISO 14000?</a:t>
            </a:r>
          </a:p>
          <a:p>
            <a:pPr marL="457200" indent="-457200">
              <a:lnSpc>
                <a:spcPct val="150000"/>
              </a:lnSpc>
              <a:buFont typeface="+mj-lt"/>
              <a:buAutoNum type="arabicPeriod"/>
            </a:pPr>
            <a:r>
              <a:rPr lang="en-US" sz="2200" dirty="0"/>
              <a:t>Why is ISO 9000 important?</a:t>
            </a:r>
          </a:p>
          <a:p>
            <a:pPr marL="457200" indent="-457200">
              <a:lnSpc>
                <a:spcPct val="150000"/>
              </a:lnSpc>
              <a:buFont typeface="+mj-lt"/>
              <a:buAutoNum type="arabicPeriod"/>
            </a:pPr>
            <a:r>
              <a:rPr lang="en-US" sz="2200" dirty="0"/>
              <a:t>What are the objectives of reliability and how we can evaluate for a product?</a:t>
            </a:r>
          </a:p>
          <a:p>
            <a:pPr marL="457200" indent="-457200">
              <a:lnSpc>
                <a:spcPct val="150000"/>
              </a:lnSpc>
              <a:buFont typeface="+mj-lt"/>
              <a:buAutoNum type="arabicPeriod"/>
            </a:pPr>
            <a:r>
              <a:rPr lang="en-US" sz="2200" dirty="0"/>
              <a:t>State the objectives and benefits of JIT.</a:t>
            </a:r>
          </a:p>
          <a:p>
            <a:pPr marL="457200" indent="-457200">
              <a:lnSpc>
                <a:spcPct val="150000"/>
              </a:lnSpc>
              <a:buFont typeface="+mj-lt"/>
              <a:buAutoNum type="arabicPeriod"/>
            </a:pPr>
            <a:r>
              <a:rPr lang="en-US" sz="2200" dirty="0"/>
              <a:t>Explain the step followed to get ISO 9000 certification for educational institute.</a:t>
            </a:r>
          </a:p>
        </p:txBody>
      </p:sp>
      <p:sp>
        <p:nvSpPr>
          <p:cNvPr id="4" name="Date Placeholder 3"/>
          <p:cNvSpPr>
            <a:spLocks noGrp="1"/>
          </p:cNvSpPr>
          <p:nvPr>
            <p:ph type="dt" sz="half" idx="10"/>
          </p:nvPr>
        </p:nvSpPr>
        <p:spPr/>
        <p:txBody>
          <a:bodyPr/>
          <a:lstStyle/>
          <a:p>
            <a:fld id="{5CAE5799-BABC-4441-A2A5-65825AE2EFE2}" type="datetime1">
              <a:rPr lang="en-US" smtClean="0"/>
              <a:t>5/1/2026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118</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sv-SE" sz="2000"/>
              <a:t>Mr. Minhaj Nezami    AOE0861    TQM     Unit 5</a:t>
            </a:r>
            <a:endParaRPr lang="en-US" sz="2000" dirty="0"/>
          </a:p>
        </p:txBody>
      </p:sp>
      <p:pic>
        <p:nvPicPr>
          <p:cNvPr id="8" name="Picture 7"/>
          <p:cNvPicPr>
            <a:picLocks noChangeAspect="1"/>
          </p:cNvPicPr>
          <p:nvPr/>
        </p:nvPicPr>
        <p:blipFill>
          <a:blip r:embed="rId2"/>
          <a:stretch>
            <a:fillRect/>
          </a:stretch>
        </p:blipFill>
        <p:spPr>
          <a:xfrm>
            <a:off x="0" y="7779"/>
            <a:ext cx="1755800" cy="1024217"/>
          </a:xfrm>
          <a:prstGeom prst="rect">
            <a:avLst/>
          </a:prstGeom>
        </p:spPr>
      </p:pic>
      <p:sp>
        <p:nvSpPr>
          <p:cNvPr id="10" name="Title 1">
            <a:extLst>
              <a:ext uri="{FF2B5EF4-FFF2-40B4-BE49-F238E27FC236}">
                <a16:creationId xmlns:a16="http://schemas.microsoft.com/office/drawing/2014/main" id="{1C7BBAA3-263A-8FE5-5AA3-E40EF73A5AE9}"/>
              </a:ext>
            </a:extLst>
          </p:cNvPr>
          <p:cNvSpPr txBox="1">
            <a:spLocks/>
          </p:cNvSpPr>
          <p:nvPr/>
        </p:nvSpPr>
        <p:spPr>
          <a:xfrm>
            <a:off x="1752600" y="-53114"/>
            <a:ext cx="7391400" cy="86199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br>
              <a:rPr lang="en-US" sz="2000" b="1">
                <a:latin typeface="Times New Roman" panose="02020603050405020304" pitchFamily="18" charset="0"/>
                <a:cs typeface="Times New Roman" panose="02020603050405020304" pitchFamily="18" charset="0"/>
              </a:rPr>
            </a:br>
            <a:r>
              <a:rPr lang="en-US" sz="2000" b="1">
                <a:latin typeface="Times New Roman" panose="02020603050405020304" pitchFamily="18" charset="0"/>
                <a:cs typeface="Times New Roman" panose="02020603050405020304" pitchFamily="18" charset="0"/>
              </a:rPr>
              <a:t>EXPECTED QUESTIONS FOR UNIVERSITY EXAM </a:t>
            </a:r>
            <a:br>
              <a:rPr lang="en-US" sz="2800" b="1">
                <a:latin typeface="Times New Roman" panose="02020603050405020304" pitchFamily="18" charset="0"/>
                <a:cs typeface="Times New Roman" panose="02020603050405020304" pitchFamily="18" charset="0"/>
              </a:rPr>
            </a:br>
            <a:endParaRPr lang="en-US" sz="2800" dirty="0"/>
          </a:p>
        </p:txBody>
      </p:sp>
    </p:spTree>
    <p:extLst>
      <p:ext uri="{BB962C8B-B14F-4D97-AF65-F5344CB8AC3E}">
        <p14:creationId xmlns:p14="http://schemas.microsoft.com/office/powerpoint/2010/main" val="3919311891"/>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rmAutofit/>
          </a:bodyPr>
          <a:lstStyle/>
          <a:p>
            <a:pPr>
              <a:lnSpc>
                <a:spcPct val="150000"/>
              </a:lnSpc>
              <a:buNone/>
            </a:pPr>
            <a:r>
              <a:rPr lang="en-US" sz="2200" dirty="0"/>
              <a:t>7. What are the requirements of ISO 14001?</a:t>
            </a:r>
          </a:p>
          <a:p>
            <a:pPr>
              <a:lnSpc>
                <a:spcPct val="150000"/>
              </a:lnSpc>
              <a:buNone/>
            </a:pPr>
            <a:r>
              <a:rPr lang="en-US" sz="2200" dirty="0"/>
              <a:t>8. What are the four elements for the planning of ISO 14001?</a:t>
            </a:r>
          </a:p>
          <a:p>
            <a:pPr>
              <a:lnSpc>
                <a:spcPct val="150000"/>
              </a:lnSpc>
              <a:buNone/>
            </a:pPr>
            <a:r>
              <a:rPr lang="en-US" sz="2200" dirty="0"/>
              <a:t>9. Give the types of Organizational Evaluation Standards?</a:t>
            </a:r>
          </a:p>
          <a:p>
            <a:pPr>
              <a:lnSpc>
                <a:spcPct val="150000"/>
              </a:lnSpc>
              <a:buNone/>
            </a:pPr>
            <a:r>
              <a:rPr lang="en-US" sz="2200" dirty="0"/>
              <a:t>10. What are the methods of actual audit?</a:t>
            </a:r>
          </a:p>
          <a:p>
            <a:pPr>
              <a:lnSpc>
                <a:spcPct val="150000"/>
              </a:lnSpc>
              <a:buNone/>
            </a:pPr>
            <a:r>
              <a:rPr lang="en-US" sz="2200" dirty="0"/>
              <a:t>11. What is JIT?</a:t>
            </a:r>
          </a:p>
          <a:p>
            <a:endParaRPr lang="en-US" sz="2400" dirty="0"/>
          </a:p>
          <a:p>
            <a:endParaRPr lang="en-US" sz="22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F1A35BA7-ACDD-458A-9555-EF8F7798AE3B}" type="datetime1">
              <a:rPr lang="en-US" smtClean="0"/>
              <a:t>5/1/2026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119</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sv-SE" sz="2000"/>
              <a:t>Mr. Minhaj Nezami    AOE0861    TQM     Unit 5</a:t>
            </a:r>
            <a:endParaRPr lang="en-US" sz="2000" dirty="0"/>
          </a:p>
        </p:txBody>
      </p:sp>
      <p:pic>
        <p:nvPicPr>
          <p:cNvPr id="8" name="Picture 7"/>
          <p:cNvPicPr>
            <a:picLocks noChangeAspect="1"/>
          </p:cNvPicPr>
          <p:nvPr/>
        </p:nvPicPr>
        <p:blipFill>
          <a:blip r:embed="rId2"/>
          <a:stretch>
            <a:fillRect/>
          </a:stretch>
        </p:blipFill>
        <p:spPr>
          <a:xfrm>
            <a:off x="0" y="7779"/>
            <a:ext cx="1755800" cy="1024217"/>
          </a:xfrm>
          <a:prstGeom prst="rect">
            <a:avLst/>
          </a:prstGeom>
        </p:spPr>
      </p:pic>
      <p:sp>
        <p:nvSpPr>
          <p:cNvPr id="10" name="Title 1">
            <a:extLst>
              <a:ext uri="{FF2B5EF4-FFF2-40B4-BE49-F238E27FC236}">
                <a16:creationId xmlns:a16="http://schemas.microsoft.com/office/drawing/2014/main" id="{1C7BBAA3-263A-8FE5-5AA3-E40EF73A5AE9}"/>
              </a:ext>
            </a:extLst>
          </p:cNvPr>
          <p:cNvSpPr txBox="1">
            <a:spLocks/>
          </p:cNvSpPr>
          <p:nvPr/>
        </p:nvSpPr>
        <p:spPr>
          <a:xfrm>
            <a:off x="1752600" y="7779"/>
            <a:ext cx="7391400" cy="86199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br>
              <a:rPr lang="en-US" sz="2000" b="1">
                <a:latin typeface="Times New Roman" panose="02020603050405020304" pitchFamily="18" charset="0"/>
                <a:cs typeface="Times New Roman" panose="02020603050405020304" pitchFamily="18" charset="0"/>
              </a:rPr>
            </a:br>
            <a:r>
              <a:rPr lang="en-US" sz="2000" b="1">
                <a:latin typeface="Times New Roman" panose="02020603050405020304" pitchFamily="18" charset="0"/>
                <a:cs typeface="Times New Roman" panose="02020603050405020304" pitchFamily="18" charset="0"/>
              </a:rPr>
              <a:t>EXPECTED QUESTIONS FOR UNIVERSITY EXAM </a:t>
            </a:r>
            <a:br>
              <a:rPr lang="en-US" sz="2800" b="1">
                <a:latin typeface="Times New Roman" panose="02020603050405020304" pitchFamily="18" charset="0"/>
                <a:cs typeface="Times New Roman" panose="02020603050405020304" pitchFamily="18" charset="0"/>
              </a:rPr>
            </a:br>
            <a:endParaRPr lang="en-US" sz="2800" dirty="0"/>
          </a:p>
        </p:txBody>
      </p:sp>
    </p:spTree>
    <p:extLst>
      <p:ext uri="{BB962C8B-B14F-4D97-AF65-F5344CB8AC3E}">
        <p14:creationId xmlns:p14="http://schemas.microsoft.com/office/powerpoint/2010/main" val="3919311891"/>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90600"/>
            <a:ext cx="8229600" cy="4953000"/>
          </a:xfrm>
        </p:spPr>
        <p:txBody>
          <a:bodyPr>
            <a:noAutofit/>
          </a:bodyPr>
          <a:lstStyle/>
          <a:p>
            <a:pPr algn="just" fontAlgn="t">
              <a:lnSpc>
                <a:spcPct val="150000"/>
              </a:lnSpc>
            </a:pPr>
            <a:r>
              <a:rPr lang="en-US" sz="2200" dirty="0"/>
              <a:t>A quality management system (QMS) is a collection of business processes focused on consistently meeting customer requirements and enhancing their satisfaction. It is aligned with an organization's purpose and strategic direction (ISO9001:2015). </a:t>
            </a:r>
          </a:p>
        </p:txBody>
      </p:sp>
      <p:sp>
        <p:nvSpPr>
          <p:cNvPr id="4" name="Date Placeholder 3"/>
          <p:cNvSpPr>
            <a:spLocks noGrp="1"/>
          </p:cNvSpPr>
          <p:nvPr>
            <p:ph type="dt" sz="half" idx="10"/>
          </p:nvPr>
        </p:nvSpPr>
        <p:spPr/>
        <p:txBody>
          <a:bodyPr/>
          <a:lstStyle/>
          <a:p>
            <a:fld id="{4875E52D-FCDC-43CB-9573-7D4C568877BF}" type="datetime1">
              <a:rPr lang="en-US" smtClean="0"/>
              <a:t>5/1/2026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120</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sv-SE" sz="2000"/>
              <a:t>Mr. Minhaj Nezami    AOE0861    TQM     Unit 5</a:t>
            </a:r>
            <a:endParaRPr lang="en-US" sz="2000" dirty="0"/>
          </a:p>
        </p:txBody>
      </p:sp>
      <p:pic>
        <p:nvPicPr>
          <p:cNvPr id="8" name="Picture 7"/>
          <p:cNvPicPr>
            <a:picLocks noChangeAspect="1"/>
          </p:cNvPicPr>
          <p:nvPr/>
        </p:nvPicPr>
        <p:blipFill>
          <a:blip r:embed="rId2"/>
          <a:stretch>
            <a:fillRect/>
          </a:stretch>
        </p:blipFill>
        <p:spPr>
          <a:xfrm>
            <a:off x="0" y="7779"/>
            <a:ext cx="1755800" cy="1024217"/>
          </a:xfrm>
          <a:prstGeom prst="rect">
            <a:avLst/>
          </a:prstGeom>
        </p:spPr>
      </p:pic>
      <p:sp>
        <p:nvSpPr>
          <p:cNvPr id="10" name="Title 1">
            <a:extLst>
              <a:ext uri="{FF2B5EF4-FFF2-40B4-BE49-F238E27FC236}">
                <a16:creationId xmlns:a16="http://schemas.microsoft.com/office/drawing/2014/main" id="{1C7BBAA3-263A-8FE5-5AA3-E40EF73A5AE9}"/>
              </a:ext>
            </a:extLst>
          </p:cNvPr>
          <p:cNvSpPr txBox="1">
            <a:spLocks/>
          </p:cNvSpPr>
          <p:nvPr/>
        </p:nvSpPr>
        <p:spPr>
          <a:xfrm>
            <a:off x="1752600" y="0"/>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Summary</a:t>
            </a:r>
          </a:p>
        </p:txBody>
      </p:sp>
    </p:spTree>
    <p:extLst>
      <p:ext uri="{BB962C8B-B14F-4D97-AF65-F5344CB8AC3E}">
        <p14:creationId xmlns:p14="http://schemas.microsoft.com/office/powerpoint/2010/main" val="3919311891"/>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90600"/>
            <a:ext cx="8229600" cy="4953000"/>
          </a:xfrm>
        </p:spPr>
        <p:txBody>
          <a:bodyPr>
            <a:noAutofit/>
          </a:bodyPr>
          <a:lstStyle/>
          <a:p>
            <a:pPr algn="just" fontAlgn="t">
              <a:lnSpc>
                <a:spcPct val="150000"/>
              </a:lnSpc>
            </a:pPr>
            <a:r>
              <a:rPr lang="en-US" sz="2200" dirty="0"/>
              <a:t>It is expressed as the organizational goals and aspirations, policies, processes, documented information and resources needed to implement and maintain it. Early quality management systems emphasized predictable outcomes of an industrial product production line, using simple statistics and random sampling.</a:t>
            </a:r>
          </a:p>
          <a:p>
            <a:pPr algn="just" fontAlgn="t">
              <a:lnSpc>
                <a:spcPct val="150000"/>
              </a:lnSpc>
            </a:pPr>
            <a:r>
              <a:rPr lang="en-US" sz="2200" dirty="0"/>
              <a:t> By the 20th century, labor inputs were typically the most costly inputs in most industrialized societies, so focus shifted to team cooperation and dynamics, especially the early signaling of problems via a continual improvement cycle. </a:t>
            </a:r>
          </a:p>
        </p:txBody>
      </p:sp>
      <p:sp>
        <p:nvSpPr>
          <p:cNvPr id="4" name="Date Placeholder 3"/>
          <p:cNvSpPr>
            <a:spLocks noGrp="1"/>
          </p:cNvSpPr>
          <p:nvPr>
            <p:ph type="dt" sz="half" idx="10"/>
          </p:nvPr>
        </p:nvSpPr>
        <p:spPr/>
        <p:txBody>
          <a:bodyPr/>
          <a:lstStyle/>
          <a:p>
            <a:fld id="{4DEF3695-1D67-4658-9F79-48653B222913}" type="datetime1">
              <a:rPr lang="en-US" smtClean="0"/>
              <a:t>5/1/2026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121</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sv-SE" sz="2000"/>
              <a:t>Mr. Minhaj Nezami    AOE0861    TQM     Unit 5</a:t>
            </a:r>
            <a:endParaRPr lang="en-US" sz="2000" dirty="0"/>
          </a:p>
        </p:txBody>
      </p:sp>
      <p:pic>
        <p:nvPicPr>
          <p:cNvPr id="8" name="Picture 7"/>
          <p:cNvPicPr>
            <a:picLocks noChangeAspect="1"/>
          </p:cNvPicPr>
          <p:nvPr/>
        </p:nvPicPr>
        <p:blipFill>
          <a:blip r:embed="rId2"/>
          <a:stretch>
            <a:fillRect/>
          </a:stretch>
        </p:blipFill>
        <p:spPr>
          <a:xfrm>
            <a:off x="0" y="7779"/>
            <a:ext cx="1755800" cy="1024217"/>
          </a:xfrm>
          <a:prstGeom prst="rect">
            <a:avLst/>
          </a:prstGeom>
        </p:spPr>
      </p:pic>
      <p:sp>
        <p:nvSpPr>
          <p:cNvPr id="10" name="Title 1">
            <a:extLst>
              <a:ext uri="{FF2B5EF4-FFF2-40B4-BE49-F238E27FC236}">
                <a16:creationId xmlns:a16="http://schemas.microsoft.com/office/drawing/2014/main" id="{1C7BBAA3-263A-8FE5-5AA3-E40EF73A5AE9}"/>
              </a:ext>
            </a:extLst>
          </p:cNvPr>
          <p:cNvSpPr txBox="1">
            <a:spLocks/>
          </p:cNvSpPr>
          <p:nvPr/>
        </p:nvSpPr>
        <p:spPr>
          <a:xfrm>
            <a:off x="1752600" y="0"/>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Summary</a:t>
            </a:r>
          </a:p>
        </p:txBody>
      </p:sp>
    </p:spTree>
    <p:extLst>
      <p:ext uri="{BB962C8B-B14F-4D97-AF65-F5344CB8AC3E}">
        <p14:creationId xmlns:p14="http://schemas.microsoft.com/office/powerpoint/2010/main" val="3919311891"/>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rmAutofit/>
          </a:bodyPr>
          <a:lstStyle/>
          <a:p>
            <a:pPr algn="just" fontAlgn="t">
              <a:lnSpc>
                <a:spcPct val="150000"/>
              </a:lnSpc>
            </a:pPr>
            <a:r>
              <a:rPr lang="en-US" sz="2200" dirty="0"/>
              <a:t>In the 21st century, QMS has tended to converge with sustainability and transparency initiatives, as both investor and customer satisfaction and perceived quality is increasingly tied to these factors. </a:t>
            </a:r>
          </a:p>
          <a:p>
            <a:pPr algn="just" fontAlgn="t">
              <a:lnSpc>
                <a:spcPct val="150000"/>
              </a:lnSpc>
            </a:pPr>
            <a:r>
              <a:rPr lang="en-US" sz="2200" dirty="0"/>
              <a:t>Of QMS regimes, the ISO 9000 family of standards is probably the most widely implemented worldwide – the ISO 19011 audit regime applies to both, and deals with quality and sustainability and their integration.</a:t>
            </a:r>
            <a:endParaRPr lang="en-US" sz="2200" dirty="0">
              <a:cs typeface="Georgia"/>
            </a:endParaRPr>
          </a:p>
        </p:txBody>
      </p:sp>
      <p:sp>
        <p:nvSpPr>
          <p:cNvPr id="4" name="Date Placeholder 3"/>
          <p:cNvSpPr>
            <a:spLocks noGrp="1"/>
          </p:cNvSpPr>
          <p:nvPr>
            <p:ph type="dt" sz="half" idx="10"/>
          </p:nvPr>
        </p:nvSpPr>
        <p:spPr/>
        <p:txBody>
          <a:bodyPr/>
          <a:lstStyle/>
          <a:p>
            <a:fld id="{842C01B6-6A94-4ADA-B307-2CD92886150A}" type="datetime1">
              <a:rPr lang="en-US" smtClean="0"/>
              <a:t>5/1/2026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122</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sv-SE" sz="2000"/>
              <a:t>Mr. Minhaj Nezami    AOE0861    TQM     Unit 5</a:t>
            </a:r>
            <a:endParaRPr lang="en-US" sz="2000" dirty="0"/>
          </a:p>
        </p:txBody>
      </p:sp>
      <p:pic>
        <p:nvPicPr>
          <p:cNvPr id="8" name="Picture 7"/>
          <p:cNvPicPr>
            <a:picLocks noChangeAspect="1"/>
          </p:cNvPicPr>
          <p:nvPr/>
        </p:nvPicPr>
        <p:blipFill>
          <a:blip r:embed="rId2"/>
          <a:stretch>
            <a:fillRect/>
          </a:stretch>
        </p:blipFill>
        <p:spPr>
          <a:xfrm>
            <a:off x="0" y="7779"/>
            <a:ext cx="1755800" cy="1024217"/>
          </a:xfrm>
          <a:prstGeom prst="rect">
            <a:avLst/>
          </a:prstGeom>
        </p:spPr>
      </p:pic>
      <p:sp>
        <p:nvSpPr>
          <p:cNvPr id="11" name="Title 1">
            <a:extLst>
              <a:ext uri="{FF2B5EF4-FFF2-40B4-BE49-F238E27FC236}">
                <a16:creationId xmlns:a16="http://schemas.microsoft.com/office/drawing/2014/main" id="{1C7BBAA3-263A-8FE5-5AA3-E40EF73A5AE9}"/>
              </a:ext>
            </a:extLst>
          </p:cNvPr>
          <p:cNvSpPr txBox="1">
            <a:spLocks/>
          </p:cNvSpPr>
          <p:nvPr/>
        </p:nvSpPr>
        <p:spPr>
          <a:xfrm>
            <a:off x="1752600" y="0"/>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Summary</a:t>
            </a:r>
          </a:p>
        </p:txBody>
      </p:sp>
    </p:spTree>
    <p:extLst>
      <p:ext uri="{BB962C8B-B14F-4D97-AF65-F5344CB8AC3E}">
        <p14:creationId xmlns:p14="http://schemas.microsoft.com/office/powerpoint/2010/main" val="3919311891"/>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rmAutofit fontScale="92500"/>
          </a:bodyPr>
          <a:lstStyle/>
          <a:p>
            <a:pPr marL="0" lvl="0" indent="0">
              <a:buNone/>
            </a:pPr>
            <a:r>
              <a:rPr lang="en-US" sz="2400" dirty="0"/>
              <a:t>Text Book</a:t>
            </a:r>
          </a:p>
          <a:p>
            <a:pPr lvl="0"/>
            <a:r>
              <a:rPr lang="en-US" sz="2400" dirty="0"/>
              <a:t>Lt. Gen. H. Lal, “Total Quality Management”, Eastern Limited</a:t>
            </a:r>
          </a:p>
          <a:p>
            <a:pPr lvl="0"/>
            <a:r>
              <a:rPr lang="en-US" sz="2400" dirty="0"/>
              <a:t> Greg Bounds, “Beyond Total Quality Management”, McGraw Hill </a:t>
            </a:r>
          </a:p>
          <a:p>
            <a:pPr lvl="0"/>
            <a:r>
              <a:rPr lang="en-US" sz="2400" dirty="0"/>
              <a:t>Menon, H.G, “TQM in New Product manufacturing”, McGraw Hill</a:t>
            </a:r>
          </a:p>
          <a:p>
            <a:pPr marL="0" lvl="0" indent="0">
              <a:buNone/>
            </a:pPr>
            <a:r>
              <a:rPr lang="en-US" sz="2400" dirty="0"/>
              <a:t>Reference Book </a:t>
            </a:r>
            <a:endParaRPr lang="en-US" sz="2400" i="1" dirty="0"/>
          </a:p>
          <a:p>
            <a:r>
              <a:rPr lang="en-US" sz="2400" i="1" dirty="0"/>
              <a:t>Total Quality Management” by </a:t>
            </a:r>
            <a:r>
              <a:rPr lang="en-US" sz="2400" i="1" dirty="0" err="1"/>
              <a:t>Besterfield</a:t>
            </a:r>
            <a:endParaRPr lang="en-US" sz="2400" i="1" dirty="0"/>
          </a:p>
          <a:p>
            <a:r>
              <a:rPr lang="en-US" sz="2400" i="1" dirty="0"/>
              <a:t>“Total Quality Management” by </a:t>
            </a:r>
            <a:r>
              <a:rPr lang="en-US" sz="2400" i="1" dirty="0" err="1"/>
              <a:t>Mukherjee</a:t>
            </a:r>
            <a:endParaRPr lang="en-US" sz="2400" i="1" dirty="0"/>
          </a:p>
          <a:p>
            <a:r>
              <a:rPr lang="en-US" sz="2400" i="1" dirty="0"/>
              <a:t>Total Quality Management” by </a:t>
            </a:r>
            <a:r>
              <a:rPr lang="en-US" sz="2400" i="1" dirty="0" err="1"/>
              <a:t>Vijayan</a:t>
            </a:r>
            <a:endParaRPr lang="en-US" sz="2400" i="1" dirty="0"/>
          </a:p>
          <a:p>
            <a:r>
              <a:rPr lang="en-US" sz="2400" i="1" dirty="0"/>
              <a:t>“Total Quality Management- Text and Cases” by </a:t>
            </a:r>
            <a:r>
              <a:rPr lang="en-US" sz="2400" i="1" dirty="0" err="1"/>
              <a:t>Janakiraman</a:t>
            </a:r>
            <a:r>
              <a:rPr lang="en-US" sz="2400" i="1" dirty="0"/>
              <a:t> B and </a:t>
            </a:r>
            <a:r>
              <a:rPr lang="en-US" sz="2400" i="1" dirty="0" err="1"/>
              <a:t>Gopal</a:t>
            </a:r>
            <a:r>
              <a:rPr lang="en-US" sz="2400" i="1" dirty="0"/>
              <a:t> R K</a:t>
            </a:r>
          </a:p>
          <a:p>
            <a:pPr lvl="0"/>
            <a:r>
              <a:rPr lang="en-US" sz="2400" dirty="0">
                <a:hlinkClick r:id="rId2"/>
              </a:rPr>
              <a:t>https://www.researchgate.net/publication/318654507_Total_Quality_Management_Notes</a:t>
            </a:r>
            <a:endParaRPr lang="en-US" sz="2400" dirty="0"/>
          </a:p>
          <a:p>
            <a:endParaRPr lang="en-US" sz="2200" i="1"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5E5A6DF9-2B8F-4ADE-B506-554C2C9D74B6}" type="datetime1">
              <a:rPr lang="en-US" smtClean="0"/>
              <a:t>5/1/2026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123</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sv-SE" sz="2000"/>
              <a:t>Mr. Minhaj Nezami    AOE0861    TQM     Unit 5</a:t>
            </a:r>
            <a:endParaRPr lang="en-US" sz="2000" dirty="0"/>
          </a:p>
        </p:txBody>
      </p:sp>
      <p:pic>
        <p:nvPicPr>
          <p:cNvPr id="10" name="Picture 9"/>
          <p:cNvPicPr>
            <a:picLocks noChangeAspect="1"/>
          </p:cNvPicPr>
          <p:nvPr/>
        </p:nvPicPr>
        <p:blipFill>
          <a:blip r:embed="rId3"/>
          <a:stretch>
            <a:fillRect/>
          </a:stretch>
        </p:blipFill>
        <p:spPr>
          <a:xfrm>
            <a:off x="0" y="7779"/>
            <a:ext cx="1755800" cy="1024217"/>
          </a:xfrm>
          <a:prstGeom prst="rect">
            <a:avLst/>
          </a:prstGeom>
        </p:spPr>
      </p:pic>
      <p:sp>
        <p:nvSpPr>
          <p:cNvPr id="8" name="Title 1">
            <a:extLst>
              <a:ext uri="{FF2B5EF4-FFF2-40B4-BE49-F238E27FC236}">
                <a16:creationId xmlns:a16="http://schemas.microsoft.com/office/drawing/2014/main" id="{1C7BBAA3-263A-8FE5-5AA3-E40EF73A5AE9}"/>
              </a:ext>
            </a:extLst>
          </p:cNvPr>
          <p:cNvSpPr txBox="1">
            <a:spLocks/>
          </p:cNvSpPr>
          <p:nvPr/>
        </p:nvSpPr>
        <p:spPr>
          <a:xfrm>
            <a:off x="1743364" y="7779"/>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References</a:t>
            </a:r>
          </a:p>
        </p:txBody>
      </p:sp>
    </p:spTree>
    <p:extLst>
      <p:ext uri="{BB962C8B-B14F-4D97-AF65-F5344CB8AC3E}">
        <p14:creationId xmlns:p14="http://schemas.microsoft.com/office/powerpoint/2010/main" val="493857386"/>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3A026FD3-7DF8-4003-8CF0-462F756A956E}" type="datetime1">
              <a:rPr lang="en-US" smtClean="0"/>
              <a:t>5/1/2026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124</a:t>
            </a:fld>
            <a:endParaRPr lang="en-US"/>
          </a:p>
        </p:txBody>
      </p:sp>
      <p:sp>
        <p:nvSpPr>
          <p:cNvPr id="9" name="Content Placeholder 8"/>
          <p:cNvSpPr>
            <a:spLocks noGrp="1"/>
          </p:cNvSpPr>
          <p:nvPr>
            <p:ph idx="1"/>
          </p:nvPr>
        </p:nvSpPr>
        <p:spPr>
          <a:xfrm>
            <a:off x="713664" y="2133600"/>
            <a:ext cx="7762125" cy="2215991"/>
          </a:xfrm>
          <a:prstGeom prst="rect">
            <a:avLst/>
          </a:prstGeom>
          <a:noFill/>
        </p:spPr>
        <p:txBody>
          <a:bodyPr wrap="none" lIns="91440" tIns="45720" rIns="91440" bIns="45720">
            <a:spAutoFit/>
          </a:bodyPr>
          <a:lstStyle/>
          <a:p>
            <a:pPr algn="ctr">
              <a:buNone/>
            </a:pPr>
            <a:r>
              <a:rPr lang="en-US" sz="138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Thank You</a:t>
            </a:r>
          </a:p>
        </p:txBody>
      </p:sp>
      <p:sp>
        <p:nvSpPr>
          <p:cNvPr id="10" name="Footer Placeholder 12"/>
          <p:cNvSpPr>
            <a:spLocks noGrp="1"/>
          </p:cNvSpPr>
          <p:nvPr>
            <p:ph type="ftr" sz="quarter" idx="11"/>
          </p:nvPr>
        </p:nvSpPr>
        <p:spPr>
          <a:xfrm>
            <a:off x="2286000" y="6248415"/>
            <a:ext cx="5029200" cy="365125"/>
          </a:xfrm>
        </p:spPr>
        <p:txBody>
          <a:bodyPr/>
          <a:lstStyle/>
          <a:p>
            <a:r>
              <a:rPr lang="sv-SE" sz="2000"/>
              <a:t>Mr. Minhaj Nezami    AOE0861    TQM     Unit 5</a:t>
            </a:r>
            <a:endParaRPr lang="en-US" sz="2000" dirty="0"/>
          </a:p>
        </p:txBody>
      </p:sp>
      <p:pic>
        <p:nvPicPr>
          <p:cNvPr id="8" name="Picture 7"/>
          <p:cNvPicPr>
            <a:picLocks noChangeAspect="1"/>
          </p:cNvPicPr>
          <p:nvPr/>
        </p:nvPicPr>
        <p:blipFill>
          <a:blip r:embed="rId2"/>
          <a:stretch>
            <a:fillRect/>
          </a:stretch>
        </p:blipFill>
        <p:spPr>
          <a:xfrm>
            <a:off x="0" y="7779"/>
            <a:ext cx="1755800" cy="1024217"/>
          </a:xfrm>
          <a:prstGeom prst="rect">
            <a:avLst/>
          </a:prstGeom>
        </p:spPr>
      </p:pic>
      <p:sp>
        <p:nvSpPr>
          <p:cNvPr id="12" name="Title 1">
            <a:extLst>
              <a:ext uri="{FF2B5EF4-FFF2-40B4-BE49-F238E27FC236}">
                <a16:creationId xmlns:a16="http://schemas.microsoft.com/office/drawing/2014/main" id="{1C7BBAA3-263A-8FE5-5AA3-E40EF73A5AE9}"/>
              </a:ext>
            </a:extLst>
          </p:cNvPr>
          <p:cNvSpPr txBox="1">
            <a:spLocks/>
          </p:cNvSpPr>
          <p:nvPr/>
        </p:nvSpPr>
        <p:spPr>
          <a:xfrm>
            <a:off x="1752600" y="0"/>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endParaRPr lang="en-US"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023961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10EB66973E9294FAC88E302AED0D4BB" ma:contentTypeVersion="5" ma:contentTypeDescription="Create a new document." ma:contentTypeScope="" ma:versionID="a86ab2d4ba2caba11e26356378a7097c">
  <xsd:schema xmlns:xsd="http://www.w3.org/2001/XMLSchema" xmlns:xs="http://www.w3.org/2001/XMLSchema" xmlns:p="http://schemas.microsoft.com/office/2006/metadata/properties" xmlns:ns2="e932ca28-9566-489e-9fb7-fd3ef7d89fed" targetNamespace="http://schemas.microsoft.com/office/2006/metadata/properties" ma:root="true" ma:fieldsID="eb63a5825f1f3d8e91dff0465dfe6477" ns2:_="">
    <xsd:import namespace="e932ca28-9566-489e-9fb7-fd3ef7d89fed"/>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932ca28-9566-489e-9fb7-fd3ef7d89fe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LengthInSeconds" ma:index="12"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74B345E1-36D0-413D-B4AB-CDE288107B5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932ca28-9566-489e-9fb7-fd3ef7d89fe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D5B60CA8-EDA1-48EB-8950-3ECC5BDE3CEF}">
  <ds:schemaRefs>
    <ds:schemaRef ds:uri="http://schemas.microsoft.com/sharepoint/v3/contenttype/forms"/>
  </ds:schemaRefs>
</ds:datastoreItem>
</file>

<file path=customXml/itemProps3.xml><?xml version="1.0" encoding="utf-8"?>
<ds:datastoreItem xmlns:ds="http://schemas.openxmlformats.org/officeDocument/2006/customXml" ds:itemID="{791E88F0-1D20-4143-9CED-68763ACCC1BD}">
  <ds:schemaRefs>
    <ds:schemaRef ds:uri="http://schemas.microsoft.com/office/2006/documentManagement/types"/>
    <ds:schemaRef ds:uri="http://purl.org/dc/dcmitype/"/>
    <ds:schemaRef ds:uri="http://purl.org/dc/terms/"/>
    <ds:schemaRef ds:uri="http://schemas.microsoft.com/office/infopath/2007/PartnerControls"/>
    <ds:schemaRef ds:uri="http://purl.org/dc/elements/1.1/"/>
    <ds:schemaRef ds:uri="e932ca28-9566-489e-9fb7-fd3ef7d89fed"/>
    <ds:schemaRef ds:uri="http://schemas.microsoft.com/office/2006/metadata/propertie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1037</TotalTime>
  <Words>8011</Words>
  <Application>Microsoft Office PowerPoint</Application>
  <PresentationFormat>On-screen Show (4:3)</PresentationFormat>
  <Paragraphs>1354</Paragraphs>
  <Slides>124</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124</vt:i4>
      </vt:variant>
    </vt:vector>
  </HeadingPairs>
  <TitlesOfParts>
    <vt:vector size="130" baseType="lpstr">
      <vt:lpstr>Arial</vt:lpstr>
      <vt:lpstr>Calibri</vt:lpstr>
      <vt:lpstr>Century</vt:lpstr>
      <vt:lpstr>Georgia</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Noida Institute of Engineering and Technology, Greater Noida</dc:title>
  <dc:creator>ndc</dc:creator>
  <cp:lastModifiedBy>Mr. Minhaj Nezami</cp:lastModifiedBy>
  <cp:revision>125</cp:revision>
  <dcterms:created xsi:type="dcterms:W3CDTF">2020-05-18T00:40:56Z</dcterms:created>
  <dcterms:modified xsi:type="dcterms:W3CDTF">2026-05-01T06:36:08Z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0x010100810EB66973E9294FAC88E302AED0D4BB</vt:lpwstr>
  </property>
</Properties>
</file>