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7"/>
  </p:notesMasterIdLst>
  <p:sldIdLst>
    <p:sldId id="257" r:id="rId5"/>
    <p:sldId id="259" r:id="rId6"/>
    <p:sldId id="263" r:id="rId7"/>
    <p:sldId id="321" r:id="rId8"/>
    <p:sldId id="264" r:id="rId9"/>
    <p:sldId id="348" r:id="rId10"/>
    <p:sldId id="266" r:id="rId11"/>
    <p:sldId id="349" r:id="rId12"/>
    <p:sldId id="307" r:id="rId13"/>
    <p:sldId id="350" r:id="rId14"/>
    <p:sldId id="270" r:id="rId15"/>
    <p:sldId id="308" r:id="rId16"/>
    <p:sldId id="271" r:id="rId17"/>
    <p:sldId id="379" r:id="rId18"/>
    <p:sldId id="324" r:id="rId19"/>
    <p:sldId id="295" r:id="rId20"/>
    <p:sldId id="351" r:id="rId21"/>
    <p:sldId id="381" r:id="rId22"/>
    <p:sldId id="380" r:id="rId23"/>
    <p:sldId id="325" r:id="rId24"/>
    <p:sldId id="331" r:id="rId25"/>
    <p:sldId id="354" r:id="rId26"/>
    <p:sldId id="356" r:id="rId27"/>
    <p:sldId id="355" r:id="rId28"/>
    <p:sldId id="382" r:id="rId29"/>
    <p:sldId id="357" r:id="rId30"/>
    <p:sldId id="383" r:id="rId31"/>
    <p:sldId id="360" r:id="rId32"/>
    <p:sldId id="384" r:id="rId33"/>
    <p:sldId id="359" r:id="rId34"/>
    <p:sldId id="385" r:id="rId35"/>
    <p:sldId id="358" r:id="rId36"/>
    <p:sldId id="318" r:id="rId37"/>
    <p:sldId id="386" r:id="rId38"/>
    <p:sldId id="352" r:id="rId39"/>
    <p:sldId id="363" r:id="rId40"/>
    <p:sldId id="364" r:id="rId41"/>
    <p:sldId id="370" r:id="rId42"/>
    <p:sldId id="365" r:id="rId43"/>
    <p:sldId id="366" r:id="rId44"/>
    <p:sldId id="367" r:id="rId45"/>
    <p:sldId id="368" r:id="rId46"/>
    <p:sldId id="326" r:id="rId47"/>
    <p:sldId id="332" r:id="rId48"/>
    <p:sldId id="320" r:id="rId49"/>
    <p:sldId id="328" r:id="rId50"/>
    <p:sldId id="313" r:id="rId51"/>
    <p:sldId id="336" r:id="rId52"/>
    <p:sldId id="294" r:id="rId53"/>
    <p:sldId id="341" r:id="rId54"/>
    <p:sldId id="329" r:id="rId55"/>
    <p:sldId id="317" r:id="rId56"/>
    <p:sldId id="343" r:id="rId57"/>
    <p:sldId id="296" r:id="rId58"/>
    <p:sldId id="300" r:id="rId59"/>
    <p:sldId id="299" r:id="rId60"/>
    <p:sldId id="301" r:id="rId61"/>
    <p:sldId id="297" r:id="rId62"/>
    <p:sldId id="302" r:id="rId63"/>
    <p:sldId id="298" r:id="rId64"/>
    <p:sldId id="303" r:id="rId65"/>
    <p:sldId id="342" r:id="rId66"/>
    <p:sldId id="330" r:id="rId67"/>
    <p:sldId id="276" r:id="rId68"/>
    <p:sldId id="278" r:id="rId69"/>
    <p:sldId id="277" r:id="rId70"/>
    <p:sldId id="281" r:id="rId71"/>
    <p:sldId id="282" r:id="rId72"/>
    <p:sldId id="280" r:id="rId73"/>
    <p:sldId id="371" r:id="rId74"/>
    <p:sldId id="372" r:id="rId75"/>
    <p:sldId id="373" r:id="rId76"/>
    <p:sldId id="374" r:id="rId77"/>
    <p:sldId id="375" r:id="rId78"/>
    <p:sldId id="376" r:id="rId79"/>
    <p:sldId id="377" r:id="rId80"/>
    <p:sldId id="378" r:id="rId81"/>
    <p:sldId id="288" r:id="rId82"/>
    <p:sldId id="289" r:id="rId83"/>
    <p:sldId id="290" r:id="rId84"/>
    <p:sldId id="291" r:id="rId85"/>
    <p:sldId id="305" r:id="rId8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0108A8-CFD9-4E5E-8C48-253C6B8C1017}" v="4" dt="2024-01-08T02:46:42.5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21" autoAdjust="0"/>
    <p:restoredTop sz="94660"/>
  </p:normalViewPr>
  <p:slideViewPr>
    <p:cSldViewPr>
      <p:cViewPr varScale="1">
        <p:scale>
          <a:sx n="78" d="100"/>
          <a:sy n="78" d="100"/>
        </p:scale>
        <p:origin x="192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6/11/relationships/changesInfo" Target="changesInfos/changesInfo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EANIE KHERA" userId="S::1813310106@niet.co.in::3232c1e7-614a-4d89-9c25-9aa970354938" providerId="AD" clId="Web-{E08127D7-FC73-43F1-83D3-C6A4478739D7}"/>
    <pc:docChg chg="addSld delSld modSld">
      <pc:chgData name="MILEANIE KHERA" userId="S::1813310106@niet.co.in::3232c1e7-614a-4d89-9c25-9aa970354938" providerId="AD" clId="Web-{E08127D7-FC73-43F1-83D3-C6A4478739D7}" dt="2022-04-23T14:24:53.082" v="6" actId="20577"/>
      <pc:docMkLst>
        <pc:docMk/>
      </pc:docMkLst>
      <pc:sldChg chg="modSp">
        <pc:chgData name="MILEANIE KHERA" userId="S::1813310106@niet.co.in::3232c1e7-614a-4d89-9c25-9aa970354938" providerId="AD" clId="Web-{E08127D7-FC73-43F1-83D3-C6A4478739D7}" dt="2022-04-23T14:24:53.082" v="6" actId="20577"/>
        <pc:sldMkLst>
          <pc:docMk/>
          <pc:sldMk cId="3919311891" sldId="297"/>
        </pc:sldMkLst>
        <pc:spChg chg="mod">
          <ac:chgData name="MILEANIE KHERA" userId="S::1813310106@niet.co.in::3232c1e7-614a-4d89-9c25-9aa970354938" providerId="AD" clId="Web-{E08127D7-FC73-43F1-83D3-C6A4478739D7}" dt="2022-04-23T14:24:53.082" v="6" actId="20577"/>
          <ac:spMkLst>
            <pc:docMk/>
            <pc:sldMk cId="3919311891" sldId="297"/>
            <ac:spMk id="3" creationId="{00000000-0000-0000-0000-000000000000}"/>
          </ac:spMkLst>
        </pc:spChg>
      </pc:sldChg>
      <pc:sldChg chg="modSp">
        <pc:chgData name="MILEANIE KHERA" userId="S::1813310106@niet.co.in::3232c1e7-614a-4d89-9c25-9aa970354938" providerId="AD" clId="Web-{E08127D7-FC73-43F1-83D3-C6A4478739D7}" dt="2022-04-23T14:19:16.418" v="4" actId="20577"/>
        <pc:sldMkLst>
          <pc:docMk/>
          <pc:sldMk cId="3919311891" sldId="299"/>
        </pc:sldMkLst>
        <pc:spChg chg="mod">
          <ac:chgData name="MILEANIE KHERA" userId="S::1813310106@niet.co.in::3232c1e7-614a-4d89-9c25-9aa970354938" providerId="AD" clId="Web-{E08127D7-FC73-43F1-83D3-C6A4478739D7}" dt="2022-04-23T14:19:16.418" v="4" actId="20577"/>
          <ac:spMkLst>
            <pc:docMk/>
            <pc:sldMk cId="3919311891" sldId="299"/>
            <ac:spMk id="3" creationId="{00000000-0000-0000-0000-000000000000}"/>
          </ac:spMkLst>
        </pc:spChg>
      </pc:sldChg>
      <pc:sldChg chg="new del">
        <pc:chgData name="MILEANIE KHERA" userId="S::1813310106@niet.co.in::3232c1e7-614a-4d89-9c25-9aa970354938" providerId="AD" clId="Web-{E08127D7-FC73-43F1-83D3-C6A4478739D7}" dt="2022-04-23T14:18:43.323" v="1"/>
        <pc:sldMkLst>
          <pc:docMk/>
          <pc:sldMk cId="1665463105" sldId="351"/>
        </pc:sldMkLst>
      </pc:sldChg>
    </pc:docChg>
  </pc:docChgLst>
  <pc:docChgLst>
    <pc:chgData name="ASIF ANAS(FW)" userId="S::1813310043@niet.co.in::c52b9bee-2e4b-4706-92ed-87ba6846bf7e" providerId="AD" clId="Web-{935C8A42-554D-4D32-9830-793861097EA5}"/>
    <pc:docChg chg="modSld">
      <pc:chgData name="ASIF ANAS(FW)" userId="S::1813310043@niet.co.in::c52b9bee-2e4b-4706-92ed-87ba6846bf7e" providerId="AD" clId="Web-{935C8A42-554D-4D32-9830-793861097EA5}" dt="2022-06-04T20:29:20.032" v="1" actId="1076"/>
      <pc:docMkLst>
        <pc:docMk/>
      </pc:docMkLst>
      <pc:sldChg chg="modSp">
        <pc:chgData name="ASIF ANAS(FW)" userId="S::1813310043@niet.co.in::c52b9bee-2e4b-4706-92ed-87ba6846bf7e" providerId="AD" clId="Web-{935C8A42-554D-4D32-9830-793861097EA5}" dt="2022-06-04T20:29:20.032" v="1" actId="1076"/>
        <pc:sldMkLst>
          <pc:docMk/>
          <pc:sldMk cId="0" sldId="259"/>
        </pc:sldMkLst>
        <pc:picChg chg="mod">
          <ac:chgData name="ASIF ANAS(FW)" userId="S::1813310043@niet.co.in::c52b9bee-2e4b-4706-92ed-87ba6846bf7e" providerId="AD" clId="Web-{935C8A42-554D-4D32-9830-793861097EA5}" dt="2022-06-04T20:29:20.032" v="1" actId="1076"/>
          <ac:picMkLst>
            <pc:docMk/>
            <pc:sldMk cId="0" sldId="259"/>
            <ac:picMk id="2" creationId="{00000000-0000-0000-0000-000000000000}"/>
          </ac:picMkLst>
        </pc:picChg>
      </pc:sldChg>
    </pc:docChg>
  </pc:docChgLst>
  <pc:docChgLst>
    <pc:chgData name="MADNEETA SINGH" userId="ba487e41d220043c" providerId="LiveId" clId="{4E0108A8-CFD9-4E5E-8C48-253C6B8C1017}"/>
    <pc:docChg chg="undo redo custSel addSld delSld modSld">
      <pc:chgData name="MADNEETA SINGH" userId="ba487e41d220043c" providerId="LiveId" clId="{4E0108A8-CFD9-4E5E-8C48-253C6B8C1017}" dt="2024-01-08T02:47:12.303" v="304" actId="14734"/>
      <pc:docMkLst>
        <pc:docMk/>
      </pc:docMkLst>
      <pc:sldChg chg="modSp mod">
        <pc:chgData name="MADNEETA SINGH" userId="ba487e41d220043c" providerId="LiveId" clId="{4E0108A8-CFD9-4E5E-8C48-253C6B8C1017}" dt="2023-12-30T14:42:15.747" v="30" actId="20577"/>
        <pc:sldMkLst>
          <pc:docMk/>
          <pc:sldMk cId="0" sldId="257"/>
        </pc:sldMkLst>
        <pc:spChg chg="mod">
          <ac:chgData name="MADNEETA SINGH" userId="ba487e41d220043c" providerId="LiveId" clId="{4E0108A8-CFD9-4E5E-8C48-253C6B8C1017}" dt="2023-12-30T14:42:15.747" v="30" actId="20577"/>
          <ac:spMkLst>
            <pc:docMk/>
            <pc:sldMk cId="0" sldId="257"/>
            <ac:spMk id="13" creationId="{00000000-0000-0000-0000-000000000000}"/>
          </ac:spMkLst>
        </pc:spChg>
      </pc:sldChg>
      <pc:sldChg chg="addSp delSp modSp mod">
        <pc:chgData name="MADNEETA SINGH" userId="ba487e41d220043c" providerId="LiveId" clId="{4E0108A8-CFD9-4E5E-8C48-253C6B8C1017}" dt="2024-01-08T02:46:10.759" v="300" actId="20577"/>
        <pc:sldMkLst>
          <pc:docMk/>
          <pc:sldMk cId="0" sldId="259"/>
        </pc:sldMkLst>
        <pc:spChg chg="mod">
          <ac:chgData name="MADNEETA SINGH" userId="ba487e41d220043c" providerId="LiveId" clId="{4E0108A8-CFD9-4E5E-8C48-253C6B8C1017}" dt="2024-01-08T02:46:10.759" v="300" actId="20577"/>
          <ac:spMkLst>
            <pc:docMk/>
            <pc:sldMk cId="0" sldId="259"/>
            <ac:spMk id="13" creationId="{00000000-0000-0000-0000-000000000000}"/>
          </ac:spMkLst>
        </pc:spChg>
        <pc:picChg chg="del">
          <ac:chgData name="MADNEETA SINGH" userId="ba487e41d220043c" providerId="LiveId" clId="{4E0108A8-CFD9-4E5E-8C48-253C6B8C1017}" dt="2023-12-30T06:32:34.992" v="1" actId="478"/>
          <ac:picMkLst>
            <pc:docMk/>
            <pc:sldMk cId="0" sldId="259"/>
            <ac:picMk id="2" creationId="{00000000-0000-0000-0000-000000000000}"/>
          </ac:picMkLst>
        </pc:picChg>
        <pc:picChg chg="add mod">
          <ac:chgData name="MADNEETA SINGH" userId="ba487e41d220043c" providerId="LiveId" clId="{4E0108A8-CFD9-4E5E-8C48-253C6B8C1017}" dt="2023-12-30T06:32:52.162" v="7" actId="14100"/>
          <ac:picMkLst>
            <pc:docMk/>
            <pc:sldMk cId="0" sldId="259"/>
            <ac:picMk id="5" creationId="{55FE0C49-4CAC-069B-3BA7-5B0EDD68A78D}"/>
          </ac:picMkLst>
        </pc:picChg>
      </pc:sldChg>
      <pc:sldChg chg="del">
        <pc:chgData name="MADNEETA SINGH" userId="ba487e41d220043c" providerId="LiveId" clId="{4E0108A8-CFD9-4E5E-8C48-253C6B8C1017}" dt="2023-12-30T14:40:44.602" v="9" actId="2696"/>
        <pc:sldMkLst>
          <pc:docMk/>
          <pc:sldMk cId="4192245201" sldId="261"/>
        </pc:sldMkLst>
      </pc:sldChg>
      <pc:sldChg chg="modSp mod">
        <pc:chgData name="MADNEETA SINGH" userId="ba487e41d220043c" providerId="LiveId" clId="{4E0108A8-CFD9-4E5E-8C48-253C6B8C1017}" dt="2023-12-30T14:41:51.746" v="15"/>
        <pc:sldMkLst>
          <pc:docMk/>
          <pc:sldMk cId="0" sldId="263"/>
        </pc:sldMkLst>
        <pc:graphicFrameChg chg="mod modGraphic">
          <ac:chgData name="MADNEETA SINGH" userId="ba487e41d220043c" providerId="LiveId" clId="{4E0108A8-CFD9-4E5E-8C48-253C6B8C1017}" dt="2023-12-30T14:41:51.746" v="15"/>
          <ac:graphicFrameMkLst>
            <pc:docMk/>
            <pc:sldMk cId="0" sldId="263"/>
            <ac:graphicFrameMk id="9" creationId="{00000000-0000-0000-0000-000000000000}"/>
          </ac:graphicFrameMkLst>
        </pc:graphicFrameChg>
      </pc:sldChg>
      <pc:sldChg chg="modSp">
        <pc:chgData name="MADNEETA SINGH" userId="ba487e41d220043c" providerId="LiveId" clId="{4E0108A8-CFD9-4E5E-8C48-253C6B8C1017}" dt="2023-12-30T14:41:51.746" v="15"/>
        <pc:sldMkLst>
          <pc:docMk/>
          <pc:sldMk cId="0" sldId="264"/>
        </pc:sldMkLst>
        <pc:graphicFrameChg chg="mod">
          <ac:chgData name="MADNEETA SINGH" userId="ba487e41d220043c" providerId="LiveId" clId="{4E0108A8-CFD9-4E5E-8C48-253C6B8C1017}" dt="2023-12-30T14:41:51.746" v="15"/>
          <ac:graphicFrameMkLst>
            <pc:docMk/>
            <pc:sldMk cId="0" sldId="264"/>
            <ac:graphicFrameMk id="9" creationId="{00000000-0000-0000-0000-000000000000}"/>
          </ac:graphicFrameMkLst>
        </pc:graphicFrameChg>
      </pc:sldChg>
      <pc:sldChg chg="modSp mod">
        <pc:chgData name="MADNEETA SINGH" userId="ba487e41d220043c" providerId="LiveId" clId="{4E0108A8-CFD9-4E5E-8C48-253C6B8C1017}" dt="2024-01-08T02:47:12.303" v="304" actId="14734"/>
        <pc:sldMkLst>
          <pc:docMk/>
          <pc:sldMk cId="0" sldId="266"/>
        </pc:sldMkLst>
        <pc:graphicFrameChg chg="mod modGraphic">
          <ac:chgData name="MADNEETA SINGH" userId="ba487e41d220043c" providerId="LiveId" clId="{4E0108A8-CFD9-4E5E-8C48-253C6B8C1017}" dt="2024-01-08T02:47:12.303" v="304" actId="14734"/>
          <ac:graphicFrameMkLst>
            <pc:docMk/>
            <pc:sldMk cId="0" sldId="266"/>
            <ac:graphicFrameMk id="12" creationId="{00000000-0000-0000-0000-000000000000}"/>
          </ac:graphicFrameMkLst>
        </pc:graphicFrameChg>
      </pc:sldChg>
      <pc:sldChg chg="modSp mod">
        <pc:chgData name="MADNEETA SINGH" userId="ba487e41d220043c" providerId="LiveId" clId="{4E0108A8-CFD9-4E5E-8C48-253C6B8C1017}" dt="2023-12-30T14:49:02.503" v="71" actId="2711"/>
        <pc:sldMkLst>
          <pc:docMk/>
          <pc:sldMk cId="3919311891" sldId="270"/>
        </pc:sldMkLst>
        <pc:spChg chg="mod">
          <ac:chgData name="MADNEETA SINGH" userId="ba487e41d220043c" providerId="LiveId" clId="{4E0108A8-CFD9-4E5E-8C48-253C6B8C1017}" dt="2023-12-30T14:49:02.503" v="71" actId="2711"/>
          <ac:spMkLst>
            <pc:docMk/>
            <pc:sldMk cId="3919311891" sldId="270"/>
            <ac:spMk id="3" creationId="{00000000-0000-0000-0000-000000000000}"/>
          </ac:spMkLst>
        </pc:spChg>
      </pc:sldChg>
      <pc:sldChg chg="add del">
        <pc:chgData name="MADNEETA SINGH" userId="ba487e41d220043c" providerId="LiveId" clId="{4E0108A8-CFD9-4E5E-8C48-253C6B8C1017}" dt="2023-12-30T15:01:27.830" v="150" actId="2696"/>
        <pc:sldMkLst>
          <pc:docMk/>
          <pc:sldMk cId="3919311891" sldId="273"/>
        </pc:sldMkLst>
      </pc:sldChg>
      <pc:sldChg chg="add del">
        <pc:chgData name="MADNEETA SINGH" userId="ba487e41d220043c" providerId="LiveId" clId="{4E0108A8-CFD9-4E5E-8C48-253C6B8C1017}" dt="2023-12-30T15:01:27.830" v="150" actId="2696"/>
        <pc:sldMkLst>
          <pc:docMk/>
          <pc:sldMk cId="3919311891" sldId="292"/>
        </pc:sldMkLst>
      </pc:sldChg>
      <pc:sldChg chg="add del">
        <pc:chgData name="MADNEETA SINGH" userId="ba487e41d220043c" providerId="LiveId" clId="{4E0108A8-CFD9-4E5E-8C48-253C6B8C1017}" dt="2023-12-30T15:01:27.830" v="150" actId="2696"/>
        <pc:sldMkLst>
          <pc:docMk/>
          <pc:sldMk cId="3919311891" sldId="293"/>
        </pc:sldMkLst>
      </pc:sldChg>
      <pc:sldChg chg="modSp">
        <pc:chgData name="MADNEETA SINGH" userId="ba487e41d220043c" providerId="LiveId" clId="{4E0108A8-CFD9-4E5E-8C48-253C6B8C1017}" dt="2023-12-30T14:41:51.746" v="15"/>
        <pc:sldMkLst>
          <pc:docMk/>
          <pc:sldMk cId="0" sldId="307"/>
        </pc:sldMkLst>
        <pc:graphicFrameChg chg="mod">
          <ac:chgData name="MADNEETA SINGH" userId="ba487e41d220043c" providerId="LiveId" clId="{4E0108A8-CFD9-4E5E-8C48-253C6B8C1017}" dt="2023-12-30T14:41:51.746" v="15"/>
          <ac:graphicFrameMkLst>
            <pc:docMk/>
            <pc:sldMk cId="0" sldId="307"/>
            <ac:graphicFrameMk id="9" creationId="{00000000-0000-0000-0000-000000000000}"/>
          </ac:graphicFrameMkLst>
        </pc:graphicFrameChg>
      </pc:sldChg>
      <pc:sldChg chg="modSp">
        <pc:chgData name="MADNEETA SINGH" userId="ba487e41d220043c" providerId="LiveId" clId="{4E0108A8-CFD9-4E5E-8C48-253C6B8C1017}" dt="2023-12-30T14:41:51.746" v="15"/>
        <pc:sldMkLst>
          <pc:docMk/>
          <pc:sldMk cId="3919311891" sldId="308"/>
        </pc:sldMkLst>
        <pc:graphicFrameChg chg="mod">
          <ac:chgData name="MADNEETA SINGH" userId="ba487e41d220043c" providerId="LiveId" clId="{4E0108A8-CFD9-4E5E-8C48-253C6B8C1017}" dt="2023-12-30T14:41:51.746" v="15"/>
          <ac:graphicFrameMkLst>
            <pc:docMk/>
            <pc:sldMk cId="3919311891" sldId="308"/>
            <ac:graphicFrameMk id="11" creationId="{00000000-0000-0000-0000-000000000000}"/>
          </ac:graphicFrameMkLst>
        </pc:graphicFrameChg>
      </pc:sldChg>
      <pc:sldChg chg="modSp add del">
        <pc:chgData name="MADNEETA SINGH" userId="ba487e41d220043c" providerId="LiveId" clId="{4E0108A8-CFD9-4E5E-8C48-253C6B8C1017}" dt="2023-12-30T15:01:27.830" v="150" actId="2696"/>
        <pc:sldMkLst>
          <pc:docMk/>
          <pc:sldMk cId="3919311891" sldId="310"/>
        </pc:sldMkLst>
        <pc:graphicFrameChg chg="mod">
          <ac:chgData name="MADNEETA SINGH" userId="ba487e41d220043c" providerId="LiveId" clId="{4E0108A8-CFD9-4E5E-8C48-253C6B8C1017}" dt="2023-12-30T14:41:51.746" v="15"/>
          <ac:graphicFrameMkLst>
            <pc:docMk/>
            <pc:sldMk cId="3919311891" sldId="310"/>
            <ac:graphicFrameMk id="11" creationId="{00000000-0000-0000-0000-000000000000}"/>
          </ac:graphicFrameMkLst>
        </pc:graphicFrameChg>
      </pc:sldChg>
      <pc:sldChg chg="modSp">
        <pc:chgData name="MADNEETA SINGH" userId="ba487e41d220043c" providerId="LiveId" clId="{4E0108A8-CFD9-4E5E-8C48-253C6B8C1017}" dt="2023-12-30T14:41:51.746" v="15"/>
        <pc:sldMkLst>
          <pc:docMk/>
          <pc:sldMk cId="3919311891" sldId="313"/>
        </pc:sldMkLst>
        <pc:graphicFrameChg chg="mod">
          <ac:chgData name="MADNEETA SINGH" userId="ba487e41d220043c" providerId="LiveId" clId="{4E0108A8-CFD9-4E5E-8C48-253C6B8C1017}" dt="2023-12-30T14:41:51.746" v="15"/>
          <ac:graphicFrameMkLst>
            <pc:docMk/>
            <pc:sldMk cId="3919311891" sldId="313"/>
            <ac:graphicFrameMk id="11" creationId="{00000000-0000-0000-0000-000000000000}"/>
          </ac:graphicFrameMkLst>
        </pc:graphicFrameChg>
      </pc:sldChg>
      <pc:sldChg chg="modSp">
        <pc:chgData name="MADNEETA SINGH" userId="ba487e41d220043c" providerId="LiveId" clId="{4E0108A8-CFD9-4E5E-8C48-253C6B8C1017}" dt="2023-12-30T14:41:51.746" v="15"/>
        <pc:sldMkLst>
          <pc:docMk/>
          <pc:sldMk cId="3919311891" sldId="317"/>
        </pc:sldMkLst>
        <pc:graphicFrameChg chg="mod">
          <ac:chgData name="MADNEETA SINGH" userId="ba487e41d220043c" providerId="LiveId" clId="{4E0108A8-CFD9-4E5E-8C48-253C6B8C1017}" dt="2023-12-30T14:41:51.746" v="15"/>
          <ac:graphicFrameMkLst>
            <pc:docMk/>
            <pc:sldMk cId="3919311891" sldId="317"/>
            <ac:graphicFrameMk id="11" creationId="{00000000-0000-0000-0000-000000000000}"/>
          </ac:graphicFrameMkLst>
        </pc:graphicFrameChg>
      </pc:sldChg>
      <pc:sldChg chg="addSp delSp modSp mod">
        <pc:chgData name="MADNEETA SINGH" userId="ba487e41d220043c" providerId="LiveId" clId="{4E0108A8-CFD9-4E5E-8C48-253C6B8C1017}" dt="2023-12-30T15:19:16.680" v="295" actId="27636"/>
        <pc:sldMkLst>
          <pc:docMk/>
          <pc:sldMk cId="0" sldId="318"/>
        </pc:sldMkLst>
        <pc:spChg chg="mod">
          <ac:chgData name="MADNEETA SINGH" userId="ba487e41d220043c" providerId="LiveId" clId="{4E0108A8-CFD9-4E5E-8C48-253C6B8C1017}" dt="2023-12-30T15:19:16.680" v="295" actId="27636"/>
          <ac:spMkLst>
            <pc:docMk/>
            <pc:sldMk cId="0" sldId="318"/>
            <ac:spMk id="2" creationId="{00000000-0000-0000-0000-000000000000}"/>
          </ac:spMkLst>
        </pc:spChg>
        <pc:picChg chg="del mod">
          <ac:chgData name="MADNEETA SINGH" userId="ba487e41d220043c" providerId="LiveId" clId="{4E0108A8-CFD9-4E5E-8C48-253C6B8C1017}" dt="2023-12-30T15:18:08.928" v="262" actId="478"/>
          <ac:picMkLst>
            <pc:docMk/>
            <pc:sldMk cId="0" sldId="318"/>
            <ac:picMk id="7" creationId="{00000000-0000-0000-0000-000000000000}"/>
          </ac:picMkLst>
        </pc:picChg>
        <pc:picChg chg="add mod">
          <ac:chgData name="MADNEETA SINGH" userId="ba487e41d220043c" providerId="LiveId" clId="{4E0108A8-CFD9-4E5E-8C48-253C6B8C1017}" dt="2023-12-30T15:18:38.663" v="268" actId="14100"/>
          <ac:picMkLst>
            <pc:docMk/>
            <pc:sldMk cId="0" sldId="318"/>
            <ac:picMk id="8" creationId="{7E774466-3421-A9B8-67EE-E1114BE58DD4}"/>
          </ac:picMkLst>
        </pc:picChg>
      </pc:sldChg>
      <pc:sldChg chg="del">
        <pc:chgData name="MADNEETA SINGH" userId="ba487e41d220043c" providerId="LiveId" clId="{4E0108A8-CFD9-4E5E-8C48-253C6B8C1017}" dt="2023-12-30T14:43:56.121" v="31" actId="2696"/>
        <pc:sldMkLst>
          <pc:docMk/>
          <pc:sldMk cId="0" sldId="322"/>
        </pc:sldMkLst>
      </pc:sldChg>
      <pc:sldChg chg="add del">
        <pc:chgData name="MADNEETA SINGH" userId="ba487e41d220043c" providerId="LiveId" clId="{4E0108A8-CFD9-4E5E-8C48-253C6B8C1017}" dt="2023-12-30T15:01:27.830" v="150" actId="2696"/>
        <pc:sldMkLst>
          <pc:docMk/>
          <pc:sldMk cId="3919311891" sldId="327"/>
        </pc:sldMkLst>
      </pc:sldChg>
      <pc:sldChg chg="addSp delSp modSp mod">
        <pc:chgData name="MADNEETA SINGH" userId="ba487e41d220043c" providerId="LiveId" clId="{4E0108A8-CFD9-4E5E-8C48-253C6B8C1017}" dt="2023-12-30T15:01:26.508" v="149" actId="207"/>
        <pc:sldMkLst>
          <pc:docMk/>
          <pc:sldMk cId="3919311891" sldId="331"/>
        </pc:sldMkLst>
        <pc:spChg chg="add mod">
          <ac:chgData name="MADNEETA SINGH" userId="ba487e41d220043c" providerId="LiveId" clId="{4E0108A8-CFD9-4E5E-8C48-253C6B8C1017}" dt="2023-12-30T15:01:26.508" v="149" actId="207"/>
          <ac:spMkLst>
            <pc:docMk/>
            <pc:sldMk cId="3919311891" sldId="331"/>
            <ac:spMk id="3" creationId="{1D83F488-FE05-84A8-212D-1D009B2C0B74}"/>
          </ac:spMkLst>
        </pc:spChg>
        <pc:spChg chg="mod">
          <ac:chgData name="MADNEETA SINGH" userId="ba487e41d220043c" providerId="LiveId" clId="{4E0108A8-CFD9-4E5E-8C48-253C6B8C1017}" dt="2023-12-30T14:56:34.829" v="127" actId="20577"/>
          <ac:spMkLst>
            <pc:docMk/>
            <pc:sldMk cId="3919311891" sldId="331"/>
            <ac:spMk id="7" creationId="{00000000-0000-0000-0000-000000000000}"/>
          </ac:spMkLst>
        </pc:spChg>
        <pc:spChg chg="del mod">
          <ac:chgData name="MADNEETA SINGH" userId="ba487e41d220043c" providerId="LiveId" clId="{4E0108A8-CFD9-4E5E-8C48-253C6B8C1017}" dt="2023-12-30T14:57:28.703" v="132" actId="21"/>
          <ac:spMkLst>
            <pc:docMk/>
            <pc:sldMk cId="3919311891" sldId="331"/>
            <ac:spMk id="10" creationId="{00000000-0000-0000-0000-000000000000}"/>
          </ac:spMkLst>
        </pc:spChg>
        <pc:graphicFrameChg chg="del mod modGraphic">
          <ac:chgData name="MADNEETA SINGH" userId="ba487e41d220043c" providerId="LiveId" clId="{4E0108A8-CFD9-4E5E-8C48-253C6B8C1017}" dt="2023-12-30T14:57:21.983" v="130" actId="21"/>
          <ac:graphicFrameMkLst>
            <pc:docMk/>
            <pc:sldMk cId="3919311891" sldId="331"/>
            <ac:graphicFrameMk id="11" creationId="{00000000-0000-0000-0000-000000000000}"/>
          </ac:graphicFrameMkLst>
        </pc:graphicFrameChg>
      </pc:sldChg>
      <pc:sldChg chg="modSp">
        <pc:chgData name="MADNEETA SINGH" userId="ba487e41d220043c" providerId="LiveId" clId="{4E0108A8-CFD9-4E5E-8C48-253C6B8C1017}" dt="2023-12-30T14:41:51.746" v="15"/>
        <pc:sldMkLst>
          <pc:docMk/>
          <pc:sldMk cId="3919311891" sldId="332"/>
        </pc:sldMkLst>
        <pc:graphicFrameChg chg="mod">
          <ac:chgData name="MADNEETA SINGH" userId="ba487e41d220043c" providerId="LiveId" clId="{4E0108A8-CFD9-4E5E-8C48-253C6B8C1017}" dt="2023-12-30T14:41:51.746" v="15"/>
          <ac:graphicFrameMkLst>
            <pc:docMk/>
            <pc:sldMk cId="3919311891" sldId="332"/>
            <ac:graphicFrameMk id="11" creationId="{00000000-0000-0000-0000-000000000000}"/>
          </ac:graphicFrameMkLst>
        </pc:graphicFrameChg>
      </pc:sldChg>
      <pc:sldChg chg="del">
        <pc:chgData name="MADNEETA SINGH" userId="ba487e41d220043c" providerId="LiveId" clId="{4E0108A8-CFD9-4E5E-8C48-253C6B8C1017}" dt="2023-12-30T14:50:25.390" v="72" actId="2696"/>
        <pc:sldMkLst>
          <pc:docMk/>
          <pc:sldMk cId="0" sldId="333"/>
        </pc:sldMkLst>
      </pc:sldChg>
      <pc:sldChg chg="del">
        <pc:chgData name="MADNEETA SINGH" userId="ba487e41d220043c" providerId="LiveId" clId="{4E0108A8-CFD9-4E5E-8C48-253C6B8C1017}" dt="2023-12-30T14:52:04.142" v="74" actId="2696"/>
        <pc:sldMkLst>
          <pc:docMk/>
          <pc:sldMk cId="0" sldId="334"/>
        </pc:sldMkLst>
      </pc:sldChg>
      <pc:sldChg chg="del">
        <pc:chgData name="MADNEETA SINGH" userId="ba487e41d220043c" providerId="LiveId" clId="{4E0108A8-CFD9-4E5E-8C48-253C6B8C1017}" dt="2023-12-30T14:52:36.822" v="75" actId="2696"/>
        <pc:sldMkLst>
          <pc:docMk/>
          <pc:sldMk cId="0" sldId="335"/>
        </pc:sldMkLst>
      </pc:sldChg>
      <pc:sldChg chg="del">
        <pc:chgData name="MADNEETA SINGH" userId="ba487e41d220043c" providerId="LiveId" clId="{4E0108A8-CFD9-4E5E-8C48-253C6B8C1017}" dt="2023-12-30T14:50:45.702" v="73" actId="2696"/>
        <pc:sldMkLst>
          <pc:docMk/>
          <pc:sldMk cId="0" sldId="338"/>
        </pc:sldMkLst>
      </pc:sldChg>
      <pc:sldChg chg="add del">
        <pc:chgData name="MADNEETA SINGH" userId="ba487e41d220043c" providerId="LiveId" clId="{4E0108A8-CFD9-4E5E-8C48-253C6B8C1017}" dt="2023-12-30T15:01:27.830" v="150" actId="2696"/>
        <pc:sldMkLst>
          <pc:docMk/>
          <pc:sldMk cId="0" sldId="339"/>
        </pc:sldMkLst>
      </pc:sldChg>
      <pc:sldChg chg="del">
        <pc:chgData name="MADNEETA SINGH" userId="ba487e41d220043c" providerId="LiveId" clId="{4E0108A8-CFD9-4E5E-8C48-253C6B8C1017}" dt="2023-12-30T14:52:36.822" v="75" actId="2696"/>
        <pc:sldMkLst>
          <pc:docMk/>
          <pc:sldMk cId="0" sldId="340"/>
        </pc:sldMkLst>
      </pc:sldChg>
      <pc:sldChg chg="del">
        <pc:chgData name="MADNEETA SINGH" userId="ba487e41d220043c" providerId="LiveId" clId="{4E0108A8-CFD9-4E5E-8C48-253C6B8C1017}" dt="2023-12-30T14:40:36.814" v="8" actId="2696"/>
        <pc:sldMkLst>
          <pc:docMk/>
          <pc:sldMk cId="0" sldId="345"/>
        </pc:sldMkLst>
      </pc:sldChg>
      <pc:sldChg chg="del">
        <pc:chgData name="MADNEETA SINGH" userId="ba487e41d220043c" providerId="LiveId" clId="{4E0108A8-CFD9-4E5E-8C48-253C6B8C1017}" dt="2023-12-30T14:40:44.602" v="9" actId="2696"/>
        <pc:sldMkLst>
          <pc:docMk/>
          <pc:sldMk cId="0" sldId="346"/>
        </pc:sldMkLst>
      </pc:sldChg>
      <pc:sldChg chg="del">
        <pc:chgData name="MADNEETA SINGH" userId="ba487e41d220043c" providerId="LiveId" clId="{4E0108A8-CFD9-4E5E-8C48-253C6B8C1017}" dt="2023-12-30T14:40:36.814" v="8" actId="2696"/>
        <pc:sldMkLst>
          <pc:docMk/>
          <pc:sldMk cId="1036687626" sldId="347"/>
        </pc:sldMkLst>
      </pc:sldChg>
      <pc:sldChg chg="new add del">
        <pc:chgData name="MADNEETA SINGH" userId="ba487e41d220043c" providerId="LiveId" clId="{4E0108A8-CFD9-4E5E-8C48-253C6B8C1017}" dt="2023-12-30T15:01:32.641" v="151" actId="680"/>
        <pc:sldMkLst>
          <pc:docMk/>
          <pc:sldMk cId="2676044712" sldId="353"/>
        </pc:sldMkLst>
      </pc:sldChg>
      <pc:sldChg chg="new del">
        <pc:chgData name="MADNEETA SINGH" userId="ba487e41d220043c" providerId="LiveId" clId="{4E0108A8-CFD9-4E5E-8C48-253C6B8C1017}" dt="2023-12-30T15:01:12.398" v="144" actId="680"/>
        <pc:sldMkLst>
          <pc:docMk/>
          <pc:sldMk cId="2906924010" sldId="353"/>
        </pc:sldMkLst>
      </pc:sldChg>
      <pc:sldChg chg="addSp modSp new mod">
        <pc:chgData name="MADNEETA SINGH" userId="ba487e41d220043c" providerId="LiveId" clId="{4E0108A8-CFD9-4E5E-8C48-253C6B8C1017}" dt="2023-12-30T15:04:17.083" v="164" actId="20577"/>
        <pc:sldMkLst>
          <pc:docMk/>
          <pc:sldMk cId="2051973498" sldId="354"/>
        </pc:sldMkLst>
        <pc:spChg chg="add mod">
          <ac:chgData name="MADNEETA SINGH" userId="ba487e41d220043c" providerId="LiveId" clId="{4E0108A8-CFD9-4E5E-8C48-253C6B8C1017}" dt="2023-12-30T15:02:08.463" v="153"/>
          <ac:spMkLst>
            <pc:docMk/>
            <pc:sldMk cId="2051973498" sldId="354"/>
            <ac:spMk id="5" creationId="{6ADA6675-6BCA-056D-0672-1073020F099C}"/>
          </ac:spMkLst>
        </pc:spChg>
        <pc:spChg chg="add mod">
          <ac:chgData name="MADNEETA SINGH" userId="ba487e41d220043c" providerId="LiveId" clId="{4E0108A8-CFD9-4E5E-8C48-253C6B8C1017}" dt="2023-12-30T15:04:17.083" v="164" actId="20577"/>
          <ac:spMkLst>
            <pc:docMk/>
            <pc:sldMk cId="2051973498" sldId="354"/>
            <ac:spMk id="8" creationId="{9CF85706-3854-EFFE-6547-B186FC5EBAC1}"/>
          </ac:spMkLst>
        </pc:spChg>
        <pc:picChg chg="add mod">
          <ac:chgData name="MADNEETA SINGH" userId="ba487e41d220043c" providerId="LiveId" clId="{4E0108A8-CFD9-4E5E-8C48-253C6B8C1017}" dt="2023-12-30T15:02:26.234" v="156" actId="1076"/>
          <ac:picMkLst>
            <pc:docMk/>
            <pc:sldMk cId="2051973498" sldId="354"/>
            <ac:picMk id="6" creationId="{32123EEF-08FB-1080-9E0A-D9AE54042789}"/>
          </ac:picMkLst>
        </pc:picChg>
      </pc:sldChg>
      <pc:sldChg chg="modSp add mod">
        <pc:chgData name="MADNEETA SINGH" userId="ba487e41d220043c" providerId="LiveId" clId="{4E0108A8-CFD9-4E5E-8C48-253C6B8C1017}" dt="2023-12-30T15:08:49.676" v="195" actId="207"/>
        <pc:sldMkLst>
          <pc:docMk/>
          <pc:sldMk cId="3762596994" sldId="355"/>
        </pc:sldMkLst>
        <pc:spChg chg="mod">
          <ac:chgData name="MADNEETA SINGH" userId="ba487e41d220043c" providerId="LiveId" clId="{4E0108A8-CFD9-4E5E-8C48-253C6B8C1017}" dt="2023-12-30T15:08:49.676" v="195" actId="207"/>
          <ac:spMkLst>
            <pc:docMk/>
            <pc:sldMk cId="3762596994" sldId="355"/>
            <ac:spMk id="8" creationId="{9CF85706-3854-EFFE-6547-B186FC5EBAC1}"/>
          </ac:spMkLst>
        </pc:spChg>
      </pc:sldChg>
      <pc:sldChg chg="addSp delSp modSp add mod">
        <pc:chgData name="MADNEETA SINGH" userId="ba487e41d220043c" providerId="LiveId" clId="{4E0108A8-CFD9-4E5E-8C48-253C6B8C1017}" dt="2023-12-30T15:06:13.262" v="180" actId="20577"/>
        <pc:sldMkLst>
          <pc:docMk/>
          <pc:sldMk cId="1243211561" sldId="356"/>
        </pc:sldMkLst>
        <pc:spChg chg="del mod">
          <ac:chgData name="MADNEETA SINGH" userId="ba487e41d220043c" providerId="LiveId" clId="{4E0108A8-CFD9-4E5E-8C48-253C6B8C1017}" dt="2023-12-30T15:05:33.128" v="171"/>
          <ac:spMkLst>
            <pc:docMk/>
            <pc:sldMk cId="1243211561" sldId="356"/>
            <ac:spMk id="8" creationId="{9CF85706-3854-EFFE-6547-B186FC5EBAC1}"/>
          </ac:spMkLst>
        </pc:spChg>
        <pc:spChg chg="add mod">
          <ac:chgData name="MADNEETA SINGH" userId="ba487e41d220043c" providerId="LiveId" clId="{4E0108A8-CFD9-4E5E-8C48-253C6B8C1017}" dt="2023-12-30T15:06:13.262" v="180" actId="20577"/>
          <ac:spMkLst>
            <pc:docMk/>
            <pc:sldMk cId="1243211561" sldId="356"/>
            <ac:spMk id="9" creationId="{F9C56CB9-8484-5953-E25A-8FE607CEB84D}"/>
          </ac:spMkLst>
        </pc:spChg>
      </pc:sldChg>
      <pc:sldChg chg="modSp add mod">
        <pc:chgData name="MADNEETA SINGH" userId="ba487e41d220043c" providerId="LiveId" clId="{4E0108A8-CFD9-4E5E-8C48-253C6B8C1017}" dt="2023-12-30T15:09:57.368" v="224" actId="1076"/>
        <pc:sldMkLst>
          <pc:docMk/>
          <pc:sldMk cId="3603280388" sldId="357"/>
        </pc:sldMkLst>
        <pc:spChg chg="mod">
          <ac:chgData name="MADNEETA SINGH" userId="ba487e41d220043c" providerId="LiveId" clId="{4E0108A8-CFD9-4E5E-8C48-253C6B8C1017}" dt="2023-12-30T15:09:57.368" v="224" actId="1076"/>
          <ac:spMkLst>
            <pc:docMk/>
            <pc:sldMk cId="3603280388" sldId="357"/>
            <ac:spMk id="8" creationId="{9CF85706-3854-EFFE-6547-B186FC5EBAC1}"/>
          </ac:spMkLst>
        </pc:spChg>
      </pc:sldChg>
      <pc:sldChg chg="addSp modSp add mod">
        <pc:chgData name="MADNEETA SINGH" userId="ba487e41d220043c" providerId="LiveId" clId="{4E0108A8-CFD9-4E5E-8C48-253C6B8C1017}" dt="2023-12-30T15:15:21.671" v="261" actId="20577"/>
        <pc:sldMkLst>
          <pc:docMk/>
          <pc:sldMk cId="1344343357" sldId="358"/>
        </pc:sldMkLst>
        <pc:spChg chg="mod">
          <ac:chgData name="MADNEETA SINGH" userId="ba487e41d220043c" providerId="LiveId" clId="{4E0108A8-CFD9-4E5E-8C48-253C6B8C1017}" dt="2023-12-30T15:11:40.245" v="230" actId="20577"/>
          <ac:spMkLst>
            <pc:docMk/>
            <pc:sldMk cId="1344343357" sldId="358"/>
            <ac:spMk id="8" creationId="{9CF85706-3854-EFFE-6547-B186FC5EBAC1}"/>
          </ac:spMkLst>
        </pc:spChg>
        <pc:spChg chg="add mod">
          <ac:chgData name="MADNEETA SINGH" userId="ba487e41d220043c" providerId="LiveId" clId="{4E0108A8-CFD9-4E5E-8C48-253C6B8C1017}" dt="2023-12-30T15:15:21.671" v="261" actId="20577"/>
          <ac:spMkLst>
            <pc:docMk/>
            <pc:sldMk cId="1344343357" sldId="358"/>
            <ac:spMk id="9" creationId="{951AA782-CA02-C7A7-26EA-CD1AD4F89925}"/>
          </ac:spMkLst>
        </pc:spChg>
      </pc:sldChg>
      <pc:sldChg chg="addSp modSp add mod">
        <pc:chgData name="MADNEETA SINGH" userId="ba487e41d220043c" providerId="LiveId" clId="{4E0108A8-CFD9-4E5E-8C48-253C6B8C1017}" dt="2023-12-30T15:14:16.098" v="251" actId="1076"/>
        <pc:sldMkLst>
          <pc:docMk/>
          <pc:sldMk cId="18249985" sldId="359"/>
        </pc:sldMkLst>
        <pc:spChg chg="mod">
          <ac:chgData name="MADNEETA SINGH" userId="ba487e41d220043c" providerId="LiveId" clId="{4E0108A8-CFD9-4E5E-8C48-253C6B8C1017}" dt="2023-12-30T15:11:33.183" v="229" actId="20577"/>
          <ac:spMkLst>
            <pc:docMk/>
            <pc:sldMk cId="18249985" sldId="359"/>
            <ac:spMk id="8" creationId="{9CF85706-3854-EFFE-6547-B186FC5EBAC1}"/>
          </ac:spMkLst>
        </pc:spChg>
        <pc:spChg chg="add mod">
          <ac:chgData name="MADNEETA SINGH" userId="ba487e41d220043c" providerId="LiveId" clId="{4E0108A8-CFD9-4E5E-8C48-253C6B8C1017}" dt="2023-12-30T15:14:16.098" v="251" actId="1076"/>
          <ac:spMkLst>
            <pc:docMk/>
            <pc:sldMk cId="18249985" sldId="359"/>
            <ac:spMk id="9" creationId="{859ADA08-4CAF-42F8-4BD9-7D77F580E3DA}"/>
          </ac:spMkLst>
        </pc:spChg>
      </pc:sldChg>
      <pc:sldChg chg="addSp modSp add mod">
        <pc:chgData name="MADNEETA SINGH" userId="ba487e41d220043c" providerId="LiveId" clId="{4E0108A8-CFD9-4E5E-8C48-253C6B8C1017}" dt="2023-12-30T15:13:01.956" v="240" actId="1076"/>
        <pc:sldMkLst>
          <pc:docMk/>
          <pc:sldMk cId="1606506269" sldId="360"/>
        </pc:sldMkLst>
        <pc:spChg chg="mod">
          <ac:chgData name="MADNEETA SINGH" userId="ba487e41d220043c" providerId="LiveId" clId="{4E0108A8-CFD9-4E5E-8C48-253C6B8C1017}" dt="2023-12-30T15:11:28.530" v="228" actId="20577"/>
          <ac:spMkLst>
            <pc:docMk/>
            <pc:sldMk cId="1606506269" sldId="360"/>
            <ac:spMk id="8" creationId="{9CF85706-3854-EFFE-6547-B186FC5EBAC1}"/>
          </ac:spMkLst>
        </pc:spChg>
        <pc:spChg chg="add mod">
          <ac:chgData name="MADNEETA SINGH" userId="ba487e41d220043c" providerId="LiveId" clId="{4E0108A8-CFD9-4E5E-8C48-253C6B8C1017}" dt="2023-12-30T15:13:01.956" v="240" actId="1076"/>
          <ac:spMkLst>
            <pc:docMk/>
            <pc:sldMk cId="1606506269" sldId="360"/>
            <ac:spMk id="9" creationId="{500F8488-5F0C-278D-A28C-1313AE253B9D}"/>
          </ac:spMkLst>
        </pc:spChg>
      </pc:sldChg>
    </pc:docChg>
  </pc:docChgLst>
  <pc:docChgLst>
    <pc:chgData name="SAKSHI CHAUHAN" userId="S::1813310168@niet.co.in::5917d906-da86-4ce6-b158-af63d19269a9" providerId="AD" clId="Web-{4C6327F3-00DB-49B3-BAA5-D5E12BB2C4CD}"/>
    <pc:docChg chg="modSld">
      <pc:chgData name="SAKSHI CHAUHAN" userId="S::1813310168@niet.co.in::5917d906-da86-4ce6-b158-af63d19269a9" providerId="AD" clId="Web-{4C6327F3-00DB-49B3-BAA5-D5E12BB2C4CD}" dt="2022-04-23T15:01:24.106" v="0" actId="14100"/>
      <pc:docMkLst>
        <pc:docMk/>
      </pc:docMkLst>
      <pc:sldChg chg="modSp">
        <pc:chgData name="SAKSHI CHAUHAN" userId="S::1813310168@niet.co.in::5917d906-da86-4ce6-b158-af63d19269a9" providerId="AD" clId="Web-{4C6327F3-00DB-49B3-BAA5-D5E12BB2C4CD}" dt="2022-04-23T15:01:24.106" v="0" actId="14100"/>
        <pc:sldMkLst>
          <pc:docMk/>
          <pc:sldMk cId="0" sldId="259"/>
        </pc:sldMkLst>
        <pc:picChg chg="mod">
          <ac:chgData name="SAKSHI CHAUHAN" userId="S::1813310168@niet.co.in::5917d906-da86-4ce6-b158-af63d19269a9" providerId="AD" clId="Web-{4C6327F3-00DB-49B3-BAA5-D5E12BB2C4CD}" dt="2022-04-23T15:01:24.106" v="0" actId="14100"/>
          <ac:picMkLst>
            <pc:docMk/>
            <pc:sldMk cId="0" sldId="259"/>
            <ac:picMk id="2" creationId="{00000000-0000-0000-0000-000000000000}"/>
          </ac:picMkLst>
        </pc:picChg>
      </pc:sldChg>
    </pc:docChg>
  </pc:docChgLst>
  <pc:docChgLst>
    <pc:chgData name="MADNEETA SINGH" userId="ba487e41d220043c" providerId="LiveId" clId="{5A03740D-DF23-4F89-A01C-A0EB2FB81D7E}"/>
    <pc:docChg chg="undo custSel addSld delSld modSld modMainMaster">
      <pc:chgData name="MADNEETA SINGH" userId="ba487e41d220043c" providerId="LiveId" clId="{5A03740D-DF23-4F89-A01C-A0EB2FB81D7E}" dt="2022-12-26T10:36:39.877" v="712" actId="478"/>
      <pc:docMkLst>
        <pc:docMk/>
      </pc:docMkLst>
      <pc:sldChg chg="modSp mod">
        <pc:chgData name="MADNEETA SINGH" userId="ba487e41d220043c" providerId="LiveId" clId="{5A03740D-DF23-4F89-A01C-A0EB2FB81D7E}" dt="2022-12-26T10:03:54.192" v="526" actId="255"/>
        <pc:sldMkLst>
          <pc:docMk/>
          <pc:sldMk cId="0" sldId="257"/>
        </pc:sldMkLst>
        <pc:spChg chg="mod">
          <ac:chgData name="MADNEETA SINGH" userId="ba487e41d220043c" providerId="LiveId" clId="{5A03740D-DF23-4F89-A01C-A0EB2FB81D7E}" dt="2022-12-26T10:03:45.212" v="525" actId="255"/>
          <ac:spMkLst>
            <pc:docMk/>
            <pc:sldMk cId="0" sldId="257"/>
            <ac:spMk id="2" creationId="{00000000-0000-0000-0000-000000000000}"/>
          </ac:spMkLst>
        </pc:spChg>
        <pc:spChg chg="mod">
          <ac:chgData name="MADNEETA SINGH" userId="ba487e41d220043c" providerId="LiveId" clId="{5A03740D-DF23-4F89-A01C-A0EB2FB81D7E}" dt="2022-12-26T10:03:54.192" v="526" actId="255"/>
          <ac:spMkLst>
            <pc:docMk/>
            <pc:sldMk cId="0" sldId="257"/>
            <ac:spMk id="3" creationId="{00000000-0000-0000-0000-000000000000}"/>
          </ac:spMkLst>
        </pc:spChg>
        <pc:spChg chg="mod">
          <ac:chgData name="MADNEETA SINGH" userId="ba487e41d220043c" providerId="LiveId" clId="{5A03740D-DF23-4F89-A01C-A0EB2FB81D7E}" dt="2022-12-26T10:03:15.007" v="524" actId="20577"/>
          <ac:spMkLst>
            <pc:docMk/>
            <pc:sldMk cId="0" sldId="257"/>
            <ac:spMk id="15" creationId="{00000000-0000-0000-0000-000000000000}"/>
          </ac:spMkLst>
        </pc:spChg>
        <pc:picChg chg="mod">
          <ac:chgData name="MADNEETA SINGH" userId="ba487e41d220043c" providerId="LiveId" clId="{5A03740D-DF23-4F89-A01C-A0EB2FB81D7E}" dt="2022-12-26T10:03:09.962" v="523" actId="14100"/>
          <ac:picMkLst>
            <pc:docMk/>
            <pc:sldMk cId="0" sldId="257"/>
            <ac:picMk id="5" creationId="{8F4BFC40-EB14-F113-DED1-386FD927A183}"/>
          </ac:picMkLst>
        </pc:picChg>
      </pc:sldChg>
      <pc:sldChg chg="modSp mod">
        <pc:chgData name="MADNEETA SINGH" userId="ba487e41d220043c" providerId="LiveId" clId="{5A03740D-DF23-4F89-A01C-A0EB2FB81D7E}" dt="2022-12-21T06:48:13.588" v="4" actId="1076"/>
        <pc:sldMkLst>
          <pc:docMk/>
          <pc:sldMk cId="0" sldId="259"/>
        </pc:sldMkLst>
        <pc:picChg chg="mod">
          <ac:chgData name="MADNEETA SINGH" userId="ba487e41d220043c" providerId="LiveId" clId="{5A03740D-DF23-4F89-A01C-A0EB2FB81D7E}" dt="2022-12-21T06:48:13.588" v="4" actId="1076"/>
          <ac:picMkLst>
            <pc:docMk/>
            <pc:sldMk cId="0" sldId="259"/>
            <ac:picMk id="2" creationId="{00000000-0000-0000-0000-000000000000}"/>
          </ac:picMkLst>
        </pc:picChg>
      </pc:sldChg>
      <pc:sldChg chg="modSp mod">
        <pc:chgData name="MADNEETA SINGH" userId="ba487e41d220043c" providerId="LiveId" clId="{5A03740D-DF23-4F89-A01C-A0EB2FB81D7E}" dt="2022-12-26T10:04:59.991" v="534" actId="255"/>
        <pc:sldMkLst>
          <pc:docMk/>
          <pc:sldMk cId="4192245201" sldId="261"/>
        </pc:sldMkLst>
        <pc:spChg chg="mod">
          <ac:chgData name="MADNEETA SINGH" userId="ba487e41d220043c" providerId="LiveId" clId="{5A03740D-DF23-4F89-A01C-A0EB2FB81D7E}" dt="2022-12-26T10:04:59.991" v="534" actId="255"/>
          <ac:spMkLst>
            <pc:docMk/>
            <pc:sldMk cId="4192245201" sldId="261"/>
            <ac:spMk id="8" creationId="{00000000-0000-0000-0000-000000000000}"/>
          </ac:spMkLst>
        </pc:spChg>
      </pc:sldChg>
      <pc:sldChg chg="modSp mod">
        <pc:chgData name="MADNEETA SINGH" userId="ba487e41d220043c" providerId="LiveId" clId="{5A03740D-DF23-4F89-A01C-A0EB2FB81D7E}" dt="2022-12-26T10:05:09.663" v="537" actId="1076"/>
        <pc:sldMkLst>
          <pc:docMk/>
          <pc:sldMk cId="0" sldId="263"/>
        </pc:sldMkLst>
        <pc:spChg chg="mod">
          <ac:chgData name="MADNEETA SINGH" userId="ba487e41d220043c" providerId="LiveId" clId="{5A03740D-DF23-4F89-A01C-A0EB2FB81D7E}" dt="2022-12-26T10:05:09.663" v="537" actId="1076"/>
          <ac:spMkLst>
            <pc:docMk/>
            <pc:sldMk cId="0" sldId="263"/>
            <ac:spMk id="7" creationId="{00000000-0000-0000-0000-000000000000}"/>
          </ac:spMkLst>
        </pc:spChg>
      </pc:sldChg>
      <pc:sldChg chg="modSp mod">
        <pc:chgData name="MADNEETA SINGH" userId="ba487e41d220043c" providerId="LiveId" clId="{5A03740D-DF23-4F89-A01C-A0EB2FB81D7E}" dt="2022-12-26T10:05:23.831" v="541" actId="255"/>
        <pc:sldMkLst>
          <pc:docMk/>
          <pc:sldMk cId="0" sldId="264"/>
        </pc:sldMkLst>
        <pc:spChg chg="mod">
          <ac:chgData name="MADNEETA SINGH" userId="ba487e41d220043c" providerId="LiveId" clId="{5A03740D-DF23-4F89-A01C-A0EB2FB81D7E}" dt="2022-12-26T10:05:23.831" v="541" actId="255"/>
          <ac:spMkLst>
            <pc:docMk/>
            <pc:sldMk cId="0" sldId="264"/>
            <ac:spMk id="7" creationId="{00000000-0000-0000-0000-000000000000}"/>
          </ac:spMkLst>
        </pc:spChg>
      </pc:sldChg>
      <pc:sldChg chg="modSp mod">
        <pc:chgData name="MADNEETA SINGH" userId="ba487e41d220043c" providerId="LiveId" clId="{5A03740D-DF23-4F89-A01C-A0EB2FB81D7E}" dt="2022-12-26T10:05:48.187" v="548" actId="2711"/>
        <pc:sldMkLst>
          <pc:docMk/>
          <pc:sldMk cId="0" sldId="266"/>
        </pc:sldMkLst>
        <pc:spChg chg="mod">
          <ac:chgData name="MADNEETA SINGH" userId="ba487e41d220043c" providerId="LiveId" clId="{5A03740D-DF23-4F89-A01C-A0EB2FB81D7E}" dt="2022-12-26T10:05:48.187" v="548" actId="2711"/>
          <ac:spMkLst>
            <pc:docMk/>
            <pc:sldMk cId="0" sldId="266"/>
            <ac:spMk id="7" creationId="{00000000-0000-0000-0000-000000000000}"/>
          </ac:spMkLst>
        </pc:spChg>
        <pc:graphicFrameChg chg="modGraphic">
          <ac:chgData name="MADNEETA SINGH" userId="ba487e41d220043c" providerId="LiveId" clId="{5A03740D-DF23-4F89-A01C-A0EB2FB81D7E}" dt="2022-12-24T10:15:49.496" v="515" actId="2711"/>
          <ac:graphicFrameMkLst>
            <pc:docMk/>
            <pc:sldMk cId="0" sldId="266"/>
            <ac:graphicFrameMk id="12" creationId="{00000000-0000-0000-0000-000000000000}"/>
          </ac:graphicFrameMkLst>
        </pc:graphicFrameChg>
      </pc:sldChg>
      <pc:sldChg chg="modSp mod">
        <pc:chgData name="MADNEETA SINGH" userId="ba487e41d220043c" providerId="LiveId" clId="{5A03740D-DF23-4F89-A01C-A0EB2FB81D7E}" dt="2022-12-26T10:06:44.527" v="563" actId="255"/>
        <pc:sldMkLst>
          <pc:docMk/>
          <pc:sldMk cId="3919311891" sldId="270"/>
        </pc:sldMkLst>
        <pc:spChg chg="mod">
          <ac:chgData name="MADNEETA SINGH" userId="ba487e41d220043c" providerId="LiveId" clId="{5A03740D-DF23-4F89-A01C-A0EB2FB81D7E}" dt="2022-12-23T16:13:39.101" v="481" actId="20577"/>
          <ac:spMkLst>
            <pc:docMk/>
            <pc:sldMk cId="3919311891" sldId="270"/>
            <ac:spMk id="3" creationId="{00000000-0000-0000-0000-000000000000}"/>
          </ac:spMkLst>
        </pc:spChg>
        <pc:spChg chg="mod">
          <ac:chgData name="MADNEETA SINGH" userId="ba487e41d220043c" providerId="LiveId" clId="{5A03740D-DF23-4F89-A01C-A0EB2FB81D7E}" dt="2022-12-26T10:06:44.527" v="563" actId="255"/>
          <ac:spMkLst>
            <pc:docMk/>
            <pc:sldMk cId="3919311891" sldId="270"/>
            <ac:spMk id="7" creationId="{00000000-0000-0000-0000-000000000000}"/>
          </ac:spMkLst>
        </pc:spChg>
      </pc:sldChg>
      <pc:sldChg chg="modSp mod">
        <pc:chgData name="MADNEETA SINGH" userId="ba487e41d220043c" providerId="LiveId" clId="{5A03740D-DF23-4F89-A01C-A0EB2FB81D7E}" dt="2022-12-26T10:07:16.656" v="572" actId="255"/>
        <pc:sldMkLst>
          <pc:docMk/>
          <pc:sldMk cId="3919311891" sldId="271"/>
        </pc:sldMkLst>
        <pc:spChg chg="mod">
          <ac:chgData name="MADNEETA SINGH" userId="ba487e41d220043c" providerId="LiveId" clId="{5A03740D-DF23-4F89-A01C-A0EB2FB81D7E}" dt="2022-12-21T07:22:00.205" v="190" actId="14100"/>
          <ac:spMkLst>
            <pc:docMk/>
            <pc:sldMk cId="3919311891" sldId="271"/>
            <ac:spMk id="3" creationId="{00000000-0000-0000-0000-000000000000}"/>
          </ac:spMkLst>
        </pc:spChg>
        <pc:spChg chg="mod">
          <ac:chgData name="MADNEETA SINGH" userId="ba487e41d220043c" providerId="LiveId" clId="{5A03740D-DF23-4F89-A01C-A0EB2FB81D7E}" dt="2022-12-26T10:07:16.656" v="572" actId="255"/>
          <ac:spMkLst>
            <pc:docMk/>
            <pc:sldMk cId="3919311891" sldId="271"/>
            <ac:spMk id="7" creationId="{00000000-0000-0000-0000-000000000000}"/>
          </ac:spMkLst>
        </pc:spChg>
      </pc:sldChg>
      <pc:sldChg chg="modSp add del mod">
        <pc:chgData name="MADNEETA SINGH" userId="ba487e41d220043c" providerId="LiveId" clId="{5A03740D-DF23-4F89-A01C-A0EB2FB81D7E}" dt="2022-12-21T07:22:06.435" v="191" actId="2696"/>
        <pc:sldMkLst>
          <pc:docMk/>
          <pc:sldMk cId="3919311891" sldId="272"/>
        </pc:sldMkLst>
        <pc:spChg chg="mod">
          <ac:chgData name="MADNEETA SINGH" userId="ba487e41d220043c" providerId="LiveId" clId="{5A03740D-DF23-4F89-A01C-A0EB2FB81D7E}" dt="2022-12-21T07:03:03.549" v="90" actId="21"/>
          <ac:spMkLst>
            <pc:docMk/>
            <pc:sldMk cId="3919311891" sldId="272"/>
            <ac:spMk id="3" creationId="{00000000-0000-0000-0000-000000000000}"/>
          </ac:spMkLst>
        </pc:spChg>
      </pc:sldChg>
      <pc:sldChg chg="modSp mod">
        <pc:chgData name="MADNEETA SINGH" userId="ba487e41d220043c" providerId="LiveId" clId="{5A03740D-DF23-4F89-A01C-A0EB2FB81D7E}" dt="2022-12-26T10:09:49.060" v="617" actId="255"/>
        <pc:sldMkLst>
          <pc:docMk/>
          <pc:sldMk cId="3919311891" sldId="273"/>
        </pc:sldMkLst>
        <pc:spChg chg="mod">
          <ac:chgData name="MADNEETA SINGH" userId="ba487e41d220043c" providerId="LiveId" clId="{5A03740D-DF23-4F89-A01C-A0EB2FB81D7E}" dt="2022-12-26T10:09:49.060" v="617" actId="255"/>
          <ac:spMkLst>
            <pc:docMk/>
            <pc:sldMk cId="3919311891" sldId="273"/>
            <ac:spMk id="7" creationId="{00000000-0000-0000-0000-000000000000}"/>
          </ac:spMkLst>
        </pc:spChg>
      </pc:sldChg>
      <pc:sldChg chg="modSp mod">
        <pc:chgData name="MADNEETA SINGH" userId="ba487e41d220043c" providerId="LiveId" clId="{5A03740D-DF23-4F89-A01C-A0EB2FB81D7E}" dt="2022-12-26T10:34:37.806" v="685" actId="255"/>
        <pc:sldMkLst>
          <pc:docMk/>
          <pc:sldMk cId="3919311891" sldId="276"/>
        </pc:sldMkLst>
        <pc:spChg chg="mod">
          <ac:chgData name="MADNEETA SINGH" userId="ba487e41d220043c" providerId="LiveId" clId="{5A03740D-DF23-4F89-A01C-A0EB2FB81D7E}" dt="2022-12-24T10:16:59.316" v="519" actId="2711"/>
          <ac:spMkLst>
            <pc:docMk/>
            <pc:sldMk cId="3919311891" sldId="276"/>
            <ac:spMk id="3" creationId="{00000000-0000-0000-0000-000000000000}"/>
          </ac:spMkLst>
        </pc:spChg>
        <pc:spChg chg="mod">
          <ac:chgData name="MADNEETA SINGH" userId="ba487e41d220043c" providerId="LiveId" clId="{5A03740D-DF23-4F89-A01C-A0EB2FB81D7E}" dt="2022-12-24T10:16:59.316" v="519" actId="2711"/>
          <ac:spMkLst>
            <pc:docMk/>
            <pc:sldMk cId="3919311891" sldId="276"/>
            <ac:spMk id="4" creationId="{00000000-0000-0000-0000-000000000000}"/>
          </ac:spMkLst>
        </pc:spChg>
        <pc:spChg chg="mod">
          <ac:chgData name="MADNEETA SINGH" userId="ba487e41d220043c" providerId="LiveId" clId="{5A03740D-DF23-4F89-A01C-A0EB2FB81D7E}" dt="2022-12-24T10:16:59.316" v="519" actId="2711"/>
          <ac:spMkLst>
            <pc:docMk/>
            <pc:sldMk cId="3919311891" sldId="276"/>
            <ac:spMk id="6" creationId="{00000000-0000-0000-0000-000000000000}"/>
          </ac:spMkLst>
        </pc:spChg>
        <pc:spChg chg="mod">
          <ac:chgData name="MADNEETA SINGH" userId="ba487e41d220043c" providerId="LiveId" clId="{5A03740D-DF23-4F89-A01C-A0EB2FB81D7E}" dt="2022-12-26T10:34:37.806" v="685" actId="255"/>
          <ac:spMkLst>
            <pc:docMk/>
            <pc:sldMk cId="3919311891" sldId="276"/>
            <ac:spMk id="7" creationId="{00000000-0000-0000-0000-000000000000}"/>
          </ac:spMkLst>
        </pc:spChg>
        <pc:spChg chg="mod">
          <ac:chgData name="MADNEETA SINGH" userId="ba487e41d220043c" providerId="LiveId" clId="{5A03740D-DF23-4F89-A01C-A0EB2FB81D7E}" dt="2022-12-24T10:16:59.316" v="519" actId="2711"/>
          <ac:spMkLst>
            <pc:docMk/>
            <pc:sldMk cId="3919311891" sldId="276"/>
            <ac:spMk id="9" creationId="{00000000-0000-0000-0000-000000000000}"/>
          </ac:spMkLst>
        </pc:spChg>
      </pc:sldChg>
      <pc:sldChg chg="modSp mod">
        <pc:chgData name="MADNEETA SINGH" userId="ba487e41d220043c" providerId="LiveId" clId="{5A03740D-DF23-4F89-A01C-A0EB2FB81D7E}" dt="2022-12-26T10:34:49.787" v="689" actId="255"/>
        <pc:sldMkLst>
          <pc:docMk/>
          <pc:sldMk cId="3919311891" sldId="277"/>
        </pc:sldMkLst>
        <pc:spChg chg="mod">
          <ac:chgData name="MADNEETA SINGH" userId="ba487e41d220043c" providerId="LiveId" clId="{5A03740D-DF23-4F89-A01C-A0EB2FB81D7E}" dt="2022-12-26T10:34:49.787" v="689" actId="255"/>
          <ac:spMkLst>
            <pc:docMk/>
            <pc:sldMk cId="3919311891" sldId="277"/>
            <ac:spMk id="7" creationId="{00000000-0000-0000-0000-000000000000}"/>
          </ac:spMkLst>
        </pc:spChg>
      </pc:sldChg>
      <pc:sldChg chg="modSp mod">
        <pc:chgData name="MADNEETA SINGH" userId="ba487e41d220043c" providerId="LiveId" clId="{5A03740D-DF23-4F89-A01C-A0EB2FB81D7E}" dt="2022-12-26T10:34:44.132" v="687" actId="255"/>
        <pc:sldMkLst>
          <pc:docMk/>
          <pc:sldMk cId="3919311891" sldId="278"/>
        </pc:sldMkLst>
        <pc:spChg chg="mod">
          <ac:chgData name="MADNEETA SINGH" userId="ba487e41d220043c" providerId="LiveId" clId="{5A03740D-DF23-4F89-A01C-A0EB2FB81D7E}" dt="2022-12-26T10:34:44.132" v="687" actId="255"/>
          <ac:spMkLst>
            <pc:docMk/>
            <pc:sldMk cId="3919311891" sldId="278"/>
            <ac:spMk id="7" creationId="{00000000-0000-0000-0000-000000000000}"/>
          </ac:spMkLst>
        </pc:spChg>
      </pc:sldChg>
      <pc:sldChg chg="modSp mod">
        <pc:chgData name="MADNEETA SINGH" userId="ba487e41d220043c" providerId="LiveId" clId="{5A03740D-DF23-4F89-A01C-A0EB2FB81D7E}" dt="2022-12-26T10:35:25.761" v="702" actId="113"/>
        <pc:sldMkLst>
          <pc:docMk/>
          <pc:sldMk cId="3919311891" sldId="280"/>
        </pc:sldMkLst>
        <pc:spChg chg="mod">
          <ac:chgData name="MADNEETA SINGH" userId="ba487e41d220043c" providerId="LiveId" clId="{5A03740D-DF23-4F89-A01C-A0EB2FB81D7E}" dt="2022-12-26T10:35:25.761" v="702" actId="113"/>
          <ac:spMkLst>
            <pc:docMk/>
            <pc:sldMk cId="3919311891" sldId="280"/>
            <ac:spMk id="3" creationId="{00000000-0000-0000-0000-000000000000}"/>
          </ac:spMkLst>
        </pc:spChg>
        <pc:spChg chg="mod">
          <ac:chgData name="MADNEETA SINGH" userId="ba487e41d220043c" providerId="LiveId" clId="{5A03740D-DF23-4F89-A01C-A0EB2FB81D7E}" dt="2022-12-26T10:35:07.606" v="695" actId="255"/>
          <ac:spMkLst>
            <pc:docMk/>
            <pc:sldMk cId="3919311891" sldId="280"/>
            <ac:spMk id="7" creationId="{00000000-0000-0000-0000-000000000000}"/>
          </ac:spMkLst>
        </pc:spChg>
      </pc:sldChg>
      <pc:sldChg chg="modSp mod">
        <pc:chgData name="MADNEETA SINGH" userId="ba487e41d220043c" providerId="LiveId" clId="{5A03740D-DF23-4F89-A01C-A0EB2FB81D7E}" dt="2022-12-26T10:34:56.046" v="691" actId="255"/>
        <pc:sldMkLst>
          <pc:docMk/>
          <pc:sldMk cId="3919311891" sldId="281"/>
        </pc:sldMkLst>
        <pc:spChg chg="mod">
          <ac:chgData name="MADNEETA SINGH" userId="ba487e41d220043c" providerId="LiveId" clId="{5A03740D-DF23-4F89-A01C-A0EB2FB81D7E}" dt="2022-12-26T10:34:56.046" v="691" actId="255"/>
          <ac:spMkLst>
            <pc:docMk/>
            <pc:sldMk cId="3919311891" sldId="281"/>
            <ac:spMk id="7" creationId="{00000000-0000-0000-0000-000000000000}"/>
          </ac:spMkLst>
        </pc:spChg>
      </pc:sldChg>
      <pc:sldChg chg="modSp mod">
        <pc:chgData name="MADNEETA SINGH" userId="ba487e41d220043c" providerId="LiveId" clId="{5A03740D-DF23-4F89-A01C-A0EB2FB81D7E}" dt="2022-12-26T10:35:01.126" v="693" actId="255"/>
        <pc:sldMkLst>
          <pc:docMk/>
          <pc:sldMk cId="3919311891" sldId="282"/>
        </pc:sldMkLst>
        <pc:spChg chg="mod">
          <ac:chgData name="MADNEETA SINGH" userId="ba487e41d220043c" providerId="LiveId" clId="{5A03740D-DF23-4F89-A01C-A0EB2FB81D7E}" dt="2022-12-23T17:15:23.170" v="511" actId="113"/>
          <ac:spMkLst>
            <pc:docMk/>
            <pc:sldMk cId="3919311891" sldId="282"/>
            <ac:spMk id="3" creationId="{00000000-0000-0000-0000-000000000000}"/>
          </ac:spMkLst>
        </pc:spChg>
        <pc:spChg chg="mod">
          <ac:chgData name="MADNEETA SINGH" userId="ba487e41d220043c" providerId="LiveId" clId="{5A03740D-DF23-4F89-A01C-A0EB2FB81D7E}" dt="2022-12-26T10:35:01.126" v="693" actId="255"/>
          <ac:spMkLst>
            <pc:docMk/>
            <pc:sldMk cId="3919311891" sldId="282"/>
            <ac:spMk id="7" creationId="{00000000-0000-0000-0000-000000000000}"/>
          </ac:spMkLst>
        </pc:spChg>
      </pc:sldChg>
      <pc:sldChg chg="modSp mod">
        <pc:chgData name="MADNEETA SINGH" userId="ba487e41d220043c" providerId="LiveId" clId="{5A03740D-DF23-4F89-A01C-A0EB2FB81D7E}" dt="2022-12-26T10:36:08.927" v="704" actId="255"/>
        <pc:sldMkLst>
          <pc:docMk/>
          <pc:sldMk cId="3919311891" sldId="283"/>
        </pc:sldMkLst>
        <pc:spChg chg="mod">
          <ac:chgData name="MADNEETA SINGH" userId="ba487e41d220043c" providerId="LiveId" clId="{5A03740D-DF23-4F89-A01C-A0EB2FB81D7E}" dt="2022-12-26T10:36:08.927" v="704" actId="255"/>
          <ac:spMkLst>
            <pc:docMk/>
            <pc:sldMk cId="3919311891" sldId="283"/>
            <ac:spMk id="7" creationId="{00000000-0000-0000-0000-000000000000}"/>
          </ac:spMkLst>
        </pc:spChg>
      </pc:sldChg>
      <pc:sldChg chg="modSp mod">
        <pc:chgData name="MADNEETA SINGH" userId="ba487e41d220043c" providerId="LiveId" clId="{5A03740D-DF23-4F89-A01C-A0EB2FB81D7E}" dt="2022-12-26T10:36:15.686" v="706" actId="255"/>
        <pc:sldMkLst>
          <pc:docMk/>
          <pc:sldMk cId="3919311891" sldId="286"/>
        </pc:sldMkLst>
        <pc:spChg chg="mod">
          <ac:chgData name="MADNEETA SINGH" userId="ba487e41d220043c" providerId="LiveId" clId="{5A03740D-DF23-4F89-A01C-A0EB2FB81D7E}" dt="2022-12-26T10:36:15.686" v="706" actId="255"/>
          <ac:spMkLst>
            <pc:docMk/>
            <pc:sldMk cId="3919311891" sldId="286"/>
            <ac:spMk id="7" creationId="{00000000-0000-0000-0000-000000000000}"/>
          </ac:spMkLst>
        </pc:spChg>
      </pc:sldChg>
      <pc:sldChg chg="modSp mod">
        <pc:chgData name="MADNEETA SINGH" userId="ba487e41d220043c" providerId="LiveId" clId="{5A03740D-DF23-4F89-A01C-A0EB2FB81D7E}" dt="2022-12-26T10:36:28.736" v="708" actId="255"/>
        <pc:sldMkLst>
          <pc:docMk/>
          <pc:sldMk cId="3919311891" sldId="290"/>
        </pc:sldMkLst>
        <pc:spChg chg="mod">
          <ac:chgData name="MADNEETA SINGH" userId="ba487e41d220043c" providerId="LiveId" clId="{5A03740D-DF23-4F89-A01C-A0EB2FB81D7E}" dt="2022-12-26T10:36:28.736" v="708" actId="255"/>
          <ac:spMkLst>
            <pc:docMk/>
            <pc:sldMk cId="3919311891" sldId="290"/>
            <ac:spMk id="7" creationId="{00000000-0000-0000-0000-000000000000}"/>
          </ac:spMkLst>
        </pc:spChg>
      </pc:sldChg>
      <pc:sldChg chg="modSp mod">
        <pc:chgData name="MADNEETA SINGH" userId="ba487e41d220043c" providerId="LiveId" clId="{5A03740D-DF23-4F89-A01C-A0EB2FB81D7E}" dt="2022-12-26T10:36:35.236" v="710" actId="255"/>
        <pc:sldMkLst>
          <pc:docMk/>
          <pc:sldMk cId="3919311891" sldId="291"/>
        </pc:sldMkLst>
        <pc:spChg chg="mod">
          <ac:chgData name="MADNEETA SINGH" userId="ba487e41d220043c" providerId="LiveId" clId="{5A03740D-DF23-4F89-A01C-A0EB2FB81D7E}" dt="2022-12-24T10:17:13.598" v="520" actId="2711"/>
          <ac:spMkLst>
            <pc:docMk/>
            <pc:sldMk cId="3919311891" sldId="291"/>
            <ac:spMk id="3" creationId="{00000000-0000-0000-0000-000000000000}"/>
          </ac:spMkLst>
        </pc:spChg>
        <pc:spChg chg="mod">
          <ac:chgData name="MADNEETA SINGH" userId="ba487e41d220043c" providerId="LiveId" clId="{5A03740D-DF23-4F89-A01C-A0EB2FB81D7E}" dt="2022-12-24T10:17:13.598" v="520" actId="2711"/>
          <ac:spMkLst>
            <pc:docMk/>
            <pc:sldMk cId="3919311891" sldId="291"/>
            <ac:spMk id="4" creationId="{00000000-0000-0000-0000-000000000000}"/>
          </ac:spMkLst>
        </pc:spChg>
        <pc:spChg chg="mod">
          <ac:chgData name="MADNEETA SINGH" userId="ba487e41d220043c" providerId="LiveId" clId="{5A03740D-DF23-4F89-A01C-A0EB2FB81D7E}" dt="2022-12-24T10:17:13.598" v="520" actId="2711"/>
          <ac:spMkLst>
            <pc:docMk/>
            <pc:sldMk cId="3919311891" sldId="291"/>
            <ac:spMk id="6" creationId="{00000000-0000-0000-0000-000000000000}"/>
          </ac:spMkLst>
        </pc:spChg>
        <pc:spChg chg="mod">
          <ac:chgData name="MADNEETA SINGH" userId="ba487e41d220043c" providerId="LiveId" clId="{5A03740D-DF23-4F89-A01C-A0EB2FB81D7E}" dt="2022-12-26T10:36:35.236" v="710" actId="255"/>
          <ac:spMkLst>
            <pc:docMk/>
            <pc:sldMk cId="3919311891" sldId="291"/>
            <ac:spMk id="7" creationId="{00000000-0000-0000-0000-000000000000}"/>
          </ac:spMkLst>
        </pc:spChg>
        <pc:spChg chg="mod">
          <ac:chgData name="MADNEETA SINGH" userId="ba487e41d220043c" providerId="LiveId" clId="{5A03740D-DF23-4F89-A01C-A0EB2FB81D7E}" dt="2022-12-24T10:17:13.598" v="520" actId="2711"/>
          <ac:spMkLst>
            <pc:docMk/>
            <pc:sldMk cId="3919311891" sldId="291"/>
            <ac:spMk id="9" creationId="{00000000-0000-0000-0000-000000000000}"/>
          </ac:spMkLst>
        </pc:spChg>
      </pc:sldChg>
      <pc:sldChg chg="modSp mod">
        <pc:chgData name="MADNEETA SINGH" userId="ba487e41d220043c" providerId="LiveId" clId="{5A03740D-DF23-4F89-A01C-A0EB2FB81D7E}" dt="2022-12-26T10:09:53.953" v="619" actId="255"/>
        <pc:sldMkLst>
          <pc:docMk/>
          <pc:sldMk cId="3919311891" sldId="292"/>
        </pc:sldMkLst>
        <pc:spChg chg="mod">
          <ac:chgData name="MADNEETA SINGH" userId="ba487e41d220043c" providerId="LiveId" clId="{5A03740D-DF23-4F89-A01C-A0EB2FB81D7E}" dt="2022-12-26T10:09:53.953" v="619" actId="255"/>
          <ac:spMkLst>
            <pc:docMk/>
            <pc:sldMk cId="3919311891" sldId="292"/>
            <ac:spMk id="7" creationId="{00000000-0000-0000-0000-000000000000}"/>
          </ac:spMkLst>
        </pc:spChg>
      </pc:sldChg>
      <pc:sldChg chg="modSp mod">
        <pc:chgData name="MADNEETA SINGH" userId="ba487e41d220043c" providerId="LiveId" clId="{5A03740D-DF23-4F89-A01C-A0EB2FB81D7E}" dt="2022-12-26T10:09:59.181" v="621" actId="255"/>
        <pc:sldMkLst>
          <pc:docMk/>
          <pc:sldMk cId="3919311891" sldId="293"/>
        </pc:sldMkLst>
        <pc:spChg chg="mod">
          <ac:chgData name="MADNEETA SINGH" userId="ba487e41d220043c" providerId="LiveId" clId="{5A03740D-DF23-4F89-A01C-A0EB2FB81D7E}" dt="2022-12-26T10:09:59.181" v="621" actId="255"/>
          <ac:spMkLst>
            <pc:docMk/>
            <pc:sldMk cId="3919311891" sldId="293"/>
            <ac:spMk id="7" creationId="{00000000-0000-0000-0000-000000000000}"/>
          </ac:spMkLst>
        </pc:spChg>
      </pc:sldChg>
      <pc:sldChg chg="modSp mod">
        <pc:chgData name="MADNEETA SINGH" userId="ba487e41d220043c" providerId="LiveId" clId="{5A03740D-DF23-4F89-A01C-A0EB2FB81D7E}" dt="2022-12-26T10:32:40.877" v="654" actId="255"/>
        <pc:sldMkLst>
          <pc:docMk/>
          <pc:sldMk cId="3919311891" sldId="294"/>
        </pc:sldMkLst>
        <pc:spChg chg="mod">
          <ac:chgData name="MADNEETA SINGH" userId="ba487e41d220043c" providerId="LiveId" clId="{5A03740D-DF23-4F89-A01C-A0EB2FB81D7E}" dt="2022-12-26T10:32:40.877" v="654" actId="255"/>
          <ac:spMkLst>
            <pc:docMk/>
            <pc:sldMk cId="3919311891" sldId="294"/>
            <ac:spMk id="7" creationId="{00000000-0000-0000-0000-000000000000}"/>
          </ac:spMkLst>
        </pc:spChg>
      </pc:sldChg>
      <pc:sldChg chg="modSp mod">
        <pc:chgData name="MADNEETA SINGH" userId="ba487e41d220043c" providerId="LiveId" clId="{5A03740D-DF23-4F89-A01C-A0EB2FB81D7E}" dt="2022-12-26T10:07:22.391" v="574" actId="255"/>
        <pc:sldMkLst>
          <pc:docMk/>
          <pc:sldMk cId="3919311891" sldId="295"/>
        </pc:sldMkLst>
        <pc:spChg chg="mod">
          <ac:chgData name="MADNEETA SINGH" userId="ba487e41d220043c" providerId="LiveId" clId="{5A03740D-DF23-4F89-A01C-A0EB2FB81D7E}" dt="2022-12-26T10:07:22.391" v="574" actId="255"/>
          <ac:spMkLst>
            <pc:docMk/>
            <pc:sldMk cId="3919311891" sldId="295"/>
            <ac:spMk id="7" creationId="{00000000-0000-0000-0000-000000000000}"/>
          </ac:spMkLst>
        </pc:spChg>
      </pc:sldChg>
      <pc:sldChg chg="modSp mod">
        <pc:chgData name="MADNEETA SINGH" userId="ba487e41d220043c" providerId="LiveId" clId="{5A03740D-DF23-4F89-A01C-A0EB2FB81D7E}" dt="2022-12-26T10:33:29.594" v="666" actId="255"/>
        <pc:sldMkLst>
          <pc:docMk/>
          <pc:sldMk cId="3919311891" sldId="296"/>
        </pc:sldMkLst>
        <pc:spChg chg="mod">
          <ac:chgData name="MADNEETA SINGH" userId="ba487e41d220043c" providerId="LiveId" clId="{5A03740D-DF23-4F89-A01C-A0EB2FB81D7E}" dt="2022-12-26T10:33:29.594" v="666" actId="255"/>
          <ac:spMkLst>
            <pc:docMk/>
            <pc:sldMk cId="3919311891" sldId="296"/>
            <ac:spMk id="7" creationId="{00000000-0000-0000-0000-000000000000}"/>
          </ac:spMkLst>
        </pc:spChg>
      </pc:sldChg>
      <pc:sldChg chg="modSp mod">
        <pc:chgData name="MADNEETA SINGH" userId="ba487e41d220043c" providerId="LiveId" clId="{5A03740D-DF23-4F89-A01C-A0EB2FB81D7E}" dt="2022-12-26T10:33:54.017" v="674" actId="255"/>
        <pc:sldMkLst>
          <pc:docMk/>
          <pc:sldMk cId="3919311891" sldId="297"/>
        </pc:sldMkLst>
        <pc:spChg chg="mod">
          <ac:chgData name="MADNEETA SINGH" userId="ba487e41d220043c" providerId="LiveId" clId="{5A03740D-DF23-4F89-A01C-A0EB2FB81D7E}" dt="2022-12-23T17:14:23.226" v="502" actId="20577"/>
          <ac:spMkLst>
            <pc:docMk/>
            <pc:sldMk cId="3919311891" sldId="297"/>
            <ac:spMk id="3" creationId="{00000000-0000-0000-0000-000000000000}"/>
          </ac:spMkLst>
        </pc:spChg>
        <pc:spChg chg="mod">
          <ac:chgData name="MADNEETA SINGH" userId="ba487e41d220043c" providerId="LiveId" clId="{5A03740D-DF23-4F89-A01C-A0EB2FB81D7E}" dt="2022-12-26T10:33:54.017" v="674" actId="255"/>
          <ac:spMkLst>
            <pc:docMk/>
            <pc:sldMk cId="3919311891" sldId="297"/>
            <ac:spMk id="7" creationId="{00000000-0000-0000-0000-000000000000}"/>
          </ac:spMkLst>
        </pc:spChg>
      </pc:sldChg>
      <pc:sldChg chg="modSp mod">
        <pc:chgData name="MADNEETA SINGH" userId="ba487e41d220043c" providerId="LiveId" clId="{5A03740D-DF23-4F89-A01C-A0EB2FB81D7E}" dt="2022-12-26T10:34:04.650" v="678" actId="255"/>
        <pc:sldMkLst>
          <pc:docMk/>
          <pc:sldMk cId="3919311891" sldId="298"/>
        </pc:sldMkLst>
        <pc:spChg chg="mod">
          <ac:chgData name="MADNEETA SINGH" userId="ba487e41d220043c" providerId="LiveId" clId="{5A03740D-DF23-4F89-A01C-A0EB2FB81D7E}" dt="2022-12-23T17:14:43.649" v="505" actId="20577"/>
          <ac:spMkLst>
            <pc:docMk/>
            <pc:sldMk cId="3919311891" sldId="298"/>
            <ac:spMk id="3" creationId="{00000000-0000-0000-0000-000000000000}"/>
          </ac:spMkLst>
        </pc:spChg>
        <pc:spChg chg="mod">
          <ac:chgData name="MADNEETA SINGH" userId="ba487e41d220043c" providerId="LiveId" clId="{5A03740D-DF23-4F89-A01C-A0EB2FB81D7E}" dt="2022-12-26T10:34:04.650" v="678" actId="255"/>
          <ac:spMkLst>
            <pc:docMk/>
            <pc:sldMk cId="3919311891" sldId="298"/>
            <ac:spMk id="7" creationId="{00000000-0000-0000-0000-000000000000}"/>
          </ac:spMkLst>
        </pc:spChg>
      </pc:sldChg>
      <pc:sldChg chg="modSp mod">
        <pc:chgData name="MADNEETA SINGH" userId="ba487e41d220043c" providerId="LiveId" clId="{5A03740D-DF23-4F89-A01C-A0EB2FB81D7E}" dt="2022-12-26T10:33:40.932" v="670" actId="255"/>
        <pc:sldMkLst>
          <pc:docMk/>
          <pc:sldMk cId="3919311891" sldId="299"/>
        </pc:sldMkLst>
        <pc:spChg chg="mod">
          <ac:chgData name="MADNEETA SINGH" userId="ba487e41d220043c" providerId="LiveId" clId="{5A03740D-DF23-4F89-A01C-A0EB2FB81D7E}" dt="2022-12-23T17:13:29.081" v="500" actId="20577"/>
          <ac:spMkLst>
            <pc:docMk/>
            <pc:sldMk cId="3919311891" sldId="299"/>
            <ac:spMk id="3" creationId="{00000000-0000-0000-0000-000000000000}"/>
          </ac:spMkLst>
        </pc:spChg>
        <pc:spChg chg="mod">
          <ac:chgData name="MADNEETA SINGH" userId="ba487e41d220043c" providerId="LiveId" clId="{5A03740D-DF23-4F89-A01C-A0EB2FB81D7E}" dt="2022-12-26T10:33:40.932" v="670" actId="255"/>
          <ac:spMkLst>
            <pc:docMk/>
            <pc:sldMk cId="3919311891" sldId="299"/>
            <ac:spMk id="7" creationId="{00000000-0000-0000-0000-000000000000}"/>
          </ac:spMkLst>
        </pc:spChg>
      </pc:sldChg>
      <pc:sldChg chg="modSp mod">
        <pc:chgData name="MADNEETA SINGH" userId="ba487e41d220043c" providerId="LiveId" clId="{5A03740D-DF23-4F89-A01C-A0EB2FB81D7E}" dt="2022-12-26T10:33:35.337" v="668" actId="255"/>
        <pc:sldMkLst>
          <pc:docMk/>
          <pc:sldMk cId="3919311891" sldId="300"/>
        </pc:sldMkLst>
        <pc:spChg chg="mod">
          <ac:chgData name="MADNEETA SINGH" userId="ba487e41d220043c" providerId="LiveId" clId="{5A03740D-DF23-4F89-A01C-A0EB2FB81D7E}" dt="2022-12-21T10:21:12.004" v="412" actId="115"/>
          <ac:spMkLst>
            <pc:docMk/>
            <pc:sldMk cId="3919311891" sldId="300"/>
            <ac:spMk id="3" creationId="{00000000-0000-0000-0000-000000000000}"/>
          </ac:spMkLst>
        </pc:spChg>
        <pc:spChg chg="mod">
          <ac:chgData name="MADNEETA SINGH" userId="ba487e41d220043c" providerId="LiveId" clId="{5A03740D-DF23-4F89-A01C-A0EB2FB81D7E}" dt="2022-12-26T10:33:35.337" v="668" actId="255"/>
          <ac:spMkLst>
            <pc:docMk/>
            <pc:sldMk cId="3919311891" sldId="300"/>
            <ac:spMk id="7" creationId="{00000000-0000-0000-0000-000000000000}"/>
          </ac:spMkLst>
        </pc:spChg>
      </pc:sldChg>
      <pc:sldChg chg="modSp mod">
        <pc:chgData name="MADNEETA SINGH" userId="ba487e41d220043c" providerId="LiveId" clId="{5A03740D-DF23-4F89-A01C-A0EB2FB81D7E}" dt="2022-12-26T10:33:46.567" v="672" actId="255"/>
        <pc:sldMkLst>
          <pc:docMk/>
          <pc:sldMk cId="3919311891" sldId="301"/>
        </pc:sldMkLst>
        <pc:spChg chg="mod">
          <ac:chgData name="MADNEETA SINGH" userId="ba487e41d220043c" providerId="LiveId" clId="{5A03740D-DF23-4F89-A01C-A0EB2FB81D7E}" dt="2022-12-23T17:14:17.245" v="501" actId="20577"/>
          <ac:spMkLst>
            <pc:docMk/>
            <pc:sldMk cId="3919311891" sldId="301"/>
            <ac:spMk id="3" creationId="{00000000-0000-0000-0000-000000000000}"/>
          </ac:spMkLst>
        </pc:spChg>
        <pc:spChg chg="mod">
          <ac:chgData name="MADNEETA SINGH" userId="ba487e41d220043c" providerId="LiveId" clId="{5A03740D-DF23-4F89-A01C-A0EB2FB81D7E}" dt="2022-12-26T10:33:46.567" v="672" actId="255"/>
          <ac:spMkLst>
            <pc:docMk/>
            <pc:sldMk cId="3919311891" sldId="301"/>
            <ac:spMk id="7" creationId="{00000000-0000-0000-0000-000000000000}"/>
          </ac:spMkLst>
        </pc:spChg>
      </pc:sldChg>
      <pc:sldChg chg="modSp mod">
        <pc:chgData name="MADNEETA SINGH" userId="ba487e41d220043c" providerId="LiveId" clId="{5A03740D-DF23-4F89-A01C-A0EB2FB81D7E}" dt="2022-12-26T10:33:59.157" v="676" actId="255"/>
        <pc:sldMkLst>
          <pc:docMk/>
          <pc:sldMk cId="3919311891" sldId="302"/>
        </pc:sldMkLst>
        <pc:spChg chg="mod">
          <ac:chgData name="MADNEETA SINGH" userId="ba487e41d220043c" providerId="LiveId" clId="{5A03740D-DF23-4F89-A01C-A0EB2FB81D7E}" dt="2022-12-23T17:14:39.496" v="504" actId="313"/>
          <ac:spMkLst>
            <pc:docMk/>
            <pc:sldMk cId="3919311891" sldId="302"/>
            <ac:spMk id="3" creationId="{00000000-0000-0000-0000-000000000000}"/>
          </ac:spMkLst>
        </pc:spChg>
        <pc:spChg chg="mod">
          <ac:chgData name="MADNEETA SINGH" userId="ba487e41d220043c" providerId="LiveId" clId="{5A03740D-DF23-4F89-A01C-A0EB2FB81D7E}" dt="2022-12-26T10:33:59.157" v="676" actId="255"/>
          <ac:spMkLst>
            <pc:docMk/>
            <pc:sldMk cId="3919311891" sldId="302"/>
            <ac:spMk id="7" creationId="{00000000-0000-0000-0000-000000000000}"/>
          </ac:spMkLst>
        </pc:spChg>
      </pc:sldChg>
      <pc:sldChg chg="modSp mod">
        <pc:chgData name="MADNEETA SINGH" userId="ba487e41d220043c" providerId="LiveId" clId="{5A03740D-DF23-4F89-A01C-A0EB2FB81D7E}" dt="2022-12-26T10:34:11.847" v="680" actId="255"/>
        <pc:sldMkLst>
          <pc:docMk/>
          <pc:sldMk cId="3919311891" sldId="303"/>
        </pc:sldMkLst>
        <pc:spChg chg="mod">
          <ac:chgData name="MADNEETA SINGH" userId="ba487e41d220043c" providerId="LiveId" clId="{5A03740D-DF23-4F89-A01C-A0EB2FB81D7E}" dt="2022-12-23T17:14:57.094" v="507" actId="20577"/>
          <ac:spMkLst>
            <pc:docMk/>
            <pc:sldMk cId="3919311891" sldId="303"/>
            <ac:spMk id="3" creationId="{00000000-0000-0000-0000-000000000000}"/>
          </ac:spMkLst>
        </pc:spChg>
        <pc:spChg chg="mod">
          <ac:chgData name="MADNEETA SINGH" userId="ba487e41d220043c" providerId="LiveId" clId="{5A03740D-DF23-4F89-A01C-A0EB2FB81D7E}" dt="2022-12-26T10:34:11.847" v="680" actId="255"/>
          <ac:spMkLst>
            <pc:docMk/>
            <pc:sldMk cId="3919311891" sldId="303"/>
            <ac:spMk id="7" creationId="{00000000-0000-0000-0000-000000000000}"/>
          </ac:spMkLst>
        </pc:spChg>
        <pc:spChg chg="mod">
          <ac:chgData name="MADNEETA SINGH" userId="ba487e41d220043c" providerId="LiveId" clId="{5A03740D-DF23-4F89-A01C-A0EB2FB81D7E}" dt="2022-12-21T10:27:33.064" v="437" actId="1076"/>
          <ac:spMkLst>
            <pc:docMk/>
            <pc:sldMk cId="3919311891" sldId="303"/>
            <ac:spMk id="10" creationId="{00000000-0000-0000-0000-000000000000}"/>
          </ac:spMkLst>
        </pc:spChg>
        <pc:picChg chg="mod">
          <ac:chgData name="MADNEETA SINGH" userId="ba487e41d220043c" providerId="LiveId" clId="{5A03740D-DF23-4F89-A01C-A0EB2FB81D7E}" dt="2022-12-21T10:27:37.515" v="438" actId="1076"/>
          <ac:picMkLst>
            <pc:docMk/>
            <pc:sldMk cId="3919311891" sldId="303"/>
            <ac:picMk id="11" creationId="{00000000-0000-0000-0000-000000000000}"/>
          </ac:picMkLst>
        </pc:picChg>
      </pc:sldChg>
      <pc:sldChg chg="delSp modSp mod">
        <pc:chgData name="MADNEETA SINGH" userId="ba487e41d220043c" providerId="LiveId" clId="{5A03740D-DF23-4F89-A01C-A0EB2FB81D7E}" dt="2022-12-26T10:36:39.877" v="712" actId="478"/>
        <pc:sldMkLst>
          <pc:docMk/>
          <pc:sldMk cId="4102396168" sldId="305"/>
        </pc:sldMkLst>
        <pc:spChg chg="del mod">
          <ac:chgData name="MADNEETA SINGH" userId="ba487e41d220043c" providerId="LiveId" clId="{5A03740D-DF23-4F89-A01C-A0EB2FB81D7E}" dt="2022-12-26T10:36:39.877" v="712" actId="478"/>
          <ac:spMkLst>
            <pc:docMk/>
            <pc:sldMk cId="4102396168" sldId="305"/>
            <ac:spMk id="7" creationId="{00000000-0000-0000-0000-000000000000}"/>
          </ac:spMkLst>
        </pc:spChg>
      </pc:sldChg>
      <pc:sldChg chg="modSp mod">
        <pc:chgData name="MADNEETA SINGH" userId="ba487e41d220043c" providerId="LiveId" clId="{5A03740D-DF23-4F89-A01C-A0EB2FB81D7E}" dt="2022-12-26T10:06:14.303" v="555" actId="1076"/>
        <pc:sldMkLst>
          <pc:docMk/>
          <pc:sldMk cId="0" sldId="307"/>
        </pc:sldMkLst>
        <pc:spChg chg="mod">
          <ac:chgData name="MADNEETA SINGH" userId="ba487e41d220043c" providerId="LiveId" clId="{5A03740D-DF23-4F89-A01C-A0EB2FB81D7E}" dt="2022-12-24T10:16:23.981" v="518" actId="2711"/>
          <ac:spMkLst>
            <pc:docMk/>
            <pc:sldMk cId="0" sldId="307"/>
            <ac:spMk id="4" creationId="{00000000-0000-0000-0000-000000000000}"/>
          </ac:spMkLst>
        </pc:spChg>
        <pc:spChg chg="mod">
          <ac:chgData name="MADNEETA SINGH" userId="ba487e41d220043c" providerId="LiveId" clId="{5A03740D-DF23-4F89-A01C-A0EB2FB81D7E}" dt="2022-12-24T10:16:23.981" v="518" actId="2711"/>
          <ac:spMkLst>
            <pc:docMk/>
            <pc:sldMk cId="0" sldId="307"/>
            <ac:spMk id="5" creationId="{00000000-0000-0000-0000-000000000000}"/>
          </ac:spMkLst>
        </pc:spChg>
        <pc:spChg chg="mod">
          <ac:chgData name="MADNEETA SINGH" userId="ba487e41d220043c" providerId="LiveId" clId="{5A03740D-DF23-4F89-A01C-A0EB2FB81D7E}" dt="2022-12-24T10:16:23.981" v="518" actId="2711"/>
          <ac:spMkLst>
            <pc:docMk/>
            <pc:sldMk cId="0" sldId="307"/>
            <ac:spMk id="6" creationId="{00000000-0000-0000-0000-000000000000}"/>
          </ac:spMkLst>
        </pc:spChg>
        <pc:spChg chg="mod">
          <ac:chgData name="MADNEETA SINGH" userId="ba487e41d220043c" providerId="LiveId" clId="{5A03740D-DF23-4F89-A01C-A0EB2FB81D7E}" dt="2022-12-26T10:06:14.303" v="555" actId="1076"/>
          <ac:spMkLst>
            <pc:docMk/>
            <pc:sldMk cId="0" sldId="307"/>
            <ac:spMk id="7" creationId="{00000000-0000-0000-0000-000000000000}"/>
          </ac:spMkLst>
        </pc:spChg>
        <pc:graphicFrameChg chg="modGraphic">
          <ac:chgData name="MADNEETA SINGH" userId="ba487e41d220043c" providerId="LiveId" clId="{5A03740D-DF23-4F89-A01C-A0EB2FB81D7E}" dt="2022-12-24T10:16:14.090" v="517" actId="2711"/>
          <ac:graphicFrameMkLst>
            <pc:docMk/>
            <pc:sldMk cId="0" sldId="307"/>
            <ac:graphicFrameMk id="9" creationId="{00000000-0000-0000-0000-000000000000}"/>
          </ac:graphicFrameMkLst>
        </pc:graphicFrameChg>
      </pc:sldChg>
      <pc:sldChg chg="modSp mod">
        <pc:chgData name="MADNEETA SINGH" userId="ba487e41d220043c" providerId="LiveId" clId="{5A03740D-DF23-4F89-A01C-A0EB2FB81D7E}" dt="2022-12-26T10:11:19.720" v="634" actId="2711"/>
        <pc:sldMkLst>
          <pc:docMk/>
          <pc:sldMk cId="3919311891" sldId="308"/>
        </pc:sldMkLst>
        <pc:spChg chg="mod">
          <ac:chgData name="MADNEETA SINGH" userId="ba487e41d220043c" providerId="LiveId" clId="{5A03740D-DF23-4F89-A01C-A0EB2FB81D7E}" dt="2022-12-26T10:07:04.436" v="569" actId="255"/>
          <ac:spMkLst>
            <pc:docMk/>
            <pc:sldMk cId="3919311891" sldId="308"/>
            <ac:spMk id="7" creationId="{00000000-0000-0000-0000-000000000000}"/>
          </ac:spMkLst>
        </pc:spChg>
        <pc:spChg chg="mod">
          <ac:chgData name="MADNEETA SINGH" userId="ba487e41d220043c" providerId="LiveId" clId="{5A03740D-DF23-4F89-A01C-A0EB2FB81D7E}" dt="2022-12-26T10:06:57.543" v="566" actId="20577"/>
          <ac:spMkLst>
            <pc:docMk/>
            <pc:sldMk cId="3919311891" sldId="308"/>
            <ac:spMk id="10" creationId="{00000000-0000-0000-0000-000000000000}"/>
          </ac:spMkLst>
        </pc:spChg>
        <pc:graphicFrameChg chg="mod modGraphic">
          <ac:chgData name="MADNEETA SINGH" userId="ba487e41d220043c" providerId="LiveId" clId="{5A03740D-DF23-4F89-A01C-A0EB2FB81D7E}" dt="2022-12-26T10:11:19.720" v="634" actId="2711"/>
          <ac:graphicFrameMkLst>
            <pc:docMk/>
            <pc:sldMk cId="3919311891" sldId="308"/>
            <ac:graphicFrameMk id="11" creationId="{00000000-0000-0000-0000-000000000000}"/>
          </ac:graphicFrameMkLst>
        </pc:graphicFrameChg>
      </pc:sldChg>
      <pc:sldChg chg="modSp mod">
        <pc:chgData name="MADNEETA SINGH" userId="ba487e41d220043c" providerId="LiveId" clId="{5A03740D-DF23-4F89-A01C-A0EB2FB81D7E}" dt="2022-12-26T10:10:55.830" v="632" actId="2711"/>
        <pc:sldMkLst>
          <pc:docMk/>
          <pc:sldMk cId="3919311891" sldId="310"/>
        </pc:sldMkLst>
        <pc:spChg chg="mod">
          <ac:chgData name="MADNEETA SINGH" userId="ba487e41d220043c" providerId="LiveId" clId="{5A03740D-DF23-4F89-A01C-A0EB2FB81D7E}" dt="2022-12-26T10:09:40.400" v="615" actId="255"/>
          <ac:spMkLst>
            <pc:docMk/>
            <pc:sldMk cId="3919311891" sldId="310"/>
            <ac:spMk id="7" creationId="{00000000-0000-0000-0000-000000000000}"/>
          </ac:spMkLst>
        </pc:spChg>
        <pc:spChg chg="mod">
          <ac:chgData name="MADNEETA SINGH" userId="ba487e41d220043c" providerId="LiveId" clId="{5A03740D-DF23-4F89-A01C-A0EB2FB81D7E}" dt="2022-12-26T10:09:19.561" v="610" actId="20577"/>
          <ac:spMkLst>
            <pc:docMk/>
            <pc:sldMk cId="3919311891" sldId="310"/>
            <ac:spMk id="10" creationId="{00000000-0000-0000-0000-000000000000}"/>
          </ac:spMkLst>
        </pc:spChg>
        <pc:graphicFrameChg chg="mod modGraphic">
          <ac:chgData name="MADNEETA SINGH" userId="ba487e41d220043c" providerId="LiveId" clId="{5A03740D-DF23-4F89-A01C-A0EB2FB81D7E}" dt="2022-12-26T10:10:55.830" v="632" actId="2711"/>
          <ac:graphicFrameMkLst>
            <pc:docMk/>
            <pc:sldMk cId="3919311891" sldId="310"/>
            <ac:graphicFrameMk id="11" creationId="{00000000-0000-0000-0000-000000000000}"/>
          </ac:graphicFrameMkLst>
        </pc:graphicFrameChg>
      </pc:sldChg>
      <pc:sldChg chg="modSp mod">
        <pc:chgData name="MADNEETA SINGH" userId="ba487e41d220043c" providerId="LiveId" clId="{5A03740D-DF23-4F89-A01C-A0EB2FB81D7E}" dt="2022-12-26T10:32:19.157" v="649" actId="2711"/>
        <pc:sldMkLst>
          <pc:docMk/>
          <pc:sldMk cId="3919311891" sldId="313"/>
        </pc:sldMkLst>
        <pc:spChg chg="mod">
          <ac:chgData name="MADNEETA SINGH" userId="ba487e41d220043c" providerId="LiveId" clId="{5A03740D-DF23-4F89-A01C-A0EB2FB81D7E}" dt="2022-12-26T10:32:11.197" v="648" actId="255"/>
          <ac:spMkLst>
            <pc:docMk/>
            <pc:sldMk cId="3919311891" sldId="313"/>
            <ac:spMk id="7" creationId="{00000000-0000-0000-0000-000000000000}"/>
          </ac:spMkLst>
        </pc:spChg>
        <pc:spChg chg="mod">
          <ac:chgData name="MADNEETA SINGH" userId="ba487e41d220043c" providerId="LiveId" clId="{5A03740D-DF23-4F89-A01C-A0EB2FB81D7E}" dt="2022-12-21T10:17:38.304" v="365" actId="1076"/>
          <ac:spMkLst>
            <pc:docMk/>
            <pc:sldMk cId="3919311891" sldId="313"/>
            <ac:spMk id="10" creationId="{00000000-0000-0000-0000-000000000000}"/>
          </ac:spMkLst>
        </pc:spChg>
        <pc:graphicFrameChg chg="mod modGraphic">
          <ac:chgData name="MADNEETA SINGH" userId="ba487e41d220043c" providerId="LiveId" clId="{5A03740D-DF23-4F89-A01C-A0EB2FB81D7E}" dt="2022-12-26T10:32:19.157" v="649" actId="2711"/>
          <ac:graphicFrameMkLst>
            <pc:docMk/>
            <pc:sldMk cId="3919311891" sldId="313"/>
            <ac:graphicFrameMk id="11" creationId="{00000000-0000-0000-0000-000000000000}"/>
          </ac:graphicFrameMkLst>
        </pc:graphicFrameChg>
      </pc:sldChg>
      <pc:sldChg chg="modSp mod">
        <pc:chgData name="MADNEETA SINGH" userId="ba487e41d220043c" providerId="LiveId" clId="{5A03740D-DF23-4F89-A01C-A0EB2FB81D7E}" dt="2022-12-26T10:33:06.942" v="661" actId="2711"/>
        <pc:sldMkLst>
          <pc:docMk/>
          <pc:sldMk cId="3919311891" sldId="317"/>
        </pc:sldMkLst>
        <pc:spChg chg="mod">
          <ac:chgData name="MADNEETA SINGH" userId="ba487e41d220043c" providerId="LiveId" clId="{5A03740D-DF23-4F89-A01C-A0EB2FB81D7E}" dt="2022-12-26T10:32:58.497" v="660" actId="255"/>
          <ac:spMkLst>
            <pc:docMk/>
            <pc:sldMk cId="3919311891" sldId="317"/>
            <ac:spMk id="7" creationId="{00000000-0000-0000-0000-000000000000}"/>
          </ac:spMkLst>
        </pc:spChg>
        <pc:spChg chg="mod">
          <ac:chgData name="MADNEETA SINGH" userId="ba487e41d220043c" providerId="LiveId" clId="{5A03740D-DF23-4F89-A01C-A0EB2FB81D7E}" dt="2022-12-21T10:18:44.514" v="376" actId="1076"/>
          <ac:spMkLst>
            <pc:docMk/>
            <pc:sldMk cId="3919311891" sldId="317"/>
            <ac:spMk id="10" creationId="{00000000-0000-0000-0000-000000000000}"/>
          </ac:spMkLst>
        </pc:spChg>
        <pc:graphicFrameChg chg="mod modGraphic">
          <ac:chgData name="MADNEETA SINGH" userId="ba487e41d220043c" providerId="LiveId" clId="{5A03740D-DF23-4F89-A01C-A0EB2FB81D7E}" dt="2022-12-26T10:33:06.942" v="661" actId="2711"/>
          <ac:graphicFrameMkLst>
            <pc:docMk/>
            <pc:sldMk cId="3919311891" sldId="317"/>
            <ac:graphicFrameMk id="11" creationId="{00000000-0000-0000-0000-000000000000}"/>
          </ac:graphicFrameMkLst>
        </pc:graphicFrameChg>
      </pc:sldChg>
      <pc:sldChg chg="modSp mod">
        <pc:chgData name="MADNEETA SINGH" userId="ba487e41d220043c" providerId="LiveId" clId="{5A03740D-DF23-4F89-A01C-A0EB2FB81D7E}" dt="2022-12-26T10:08:51.506" v="602" actId="2711"/>
        <pc:sldMkLst>
          <pc:docMk/>
          <pc:sldMk cId="0" sldId="318"/>
        </pc:sldMkLst>
        <pc:spChg chg="mod">
          <ac:chgData name="MADNEETA SINGH" userId="ba487e41d220043c" providerId="LiveId" clId="{5A03740D-DF23-4F89-A01C-A0EB2FB81D7E}" dt="2022-12-26T10:08:51.506" v="602" actId="2711"/>
          <ac:spMkLst>
            <pc:docMk/>
            <pc:sldMk cId="0" sldId="318"/>
            <ac:spMk id="2" creationId="{00000000-0000-0000-0000-000000000000}"/>
          </ac:spMkLst>
        </pc:spChg>
      </pc:sldChg>
      <pc:sldChg chg="modSp mod">
        <pc:chgData name="MADNEETA SINGH" userId="ba487e41d220043c" providerId="LiveId" clId="{5A03740D-DF23-4F89-A01C-A0EB2FB81D7E}" dt="2022-12-26T10:05:17.631" v="539" actId="255"/>
        <pc:sldMkLst>
          <pc:docMk/>
          <pc:sldMk cId="0" sldId="321"/>
        </pc:sldMkLst>
        <pc:spChg chg="mod">
          <ac:chgData name="MADNEETA SINGH" userId="ba487e41d220043c" providerId="LiveId" clId="{5A03740D-DF23-4F89-A01C-A0EB2FB81D7E}" dt="2022-12-26T10:05:17.631" v="539" actId="255"/>
          <ac:spMkLst>
            <pc:docMk/>
            <pc:sldMk cId="0" sldId="321"/>
            <ac:spMk id="2" creationId="{00000000-0000-0000-0000-000000000000}"/>
          </ac:spMkLst>
        </pc:spChg>
      </pc:sldChg>
      <pc:sldChg chg="modSp mod">
        <pc:chgData name="MADNEETA SINGH" userId="ba487e41d220043c" providerId="LiveId" clId="{5A03740D-DF23-4F89-A01C-A0EB2FB81D7E}" dt="2022-12-26T10:11:32.332" v="635" actId="1076"/>
        <pc:sldMkLst>
          <pc:docMk/>
          <pc:sldMk cId="0" sldId="322"/>
        </pc:sldMkLst>
        <pc:spChg chg="mod">
          <ac:chgData name="MADNEETA SINGH" userId="ba487e41d220043c" providerId="LiveId" clId="{5A03740D-DF23-4F89-A01C-A0EB2FB81D7E}" dt="2022-12-26T10:06:37.846" v="561" actId="1076"/>
          <ac:spMkLst>
            <pc:docMk/>
            <pc:sldMk cId="0" sldId="322"/>
            <ac:spMk id="2" creationId="{00000000-0000-0000-0000-000000000000}"/>
          </ac:spMkLst>
        </pc:spChg>
        <pc:spChg chg="mod">
          <ac:chgData name="MADNEETA SINGH" userId="ba487e41d220043c" providerId="LiveId" clId="{5A03740D-DF23-4F89-A01C-A0EB2FB81D7E}" dt="2022-12-26T10:11:32.332" v="635" actId="1076"/>
          <ac:spMkLst>
            <pc:docMk/>
            <pc:sldMk cId="0" sldId="322"/>
            <ac:spMk id="11" creationId="{00000000-0000-0000-0000-000000000000}"/>
          </ac:spMkLst>
        </pc:spChg>
      </pc:sldChg>
      <pc:sldChg chg="modSp mod">
        <pc:chgData name="MADNEETA SINGH" userId="ba487e41d220043c" providerId="LiveId" clId="{5A03740D-DF23-4F89-A01C-A0EB2FB81D7E}" dt="2022-12-26T10:07:10.391" v="570" actId="255"/>
        <pc:sldMkLst>
          <pc:docMk/>
          <pc:sldMk cId="0" sldId="323"/>
        </pc:sldMkLst>
        <pc:spChg chg="mod">
          <ac:chgData name="MADNEETA SINGH" userId="ba487e41d220043c" providerId="LiveId" clId="{5A03740D-DF23-4F89-A01C-A0EB2FB81D7E}" dt="2022-12-26T10:07:10.391" v="570" actId="255"/>
          <ac:spMkLst>
            <pc:docMk/>
            <pc:sldMk cId="0" sldId="323"/>
            <ac:spMk id="2" creationId="{00000000-0000-0000-0000-000000000000}"/>
          </ac:spMkLst>
        </pc:spChg>
      </pc:sldChg>
      <pc:sldChg chg="modSp mod">
        <pc:chgData name="MADNEETA SINGH" userId="ba487e41d220043c" providerId="LiveId" clId="{5A03740D-DF23-4F89-A01C-A0EB2FB81D7E}" dt="2022-12-26T10:07:37.231" v="578" actId="1076"/>
        <pc:sldMkLst>
          <pc:docMk/>
          <pc:sldMk cId="0" sldId="324"/>
        </pc:sldMkLst>
        <pc:spChg chg="mod">
          <ac:chgData name="MADNEETA SINGH" userId="ba487e41d220043c" providerId="LiveId" clId="{5A03740D-DF23-4F89-A01C-A0EB2FB81D7E}" dt="2022-12-26T10:07:30.031" v="576" actId="255"/>
          <ac:spMkLst>
            <pc:docMk/>
            <pc:sldMk cId="0" sldId="324"/>
            <ac:spMk id="2" creationId="{00000000-0000-0000-0000-000000000000}"/>
          </ac:spMkLst>
        </pc:spChg>
        <pc:spChg chg="mod">
          <ac:chgData name="MADNEETA SINGH" userId="ba487e41d220043c" providerId="LiveId" clId="{5A03740D-DF23-4F89-A01C-A0EB2FB81D7E}" dt="2022-12-26T10:07:37.231" v="578" actId="1076"/>
          <ac:spMkLst>
            <pc:docMk/>
            <pc:sldMk cId="0" sldId="324"/>
            <ac:spMk id="11" creationId="{00000000-0000-0000-0000-000000000000}"/>
          </ac:spMkLst>
        </pc:spChg>
        <pc:spChg chg="mod">
          <ac:chgData name="MADNEETA SINGH" userId="ba487e41d220043c" providerId="LiveId" clId="{5A03740D-DF23-4F89-A01C-A0EB2FB81D7E}" dt="2022-12-21T10:26:30.944" v="431" actId="1076"/>
          <ac:spMkLst>
            <pc:docMk/>
            <pc:sldMk cId="0" sldId="324"/>
            <ac:spMk id="12" creationId="{00000000-0000-0000-0000-000000000000}"/>
          </ac:spMkLst>
        </pc:spChg>
        <pc:grpChg chg="mod">
          <ac:chgData name="MADNEETA SINGH" userId="ba487e41d220043c" providerId="LiveId" clId="{5A03740D-DF23-4F89-A01C-A0EB2FB81D7E}" dt="2022-12-21T10:26:25.074" v="430" actId="1076"/>
          <ac:grpSpMkLst>
            <pc:docMk/>
            <pc:sldMk cId="0" sldId="324"/>
            <ac:grpSpMk id="3" creationId="{00000000-0000-0000-0000-000000000000}"/>
          </ac:grpSpMkLst>
        </pc:grpChg>
      </pc:sldChg>
      <pc:sldChg chg="modSp mod">
        <pc:chgData name="MADNEETA SINGH" userId="ba487e41d220043c" providerId="LiveId" clId="{5A03740D-DF23-4F89-A01C-A0EB2FB81D7E}" dt="2022-12-26T10:08:19.625" v="594" actId="255"/>
        <pc:sldMkLst>
          <pc:docMk/>
          <pc:sldMk cId="3919311891" sldId="325"/>
        </pc:sldMkLst>
        <pc:spChg chg="mod">
          <ac:chgData name="MADNEETA SINGH" userId="ba487e41d220043c" providerId="LiveId" clId="{5A03740D-DF23-4F89-A01C-A0EB2FB81D7E}" dt="2022-12-26T10:08:14.181" v="592" actId="2711"/>
          <ac:spMkLst>
            <pc:docMk/>
            <pc:sldMk cId="3919311891" sldId="325"/>
            <ac:spMk id="3" creationId="{00000000-0000-0000-0000-000000000000}"/>
          </ac:spMkLst>
        </pc:spChg>
        <pc:spChg chg="mod">
          <ac:chgData name="MADNEETA SINGH" userId="ba487e41d220043c" providerId="LiveId" clId="{5A03740D-DF23-4F89-A01C-A0EB2FB81D7E}" dt="2022-12-26T10:08:19.625" v="594" actId="255"/>
          <ac:spMkLst>
            <pc:docMk/>
            <pc:sldMk cId="3919311891" sldId="325"/>
            <ac:spMk id="7" creationId="{00000000-0000-0000-0000-000000000000}"/>
          </ac:spMkLst>
        </pc:spChg>
      </pc:sldChg>
      <pc:sldChg chg="modSp mod">
        <pc:chgData name="MADNEETA SINGH" userId="ba487e41d220043c" providerId="LiveId" clId="{5A03740D-DF23-4F89-A01C-A0EB2FB81D7E}" dt="2022-12-26T10:09:14.470" v="609" actId="255"/>
        <pc:sldMkLst>
          <pc:docMk/>
          <pc:sldMk cId="3919311891" sldId="326"/>
        </pc:sldMkLst>
        <pc:spChg chg="mod">
          <ac:chgData name="MADNEETA SINGH" userId="ba487e41d220043c" providerId="LiveId" clId="{5A03740D-DF23-4F89-A01C-A0EB2FB81D7E}" dt="2022-12-26T10:09:14.470" v="609" actId="255"/>
          <ac:spMkLst>
            <pc:docMk/>
            <pc:sldMk cId="3919311891" sldId="326"/>
            <ac:spMk id="7" creationId="{00000000-0000-0000-0000-000000000000}"/>
          </ac:spMkLst>
        </pc:spChg>
      </pc:sldChg>
      <pc:sldChg chg="modSp mod">
        <pc:chgData name="MADNEETA SINGH" userId="ba487e41d220043c" providerId="LiveId" clId="{5A03740D-DF23-4F89-A01C-A0EB2FB81D7E}" dt="2022-12-26T10:10:19.145" v="626" actId="2711"/>
        <pc:sldMkLst>
          <pc:docMk/>
          <pc:sldMk cId="3919311891" sldId="327"/>
        </pc:sldMkLst>
        <pc:spChg chg="mod">
          <ac:chgData name="MADNEETA SINGH" userId="ba487e41d220043c" providerId="LiveId" clId="{5A03740D-DF23-4F89-A01C-A0EB2FB81D7E}" dt="2022-12-26T10:10:19.145" v="626" actId="2711"/>
          <ac:spMkLst>
            <pc:docMk/>
            <pc:sldMk cId="3919311891" sldId="327"/>
            <ac:spMk id="3" creationId="{00000000-0000-0000-0000-000000000000}"/>
          </ac:spMkLst>
        </pc:spChg>
        <pc:spChg chg="mod">
          <ac:chgData name="MADNEETA SINGH" userId="ba487e41d220043c" providerId="LiveId" clId="{5A03740D-DF23-4F89-A01C-A0EB2FB81D7E}" dt="2022-12-26T10:10:15.240" v="625" actId="255"/>
          <ac:spMkLst>
            <pc:docMk/>
            <pc:sldMk cId="3919311891" sldId="327"/>
            <ac:spMk id="7" creationId="{00000000-0000-0000-0000-000000000000}"/>
          </ac:spMkLst>
        </pc:spChg>
      </pc:sldChg>
      <pc:sldChg chg="modSp mod">
        <pc:chgData name="MADNEETA SINGH" userId="ba487e41d220043c" providerId="LiveId" clId="{5A03740D-DF23-4F89-A01C-A0EB2FB81D7E}" dt="2022-12-26T10:32:01.253" v="647" actId="255"/>
        <pc:sldMkLst>
          <pc:docMk/>
          <pc:sldMk cId="3919311891" sldId="328"/>
        </pc:sldMkLst>
        <pc:spChg chg="mod">
          <ac:chgData name="MADNEETA SINGH" userId="ba487e41d220043c" providerId="LiveId" clId="{5A03740D-DF23-4F89-A01C-A0EB2FB81D7E}" dt="2022-12-26T10:32:01.253" v="647" actId="255"/>
          <ac:spMkLst>
            <pc:docMk/>
            <pc:sldMk cId="3919311891" sldId="328"/>
            <ac:spMk id="7" creationId="{00000000-0000-0000-0000-000000000000}"/>
          </ac:spMkLst>
        </pc:spChg>
      </pc:sldChg>
      <pc:sldChg chg="modSp mod">
        <pc:chgData name="MADNEETA SINGH" userId="ba487e41d220043c" providerId="LiveId" clId="{5A03740D-DF23-4F89-A01C-A0EB2FB81D7E}" dt="2022-12-26T10:32:52.467" v="658" actId="255"/>
        <pc:sldMkLst>
          <pc:docMk/>
          <pc:sldMk cId="3919311891" sldId="329"/>
        </pc:sldMkLst>
        <pc:spChg chg="mod">
          <ac:chgData name="MADNEETA SINGH" userId="ba487e41d220043c" providerId="LiveId" clId="{5A03740D-DF23-4F89-A01C-A0EB2FB81D7E}" dt="2022-12-23T17:12:28.136" v="494" actId="20577"/>
          <ac:spMkLst>
            <pc:docMk/>
            <pc:sldMk cId="3919311891" sldId="329"/>
            <ac:spMk id="3" creationId="{00000000-0000-0000-0000-000000000000}"/>
          </ac:spMkLst>
        </pc:spChg>
        <pc:spChg chg="mod">
          <ac:chgData name="MADNEETA SINGH" userId="ba487e41d220043c" providerId="LiveId" clId="{5A03740D-DF23-4F89-A01C-A0EB2FB81D7E}" dt="2022-12-26T10:32:52.467" v="658" actId="255"/>
          <ac:spMkLst>
            <pc:docMk/>
            <pc:sldMk cId="3919311891" sldId="329"/>
            <ac:spMk id="7" creationId="{00000000-0000-0000-0000-000000000000}"/>
          </ac:spMkLst>
        </pc:spChg>
      </pc:sldChg>
      <pc:sldChg chg="modSp mod">
        <pc:chgData name="MADNEETA SINGH" userId="ba487e41d220043c" providerId="LiveId" clId="{5A03740D-DF23-4F89-A01C-A0EB2FB81D7E}" dt="2022-12-26T10:34:30.946" v="684" actId="255"/>
        <pc:sldMkLst>
          <pc:docMk/>
          <pc:sldMk cId="3919311891" sldId="330"/>
        </pc:sldMkLst>
        <pc:spChg chg="mod">
          <ac:chgData name="MADNEETA SINGH" userId="ba487e41d220043c" providerId="LiveId" clId="{5A03740D-DF23-4F89-A01C-A0EB2FB81D7E}" dt="2022-12-26T10:34:30.946" v="684" actId="255"/>
          <ac:spMkLst>
            <pc:docMk/>
            <pc:sldMk cId="3919311891" sldId="330"/>
            <ac:spMk id="7" creationId="{00000000-0000-0000-0000-000000000000}"/>
          </ac:spMkLst>
        </pc:spChg>
      </pc:sldChg>
      <pc:sldChg chg="modSp mod">
        <pc:chgData name="MADNEETA SINGH" userId="ba487e41d220043c" providerId="LiveId" clId="{5A03740D-DF23-4F89-A01C-A0EB2FB81D7E}" dt="2022-12-26T10:11:05.091" v="633" actId="2711"/>
        <pc:sldMkLst>
          <pc:docMk/>
          <pc:sldMk cId="3919311891" sldId="331"/>
        </pc:sldMkLst>
        <pc:spChg chg="mod">
          <ac:chgData name="MADNEETA SINGH" userId="ba487e41d220043c" providerId="LiveId" clId="{5A03740D-DF23-4F89-A01C-A0EB2FB81D7E}" dt="2022-12-26T10:08:27.820" v="595" actId="255"/>
          <ac:spMkLst>
            <pc:docMk/>
            <pc:sldMk cId="3919311891" sldId="331"/>
            <ac:spMk id="7" creationId="{00000000-0000-0000-0000-000000000000}"/>
          </ac:spMkLst>
        </pc:spChg>
        <pc:spChg chg="mod">
          <ac:chgData name="MADNEETA SINGH" userId="ba487e41d220043c" providerId="LiveId" clId="{5A03740D-DF23-4F89-A01C-A0EB2FB81D7E}" dt="2022-12-21T10:14:02.803" v="358" actId="1076"/>
          <ac:spMkLst>
            <pc:docMk/>
            <pc:sldMk cId="3919311891" sldId="331"/>
            <ac:spMk id="10" creationId="{00000000-0000-0000-0000-000000000000}"/>
          </ac:spMkLst>
        </pc:spChg>
        <pc:graphicFrameChg chg="mod modGraphic">
          <ac:chgData name="MADNEETA SINGH" userId="ba487e41d220043c" providerId="LiveId" clId="{5A03740D-DF23-4F89-A01C-A0EB2FB81D7E}" dt="2022-12-26T10:11:05.091" v="633" actId="2711"/>
          <ac:graphicFrameMkLst>
            <pc:docMk/>
            <pc:sldMk cId="3919311891" sldId="331"/>
            <ac:graphicFrameMk id="11" creationId="{00000000-0000-0000-0000-000000000000}"/>
          </ac:graphicFrameMkLst>
        </pc:graphicFrameChg>
      </pc:sldChg>
      <pc:sldChg chg="modSp mod">
        <pc:chgData name="MADNEETA SINGH" userId="ba487e41d220043c" providerId="LiveId" clId="{5A03740D-DF23-4F89-A01C-A0EB2FB81D7E}" dt="2022-12-26T10:10:44.540" v="631" actId="2711"/>
        <pc:sldMkLst>
          <pc:docMk/>
          <pc:sldMk cId="3919311891" sldId="332"/>
        </pc:sldMkLst>
        <pc:spChg chg="mod">
          <ac:chgData name="MADNEETA SINGH" userId="ba487e41d220043c" providerId="LiveId" clId="{5A03740D-DF23-4F89-A01C-A0EB2FB81D7E}" dt="2022-12-26T10:10:37.020" v="630" actId="1076"/>
          <ac:spMkLst>
            <pc:docMk/>
            <pc:sldMk cId="3919311891" sldId="332"/>
            <ac:spMk id="4" creationId="{00000000-0000-0000-0000-000000000000}"/>
          </ac:spMkLst>
        </pc:spChg>
        <pc:spChg chg="mod">
          <ac:chgData name="MADNEETA SINGH" userId="ba487e41d220043c" providerId="LiveId" clId="{5A03740D-DF23-4F89-A01C-A0EB2FB81D7E}" dt="2022-12-26T10:10:37.020" v="630" actId="1076"/>
          <ac:spMkLst>
            <pc:docMk/>
            <pc:sldMk cId="3919311891" sldId="332"/>
            <ac:spMk id="6" creationId="{00000000-0000-0000-0000-000000000000}"/>
          </ac:spMkLst>
        </pc:spChg>
        <pc:spChg chg="mod">
          <ac:chgData name="MADNEETA SINGH" userId="ba487e41d220043c" providerId="LiveId" clId="{5A03740D-DF23-4F89-A01C-A0EB2FB81D7E}" dt="2022-12-26T10:10:37.020" v="630" actId="1076"/>
          <ac:spMkLst>
            <pc:docMk/>
            <pc:sldMk cId="3919311891" sldId="332"/>
            <ac:spMk id="7" creationId="{00000000-0000-0000-0000-000000000000}"/>
          </ac:spMkLst>
        </pc:spChg>
        <pc:spChg chg="mod">
          <ac:chgData name="MADNEETA SINGH" userId="ba487e41d220043c" providerId="LiveId" clId="{5A03740D-DF23-4F89-A01C-A0EB2FB81D7E}" dt="2022-12-26T10:10:37.020" v="630" actId="1076"/>
          <ac:spMkLst>
            <pc:docMk/>
            <pc:sldMk cId="3919311891" sldId="332"/>
            <ac:spMk id="9" creationId="{00000000-0000-0000-0000-000000000000}"/>
          </ac:spMkLst>
        </pc:spChg>
        <pc:spChg chg="mod">
          <ac:chgData name="MADNEETA SINGH" userId="ba487e41d220043c" providerId="LiveId" clId="{5A03740D-DF23-4F89-A01C-A0EB2FB81D7E}" dt="2022-12-26T10:10:37.020" v="630" actId="1076"/>
          <ac:spMkLst>
            <pc:docMk/>
            <pc:sldMk cId="3919311891" sldId="332"/>
            <ac:spMk id="10" creationId="{00000000-0000-0000-0000-000000000000}"/>
          </ac:spMkLst>
        </pc:spChg>
        <pc:graphicFrameChg chg="mod modGraphic">
          <ac:chgData name="MADNEETA SINGH" userId="ba487e41d220043c" providerId="LiveId" clId="{5A03740D-DF23-4F89-A01C-A0EB2FB81D7E}" dt="2022-12-26T10:10:44.540" v="631" actId="2711"/>
          <ac:graphicFrameMkLst>
            <pc:docMk/>
            <pc:sldMk cId="3919311891" sldId="332"/>
            <ac:graphicFrameMk id="11" creationId="{00000000-0000-0000-0000-000000000000}"/>
          </ac:graphicFrameMkLst>
        </pc:graphicFrameChg>
        <pc:picChg chg="mod">
          <ac:chgData name="MADNEETA SINGH" userId="ba487e41d220043c" providerId="LiveId" clId="{5A03740D-DF23-4F89-A01C-A0EB2FB81D7E}" dt="2022-12-26T10:10:37.020" v="630" actId="1076"/>
          <ac:picMkLst>
            <pc:docMk/>
            <pc:sldMk cId="3919311891" sldId="332"/>
            <ac:picMk id="12" creationId="{DF246A64-8781-491F-87B5-A9819E4B7880}"/>
          </ac:picMkLst>
        </pc:picChg>
      </pc:sldChg>
      <pc:sldChg chg="modSp add del mod">
        <pc:chgData name="MADNEETA SINGH" userId="ba487e41d220043c" providerId="LiveId" clId="{5A03740D-DF23-4F89-A01C-A0EB2FB81D7E}" dt="2022-12-26T10:08:39.600" v="597" actId="1076"/>
        <pc:sldMkLst>
          <pc:docMk/>
          <pc:sldMk cId="0" sldId="333"/>
        </pc:sldMkLst>
        <pc:spChg chg="mod">
          <ac:chgData name="MADNEETA SINGH" userId="ba487e41d220043c" providerId="LiveId" clId="{5A03740D-DF23-4F89-A01C-A0EB2FB81D7E}" dt="2022-12-26T10:08:39.600" v="597" actId="1076"/>
          <ac:spMkLst>
            <pc:docMk/>
            <pc:sldMk cId="0" sldId="333"/>
            <ac:spMk id="2" creationId="{00000000-0000-0000-0000-000000000000}"/>
          </ac:spMkLst>
        </pc:spChg>
      </pc:sldChg>
      <pc:sldChg chg="modSp mod">
        <pc:chgData name="MADNEETA SINGH" userId="ba487e41d220043c" providerId="LiveId" clId="{5A03740D-DF23-4F89-A01C-A0EB2FB81D7E}" dt="2022-12-26T10:09:34.360" v="613" actId="255"/>
        <pc:sldMkLst>
          <pc:docMk/>
          <pc:sldMk cId="0" sldId="334"/>
        </pc:sldMkLst>
        <pc:spChg chg="mod">
          <ac:chgData name="MADNEETA SINGH" userId="ba487e41d220043c" providerId="LiveId" clId="{5A03740D-DF23-4F89-A01C-A0EB2FB81D7E}" dt="2022-12-26T10:09:34.360" v="613" actId="255"/>
          <ac:spMkLst>
            <pc:docMk/>
            <pc:sldMk cId="0" sldId="334"/>
            <ac:spMk id="2" creationId="{00000000-0000-0000-0000-000000000000}"/>
          </ac:spMkLst>
        </pc:spChg>
      </pc:sldChg>
      <pc:sldChg chg="modSp mod">
        <pc:chgData name="MADNEETA SINGH" userId="ba487e41d220043c" providerId="LiveId" clId="{5A03740D-DF23-4F89-A01C-A0EB2FB81D7E}" dt="2022-12-26T10:12:00.960" v="636" actId="255"/>
        <pc:sldMkLst>
          <pc:docMk/>
          <pc:sldMk cId="0" sldId="335"/>
        </pc:sldMkLst>
        <pc:spChg chg="mod">
          <ac:chgData name="MADNEETA SINGH" userId="ba487e41d220043c" providerId="LiveId" clId="{5A03740D-DF23-4F89-A01C-A0EB2FB81D7E}" dt="2022-12-26T10:12:00.960" v="636" actId="255"/>
          <ac:spMkLst>
            <pc:docMk/>
            <pc:sldMk cId="0" sldId="335"/>
            <ac:spMk id="2" creationId="{00000000-0000-0000-0000-000000000000}"/>
          </ac:spMkLst>
        </pc:spChg>
      </pc:sldChg>
      <pc:sldChg chg="modSp mod">
        <pc:chgData name="MADNEETA SINGH" userId="ba487e41d220043c" providerId="LiveId" clId="{5A03740D-DF23-4F89-A01C-A0EB2FB81D7E}" dt="2022-12-26T10:32:34.996" v="652" actId="1076"/>
        <pc:sldMkLst>
          <pc:docMk/>
          <pc:sldMk cId="0" sldId="336"/>
        </pc:sldMkLst>
        <pc:spChg chg="mod">
          <ac:chgData name="MADNEETA SINGH" userId="ba487e41d220043c" providerId="LiveId" clId="{5A03740D-DF23-4F89-A01C-A0EB2FB81D7E}" dt="2022-12-26T10:32:34.996" v="652" actId="1076"/>
          <ac:spMkLst>
            <pc:docMk/>
            <pc:sldMk cId="0" sldId="336"/>
            <ac:spMk id="2" creationId="{00000000-0000-0000-0000-000000000000}"/>
          </ac:spMkLst>
        </pc:spChg>
      </pc:sldChg>
      <pc:sldChg chg="modSp mod">
        <pc:chgData name="MADNEETA SINGH" userId="ba487e41d220043c" providerId="LiveId" clId="{5A03740D-DF23-4F89-A01C-A0EB2FB81D7E}" dt="2022-12-26T10:09:02.150" v="605" actId="1076"/>
        <pc:sldMkLst>
          <pc:docMk/>
          <pc:sldMk cId="0" sldId="338"/>
        </pc:sldMkLst>
        <pc:spChg chg="mod">
          <ac:chgData name="MADNEETA SINGH" userId="ba487e41d220043c" providerId="LiveId" clId="{5A03740D-DF23-4F89-A01C-A0EB2FB81D7E}" dt="2022-12-26T10:09:02.150" v="605" actId="1076"/>
          <ac:spMkLst>
            <pc:docMk/>
            <pc:sldMk cId="0" sldId="338"/>
            <ac:spMk id="2" creationId="{00000000-0000-0000-0000-000000000000}"/>
          </ac:spMkLst>
        </pc:spChg>
        <pc:spChg chg="mod">
          <ac:chgData name="MADNEETA SINGH" userId="ba487e41d220043c" providerId="LiveId" clId="{5A03740D-DF23-4F89-A01C-A0EB2FB81D7E}" dt="2022-12-21T07:32:57.766" v="273" actId="1076"/>
          <ac:spMkLst>
            <pc:docMk/>
            <pc:sldMk cId="0" sldId="338"/>
            <ac:spMk id="12" creationId="{00000000-0000-0000-0000-000000000000}"/>
          </ac:spMkLst>
        </pc:spChg>
        <pc:grpChg chg="mod">
          <ac:chgData name="MADNEETA SINGH" userId="ba487e41d220043c" providerId="LiveId" clId="{5A03740D-DF23-4F89-A01C-A0EB2FB81D7E}" dt="2022-12-21T07:32:37.156" v="271" actId="1076"/>
          <ac:grpSpMkLst>
            <pc:docMk/>
            <pc:sldMk cId="0" sldId="338"/>
            <ac:grpSpMk id="3" creationId="{00000000-0000-0000-0000-000000000000}"/>
          </ac:grpSpMkLst>
        </pc:grpChg>
      </pc:sldChg>
      <pc:sldChg chg="modSp mod">
        <pc:chgData name="MADNEETA SINGH" userId="ba487e41d220043c" providerId="LiveId" clId="{5A03740D-DF23-4F89-A01C-A0EB2FB81D7E}" dt="2022-12-26T10:10:04.620" v="623" actId="255"/>
        <pc:sldMkLst>
          <pc:docMk/>
          <pc:sldMk cId="0" sldId="339"/>
        </pc:sldMkLst>
        <pc:spChg chg="mod">
          <ac:chgData name="MADNEETA SINGH" userId="ba487e41d220043c" providerId="LiveId" clId="{5A03740D-DF23-4F89-A01C-A0EB2FB81D7E}" dt="2022-12-26T10:10:04.620" v="623" actId="255"/>
          <ac:spMkLst>
            <pc:docMk/>
            <pc:sldMk cId="0" sldId="339"/>
            <ac:spMk id="2" creationId="{00000000-0000-0000-0000-000000000000}"/>
          </ac:spMkLst>
        </pc:spChg>
        <pc:spChg chg="mod">
          <ac:chgData name="MADNEETA SINGH" userId="ba487e41d220043c" providerId="LiveId" clId="{5A03740D-DF23-4F89-A01C-A0EB2FB81D7E}" dt="2022-12-23T17:12:06.932" v="493" actId="1076"/>
          <ac:spMkLst>
            <pc:docMk/>
            <pc:sldMk cId="0" sldId="339"/>
            <ac:spMk id="12" creationId="{00000000-0000-0000-0000-000000000000}"/>
          </ac:spMkLst>
        </pc:spChg>
      </pc:sldChg>
      <pc:sldChg chg="modSp mod">
        <pc:chgData name="MADNEETA SINGH" userId="ba487e41d220043c" providerId="LiveId" clId="{5A03740D-DF23-4F89-A01C-A0EB2FB81D7E}" dt="2022-12-26T10:31:53.097" v="646" actId="1076"/>
        <pc:sldMkLst>
          <pc:docMk/>
          <pc:sldMk cId="0" sldId="340"/>
        </pc:sldMkLst>
        <pc:spChg chg="mod">
          <ac:chgData name="MADNEETA SINGH" userId="ba487e41d220043c" providerId="LiveId" clId="{5A03740D-DF23-4F89-A01C-A0EB2FB81D7E}" dt="2022-12-26T10:31:53.097" v="646" actId="1076"/>
          <ac:spMkLst>
            <pc:docMk/>
            <pc:sldMk cId="0" sldId="340"/>
            <ac:spMk id="2" creationId="{00000000-0000-0000-0000-000000000000}"/>
          </ac:spMkLst>
        </pc:spChg>
        <pc:spChg chg="mod">
          <ac:chgData name="MADNEETA SINGH" userId="ba487e41d220043c" providerId="LiveId" clId="{5A03740D-DF23-4F89-A01C-A0EB2FB81D7E}" dt="2022-12-21T10:23:33.194" v="426" actId="1076"/>
          <ac:spMkLst>
            <pc:docMk/>
            <pc:sldMk cId="0" sldId="340"/>
            <ac:spMk id="12" creationId="{00000000-0000-0000-0000-000000000000}"/>
          </ac:spMkLst>
        </pc:spChg>
        <pc:grpChg chg="mod">
          <ac:chgData name="MADNEETA SINGH" userId="ba487e41d220043c" providerId="LiveId" clId="{5A03740D-DF23-4F89-A01C-A0EB2FB81D7E}" dt="2022-12-21T10:23:22.574" v="425" actId="1076"/>
          <ac:grpSpMkLst>
            <pc:docMk/>
            <pc:sldMk cId="0" sldId="340"/>
            <ac:grpSpMk id="3" creationId="{00000000-0000-0000-0000-000000000000}"/>
          </ac:grpSpMkLst>
        </pc:grpChg>
      </pc:sldChg>
      <pc:sldChg chg="modSp mod">
        <pc:chgData name="MADNEETA SINGH" userId="ba487e41d220043c" providerId="LiveId" clId="{5A03740D-DF23-4F89-A01C-A0EB2FB81D7E}" dt="2022-12-26T10:32:46.802" v="656" actId="255"/>
        <pc:sldMkLst>
          <pc:docMk/>
          <pc:sldMk cId="0" sldId="341"/>
        </pc:sldMkLst>
        <pc:spChg chg="mod">
          <ac:chgData name="MADNEETA SINGH" userId="ba487e41d220043c" providerId="LiveId" clId="{5A03740D-DF23-4F89-A01C-A0EB2FB81D7E}" dt="2022-12-26T10:32:46.802" v="656" actId="255"/>
          <ac:spMkLst>
            <pc:docMk/>
            <pc:sldMk cId="0" sldId="341"/>
            <ac:spMk id="2" creationId="{00000000-0000-0000-0000-000000000000}"/>
          </ac:spMkLst>
        </pc:spChg>
        <pc:spChg chg="mod">
          <ac:chgData name="MADNEETA SINGH" userId="ba487e41d220043c" providerId="LiveId" clId="{5A03740D-DF23-4F89-A01C-A0EB2FB81D7E}" dt="2022-12-21T10:18:24.644" v="375" actId="1076"/>
          <ac:spMkLst>
            <pc:docMk/>
            <pc:sldMk cId="0" sldId="341"/>
            <ac:spMk id="12" creationId="{00000000-0000-0000-0000-000000000000}"/>
          </ac:spMkLst>
        </pc:spChg>
        <pc:grpChg chg="mod">
          <ac:chgData name="MADNEETA SINGH" userId="ba487e41d220043c" providerId="LiveId" clId="{5A03740D-DF23-4F89-A01C-A0EB2FB81D7E}" dt="2022-12-21T10:18:18.529" v="374" actId="1076"/>
          <ac:grpSpMkLst>
            <pc:docMk/>
            <pc:sldMk cId="0" sldId="341"/>
            <ac:grpSpMk id="3" creationId="{00000000-0000-0000-0000-000000000000}"/>
          </ac:grpSpMkLst>
        </pc:grpChg>
      </pc:sldChg>
      <pc:sldChg chg="modSp mod">
        <pc:chgData name="MADNEETA SINGH" userId="ba487e41d220043c" providerId="LiveId" clId="{5A03740D-DF23-4F89-A01C-A0EB2FB81D7E}" dt="2022-12-26T10:34:18.047" v="682" actId="255"/>
        <pc:sldMkLst>
          <pc:docMk/>
          <pc:sldMk cId="0" sldId="342"/>
        </pc:sldMkLst>
        <pc:spChg chg="mod">
          <ac:chgData name="MADNEETA SINGH" userId="ba487e41d220043c" providerId="LiveId" clId="{5A03740D-DF23-4F89-A01C-A0EB2FB81D7E}" dt="2022-12-26T10:34:18.047" v="682" actId="255"/>
          <ac:spMkLst>
            <pc:docMk/>
            <pc:sldMk cId="0" sldId="342"/>
            <ac:spMk id="2" creationId="{00000000-0000-0000-0000-000000000000}"/>
          </ac:spMkLst>
        </pc:spChg>
        <pc:spChg chg="mod">
          <ac:chgData name="MADNEETA SINGH" userId="ba487e41d220043c" providerId="LiveId" clId="{5A03740D-DF23-4F89-A01C-A0EB2FB81D7E}" dt="2022-12-21T10:22:06.884" v="421" actId="1076"/>
          <ac:spMkLst>
            <pc:docMk/>
            <pc:sldMk cId="0" sldId="342"/>
            <ac:spMk id="11" creationId="{00000000-0000-0000-0000-000000000000}"/>
          </ac:spMkLst>
        </pc:spChg>
        <pc:spChg chg="mod">
          <ac:chgData name="MADNEETA SINGH" userId="ba487e41d220043c" providerId="LiveId" clId="{5A03740D-DF23-4F89-A01C-A0EB2FB81D7E}" dt="2022-12-21T10:22:01.874" v="420" actId="1076"/>
          <ac:spMkLst>
            <pc:docMk/>
            <pc:sldMk cId="0" sldId="342"/>
            <ac:spMk id="12" creationId="{00000000-0000-0000-0000-000000000000}"/>
          </ac:spMkLst>
        </pc:spChg>
        <pc:grpChg chg="mod">
          <ac:chgData name="MADNEETA SINGH" userId="ba487e41d220043c" providerId="LiveId" clId="{5A03740D-DF23-4F89-A01C-A0EB2FB81D7E}" dt="2022-12-21T10:21:55.744" v="419" actId="1076"/>
          <ac:grpSpMkLst>
            <pc:docMk/>
            <pc:sldMk cId="0" sldId="342"/>
            <ac:grpSpMk id="3" creationId="{00000000-0000-0000-0000-000000000000}"/>
          </ac:grpSpMkLst>
        </pc:grpChg>
      </pc:sldChg>
      <pc:sldChg chg="modSp mod">
        <pc:chgData name="MADNEETA SINGH" userId="ba487e41d220043c" providerId="LiveId" clId="{5A03740D-DF23-4F89-A01C-A0EB2FB81D7E}" dt="2022-12-26T10:33:22.657" v="664" actId="20577"/>
        <pc:sldMkLst>
          <pc:docMk/>
          <pc:sldMk cId="0" sldId="343"/>
        </pc:sldMkLst>
        <pc:spChg chg="mod">
          <ac:chgData name="MADNEETA SINGH" userId="ba487e41d220043c" providerId="LiveId" clId="{5A03740D-DF23-4F89-A01C-A0EB2FB81D7E}" dt="2022-12-26T10:33:22.657" v="664" actId="20577"/>
          <ac:spMkLst>
            <pc:docMk/>
            <pc:sldMk cId="0" sldId="343"/>
            <ac:spMk id="2" creationId="{00000000-0000-0000-0000-000000000000}"/>
          </ac:spMkLst>
        </pc:spChg>
        <pc:spChg chg="mod">
          <ac:chgData name="MADNEETA SINGH" userId="ba487e41d220043c" providerId="LiveId" clId="{5A03740D-DF23-4F89-A01C-A0EB2FB81D7E}" dt="2022-12-23T17:12:38.905" v="495" actId="1076"/>
          <ac:spMkLst>
            <pc:docMk/>
            <pc:sldMk cId="0" sldId="343"/>
            <ac:spMk id="11" creationId="{00000000-0000-0000-0000-000000000000}"/>
          </ac:spMkLst>
        </pc:spChg>
      </pc:sldChg>
      <pc:sldChg chg="modSp mod">
        <pc:chgData name="MADNEETA SINGH" userId="ba487e41d220043c" providerId="LiveId" clId="{5A03740D-DF23-4F89-A01C-A0EB2FB81D7E}" dt="2022-12-26T10:04:44.621" v="530" actId="255"/>
        <pc:sldMkLst>
          <pc:docMk/>
          <pc:sldMk cId="0" sldId="345"/>
        </pc:sldMkLst>
        <pc:spChg chg="mod">
          <ac:chgData name="MADNEETA SINGH" userId="ba487e41d220043c" providerId="LiveId" clId="{5A03740D-DF23-4F89-A01C-A0EB2FB81D7E}" dt="2022-12-26T10:04:44.621" v="530" actId="255"/>
          <ac:spMkLst>
            <pc:docMk/>
            <pc:sldMk cId="0" sldId="345"/>
            <ac:spMk id="8" creationId="{00000000-0000-0000-0000-000000000000}"/>
          </ac:spMkLst>
        </pc:spChg>
      </pc:sldChg>
      <pc:sldChg chg="modSp mod">
        <pc:chgData name="MADNEETA SINGH" userId="ba487e41d220043c" providerId="LiveId" clId="{5A03740D-DF23-4F89-A01C-A0EB2FB81D7E}" dt="2022-12-26T10:04:54.147" v="532" actId="255"/>
        <pc:sldMkLst>
          <pc:docMk/>
          <pc:sldMk cId="0" sldId="346"/>
        </pc:sldMkLst>
        <pc:spChg chg="mod">
          <ac:chgData name="MADNEETA SINGH" userId="ba487e41d220043c" providerId="LiveId" clId="{5A03740D-DF23-4F89-A01C-A0EB2FB81D7E}" dt="2022-12-26T10:04:54.147" v="532" actId="255"/>
          <ac:spMkLst>
            <pc:docMk/>
            <pc:sldMk cId="0" sldId="346"/>
            <ac:spMk id="8" creationId="{00000000-0000-0000-0000-000000000000}"/>
          </ac:spMkLst>
        </pc:spChg>
        <pc:spChg chg="mod">
          <ac:chgData name="MADNEETA SINGH" userId="ba487e41d220043c" providerId="LiveId" clId="{5A03740D-DF23-4F89-A01C-A0EB2FB81D7E}" dt="2022-12-23T16:11:40.556" v="451" actId="20577"/>
          <ac:spMkLst>
            <pc:docMk/>
            <pc:sldMk cId="0" sldId="346"/>
            <ac:spMk id="10" creationId="{00000000-0000-0000-0000-000000000000}"/>
          </ac:spMkLst>
        </pc:spChg>
      </pc:sldChg>
      <pc:sldChg chg="modSp mod">
        <pc:chgData name="MADNEETA SINGH" userId="ba487e41d220043c" providerId="LiveId" clId="{5A03740D-DF23-4F89-A01C-A0EB2FB81D7E}" dt="2022-12-26T10:04:27.922" v="529" actId="255"/>
        <pc:sldMkLst>
          <pc:docMk/>
          <pc:sldMk cId="1036687626" sldId="347"/>
        </pc:sldMkLst>
        <pc:spChg chg="mod">
          <ac:chgData name="MADNEETA SINGH" userId="ba487e41d220043c" providerId="LiveId" clId="{5A03740D-DF23-4F89-A01C-A0EB2FB81D7E}" dt="2022-12-26T10:04:27.922" v="529" actId="255"/>
          <ac:spMkLst>
            <pc:docMk/>
            <pc:sldMk cId="1036687626" sldId="347"/>
            <ac:spMk id="8" creationId="{00000000-0000-0000-0000-000000000000}"/>
          </ac:spMkLst>
        </pc:spChg>
      </pc:sldChg>
      <pc:sldChg chg="modSp mod">
        <pc:chgData name="MADNEETA SINGH" userId="ba487e41d220043c" providerId="LiveId" clId="{5A03740D-DF23-4F89-A01C-A0EB2FB81D7E}" dt="2022-12-26T10:05:32.916" v="544" actId="2711"/>
        <pc:sldMkLst>
          <pc:docMk/>
          <pc:sldMk cId="201736603" sldId="348"/>
        </pc:sldMkLst>
        <pc:spChg chg="mod">
          <ac:chgData name="MADNEETA SINGH" userId="ba487e41d220043c" providerId="LiveId" clId="{5A03740D-DF23-4F89-A01C-A0EB2FB81D7E}" dt="2022-12-26T10:05:32.916" v="544" actId="2711"/>
          <ac:spMkLst>
            <pc:docMk/>
            <pc:sldMk cId="201736603" sldId="348"/>
            <ac:spMk id="7" creationId="{EE8848A3-4949-45B2-8CCF-B3ECA21DE740}"/>
          </ac:spMkLst>
        </pc:spChg>
        <pc:spChg chg="mod">
          <ac:chgData name="MADNEETA SINGH" userId="ba487e41d220043c" providerId="LiveId" clId="{5A03740D-DF23-4F89-A01C-A0EB2FB81D7E}" dt="2022-12-24T10:15:35.632" v="514" actId="27636"/>
          <ac:spMkLst>
            <pc:docMk/>
            <pc:sldMk cId="201736603" sldId="348"/>
            <ac:spMk id="5122" creationId="{5B1A7B65-C597-49B6-A05A-EDB96458B673}"/>
          </ac:spMkLst>
        </pc:spChg>
      </pc:sldChg>
      <pc:sldChg chg="modSp mod">
        <pc:chgData name="MADNEETA SINGH" userId="ba487e41d220043c" providerId="LiveId" clId="{5A03740D-DF23-4F89-A01C-A0EB2FB81D7E}" dt="2022-12-26T10:06:02.671" v="552" actId="255"/>
        <pc:sldMkLst>
          <pc:docMk/>
          <pc:sldMk cId="3257477592" sldId="349"/>
        </pc:sldMkLst>
        <pc:spChg chg="mod">
          <ac:chgData name="MADNEETA SINGH" userId="ba487e41d220043c" providerId="LiveId" clId="{5A03740D-DF23-4F89-A01C-A0EB2FB81D7E}" dt="2022-12-24T10:15:59.776" v="516" actId="2711"/>
          <ac:spMkLst>
            <pc:docMk/>
            <pc:sldMk cId="3257477592" sldId="349"/>
            <ac:spMk id="4" creationId="{2708BBE5-2643-4F5D-9408-C65C8A01CF17}"/>
          </ac:spMkLst>
        </pc:spChg>
        <pc:spChg chg="mod">
          <ac:chgData name="MADNEETA SINGH" userId="ba487e41d220043c" providerId="LiveId" clId="{5A03740D-DF23-4F89-A01C-A0EB2FB81D7E}" dt="2022-12-24T10:15:59.776" v="516" actId="2711"/>
          <ac:spMkLst>
            <pc:docMk/>
            <pc:sldMk cId="3257477592" sldId="349"/>
            <ac:spMk id="6" creationId="{D6BB4067-E2E4-4311-8E0F-C9B41D37465E}"/>
          </ac:spMkLst>
        </pc:spChg>
        <pc:spChg chg="mod">
          <ac:chgData name="MADNEETA SINGH" userId="ba487e41d220043c" providerId="LiveId" clId="{5A03740D-DF23-4F89-A01C-A0EB2FB81D7E}" dt="2022-12-26T10:06:02.671" v="552" actId="255"/>
          <ac:spMkLst>
            <pc:docMk/>
            <pc:sldMk cId="3257477592" sldId="349"/>
            <ac:spMk id="7" creationId="{EE8848A3-4949-45B2-8CCF-B3ECA21DE740}"/>
          </ac:spMkLst>
        </pc:spChg>
        <pc:spChg chg="mod">
          <ac:chgData name="MADNEETA SINGH" userId="ba487e41d220043c" providerId="LiveId" clId="{5A03740D-DF23-4F89-A01C-A0EB2FB81D7E}" dt="2022-12-24T10:15:59.776" v="516" actId="2711"/>
          <ac:spMkLst>
            <pc:docMk/>
            <pc:sldMk cId="3257477592" sldId="349"/>
            <ac:spMk id="8" creationId="{6FA00553-970E-4494-8393-F217E60B36B8}"/>
          </ac:spMkLst>
        </pc:spChg>
        <pc:spChg chg="mod">
          <ac:chgData name="MADNEETA SINGH" userId="ba487e41d220043c" providerId="LiveId" clId="{5A03740D-DF23-4F89-A01C-A0EB2FB81D7E}" dt="2022-12-24T10:15:59.776" v="516" actId="2711"/>
          <ac:spMkLst>
            <pc:docMk/>
            <pc:sldMk cId="3257477592" sldId="349"/>
            <ac:spMk id="11" creationId="{726A2084-274C-41B1-8454-558D0521AB91}"/>
          </ac:spMkLst>
        </pc:spChg>
        <pc:spChg chg="mod">
          <ac:chgData name="MADNEETA SINGH" userId="ba487e41d220043c" providerId="LiveId" clId="{5A03740D-DF23-4F89-A01C-A0EB2FB81D7E}" dt="2022-12-24T10:15:59.776" v="516" actId="2711"/>
          <ac:spMkLst>
            <pc:docMk/>
            <pc:sldMk cId="3257477592" sldId="349"/>
            <ac:spMk id="5122" creationId="{5B1A7B65-C597-49B6-A05A-EDB96458B673}"/>
          </ac:spMkLst>
        </pc:spChg>
        <pc:picChg chg="mod">
          <ac:chgData name="MADNEETA SINGH" userId="ba487e41d220043c" providerId="LiveId" clId="{5A03740D-DF23-4F89-A01C-A0EB2FB81D7E}" dt="2022-12-24T10:15:59.776" v="516" actId="2711"/>
          <ac:picMkLst>
            <pc:docMk/>
            <pc:sldMk cId="3257477592" sldId="349"/>
            <ac:picMk id="9" creationId="{DF246A64-8781-491F-87B5-A9819E4B7880}"/>
          </ac:picMkLst>
        </pc:picChg>
        <pc:picChg chg="mod">
          <ac:chgData name="MADNEETA SINGH" userId="ba487e41d220043c" providerId="LiveId" clId="{5A03740D-DF23-4F89-A01C-A0EB2FB81D7E}" dt="2022-12-24T10:15:59.776" v="516" actId="2711"/>
          <ac:picMkLst>
            <pc:docMk/>
            <pc:sldMk cId="3257477592" sldId="349"/>
            <ac:picMk id="5126" creationId="{346322A1-7256-40E3-AFE2-4816C2A9946E}"/>
          </ac:picMkLst>
        </pc:picChg>
      </pc:sldChg>
      <pc:sldChg chg="modSp mod">
        <pc:chgData name="MADNEETA SINGH" userId="ba487e41d220043c" providerId="LiveId" clId="{5A03740D-DF23-4F89-A01C-A0EB2FB81D7E}" dt="2022-12-26T10:06:21.821" v="558" actId="2711"/>
        <pc:sldMkLst>
          <pc:docMk/>
          <pc:sldMk cId="237499619" sldId="350"/>
        </pc:sldMkLst>
        <pc:spChg chg="mod">
          <ac:chgData name="MADNEETA SINGH" userId="ba487e41d220043c" providerId="LiveId" clId="{5A03740D-DF23-4F89-A01C-A0EB2FB81D7E}" dt="2022-12-23T16:13:14.576" v="465" actId="20577"/>
          <ac:spMkLst>
            <pc:docMk/>
            <pc:sldMk cId="237499619" sldId="350"/>
            <ac:spMk id="3" creationId="{00000000-0000-0000-0000-000000000000}"/>
          </ac:spMkLst>
        </pc:spChg>
        <pc:spChg chg="mod">
          <ac:chgData name="MADNEETA SINGH" userId="ba487e41d220043c" providerId="LiveId" clId="{5A03740D-DF23-4F89-A01C-A0EB2FB81D7E}" dt="2022-12-26T10:06:21.821" v="558" actId="2711"/>
          <ac:spMkLst>
            <pc:docMk/>
            <pc:sldMk cId="237499619" sldId="350"/>
            <ac:spMk id="7" creationId="{EE8848A3-4949-45B2-8CCF-B3ECA21DE740}"/>
          </ac:spMkLst>
        </pc:spChg>
      </pc:sldChg>
      <pc:sldChg chg="addSp delSp modSp new del mod">
        <pc:chgData name="MADNEETA SINGH" userId="ba487e41d220043c" providerId="LiveId" clId="{5A03740D-DF23-4F89-A01C-A0EB2FB81D7E}" dt="2022-12-21T07:21:57.337" v="188" actId="680"/>
        <pc:sldMkLst>
          <pc:docMk/>
          <pc:sldMk cId="2007426961" sldId="351"/>
        </pc:sldMkLst>
        <pc:spChg chg="add del">
          <ac:chgData name="MADNEETA SINGH" userId="ba487e41d220043c" providerId="LiveId" clId="{5A03740D-DF23-4F89-A01C-A0EB2FB81D7E}" dt="2022-12-21T07:21:55.480" v="181" actId="21"/>
          <ac:spMkLst>
            <pc:docMk/>
            <pc:sldMk cId="2007426961" sldId="351"/>
            <ac:spMk id="2" creationId="{DEA0FDC4-5D9D-80AB-8FCD-B267857809CB}"/>
          </ac:spMkLst>
        </pc:spChg>
        <pc:spChg chg="mod">
          <ac:chgData name="MADNEETA SINGH" userId="ba487e41d220043c" providerId="LiveId" clId="{5A03740D-DF23-4F89-A01C-A0EB2FB81D7E}" dt="2022-12-21T07:21:54.950" v="180" actId="1076"/>
          <ac:spMkLst>
            <pc:docMk/>
            <pc:sldMk cId="2007426961" sldId="351"/>
            <ac:spMk id="3" creationId="{D82766CE-7A4D-079B-1B04-160FE4CCF4DE}"/>
          </ac:spMkLst>
        </pc:spChg>
        <pc:spChg chg="add del mod">
          <ac:chgData name="MADNEETA SINGH" userId="ba487e41d220043c" providerId="LiveId" clId="{5A03740D-DF23-4F89-A01C-A0EB2FB81D7E}" dt="2022-12-21T07:21:56.864" v="186"/>
          <ac:spMkLst>
            <pc:docMk/>
            <pc:sldMk cId="2007426961" sldId="351"/>
            <ac:spMk id="8" creationId="{F3E84DB0-F860-02F3-C8BB-C08E598F731C}"/>
          </ac:spMkLst>
        </pc:spChg>
        <pc:picChg chg="add del mod">
          <ac:chgData name="MADNEETA SINGH" userId="ba487e41d220043c" providerId="LiveId" clId="{5A03740D-DF23-4F89-A01C-A0EB2FB81D7E}" dt="2022-12-21T07:21:57.084" v="187"/>
          <ac:picMkLst>
            <pc:docMk/>
            <pc:sldMk cId="2007426961" sldId="351"/>
            <ac:picMk id="7" creationId="{32816F7E-EC4F-1C5D-BDCF-B69DC3029A16}"/>
          </ac:picMkLst>
        </pc:picChg>
      </pc:sldChg>
      <pc:sldChg chg="addSp delSp modSp new mod">
        <pc:chgData name="MADNEETA SINGH" userId="ba487e41d220043c" providerId="LiveId" clId="{5A03740D-DF23-4F89-A01C-A0EB2FB81D7E}" dt="2022-12-26T10:07:43.151" v="580" actId="255"/>
        <pc:sldMkLst>
          <pc:docMk/>
          <pc:sldMk cId="3015973259" sldId="351"/>
        </pc:sldMkLst>
        <pc:spChg chg="del">
          <ac:chgData name="MADNEETA SINGH" userId="ba487e41d220043c" providerId="LiveId" clId="{5A03740D-DF23-4F89-A01C-A0EB2FB81D7E}" dt="2022-12-21T07:24:28.501" v="213" actId="21"/>
          <ac:spMkLst>
            <pc:docMk/>
            <pc:sldMk cId="3015973259" sldId="351"/>
            <ac:spMk id="2" creationId="{DA2F7AFE-01EA-AF3A-2727-3C03BFAE67A1}"/>
          </ac:spMkLst>
        </pc:spChg>
        <pc:spChg chg="mod">
          <ac:chgData name="MADNEETA SINGH" userId="ba487e41d220043c" providerId="LiveId" clId="{5A03740D-DF23-4F89-A01C-A0EB2FB81D7E}" dt="2022-12-23T16:14:27.916" v="486" actId="2710"/>
          <ac:spMkLst>
            <pc:docMk/>
            <pc:sldMk cId="3015973259" sldId="351"/>
            <ac:spMk id="3" creationId="{8CFFD807-E41E-FCF9-19C5-4046177B43D8}"/>
          </ac:spMkLst>
        </pc:spChg>
        <pc:spChg chg="add mod">
          <ac:chgData name="MADNEETA SINGH" userId="ba487e41d220043c" providerId="LiveId" clId="{5A03740D-DF23-4F89-A01C-A0EB2FB81D7E}" dt="2022-12-26T10:07:43.151" v="580" actId="255"/>
          <ac:spMkLst>
            <pc:docMk/>
            <pc:sldMk cId="3015973259" sldId="351"/>
            <ac:spMk id="9" creationId="{0C604535-708E-368A-6AC1-5A41E5FCD490}"/>
          </ac:spMkLst>
        </pc:spChg>
        <pc:picChg chg="add mod">
          <ac:chgData name="MADNEETA SINGH" userId="ba487e41d220043c" providerId="LiveId" clId="{5A03740D-DF23-4F89-A01C-A0EB2FB81D7E}" dt="2022-12-21T07:27:44.545" v="243"/>
          <ac:picMkLst>
            <pc:docMk/>
            <pc:sldMk cId="3015973259" sldId="351"/>
            <ac:picMk id="7" creationId="{3BE9001E-8484-3CCF-717A-4E90215F3806}"/>
          </ac:picMkLst>
        </pc:picChg>
        <pc:picChg chg="add del mod">
          <ac:chgData name="MADNEETA SINGH" userId="ba487e41d220043c" providerId="LiveId" clId="{5A03740D-DF23-4F89-A01C-A0EB2FB81D7E}" dt="2022-12-21T07:27:55.526" v="245"/>
          <ac:picMkLst>
            <pc:docMk/>
            <pc:sldMk cId="3015973259" sldId="351"/>
            <ac:picMk id="8" creationId="{7F1223FC-6F14-FB9D-943B-4931D8E844FE}"/>
          </ac:picMkLst>
        </pc:picChg>
      </pc:sldChg>
      <pc:sldChg chg="addSp delSp modSp new mod">
        <pc:chgData name="MADNEETA SINGH" userId="ba487e41d220043c" providerId="LiveId" clId="{5A03740D-DF23-4F89-A01C-A0EB2FB81D7E}" dt="2022-12-26T10:09:08.240" v="607" actId="255"/>
        <pc:sldMkLst>
          <pc:docMk/>
          <pc:sldMk cId="1608272089" sldId="352"/>
        </pc:sldMkLst>
        <pc:spChg chg="del">
          <ac:chgData name="MADNEETA SINGH" userId="ba487e41d220043c" providerId="LiveId" clId="{5A03740D-DF23-4F89-A01C-A0EB2FB81D7E}" dt="2022-12-21T10:08:21.073" v="280" actId="21"/>
          <ac:spMkLst>
            <pc:docMk/>
            <pc:sldMk cId="1608272089" sldId="352"/>
            <ac:spMk id="2" creationId="{13C3D10C-E85D-C4D4-7A66-6D5E32D294C3}"/>
          </ac:spMkLst>
        </pc:spChg>
        <pc:spChg chg="mod">
          <ac:chgData name="MADNEETA SINGH" userId="ba487e41d220043c" providerId="LiveId" clId="{5A03740D-DF23-4F89-A01C-A0EB2FB81D7E}" dt="2022-12-23T16:15:11.011" v="491" actId="14100"/>
          <ac:spMkLst>
            <pc:docMk/>
            <pc:sldMk cId="1608272089" sldId="352"/>
            <ac:spMk id="3" creationId="{C518E571-B6AE-37F9-5AF6-C505E003C24A}"/>
          </ac:spMkLst>
        </pc:spChg>
        <pc:spChg chg="add del mod">
          <ac:chgData name="MADNEETA SINGH" userId="ba487e41d220043c" providerId="LiveId" clId="{5A03740D-DF23-4F89-A01C-A0EB2FB81D7E}" dt="2022-12-21T10:08:27.523" v="283"/>
          <ac:spMkLst>
            <pc:docMk/>
            <pc:sldMk cId="1608272089" sldId="352"/>
            <ac:spMk id="7" creationId="{C716AD52-16C6-783E-3530-859C1C6305AB}"/>
          </ac:spMkLst>
        </pc:spChg>
        <pc:spChg chg="add mod">
          <ac:chgData name="MADNEETA SINGH" userId="ba487e41d220043c" providerId="LiveId" clId="{5A03740D-DF23-4F89-A01C-A0EB2FB81D7E}" dt="2022-12-26T10:09:08.240" v="607" actId="255"/>
          <ac:spMkLst>
            <pc:docMk/>
            <pc:sldMk cId="1608272089" sldId="352"/>
            <ac:spMk id="8" creationId="{A18C0B5B-86B1-1A70-1913-B1F067FD190D}"/>
          </ac:spMkLst>
        </pc:spChg>
        <pc:picChg chg="add mod">
          <ac:chgData name="MADNEETA SINGH" userId="ba487e41d220043c" providerId="LiveId" clId="{5A03740D-DF23-4F89-A01C-A0EB2FB81D7E}" dt="2022-12-21T10:12:16.043" v="348" actId="14100"/>
          <ac:picMkLst>
            <pc:docMk/>
            <pc:sldMk cId="1608272089" sldId="352"/>
            <ac:picMk id="9" creationId="{4A01B642-6504-675E-93F6-D215C1D7BCA4}"/>
          </ac:picMkLst>
        </pc:picChg>
      </pc:sldChg>
      <pc:sldMasterChg chg="modSldLayout">
        <pc:chgData name="MADNEETA SINGH" userId="ba487e41d220043c" providerId="LiveId" clId="{5A03740D-DF23-4F89-A01C-A0EB2FB81D7E}" dt="2022-12-26T10:19:04.766" v="642" actId="20577"/>
        <pc:sldMasterMkLst>
          <pc:docMk/>
          <pc:sldMasterMk cId="0" sldId="2147483648"/>
        </pc:sldMasterMkLst>
        <pc:sldLayoutChg chg="modSp mod">
          <pc:chgData name="MADNEETA SINGH" userId="ba487e41d220043c" providerId="LiveId" clId="{5A03740D-DF23-4F89-A01C-A0EB2FB81D7E}" dt="2022-12-26T10:19:04.766" v="642" actId="20577"/>
          <pc:sldLayoutMkLst>
            <pc:docMk/>
            <pc:sldMasterMk cId="0" sldId="2147483648"/>
            <pc:sldLayoutMk cId="0" sldId="2147483650"/>
          </pc:sldLayoutMkLst>
          <pc:spChg chg="mod">
            <ac:chgData name="MADNEETA SINGH" userId="ba487e41d220043c" providerId="LiveId" clId="{5A03740D-DF23-4F89-A01C-A0EB2FB81D7E}" dt="2022-12-26T10:18:35.825" v="638" actId="113"/>
            <ac:spMkLst>
              <pc:docMk/>
              <pc:sldMasterMk cId="0" sldId="2147483648"/>
              <pc:sldLayoutMk cId="0" sldId="2147483650"/>
              <ac:spMk id="2" creationId="{00000000-0000-0000-0000-000000000000}"/>
            </ac:spMkLst>
          </pc:spChg>
          <pc:spChg chg="mod">
            <ac:chgData name="MADNEETA SINGH" userId="ba487e41d220043c" providerId="LiveId" clId="{5A03740D-DF23-4F89-A01C-A0EB2FB81D7E}" dt="2022-12-26T10:19:04.766" v="642" actId="20577"/>
            <ac:spMkLst>
              <pc:docMk/>
              <pc:sldMasterMk cId="0" sldId="2147483648"/>
              <pc:sldLayoutMk cId="0" sldId="2147483650"/>
              <ac:spMk id="3" creationId="{00000000-0000-0000-0000-000000000000}"/>
            </ac:spMkLst>
          </pc:spChg>
        </pc:sldLayoutChg>
      </pc:sldMasterChg>
    </pc:docChg>
  </pc:docChgLst>
  <pc:docChgLst>
    <pc:chgData name="MADNEETA SINGH" userId="ba487e41d220043c" providerId="LiveId" clId="{E93333BB-CC67-4D05-AA1E-3E03CD078D7B}"/>
    <pc:docChg chg="custSel modSld">
      <pc:chgData name="MADNEETA SINGH" userId="ba487e41d220043c" providerId="LiveId" clId="{E93333BB-CC67-4D05-AA1E-3E03CD078D7B}" dt="2023-02-09T04:20:50.524" v="2" actId="313"/>
      <pc:docMkLst>
        <pc:docMk/>
      </pc:docMkLst>
      <pc:sldChg chg="modSp mod">
        <pc:chgData name="MADNEETA SINGH" userId="ba487e41d220043c" providerId="LiveId" clId="{E93333BB-CC67-4D05-AA1E-3E03CD078D7B}" dt="2023-02-09T04:16:22.695" v="1" actId="20577"/>
        <pc:sldMkLst>
          <pc:docMk/>
          <pc:sldMk cId="3919311891" sldId="273"/>
        </pc:sldMkLst>
        <pc:spChg chg="mod">
          <ac:chgData name="MADNEETA SINGH" userId="ba487e41d220043c" providerId="LiveId" clId="{E93333BB-CC67-4D05-AA1E-3E03CD078D7B}" dt="2023-02-09T04:16:22.695" v="1" actId="20577"/>
          <ac:spMkLst>
            <pc:docMk/>
            <pc:sldMk cId="3919311891" sldId="273"/>
            <ac:spMk id="3" creationId="{00000000-0000-0000-0000-000000000000}"/>
          </ac:spMkLst>
        </pc:spChg>
      </pc:sldChg>
      <pc:sldChg chg="modSp mod">
        <pc:chgData name="MADNEETA SINGH" userId="ba487e41d220043c" providerId="LiveId" clId="{E93333BB-CC67-4D05-AA1E-3E03CD078D7B}" dt="2023-02-09T04:20:50.524" v="2" actId="313"/>
        <pc:sldMkLst>
          <pc:docMk/>
          <pc:sldMk cId="3919311891" sldId="293"/>
        </pc:sldMkLst>
        <pc:spChg chg="mod">
          <ac:chgData name="MADNEETA SINGH" userId="ba487e41d220043c" providerId="LiveId" clId="{E93333BB-CC67-4D05-AA1E-3E03CD078D7B}" dt="2023-02-09T04:20:50.524" v="2" actId="313"/>
          <ac:spMkLst>
            <pc:docMk/>
            <pc:sldMk cId="3919311891" sldId="29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9B5B96-5302-4F4C-B078-C68F721F132E}" type="datetimeFigureOut">
              <a:rPr lang="en-US" smtClean="0"/>
              <a:pPr/>
              <a:t>5/1/2026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20503D-0AF0-4B2F-98EE-D9EEBBF86CB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70412"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6</a:t>
            </a:fld>
            <a:endParaRPr lang="en-US" altLang="en-US">
              <a:latin typeface="Calibri" panose="020F0502020204030204" pitchFamily="34" charset="0"/>
            </a:endParaRPr>
          </a:p>
        </p:txBody>
      </p:sp>
    </p:spTree>
    <p:extLst>
      <p:ext uri="{BB962C8B-B14F-4D97-AF65-F5344CB8AC3E}">
        <p14:creationId xmlns:p14="http://schemas.microsoft.com/office/powerpoint/2010/main" val="3325619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8</a:t>
            </a:fld>
            <a:endParaRPr lang="en-US" altLang="en-US">
              <a:latin typeface="Calibri" panose="020F0502020204030204" pitchFamily="34" charset="0"/>
            </a:endParaRPr>
          </a:p>
        </p:txBody>
      </p:sp>
    </p:spTree>
    <p:extLst>
      <p:ext uri="{BB962C8B-B14F-4D97-AF65-F5344CB8AC3E}">
        <p14:creationId xmlns:p14="http://schemas.microsoft.com/office/powerpoint/2010/main" val="3755335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10</a:t>
            </a:fld>
            <a:endParaRPr lang="en-US" altLang="en-US">
              <a:latin typeface="Calibri" panose="020F0502020204030204" pitchFamily="34" charset="0"/>
            </a:endParaRPr>
          </a:p>
        </p:txBody>
      </p:sp>
    </p:spTree>
    <p:extLst>
      <p:ext uri="{BB962C8B-B14F-4D97-AF65-F5344CB8AC3E}">
        <p14:creationId xmlns:p14="http://schemas.microsoft.com/office/powerpoint/2010/main" val="2783139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9B1642F-E42A-48FA-B34C-37F2223A5ED7}" type="slidenum">
              <a:rPr lang="en-US" smtClean="0"/>
              <a:pPr/>
              <a:t>70</a:t>
            </a:fld>
            <a:endParaRPr lang="en-US"/>
          </a:p>
        </p:txBody>
      </p:sp>
    </p:spTree>
    <p:extLst>
      <p:ext uri="{BB962C8B-B14F-4D97-AF65-F5344CB8AC3E}">
        <p14:creationId xmlns:p14="http://schemas.microsoft.com/office/powerpoint/2010/main" val="3911717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C10785-C2FA-427C-9C3A-3904A9AB10EA}"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1"/>
            </a:lvl1pPr>
          </a:lstStyle>
          <a:p>
            <a:r>
              <a:rPr lang="en-US" dirty="0"/>
              <a:t>Click to edit Master title style</a:t>
            </a:r>
          </a:p>
        </p:txBody>
      </p:sp>
      <p:sp>
        <p:nvSpPr>
          <p:cNvPr id="3" name="Content Placeholder 2"/>
          <p:cNvSpPr>
            <a:spLocks noGrp="1"/>
          </p:cNvSpPr>
          <p:nvPr>
            <p:ph idx="1"/>
          </p:nvPr>
        </p:nvSpPr>
        <p:spPr/>
        <p:txBody>
          <a:bodyPr/>
          <a:lstStyle>
            <a:lvl1pPr>
              <a:defRPr sz="22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p:txBody>
          <a:bodyPr/>
          <a:lstStyle/>
          <a:p>
            <a:fld id="{4F8960D2-C873-4C8C-9812-4F03A57F31A7}"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843D0-CD43-4E6C-9BAE-609AE27CD98E}"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A5A886-8DEB-47E5-BC6F-7E7012DA3D22}" type="datetime1">
              <a:rPr lang="en-US" smtClean="0"/>
              <a:t>5/1/2026</a:t>
            </a:fld>
            <a:endParaRPr lang="en-US"/>
          </a:p>
        </p:txBody>
      </p:sp>
      <p:sp>
        <p:nvSpPr>
          <p:cNvPr id="6" name="Footer Placeholder 5"/>
          <p:cNvSpPr>
            <a:spLocks noGrp="1"/>
          </p:cNvSpPr>
          <p:nvPr>
            <p:ph type="ftr" sz="quarter" idx="11"/>
          </p:nvPr>
        </p:nvSpPr>
        <p:spPr/>
        <p:txBody>
          <a:bodyPr/>
          <a:lstStyle/>
          <a:p>
            <a:r>
              <a:rPr lang="fi-FI"/>
              <a:t>Mr. Minhaj Nezami    AOE0861    TQM    Unit-1                         </a:t>
            </a:r>
            <a:endParaRPr lang="en-US" dirty="0"/>
          </a:p>
        </p:txBody>
      </p:sp>
      <p:sp>
        <p:nvSpPr>
          <p:cNvPr id="7" name="Slide Number Placeholder 6"/>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F92A84D-B947-437F-B6A8-0B27915E179E}" type="datetime1">
              <a:rPr lang="en-US" smtClean="0"/>
              <a:t>5/1/2026</a:t>
            </a:fld>
            <a:endParaRPr lang="en-US"/>
          </a:p>
        </p:txBody>
      </p:sp>
      <p:sp>
        <p:nvSpPr>
          <p:cNvPr id="8" name="Footer Placeholder 7"/>
          <p:cNvSpPr>
            <a:spLocks noGrp="1"/>
          </p:cNvSpPr>
          <p:nvPr>
            <p:ph type="ftr" sz="quarter" idx="11"/>
          </p:nvPr>
        </p:nvSpPr>
        <p:spPr/>
        <p:txBody>
          <a:bodyPr/>
          <a:lstStyle/>
          <a:p>
            <a:r>
              <a:rPr lang="fi-FI"/>
              <a:t>Mr. Minhaj Nezami    AOE0861    TQM    Unit-1                         </a:t>
            </a:r>
            <a:endParaRPr lang="en-US" dirty="0"/>
          </a:p>
        </p:txBody>
      </p:sp>
      <p:sp>
        <p:nvSpPr>
          <p:cNvPr id="9" name="Slide Number Placeholder 8"/>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B42FD10-B44E-4E03-88D4-2A318080B0F0}" type="datetime1">
              <a:rPr lang="en-US" smtClean="0"/>
              <a:t>5/1/2026</a:t>
            </a:fld>
            <a:endParaRPr lang="en-US"/>
          </a:p>
        </p:txBody>
      </p:sp>
      <p:sp>
        <p:nvSpPr>
          <p:cNvPr id="4" name="Footer Placeholder 3"/>
          <p:cNvSpPr>
            <a:spLocks noGrp="1"/>
          </p:cNvSpPr>
          <p:nvPr>
            <p:ph type="ftr" sz="quarter" idx="11"/>
          </p:nvPr>
        </p:nvSpPr>
        <p:spPr/>
        <p:txBody>
          <a:bodyPr/>
          <a:lstStyle/>
          <a:p>
            <a:r>
              <a:rPr lang="fi-FI"/>
              <a:t>Mr. Minhaj Nezami    AOE0861    TQM    Unit-1                         </a:t>
            </a:r>
            <a:endParaRPr lang="en-US" dirty="0"/>
          </a:p>
        </p:txBody>
      </p:sp>
      <p:sp>
        <p:nvSpPr>
          <p:cNvPr id="5" name="Slide Number Placeholder 4"/>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B4D429-E9CD-4877-AF0A-5FB8D654873B}" type="datetime1">
              <a:rPr lang="en-US" smtClean="0"/>
              <a:t>5/1/2026</a:t>
            </a:fld>
            <a:endParaRPr lang="en-US"/>
          </a:p>
        </p:txBody>
      </p:sp>
      <p:sp>
        <p:nvSpPr>
          <p:cNvPr id="3" name="Footer Placeholder 2"/>
          <p:cNvSpPr>
            <a:spLocks noGrp="1"/>
          </p:cNvSpPr>
          <p:nvPr>
            <p:ph type="ftr" sz="quarter" idx="11"/>
          </p:nvPr>
        </p:nvSpPr>
        <p:spPr/>
        <p:txBody>
          <a:bodyPr/>
          <a:lstStyle/>
          <a:p>
            <a:r>
              <a:rPr lang="fi-FI"/>
              <a:t>Mr. Minhaj Nezami    AOE0861    TQM    Unit-1                         </a:t>
            </a:r>
            <a:endParaRPr lang="en-US" dirty="0"/>
          </a:p>
        </p:txBody>
      </p:sp>
      <p:sp>
        <p:nvSpPr>
          <p:cNvPr id="4" name="Slide Number Placeholder 3"/>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B69194-45DE-4F0E-A79C-445FF7B7D9CE}" type="datetime1">
              <a:rPr lang="en-US" smtClean="0"/>
              <a:t>5/1/2026</a:t>
            </a:fld>
            <a:endParaRPr lang="en-US"/>
          </a:p>
        </p:txBody>
      </p:sp>
      <p:sp>
        <p:nvSpPr>
          <p:cNvPr id="6" name="Footer Placeholder 5"/>
          <p:cNvSpPr>
            <a:spLocks noGrp="1"/>
          </p:cNvSpPr>
          <p:nvPr>
            <p:ph type="ftr" sz="quarter" idx="11"/>
          </p:nvPr>
        </p:nvSpPr>
        <p:spPr/>
        <p:txBody>
          <a:bodyPr/>
          <a:lstStyle/>
          <a:p>
            <a:r>
              <a:rPr lang="fi-FI"/>
              <a:t>Mr. Minhaj Nezami    AOE0861    TQM    Unit-1                         </a:t>
            </a:r>
            <a:endParaRPr lang="en-US" dirty="0"/>
          </a:p>
        </p:txBody>
      </p:sp>
      <p:sp>
        <p:nvSpPr>
          <p:cNvPr id="7" name="Slide Number Placeholder 6"/>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CA308DA-3E13-4DFE-B5FA-D44DB560DB22}" type="datetime1">
              <a:rPr lang="en-US" smtClean="0"/>
              <a:t>5/1/2026</a:t>
            </a:fld>
            <a:endParaRPr lang="en-US"/>
          </a:p>
        </p:txBody>
      </p:sp>
      <p:sp>
        <p:nvSpPr>
          <p:cNvPr id="6" name="Footer Placeholder 5"/>
          <p:cNvSpPr>
            <a:spLocks noGrp="1"/>
          </p:cNvSpPr>
          <p:nvPr>
            <p:ph type="ftr" sz="quarter" idx="11"/>
          </p:nvPr>
        </p:nvSpPr>
        <p:spPr/>
        <p:txBody>
          <a:bodyPr/>
          <a:lstStyle/>
          <a:p>
            <a:r>
              <a:rPr lang="fi-FI"/>
              <a:t>Mr. Minhaj Nezami    AOE0861    TQM    Unit-1                         </a:t>
            </a:r>
            <a:endParaRPr lang="en-US" dirty="0"/>
          </a:p>
        </p:txBody>
      </p:sp>
      <p:sp>
        <p:nvSpPr>
          <p:cNvPr id="7" name="Slide Number Placeholder 6"/>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FAF8F8-412F-476C-95A8-4DC73B8CCCE8}"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A603A4-8C32-45D9-B946-38A3F98208E6}"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75FD952-F908-46E4-9F62-085A614C301A}"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Unit-1                         </a:t>
            </a:r>
            <a:endParaRPr lang="en-US" dirty="0"/>
          </a:p>
        </p:txBody>
      </p:sp>
      <p:sp>
        <p:nvSpPr>
          <p:cNvPr id="6" name="Slide Number Placeholder 5"/>
          <p:cNvSpPr>
            <a:spLocks noGrp="1"/>
          </p:cNvSpPr>
          <p:nvPr>
            <p:ph type="sldNum" sz="quarter" idx="12"/>
          </p:nvPr>
        </p:nvSpPr>
        <p:spPr/>
        <p:txBody>
          <a:bodyPr/>
          <a:lstStyle/>
          <a:p>
            <a:fld id="{6F9321E1-CE2D-48AA-BDE6-A6B4CFB39523}" type="slidenum">
              <a:rPr lang="en-US" smtClean="0"/>
              <a:pPr/>
              <a:t>‹#›</a:t>
            </a:fld>
            <a:endParaRPr lang="en-US"/>
          </a:p>
        </p:txBody>
      </p:sp>
    </p:spTree>
    <p:extLst>
      <p:ext uri="{BB962C8B-B14F-4D97-AF65-F5344CB8AC3E}">
        <p14:creationId xmlns:p14="http://schemas.microsoft.com/office/powerpoint/2010/main" val="3217602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B6E465-4265-4883-9763-44116B05F9CB}" type="datetime1">
              <a:rPr lang="en-US" smtClean="0"/>
              <a:t>5/1/2026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a:t>Mr. Minhaj Nezami    AOE0861    TQM    Unit-1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B34E6-0086-427D-A404-3B2A6BB81F1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techtarget.com/searchdatacenter/definition/infrastructure"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hyperlink" Target="https://www.researchgate.net/publication/318654507_Total_Quality_Management_Notes" TargetMode="External"/><Relationship Id="rId3" Type="http://schemas.openxmlformats.org/officeDocument/2006/relationships/hyperlink" Target="https://www.youtube.com/watch?v=yWlAOFs04go" TargetMode="External"/><Relationship Id="rId7" Type="http://schemas.openxmlformats.org/officeDocument/2006/relationships/hyperlink" Target="https://www.youtube.com/watch?v=HkdoR-NNEoI" TargetMode="External"/><Relationship Id="rId2" Type="http://schemas.openxmlformats.org/officeDocument/2006/relationships/hyperlink" Target="https://www.youtube.com/watch?v=Q3EOCAuExJU" TargetMode="External"/><Relationship Id="rId1" Type="http://schemas.openxmlformats.org/officeDocument/2006/relationships/slideLayout" Target="../slideLayouts/slideLayout2.xml"/><Relationship Id="rId6" Type="http://schemas.openxmlformats.org/officeDocument/2006/relationships/hyperlink" Target="https://www.youtube.com/watch?v=2ePeXePNLrs" TargetMode="External"/><Relationship Id="rId5" Type="http://schemas.openxmlformats.org/officeDocument/2006/relationships/hyperlink" Target="https://www.youtube.com/watch?v=qb3mvJ1gb9g" TargetMode="External"/><Relationship Id="rId10" Type="http://schemas.openxmlformats.org/officeDocument/2006/relationships/image" Target="../media/image1.png"/><Relationship Id="rId4" Type="http://schemas.openxmlformats.org/officeDocument/2006/relationships/hyperlink" Target="https://www.youtube.com/watch?v=QifqIoUNTJM" TargetMode="External"/><Relationship Id="rId9" Type="http://schemas.openxmlformats.org/officeDocument/2006/relationships/hyperlink" Target="http://www.mescenter.ru/images/abook_file/Total_Quality_Management_and_Six_Sigma.pdf" TargetMode="Externa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researchgate.net/publication/318654507_Total_Quality_Management_Notes"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1524017"/>
            <a:ext cx="6400800" cy="656358"/>
          </a:xfrm>
        </p:spPr>
        <p:style>
          <a:lnRef idx="2">
            <a:schemeClr val="accent5"/>
          </a:lnRef>
          <a:fillRef idx="1">
            <a:schemeClr val="lt1"/>
          </a:fillRef>
          <a:effectRef idx="0">
            <a:schemeClr val="accent5"/>
          </a:effectRef>
          <a:fontRef idx="minor">
            <a:schemeClr val="dk1"/>
          </a:fontRef>
        </p:style>
        <p:txBody>
          <a:bodyPr>
            <a:normAutofit/>
          </a:bodyPr>
          <a:lstStyle/>
          <a:p>
            <a:r>
              <a:rPr lang="en-US" sz="2400" b="1" dirty="0">
                <a:solidFill>
                  <a:schemeClr val="tx1"/>
                </a:solidFill>
                <a:latin typeface="Times New Roman" pitchFamily="18" charset="0"/>
                <a:cs typeface="Times New Roman" pitchFamily="18" charset="0"/>
              </a:rPr>
              <a:t>Introduction to Quality Management</a:t>
            </a:r>
          </a:p>
        </p:txBody>
      </p:sp>
      <p:sp>
        <p:nvSpPr>
          <p:cNvPr id="6" name="Subtitle 2"/>
          <p:cNvSpPr txBox="1">
            <a:spLocks/>
          </p:cNvSpPr>
          <p:nvPr/>
        </p:nvSpPr>
        <p:spPr>
          <a:xfrm>
            <a:off x="4267200" y="3810001"/>
            <a:ext cx="4648200" cy="1905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latin typeface="Times New Roman" pitchFamily="18" charset="0"/>
                <a:cs typeface="Times New Roman" pitchFamily="18" charset="0"/>
              </a:rPr>
              <a:t>Faculty Name – Mr. Minhaj Nezami</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latin typeface="Times New Roman" pitchFamily="18" charset="0"/>
                <a:cs typeface="Times New Roman" pitchFamily="18" charset="0"/>
              </a:rPr>
              <a:t>Assistant Professor</a:t>
            </a:r>
            <a:r>
              <a:rPr kumimoji="0" lang="en-US" sz="2400" b="0" i="0" u="none" strike="noStrike" kern="1200" cap="none" spc="0" normalizeH="0" noProof="0" dirty="0">
                <a:ln>
                  <a:noFill/>
                </a:ln>
                <a:solidFill>
                  <a:schemeClr val="tx1"/>
                </a:solidFill>
                <a:effectLst/>
                <a:uLnTx/>
                <a:uFillTx/>
                <a:latin typeface="Times New Roman" pitchFamily="18" charset="0"/>
                <a:cs typeface="Times New Roman" pitchFamily="18" charset="0"/>
              </a:rPr>
              <a:t>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baseline="0" dirty="0">
                <a:solidFill>
                  <a:schemeClr val="tx1"/>
                </a:solidFill>
                <a:latin typeface="Times New Roman" pitchFamily="18" charset="0"/>
                <a:cs typeface="Times New Roman" pitchFamily="18" charset="0"/>
              </a:rPr>
              <a:t>Department - IT</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9" name="Date Placeholder 8"/>
          <p:cNvSpPr>
            <a:spLocks noGrp="1"/>
          </p:cNvSpPr>
          <p:nvPr>
            <p:ph type="dt" sz="half" idx="10"/>
          </p:nvPr>
        </p:nvSpPr>
        <p:spPr>
          <a:xfrm>
            <a:off x="381000" y="6492890"/>
            <a:ext cx="2133600" cy="365125"/>
          </a:xfrm>
        </p:spPr>
        <p:txBody>
          <a:bodyPr/>
          <a:lstStyle/>
          <a:p>
            <a:fld id="{01F6788A-1C41-43C1-B2CE-9B7A143AE3E6}" type="datetime1">
              <a:rPr lang="en-US" smtClean="0"/>
              <a:t>5/1/2026</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Unit:</a:t>
            </a:r>
            <a:r>
              <a:rPr kumimoji="0" lang="en-US" sz="2400" b="0" i="0" u="none" strike="noStrike" kern="1200" cap="none" spc="0" normalizeH="0" noProof="0" dirty="0">
                <a:ln>
                  <a:noFill/>
                </a:ln>
                <a:solidFill>
                  <a:schemeClr val="tx1"/>
                </a:solidFill>
                <a:effectLst/>
                <a:uLnTx/>
                <a:uFillTx/>
                <a:latin typeface="Times New Roman" pitchFamily="18" charset="0"/>
                <a:cs typeface="Times New Roman" pitchFamily="18" charset="0"/>
              </a:rPr>
              <a:t> </a:t>
            </a:r>
            <a:r>
              <a:rPr lang="en-US" sz="2400" dirty="0">
                <a:solidFill>
                  <a:schemeClr val="tx1"/>
                </a:solidFill>
                <a:latin typeface="Times New Roman" pitchFamily="18" charset="0"/>
                <a:cs typeface="Times New Roman" pitchFamily="18" charset="0"/>
              </a:rPr>
              <a:t>1</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3" name="Footer Placeholder 12"/>
          <p:cNvSpPr>
            <a:spLocks noGrp="1"/>
          </p:cNvSpPr>
          <p:nvPr>
            <p:ph type="ftr" sz="quarter" idx="11"/>
          </p:nvPr>
        </p:nvSpPr>
        <p:spPr>
          <a:xfrm>
            <a:off x="2286000" y="6248415"/>
            <a:ext cx="5715000" cy="365125"/>
          </a:xfrm>
        </p:spPr>
        <p:txBody>
          <a:bodyPr/>
          <a:lstStyle/>
          <a:p>
            <a:r>
              <a:rPr lang="fi-FI" sz="2000"/>
              <a:t>Mr. Minhaj Nezami    AOE0861    TQM    Unit-1                         </a:t>
            </a:r>
            <a:endParaRPr lang="en-US" sz="2000" dirty="0"/>
          </a:p>
        </p:txBody>
      </p:sp>
      <p:sp>
        <p:nvSpPr>
          <p:cNvPr id="14" name="Subtitle 2"/>
          <p:cNvSpPr txBox="1">
            <a:spLocks/>
          </p:cNvSpPr>
          <p:nvPr/>
        </p:nvSpPr>
        <p:spPr>
          <a:xfrm>
            <a:off x="152400" y="3810001"/>
            <a:ext cx="39624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Subject</a:t>
            </a:r>
            <a:r>
              <a:rPr kumimoji="0" lang="en-US" sz="2400" b="0" i="0" u="none" strike="noStrike" kern="1200" cap="none" spc="0" normalizeH="0" noProof="0" dirty="0">
                <a:ln>
                  <a:noFill/>
                </a:ln>
                <a:solidFill>
                  <a:schemeClr val="tx1"/>
                </a:solidFill>
                <a:effectLst/>
                <a:uLnTx/>
                <a:uFillTx/>
                <a:latin typeface="Times New Roman" pitchFamily="18" charset="0"/>
                <a:cs typeface="Times New Roman" pitchFamily="18" charset="0"/>
              </a:rPr>
              <a:t> Name – Total Quality Management</a:t>
            </a:r>
            <a:endPar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
        <p:nvSpPr>
          <p:cNvPr id="15" name="Subtitle 2"/>
          <p:cNvSpPr txBox="1">
            <a:spLocks/>
          </p:cNvSpPr>
          <p:nvPr/>
        </p:nvSpPr>
        <p:spPr>
          <a:xfrm>
            <a:off x="152400" y="4876800"/>
            <a:ext cx="39624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Course</a:t>
            </a:r>
            <a:r>
              <a:rPr kumimoji="0" lang="en-US" sz="2400" b="0" i="0" u="none" strike="noStrike" kern="1200" cap="none" spc="0" normalizeH="0" noProof="0" dirty="0">
                <a:ln>
                  <a:noFill/>
                </a:ln>
                <a:solidFill>
                  <a:schemeClr val="tx1"/>
                </a:solidFill>
                <a:effectLst/>
                <a:uLnTx/>
                <a:uFillTx/>
                <a:latin typeface="Times New Roman" pitchFamily="18" charset="0"/>
                <a:cs typeface="Times New Roman" pitchFamily="18" charset="0"/>
              </a:rPr>
              <a:t> – </a:t>
            </a:r>
            <a:r>
              <a:rPr lang="en-US" sz="2400" dirty="0">
                <a:solidFill>
                  <a:schemeClr val="tx1"/>
                </a:solidFill>
                <a:latin typeface="Times New Roman" pitchFamily="18" charset="0"/>
                <a:cs typeface="Times New Roman" pitchFamily="18" charset="0"/>
              </a:rPr>
              <a:t>B</a:t>
            </a:r>
            <a:r>
              <a:rPr kumimoji="0" lang="en-US" sz="2400" b="0" i="0" u="none" strike="noStrike" kern="1200" cap="none" spc="0" normalizeH="0" noProof="0" dirty="0">
                <a:ln>
                  <a:noFill/>
                </a:ln>
                <a:solidFill>
                  <a:schemeClr val="tx1"/>
                </a:solidFill>
                <a:effectLst/>
                <a:uLnTx/>
                <a:uFillTx/>
                <a:latin typeface="Times New Roman" pitchFamily="18" charset="0"/>
                <a:cs typeface="Times New Roman" pitchFamily="18" charset="0"/>
              </a:rPr>
              <a:t>. Tech 8th </a:t>
            </a:r>
            <a:r>
              <a:rPr lang="en-US" sz="2400" dirty="0">
                <a:solidFill>
                  <a:schemeClr val="tx1"/>
                </a:solidFill>
                <a:latin typeface="Times New Roman" pitchFamily="18" charset="0"/>
                <a:cs typeface="Times New Roman" pitchFamily="18" charset="0"/>
              </a:rPr>
              <a:t>S</a:t>
            </a:r>
            <a:r>
              <a:rPr kumimoji="0" lang="en-US" sz="2400" b="0" i="0" u="none" strike="noStrike" kern="1200" cap="none" spc="0" normalizeH="0" noProof="0" dirty="0" err="1">
                <a:ln>
                  <a:noFill/>
                </a:ln>
                <a:solidFill>
                  <a:schemeClr val="tx1"/>
                </a:solidFill>
                <a:effectLst/>
                <a:uLnTx/>
                <a:uFillTx/>
                <a:latin typeface="Times New Roman" pitchFamily="18" charset="0"/>
                <a:cs typeface="Times New Roman" pitchFamily="18" charset="0"/>
              </a:rPr>
              <a:t>emester</a:t>
            </a:r>
            <a:r>
              <a:rPr kumimoji="0" lang="en-US" sz="2400" b="0" i="0" u="none" strike="noStrike" kern="1200" cap="none" spc="0" normalizeH="0" noProof="0" dirty="0">
                <a:ln>
                  <a:noFill/>
                </a:ln>
                <a:solidFill>
                  <a:schemeClr val="tx1"/>
                </a:solidFill>
                <a:effectLst/>
                <a:uLnTx/>
                <a:uFillTx/>
                <a:latin typeface="Times New Roman" pitchFamily="18" charset="0"/>
                <a:cs typeface="Times New Roman" pitchFamily="18" charset="0"/>
              </a:rPr>
              <a:t> </a:t>
            </a:r>
            <a:br>
              <a:rPr kumimoji="0" lang="en-US" sz="2000" b="0" i="0" u="none" strike="noStrike" kern="1200" cap="none" spc="0" normalizeH="0" noProof="0" dirty="0">
                <a:ln>
                  <a:noFill/>
                </a:ln>
                <a:solidFill>
                  <a:schemeClr val="tx1"/>
                </a:solidFill>
                <a:effectLst/>
                <a:uLnTx/>
                <a:uFillTx/>
                <a:latin typeface="Times New Roman" pitchFamily="18" charset="0"/>
                <a:cs typeface="Times New Roman" pitchFamily="18" charset="0"/>
              </a:rPr>
            </a:br>
            <a:endParaRPr kumimoji="0" lang="en-US" sz="20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pic>
        <p:nvPicPr>
          <p:cNvPr id="5" name="Picture 4"/>
          <p:cNvPicPr>
            <a:picLocks noChangeAspect="1"/>
          </p:cNvPicPr>
          <p:nvPr/>
        </p:nvPicPr>
        <p:blipFill>
          <a:blip r:embed="rId3"/>
          <a:stretch>
            <a:fillRect/>
          </a:stretch>
        </p:blipFill>
        <p:spPr>
          <a:xfrm>
            <a:off x="30018" y="25400"/>
            <a:ext cx="1755800" cy="1024217"/>
          </a:xfrm>
          <a:prstGeom prst="rect">
            <a:avLst/>
          </a:prstGeom>
        </p:spPr>
      </p:pic>
      <p:pic>
        <p:nvPicPr>
          <p:cNvPr id="11" name="Picture 10"/>
          <p:cNvPicPr>
            <a:picLocks noChangeAspect="1"/>
          </p:cNvPicPr>
          <p:nvPr/>
        </p:nvPicPr>
        <p:blipFill>
          <a:blip r:embed="rId4"/>
          <a:stretch>
            <a:fillRect/>
          </a:stretch>
        </p:blipFill>
        <p:spPr>
          <a:xfrm>
            <a:off x="1785818" y="-36946"/>
            <a:ext cx="7378964" cy="1146147"/>
          </a:xfrm>
          <a:prstGeom prst="rect">
            <a:avLst/>
          </a:prstGeom>
        </p:spPr>
      </p:pic>
      <p:pic>
        <p:nvPicPr>
          <p:cNvPr id="7" name="Picture 6">
            <a:extLst>
              <a:ext uri="{FF2B5EF4-FFF2-40B4-BE49-F238E27FC236}">
                <a16:creationId xmlns:a16="http://schemas.microsoft.com/office/drawing/2014/main" id="{F0FB8174-1A0E-107F-6A46-FD4DFF3A8EE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40910" y="2199924"/>
            <a:ext cx="1295400" cy="15437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305800" cy="5181600"/>
          </a:xfrm>
        </p:spPr>
        <p:txBody>
          <a:bodyPr>
            <a:normAutofit/>
          </a:bodyPr>
          <a:lstStyle/>
          <a:p>
            <a:pPr>
              <a:buNone/>
            </a:pPr>
            <a:r>
              <a:rPr lang="en-US" sz="2200" dirty="0">
                <a:solidFill>
                  <a:schemeClr val="dk1"/>
                </a:solidFill>
                <a:latin typeface="Times New Roman" panose="02020603050405020304" pitchFamily="18" charset="0"/>
                <a:cs typeface="Times New Roman" panose="02020603050405020304" pitchFamily="18" charset="0"/>
              </a:rPr>
              <a:t>            </a:t>
            </a:r>
            <a:endParaRPr lang="en-US" sz="2400" spc="-5" dirty="0">
              <a:solidFill>
                <a:srgbClr val="000000"/>
              </a:solidFill>
              <a:latin typeface="Georgia"/>
              <a:cs typeface="Georgia"/>
            </a:endParaRPr>
          </a:p>
          <a:p>
            <a:endParaRPr lang="en-US" sz="2400" dirty="0">
              <a:solidFill>
                <a:schemeClr val="dk1"/>
              </a:solidFill>
              <a:latin typeface="Times New Roman" panose="02020603050405020304" pitchFamily="18" charset="0"/>
              <a:cs typeface="Times New Roman" panose="02020603050405020304" pitchFamily="18" charset="0"/>
            </a:endParaRPr>
          </a:p>
          <a:p>
            <a:pPr lvl="0"/>
            <a:endParaRPr lang="en-US" sz="2400" spc="-5" dirty="0">
              <a:solidFill>
                <a:srgbClr val="000000"/>
              </a:solidFill>
              <a:latin typeface="Georgia"/>
              <a:cs typeface="Georgia"/>
            </a:endParaRPr>
          </a:p>
          <a:p>
            <a:pPr lvl="0"/>
            <a:endParaRPr lang="en-US" sz="2200" dirty="0">
              <a:solidFill>
                <a:schemeClr val="dk1"/>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B134F27D-746C-4418-AA86-92000701087E}" type="datetime1">
              <a:rPr lang="en-US" smtClean="0"/>
              <a:t>5/1/2026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13" name="Footer Placeholder 12"/>
          <p:cNvSpPr>
            <a:spLocks noGrp="1"/>
          </p:cNvSpPr>
          <p:nvPr>
            <p:ph type="ftr" sz="quarter" idx="11"/>
          </p:nvPr>
        </p:nvSpPr>
        <p:spPr>
          <a:xfrm>
            <a:off x="2286000" y="6248415"/>
            <a:ext cx="5410200" cy="365125"/>
          </a:xfrm>
        </p:spPr>
        <p:txBody>
          <a:bodyPr/>
          <a:lstStyle/>
          <a:p>
            <a:r>
              <a:rPr lang="fi-FI" sz="2000"/>
              <a:t>Mr. Minhaj Nezami    AOE0861    TQM    Unit-1                         </a:t>
            </a:r>
            <a:endParaRPr lang="en-US" sz="2000" dirty="0"/>
          </a:p>
        </p:txBody>
      </p:sp>
      <p:pic>
        <p:nvPicPr>
          <p:cNvPr id="11" name="Picture 10"/>
          <p:cNvPicPr>
            <a:picLocks noChangeAspect="1"/>
          </p:cNvPicPr>
          <p:nvPr/>
        </p:nvPicPr>
        <p:blipFill>
          <a:blip r:embed="rId3"/>
          <a:stretch>
            <a:fillRect/>
          </a:stretch>
        </p:blipFill>
        <p:spPr>
          <a:xfrm>
            <a:off x="30018" y="25400"/>
            <a:ext cx="1755800" cy="1024217"/>
          </a:xfrm>
          <a:prstGeom prst="rect">
            <a:avLst/>
          </a:prstGeom>
        </p:spPr>
      </p:pic>
      <p:pic>
        <p:nvPicPr>
          <p:cNvPr id="9" name="Picture 8"/>
          <p:cNvPicPr>
            <a:picLocks noChangeAspect="1"/>
          </p:cNvPicPr>
          <p:nvPr/>
        </p:nvPicPr>
        <p:blipFill>
          <a:blip r:embed="rId4"/>
          <a:stretch>
            <a:fillRect/>
          </a:stretch>
        </p:blipFill>
        <p:spPr>
          <a:xfrm>
            <a:off x="1785818" y="-30480"/>
            <a:ext cx="7376799" cy="1060796"/>
          </a:xfrm>
          <a:prstGeom prst="rect">
            <a:avLst/>
          </a:prstGeom>
        </p:spPr>
      </p:pic>
      <p:pic>
        <p:nvPicPr>
          <p:cNvPr id="2" name="Picture 1"/>
          <p:cNvPicPr>
            <a:picLocks noChangeAspect="1"/>
          </p:cNvPicPr>
          <p:nvPr/>
        </p:nvPicPr>
        <p:blipFill>
          <a:blip r:embed="rId5"/>
          <a:stretch>
            <a:fillRect/>
          </a:stretch>
        </p:blipFill>
        <p:spPr>
          <a:xfrm>
            <a:off x="609600" y="1000125"/>
            <a:ext cx="8077200" cy="52038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C9B2DB9-5B01-4F31-91BC-F32C1ADBF505}"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graphicFrame>
        <p:nvGraphicFramePr>
          <p:cNvPr id="9" name="Content Placeholder 1"/>
          <p:cNvGraphicFramePr>
            <a:graphicFrameLocks/>
          </p:cNvGraphicFramePr>
          <p:nvPr>
            <p:extLst>
              <p:ext uri="{D42A27DB-BD31-4B8C-83A1-F6EECF244321}">
                <p14:modId xmlns:p14="http://schemas.microsoft.com/office/powerpoint/2010/main" val="2660619588"/>
              </p:ext>
            </p:extLst>
          </p:nvPr>
        </p:nvGraphicFramePr>
        <p:xfrm>
          <a:off x="479684" y="1066800"/>
          <a:ext cx="8359515" cy="4953000"/>
        </p:xfrm>
        <a:graphic>
          <a:graphicData uri="http://schemas.openxmlformats.org/drawingml/2006/table">
            <a:tbl>
              <a:tblPr>
                <a:tableStyleId>{93296810-A885-4BE3-A3E7-6D5BEEA58F35}</a:tableStyleId>
              </a:tblPr>
              <a:tblGrid>
                <a:gridCol w="1616502">
                  <a:extLst>
                    <a:ext uri="{9D8B030D-6E8A-4147-A177-3AD203B41FA5}">
                      <a16:colId xmlns:a16="http://schemas.microsoft.com/office/drawing/2014/main" val="20000"/>
                    </a:ext>
                  </a:extLst>
                </a:gridCol>
                <a:gridCol w="6743013">
                  <a:extLst>
                    <a:ext uri="{9D8B030D-6E8A-4147-A177-3AD203B41FA5}">
                      <a16:colId xmlns:a16="http://schemas.microsoft.com/office/drawing/2014/main" val="20001"/>
                    </a:ext>
                  </a:extLst>
                </a:gridCol>
              </a:tblGrid>
              <a:tr h="875000">
                <a:tc>
                  <a:txBody>
                    <a:bodyPr/>
                    <a:lstStyle/>
                    <a:p>
                      <a:r>
                        <a:rPr lang="en-US" sz="2200" u="none" dirty="0">
                          <a:latin typeface="Times New Roman" pitchFamily="18" charset="0"/>
                          <a:cs typeface="Times New Roman" pitchFamily="18" charset="0"/>
                        </a:rPr>
                        <a:t>AOE 0861.1</a:t>
                      </a:r>
                      <a:endParaRPr lang="en-US" sz="2200" b="0" u="none" dirty="0">
                        <a:solidFill>
                          <a:schemeClr val="bg1"/>
                        </a:solidFill>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342900" marR="0" lvl="0" indent="-342900" algn="l">
                        <a:lnSpc>
                          <a:spcPct val="115000"/>
                        </a:lnSpc>
                        <a:spcBef>
                          <a:spcPts val="0"/>
                        </a:spcBef>
                        <a:spcAft>
                          <a:spcPts val="0"/>
                        </a:spcAft>
                        <a:buFont typeface="+mj-lt"/>
                        <a:buNone/>
                      </a:pPr>
                      <a:r>
                        <a:rPr lang="en-US" sz="2200" u="none" dirty="0">
                          <a:latin typeface="Times New Roman" pitchFamily="18" charset="0"/>
                          <a:cs typeface="Times New Roman" pitchFamily="18" charset="0"/>
                        </a:rPr>
                        <a:t>To learn about common term Quality Concepts</a:t>
                      </a:r>
                    </a:p>
                    <a:p>
                      <a:pPr algn="l"/>
                      <a:endParaRPr lang="en-US" b="0" u="none" dirty="0">
                        <a:solidFill>
                          <a:schemeClr val="bg1"/>
                        </a:solidFill>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000"/>
                  </a:ext>
                </a:extLst>
              </a:tr>
              <a:tr h="1019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itchFamily="18" charset="0"/>
                          <a:cs typeface="Times New Roman" pitchFamily="18" charset="0"/>
                        </a:rPr>
                        <a:t>AOE0861.2</a:t>
                      </a:r>
                    </a:p>
                    <a:p>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latin typeface="Times New Roman" pitchFamily="18" charset="0"/>
                          <a:cs typeface="Times New Roman" pitchFamily="18" charset="0"/>
                        </a:rPr>
                        <a:t>To know QM principle</a:t>
                      </a:r>
                    </a:p>
                    <a:p>
                      <a:pPr algn="l"/>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019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itchFamily="18" charset="0"/>
                          <a:cs typeface="Times New Roman" pitchFamily="18" charset="0"/>
                        </a:rPr>
                        <a:t>AOE0861.3</a:t>
                      </a:r>
                    </a:p>
                    <a:p>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itchFamily="18" charset="0"/>
                          <a:cs typeface="Times New Roman" pitchFamily="18" charset="0"/>
                        </a:rPr>
                        <a:t>To understand the importance of different chart like P-charts and C-charts</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019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itchFamily="18" charset="0"/>
                          <a:cs typeface="Times New Roman" pitchFamily="18" charset="0"/>
                        </a:rPr>
                        <a:t>AOE0861.4</a:t>
                      </a:r>
                    </a:p>
                    <a:p>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latin typeface="Times New Roman" pitchFamily="18" charset="0"/>
                          <a:cs typeface="Times New Roman" pitchFamily="18" charset="0"/>
                        </a:rPr>
                        <a:t>To know new term PDCE cycle, 5S, Kaizen</a:t>
                      </a:r>
                    </a:p>
                    <a:p>
                      <a:pPr algn="l"/>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019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itchFamily="18" charset="0"/>
                          <a:cs typeface="Times New Roman" pitchFamily="18" charset="0"/>
                        </a:rPr>
                        <a:t>AOE0861.5</a:t>
                      </a:r>
                    </a:p>
                    <a:p>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latin typeface="Times New Roman" pitchFamily="18" charset="0"/>
                          <a:cs typeface="Times New Roman" pitchFamily="18" charset="0"/>
                        </a:rPr>
                        <a:t>To be aware about different ISO standards and JIT</a:t>
                      </a:r>
                    </a:p>
                    <a:p>
                      <a:pPr algn="l"/>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pic>
        <p:nvPicPr>
          <p:cNvPr id="2" name="Picture 1"/>
          <p:cNvPicPr>
            <a:picLocks noChangeAspect="1"/>
          </p:cNvPicPr>
          <p:nvPr/>
        </p:nvPicPr>
        <p:blipFill>
          <a:blip r:embed="rId3"/>
          <a:stretch>
            <a:fillRect/>
          </a:stretch>
        </p:blipFill>
        <p:spPr>
          <a:xfrm>
            <a:off x="1676400" y="-32327"/>
            <a:ext cx="7543800" cy="8961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06334" y="1083833"/>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p>
          </p:txBody>
        </p:sp>
      </p:grpSp>
      <p:sp>
        <p:nvSpPr>
          <p:cNvPr id="11" name="object 11"/>
          <p:cNvSpPr txBox="1"/>
          <p:nvPr/>
        </p:nvSpPr>
        <p:spPr>
          <a:xfrm>
            <a:off x="1207624" y="2157733"/>
            <a:ext cx="7479176" cy="635276"/>
          </a:xfrm>
          <a:prstGeom prst="rect">
            <a:avLst/>
          </a:prstGeom>
        </p:spPr>
        <p:txBody>
          <a:bodyPr vert="horz" wrap="square" lIns="0" tIns="52425" rIns="0" bIns="0" rtlCol="0">
            <a:spAutoFit/>
          </a:bodyPr>
          <a:lstStyle/>
          <a:p>
            <a:pPr marL="3096559" marR="4559" indent="-205715" algn="ctr">
              <a:lnSpc>
                <a:spcPct val="86200"/>
              </a:lnSpc>
              <a:spcBef>
                <a:spcPts val="412"/>
              </a:spcBef>
              <a:tabLst>
                <a:tab pos="3097129" algn="l"/>
              </a:tabLst>
            </a:pPr>
            <a:r>
              <a:rPr lang="en-US" sz="2200" b="1" dirty="0">
                <a:latin typeface="Times" pitchFamily="18" charset="0"/>
              </a:rPr>
              <a:t>To learn about common term related to Quality Concepts</a:t>
            </a:r>
          </a:p>
        </p:txBody>
      </p:sp>
      <p:sp>
        <p:nvSpPr>
          <p:cNvPr id="12" name="object 12"/>
          <p:cNvSpPr/>
          <p:nvPr/>
        </p:nvSpPr>
        <p:spPr>
          <a:xfrm>
            <a:off x="3983182" y="3429000"/>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p>
        </p:txBody>
      </p:sp>
      <p:sp>
        <p:nvSpPr>
          <p:cNvPr id="13" name="Date Placeholder 12"/>
          <p:cNvSpPr>
            <a:spLocks noGrp="1"/>
          </p:cNvSpPr>
          <p:nvPr>
            <p:ph type="dt" sz="half" idx="10"/>
          </p:nvPr>
        </p:nvSpPr>
        <p:spPr/>
        <p:txBody>
          <a:bodyPr/>
          <a:lstStyle/>
          <a:p>
            <a:fld id="{9B920508-525B-49B4-89E7-B703FAA202B5}" type="datetime1">
              <a:rPr lang="en-US" smtClean="0"/>
              <a:t>5/1/2026</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4</a:t>
            </a:fld>
            <a:endParaRPr lang="en-US"/>
          </a:p>
        </p:txBody>
      </p:sp>
      <p:sp>
        <p:nvSpPr>
          <p:cNvPr id="15" name="Footer Placeholder 14"/>
          <p:cNvSpPr>
            <a:spLocks noGrp="1"/>
          </p:cNvSpPr>
          <p:nvPr>
            <p:ph type="ftr" sz="quarter" idx="11"/>
          </p:nvPr>
        </p:nvSpPr>
        <p:spPr>
          <a:xfrm>
            <a:off x="1728951" y="6151828"/>
            <a:ext cx="6436522" cy="365125"/>
          </a:xfrm>
        </p:spPr>
        <p:txBody>
          <a:bodyPr/>
          <a:lstStyle/>
          <a:p>
            <a:r>
              <a:rPr lang="fi-FI" sz="2000"/>
              <a:t>Mr. Minhaj Nezami    AOE0861    TQM    Unit-1                         </a:t>
            </a:r>
            <a:endParaRPr lang="en-US" sz="2000" dirty="0"/>
          </a:p>
        </p:txBody>
      </p:sp>
      <p:pic>
        <p:nvPicPr>
          <p:cNvPr id="17" name="Picture 16"/>
          <p:cNvPicPr>
            <a:picLocks noChangeAspect="1"/>
          </p:cNvPicPr>
          <p:nvPr/>
        </p:nvPicPr>
        <p:blipFill>
          <a:blip r:embed="rId6"/>
          <a:stretch>
            <a:fillRect/>
          </a:stretch>
        </p:blipFill>
        <p:spPr>
          <a:xfrm>
            <a:off x="30018" y="25400"/>
            <a:ext cx="1755800" cy="1024217"/>
          </a:xfrm>
          <a:prstGeom prst="rect">
            <a:avLst/>
          </a:prstGeom>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1752600" y="-1995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Unit 1 Objective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890DAE0-B587-4731-B009-FABA00543A47}"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graphicFrame>
        <p:nvGraphicFramePr>
          <p:cNvPr id="9" name="Content Placeholder 1"/>
          <p:cNvGraphicFramePr>
            <a:graphicFrameLocks/>
          </p:cNvGraphicFramePr>
          <p:nvPr>
            <p:extLst>
              <p:ext uri="{D42A27DB-BD31-4B8C-83A1-F6EECF244321}">
                <p14:modId xmlns:p14="http://schemas.microsoft.com/office/powerpoint/2010/main" val="7191213"/>
              </p:ext>
            </p:extLst>
          </p:nvPr>
        </p:nvGraphicFramePr>
        <p:xfrm>
          <a:off x="479684" y="1066800"/>
          <a:ext cx="8359515" cy="4953000"/>
        </p:xfrm>
        <a:graphic>
          <a:graphicData uri="http://schemas.openxmlformats.org/drawingml/2006/table">
            <a:tbl>
              <a:tblPr>
                <a:tableStyleId>{93296810-A885-4BE3-A3E7-6D5BEEA58F35}</a:tableStyleId>
              </a:tblPr>
              <a:tblGrid>
                <a:gridCol w="1616502">
                  <a:extLst>
                    <a:ext uri="{9D8B030D-6E8A-4147-A177-3AD203B41FA5}">
                      <a16:colId xmlns:a16="http://schemas.microsoft.com/office/drawing/2014/main" val="20000"/>
                    </a:ext>
                  </a:extLst>
                </a:gridCol>
                <a:gridCol w="6743013">
                  <a:extLst>
                    <a:ext uri="{9D8B030D-6E8A-4147-A177-3AD203B41FA5}">
                      <a16:colId xmlns:a16="http://schemas.microsoft.com/office/drawing/2014/main" val="20001"/>
                    </a:ext>
                  </a:extLst>
                </a:gridCol>
              </a:tblGrid>
              <a:tr h="875000">
                <a:tc>
                  <a:txBody>
                    <a:bodyPr/>
                    <a:lstStyle/>
                    <a:p>
                      <a:pPr algn="l"/>
                      <a:r>
                        <a:rPr lang="en-US" sz="2200" u="none" dirty="0">
                          <a:latin typeface="Times New Roman" pitchFamily="18" charset="0"/>
                          <a:cs typeface="Times New Roman" pitchFamily="18" charset="0"/>
                        </a:rPr>
                        <a:t>AOE0861.1</a:t>
                      </a:r>
                      <a:endParaRPr lang="en-US" sz="2200" u="none" dirty="0">
                        <a:solidFill>
                          <a:schemeClr val="bg1"/>
                        </a:solidFill>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spcBef>
                          <a:spcPts val="0"/>
                        </a:spcBef>
                        <a:spcAft>
                          <a:spcPts val="0"/>
                        </a:spcAft>
                      </a:pPr>
                      <a:r>
                        <a:rPr lang="en-US" sz="2200" u="none" dirty="0">
                          <a:latin typeface="Times New Roman" pitchFamily="18" charset="0"/>
                          <a:cs typeface="Times New Roman" pitchFamily="18" charset="0"/>
                        </a:rPr>
                        <a:t>Define the Quality Concepts and Manufacturing Quality</a:t>
                      </a:r>
                      <a:endParaRPr lang="en-US" sz="2200" b="0" u="none" dirty="0">
                        <a:solidFill>
                          <a:schemeClr val="bg1"/>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1019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itchFamily="18" charset="0"/>
                          <a:cs typeface="Times New Roman" pitchFamily="18" charset="0"/>
                        </a:rPr>
                        <a:t>AOE0861.2</a:t>
                      </a:r>
                    </a:p>
                    <a:p>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itchFamily="18" charset="0"/>
                          <a:cs typeface="Times New Roman" pitchFamily="18" charset="0"/>
                        </a:rPr>
                        <a:t> Conceptualize the term Quality Management and relate to   </a:t>
                      </a:r>
                    </a:p>
                    <a:p>
                      <a:pPr marL="0" marR="0" algn="just">
                        <a:spcBef>
                          <a:spcPts val="0"/>
                        </a:spcBef>
                        <a:spcAft>
                          <a:spcPts val="0"/>
                        </a:spcAft>
                      </a:pPr>
                      <a:r>
                        <a:rPr lang="en-US" sz="2200" dirty="0">
                          <a:latin typeface="Times New Roman" pitchFamily="18" charset="0"/>
                          <a:cs typeface="Times New Roman" pitchFamily="18" charset="0"/>
                        </a:rPr>
                        <a:t> this various QM Principles</a:t>
                      </a:r>
                      <a:endParaRPr lang="en-US" sz="2200" b="0" dirty="0">
                        <a:solidFill>
                          <a:srgbClr val="000000"/>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19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itchFamily="18" charset="0"/>
                          <a:cs typeface="Times New Roman" pitchFamily="18" charset="0"/>
                        </a:rPr>
                        <a:t>AOE0861.3</a:t>
                      </a:r>
                    </a:p>
                    <a:p>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itchFamily="18" charset="0"/>
                          <a:cs typeface="Times New Roman" pitchFamily="18" charset="0"/>
                        </a:rPr>
                        <a:t> Analyze the different Tools and Techniques and Control </a:t>
                      </a:r>
                    </a:p>
                    <a:p>
                      <a:pPr marL="0" marR="0" algn="just">
                        <a:spcBef>
                          <a:spcPts val="0"/>
                        </a:spcBef>
                        <a:spcAft>
                          <a:spcPts val="0"/>
                        </a:spcAft>
                      </a:pPr>
                      <a:r>
                        <a:rPr lang="en-US" sz="2200" dirty="0">
                          <a:latin typeface="Times New Roman" pitchFamily="18" charset="0"/>
                          <a:cs typeface="Times New Roman" pitchFamily="18" charset="0"/>
                        </a:rPr>
                        <a:t> Charts</a:t>
                      </a:r>
                      <a:endParaRPr lang="en-US" sz="2200" b="0" dirty="0">
                        <a:solidFill>
                          <a:srgbClr val="000000"/>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19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itchFamily="18" charset="0"/>
                          <a:cs typeface="Times New Roman" pitchFamily="18" charset="0"/>
                        </a:rPr>
                        <a:t>AOE0861.4</a:t>
                      </a:r>
                    </a:p>
                    <a:p>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itchFamily="18" charset="0"/>
                          <a:cs typeface="Times New Roman" pitchFamily="18" charset="0"/>
                        </a:rPr>
                        <a:t> Distinguish between Defects Diagnosis and Prevention  </a:t>
                      </a:r>
                    </a:p>
                    <a:p>
                      <a:pPr marL="0" marR="0" algn="just">
                        <a:spcBef>
                          <a:spcPts val="0"/>
                        </a:spcBef>
                        <a:spcAft>
                          <a:spcPts val="0"/>
                        </a:spcAft>
                      </a:pPr>
                      <a:r>
                        <a:rPr lang="en-US" sz="2200" dirty="0">
                          <a:latin typeface="Times New Roman" pitchFamily="18" charset="0"/>
                          <a:cs typeface="Times New Roman" pitchFamily="18" charset="0"/>
                        </a:rPr>
                        <a:t> term</a:t>
                      </a:r>
                      <a:endParaRPr lang="en-US" sz="2200" b="0" dirty="0">
                        <a:solidFill>
                          <a:srgbClr val="000000"/>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019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itchFamily="18" charset="0"/>
                          <a:cs typeface="Times New Roman" pitchFamily="18" charset="0"/>
                        </a:rPr>
                        <a:t>AOE0861.5</a:t>
                      </a:r>
                    </a:p>
                    <a:p>
                      <a:endParaRPr lang="en-US" dirty="0">
                        <a:latin typeface="Times New Roman" pitchFamily="18" charset="0"/>
                        <a:cs typeface="Times New Roman"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itchFamily="18" charset="0"/>
                          <a:cs typeface="Times New Roman" pitchFamily="18" charset="0"/>
                        </a:rPr>
                        <a:t> Coordinate IS0 and its concept to Quality Management</a:t>
                      </a:r>
                      <a:endParaRPr lang="en-US" sz="2200" b="0" dirty="0">
                        <a:solidFill>
                          <a:srgbClr val="000000"/>
                        </a:solidFill>
                        <a:latin typeface="Times New Roman" pitchFamily="18" charset="0"/>
                        <a:ea typeface="Calibri"/>
                        <a:cs typeface="Times New Roman"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5818" y="-1418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Course Outcome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a:bodyPr>
          <a:lstStyle/>
          <a:p>
            <a:pPr eaLnBrk="1" hangingPunct="1">
              <a:buNone/>
            </a:pPr>
            <a:r>
              <a:rPr lang="en-US" sz="2200" dirty="0">
                <a:latin typeface="Times" panose="02020603050405020304" pitchFamily="18" charset="0"/>
                <a:cs typeface="Times" panose="02020603050405020304" pitchFamily="18" charset="0"/>
              </a:rPr>
              <a:t>1. Engineering knowledge</a:t>
            </a:r>
          </a:p>
          <a:p>
            <a:pPr eaLnBrk="1" hangingPunct="1">
              <a:buNone/>
            </a:pPr>
            <a:r>
              <a:rPr lang="en-US" altLang="en-US" sz="2200" dirty="0">
                <a:latin typeface="Times" panose="02020603050405020304" pitchFamily="18" charset="0"/>
                <a:cs typeface="Times" panose="02020603050405020304" pitchFamily="18" charset="0"/>
              </a:rPr>
              <a:t>2.</a:t>
            </a:r>
            <a:r>
              <a:rPr lang="en-US" sz="2200" dirty="0">
                <a:latin typeface="Times" panose="02020603050405020304" pitchFamily="18" charset="0"/>
                <a:cs typeface="Times" panose="02020603050405020304" pitchFamily="18" charset="0"/>
              </a:rPr>
              <a:t> Problem analysis</a:t>
            </a:r>
          </a:p>
          <a:p>
            <a:pPr eaLnBrk="1" hangingPunct="1">
              <a:buNone/>
            </a:pPr>
            <a:r>
              <a:rPr lang="en-US" altLang="en-US" sz="2200" dirty="0">
                <a:latin typeface="Times" panose="02020603050405020304" pitchFamily="18" charset="0"/>
                <a:cs typeface="Times" panose="02020603050405020304" pitchFamily="18" charset="0"/>
              </a:rPr>
              <a:t>3.</a:t>
            </a:r>
            <a:r>
              <a:rPr lang="en-US" sz="2200" dirty="0">
                <a:latin typeface="Times" panose="02020603050405020304" pitchFamily="18" charset="0"/>
                <a:cs typeface="Times" panose="02020603050405020304" pitchFamily="18" charset="0"/>
              </a:rPr>
              <a:t> Design/development of solutions</a:t>
            </a:r>
          </a:p>
          <a:p>
            <a:pPr eaLnBrk="1" hangingPunct="1">
              <a:buNone/>
            </a:pPr>
            <a:r>
              <a:rPr lang="en-US" altLang="en-US" sz="2200" dirty="0">
                <a:latin typeface="Times" panose="02020603050405020304" pitchFamily="18" charset="0"/>
                <a:cs typeface="Times" panose="02020603050405020304" pitchFamily="18" charset="0"/>
              </a:rPr>
              <a:t>4.</a:t>
            </a:r>
            <a:r>
              <a:rPr lang="en-US" sz="2200" dirty="0">
                <a:latin typeface="Times" panose="02020603050405020304" pitchFamily="18" charset="0"/>
                <a:cs typeface="Times" panose="02020603050405020304" pitchFamily="18" charset="0"/>
              </a:rPr>
              <a:t> Conduct investigations of complex problems</a:t>
            </a:r>
          </a:p>
          <a:p>
            <a:pPr eaLnBrk="1" hangingPunct="1">
              <a:buNone/>
            </a:pPr>
            <a:r>
              <a:rPr lang="en-US" altLang="en-US" sz="2200" dirty="0">
                <a:latin typeface="Times" panose="02020603050405020304" pitchFamily="18" charset="0"/>
                <a:cs typeface="Times" panose="02020603050405020304" pitchFamily="18" charset="0"/>
              </a:rPr>
              <a:t>5.</a:t>
            </a:r>
            <a:r>
              <a:rPr lang="en-US" sz="2200" dirty="0">
                <a:latin typeface="Times" panose="02020603050405020304" pitchFamily="18" charset="0"/>
                <a:cs typeface="Times" panose="02020603050405020304" pitchFamily="18" charset="0"/>
              </a:rPr>
              <a:t> Modern tool usage</a:t>
            </a:r>
          </a:p>
          <a:p>
            <a:pPr eaLnBrk="1" hangingPunct="1">
              <a:buNone/>
            </a:pPr>
            <a:r>
              <a:rPr lang="en-US" altLang="en-US" sz="2200" dirty="0">
                <a:latin typeface="Times" panose="02020603050405020304" pitchFamily="18" charset="0"/>
                <a:cs typeface="Times" panose="02020603050405020304" pitchFamily="18" charset="0"/>
              </a:rPr>
              <a:t>6.</a:t>
            </a:r>
            <a:r>
              <a:rPr lang="en-US" sz="2200" dirty="0">
                <a:latin typeface="Times" panose="02020603050405020304" pitchFamily="18" charset="0"/>
                <a:cs typeface="Times" panose="02020603050405020304" pitchFamily="18" charset="0"/>
              </a:rPr>
              <a:t> The engineer and society</a:t>
            </a:r>
          </a:p>
          <a:p>
            <a:pPr eaLnBrk="1" hangingPunct="1">
              <a:buNone/>
            </a:pPr>
            <a:r>
              <a:rPr lang="en-US" altLang="en-US" sz="2200" dirty="0">
                <a:latin typeface="Times" panose="02020603050405020304" pitchFamily="18" charset="0"/>
                <a:cs typeface="Times" panose="02020603050405020304" pitchFamily="18" charset="0"/>
              </a:rPr>
              <a:t>7.</a:t>
            </a:r>
            <a:r>
              <a:rPr lang="en-US" sz="2200" dirty="0">
                <a:latin typeface="Times" panose="02020603050405020304" pitchFamily="18" charset="0"/>
                <a:cs typeface="Times" panose="02020603050405020304" pitchFamily="18" charset="0"/>
              </a:rPr>
              <a:t> Environment and sustainability</a:t>
            </a:r>
          </a:p>
          <a:p>
            <a:pPr eaLnBrk="1" hangingPunct="1">
              <a:buNone/>
            </a:pPr>
            <a:r>
              <a:rPr lang="en-US" altLang="en-US" sz="2200" dirty="0">
                <a:latin typeface="Times" panose="02020603050405020304" pitchFamily="18" charset="0"/>
                <a:cs typeface="Times" panose="02020603050405020304" pitchFamily="18" charset="0"/>
              </a:rPr>
              <a:t>8.</a:t>
            </a:r>
            <a:r>
              <a:rPr lang="en-US" sz="2200" dirty="0">
                <a:latin typeface="Times" panose="02020603050405020304" pitchFamily="18" charset="0"/>
                <a:cs typeface="Times" panose="02020603050405020304" pitchFamily="18" charset="0"/>
              </a:rPr>
              <a:t> Ethics</a:t>
            </a:r>
          </a:p>
          <a:p>
            <a:pPr eaLnBrk="1" hangingPunct="1">
              <a:buNone/>
            </a:pPr>
            <a:r>
              <a:rPr lang="en-US" altLang="en-US" sz="2200" dirty="0">
                <a:latin typeface="Times" panose="02020603050405020304" pitchFamily="18" charset="0"/>
                <a:cs typeface="Times" panose="02020603050405020304" pitchFamily="18" charset="0"/>
              </a:rPr>
              <a:t>9.</a:t>
            </a:r>
            <a:r>
              <a:rPr lang="en-US" sz="2200" dirty="0">
                <a:latin typeface="Times" panose="02020603050405020304" pitchFamily="18" charset="0"/>
                <a:cs typeface="Times" panose="02020603050405020304" pitchFamily="18" charset="0"/>
              </a:rPr>
              <a:t> Individual and team work</a:t>
            </a:r>
          </a:p>
          <a:p>
            <a:pPr eaLnBrk="1" hangingPunct="1">
              <a:buNone/>
            </a:pPr>
            <a:r>
              <a:rPr lang="en-US" altLang="en-US" sz="2200" dirty="0">
                <a:latin typeface="Times" panose="02020603050405020304" pitchFamily="18" charset="0"/>
                <a:cs typeface="Times" panose="02020603050405020304" pitchFamily="18" charset="0"/>
              </a:rPr>
              <a:t>10.</a:t>
            </a:r>
            <a:r>
              <a:rPr lang="en-US" sz="2200" dirty="0">
                <a:latin typeface="Times" panose="02020603050405020304" pitchFamily="18" charset="0"/>
                <a:cs typeface="Times" panose="02020603050405020304" pitchFamily="18" charset="0"/>
              </a:rPr>
              <a:t> Communication</a:t>
            </a:r>
          </a:p>
          <a:p>
            <a:pPr eaLnBrk="1" hangingPunct="1">
              <a:buNone/>
            </a:pPr>
            <a:r>
              <a:rPr lang="en-US" altLang="en-US" sz="2200" dirty="0">
                <a:latin typeface="Times" panose="02020603050405020304" pitchFamily="18" charset="0"/>
                <a:cs typeface="Times" panose="02020603050405020304" pitchFamily="18" charset="0"/>
              </a:rPr>
              <a:t>11.</a:t>
            </a:r>
            <a:r>
              <a:rPr lang="en-US" sz="2200" dirty="0">
                <a:latin typeface="Times" panose="02020603050405020304" pitchFamily="18" charset="0"/>
                <a:cs typeface="Times" panose="02020603050405020304" pitchFamily="18" charset="0"/>
              </a:rPr>
              <a:t> Project management and finance</a:t>
            </a:r>
          </a:p>
          <a:p>
            <a:pPr eaLnBrk="1" hangingPunct="1">
              <a:buNone/>
            </a:pPr>
            <a:r>
              <a:rPr lang="en-US" altLang="en-US" sz="2200" dirty="0">
                <a:latin typeface="Times" panose="02020603050405020304" pitchFamily="18" charset="0"/>
                <a:cs typeface="Times" panose="02020603050405020304" pitchFamily="18" charset="0"/>
              </a:rPr>
              <a:t>12.</a:t>
            </a:r>
            <a:r>
              <a:rPr lang="en-US" sz="2200" dirty="0">
                <a:latin typeface="Times" panose="02020603050405020304" pitchFamily="18" charset="0"/>
                <a:cs typeface="Times" panose="02020603050405020304" pitchFamily="18" charset="0"/>
              </a:rPr>
              <a:t> Life-long learning</a:t>
            </a:r>
            <a:endParaRPr lang="en-US" altLang="en-US" sz="2200" dirty="0">
              <a:latin typeface="Times" panose="02020603050405020304" pitchFamily="18" charset="0"/>
              <a:cs typeface="Times" panose="02020603050405020304" pitchFamily="18" charset="0"/>
            </a:endParaRPr>
          </a:p>
          <a:p>
            <a:pPr eaLnBrk="1" hangingPunct="1"/>
            <a:endParaRPr lang="en-US" altLang="en-US" sz="2200" dirty="0">
              <a:latin typeface="Times" panose="02020603050405020304" pitchFamily="18" charset="0"/>
              <a:cs typeface="Times" panose="02020603050405020304" pitchFamily="18" charset="0"/>
            </a:endParaRPr>
          </a:p>
          <a:p>
            <a:pPr eaLnBrk="1" hangingPunct="1">
              <a:buFont typeface="Arial" panose="020B0604020202020204" pitchFamily="34" charset="0"/>
              <a:buNone/>
            </a:pPr>
            <a:endParaRPr lang="en-US" altLang="en-US" sz="2200" dirty="0">
              <a:latin typeface="Times" panose="02020603050405020304" pitchFamily="18" charset="0"/>
              <a:cs typeface="Times" panose="02020603050405020304" pitchFamily="18" charset="0"/>
            </a:endParaRPr>
          </a:p>
          <a:p>
            <a:pPr eaLnBrk="1" hangingPunct="1">
              <a:buFont typeface="Arial" panose="020B0604020202020204" pitchFamily="34" charset="0"/>
              <a:buNone/>
            </a:pPr>
            <a:endParaRPr lang="en-US" altLang="en-US" sz="2200" dirty="0">
              <a:latin typeface="Times" panose="02020603050405020304" pitchFamily="18" charset="0"/>
              <a:cs typeface="Times" panose="02020603050405020304" pitchFamily="18" charset="0"/>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3ED101E7-D230-4E3F-94DF-34758D11BA23}" type="datetime1">
              <a:rPr lang="en-US" smtClean="0"/>
              <a:t>5/1/2026</a:t>
            </a:fld>
            <a:endParaRPr lang="en-US"/>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Calibri" panose="020F0502020204030204" pitchFamily="34" charset="0"/>
              </a:rPr>
              <a:pPr eaLnBrk="1" hangingPunct="1"/>
              <a:t>6</a:t>
            </a:fld>
            <a:endParaRPr lang="en-US" altLang="en-US">
              <a:solidFill>
                <a:srgbClr val="898989"/>
              </a:solidFill>
              <a:latin typeface="Calibri" panose="020F0502020204030204" pitchFamily="34" charset="0"/>
            </a:endParaRP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029200" cy="365125"/>
          </a:xfrm>
        </p:spPr>
        <p:txBody>
          <a:bodyPr/>
          <a:lstStyle/>
          <a:p>
            <a:pPr>
              <a:defRPr/>
            </a:pPr>
            <a:r>
              <a:rPr lang="fi-FI" sz="2000"/>
              <a:t>Mr. Minhaj Nezami    AOE0861    TQM    Unit-1                         </a:t>
            </a:r>
            <a:endParaRPr lang="en-US" sz="2000" dirty="0"/>
          </a:p>
        </p:txBody>
      </p:sp>
      <p:pic>
        <p:nvPicPr>
          <p:cNvPr id="10" name="Picture 9"/>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66455" y="-230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Program Outcome</a:t>
            </a:r>
          </a:p>
        </p:txBody>
      </p:sp>
    </p:spTree>
    <p:extLst>
      <p:ext uri="{BB962C8B-B14F-4D97-AF65-F5344CB8AC3E}">
        <p14:creationId xmlns:p14="http://schemas.microsoft.com/office/powerpoint/2010/main" val="201736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ED172A2-A6C8-4673-978F-FF2C8C24A2E0}" type="datetime1">
              <a:rPr lang="en-US" smtClean="0"/>
              <a:t>5/1/2026</a:t>
            </a:fld>
            <a:endParaRPr lang="en-US" dirty="0"/>
          </a:p>
        </p:txBody>
      </p:sp>
      <p:sp>
        <p:nvSpPr>
          <p:cNvPr id="5" name="Footer Placeholder 4"/>
          <p:cNvSpPr>
            <a:spLocks noGrp="1"/>
          </p:cNvSpPr>
          <p:nvPr>
            <p:ph type="ftr" sz="quarter" idx="11"/>
          </p:nvPr>
        </p:nvSpPr>
        <p:spPr>
          <a:xfrm>
            <a:off x="2590800" y="6324600"/>
            <a:ext cx="5486400" cy="533400"/>
          </a:xfrm>
        </p:spPr>
        <p:txBody>
          <a:bodyPr/>
          <a:lstStyle/>
          <a:p>
            <a:r>
              <a:rPr lang="fi-FI"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1690400512"/>
              </p:ext>
            </p:extLst>
          </p:nvPr>
        </p:nvGraphicFramePr>
        <p:xfrm>
          <a:off x="152400" y="1050927"/>
          <a:ext cx="8763001" cy="5257798"/>
        </p:xfrm>
        <a:graphic>
          <a:graphicData uri="http://schemas.openxmlformats.org/drawingml/2006/table">
            <a:tbl>
              <a:tblPr>
                <a:tableStyleId>{93296810-A885-4BE3-A3E7-6D5BEEA58F35}</a:tableStyleId>
              </a:tblPr>
              <a:tblGrid>
                <a:gridCol w="1273256">
                  <a:extLst>
                    <a:ext uri="{9D8B030D-6E8A-4147-A177-3AD203B41FA5}">
                      <a16:colId xmlns:a16="http://schemas.microsoft.com/office/drawing/2014/main" val="20000"/>
                    </a:ext>
                  </a:extLst>
                </a:gridCol>
                <a:gridCol w="601450">
                  <a:extLst>
                    <a:ext uri="{9D8B030D-6E8A-4147-A177-3AD203B41FA5}">
                      <a16:colId xmlns:a16="http://schemas.microsoft.com/office/drawing/2014/main" val="20001"/>
                    </a:ext>
                  </a:extLst>
                </a:gridCol>
                <a:gridCol w="535630">
                  <a:extLst>
                    <a:ext uri="{9D8B030D-6E8A-4147-A177-3AD203B41FA5}">
                      <a16:colId xmlns:a16="http://schemas.microsoft.com/office/drawing/2014/main" val="20002"/>
                    </a:ext>
                  </a:extLst>
                </a:gridCol>
                <a:gridCol w="585561">
                  <a:extLst>
                    <a:ext uri="{9D8B030D-6E8A-4147-A177-3AD203B41FA5}">
                      <a16:colId xmlns:a16="http://schemas.microsoft.com/office/drawing/2014/main" val="20003"/>
                    </a:ext>
                  </a:extLst>
                </a:gridCol>
                <a:gridCol w="574971">
                  <a:extLst>
                    <a:ext uri="{9D8B030D-6E8A-4147-A177-3AD203B41FA5}">
                      <a16:colId xmlns:a16="http://schemas.microsoft.com/office/drawing/2014/main" val="20004"/>
                    </a:ext>
                  </a:extLst>
                </a:gridCol>
                <a:gridCol w="658379">
                  <a:extLst>
                    <a:ext uri="{9D8B030D-6E8A-4147-A177-3AD203B41FA5}">
                      <a16:colId xmlns:a16="http://schemas.microsoft.com/office/drawing/2014/main" val="20005"/>
                    </a:ext>
                  </a:extLst>
                </a:gridCol>
                <a:gridCol w="658379">
                  <a:extLst>
                    <a:ext uri="{9D8B030D-6E8A-4147-A177-3AD203B41FA5}">
                      <a16:colId xmlns:a16="http://schemas.microsoft.com/office/drawing/2014/main" val="20006"/>
                    </a:ext>
                  </a:extLst>
                </a:gridCol>
                <a:gridCol w="658379">
                  <a:extLst>
                    <a:ext uri="{9D8B030D-6E8A-4147-A177-3AD203B41FA5}">
                      <a16:colId xmlns:a16="http://schemas.microsoft.com/office/drawing/2014/main" val="20007"/>
                    </a:ext>
                  </a:extLst>
                </a:gridCol>
                <a:gridCol w="658379">
                  <a:extLst>
                    <a:ext uri="{9D8B030D-6E8A-4147-A177-3AD203B41FA5}">
                      <a16:colId xmlns:a16="http://schemas.microsoft.com/office/drawing/2014/main" val="20008"/>
                    </a:ext>
                  </a:extLst>
                </a:gridCol>
                <a:gridCol w="658379">
                  <a:extLst>
                    <a:ext uri="{9D8B030D-6E8A-4147-A177-3AD203B41FA5}">
                      <a16:colId xmlns:a16="http://schemas.microsoft.com/office/drawing/2014/main" val="20009"/>
                    </a:ext>
                  </a:extLst>
                </a:gridCol>
                <a:gridCol w="658379">
                  <a:extLst>
                    <a:ext uri="{9D8B030D-6E8A-4147-A177-3AD203B41FA5}">
                      <a16:colId xmlns:a16="http://schemas.microsoft.com/office/drawing/2014/main" val="20010"/>
                    </a:ext>
                  </a:extLst>
                </a:gridCol>
                <a:gridCol w="658379">
                  <a:extLst>
                    <a:ext uri="{9D8B030D-6E8A-4147-A177-3AD203B41FA5}">
                      <a16:colId xmlns:a16="http://schemas.microsoft.com/office/drawing/2014/main" val="20011"/>
                    </a:ext>
                  </a:extLst>
                </a:gridCol>
                <a:gridCol w="583480">
                  <a:extLst>
                    <a:ext uri="{9D8B030D-6E8A-4147-A177-3AD203B41FA5}">
                      <a16:colId xmlns:a16="http://schemas.microsoft.com/office/drawing/2014/main" val="20012"/>
                    </a:ext>
                  </a:extLst>
                </a:gridCol>
              </a:tblGrid>
              <a:tr h="751114">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CO</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PO4</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PO5</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PO6</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PO7</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PO8</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PO9</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PO10</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PO11</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51114">
                <a:tc>
                  <a:txBody>
                    <a:bodyPr/>
                    <a:lstStyle/>
                    <a:p>
                      <a:pPr marL="0" marR="0" algn="ctr">
                        <a:lnSpc>
                          <a:spcPct val="115000"/>
                        </a:lnSpc>
                        <a:spcBef>
                          <a:spcPts val="0"/>
                        </a:spcBef>
                        <a:spcAft>
                          <a:spcPts val="1000"/>
                        </a:spcAft>
                      </a:pPr>
                      <a:r>
                        <a:rPr lang="en-US" sz="1800" u="none" dirty="0">
                          <a:latin typeface="Times" panose="02020603050405020304" pitchFamily="18" charset="0"/>
                          <a:cs typeface="Times" panose="02020603050405020304" pitchFamily="18" charset="0"/>
                        </a:rPr>
                        <a:t>AOE0861.1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r h="751114">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AOE0861.2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3</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3</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3</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51114">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AOE0861.3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3</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3</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51114">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AOE0861.4</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3</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3</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51114">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AOE0861.5</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3</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3</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51114">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Avg</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panose="02020603050405020304" pitchFamily="18" charset="0"/>
                          <a:cs typeface="Times" panose="02020603050405020304" pitchFamily="18" charset="0"/>
                        </a:rPr>
                        <a:t>2.6</a:t>
                      </a:r>
                      <a:endParaRPr lang="en-US" sz="180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2.6</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2.4</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2</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1.6</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1</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2.2</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panose="02020603050405020304" pitchFamily="18" charset="0"/>
                          <a:cs typeface="Times" panose="02020603050405020304" pitchFamily="18" charset="0"/>
                        </a:rPr>
                        <a:t>3</a:t>
                      </a:r>
                      <a:endParaRPr lang="en-US" sz="18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418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CO-PO Mapping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a:bodyPr>
          <a:lstStyle/>
          <a:p>
            <a:pPr eaLnBrk="1" hangingPunct="1">
              <a:buFont typeface="Arial" panose="020B0604020202020204" pitchFamily="34" charset="0"/>
              <a:buNone/>
            </a:pPr>
            <a:endParaRPr lang="en-US" altLang="en-US" sz="2200" dirty="0">
              <a:latin typeface="Times" panose="02020603050405020304" pitchFamily="18" charset="0"/>
              <a:cs typeface="Times" panose="02020603050405020304" pitchFamily="18" charset="0"/>
            </a:endParaRPr>
          </a:p>
          <a:p>
            <a:pPr eaLnBrk="1" hangingPunct="1">
              <a:buFont typeface="Arial" panose="020B0604020202020204" pitchFamily="34" charset="0"/>
              <a:buNone/>
            </a:pPr>
            <a:endParaRPr lang="en-US" altLang="en-US" sz="2200" dirty="0">
              <a:latin typeface="Times" panose="02020603050405020304" pitchFamily="18" charset="0"/>
              <a:cs typeface="Times" panose="02020603050405020304" pitchFamily="18" charset="0"/>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868CCCB4-7A14-4CCA-8EC0-30B868692C9D}" type="datetime1">
              <a:rPr lang="en-US" smtClean="0">
                <a:latin typeface="Times" panose="02020603050405020304" pitchFamily="18" charset="0"/>
                <a:cs typeface="Times" panose="02020603050405020304" pitchFamily="18" charset="0"/>
              </a:rPr>
              <a:t>5/1/2026</a:t>
            </a:fld>
            <a:endParaRPr lang="en-US">
              <a:latin typeface="Times" panose="02020603050405020304" pitchFamily="18" charset="0"/>
              <a:cs typeface="Times" panose="02020603050405020304" pitchFamily="18" charset="0"/>
            </a:endParaRPr>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Times" panose="02020603050405020304" pitchFamily="18" charset="0"/>
                <a:cs typeface="Times" panose="02020603050405020304" pitchFamily="18" charset="0"/>
              </a:rPr>
              <a:pPr eaLnBrk="1" hangingPunct="1"/>
              <a:t>8</a:t>
            </a:fld>
            <a:endParaRPr lang="en-US" altLang="en-US">
              <a:solidFill>
                <a:srgbClr val="898989"/>
              </a:solidFill>
              <a:latin typeface="Times" panose="02020603050405020304" pitchFamily="18" charset="0"/>
              <a:cs typeface="Times" panose="02020603050405020304" pitchFamily="18" charset="0"/>
            </a:endParaRP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1828800" y="6248400"/>
            <a:ext cx="6019800" cy="365125"/>
          </a:xfrm>
        </p:spPr>
        <p:txBody>
          <a:bodyPr/>
          <a:lstStyle/>
          <a:p>
            <a:pPr>
              <a:defRPr/>
            </a:pPr>
            <a:r>
              <a:rPr lang="fi-FI" sz="2000">
                <a:latin typeface="Calibri (Body)"/>
                <a:cs typeface="Times" panose="02020603050405020304" pitchFamily="18" charset="0"/>
              </a:rPr>
              <a:t>Mr. Minhaj Nezami    AOE0861    TQM    Unit-1                         </a:t>
            </a:r>
            <a:endParaRPr lang="en-US" sz="2000" dirty="0">
              <a:latin typeface="Calibri (Body)"/>
              <a:cs typeface="Times" panose="02020603050405020304" pitchFamily="18" charset="0"/>
            </a:endParaRPr>
          </a:p>
        </p:txBody>
      </p:sp>
      <p:sp>
        <p:nvSpPr>
          <p:cNvPr id="11" name="Content Placeholder 2">
            <a:extLst>
              <a:ext uri="{FF2B5EF4-FFF2-40B4-BE49-F238E27FC236}">
                <a16:creationId xmlns:a16="http://schemas.microsoft.com/office/drawing/2014/main" id="{726A2084-274C-41B1-8454-558D0521AB91}"/>
              </a:ext>
            </a:extLst>
          </p:cNvPr>
          <p:cNvSpPr txBox="1">
            <a:spLocks/>
          </p:cNvSpPr>
          <p:nvPr/>
        </p:nvSpPr>
        <p:spPr bwMode="auto">
          <a:xfrm>
            <a:off x="381000" y="1143000"/>
            <a:ext cx="8531506" cy="5081587"/>
          </a:xfrm>
          <a:prstGeom prst="rect">
            <a:avLst/>
          </a:prstGeom>
          <a:noFill/>
          <a:ln w="9525">
            <a:noFill/>
            <a:miter lim="800000"/>
            <a:headEnd/>
            <a:tailEnd/>
          </a:ln>
        </p:spPr>
        <p:txBody>
          <a:bodyPr>
            <a:normAutofit/>
          </a:bodyPr>
          <a:lstStyle/>
          <a:p>
            <a:pPr algn="just"/>
            <a:r>
              <a:rPr lang="en-US" dirty="0">
                <a:latin typeface="Times" panose="02020603050405020304" pitchFamily="18" charset="0"/>
                <a:cs typeface="Times" panose="02020603050405020304" pitchFamily="18" charset="0"/>
              </a:rPr>
              <a:t>On successful completion of graduation degree, The computer Science &amp; Engineering graduates will be able to:</a:t>
            </a:r>
          </a:p>
          <a:p>
            <a:pPr algn="just"/>
            <a:r>
              <a:rPr lang="en-US" dirty="0">
                <a:latin typeface="Times" panose="02020603050405020304" pitchFamily="18" charset="0"/>
                <a:cs typeface="Times" panose="02020603050405020304" pitchFamily="18" charset="0"/>
              </a:rPr>
              <a:t> </a:t>
            </a:r>
          </a:p>
          <a:p>
            <a:pPr algn="just"/>
            <a:r>
              <a:rPr lang="en-US" sz="2000" b="1" dirty="0">
                <a:latin typeface="Times" panose="02020603050405020304" pitchFamily="18" charset="0"/>
                <a:cs typeface="Times" panose="02020603050405020304" pitchFamily="18" charset="0"/>
              </a:rPr>
              <a:t>PSO1: </a:t>
            </a:r>
            <a:r>
              <a:rPr lang="en-US" sz="2000" dirty="0">
                <a:latin typeface="Times" panose="02020603050405020304" pitchFamily="18" charset="0"/>
                <a:cs typeface="Times" panose="02020603050405020304" pitchFamily="18" charset="0"/>
              </a:rPr>
              <a:t> </a:t>
            </a:r>
            <a:r>
              <a:rPr lang="en-US" dirty="0">
                <a:latin typeface="Times" panose="02020603050405020304" pitchFamily="18" charset="0"/>
                <a:cs typeface="Times" panose="02020603050405020304" pitchFamily="18" charset="0"/>
              </a:rPr>
              <a:t>identify, analyze real world problems and design their ethical solutions using artificial intelligence, robotics, virtual/augmented reality, data analytics, block chain technology, and cloud computing.</a:t>
            </a:r>
          </a:p>
          <a:p>
            <a:pPr algn="just"/>
            <a:r>
              <a:rPr lang="en-US" b="1" dirty="0">
                <a:latin typeface="Times" panose="02020603050405020304" pitchFamily="18" charset="0"/>
                <a:cs typeface="Times" panose="02020603050405020304" pitchFamily="18" charset="0"/>
              </a:rPr>
              <a:t> </a:t>
            </a:r>
            <a:endParaRPr lang="en-US" dirty="0">
              <a:latin typeface="Times" panose="02020603050405020304" pitchFamily="18" charset="0"/>
              <a:cs typeface="Times" panose="02020603050405020304" pitchFamily="18" charset="0"/>
            </a:endParaRPr>
          </a:p>
          <a:p>
            <a:pPr algn="just"/>
            <a:r>
              <a:rPr lang="en-US" sz="2000" b="1" dirty="0">
                <a:latin typeface="Times" panose="02020603050405020304" pitchFamily="18" charset="0"/>
                <a:cs typeface="Times" panose="02020603050405020304" pitchFamily="18" charset="0"/>
              </a:rPr>
              <a:t>PSO2: </a:t>
            </a:r>
            <a:r>
              <a:rPr lang="en-US" sz="2000" dirty="0">
                <a:latin typeface="Times" panose="02020603050405020304" pitchFamily="18" charset="0"/>
                <a:cs typeface="Times" panose="02020603050405020304" pitchFamily="18" charset="0"/>
              </a:rPr>
              <a:t> </a:t>
            </a:r>
            <a:r>
              <a:rPr lang="en-US" dirty="0">
                <a:latin typeface="Times" panose="02020603050405020304" pitchFamily="18" charset="0"/>
                <a:cs typeface="Times" panose="02020603050405020304" pitchFamily="18" charset="0"/>
              </a:rPr>
              <a:t>design and develop the hardware sensor devices and related interfacing software systems for solving complex engineering problems.</a:t>
            </a:r>
          </a:p>
          <a:p>
            <a:pPr algn="just"/>
            <a:r>
              <a:rPr lang="en-US" b="1" dirty="0">
                <a:latin typeface="Times" panose="02020603050405020304" pitchFamily="18" charset="0"/>
                <a:cs typeface="Times" panose="02020603050405020304" pitchFamily="18" charset="0"/>
              </a:rPr>
              <a:t> </a:t>
            </a:r>
            <a:endParaRPr lang="en-US" dirty="0">
              <a:latin typeface="Times" panose="02020603050405020304" pitchFamily="18" charset="0"/>
              <a:cs typeface="Times" panose="02020603050405020304" pitchFamily="18" charset="0"/>
            </a:endParaRPr>
          </a:p>
          <a:p>
            <a:pPr algn="just"/>
            <a:r>
              <a:rPr lang="en-US" sz="2000" b="1" dirty="0">
                <a:latin typeface="Times" panose="02020603050405020304" pitchFamily="18" charset="0"/>
                <a:cs typeface="Times" panose="02020603050405020304" pitchFamily="18" charset="0"/>
              </a:rPr>
              <a:t>PSO 3: </a:t>
            </a:r>
            <a:r>
              <a:rPr lang="en-US" dirty="0">
                <a:latin typeface="Times" panose="02020603050405020304" pitchFamily="18" charset="0"/>
                <a:cs typeface="Times" panose="02020603050405020304" pitchFamily="18" charset="0"/>
              </a:rPr>
              <a:t>understand inter-disciplinary computing techniques and to apply them in the design of advanced computing.</a:t>
            </a:r>
          </a:p>
          <a:p>
            <a:pPr algn="just"/>
            <a:r>
              <a:rPr lang="en-US" b="1" dirty="0">
                <a:latin typeface="Times" panose="02020603050405020304" pitchFamily="18" charset="0"/>
                <a:cs typeface="Times" panose="02020603050405020304" pitchFamily="18" charset="0"/>
              </a:rPr>
              <a:t> </a:t>
            </a:r>
            <a:endParaRPr lang="en-US" dirty="0">
              <a:latin typeface="Times" panose="02020603050405020304" pitchFamily="18" charset="0"/>
              <a:cs typeface="Times" panose="02020603050405020304" pitchFamily="18" charset="0"/>
            </a:endParaRPr>
          </a:p>
          <a:p>
            <a:pPr algn="just"/>
            <a:r>
              <a:rPr lang="en-US" sz="2000" b="1" dirty="0">
                <a:latin typeface="Times" panose="02020603050405020304" pitchFamily="18" charset="0"/>
                <a:cs typeface="Times" panose="02020603050405020304" pitchFamily="18" charset="0"/>
              </a:rPr>
              <a:t>PSO 4:</a:t>
            </a:r>
            <a:r>
              <a:rPr lang="en-US" sz="2000" dirty="0">
                <a:latin typeface="Times" panose="02020603050405020304" pitchFamily="18" charset="0"/>
                <a:cs typeface="Times" panose="02020603050405020304" pitchFamily="18" charset="0"/>
              </a:rPr>
              <a:t> </a:t>
            </a:r>
            <a:r>
              <a:rPr lang="en-US" dirty="0">
                <a:latin typeface="Times" panose="02020603050405020304" pitchFamily="18" charset="0"/>
                <a:cs typeface="Times" panose="02020603050405020304" pitchFamily="18" charset="0"/>
              </a:rPr>
              <a:t>conduct investigation of complex problem with the help of technical, managerial, leadership qualities, and modern engineering tools provided by industry sponsored laboratories.</a:t>
            </a:r>
          </a:p>
          <a:p>
            <a:r>
              <a:rPr lang="en-US" dirty="0">
                <a:latin typeface="Times" panose="02020603050405020304" pitchFamily="18" charset="0"/>
                <a:cs typeface="Times" panose="02020603050405020304" pitchFamily="18" charset="0"/>
              </a:rPr>
              <a:t> </a:t>
            </a:r>
          </a:p>
        </p:txBody>
      </p:sp>
      <p:pic>
        <p:nvPicPr>
          <p:cNvPr id="10" name="Picture 9"/>
          <p:cNvPicPr>
            <a:picLocks noChangeAspect="1"/>
          </p:cNvPicPr>
          <p:nvPr/>
        </p:nvPicPr>
        <p:blipFill>
          <a:blip r:embed="rId3"/>
          <a:stretch>
            <a:fillRect/>
          </a:stretch>
        </p:blipFill>
        <p:spPr>
          <a:xfrm>
            <a:off x="30018" y="25400"/>
            <a:ext cx="1755800" cy="1024217"/>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52600" y="2193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Program Specific Outcome</a:t>
            </a:r>
          </a:p>
        </p:txBody>
      </p:sp>
    </p:spTree>
    <p:extLst>
      <p:ext uri="{BB962C8B-B14F-4D97-AF65-F5344CB8AC3E}">
        <p14:creationId xmlns:p14="http://schemas.microsoft.com/office/powerpoint/2010/main" val="3257477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973A03A-551B-4640-AEFA-9FCEFB8E6843}" type="datetime1">
              <a:rPr lang="en-US" smtClean="0">
                <a:latin typeface="Times" panose="02020603050405020304" pitchFamily="18" charset="0"/>
                <a:cs typeface="Times" panose="02020603050405020304" pitchFamily="18" charset="0"/>
              </a:rPr>
              <a:t>5/1/2026</a:t>
            </a:fld>
            <a:endParaRPr lang="en-US" dirty="0">
              <a:latin typeface="Times" panose="02020603050405020304" pitchFamily="18" charset="0"/>
              <a:cs typeface="Times" panose="02020603050405020304" pitchFamily="18" charset="0"/>
            </a:endParaRPr>
          </a:p>
        </p:txBody>
      </p:sp>
      <p:sp>
        <p:nvSpPr>
          <p:cNvPr id="5" name="Footer Placeholder 4"/>
          <p:cNvSpPr>
            <a:spLocks noGrp="1"/>
          </p:cNvSpPr>
          <p:nvPr>
            <p:ph type="ftr" sz="quarter" idx="11"/>
          </p:nvPr>
        </p:nvSpPr>
        <p:spPr>
          <a:xfrm>
            <a:off x="2590800" y="6324600"/>
            <a:ext cx="5486400" cy="533400"/>
          </a:xfrm>
        </p:spPr>
        <p:txBody>
          <a:bodyPr/>
          <a:lstStyle/>
          <a:p>
            <a:r>
              <a:rPr lang="fi-FI" sz="2000">
                <a:latin typeface="Times" panose="02020603050405020304" pitchFamily="18" charset="0"/>
                <a:cs typeface="Times" panose="02020603050405020304" pitchFamily="18" charset="0"/>
              </a:rPr>
              <a:t>Mr. Minhaj Nezami    AOE0861    TQM    Unit-1                         </a:t>
            </a:r>
            <a:endParaRPr lang="en-US" sz="2000" dirty="0">
              <a:latin typeface="Times" panose="02020603050405020304" pitchFamily="18" charset="0"/>
              <a:cs typeface="Times"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panose="02020603050405020304" pitchFamily="18" charset="0"/>
                <a:cs typeface="Times" panose="02020603050405020304" pitchFamily="18" charset="0"/>
              </a:rPr>
              <a:pPr/>
              <a:t>9</a:t>
            </a:fld>
            <a:endParaRPr lang="en-US" dirty="0">
              <a:latin typeface="Times" panose="02020603050405020304" pitchFamily="18" charset="0"/>
              <a:cs typeface="Times"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886584517"/>
              </p:ext>
            </p:extLst>
          </p:nvPr>
        </p:nvGraphicFramePr>
        <p:xfrm>
          <a:off x="609600" y="1066802"/>
          <a:ext cx="8001000" cy="4876795"/>
        </p:xfrm>
        <a:graphic>
          <a:graphicData uri="http://schemas.openxmlformats.org/drawingml/2006/table">
            <a:tbl>
              <a:tblPr>
                <a:tableStyleId>{93296810-A885-4BE3-A3E7-6D5BEEA58F35}</a:tableStyleId>
              </a:tblPr>
              <a:tblGrid>
                <a:gridCol w="2000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tblGrid>
              <a:tr h="696685">
                <a:tc>
                  <a:txBody>
                    <a:bodyPr/>
                    <a:lstStyle/>
                    <a:p>
                      <a:pPr marL="0" marR="0">
                        <a:lnSpc>
                          <a:spcPct val="115000"/>
                        </a:lnSpc>
                        <a:spcBef>
                          <a:spcPts val="0"/>
                        </a:spcBef>
                        <a:spcAft>
                          <a:spcPts val="0"/>
                        </a:spcAft>
                      </a:pPr>
                      <a:r>
                        <a:rPr lang="en-US" sz="2200" dirty="0">
                          <a:latin typeface="Times" panose="02020603050405020304" pitchFamily="18" charset="0"/>
                          <a:cs typeface="Times" panose="02020603050405020304" pitchFamily="18" charset="0"/>
                        </a:rPr>
                        <a:t>CO</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PSO1</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panose="02020603050405020304" pitchFamily="18" charset="0"/>
                          <a:cs typeface="Times" panose="02020603050405020304" pitchFamily="18" charset="0"/>
                        </a:rPr>
                        <a:t>PSO2</a:t>
                      </a:r>
                      <a:endParaRPr lang="en-US" sz="22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panose="02020603050405020304" pitchFamily="18" charset="0"/>
                          <a:cs typeface="Times" panose="02020603050405020304" pitchFamily="18" charset="0"/>
                        </a:rPr>
                        <a:t>PSO3</a:t>
                      </a:r>
                      <a:endParaRPr lang="en-US" sz="22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96685">
                <a:tc>
                  <a:txBody>
                    <a:bodyPr/>
                    <a:lstStyle/>
                    <a:p>
                      <a:pPr marL="0" marR="0">
                        <a:lnSpc>
                          <a:spcPct val="115000"/>
                        </a:lnSpc>
                        <a:spcBef>
                          <a:spcPts val="0"/>
                        </a:spcBef>
                        <a:spcAft>
                          <a:spcPts val="1000"/>
                        </a:spcAft>
                      </a:pPr>
                      <a:r>
                        <a:rPr lang="en-US" sz="2200" u="none" dirty="0">
                          <a:latin typeface="Times" panose="02020603050405020304" pitchFamily="18" charset="0"/>
                          <a:cs typeface="Times" panose="02020603050405020304" pitchFamily="18" charset="0"/>
                        </a:rPr>
                        <a:t>AOE0861.1</a:t>
                      </a:r>
                      <a:endParaRPr lang="en-US" sz="2200" u="none" dirty="0">
                        <a:solidFill>
                          <a:schemeClr val="bg1"/>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u="none" dirty="0">
                          <a:latin typeface="Times" panose="02020603050405020304" pitchFamily="18" charset="0"/>
                          <a:cs typeface="Times" panose="02020603050405020304" pitchFamily="18" charset="0"/>
                        </a:rPr>
                        <a:t>3</a:t>
                      </a:r>
                      <a:endParaRPr lang="en-US" sz="2200" u="none" dirty="0">
                        <a:solidFill>
                          <a:schemeClr val="bg1"/>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u="none" dirty="0">
                          <a:latin typeface="Times" panose="02020603050405020304" pitchFamily="18" charset="0"/>
                          <a:cs typeface="Times" panose="02020603050405020304" pitchFamily="18" charset="0"/>
                        </a:rPr>
                        <a:t>2</a:t>
                      </a:r>
                      <a:endParaRPr lang="en-US" sz="2200" u="none" dirty="0">
                        <a:solidFill>
                          <a:schemeClr val="bg1"/>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u="none" dirty="0">
                          <a:latin typeface="Times" panose="02020603050405020304" pitchFamily="18" charset="0"/>
                          <a:cs typeface="Times" panose="02020603050405020304" pitchFamily="18" charset="0"/>
                        </a:rPr>
                        <a:t>3</a:t>
                      </a:r>
                      <a:endParaRPr lang="en-US" sz="2200" u="none" dirty="0">
                        <a:solidFill>
                          <a:schemeClr val="bg1"/>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r h="696685">
                <a:tc>
                  <a:txBody>
                    <a:bodyPr/>
                    <a:lstStyle/>
                    <a:p>
                      <a:pPr marL="0" marR="0">
                        <a:lnSpc>
                          <a:spcPct val="115000"/>
                        </a:lnSpc>
                        <a:spcBef>
                          <a:spcPts val="0"/>
                        </a:spcBef>
                        <a:spcAft>
                          <a:spcPts val="1000"/>
                        </a:spcAft>
                      </a:pPr>
                      <a:r>
                        <a:rPr lang="en-US" sz="2200" dirty="0">
                          <a:latin typeface="Times" panose="02020603050405020304" pitchFamily="18" charset="0"/>
                          <a:cs typeface="Times" panose="02020603050405020304" pitchFamily="18" charset="0"/>
                        </a:rPr>
                        <a:t>AOE0861.2</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3</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2</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panose="02020603050405020304" pitchFamily="18" charset="0"/>
                          <a:cs typeface="Times" panose="02020603050405020304" pitchFamily="18" charset="0"/>
                        </a:rPr>
                        <a:t>2</a:t>
                      </a:r>
                      <a:endParaRPr lang="en-US" sz="22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96685">
                <a:tc>
                  <a:txBody>
                    <a:bodyPr/>
                    <a:lstStyle/>
                    <a:p>
                      <a:pPr marL="0" marR="0">
                        <a:lnSpc>
                          <a:spcPct val="115000"/>
                        </a:lnSpc>
                        <a:spcBef>
                          <a:spcPts val="0"/>
                        </a:spcBef>
                        <a:spcAft>
                          <a:spcPts val="1000"/>
                        </a:spcAft>
                      </a:pPr>
                      <a:r>
                        <a:rPr lang="en-US" sz="2200" dirty="0">
                          <a:latin typeface="Times" panose="02020603050405020304" pitchFamily="18" charset="0"/>
                          <a:cs typeface="Times" panose="02020603050405020304" pitchFamily="18" charset="0"/>
                        </a:rPr>
                        <a:t>AOE0861.3</a:t>
                      </a:r>
                      <a:endParaRPr lang="en-US" sz="2200" dirty="0">
                        <a:solidFill>
                          <a:schemeClr val="tx1"/>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3</a:t>
                      </a:r>
                      <a:endParaRPr lang="en-US" sz="2200" dirty="0">
                        <a:solidFill>
                          <a:schemeClr val="tx1"/>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2</a:t>
                      </a:r>
                      <a:endParaRPr lang="en-US" sz="2200" dirty="0">
                        <a:solidFill>
                          <a:schemeClr val="tx1"/>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3</a:t>
                      </a:r>
                      <a:endParaRPr lang="en-US" sz="2200" dirty="0">
                        <a:solidFill>
                          <a:schemeClr val="tx1"/>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96685">
                <a:tc>
                  <a:txBody>
                    <a:bodyPr/>
                    <a:lstStyle/>
                    <a:p>
                      <a:pPr marL="0" marR="0">
                        <a:lnSpc>
                          <a:spcPct val="115000"/>
                        </a:lnSpc>
                        <a:spcBef>
                          <a:spcPts val="0"/>
                        </a:spcBef>
                        <a:spcAft>
                          <a:spcPts val="1000"/>
                        </a:spcAft>
                      </a:pPr>
                      <a:r>
                        <a:rPr lang="en-US" sz="2200" dirty="0">
                          <a:latin typeface="Times" panose="02020603050405020304" pitchFamily="18" charset="0"/>
                          <a:cs typeface="Times" panose="02020603050405020304" pitchFamily="18" charset="0"/>
                        </a:rPr>
                        <a:t>AOE0861.4</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panose="02020603050405020304" pitchFamily="18" charset="0"/>
                          <a:cs typeface="Times" panose="02020603050405020304" pitchFamily="18" charset="0"/>
                        </a:rPr>
                        <a:t>3</a:t>
                      </a:r>
                      <a:endParaRPr lang="en-US" sz="22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3</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3</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96685">
                <a:tc>
                  <a:txBody>
                    <a:bodyPr/>
                    <a:lstStyle/>
                    <a:p>
                      <a:pPr marL="0" marR="0">
                        <a:lnSpc>
                          <a:spcPct val="115000"/>
                        </a:lnSpc>
                        <a:spcBef>
                          <a:spcPts val="0"/>
                        </a:spcBef>
                        <a:spcAft>
                          <a:spcPts val="1000"/>
                        </a:spcAft>
                      </a:pPr>
                      <a:r>
                        <a:rPr lang="en-US" sz="2200" dirty="0">
                          <a:latin typeface="Times" panose="02020603050405020304" pitchFamily="18" charset="0"/>
                          <a:cs typeface="Times" panose="02020603050405020304" pitchFamily="18" charset="0"/>
                        </a:rPr>
                        <a:t>AOE0861.5</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panose="02020603050405020304" pitchFamily="18" charset="0"/>
                          <a:cs typeface="Times" panose="02020603050405020304" pitchFamily="18" charset="0"/>
                        </a:rPr>
                        <a:t>3</a:t>
                      </a:r>
                      <a:endParaRPr lang="en-US" sz="22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2</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panose="02020603050405020304" pitchFamily="18" charset="0"/>
                          <a:cs typeface="Times" panose="02020603050405020304" pitchFamily="18" charset="0"/>
                        </a:rPr>
                        <a:t>3</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96685">
                <a:tc>
                  <a:txBody>
                    <a:bodyPr/>
                    <a:lstStyle/>
                    <a:p>
                      <a:pPr marL="0" marR="0">
                        <a:lnSpc>
                          <a:spcPct val="115000"/>
                        </a:lnSpc>
                        <a:spcBef>
                          <a:spcPts val="0"/>
                        </a:spcBef>
                        <a:spcAft>
                          <a:spcPts val="0"/>
                        </a:spcAft>
                      </a:pPr>
                      <a:r>
                        <a:rPr lang="en-US" sz="2200" dirty="0" err="1">
                          <a:latin typeface="Times" panose="02020603050405020304" pitchFamily="18" charset="0"/>
                          <a:cs typeface="Times" panose="02020603050405020304" pitchFamily="18" charset="0"/>
                        </a:rPr>
                        <a:t>Avg</a:t>
                      </a:r>
                      <a:endParaRPr lang="en-US" sz="22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a:latin typeface="Times" panose="02020603050405020304" pitchFamily="18" charset="0"/>
                          <a:cs typeface="Times" panose="02020603050405020304" pitchFamily="18" charset="0"/>
                        </a:rPr>
                        <a:t>3</a:t>
                      </a:r>
                      <a:endParaRPr lang="en-US" sz="220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latin typeface="Times" panose="02020603050405020304" pitchFamily="18" charset="0"/>
                          <a:cs typeface="Times" panose="02020603050405020304" pitchFamily="18" charset="0"/>
                        </a:rPr>
                        <a:t>2.2</a:t>
                      </a:r>
                      <a:endParaRPr lang="en-US" sz="22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latin typeface="Times" panose="02020603050405020304" pitchFamily="18" charset="0"/>
                          <a:cs typeface="Times" panose="02020603050405020304" pitchFamily="18" charset="0"/>
                        </a:rPr>
                        <a:t>2.8</a:t>
                      </a:r>
                      <a:endParaRPr lang="en-US" sz="2200" dirty="0">
                        <a:latin typeface="Times" panose="02020603050405020304" pitchFamily="18" charset="0"/>
                        <a:ea typeface="Calibri"/>
                        <a:cs typeface="Times"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38745" y="-230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CO-PO Mapping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208344" y="1142999"/>
            <a:ext cx="8554656" cy="5081587"/>
          </a:xfrm>
        </p:spPr>
        <p:txBody>
          <a:bodyPr/>
          <a:lstStyle/>
          <a:p>
            <a:pPr eaLnBrk="1" hangingPunct="1">
              <a:buFont typeface="Arial" panose="020B0604020202020204" pitchFamily="34" charset="0"/>
              <a:buNone/>
            </a:pPr>
            <a:endParaRPr lang="en-US" altLang="en-US" sz="2200" dirty="0"/>
          </a:p>
          <a:p>
            <a:pPr eaLnBrk="1" hangingPunct="1"/>
            <a:endParaRPr lang="en-US" altLang="en-US" sz="2200" dirty="0"/>
          </a:p>
          <a:p>
            <a:pPr eaLnBrk="1" hangingPunct="1">
              <a:buFont typeface="Arial" panose="020B0604020202020204" pitchFamily="34" charset="0"/>
              <a:buNone/>
            </a:pPr>
            <a:endParaRPr lang="en-US" altLang="en-US" sz="2200" dirty="0"/>
          </a:p>
          <a:p>
            <a:pPr eaLnBrk="1" hangingPunct="1">
              <a:buFont typeface="Arial" panose="020B0604020202020204" pitchFamily="34" charset="0"/>
              <a:buNone/>
            </a:pPr>
            <a:endParaRPr lang="en-US" altLang="en-US" sz="2200" dirty="0"/>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a:xfrm>
            <a:off x="533400" y="6356350"/>
            <a:ext cx="2057400" cy="365125"/>
          </a:xfrm>
        </p:spPr>
        <p:txBody>
          <a:bodyPr/>
          <a:lstStyle/>
          <a:p>
            <a:pPr>
              <a:defRPr/>
            </a:pPr>
            <a:fld id="{54A16CF5-7DD5-4678-A3F1-05CA0FE01B85}" type="datetime1">
              <a:rPr lang="en-US" smtClean="0"/>
              <a:t>5/1/2026</a:t>
            </a:fld>
            <a:endParaRPr lang="en-US" dirty="0"/>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Calibri" panose="020F0502020204030204" pitchFamily="34" charset="0"/>
              </a:rPr>
              <a:pPr eaLnBrk="1" hangingPunct="1"/>
              <a:t>10</a:t>
            </a:fld>
            <a:endParaRPr lang="en-US" altLang="en-US">
              <a:solidFill>
                <a:srgbClr val="898989"/>
              </a:solidFill>
              <a:latin typeface="Calibri" panose="020F0502020204030204" pitchFamily="34" charset="0"/>
            </a:endParaRP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514600" y="6356349"/>
            <a:ext cx="5029200" cy="365125"/>
          </a:xfrm>
        </p:spPr>
        <p:txBody>
          <a:bodyPr/>
          <a:lstStyle/>
          <a:p>
            <a:pPr>
              <a:defRPr/>
            </a:pPr>
            <a:r>
              <a:rPr lang="fi-FI" sz="2000"/>
              <a:t>Mr. Minhaj Nezami    AOE0861    TQM    Unit-1                         </a:t>
            </a:r>
            <a:endParaRPr lang="en-US" sz="2000" dirty="0"/>
          </a:p>
        </p:txBody>
      </p:sp>
      <p:sp>
        <p:nvSpPr>
          <p:cNvPr id="3" name="Rectangle 2"/>
          <p:cNvSpPr/>
          <p:nvPr/>
        </p:nvSpPr>
        <p:spPr>
          <a:xfrm>
            <a:off x="457200" y="852247"/>
            <a:ext cx="8305800" cy="5663089"/>
          </a:xfrm>
          <a:prstGeom prst="rect">
            <a:avLst/>
          </a:prstGeom>
        </p:spPr>
        <p:txBody>
          <a:bodyPr wrap="square">
            <a:spAutoFit/>
          </a:bodyPr>
          <a:lstStyle/>
          <a:p>
            <a:pPr marL="0" marR="0" algn="just">
              <a:lnSpc>
                <a:spcPct val="150000"/>
              </a:lnSpc>
              <a:spcBef>
                <a:spcPts val="0"/>
              </a:spcBef>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PEO 1: </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 PEO 2: </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a successful career in industries, to pursue higher studies or to support entrepreneurial endeavors and to face the global challenges.</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PEO 3</a:t>
            </a: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an effective communication skills, professional attitude, ethical values and a desire to learn specific knowledge in emerging trends, technologies for research, innovation and product development and contribution to society.</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ea typeface="Times New Roman" panose="02020603050405020304" pitchFamily="18" charset="0"/>
              </a:rPr>
              <a:t>PEO 4: </a:t>
            </a:r>
            <a:r>
              <a:rPr lang="en-US" dirty="0">
                <a:latin typeface="Times New Roman" panose="02020603050405020304" pitchFamily="18" charset="0"/>
                <a:ea typeface="Times New Roman" panose="02020603050405020304" pitchFamily="18" charset="0"/>
              </a:rPr>
              <a:t>To have life-long learning for up-skilling and re-skilling for successful professional career as engineer, scientist, entrepreneur and bureaucrat for betterment of society.</a:t>
            </a:r>
            <a:endParaRPr lang="en-US" dirty="0"/>
          </a:p>
        </p:txBody>
      </p:sp>
      <p:pic>
        <p:nvPicPr>
          <p:cNvPr id="10" name="Picture 9"/>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1911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Program Educational Objectives</a:t>
            </a:r>
          </a:p>
        </p:txBody>
      </p:sp>
    </p:spTree>
    <p:extLst>
      <p:ext uri="{BB962C8B-B14F-4D97-AF65-F5344CB8AC3E}">
        <p14:creationId xmlns:p14="http://schemas.microsoft.com/office/powerpoint/2010/main" val="237499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419600"/>
          </a:xfrm>
        </p:spPr>
        <p:txBody>
          <a:bodyPr>
            <a:normAutofit/>
          </a:bodyPr>
          <a:lstStyle/>
          <a:p>
            <a:pPr algn="just"/>
            <a:r>
              <a:rPr lang="en-US" sz="2000" dirty="0">
                <a:latin typeface="Times" panose="02020603050405020304" pitchFamily="18" charset="0"/>
                <a:cs typeface="Times" panose="02020603050405020304" pitchFamily="18" charset="0"/>
              </a:rPr>
              <a:t>Introduction </a:t>
            </a:r>
          </a:p>
          <a:p>
            <a:pPr algn="just"/>
            <a:r>
              <a:rPr lang="en-US" sz="2000" dirty="0">
                <a:latin typeface="Times" panose="02020603050405020304" pitchFamily="18" charset="0"/>
                <a:cs typeface="Times" panose="02020603050405020304" pitchFamily="18" charset="0"/>
              </a:rPr>
              <a:t>Need for quality </a:t>
            </a:r>
          </a:p>
          <a:p>
            <a:pPr algn="just"/>
            <a:r>
              <a:rPr lang="en-US" sz="2000" dirty="0">
                <a:latin typeface="Times" panose="02020603050405020304" pitchFamily="18" charset="0"/>
                <a:cs typeface="Times" panose="02020603050405020304" pitchFamily="18" charset="0"/>
              </a:rPr>
              <a:t>Definitions of quality </a:t>
            </a:r>
          </a:p>
          <a:p>
            <a:pPr algn="just"/>
            <a:r>
              <a:rPr lang="en-US" sz="2000" dirty="0">
                <a:latin typeface="Times" panose="02020603050405020304" pitchFamily="18" charset="0"/>
                <a:cs typeface="Times" panose="02020603050405020304" pitchFamily="18" charset="0"/>
              </a:rPr>
              <a:t>Basic concepts of TQM </a:t>
            </a:r>
          </a:p>
          <a:p>
            <a:pPr algn="just"/>
            <a:r>
              <a:rPr lang="en-US" sz="2000" dirty="0">
                <a:latin typeface="Times" panose="02020603050405020304" pitchFamily="18" charset="0"/>
                <a:cs typeface="Times" panose="02020603050405020304" pitchFamily="18" charset="0"/>
              </a:rPr>
              <a:t>TQM Framework </a:t>
            </a:r>
          </a:p>
          <a:p>
            <a:pPr algn="just"/>
            <a:r>
              <a:rPr lang="en-US" sz="2000" dirty="0">
                <a:latin typeface="Times" panose="02020603050405020304" pitchFamily="18" charset="0"/>
                <a:cs typeface="Times" panose="02020603050405020304" pitchFamily="18" charset="0"/>
              </a:rPr>
              <a:t>Barriers to TQM  </a:t>
            </a:r>
          </a:p>
          <a:p>
            <a:pPr algn="just"/>
            <a:r>
              <a:rPr lang="en-US" sz="2000" dirty="0">
                <a:latin typeface="Times" panose="02020603050405020304" pitchFamily="18" charset="0"/>
                <a:cs typeface="Times" panose="02020603050405020304" pitchFamily="18" charset="0"/>
              </a:rPr>
              <a:t>Customer focus</a:t>
            </a:r>
          </a:p>
          <a:p>
            <a:pPr algn="just"/>
            <a:r>
              <a:rPr lang="en-US" sz="2000" dirty="0">
                <a:latin typeface="Times" panose="02020603050405020304" pitchFamily="18" charset="0"/>
                <a:cs typeface="Times" panose="02020603050405020304" pitchFamily="18" charset="0"/>
              </a:rPr>
              <a:t>Customer orientation </a:t>
            </a:r>
          </a:p>
          <a:p>
            <a:pPr algn="just"/>
            <a:r>
              <a:rPr lang="en-US" sz="2000" dirty="0">
                <a:latin typeface="Times" panose="02020603050405020304" pitchFamily="18" charset="0"/>
                <a:cs typeface="Times" panose="02020603050405020304" pitchFamily="18" charset="0"/>
              </a:rPr>
              <a:t>Customer satisfaction</a:t>
            </a:r>
          </a:p>
          <a:p>
            <a:pPr algn="just"/>
            <a:r>
              <a:rPr lang="en-US" sz="2000" dirty="0">
                <a:latin typeface="Times" panose="02020603050405020304" pitchFamily="18" charset="0"/>
                <a:cs typeface="Times" panose="02020603050405020304" pitchFamily="18" charset="0"/>
              </a:rPr>
              <a:t>Customer complaints</a:t>
            </a:r>
          </a:p>
          <a:p>
            <a:pPr algn="just"/>
            <a:r>
              <a:rPr lang="en-US" sz="2000" dirty="0">
                <a:latin typeface="Times" panose="02020603050405020304" pitchFamily="18" charset="0"/>
                <a:cs typeface="Times" panose="02020603050405020304" pitchFamily="18" charset="0"/>
              </a:rPr>
              <a:t>Customer retention</a:t>
            </a:r>
            <a:endParaRPr lang="en-US" sz="2400" b="1" dirty="0">
              <a:latin typeface="Times" panose="02020603050405020304" pitchFamily="18" charset="0"/>
              <a:cs typeface="Times" panose="02020603050405020304" pitchFamily="18" charset="0"/>
            </a:endParaRPr>
          </a:p>
        </p:txBody>
      </p:sp>
      <p:sp>
        <p:nvSpPr>
          <p:cNvPr id="4" name="Date Placeholder 3"/>
          <p:cNvSpPr>
            <a:spLocks noGrp="1"/>
          </p:cNvSpPr>
          <p:nvPr>
            <p:ph type="dt" sz="half" idx="10"/>
          </p:nvPr>
        </p:nvSpPr>
        <p:spPr/>
        <p:txBody>
          <a:bodyPr/>
          <a:lstStyle/>
          <a:p>
            <a:fld id="{8EE373AD-08A2-4FC5-AB72-98B399133764}"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Syllabus of Unit 1</a:t>
            </a:r>
          </a:p>
        </p:txBody>
      </p:sp>
    </p:spTree>
    <p:extLst>
      <p:ext uri="{BB962C8B-B14F-4D97-AF65-F5344CB8AC3E}">
        <p14:creationId xmlns:p14="http://schemas.microsoft.com/office/powerpoint/2010/main" val="3919311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A400E9-5AEC-4B8D-B5AC-73831CEE144A}"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sp>
        <p:nvSpPr>
          <p:cNvPr id="10" name="Rectangle 9"/>
          <p:cNvSpPr/>
          <p:nvPr/>
        </p:nvSpPr>
        <p:spPr>
          <a:xfrm>
            <a:off x="748085" y="1271986"/>
            <a:ext cx="7924800" cy="1219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Times New Roman" pitchFamily="18" charset="0"/>
                <a:cs typeface="Times New Roman" pitchFamily="18" charset="0"/>
              </a:rPr>
              <a:t>To exceed performance over expectation for a product or service. </a:t>
            </a:r>
          </a:p>
        </p:txBody>
      </p:sp>
      <p:graphicFrame>
        <p:nvGraphicFramePr>
          <p:cNvPr id="11" name="Table 10"/>
          <p:cNvGraphicFramePr>
            <a:graphicFrameLocks noGrp="1"/>
          </p:cNvGraphicFramePr>
          <p:nvPr>
            <p:extLst>
              <p:ext uri="{D42A27DB-BD31-4B8C-83A1-F6EECF244321}">
                <p14:modId xmlns:p14="http://schemas.microsoft.com/office/powerpoint/2010/main" val="636366029"/>
              </p:ext>
            </p:extLst>
          </p:nvPr>
        </p:nvGraphicFramePr>
        <p:xfrm>
          <a:off x="748085" y="2868247"/>
          <a:ext cx="7924800" cy="1600200"/>
        </p:xfrm>
        <a:graphic>
          <a:graphicData uri="http://schemas.openxmlformats.org/drawingml/2006/table">
            <a:tbl>
              <a:tblPr>
                <a:tableStyleId>{93296810-A885-4BE3-A3E7-6D5BEEA58F35}</a:tableStyleId>
              </a:tblPr>
              <a:tblGrid>
                <a:gridCol w="1481309">
                  <a:extLst>
                    <a:ext uri="{9D8B030D-6E8A-4147-A177-3AD203B41FA5}">
                      <a16:colId xmlns:a16="http://schemas.microsoft.com/office/drawing/2014/main" val="20000"/>
                    </a:ext>
                  </a:extLst>
                </a:gridCol>
                <a:gridCol w="499891">
                  <a:extLst>
                    <a:ext uri="{9D8B030D-6E8A-4147-A177-3AD203B41FA5}">
                      <a16:colId xmlns:a16="http://schemas.microsoft.com/office/drawing/2014/main" val="20001"/>
                    </a:ext>
                  </a:extLst>
                </a:gridCol>
                <a:gridCol w="495300">
                  <a:extLst>
                    <a:ext uri="{9D8B030D-6E8A-4147-A177-3AD203B41FA5}">
                      <a16:colId xmlns:a16="http://schemas.microsoft.com/office/drawing/2014/main" val="20002"/>
                    </a:ext>
                  </a:extLst>
                </a:gridCol>
                <a:gridCol w="495300">
                  <a:extLst>
                    <a:ext uri="{9D8B030D-6E8A-4147-A177-3AD203B41FA5}">
                      <a16:colId xmlns:a16="http://schemas.microsoft.com/office/drawing/2014/main" val="20003"/>
                    </a:ext>
                  </a:extLst>
                </a:gridCol>
                <a:gridCol w="577850">
                  <a:extLst>
                    <a:ext uri="{9D8B030D-6E8A-4147-A177-3AD203B41FA5}">
                      <a16:colId xmlns:a16="http://schemas.microsoft.com/office/drawing/2014/main" val="20004"/>
                    </a:ext>
                  </a:extLst>
                </a:gridCol>
                <a:gridCol w="577850">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495300">
                  <a:extLst>
                    <a:ext uri="{9D8B030D-6E8A-4147-A177-3AD203B41FA5}">
                      <a16:colId xmlns:a16="http://schemas.microsoft.com/office/drawing/2014/main" val="20007"/>
                    </a:ext>
                  </a:extLst>
                </a:gridCol>
                <a:gridCol w="495300">
                  <a:extLst>
                    <a:ext uri="{9D8B030D-6E8A-4147-A177-3AD203B41FA5}">
                      <a16:colId xmlns:a16="http://schemas.microsoft.com/office/drawing/2014/main" val="20008"/>
                    </a:ext>
                  </a:extLst>
                </a:gridCol>
                <a:gridCol w="495300">
                  <a:extLst>
                    <a:ext uri="{9D8B030D-6E8A-4147-A177-3AD203B41FA5}">
                      <a16:colId xmlns:a16="http://schemas.microsoft.com/office/drawing/2014/main" val="20009"/>
                    </a:ext>
                  </a:extLst>
                </a:gridCol>
                <a:gridCol w="577850">
                  <a:extLst>
                    <a:ext uri="{9D8B030D-6E8A-4147-A177-3AD203B41FA5}">
                      <a16:colId xmlns:a16="http://schemas.microsoft.com/office/drawing/2014/main" val="20010"/>
                    </a:ext>
                  </a:extLst>
                </a:gridCol>
                <a:gridCol w="577850">
                  <a:extLst>
                    <a:ext uri="{9D8B030D-6E8A-4147-A177-3AD203B41FA5}">
                      <a16:colId xmlns:a16="http://schemas.microsoft.com/office/drawing/2014/main" val="20011"/>
                    </a:ext>
                  </a:extLst>
                </a:gridCol>
                <a:gridCol w="577850">
                  <a:extLst>
                    <a:ext uri="{9D8B030D-6E8A-4147-A177-3AD203B41FA5}">
                      <a16:colId xmlns:a16="http://schemas.microsoft.com/office/drawing/2014/main" val="20012"/>
                    </a:ext>
                  </a:extLst>
                </a:gridCol>
              </a:tblGrid>
              <a:tr h="800100">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CO</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PO4</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PO5</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PO6</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PO7</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PO8</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PO9</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PO10</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PO11</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00100">
                <a:tc>
                  <a:txBody>
                    <a:bodyPr/>
                    <a:lstStyle/>
                    <a:p>
                      <a:pPr marL="0" marR="0" algn="ctr">
                        <a:lnSpc>
                          <a:spcPct val="115000"/>
                        </a:lnSpc>
                        <a:spcBef>
                          <a:spcPts val="0"/>
                        </a:spcBef>
                        <a:spcAft>
                          <a:spcPts val="1000"/>
                        </a:spcAft>
                      </a:pPr>
                      <a:r>
                        <a:rPr lang="en-US" sz="1800" u="none" dirty="0">
                          <a:latin typeface="Times" panose="02020603050405020304" pitchFamily="18" charset="0"/>
                          <a:cs typeface="Times" panose="02020603050405020304" pitchFamily="18" charset="0"/>
                        </a:rPr>
                        <a:t>AOE0861.1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solidFill>
                            <a:schemeClr val="tx1"/>
                          </a:solidFill>
                          <a:latin typeface="Times" panose="02020603050405020304" pitchFamily="18" charset="0"/>
                          <a:cs typeface="Times" panose="02020603050405020304" pitchFamily="18" charset="0"/>
                        </a:rPr>
                        <a:t>1</a:t>
                      </a:r>
                      <a:endParaRPr lang="en-US" sz="1800" u="none" dirty="0">
                        <a:solidFill>
                          <a:schemeClr val="tx1"/>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solidFill>
                            <a:schemeClr val="tx1"/>
                          </a:solidFill>
                          <a:latin typeface="Times" panose="02020603050405020304" pitchFamily="18" charset="0"/>
                          <a:ea typeface="Calibri"/>
                          <a:cs typeface="Times" panose="02020603050405020304" pitchFamily="18" charset="0"/>
                        </a:rPr>
                        <a:t>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solidFill>
                            <a:schemeClr val="tx1"/>
                          </a:solidFill>
                          <a:latin typeface="Times" panose="02020603050405020304" pitchFamily="18" charset="0"/>
                          <a:ea typeface="Calibri"/>
                          <a:cs typeface="Times" panose="02020603050405020304" pitchFamily="18" charset="0"/>
                        </a:rPr>
                        <a:t>2</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52600" y="-398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Quality</a:t>
            </a:r>
          </a:p>
        </p:txBody>
      </p:sp>
    </p:spTree>
    <p:extLst>
      <p:ext uri="{BB962C8B-B14F-4D97-AF65-F5344CB8AC3E}">
        <p14:creationId xmlns:p14="http://schemas.microsoft.com/office/powerpoint/2010/main" val="3919311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676400"/>
            <a:ext cx="8305800" cy="4464079"/>
          </a:xfrm>
        </p:spPr>
        <p:txBody>
          <a:bodyPr>
            <a:noAutofit/>
          </a:bodyPr>
          <a:lstStyle/>
          <a:p>
            <a:pPr algn="just"/>
            <a:r>
              <a:rPr lang="en-US" sz="2000" dirty="0">
                <a:latin typeface="Times New Roman" panose="02020603050405020304" pitchFamily="18" charset="0"/>
                <a:cs typeface="Times New Roman" pitchFamily="18" charset="0"/>
              </a:rPr>
              <a:t>Quality is meeting the customer's needs in a way that exceeds the customer's expectations. </a:t>
            </a:r>
          </a:p>
          <a:p>
            <a:pPr algn="just"/>
            <a:r>
              <a:rPr lang="en-US" sz="2000" b="0" i="0" dirty="0">
                <a:effectLst/>
                <a:latin typeface="Times New Roman" panose="02020603050405020304" pitchFamily="18" charset="0"/>
                <a:cs typeface="Times New Roman" panose="02020603050405020304" pitchFamily="18" charset="0"/>
              </a:rPr>
              <a:t>Quality could be defined as a basic tool for a natural property of any good or service that allows it to be compared with any other good or service of its kind. The word quality refers to the set of inherent properties of an object that allows satisfying stated or implied needs.</a:t>
            </a: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9C92398-53F6-42EE-8377-12CDA695DD69}"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9" name="Footer Placeholder 12"/>
          <p:cNvSpPr>
            <a:spLocks noGrp="1"/>
          </p:cNvSpPr>
          <p:nvPr>
            <p:ph type="ftr" sz="quarter" idx="11"/>
          </p:nvPr>
        </p:nvSpPr>
        <p:spPr>
          <a:xfrm>
            <a:off x="2286000" y="6248415"/>
            <a:ext cx="5791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41055" y="-23731"/>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Concept (CO1)</a:t>
            </a:r>
          </a:p>
        </p:txBody>
      </p:sp>
    </p:spTree>
    <p:extLst>
      <p:ext uri="{BB962C8B-B14F-4D97-AF65-F5344CB8AC3E}">
        <p14:creationId xmlns:p14="http://schemas.microsoft.com/office/powerpoint/2010/main" val="3919311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57552"/>
            <a:ext cx="8305800" cy="4982927"/>
          </a:xfrm>
        </p:spPr>
        <p:txBody>
          <a:bodyPr>
            <a:noAutofit/>
          </a:bodyPr>
          <a:lstStyle/>
          <a:p>
            <a:pPr marL="0" indent="0">
              <a:buNone/>
            </a:pPr>
            <a:r>
              <a:rPr lang="en-US" sz="2000" b="1" dirty="0">
                <a:latin typeface="Times New Roman" pitchFamily="18" charset="0"/>
                <a:cs typeface="Times New Roman" pitchFamily="18" charset="0"/>
              </a:rPr>
              <a:t>The following are types of quality</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Product Quality</a:t>
            </a:r>
          </a:p>
          <a:p>
            <a:pPr algn="just"/>
            <a:r>
              <a:rPr lang="en-US" sz="2000" dirty="0">
                <a:latin typeface="Times New Roman" pitchFamily="18" charset="0"/>
                <a:cs typeface="Times New Roman" pitchFamily="18" charset="0"/>
              </a:rPr>
              <a:t>Service Quality</a:t>
            </a:r>
          </a:p>
          <a:p>
            <a:pPr algn="just"/>
            <a:r>
              <a:rPr lang="en-US" sz="2000" dirty="0">
                <a:latin typeface="Times New Roman" pitchFamily="18" charset="0"/>
                <a:cs typeface="Times New Roman" pitchFamily="18" charset="0"/>
              </a:rPr>
              <a:t>Experience Quality</a:t>
            </a:r>
          </a:p>
          <a:p>
            <a:pPr algn="just"/>
            <a:r>
              <a:rPr lang="en-US" sz="2000" dirty="0">
                <a:latin typeface="Times New Roman" pitchFamily="18" charset="0"/>
                <a:cs typeface="Times New Roman" pitchFamily="18" charset="0"/>
              </a:rPr>
              <a:t>IT Quality</a:t>
            </a:r>
          </a:p>
          <a:p>
            <a:pPr algn="just"/>
            <a:r>
              <a:rPr lang="en-US" sz="2000" dirty="0">
                <a:latin typeface="Times New Roman" pitchFamily="18" charset="0"/>
                <a:cs typeface="Times New Roman" pitchFamily="18" charset="0"/>
              </a:rPr>
              <a:t>Data Quality</a:t>
            </a:r>
          </a:p>
          <a:p>
            <a:pPr algn="just"/>
            <a:r>
              <a:rPr lang="en-US" sz="2000" dirty="0">
                <a:latin typeface="Times New Roman" pitchFamily="18" charset="0"/>
                <a:cs typeface="Times New Roman" pitchFamily="18" charset="0"/>
              </a:rPr>
              <a:t>Information Quality</a:t>
            </a:r>
          </a:p>
          <a:p>
            <a:pPr algn="just"/>
            <a:r>
              <a:rPr lang="en-US" sz="2000" dirty="0">
                <a:latin typeface="Times New Roman" pitchFamily="18" charset="0"/>
                <a:cs typeface="Times New Roman" pitchFamily="18" charset="0"/>
              </a:rPr>
              <a:t>Quality of life</a:t>
            </a:r>
          </a:p>
        </p:txBody>
      </p:sp>
      <p:sp>
        <p:nvSpPr>
          <p:cNvPr id="4" name="Date Placeholder 3"/>
          <p:cNvSpPr>
            <a:spLocks noGrp="1"/>
          </p:cNvSpPr>
          <p:nvPr>
            <p:ph type="dt" sz="half" idx="10"/>
          </p:nvPr>
        </p:nvSpPr>
        <p:spPr/>
        <p:txBody>
          <a:bodyPr/>
          <a:lstStyle/>
          <a:p>
            <a:fld id="{819A600D-390D-4BEE-904E-E50DDDE15375}"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9" name="Footer Placeholder 12"/>
          <p:cNvSpPr>
            <a:spLocks noGrp="1"/>
          </p:cNvSpPr>
          <p:nvPr>
            <p:ph type="ftr" sz="quarter" idx="11"/>
          </p:nvPr>
        </p:nvSpPr>
        <p:spPr>
          <a:xfrm>
            <a:off x="2286000" y="6248415"/>
            <a:ext cx="5791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41055" y="-23731"/>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Concept (CO1)</a:t>
            </a:r>
          </a:p>
        </p:txBody>
      </p:sp>
    </p:spTree>
    <p:extLst>
      <p:ext uri="{BB962C8B-B14F-4D97-AF65-F5344CB8AC3E}">
        <p14:creationId xmlns:p14="http://schemas.microsoft.com/office/powerpoint/2010/main" val="3777505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764308" y="1023209"/>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p>
          </p:txBody>
        </p:sp>
      </p:grpSp>
      <p:sp>
        <p:nvSpPr>
          <p:cNvPr id="11" name="object 11"/>
          <p:cNvSpPr txBox="1"/>
          <p:nvPr/>
        </p:nvSpPr>
        <p:spPr>
          <a:xfrm>
            <a:off x="4348941" y="1623730"/>
            <a:ext cx="4343400" cy="2016551"/>
          </a:xfrm>
          <a:prstGeom prst="rect">
            <a:avLst/>
          </a:prstGeom>
        </p:spPr>
        <p:txBody>
          <a:bodyPr vert="horz" wrap="square" lIns="0" tIns="52425" rIns="0" bIns="0" rtlCol="0">
            <a:spAutoFit/>
          </a:bodyPr>
          <a:lstStyle/>
          <a:p>
            <a:pPr marL="342900" lvl="0" indent="-342900">
              <a:spcBef>
                <a:spcPct val="20000"/>
              </a:spcBef>
              <a:buFont typeface="Arial" pitchFamily="34" charset="0"/>
              <a:buChar char="•"/>
            </a:pPr>
            <a:r>
              <a:rPr lang="en-US" sz="2200" dirty="0">
                <a:latin typeface="Times New Roman" pitchFamily="18" charset="0"/>
                <a:cs typeface="Times New Roman" pitchFamily="18" charset="0"/>
              </a:rPr>
              <a:t>External customer </a:t>
            </a:r>
          </a:p>
          <a:p>
            <a:pPr marL="342900" lvl="0" indent="-342900">
              <a:spcBef>
                <a:spcPct val="20000"/>
              </a:spcBef>
              <a:buFont typeface="Arial" pitchFamily="34" charset="0"/>
              <a:buChar char="•"/>
            </a:pPr>
            <a:r>
              <a:rPr lang="en-US" sz="2200" dirty="0">
                <a:latin typeface="Times New Roman" pitchFamily="18" charset="0"/>
                <a:cs typeface="Times New Roman" pitchFamily="18" charset="0"/>
              </a:rPr>
              <a:t>Internal customer</a:t>
            </a:r>
          </a:p>
          <a:p>
            <a:pPr marL="342900" lvl="0" indent="-342900">
              <a:spcBef>
                <a:spcPct val="20000"/>
              </a:spcBef>
              <a:buFont typeface="Arial" pitchFamily="34" charset="0"/>
              <a:buChar char="•"/>
            </a:pPr>
            <a:r>
              <a:rPr lang="en-US" sz="2200" dirty="0">
                <a:latin typeface="Times New Roman" pitchFamily="18" charset="0"/>
                <a:cs typeface="Times New Roman" pitchFamily="18" charset="0"/>
              </a:rPr>
              <a:t>Fulfill customer expectations </a:t>
            </a:r>
          </a:p>
          <a:p>
            <a:pPr marL="342900" lvl="0" indent="-342900">
              <a:spcBef>
                <a:spcPct val="20000"/>
              </a:spcBef>
              <a:buFont typeface="Arial" pitchFamily="34" charset="0"/>
              <a:buChar char="•"/>
            </a:pPr>
            <a:r>
              <a:rPr lang="en-US" sz="2200" dirty="0">
                <a:latin typeface="Times New Roman" pitchFamily="18" charset="0"/>
                <a:cs typeface="Times New Roman" pitchFamily="18" charset="0"/>
              </a:rPr>
              <a:t>Customer's expectations</a:t>
            </a:r>
          </a:p>
          <a:p>
            <a:pPr marL="342900" lvl="0" indent="-342900">
              <a:spcBef>
                <a:spcPct val="20000"/>
              </a:spcBef>
              <a:buFont typeface="Arial" pitchFamily="34" charset="0"/>
              <a:buChar char="•"/>
            </a:pPr>
            <a:endParaRPr lang="en-US" sz="2200" dirty="0">
              <a:solidFill>
                <a:prstClr val="black"/>
              </a:solidFill>
              <a:latin typeface="Times New Roman" panose="02020603050405020304" pitchFamily="18" charset="0"/>
              <a:cs typeface="Times New Roman" panose="02020603050405020304" pitchFamily="18" charset="0"/>
            </a:endParaRPr>
          </a:p>
        </p:txBody>
      </p:sp>
      <p:sp>
        <p:nvSpPr>
          <p:cNvPr id="12" name="object 12"/>
          <p:cNvSpPr/>
          <p:nvPr/>
        </p:nvSpPr>
        <p:spPr>
          <a:xfrm>
            <a:off x="3939770" y="3355307"/>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p>
        </p:txBody>
      </p:sp>
      <p:sp>
        <p:nvSpPr>
          <p:cNvPr id="13" name="Date Placeholder 12"/>
          <p:cNvSpPr>
            <a:spLocks noGrp="1"/>
          </p:cNvSpPr>
          <p:nvPr>
            <p:ph type="dt" sz="half" idx="10"/>
          </p:nvPr>
        </p:nvSpPr>
        <p:spPr/>
        <p:txBody>
          <a:bodyPr/>
          <a:lstStyle/>
          <a:p>
            <a:fld id="{2D15C332-6B94-496E-86BB-D52072785D2F}" type="datetime1">
              <a:rPr lang="en-US" smtClean="0"/>
              <a:t>5/1/2026</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15</a:t>
            </a:fld>
            <a:endParaRPr lang="en-US"/>
          </a:p>
        </p:txBody>
      </p:sp>
      <p:sp>
        <p:nvSpPr>
          <p:cNvPr id="15" name="Footer Placeholder 14"/>
          <p:cNvSpPr>
            <a:spLocks noGrp="1"/>
          </p:cNvSpPr>
          <p:nvPr>
            <p:ph type="ftr" sz="quarter" idx="11"/>
          </p:nvPr>
        </p:nvSpPr>
        <p:spPr>
          <a:xfrm>
            <a:off x="1638300" y="6084445"/>
            <a:ext cx="5867400" cy="365125"/>
          </a:xfrm>
        </p:spPr>
        <p:txBody>
          <a:bodyPr/>
          <a:lstStyle/>
          <a:p>
            <a:r>
              <a:rPr lang="fi-FI" sz="2000"/>
              <a:t>Mr. Minhaj Nezami    AOE0861    TQM    Unit-1                         </a:t>
            </a:r>
            <a:endParaRPr lang="en-US" sz="2000" dirty="0"/>
          </a:p>
        </p:txBody>
      </p:sp>
      <p:pic>
        <p:nvPicPr>
          <p:cNvPr id="17" name="Picture 16"/>
          <p:cNvPicPr>
            <a:picLocks noChangeAspect="1"/>
          </p:cNvPicPr>
          <p:nvPr/>
        </p:nvPicPr>
        <p:blipFill>
          <a:blip r:embed="rId6"/>
          <a:stretch>
            <a:fillRect/>
          </a:stretch>
        </p:blipFill>
        <p:spPr>
          <a:xfrm>
            <a:off x="30018" y="25400"/>
            <a:ext cx="1755800" cy="1024217"/>
          </a:xfrm>
          <a:prstGeom prst="rect">
            <a:avLst/>
          </a:prstGeom>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1727200" y="-4240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Precap of Quality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0" indent="0" algn="just">
              <a:buNone/>
            </a:pPr>
            <a:r>
              <a:rPr lang="en-US" sz="2200" dirty="0">
                <a:latin typeface="Times New Roman" pitchFamily="18" charset="0"/>
                <a:cs typeface="Times New Roman" pitchFamily="18" charset="0"/>
              </a:rPr>
              <a:t>In sales, commerce and economics, a customer (sometimes known as a client, buyer, or purchaser) is the recipient of a good service, product or an idea - obtained from a seller, vendor, or supplier via a financial transaction or exchange for money or some other valuable consideration</a:t>
            </a:r>
          </a:p>
        </p:txBody>
      </p:sp>
      <p:sp>
        <p:nvSpPr>
          <p:cNvPr id="4" name="Date Placeholder 3"/>
          <p:cNvSpPr>
            <a:spLocks noGrp="1"/>
          </p:cNvSpPr>
          <p:nvPr>
            <p:ph type="dt" sz="half" idx="10"/>
          </p:nvPr>
        </p:nvSpPr>
        <p:spPr/>
        <p:txBody>
          <a:bodyPr/>
          <a:lstStyle/>
          <a:p>
            <a:fld id="{AB7FC5ED-3F21-4CC3-8687-7F1C2CEABE04}"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9" name="Footer Placeholder 12"/>
          <p:cNvSpPr>
            <a:spLocks noGrp="1"/>
          </p:cNvSpPr>
          <p:nvPr>
            <p:ph type="ftr" sz="quarter" idx="11"/>
          </p:nvPr>
        </p:nvSpPr>
        <p:spPr>
          <a:xfrm>
            <a:off x="2286000" y="6248415"/>
            <a:ext cx="5638800" cy="365125"/>
          </a:xfrm>
        </p:spPr>
        <p:txBody>
          <a:bodyPr/>
          <a:lstStyle/>
          <a:p>
            <a:r>
              <a:rPr lang="fi-FI" sz="2000"/>
              <a:t>Mr. Minhaj Nezami    AOE0861    TQM    Unit-1                         </a:t>
            </a:r>
            <a:endParaRPr lang="en-US" sz="2000" dirty="0"/>
          </a:p>
        </p:txBody>
      </p:sp>
      <p:pic>
        <p:nvPicPr>
          <p:cNvPr id="11" name="Picture 10"/>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 (CO1)</a:t>
            </a:r>
          </a:p>
        </p:txBody>
      </p:sp>
    </p:spTree>
    <p:extLst>
      <p:ext uri="{BB962C8B-B14F-4D97-AF65-F5344CB8AC3E}">
        <p14:creationId xmlns:p14="http://schemas.microsoft.com/office/powerpoint/2010/main" val="391931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FFD807-E41E-FCF9-19C5-4046177B43D8}"/>
              </a:ext>
            </a:extLst>
          </p:cNvPr>
          <p:cNvSpPr>
            <a:spLocks noGrp="1"/>
          </p:cNvSpPr>
          <p:nvPr>
            <p:ph idx="1"/>
          </p:nvPr>
        </p:nvSpPr>
        <p:spPr>
          <a:xfrm>
            <a:off x="990601" y="1143000"/>
            <a:ext cx="7315200" cy="5029200"/>
          </a:xfrm>
        </p:spPr>
        <p:txBody>
          <a:bodyPr>
            <a:normAutofit/>
          </a:bodyPr>
          <a:lstStyle/>
          <a:p>
            <a:pPr marL="0" indent="0" algn="just">
              <a:buNone/>
            </a:pPr>
            <a:endParaRPr lang="en-US" sz="2000" b="1" dirty="0">
              <a:latin typeface="Times" panose="02020603050405020304" pitchFamily="18" charset="0"/>
              <a:cs typeface="Times" panose="02020603050405020304" pitchFamily="18" charset="0"/>
            </a:endParaRPr>
          </a:p>
          <a:p>
            <a:pPr marL="0" indent="0" algn="just">
              <a:buNone/>
            </a:pPr>
            <a:r>
              <a:rPr lang="en-US" sz="2000" b="0" i="0" dirty="0">
                <a:solidFill>
                  <a:srgbClr val="1D1D1D"/>
                </a:solidFill>
                <a:effectLst/>
                <a:latin typeface="Times New Roman" panose="02020603050405020304" pitchFamily="18" charset="0"/>
                <a:cs typeface="Times New Roman" panose="02020603050405020304" pitchFamily="18" charset="0"/>
              </a:rPr>
              <a:t>Internal customers have a relationship with, and within, your company, either through employment or as partners who deliver your product or service to the end user, the external customer. Less </a:t>
            </a:r>
            <a:r>
              <a:rPr lang="en-US" sz="2000" b="0" i="0" dirty="0">
                <a:effectLst/>
                <a:latin typeface="Times New Roman" panose="02020603050405020304" pitchFamily="18" charset="0"/>
                <a:cs typeface="Times New Roman" panose="02020603050405020304" pitchFamily="18" charset="0"/>
              </a:rPr>
              <a:t>obvious but certainly still significant, stakeholders and shareholders are also internal customers. All of these may or may not purchase your product or service.</a:t>
            </a:r>
          </a:p>
          <a:p>
            <a:pPr marL="0" indent="0" algn="just">
              <a:buNone/>
            </a:pPr>
            <a:endParaRPr lang="en-US" sz="2000" b="0" i="0" dirty="0">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380C6D2-23A1-1C72-C3C6-6AAC60D515C3}"/>
              </a:ext>
            </a:extLst>
          </p:cNvPr>
          <p:cNvSpPr>
            <a:spLocks noGrp="1"/>
          </p:cNvSpPr>
          <p:nvPr>
            <p:ph type="dt" sz="half" idx="10"/>
          </p:nvPr>
        </p:nvSpPr>
        <p:spPr/>
        <p:txBody>
          <a:bodyPr/>
          <a:lstStyle/>
          <a:p>
            <a:fld id="{425521C3-BB74-436A-9C81-EA30742C3BB7}" type="datetime1">
              <a:rPr lang="en-US" smtClean="0"/>
              <a:t>5/1/2026</a:t>
            </a:fld>
            <a:endParaRPr lang="en-US"/>
          </a:p>
        </p:txBody>
      </p:sp>
      <p:sp>
        <p:nvSpPr>
          <p:cNvPr id="5" name="Footer Placeholder 4">
            <a:extLst>
              <a:ext uri="{FF2B5EF4-FFF2-40B4-BE49-F238E27FC236}">
                <a16:creationId xmlns:a16="http://schemas.microsoft.com/office/drawing/2014/main" id="{9499DCAB-2223-52CF-FD70-53420B3CFEE4}"/>
              </a:ext>
            </a:extLst>
          </p:cNvPr>
          <p:cNvSpPr>
            <a:spLocks noGrp="1"/>
          </p:cNvSpPr>
          <p:nvPr>
            <p:ph type="ftr" sz="quarter" idx="11"/>
          </p:nvPr>
        </p:nvSpPr>
        <p:spPr>
          <a:xfrm>
            <a:off x="1676400" y="6092681"/>
            <a:ext cx="5486400" cy="365125"/>
          </a:xfrm>
        </p:spPr>
        <p:txBody>
          <a:bodyPr/>
          <a:lstStyle/>
          <a:p>
            <a:r>
              <a:rPr lang="fi-FI" sz="2000"/>
              <a:t>Mr. Minhaj Nezami    AOE0861    TQM    Unit-1                         </a:t>
            </a:r>
            <a:endParaRPr lang="en-US" sz="2000" dirty="0"/>
          </a:p>
        </p:txBody>
      </p:sp>
      <p:sp>
        <p:nvSpPr>
          <p:cNvPr id="6" name="Slide Number Placeholder 5">
            <a:extLst>
              <a:ext uri="{FF2B5EF4-FFF2-40B4-BE49-F238E27FC236}">
                <a16:creationId xmlns:a16="http://schemas.microsoft.com/office/drawing/2014/main" id="{345B6CBE-9F55-ED58-8A1C-2C4F9127827D}"/>
              </a:ext>
            </a:extLst>
          </p:cNvPr>
          <p:cNvSpPr>
            <a:spLocks noGrp="1"/>
          </p:cNvSpPr>
          <p:nvPr>
            <p:ph type="sldNum" sz="quarter" idx="12"/>
          </p:nvPr>
        </p:nvSpPr>
        <p:spPr>
          <a:xfrm>
            <a:off x="6583017" y="6356350"/>
            <a:ext cx="2133600" cy="365125"/>
          </a:xfrm>
        </p:spPr>
        <p:txBody>
          <a:bodyPr/>
          <a:lstStyle/>
          <a:p>
            <a:fld id="{201B34E6-0086-427D-A404-3B2A6BB81F11}" type="slidenum">
              <a:rPr lang="en-US" smtClean="0"/>
              <a:pPr/>
              <a:t>17</a:t>
            </a:fld>
            <a:endParaRPr lang="en-US"/>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466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Internal Customer</a:t>
            </a:r>
          </a:p>
        </p:txBody>
      </p:sp>
    </p:spTree>
    <p:extLst>
      <p:ext uri="{BB962C8B-B14F-4D97-AF65-F5344CB8AC3E}">
        <p14:creationId xmlns:p14="http://schemas.microsoft.com/office/powerpoint/2010/main" val="3015973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FFD807-E41E-FCF9-19C5-4046177B43D8}"/>
              </a:ext>
            </a:extLst>
          </p:cNvPr>
          <p:cNvSpPr>
            <a:spLocks noGrp="1"/>
          </p:cNvSpPr>
          <p:nvPr>
            <p:ph idx="1"/>
          </p:nvPr>
        </p:nvSpPr>
        <p:spPr>
          <a:xfrm>
            <a:off x="1371600" y="1535112"/>
            <a:ext cx="6781800" cy="5029200"/>
          </a:xfrm>
        </p:spPr>
        <p:txBody>
          <a:bodyPr>
            <a:normAutofit/>
          </a:bodyPr>
          <a:lstStyle/>
          <a:p>
            <a:pPr marL="0" indent="0" algn="just">
              <a:buNone/>
            </a:pPr>
            <a:r>
              <a:rPr lang="en-US" sz="2000" dirty="0">
                <a:solidFill>
                  <a:srgbClr val="1D1D1D"/>
                </a:solidFill>
                <a:latin typeface="Times New Roman" panose="02020603050405020304" pitchFamily="18" charset="0"/>
                <a:cs typeface="Times New Roman" panose="02020603050405020304" pitchFamily="18" charset="0"/>
              </a:rPr>
              <a:t>A</a:t>
            </a:r>
            <a:r>
              <a:rPr lang="en-US" sz="2000" b="0" i="0" dirty="0">
                <a:solidFill>
                  <a:srgbClr val="1D1D1D"/>
                </a:solidFill>
                <a:effectLst/>
                <a:latin typeface="Times New Roman" panose="02020603050405020304" pitchFamily="18" charset="0"/>
                <a:cs typeface="Times New Roman" panose="02020603050405020304" pitchFamily="18" charset="0"/>
              </a:rPr>
              <a:t>n external customer is a person who is not directly connected to your organization other than by purchasing your product or service. This customer could be a one-time purchaser or a person who’ve you worked with long-term and to whom you’ve provided add-ons or customization options. External customers are also known as “clients” or “accounts.”</a:t>
            </a:r>
          </a:p>
          <a:p>
            <a:pPr marL="0" indent="0" algn="just">
              <a:lnSpc>
                <a:spcPct val="110000"/>
              </a:lnSpc>
              <a:buNone/>
            </a:pPr>
            <a:endParaRPr lang="en-US" sz="2000" b="0" i="0" dirty="0">
              <a:solidFill>
                <a:srgbClr val="1D1D1D"/>
              </a:solidFill>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380C6D2-23A1-1C72-C3C6-6AAC60D515C3}"/>
              </a:ext>
            </a:extLst>
          </p:cNvPr>
          <p:cNvSpPr>
            <a:spLocks noGrp="1"/>
          </p:cNvSpPr>
          <p:nvPr>
            <p:ph type="dt" sz="half" idx="10"/>
          </p:nvPr>
        </p:nvSpPr>
        <p:spPr/>
        <p:txBody>
          <a:bodyPr/>
          <a:lstStyle/>
          <a:p>
            <a:fld id="{07AF919B-ADDC-4E37-9F93-7DA43C6282A3}" type="datetime1">
              <a:rPr lang="en-US" smtClean="0"/>
              <a:t>5/1/2026</a:t>
            </a:fld>
            <a:endParaRPr lang="en-US"/>
          </a:p>
        </p:txBody>
      </p:sp>
      <p:sp>
        <p:nvSpPr>
          <p:cNvPr id="5" name="Footer Placeholder 4">
            <a:extLst>
              <a:ext uri="{FF2B5EF4-FFF2-40B4-BE49-F238E27FC236}">
                <a16:creationId xmlns:a16="http://schemas.microsoft.com/office/drawing/2014/main" id="{9499DCAB-2223-52CF-FD70-53420B3CFEE4}"/>
              </a:ext>
            </a:extLst>
          </p:cNvPr>
          <p:cNvSpPr>
            <a:spLocks noGrp="1"/>
          </p:cNvSpPr>
          <p:nvPr>
            <p:ph type="ftr" sz="quarter" idx="11"/>
          </p:nvPr>
        </p:nvSpPr>
        <p:spPr>
          <a:xfrm>
            <a:off x="1676400" y="6092681"/>
            <a:ext cx="5486400" cy="365125"/>
          </a:xfrm>
        </p:spPr>
        <p:txBody>
          <a:bodyPr/>
          <a:lstStyle/>
          <a:p>
            <a:r>
              <a:rPr lang="fi-FI" sz="2000"/>
              <a:t>Mr. Minhaj Nezami    AOE0861    TQM    Unit-1                         </a:t>
            </a:r>
            <a:endParaRPr lang="en-US" sz="2000" dirty="0"/>
          </a:p>
        </p:txBody>
      </p:sp>
      <p:sp>
        <p:nvSpPr>
          <p:cNvPr id="6" name="Slide Number Placeholder 5">
            <a:extLst>
              <a:ext uri="{FF2B5EF4-FFF2-40B4-BE49-F238E27FC236}">
                <a16:creationId xmlns:a16="http://schemas.microsoft.com/office/drawing/2014/main" id="{345B6CBE-9F55-ED58-8A1C-2C4F9127827D}"/>
              </a:ext>
            </a:extLst>
          </p:cNvPr>
          <p:cNvSpPr>
            <a:spLocks noGrp="1"/>
          </p:cNvSpPr>
          <p:nvPr>
            <p:ph type="sldNum" sz="quarter" idx="12"/>
          </p:nvPr>
        </p:nvSpPr>
        <p:spPr>
          <a:xfrm>
            <a:off x="6583017" y="6356350"/>
            <a:ext cx="2133600" cy="365125"/>
          </a:xfrm>
        </p:spPr>
        <p:txBody>
          <a:bodyPr/>
          <a:lstStyle/>
          <a:p>
            <a:fld id="{201B34E6-0086-427D-A404-3B2A6BB81F11}" type="slidenum">
              <a:rPr lang="en-US" smtClean="0"/>
              <a:pPr/>
              <a:t>18</a:t>
            </a:fld>
            <a:endParaRPr lang="en-US"/>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466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External Customer</a:t>
            </a:r>
          </a:p>
        </p:txBody>
      </p:sp>
    </p:spTree>
    <p:extLst>
      <p:ext uri="{BB962C8B-B14F-4D97-AF65-F5344CB8AC3E}">
        <p14:creationId xmlns:p14="http://schemas.microsoft.com/office/powerpoint/2010/main" val="1765609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FFD807-E41E-FCF9-19C5-4046177B43D8}"/>
              </a:ext>
            </a:extLst>
          </p:cNvPr>
          <p:cNvSpPr>
            <a:spLocks noGrp="1"/>
          </p:cNvSpPr>
          <p:nvPr>
            <p:ph idx="1"/>
          </p:nvPr>
        </p:nvSpPr>
        <p:spPr>
          <a:xfrm>
            <a:off x="1143001" y="1143000"/>
            <a:ext cx="6934200" cy="5029200"/>
          </a:xfrm>
        </p:spPr>
        <p:txBody>
          <a:bodyPr>
            <a:normAutofit/>
          </a:bodyPr>
          <a:lstStyle/>
          <a:p>
            <a:pPr marL="0" indent="0" algn="just">
              <a:buNone/>
            </a:pPr>
            <a:endParaRPr lang="en-US" sz="2000" b="1" dirty="0">
              <a:latin typeface="Times" panose="02020603050405020304" pitchFamily="18" charset="0"/>
              <a:cs typeface="Times" panose="02020603050405020304" pitchFamily="18" charset="0"/>
            </a:endParaRPr>
          </a:p>
          <a:p>
            <a:pPr marL="0" indent="0" algn="just">
              <a:buNone/>
            </a:pPr>
            <a:r>
              <a:rPr lang="en-US" sz="2000" b="0" i="0" dirty="0">
                <a:effectLst/>
                <a:latin typeface="Times New Roman" panose="02020603050405020304" pitchFamily="18" charset="0"/>
                <a:cs typeface="Times New Roman" panose="02020603050405020304" pitchFamily="18" charset="0"/>
              </a:rPr>
              <a:t>Customer expectations are defined as the set of behaviors, responses, offers, prices, products or services improvements, experiences, and personalization that customers anticipate or expect from a particular brand while interacting</a:t>
            </a:r>
            <a:r>
              <a:rPr lang="en-US" sz="1800" b="0" i="0" dirty="0">
                <a:effectLst/>
                <a:latin typeface="Times" panose="02020603050405020304" pitchFamily="18" charset="0"/>
                <a:cs typeface="Times" panose="02020603050405020304" pitchFamily="18" charset="0"/>
              </a:rPr>
              <a:t>.</a:t>
            </a:r>
            <a:endParaRPr lang="en-US" sz="1800" dirty="0">
              <a:latin typeface="Times" panose="02020603050405020304" pitchFamily="18" charset="0"/>
              <a:cs typeface="Times" panose="02020603050405020304" pitchFamily="18" charset="0"/>
            </a:endParaRPr>
          </a:p>
        </p:txBody>
      </p:sp>
      <p:sp>
        <p:nvSpPr>
          <p:cNvPr id="4" name="Date Placeholder 3">
            <a:extLst>
              <a:ext uri="{FF2B5EF4-FFF2-40B4-BE49-F238E27FC236}">
                <a16:creationId xmlns:a16="http://schemas.microsoft.com/office/drawing/2014/main" id="{9380C6D2-23A1-1C72-C3C6-6AAC60D515C3}"/>
              </a:ext>
            </a:extLst>
          </p:cNvPr>
          <p:cNvSpPr>
            <a:spLocks noGrp="1"/>
          </p:cNvSpPr>
          <p:nvPr>
            <p:ph type="dt" sz="half" idx="10"/>
          </p:nvPr>
        </p:nvSpPr>
        <p:spPr/>
        <p:txBody>
          <a:bodyPr/>
          <a:lstStyle/>
          <a:p>
            <a:fld id="{31B8473B-95DA-4A67-B111-00B4EDDCBBEE}" type="datetime1">
              <a:rPr lang="en-US" smtClean="0"/>
              <a:t>5/1/2026</a:t>
            </a:fld>
            <a:endParaRPr lang="en-US"/>
          </a:p>
        </p:txBody>
      </p:sp>
      <p:sp>
        <p:nvSpPr>
          <p:cNvPr id="5" name="Footer Placeholder 4">
            <a:extLst>
              <a:ext uri="{FF2B5EF4-FFF2-40B4-BE49-F238E27FC236}">
                <a16:creationId xmlns:a16="http://schemas.microsoft.com/office/drawing/2014/main" id="{9499DCAB-2223-52CF-FD70-53420B3CFEE4}"/>
              </a:ext>
            </a:extLst>
          </p:cNvPr>
          <p:cNvSpPr>
            <a:spLocks noGrp="1"/>
          </p:cNvSpPr>
          <p:nvPr>
            <p:ph type="ftr" sz="quarter" idx="11"/>
          </p:nvPr>
        </p:nvSpPr>
        <p:spPr>
          <a:xfrm>
            <a:off x="1676400" y="6092681"/>
            <a:ext cx="5486400" cy="365125"/>
          </a:xfrm>
        </p:spPr>
        <p:txBody>
          <a:bodyPr/>
          <a:lstStyle/>
          <a:p>
            <a:r>
              <a:rPr lang="fi-FI" sz="2000"/>
              <a:t>Mr. Minhaj Nezami    AOE0861    TQM    Unit-1                         </a:t>
            </a:r>
            <a:endParaRPr lang="en-US" sz="2000" dirty="0"/>
          </a:p>
        </p:txBody>
      </p:sp>
      <p:sp>
        <p:nvSpPr>
          <p:cNvPr id="6" name="Slide Number Placeholder 5">
            <a:extLst>
              <a:ext uri="{FF2B5EF4-FFF2-40B4-BE49-F238E27FC236}">
                <a16:creationId xmlns:a16="http://schemas.microsoft.com/office/drawing/2014/main" id="{345B6CBE-9F55-ED58-8A1C-2C4F9127827D}"/>
              </a:ext>
            </a:extLst>
          </p:cNvPr>
          <p:cNvSpPr>
            <a:spLocks noGrp="1"/>
          </p:cNvSpPr>
          <p:nvPr>
            <p:ph type="sldNum" sz="quarter" idx="12"/>
          </p:nvPr>
        </p:nvSpPr>
        <p:spPr>
          <a:xfrm>
            <a:off x="6583017" y="6356350"/>
            <a:ext cx="2133600" cy="365125"/>
          </a:xfrm>
        </p:spPr>
        <p:txBody>
          <a:bodyPr/>
          <a:lstStyle/>
          <a:p>
            <a:fld id="{201B34E6-0086-427D-A404-3B2A6BB81F11}" type="slidenum">
              <a:rPr lang="en-US" smtClean="0"/>
              <a:pPr/>
              <a:t>19</a:t>
            </a:fld>
            <a:endParaRPr lang="en-US"/>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24891" y="8077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 Expectations</a:t>
            </a:r>
          </a:p>
        </p:txBody>
      </p:sp>
    </p:spTree>
    <p:extLst>
      <p:ext uri="{BB962C8B-B14F-4D97-AF65-F5344CB8AC3E}">
        <p14:creationId xmlns:p14="http://schemas.microsoft.com/office/powerpoint/2010/main" val="2824404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1143000"/>
            <a:ext cx="7391400" cy="4800600"/>
          </a:xfrm>
        </p:spPr>
        <p:txBody>
          <a:bodyPr>
            <a:noAutofit/>
          </a:bodyPr>
          <a:lstStyle/>
          <a:p>
            <a:pPr algn="just">
              <a:lnSpc>
                <a:spcPct val="150000"/>
              </a:lnSpc>
              <a:buNone/>
            </a:pPr>
            <a:r>
              <a:rPr lang="en-US" sz="2200" dirty="0">
                <a:latin typeface="Times" panose="02020603050405020304" pitchFamily="18" charset="0"/>
                <a:cs typeface="Times" panose="02020603050405020304" pitchFamily="18" charset="0"/>
              </a:rPr>
              <a:t>1.    </a:t>
            </a:r>
            <a:r>
              <a:rPr lang="en-US" sz="2200" dirty="0">
                <a:latin typeface="Times New Roman" pitchFamily="18" charset="0"/>
                <a:cs typeface="Times New Roman" pitchFamily="18" charset="0"/>
              </a:rPr>
              <a:t>How will you quantify the term quality?</a:t>
            </a:r>
          </a:p>
          <a:p>
            <a:pPr marL="457200" indent="-457200" algn="just">
              <a:lnSpc>
                <a:spcPct val="150000"/>
              </a:lnSpc>
              <a:buAutoNum type="arabicPeriod" startAt="2"/>
            </a:pPr>
            <a:r>
              <a:rPr lang="en-US" sz="2200" dirty="0">
                <a:latin typeface="Times New Roman" pitchFamily="18" charset="0"/>
                <a:cs typeface="Times New Roman" pitchFamily="18" charset="0"/>
              </a:rPr>
              <a:t>What is customer's expectations?</a:t>
            </a:r>
          </a:p>
          <a:p>
            <a:pPr marL="0" indent="0" algn="just">
              <a:lnSpc>
                <a:spcPct val="150000"/>
              </a:lnSpc>
              <a:buNone/>
            </a:pPr>
            <a:r>
              <a:rPr lang="en-US" dirty="0">
                <a:latin typeface="Times New Roman" pitchFamily="18" charset="0"/>
                <a:cs typeface="Times New Roman" pitchFamily="18" charset="0"/>
              </a:rPr>
              <a:t>3.    </a:t>
            </a:r>
            <a:r>
              <a:rPr lang="en-US" sz="2200" dirty="0">
                <a:latin typeface="Times New Roman" pitchFamily="18" charset="0"/>
                <a:cs typeface="Times New Roman" pitchFamily="18" charset="0"/>
              </a:rPr>
              <a:t>What is external customer ?</a:t>
            </a:r>
          </a:p>
          <a:p>
            <a:pPr marL="457200" lvl="0" indent="-457200" algn="just">
              <a:lnSpc>
                <a:spcPct val="150000"/>
              </a:lnSpc>
              <a:buFont typeface="Arial" pitchFamily="34" charset="0"/>
              <a:buAutoNum type="arabicPeriod" startAt="4"/>
            </a:pPr>
            <a:r>
              <a:rPr lang="en-US" sz="2200" dirty="0">
                <a:latin typeface="Times New Roman" pitchFamily="18" charset="0"/>
                <a:cs typeface="Times New Roman" pitchFamily="18" charset="0"/>
              </a:rPr>
              <a:t>What is Internal customer?</a:t>
            </a:r>
          </a:p>
        </p:txBody>
      </p:sp>
      <p:sp>
        <p:nvSpPr>
          <p:cNvPr id="4" name="Date Placeholder 3"/>
          <p:cNvSpPr>
            <a:spLocks noGrp="1"/>
          </p:cNvSpPr>
          <p:nvPr>
            <p:ph type="dt" sz="half" idx="10"/>
          </p:nvPr>
        </p:nvSpPr>
        <p:spPr/>
        <p:txBody>
          <a:bodyPr/>
          <a:lstStyle/>
          <a:p>
            <a:fld id="{B1662B4D-57F7-4C17-B10B-5F86970BD2B5}"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9" name="Footer Placeholder 12"/>
          <p:cNvSpPr>
            <a:spLocks noGrp="1"/>
          </p:cNvSpPr>
          <p:nvPr>
            <p:ph type="ftr" sz="quarter" idx="11"/>
          </p:nvPr>
        </p:nvSpPr>
        <p:spPr>
          <a:xfrm>
            <a:off x="1981200" y="5943600"/>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8109" y="-2222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116BB30-C757-4C68-812D-5A5AD5579CE6}"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sp>
        <p:nvSpPr>
          <p:cNvPr id="3" name="TextBox 2">
            <a:extLst>
              <a:ext uri="{FF2B5EF4-FFF2-40B4-BE49-F238E27FC236}">
                <a16:creationId xmlns:a16="http://schemas.microsoft.com/office/drawing/2014/main" id="{1D83F488-FE05-84A8-212D-1D009B2C0B74}"/>
              </a:ext>
            </a:extLst>
          </p:cNvPr>
          <p:cNvSpPr txBox="1"/>
          <p:nvPr/>
        </p:nvSpPr>
        <p:spPr>
          <a:xfrm>
            <a:off x="667939" y="1076392"/>
            <a:ext cx="7772400" cy="4493538"/>
          </a:xfrm>
          <a:prstGeom prst="rect">
            <a:avLst/>
          </a:prstGeom>
          <a:noFill/>
        </p:spPr>
        <p:txBody>
          <a:bodyPr wrap="square">
            <a:spAutoFit/>
          </a:bodyPr>
          <a:lstStyle/>
          <a:p>
            <a:pPr algn="l"/>
            <a:endParaRPr lang="en-US" sz="2200" b="1" i="0" dirty="0">
              <a:effectLst/>
              <a:latin typeface="Times" panose="02020603050405020304" pitchFamily="18" charset="0"/>
              <a:cs typeface="Times" panose="02020603050405020304" pitchFamily="18" charset="0"/>
            </a:endParaRPr>
          </a:p>
          <a:p>
            <a:pPr algn="just"/>
            <a:r>
              <a:rPr lang="en-US" sz="2200" b="0" i="0" dirty="0">
                <a:effectLst/>
                <a:latin typeface="Times" panose="02020603050405020304" pitchFamily="18" charset="0"/>
                <a:cs typeface="Times" panose="02020603050405020304" pitchFamily="18" charset="0"/>
              </a:rPr>
              <a:t>Total Quality Management (TQM) is a management framework based on the belief that an organization can build long-term success by having all its members -- from low-level workers to its highest-ranking executives -- focus on improving quality and, thus, delivering customer satisfaction.</a:t>
            </a:r>
          </a:p>
          <a:p>
            <a:pPr algn="l"/>
            <a:endParaRPr lang="en-US" sz="2200" b="0" i="0" dirty="0">
              <a:effectLst/>
              <a:latin typeface="Times" panose="02020603050405020304" pitchFamily="18" charset="0"/>
              <a:cs typeface="Times" panose="02020603050405020304" pitchFamily="18" charset="0"/>
            </a:endParaRPr>
          </a:p>
          <a:p>
            <a:pPr algn="just"/>
            <a:r>
              <a:rPr lang="en-US" sz="2200" b="0" i="0" dirty="0">
                <a:effectLst/>
                <a:latin typeface="Times" panose="02020603050405020304" pitchFamily="18" charset="0"/>
                <a:cs typeface="Times" panose="02020603050405020304" pitchFamily="18" charset="0"/>
              </a:rPr>
              <a:t>This management approach is used to simplify supply chain </a:t>
            </a:r>
            <a:r>
              <a:rPr lang="en-US" sz="2200" b="0" i="0" u="sng" dirty="0">
                <a:effectLst/>
                <a:latin typeface="Times" panose="02020603050405020304" pitchFamily="18" charset="0"/>
                <a:cs typeface="Times" panose="02020603050405020304" pitchFamily="18" charset="0"/>
              </a:rPr>
              <a:t> </a:t>
            </a:r>
            <a:r>
              <a:rPr lang="en-US" sz="2200" b="0" i="0" dirty="0">
                <a:effectLst/>
                <a:latin typeface="Times" panose="02020603050405020304" pitchFamily="18" charset="0"/>
                <a:cs typeface="Times" panose="02020603050405020304" pitchFamily="18" charset="0"/>
              </a:rPr>
              <a:t>management, as well as to detect, reduce or remove errors. TQM requires organizations to focus on continuous improvement, or Kaizen. TQM focuses on continual internal and process improvements over the long term, thereby enhancing the quality of produced products or services.</a:t>
            </a:r>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Basic Concept of TQM</a:t>
            </a:r>
          </a:p>
        </p:txBody>
      </p:sp>
    </p:spTree>
    <p:extLst>
      <p:ext uri="{BB962C8B-B14F-4D97-AF65-F5344CB8AC3E}">
        <p14:creationId xmlns:p14="http://schemas.microsoft.com/office/powerpoint/2010/main" val="3919311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2E8A7DC9-E1F0-4806-BEAF-59449A04F173}" type="datetime1">
              <a:rPr lang="en-US" smtClean="0"/>
              <a:t>5/1/2026</a:t>
            </a:fld>
            <a:endParaRPr lang="en-US"/>
          </a:p>
        </p:txBody>
      </p:sp>
      <p:sp>
        <p:nvSpPr>
          <p:cNvPr id="3" name="Footer Placeholder 2">
            <a:extLst>
              <a:ext uri="{FF2B5EF4-FFF2-40B4-BE49-F238E27FC236}">
                <a16:creationId xmlns:a16="http://schemas.microsoft.com/office/drawing/2014/main" id="{2168AD7A-17C8-46BB-232F-C7A948BACF37}"/>
              </a:ext>
            </a:extLst>
          </p:cNvPr>
          <p:cNvSpPr>
            <a:spLocks noGrp="1"/>
          </p:cNvSpPr>
          <p:nvPr>
            <p:ph type="ftr" sz="quarter" idx="11"/>
          </p:nvPr>
        </p:nvSpPr>
        <p:spPr>
          <a:xfrm>
            <a:off x="1676400" y="6356350"/>
            <a:ext cx="5638800" cy="365125"/>
          </a:xfrm>
        </p:spPr>
        <p:txBody>
          <a:bodyPr/>
          <a:lstStyle/>
          <a:p>
            <a:r>
              <a:rPr lang="fi-FI" sz="2000"/>
              <a:t>Mr. Minhaj Nezami    AOE0861    TQM    Unit-1                         </a:t>
            </a:r>
            <a:endParaRPr lang="en-US" sz="2000" dirty="0"/>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22</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457200" y="894240"/>
            <a:ext cx="8305800" cy="4832092"/>
          </a:xfrm>
          <a:prstGeom prst="rect">
            <a:avLst/>
          </a:prstGeom>
          <a:noFill/>
        </p:spPr>
        <p:txBody>
          <a:bodyPr wrap="square">
            <a:spAutoFit/>
          </a:bodyPr>
          <a:lstStyle/>
          <a:p>
            <a:pPr algn="l"/>
            <a:endParaRPr lang="en-US" sz="2200" b="1" i="0" dirty="0">
              <a:effectLst/>
              <a:latin typeface="Times" panose="02020603050405020304" pitchFamily="18" charset="0"/>
              <a:cs typeface="Times" panose="02020603050405020304" pitchFamily="18" charset="0"/>
            </a:endParaRPr>
          </a:p>
          <a:p>
            <a:pPr algn="just"/>
            <a:r>
              <a:rPr lang="en-US" sz="2200" b="0" i="0" dirty="0">
                <a:effectLst/>
                <a:latin typeface="Times" panose="02020603050405020304" pitchFamily="18" charset="0"/>
                <a:cs typeface="Times" panose="02020603050405020304" pitchFamily="18" charset="0"/>
              </a:rPr>
              <a:t>TQM can have a beneficial effect on employee and organizational development. By having all employees focus on quality management and continuous improvement, companies can establish and uphold cultural values that create long-term success for both customers and the organization. TQM's focus on quality helps organizations identify skill deficiencies in employees, along with the necessary training, education or mentoring required to address those needs.</a:t>
            </a:r>
          </a:p>
          <a:p>
            <a:pPr algn="l"/>
            <a:endParaRPr lang="en-US" sz="2200" b="0" i="0" dirty="0">
              <a:effectLst/>
              <a:latin typeface="Times" panose="02020603050405020304" pitchFamily="18" charset="0"/>
              <a:cs typeface="Times" panose="02020603050405020304" pitchFamily="18" charset="0"/>
            </a:endParaRPr>
          </a:p>
          <a:p>
            <a:pPr algn="just"/>
            <a:r>
              <a:rPr lang="en-US" sz="2200" b="0" i="0" dirty="0">
                <a:effectLst/>
                <a:latin typeface="Times" panose="02020603050405020304" pitchFamily="18" charset="0"/>
                <a:cs typeface="Times" panose="02020603050405020304" pitchFamily="18" charset="0"/>
              </a:rPr>
              <a:t>With a focus on teamwork, TQM leads to the creation of  cross functional teams and knowledge sharing. The increased communication and coordination across disparate groups deepens institutional knowledge and gives companies more flexibility in deploying personnel.</a:t>
            </a:r>
          </a:p>
        </p:txBody>
      </p:sp>
      <p:pic>
        <p:nvPicPr>
          <p:cNvPr id="9" name="Picture 8"/>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76582" y="230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Importance of  TQM</a:t>
            </a:r>
          </a:p>
        </p:txBody>
      </p:sp>
    </p:spTree>
    <p:extLst>
      <p:ext uri="{BB962C8B-B14F-4D97-AF65-F5344CB8AC3E}">
        <p14:creationId xmlns:p14="http://schemas.microsoft.com/office/powerpoint/2010/main" val="2051973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06163006-0061-4C35-B90E-3015266F91C0}" type="datetime1">
              <a:rPr lang="en-US" smtClean="0"/>
              <a:t>5/1/2026</a:t>
            </a:fld>
            <a:endParaRPr lang="en-US"/>
          </a:p>
        </p:txBody>
      </p:sp>
      <p:sp>
        <p:nvSpPr>
          <p:cNvPr id="3" name="Footer Placeholder 2">
            <a:extLst>
              <a:ext uri="{FF2B5EF4-FFF2-40B4-BE49-F238E27FC236}">
                <a16:creationId xmlns:a16="http://schemas.microsoft.com/office/drawing/2014/main" id="{2168AD7A-17C8-46BB-232F-C7A948BACF37}"/>
              </a:ext>
            </a:extLst>
          </p:cNvPr>
          <p:cNvSpPr>
            <a:spLocks noGrp="1"/>
          </p:cNvSpPr>
          <p:nvPr>
            <p:ph type="ftr" sz="quarter" idx="11"/>
          </p:nvPr>
        </p:nvSpPr>
        <p:spPr>
          <a:xfrm>
            <a:off x="1690255" y="6138573"/>
            <a:ext cx="5791200" cy="365125"/>
          </a:xfrm>
        </p:spPr>
        <p:txBody>
          <a:bodyPr/>
          <a:lstStyle/>
          <a:p>
            <a:r>
              <a:rPr lang="fi-FI" sz="2000"/>
              <a:t>Mr. Minhaj Nezami    AOE0861    TQM    Unit-1                         </a:t>
            </a:r>
            <a:endParaRPr lang="en-US" sz="2000" dirty="0"/>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23</a:t>
            </a:fld>
            <a:endParaRPr lang="en-US"/>
          </a:p>
        </p:txBody>
      </p:sp>
      <p:sp>
        <p:nvSpPr>
          <p:cNvPr id="9" name="TextBox 8">
            <a:extLst>
              <a:ext uri="{FF2B5EF4-FFF2-40B4-BE49-F238E27FC236}">
                <a16:creationId xmlns:a16="http://schemas.microsoft.com/office/drawing/2014/main" id="{F9C56CB9-8484-5953-E25A-8FE607CEB84D}"/>
              </a:ext>
            </a:extLst>
          </p:cNvPr>
          <p:cNvSpPr txBox="1"/>
          <p:nvPr/>
        </p:nvSpPr>
        <p:spPr>
          <a:xfrm>
            <a:off x="609600" y="1017456"/>
            <a:ext cx="7848600" cy="4493538"/>
          </a:xfrm>
          <a:prstGeom prst="rect">
            <a:avLst/>
          </a:prstGeom>
          <a:noFill/>
        </p:spPr>
        <p:txBody>
          <a:bodyPr wrap="square">
            <a:spAutoFit/>
          </a:bodyPr>
          <a:lstStyle/>
          <a:p>
            <a:pPr algn="l"/>
            <a:endParaRPr lang="en-US" sz="2200" b="1" i="0" dirty="0">
              <a:effectLst/>
              <a:latin typeface="Times" panose="02020603050405020304" pitchFamily="18" charset="0"/>
              <a:cs typeface="Times" panose="02020603050405020304" pitchFamily="18" charset="0"/>
            </a:endParaRPr>
          </a:p>
          <a:p>
            <a:pPr algn="just"/>
            <a:r>
              <a:rPr lang="en-US" sz="2200" b="0" i="0" dirty="0">
                <a:effectLst/>
                <a:latin typeface="Times" panose="02020603050405020304" pitchFamily="18" charset="0"/>
                <a:cs typeface="Times" panose="02020603050405020304" pitchFamily="18" charset="0"/>
              </a:rPr>
              <a:t>TQM prescribes a series of ways for organizations to accomplish this, with the pathway to successful continuous improvement centered on the use of strategy, data and effective communication to instill a discipline of quality into the organization's culture and processes.</a:t>
            </a:r>
          </a:p>
          <a:p>
            <a:pPr algn="l"/>
            <a:endParaRPr lang="en-US" sz="2200" b="0" i="0" dirty="0">
              <a:effectLst/>
              <a:latin typeface="Times" panose="02020603050405020304" pitchFamily="18" charset="0"/>
              <a:cs typeface="Times" panose="02020603050405020304" pitchFamily="18" charset="0"/>
            </a:endParaRPr>
          </a:p>
          <a:p>
            <a:pPr algn="just"/>
            <a:r>
              <a:rPr lang="en-US" sz="2200" b="0" i="0" dirty="0">
                <a:effectLst/>
                <a:latin typeface="Times" panose="02020603050405020304" pitchFamily="18" charset="0"/>
                <a:cs typeface="Times" panose="02020603050405020304" pitchFamily="18" charset="0"/>
              </a:rPr>
              <a:t>More specifically, TQM highlights the processes that organizations use to produce their products, and it calls for organizations to define those processes, continuously monitor and measure their performance, and use that performance data to drive improvements. In addition, it requires all employees and organizational departments to be part of this process. </a:t>
            </a:r>
            <a:endParaRPr lang="en-US" sz="2200" dirty="0">
              <a:latin typeface="Times" panose="02020603050405020304" pitchFamily="18" charset="0"/>
              <a:cs typeface="Times" panose="02020603050405020304" pitchFamily="18" charset="0"/>
            </a:endParaRPr>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38745" y="-6648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Principles of  TQM</a:t>
            </a:r>
          </a:p>
        </p:txBody>
      </p:sp>
    </p:spTree>
    <p:extLst>
      <p:ext uri="{BB962C8B-B14F-4D97-AF65-F5344CB8AC3E}">
        <p14:creationId xmlns:p14="http://schemas.microsoft.com/office/powerpoint/2010/main" val="1243211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384A76B1-960E-4466-9A17-B221FBD6A489}" type="datetime1">
              <a:rPr lang="en-US" smtClean="0"/>
              <a:t>5/1/2026</a:t>
            </a:fld>
            <a:endParaRPr lang="en-US"/>
          </a:p>
        </p:txBody>
      </p:sp>
      <p:sp>
        <p:nvSpPr>
          <p:cNvPr id="3" name="Footer Placeholder 2">
            <a:extLst>
              <a:ext uri="{FF2B5EF4-FFF2-40B4-BE49-F238E27FC236}">
                <a16:creationId xmlns:a16="http://schemas.microsoft.com/office/drawing/2014/main" id="{2168AD7A-17C8-46BB-232F-C7A948BACF37}"/>
              </a:ext>
            </a:extLst>
          </p:cNvPr>
          <p:cNvSpPr>
            <a:spLocks noGrp="1"/>
          </p:cNvSpPr>
          <p:nvPr>
            <p:ph type="ftr" sz="quarter" idx="11"/>
          </p:nvPr>
        </p:nvSpPr>
        <p:spPr>
          <a:xfrm>
            <a:off x="1798782" y="6193992"/>
            <a:ext cx="5867400" cy="365125"/>
          </a:xfrm>
        </p:spPr>
        <p:txBody>
          <a:bodyPr/>
          <a:lstStyle/>
          <a:p>
            <a:r>
              <a:rPr lang="fi-FI" sz="2000"/>
              <a:t>Mr. Minhaj Nezami    AOE0861    TQM    Unit-1                         </a:t>
            </a:r>
            <a:endParaRPr lang="en-US" sz="2000" dirty="0"/>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24</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990600" y="1538999"/>
            <a:ext cx="7162800" cy="3139321"/>
          </a:xfrm>
          <a:prstGeom prst="rect">
            <a:avLst/>
          </a:prstGeom>
          <a:noFill/>
        </p:spPr>
        <p:txBody>
          <a:bodyPr wrap="square">
            <a:spAutoFit/>
          </a:bodyPr>
          <a:lstStyle/>
          <a:p>
            <a:pPr algn="just"/>
            <a:r>
              <a:rPr lang="en-US" sz="2200" b="0" i="0" dirty="0">
                <a:effectLst/>
                <a:latin typeface="Times" panose="02020603050405020304" pitchFamily="18" charset="0"/>
                <a:cs typeface="Times" panose="02020603050405020304" pitchFamily="18" charset="0"/>
              </a:rPr>
              <a:t>The eight guiding principles that TQM uses to improve quality include the following:</a:t>
            </a:r>
          </a:p>
          <a:p>
            <a:pPr algn="just">
              <a:buFont typeface="+mj-lt"/>
              <a:buAutoNum type="arabicPeriod"/>
            </a:pPr>
            <a:r>
              <a:rPr lang="en-US" sz="2200" b="1" i="0" dirty="0">
                <a:effectLst/>
                <a:latin typeface="Times" panose="02020603050405020304" pitchFamily="18" charset="0"/>
                <a:cs typeface="Times" panose="02020603050405020304" pitchFamily="18" charset="0"/>
              </a:rPr>
              <a:t> Customer focus.</a:t>
            </a:r>
            <a:r>
              <a:rPr lang="en-US" sz="2200" b="0" i="0" dirty="0">
                <a:effectLst/>
                <a:latin typeface="Times" panose="02020603050405020304" pitchFamily="18" charset="0"/>
                <a:cs typeface="Times" panose="02020603050405020304" pitchFamily="18" charset="0"/>
              </a:rPr>
              <a:t> The customer determines the quality level of the products and services. Customer input is valued, as it provides a better understanding of what the customer needs.</a:t>
            </a:r>
          </a:p>
          <a:p>
            <a:pPr algn="just">
              <a:buFont typeface="+mj-lt"/>
              <a:buAutoNum type="arabicPeriod"/>
            </a:pPr>
            <a:r>
              <a:rPr lang="en-US" sz="2200" b="1" i="0" dirty="0">
                <a:effectLst/>
                <a:latin typeface="Times" panose="02020603050405020304" pitchFamily="18" charset="0"/>
                <a:cs typeface="Times" panose="02020603050405020304" pitchFamily="18" charset="0"/>
              </a:rPr>
              <a:t> Employee involvement. </a:t>
            </a:r>
            <a:r>
              <a:rPr lang="en-US" sz="2200" b="0" i="0" dirty="0">
                <a:effectLst/>
                <a:latin typeface="Times" panose="02020603050405020304" pitchFamily="18" charset="0"/>
                <a:cs typeface="Times" panose="02020603050405020304" pitchFamily="18" charset="0"/>
              </a:rPr>
              <a:t>All employees must participate in the processes and system. They must be properly trained and given the needed resources to complete their tasks on time.</a:t>
            </a:r>
          </a:p>
          <a:p>
            <a:pPr algn="just"/>
            <a:endParaRPr lang="en-US" sz="2200" b="0" i="0" dirty="0">
              <a:effectLst/>
              <a:latin typeface="Times" panose="02020603050405020304" pitchFamily="18" charset="0"/>
              <a:cs typeface="Times" panose="02020603050405020304" pitchFamily="18" charset="0"/>
            </a:endParaRPr>
          </a:p>
        </p:txBody>
      </p:sp>
      <p:pic>
        <p:nvPicPr>
          <p:cNvPr id="9" name="Picture 8"/>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626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Principles of TQM</a:t>
            </a:r>
          </a:p>
        </p:txBody>
      </p:sp>
    </p:spTree>
    <p:extLst>
      <p:ext uri="{BB962C8B-B14F-4D97-AF65-F5344CB8AC3E}">
        <p14:creationId xmlns:p14="http://schemas.microsoft.com/office/powerpoint/2010/main" val="37625969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E0ED0C03-07C1-4AF2-8464-47D29C1452B5}" type="datetime1">
              <a:rPr lang="en-US" smtClean="0"/>
              <a:t>5/1/2026</a:t>
            </a:fld>
            <a:endParaRPr lang="en-US"/>
          </a:p>
        </p:txBody>
      </p:sp>
      <p:sp>
        <p:nvSpPr>
          <p:cNvPr id="3" name="Footer Placeholder 2">
            <a:extLst>
              <a:ext uri="{FF2B5EF4-FFF2-40B4-BE49-F238E27FC236}">
                <a16:creationId xmlns:a16="http://schemas.microsoft.com/office/drawing/2014/main" id="{2168AD7A-17C8-46BB-232F-C7A948BACF37}"/>
              </a:ext>
            </a:extLst>
          </p:cNvPr>
          <p:cNvSpPr>
            <a:spLocks noGrp="1"/>
          </p:cNvSpPr>
          <p:nvPr>
            <p:ph type="ftr" sz="quarter" idx="11"/>
          </p:nvPr>
        </p:nvSpPr>
        <p:spPr>
          <a:xfrm>
            <a:off x="1798782" y="6193992"/>
            <a:ext cx="5867400" cy="365125"/>
          </a:xfrm>
        </p:spPr>
        <p:txBody>
          <a:bodyPr/>
          <a:lstStyle/>
          <a:p>
            <a:r>
              <a:rPr lang="fi-FI" sz="2000"/>
              <a:t>Mr. Minhaj Nezami    AOE0861    TQM    Unit-1                         </a:t>
            </a:r>
            <a:endParaRPr lang="en-US" sz="2000" dirty="0"/>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25</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884827" y="1372127"/>
            <a:ext cx="7315200" cy="3139321"/>
          </a:xfrm>
          <a:prstGeom prst="rect">
            <a:avLst/>
          </a:prstGeom>
          <a:noFill/>
        </p:spPr>
        <p:txBody>
          <a:bodyPr wrap="square">
            <a:spAutoFit/>
          </a:bodyPr>
          <a:lstStyle/>
          <a:p>
            <a:pPr algn="just"/>
            <a:r>
              <a:rPr lang="en-US" sz="2200" b="1" i="0" dirty="0">
                <a:effectLst/>
                <a:latin typeface="Times" panose="02020603050405020304" pitchFamily="18" charset="0"/>
                <a:cs typeface="Times" panose="02020603050405020304" pitchFamily="18" charset="0"/>
              </a:rPr>
              <a:t>3. Focus on process.</a:t>
            </a:r>
            <a:r>
              <a:rPr lang="en-US" sz="2200" b="0" i="0" dirty="0">
                <a:effectLst/>
                <a:latin typeface="Times" panose="02020603050405020304" pitchFamily="18" charset="0"/>
                <a:cs typeface="Times" panose="02020603050405020304" pitchFamily="18" charset="0"/>
              </a:rPr>
              <a:t> Processes must be continually analyzed to identify weaknesses. Every employee who takes part in the process should be properly educated in their contributions, ensuring the right steps are taken at the right time.</a:t>
            </a:r>
          </a:p>
          <a:p>
            <a:pPr algn="just"/>
            <a:r>
              <a:rPr lang="en-US" sz="2200" b="1" dirty="0">
                <a:latin typeface="Times" panose="02020603050405020304" pitchFamily="18" charset="0"/>
                <a:cs typeface="Times" panose="02020603050405020304" pitchFamily="18" charset="0"/>
              </a:rPr>
              <a:t>4. </a:t>
            </a:r>
            <a:r>
              <a:rPr lang="en-US" sz="2200" b="1" i="0" dirty="0">
                <a:effectLst/>
                <a:latin typeface="Times" panose="02020603050405020304" pitchFamily="18" charset="0"/>
                <a:cs typeface="Times" panose="02020603050405020304" pitchFamily="18" charset="0"/>
              </a:rPr>
              <a:t>Integrated business systems.</a:t>
            </a:r>
            <a:r>
              <a:rPr lang="en-US" sz="2200" b="0" i="0" dirty="0">
                <a:effectLst/>
                <a:latin typeface="Times" panose="02020603050405020304" pitchFamily="18" charset="0"/>
                <a:cs typeface="Times" panose="02020603050405020304" pitchFamily="18" charset="0"/>
              </a:rPr>
              <a:t> All TQM processes should be integrated into a business process. Integrated systems convey potentially useful data across departments, enabling everyone to be on the same page.</a:t>
            </a:r>
          </a:p>
          <a:p>
            <a:pPr algn="just">
              <a:buFont typeface="+mj-lt"/>
              <a:buAutoNum type="arabicPeriod"/>
            </a:pPr>
            <a:endParaRPr lang="en-US" sz="2200" b="0" i="0" dirty="0">
              <a:effectLst/>
              <a:latin typeface="Times" panose="02020603050405020304" pitchFamily="18" charset="0"/>
              <a:cs typeface="Times" panose="02020603050405020304" pitchFamily="18" charset="0"/>
            </a:endParaRPr>
          </a:p>
        </p:txBody>
      </p:sp>
      <p:pic>
        <p:nvPicPr>
          <p:cNvPr id="9" name="Picture 8"/>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1626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Principles of TQM</a:t>
            </a:r>
          </a:p>
        </p:txBody>
      </p:sp>
    </p:spTree>
    <p:extLst>
      <p:ext uri="{BB962C8B-B14F-4D97-AF65-F5344CB8AC3E}">
        <p14:creationId xmlns:p14="http://schemas.microsoft.com/office/powerpoint/2010/main" val="1975808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2E20BBDA-A376-4AF8-B55A-8A486F537CF0}" type="datetime1">
              <a:rPr lang="en-US" smtClean="0"/>
              <a:t>5/1/2026</a:t>
            </a:fld>
            <a:endParaRPr lang="en-US"/>
          </a:p>
        </p:txBody>
      </p:sp>
      <p:sp>
        <p:nvSpPr>
          <p:cNvPr id="3" name="Footer Placeholder 2">
            <a:extLst>
              <a:ext uri="{FF2B5EF4-FFF2-40B4-BE49-F238E27FC236}">
                <a16:creationId xmlns:a16="http://schemas.microsoft.com/office/drawing/2014/main" id="{2168AD7A-17C8-46BB-232F-C7A948BACF37}"/>
              </a:ext>
            </a:extLst>
          </p:cNvPr>
          <p:cNvSpPr>
            <a:spLocks noGrp="1"/>
          </p:cNvSpPr>
          <p:nvPr>
            <p:ph type="ftr" sz="quarter" idx="11"/>
          </p:nvPr>
        </p:nvSpPr>
        <p:spPr>
          <a:xfrm>
            <a:off x="1559986" y="6275239"/>
            <a:ext cx="5715000" cy="365125"/>
          </a:xfrm>
        </p:spPr>
        <p:txBody>
          <a:bodyPr/>
          <a:lstStyle/>
          <a:p>
            <a:r>
              <a:rPr lang="fi-FI" sz="2000"/>
              <a:t>Mr. Minhaj Nezami    AOE0861    TQM    Unit-1                         </a:t>
            </a:r>
            <a:endParaRPr lang="en-US" sz="2000" dirty="0"/>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26</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990600" y="1133037"/>
            <a:ext cx="7086600" cy="3477875"/>
          </a:xfrm>
          <a:prstGeom prst="rect">
            <a:avLst/>
          </a:prstGeom>
          <a:noFill/>
        </p:spPr>
        <p:txBody>
          <a:bodyPr wrap="square">
            <a:spAutoFit/>
          </a:bodyPr>
          <a:lstStyle/>
          <a:p>
            <a:pPr algn="l">
              <a:buFont typeface="+mj-lt"/>
              <a:buAutoNum type="arabicPeriod"/>
            </a:pPr>
            <a:endParaRPr lang="en-US" sz="2200" b="0" i="0" dirty="0">
              <a:effectLst/>
              <a:latin typeface="Times" panose="02020603050405020304" pitchFamily="18" charset="0"/>
              <a:cs typeface="Times" panose="02020603050405020304" pitchFamily="18" charset="0"/>
            </a:endParaRPr>
          </a:p>
          <a:p>
            <a:pPr algn="just"/>
            <a:r>
              <a:rPr lang="en-US" sz="2200" b="1" dirty="0">
                <a:latin typeface="Times" panose="02020603050405020304" pitchFamily="18" charset="0"/>
                <a:cs typeface="Times" panose="02020603050405020304" pitchFamily="18" charset="0"/>
              </a:rPr>
              <a:t>5</a:t>
            </a:r>
            <a:r>
              <a:rPr lang="en-US" sz="2200" b="1" i="0" dirty="0">
                <a:effectLst/>
                <a:latin typeface="Times" panose="02020603050405020304" pitchFamily="18" charset="0"/>
                <a:cs typeface="Times" panose="02020603050405020304" pitchFamily="18" charset="0"/>
              </a:rPr>
              <a:t>.Strategic and systematic approach.</a:t>
            </a:r>
            <a:r>
              <a:rPr lang="en-US" sz="2200" b="0" i="0" dirty="0">
                <a:effectLst/>
                <a:latin typeface="Times" panose="02020603050405020304" pitchFamily="18" charset="0"/>
                <a:cs typeface="Times" panose="02020603050405020304" pitchFamily="18" charset="0"/>
              </a:rPr>
              <a:t> Planning and management are required using a strategic plan with quality as a base component.</a:t>
            </a:r>
          </a:p>
          <a:p>
            <a:pPr algn="just"/>
            <a:endParaRPr lang="en-US" sz="2200" b="1" i="0" dirty="0">
              <a:effectLst/>
              <a:latin typeface="Times" panose="02020603050405020304" pitchFamily="18" charset="0"/>
              <a:cs typeface="Times" panose="02020603050405020304" pitchFamily="18" charset="0"/>
            </a:endParaRPr>
          </a:p>
          <a:p>
            <a:pPr algn="just"/>
            <a:r>
              <a:rPr lang="en-US" sz="2200" b="1" dirty="0">
                <a:latin typeface="Times" panose="02020603050405020304" pitchFamily="18" charset="0"/>
                <a:cs typeface="Times" panose="02020603050405020304" pitchFamily="18" charset="0"/>
              </a:rPr>
              <a:t>6.</a:t>
            </a:r>
            <a:r>
              <a:rPr lang="en-US" sz="2200" b="1" i="0" dirty="0">
                <a:effectLst/>
                <a:latin typeface="Times" panose="02020603050405020304" pitchFamily="18" charset="0"/>
                <a:cs typeface="Times" panose="02020603050405020304" pitchFamily="18" charset="0"/>
              </a:rPr>
              <a:t>Continual improvement.</a:t>
            </a:r>
            <a:r>
              <a:rPr lang="en-US" sz="2200" b="0" i="0" dirty="0">
                <a:effectLst/>
                <a:latin typeface="Times" panose="02020603050405020304" pitchFamily="18" charset="0"/>
                <a:cs typeface="Times" panose="02020603050405020304" pitchFamily="18" charset="0"/>
              </a:rPr>
              <a:t> A focus on continually improving quality helps an organization adapt to changing markets and achieve competitive advantages.</a:t>
            </a:r>
          </a:p>
          <a:p>
            <a:pPr algn="just"/>
            <a:endParaRPr lang="en-US" sz="2200" b="1" i="0" dirty="0">
              <a:effectLst/>
              <a:latin typeface="Times" panose="02020603050405020304" pitchFamily="18" charset="0"/>
              <a:cs typeface="Times" panose="02020603050405020304" pitchFamily="18" charset="0"/>
            </a:endParaRPr>
          </a:p>
          <a:p>
            <a:pPr algn="l"/>
            <a:endParaRPr lang="en-US" sz="2200" b="0" i="0" dirty="0">
              <a:effectLst/>
              <a:latin typeface="Times" panose="02020603050405020304" pitchFamily="18" charset="0"/>
              <a:cs typeface="Times" panose="02020603050405020304" pitchFamily="18" charset="0"/>
            </a:endParaRPr>
          </a:p>
        </p:txBody>
      </p:sp>
      <p:pic>
        <p:nvPicPr>
          <p:cNvPr id="9" name="Picture 8"/>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29509" y="-9236"/>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Basic Concept of TQM</a:t>
            </a:r>
          </a:p>
        </p:txBody>
      </p:sp>
    </p:spTree>
    <p:extLst>
      <p:ext uri="{BB962C8B-B14F-4D97-AF65-F5344CB8AC3E}">
        <p14:creationId xmlns:p14="http://schemas.microsoft.com/office/powerpoint/2010/main" val="3603280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8B55B6BC-141F-4740-8FBA-EA4FD9808B39}" type="datetime1">
              <a:rPr lang="en-US" smtClean="0"/>
              <a:t>5/1/2026</a:t>
            </a:fld>
            <a:endParaRPr lang="en-US"/>
          </a:p>
        </p:txBody>
      </p:sp>
      <p:sp>
        <p:nvSpPr>
          <p:cNvPr id="3" name="Footer Placeholder 2">
            <a:extLst>
              <a:ext uri="{FF2B5EF4-FFF2-40B4-BE49-F238E27FC236}">
                <a16:creationId xmlns:a16="http://schemas.microsoft.com/office/drawing/2014/main" id="{2168AD7A-17C8-46BB-232F-C7A948BACF37}"/>
              </a:ext>
            </a:extLst>
          </p:cNvPr>
          <p:cNvSpPr>
            <a:spLocks noGrp="1"/>
          </p:cNvSpPr>
          <p:nvPr>
            <p:ph type="ftr" sz="quarter" idx="11"/>
          </p:nvPr>
        </p:nvSpPr>
        <p:spPr>
          <a:xfrm>
            <a:off x="1559986" y="6275239"/>
            <a:ext cx="5715000" cy="365125"/>
          </a:xfrm>
        </p:spPr>
        <p:txBody>
          <a:bodyPr/>
          <a:lstStyle/>
          <a:p>
            <a:r>
              <a:rPr lang="fi-FI" sz="2000"/>
              <a:t>Mr. Minhaj Nezami    AOE0861    TQM    Unit-1                         </a:t>
            </a:r>
            <a:endParaRPr lang="en-US" sz="2000" dirty="0"/>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27</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914400" y="711499"/>
            <a:ext cx="7391400" cy="3816429"/>
          </a:xfrm>
          <a:prstGeom prst="rect">
            <a:avLst/>
          </a:prstGeom>
          <a:noFill/>
        </p:spPr>
        <p:txBody>
          <a:bodyPr wrap="square">
            <a:spAutoFit/>
          </a:bodyPr>
          <a:lstStyle/>
          <a:p>
            <a:pPr algn="l">
              <a:buFont typeface="+mj-lt"/>
              <a:buAutoNum type="arabicPeriod"/>
            </a:pPr>
            <a:endParaRPr lang="en-US" sz="2200" b="0" i="0" dirty="0">
              <a:effectLst/>
              <a:latin typeface="Times" panose="02020603050405020304" pitchFamily="18" charset="0"/>
              <a:cs typeface="Times" panose="02020603050405020304" pitchFamily="18" charset="0"/>
            </a:endParaRPr>
          </a:p>
          <a:p>
            <a:pPr algn="just"/>
            <a:endParaRPr lang="en-US" sz="2200" b="1" i="0" dirty="0">
              <a:effectLst/>
              <a:latin typeface="Times" panose="02020603050405020304" pitchFamily="18" charset="0"/>
              <a:cs typeface="Times" panose="02020603050405020304" pitchFamily="18" charset="0"/>
            </a:endParaRPr>
          </a:p>
          <a:p>
            <a:pPr algn="just"/>
            <a:r>
              <a:rPr lang="en-US" sz="2200" b="1" dirty="0">
                <a:latin typeface="Times" panose="02020603050405020304" pitchFamily="18" charset="0"/>
                <a:cs typeface="Times" panose="02020603050405020304" pitchFamily="18" charset="0"/>
              </a:rPr>
              <a:t>7</a:t>
            </a:r>
            <a:r>
              <a:rPr lang="en-US" sz="2200" b="1" i="0" dirty="0">
                <a:effectLst/>
                <a:latin typeface="Times" panose="02020603050405020304" pitchFamily="18" charset="0"/>
                <a:cs typeface="Times" panose="02020603050405020304" pitchFamily="18" charset="0"/>
              </a:rPr>
              <a:t>. Focus on data. </a:t>
            </a:r>
            <a:r>
              <a:rPr lang="en-US" sz="2200" b="0" i="0" dirty="0">
                <a:effectLst/>
                <a:latin typeface="Times" panose="02020603050405020304" pitchFamily="18" charset="0"/>
                <a:cs typeface="Times" panose="02020603050405020304" pitchFamily="18" charset="0"/>
              </a:rPr>
              <a:t>Data should be collected, documented and analyzed to improve decision-making accuracy and to predict trends based on previous history.</a:t>
            </a:r>
          </a:p>
          <a:p>
            <a:pPr algn="just"/>
            <a:endParaRPr lang="en-US" sz="2200" b="1" i="0" dirty="0">
              <a:effectLst/>
              <a:latin typeface="Times" panose="02020603050405020304" pitchFamily="18" charset="0"/>
              <a:cs typeface="Times" panose="02020603050405020304" pitchFamily="18" charset="0"/>
            </a:endParaRPr>
          </a:p>
          <a:p>
            <a:pPr algn="just"/>
            <a:r>
              <a:rPr lang="en-US" sz="2200" b="1" dirty="0">
                <a:latin typeface="Times" panose="02020603050405020304" pitchFamily="18" charset="0"/>
                <a:cs typeface="Times" panose="02020603050405020304" pitchFamily="18" charset="0"/>
              </a:rPr>
              <a:t>8</a:t>
            </a:r>
            <a:r>
              <a:rPr lang="en-US" sz="2200" b="1" i="0" dirty="0">
                <a:effectLst/>
                <a:latin typeface="Times" panose="02020603050405020304" pitchFamily="18" charset="0"/>
                <a:cs typeface="Times" panose="02020603050405020304" pitchFamily="18" charset="0"/>
              </a:rPr>
              <a:t>.Communication. </a:t>
            </a:r>
            <a:r>
              <a:rPr lang="en-US" sz="2200" b="0" i="0" dirty="0">
                <a:effectLst/>
                <a:latin typeface="Times" panose="02020603050405020304" pitchFamily="18" charset="0"/>
                <a:cs typeface="Times" panose="02020603050405020304" pitchFamily="18" charset="0"/>
              </a:rPr>
              <a:t>Communication between teams with information such as strategies, methodologies or timeliness is essential to improving operations. Good communication can also motivate employees and improve morale.</a:t>
            </a:r>
          </a:p>
          <a:p>
            <a:pPr algn="l"/>
            <a:endParaRPr lang="en-US" sz="2200" b="0" i="0" dirty="0">
              <a:effectLst/>
              <a:latin typeface="Times" panose="02020603050405020304" pitchFamily="18" charset="0"/>
              <a:cs typeface="Times" panose="02020603050405020304" pitchFamily="18" charset="0"/>
            </a:endParaRPr>
          </a:p>
        </p:txBody>
      </p:sp>
      <p:pic>
        <p:nvPicPr>
          <p:cNvPr id="9" name="Picture 8"/>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29509" y="-9236"/>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Basic Concept of TQM</a:t>
            </a:r>
          </a:p>
        </p:txBody>
      </p:sp>
    </p:spTree>
    <p:extLst>
      <p:ext uri="{BB962C8B-B14F-4D97-AF65-F5344CB8AC3E}">
        <p14:creationId xmlns:p14="http://schemas.microsoft.com/office/powerpoint/2010/main" val="549950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92621892-F8D0-42FA-8BEE-61953374EADB}" type="datetime1">
              <a:rPr lang="en-US" smtClean="0"/>
              <a:t>5/1/2026</a:t>
            </a:fld>
            <a:endParaRPr lang="en-US"/>
          </a:p>
        </p:txBody>
      </p:sp>
      <p:sp>
        <p:nvSpPr>
          <p:cNvPr id="3" name="Footer Placeholder 2">
            <a:extLst>
              <a:ext uri="{FF2B5EF4-FFF2-40B4-BE49-F238E27FC236}">
                <a16:creationId xmlns:a16="http://schemas.microsoft.com/office/drawing/2014/main" id="{2168AD7A-17C8-46BB-232F-C7A948BACF37}"/>
              </a:ext>
            </a:extLst>
          </p:cNvPr>
          <p:cNvSpPr>
            <a:spLocks noGrp="1"/>
          </p:cNvSpPr>
          <p:nvPr>
            <p:ph type="ftr" sz="quarter" idx="11"/>
          </p:nvPr>
        </p:nvSpPr>
        <p:spPr>
          <a:xfrm>
            <a:off x="1752600" y="6172200"/>
            <a:ext cx="5638800" cy="549275"/>
          </a:xfrm>
        </p:spPr>
        <p:txBody>
          <a:bodyPr/>
          <a:lstStyle/>
          <a:p>
            <a:r>
              <a:rPr lang="fi-FI" sz="2000"/>
              <a:t>Mr. Minhaj Nezami    AOE0861    TQM    Unit-1                         </a:t>
            </a:r>
            <a:endParaRPr lang="en-US" sz="2000" dirty="0"/>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28</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185057" y="711498"/>
            <a:ext cx="8458200" cy="769441"/>
          </a:xfrm>
          <a:prstGeom prst="rect">
            <a:avLst/>
          </a:prstGeom>
          <a:noFill/>
        </p:spPr>
        <p:txBody>
          <a:bodyPr wrap="square">
            <a:spAutoFit/>
          </a:bodyPr>
          <a:lstStyle/>
          <a:p>
            <a:pPr algn="l">
              <a:buFont typeface="+mj-lt"/>
              <a:buAutoNum type="arabicPeriod"/>
            </a:pPr>
            <a:endParaRPr lang="en-US" sz="2200" b="0" i="0" dirty="0">
              <a:effectLst/>
              <a:latin typeface="Times" panose="02020603050405020304" pitchFamily="18" charset="0"/>
              <a:cs typeface="Times" panose="02020603050405020304" pitchFamily="18" charset="0"/>
            </a:endParaRPr>
          </a:p>
          <a:p>
            <a:pPr algn="l"/>
            <a:endParaRPr lang="en-US" sz="2200" b="0" i="0" dirty="0">
              <a:effectLst/>
              <a:latin typeface="Times" panose="02020603050405020304" pitchFamily="18" charset="0"/>
              <a:cs typeface="Times" panose="02020603050405020304" pitchFamily="18" charset="0"/>
            </a:endParaRPr>
          </a:p>
        </p:txBody>
      </p:sp>
      <p:sp>
        <p:nvSpPr>
          <p:cNvPr id="9" name="TextBox 8">
            <a:extLst>
              <a:ext uri="{FF2B5EF4-FFF2-40B4-BE49-F238E27FC236}">
                <a16:creationId xmlns:a16="http://schemas.microsoft.com/office/drawing/2014/main" id="{500F8488-5F0C-278D-A28C-1313AE253B9D}"/>
              </a:ext>
            </a:extLst>
          </p:cNvPr>
          <p:cNvSpPr txBox="1"/>
          <p:nvPr/>
        </p:nvSpPr>
        <p:spPr>
          <a:xfrm>
            <a:off x="838200" y="933324"/>
            <a:ext cx="7467600" cy="3416320"/>
          </a:xfrm>
          <a:prstGeom prst="rect">
            <a:avLst/>
          </a:prstGeom>
          <a:noFill/>
        </p:spPr>
        <p:txBody>
          <a:bodyPr wrap="square">
            <a:spAutoFit/>
          </a:bodyPr>
          <a:lstStyle/>
          <a:p>
            <a:pPr algn="just"/>
            <a:endParaRPr lang="en-US" sz="2200" b="1" i="0" dirty="0">
              <a:effectLst/>
              <a:latin typeface="Times" panose="02020603050405020304" pitchFamily="18" charset="0"/>
              <a:cs typeface="Times" panose="02020603050405020304" pitchFamily="18" charset="0"/>
            </a:endParaRPr>
          </a:p>
          <a:p>
            <a:pPr algn="just"/>
            <a:r>
              <a:rPr lang="en-US" sz="2200" b="0" i="0" dirty="0">
                <a:effectLst/>
                <a:latin typeface="Times" panose="02020603050405020304" pitchFamily="18" charset="0"/>
                <a:cs typeface="Times" panose="02020603050405020304" pitchFamily="18" charset="0"/>
              </a:rPr>
              <a:t>The general process of implementing TQM follows these steps:</a:t>
            </a:r>
          </a:p>
          <a:p>
            <a:pPr algn="just">
              <a:buFont typeface="+mj-lt"/>
              <a:buAutoNum type="arabicPeriod"/>
            </a:pPr>
            <a:r>
              <a:rPr lang="en-US" sz="2200" b="0" i="0" dirty="0">
                <a:effectLst/>
                <a:latin typeface="Times" panose="02020603050405020304" pitchFamily="18" charset="0"/>
                <a:cs typeface="Times" panose="02020603050405020304" pitchFamily="18" charset="0"/>
              </a:rPr>
              <a:t> The organization assesses its current culture and quality management systems and identifies core values.</a:t>
            </a:r>
          </a:p>
          <a:p>
            <a:pPr algn="just">
              <a:buFont typeface="+mj-lt"/>
              <a:buAutoNum type="arabicPeriod"/>
            </a:pPr>
            <a:r>
              <a:rPr lang="en-US" sz="2200" b="0" i="0" dirty="0">
                <a:effectLst/>
                <a:latin typeface="Times" panose="02020603050405020304" pitchFamily="18" charset="0"/>
                <a:cs typeface="Times" panose="02020603050405020304" pitchFamily="18" charset="0"/>
              </a:rPr>
              <a:t> Management decides to commit to TQM and develops a TQM master plan.</a:t>
            </a:r>
          </a:p>
          <a:p>
            <a:pPr algn="just">
              <a:buFont typeface="+mj-lt"/>
              <a:buAutoNum type="arabicPeriod"/>
            </a:pPr>
            <a:r>
              <a:rPr lang="en-US" sz="2200" b="0" i="0" dirty="0">
                <a:effectLst/>
                <a:latin typeface="Times" panose="02020603050405020304" pitchFamily="18" charset="0"/>
                <a:cs typeface="Times" panose="02020603050405020304" pitchFamily="18" charset="0"/>
              </a:rPr>
              <a:t> The organization identifies and prioritizes customer demands.</a:t>
            </a:r>
          </a:p>
          <a:p>
            <a:pPr algn="just">
              <a:buFont typeface="+mj-lt"/>
              <a:buAutoNum type="arabicPeriod"/>
            </a:pPr>
            <a:r>
              <a:rPr lang="en-US" sz="2200" b="0" i="0" dirty="0">
                <a:effectLst/>
                <a:latin typeface="Times" panose="02020603050405020304" pitchFamily="18" charset="0"/>
                <a:cs typeface="Times" panose="02020603050405020304" pitchFamily="18" charset="0"/>
              </a:rPr>
              <a:t> Management maps the processes needed to meet customer needs.</a:t>
            </a:r>
          </a:p>
          <a:p>
            <a:pPr algn="just"/>
            <a:endParaRPr lang="en-US" b="0" i="0" dirty="0">
              <a:solidFill>
                <a:srgbClr val="666666"/>
              </a:solidFill>
              <a:effectLst/>
              <a:latin typeface="Arial" panose="020B0604020202020204" pitchFamily="34" charset="0"/>
            </a:endParaRPr>
          </a:p>
        </p:txBody>
      </p:sp>
      <p:pic>
        <p:nvPicPr>
          <p:cNvPr id="10" name="Picture 9"/>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20273" y="-230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panose="02020603050405020304" pitchFamily="18" charset="0"/>
                <a:cs typeface="Times" panose="02020603050405020304" pitchFamily="18" charset="0"/>
              </a:rPr>
              <a:t>Implementation principles and processes</a:t>
            </a:r>
          </a:p>
          <a:p>
            <a:pPr>
              <a:defRPr/>
            </a:pPr>
            <a:r>
              <a:rPr lang="en-US" sz="2800" b="1" dirty="0">
                <a:latin typeface="Times New Roman" panose="02020603050405020304" pitchFamily="18" charset="0"/>
                <a:cs typeface="Times New Roman" panose="02020603050405020304" pitchFamily="18" charset="0"/>
              </a:rPr>
              <a:t>of TQM</a:t>
            </a:r>
          </a:p>
        </p:txBody>
      </p:sp>
    </p:spTree>
    <p:extLst>
      <p:ext uri="{BB962C8B-B14F-4D97-AF65-F5344CB8AC3E}">
        <p14:creationId xmlns:p14="http://schemas.microsoft.com/office/powerpoint/2010/main" val="1606506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886B6436-2E2E-4756-92CA-D36883BD0E65}" type="datetime1">
              <a:rPr lang="en-US" smtClean="0"/>
              <a:t>5/1/2026</a:t>
            </a:fld>
            <a:endParaRPr lang="en-US"/>
          </a:p>
        </p:txBody>
      </p:sp>
      <p:sp>
        <p:nvSpPr>
          <p:cNvPr id="3" name="Footer Placeholder 2">
            <a:extLst>
              <a:ext uri="{FF2B5EF4-FFF2-40B4-BE49-F238E27FC236}">
                <a16:creationId xmlns:a16="http://schemas.microsoft.com/office/drawing/2014/main" id="{2168AD7A-17C8-46BB-232F-C7A948BACF37}"/>
              </a:ext>
            </a:extLst>
          </p:cNvPr>
          <p:cNvSpPr>
            <a:spLocks noGrp="1"/>
          </p:cNvSpPr>
          <p:nvPr>
            <p:ph type="ftr" sz="quarter" idx="11"/>
          </p:nvPr>
        </p:nvSpPr>
        <p:spPr>
          <a:xfrm>
            <a:off x="1752600" y="6172200"/>
            <a:ext cx="5638800" cy="549275"/>
          </a:xfrm>
        </p:spPr>
        <p:txBody>
          <a:bodyPr/>
          <a:lstStyle/>
          <a:p>
            <a:r>
              <a:rPr lang="fi-FI" sz="2000"/>
              <a:t>Mr. Minhaj Nezami    AOE0861    TQM    Unit-1                         </a:t>
            </a:r>
            <a:endParaRPr lang="en-US" sz="2000" dirty="0"/>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29</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185057" y="711498"/>
            <a:ext cx="8458200" cy="769441"/>
          </a:xfrm>
          <a:prstGeom prst="rect">
            <a:avLst/>
          </a:prstGeom>
          <a:noFill/>
        </p:spPr>
        <p:txBody>
          <a:bodyPr wrap="square">
            <a:spAutoFit/>
          </a:bodyPr>
          <a:lstStyle/>
          <a:p>
            <a:pPr algn="l">
              <a:buFont typeface="+mj-lt"/>
              <a:buAutoNum type="arabicPeriod"/>
            </a:pPr>
            <a:endParaRPr lang="en-US" sz="2200" b="0" i="0" dirty="0">
              <a:effectLst/>
              <a:latin typeface="Times" panose="02020603050405020304" pitchFamily="18" charset="0"/>
              <a:cs typeface="Times" panose="02020603050405020304" pitchFamily="18" charset="0"/>
            </a:endParaRPr>
          </a:p>
          <a:p>
            <a:pPr algn="l"/>
            <a:endParaRPr lang="en-US" sz="2200" b="0" i="0" dirty="0">
              <a:effectLst/>
              <a:latin typeface="Times" panose="02020603050405020304" pitchFamily="18" charset="0"/>
              <a:cs typeface="Times" panose="02020603050405020304" pitchFamily="18" charset="0"/>
            </a:endParaRPr>
          </a:p>
        </p:txBody>
      </p:sp>
      <p:sp>
        <p:nvSpPr>
          <p:cNvPr id="9" name="TextBox 8">
            <a:extLst>
              <a:ext uri="{FF2B5EF4-FFF2-40B4-BE49-F238E27FC236}">
                <a16:creationId xmlns:a16="http://schemas.microsoft.com/office/drawing/2014/main" id="{500F8488-5F0C-278D-A28C-1313AE253B9D}"/>
              </a:ext>
            </a:extLst>
          </p:cNvPr>
          <p:cNvSpPr txBox="1"/>
          <p:nvPr/>
        </p:nvSpPr>
        <p:spPr>
          <a:xfrm>
            <a:off x="609600" y="933324"/>
            <a:ext cx="7620000" cy="4093428"/>
          </a:xfrm>
          <a:prstGeom prst="rect">
            <a:avLst/>
          </a:prstGeom>
          <a:noFill/>
        </p:spPr>
        <p:txBody>
          <a:bodyPr wrap="square">
            <a:spAutoFit/>
          </a:bodyPr>
          <a:lstStyle/>
          <a:p>
            <a:pPr algn="just"/>
            <a:endParaRPr lang="en-US" sz="2200" b="1" i="0" dirty="0">
              <a:effectLst/>
              <a:latin typeface="Times" panose="02020603050405020304" pitchFamily="18" charset="0"/>
              <a:cs typeface="Times" panose="02020603050405020304" pitchFamily="18" charset="0"/>
            </a:endParaRPr>
          </a:p>
          <a:p>
            <a:pPr algn="just"/>
            <a:r>
              <a:rPr lang="en-US" sz="2200" b="0" i="0" dirty="0">
                <a:effectLst/>
                <a:latin typeface="Times" panose="02020603050405020304" pitchFamily="18" charset="0"/>
                <a:cs typeface="Times" panose="02020603050405020304" pitchFamily="18" charset="0"/>
              </a:rPr>
              <a:t>5. Management creates a team to oversee efforts to improve processes.</a:t>
            </a:r>
          </a:p>
          <a:p>
            <a:pPr algn="just"/>
            <a:r>
              <a:rPr lang="en-US" sz="2200" b="0" i="0" dirty="0">
                <a:effectLst/>
                <a:latin typeface="Times" panose="02020603050405020304" pitchFamily="18" charset="0"/>
                <a:cs typeface="Times" panose="02020603050405020304" pitchFamily="18" charset="0"/>
              </a:rPr>
              <a:t>6. Management starts contributing to the process by providing additional planning and training.</a:t>
            </a:r>
          </a:p>
          <a:p>
            <a:pPr algn="just"/>
            <a:r>
              <a:rPr lang="en-US" sz="2200" b="0" i="0" dirty="0">
                <a:effectLst/>
                <a:latin typeface="Times" panose="02020603050405020304" pitchFamily="18" charset="0"/>
                <a:cs typeface="Times" panose="02020603050405020304" pitchFamily="18" charset="0"/>
              </a:rPr>
              <a:t>7. Management creates a process to standardize daily process management.</a:t>
            </a:r>
          </a:p>
          <a:p>
            <a:pPr algn="just"/>
            <a:r>
              <a:rPr lang="en-US" sz="2200" b="0" i="0" dirty="0">
                <a:effectLst/>
                <a:latin typeface="Times" panose="02020603050405020304" pitchFamily="18" charset="0"/>
                <a:cs typeface="Times" panose="02020603050405020304" pitchFamily="18" charset="0"/>
              </a:rPr>
              <a:t>8. Management continually asks employees for feedback.</a:t>
            </a:r>
          </a:p>
          <a:p>
            <a:pPr algn="just"/>
            <a:r>
              <a:rPr lang="en-US" sz="2200" b="0" i="0" dirty="0">
                <a:effectLst/>
                <a:latin typeface="Times" panose="02020603050405020304" pitchFamily="18" charset="0"/>
                <a:cs typeface="Times" panose="02020603050405020304" pitchFamily="18" charset="0"/>
              </a:rPr>
              <a:t>Implementing TQM is a long-term commitment, and the length of time needed for planning, development and implementation varies by organization.</a:t>
            </a:r>
          </a:p>
          <a:p>
            <a:pPr algn="just">
              <a:buFont typeface="+mj-lt"/>
              <a:buAutoNum type="arabicPeriod"/>
            </a:pPr>
            <a:endParaRPr lang="en-US" b="0" i="0" dirty="0">
              <a:solidFill>
                <a:srgbClr val="666666"/>
              </a:solidFill>
              <a:effectLst/>
              <a:latin typeface="Arial" panose="020B0604020202020204" pitchFamily="34" charset="0"/>
            </a:endParaRPr>
          </a:p>
        </p:txBody>
      </p:sp>
      <p:pic>
        <p:nvPicPr>
          <p:cNvPr id="10" name="Picture 9"/>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20273" y="-230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panose="02020603050405020304" pitchFamily="18" charset="0"/>
                <a:cs typeface="Times" panose="02020603050405020304" pitchFamily="18" charset="0"/>
              </a:rPr>
              <a:t>Implementation principles and processes</a:t>
            </a:r>
          </a:p>
          <a:p>
            <a:pPr>
              <a:defRPr/>
            </a:pPr>
            <a:r>
              <a:rPr lang="en-US" sz="2800" b="1" dirty="0">
                <a:latin typeface="Times New Roman" panose="02020603050405020304" pitchFamily="18" charset="0"/>
                <a:cs typeface="Times New Roman" panose="02020603050405020304" pitchFamily="18" charset="0"/>
              </a:rPr>
              <a:t>of TQM</a:t>
            </a:r>
          </a:p>
        </p:txBody>
      </p:sp>
    </p:spTree>
    <p:extLst>
      <p:ext uri="{BB962C8B-B14F-4D97-AF65-F5344CB8AC3E}">
        <p14:creationId xmlns:p14="http://schemas.microsoft.com/office/powerpoint/2010/main" val="3030312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5DB3E0C6-0C13-4F12-9970-F3988178845E}" type="datetime1">
              <a:rPr lang="en-US" smtClean="0"/>
              <a:t>5/1/2026</a:t>
            </a:fld>
            <a:endParaRPr lang="en-US"/>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30</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185057" y="711498"/>
            <a:ext cx="8458200" cy="769441"/>
          </a:xfrm>
          <a:prstGeom prst="rect">
            <a:avLst/>
          </a:prstGeom>
          <a:noFill/>
        </p:spPr>
        <p:txBody>
          <a:bodyPr wrap="square">
            <a:spAutoFit/>
          </a:bodyPr>
          <a:lstStyle/>
          <a:p>
            <a:pPr algn="l">
              <a:buFont typeface="+mj-lt"/>
              <a:buAutoNum type="arabicPeriod"/>
            </a:pPr>
            <a:endParaRPr lang="en-US" sz="2200" b="0" i="0" dirty="0">
              <a:effectLst/>
              <a:latin typeface="Times" panose="02020603050405020304" pitchFamily="18" charset="0"/>
              <a:cs typeface="Times" panose="02020603050405020304" pitchFamily="18" charset="0"/>
            </a:endParaRPr>
          </a:p>
          <a:p>
            <a:pPr algn="l"/>
            <a:endParaRPr lang="en-US" sz="2200" b="0" i="0" dirty="0">
              <a:effectLst/>
              <a:latin typeface="Times" panose="02020603050405020304" pitchFamily="18" charset="0"/>
              <a:cs typeface="Times" panose="02020603050405020304" pitchFamily="18" charset="0"/>
            </a:endParaRPr>
          </a:p>
        </p:txBody>
      </p:sp>
      <p:sp>
        <p:nvSpPr>
          <p:cNvPr id="9" name="TextBox 8">
            <a:extLst>
              <a:ext uri="{FF2B5EF4-FFF2-40B4-BE49-F238E27FC236}">
                <a16:creationId xmlns:a16="http://schemas.microsoft.com/office/drawing/2014/main" id="{859ADA08-4CAF-42F8-4BD9-7D77F580E3DA}"/>
              </a:ext>
            </a:extLst>
          </p:cNvPr>
          <p:cNvSpPr txBox="1"/>
          <p:nvPr/>
        </p:nvSpPr>
        <p:spPr>
          <a:xfrm>
            <a:off x="838201" y="1194706"/>
            <a:ext cx="7543800" cy="3477875"/>
          </a:xfrm>
          <a:prstGeom prst="rect">
            <a:avLst/>
          </a:prstGeom>
          <a:noFill/>
        </p:spPr>
        <p:txBody>
          <a:bodyPr wrap="square">
            <a:spAutoFit/>
          </a:bodyPr>
          <a:lstStyle/>
          <a:p>
            <a:pPr algn="l"/>
            <a:endParaRPr lang="en-US" sz="2000" b="0" i="0" dirty="0">
              <a:effectLst/>
              <a:latin typeface="Times" panose="02020603050405020304" pitchFamily="18" charset="0"/>
              <a:cs typeface="Times" panose="02020603050405020304" pitchFamily="18" charset="0"/>
            </a:endParaRPr>
          </a:p>
          <a:p>
            <a:pPr algn="just">
              <a:buFont typeface="Arial" panose="020B0604020202020204" pitchFamily="34" charset="0"/>
              <a:buChar char="•"/>
            </a:pPr>
            <a:r>
              <a:rPr lang="en-US" sz="2000" b="1" i="0" dirty="0">
                <a:effectLst/>
                <a:latin typeface="Times" panose="02020603050405020304" pitchFamily="18" charset="0"/>
                <a:cs typeface="Times" panose="02020603050405020304" pitchFamily="18" charset="0"/>
              </a:rPr>
              <a:t>Less product defects.</a:t>
            </a:r>
            <a:r>
              <a:rPr lang="en-US" sz="2000" b="0" i="0" dirty="0">
                <a:effectLst/>
                <a:latin typeface="Times" panose="02020603050405020304" pitchFamily="18" charset="0"/>
                <a:cs typeface="Times" panose="02020603050405020304" pitchFamily="18" charset="0"/>
              </a:rPr>
              <a:t> An objective of TQM is to create products and services correctly the first time. This means that products ship with fewer defects, reducing product recalls, future customer support overhead and product fixes.</a:t>
            </a:r>
          </a:p>
          <a:p>
            <a:pPr algn="just"/>
            <a:endParaRPr lang="en-US" sz="2000" b="0" i="0" dirty="0">
              <a:effectLst/>
              <a:latin typeface="Times" panose="02020603050405020304" pitchFamily="18" charset="0"/>
              <a:cs typeface="Times" panose="02020603050405020304" pitchFamily="18" charset="0"/>
            </a:endParaRPr>
          </a:p>
          <a:p>
            <a:pPr algn="just">
              <a:buFont typeface="Arial" panose="020B0604020202020204" pitchFamily="34" charset="0"/>
              <a:buChar char="•"/>
            </a:pPr>
            <a:r>
              <a:rPr lang="en-US" sz="2000" b="1" i="0" dirty="0">
                <a:effectLst/>
                <a:latin typeface="Times" panose="02020603050405020304" pitchFamily="18" charset="0"/>
                <a:cs typeface="Times" panose="02020603050405020304" pitchFamily="18" charset="0"/>
              </a:rPr>
              <a:t>Satisfied customers.</a:t>
            </a:r>
            <a:r>
              <a:rPr lang="en-US" sz="2000" b="0" i="0" dirty="0">
                <a:effectLst/>
                <a:latin typeface="Times" panose="02020603050405020304" pitchFamily="18" charset="0"/>
                <a:cs typeface="Times" panose="02020603050405020304" pitchFamily="18" charset="0"/>
              </a:rPr>
              <a:t> High-quality products that meet customers' needs result in higher customer satisfaction. High customer satisfaction, in turn, can lead to increased market share, revenue growth via upselling and word-of-mouth marketing initiated by customers.</a:t>
            </a:r>
          </a:p>
          <a:p>
            <a:pPr algn="just"/>
            <a:endParaRPr lang="en-US" sz="2000" b="0" i="0" dirty="0">
              <a:solidFill>
                <a:srgbClr val="666666"/>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1524000" y="6184981"/>
            <a:ext cx="5712447" cy="536494"/>
          </a:xfrm>
          <a:prstGeom prst="rect">
            <a:avLst/>
          </a:prstGeom>
        </p:spPr>
      </p:pic>
      <p:pic>
        <p:nvPicPr>
          <p:cNvPr id="10" name="Picture 9"/>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361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Benefits of TQM</a:t>
            </a:r>
          </a:p>
        </p:txBody>
      </p:sp>
      <p:sp>
        <p:nvSpPr>
          <p:cNvPr id="3" name="Footer Placeholder 2">
            <a:extLst>
              <a:ext uri="{FF2B5EF4-FFF2-40B4-BE49-F238E27FC236}">
                <a16:creationId xmlns:a16="http://schemas.microsoft.com/office/drawing/2014/main" id="{30A48751-52DF-C7AD-50F0-8928E37E3B30}"/>
              </a:ext>
            </a:extLst>
          </p:cNvPr>
          <p:cNvSpPr>
            <a:spLocks noGrp="1"/>
          </p:cNvSpPr>
          <p:nvPr>
            <p:ph type="ftr" sz="quarter" idx="11"/>
          </p:nvPr>
        </p:nvSpPr>
        <p:spPr/>
        <p:txBody>
          <a:bodyPr/>
          <a:lstStyle/>
          <a:p>
            <a:r>
              <a:rPr lang="fi-FI"/>
              <a:t>Mr. Minhaj Nezami    AOE0861    TQM    Unit-1                         </a:t>
            </a:r>
            <a:endParaRPr lang="en-US" dirty="0"/>
          </a:p>
        </p:txBody>
      </p:sp>
    </p:spTree>
    <p:extLst>
      <p:ext uri="{BB962C8B-B14F-4D97-AF65-F5344CB8AC3E}">
        <p14:creationId xmlns:p14="http://schemas.microsoft.com/office/powerpoint/2010/main" val="18249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F269CCBF-271A-4E8A-91B3-579A013513A9}" type="datetime1">
              <a:rPr lang="en-US" smtClean="0"/>
              <a:t>5/1/2026</a:t>
            </a:fld>
            <a:endParaRPr lang="en-US"/>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31</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185057" y="711498"/>
            <a:ext cx="8458200" cy="769441"/>
          </a:xfrm>
          <a:prstGeom prst="rect">
            <a:avLst/>
          </a:prstGeom>
          <a:noFill/>
        </p:spPr>
        <p:txBody>
          <a:bodyPr wrap="square">
            <a:spAutoFit/>
          </a:bodyPr>
          <a:lstStyle/>
          <a:p>
            <a:pPr algn="l">
              <a:buFont typeface="+mj-lt"/>
              <a:buAutoNum type="arabicPeriod"/>
            </a:pPr>
            <a:endParaRPr lang="en-US" sz="2200" b="0" i="0" dirty="0">
              <a:effectLst/>
              <a:latin typeface="Times" panose="02020603050405020304" pitchFamily="18" charset="0"/>
              <a:cs typeface="Times" panose="02020603050405020304" pitchFamily="18" charset="0"/>
            </a:endParaRPr>
          </a:p>
          <a:p>
            <a:pPr algn="l"/>
            <a:endParaRPr lang="en-US" sz="2200" b="0" i="0" dirty="0">
              <a:effectLst/>
              <a:latin typeface="Times" panose="02020603050405020304" pitchFamily="18" charset="0"/>
              <a:cs typeface="Times" panose="02020603050405020304" pitchFamily="18" charset="0"/>
            </a:endParaRPr>
          </a:p>
        </p:txBody>
      </p:sp>
      <p:sp>
        <p:nvSpPr>
          <p:cNvPr id="9" name="TextBox 8">
            <a:extLst>
              <a:ext uri="{FF2B5EF4-FFF2-40B4-BE49-F238E27FC236}">
                <a16:creationId xmlns:a16="http://schemas.microsoft.com/office/drawing/2014/main" id="{859ADA08-4CAF-42F8-4BD9-7D77F580E3DA}"/>
              </a:ext>
            </a:extLst>
          </p:cNvPr>
          <p:cNvSpPr txBox="1"/>
          <p:nvPr/>
        </p:nvSpPr>
        <p:spPr>
          <a:xfrm>
            <a:off x="838201" y="1194706"/>
            <a:ext cx="7543800" cy="3785652"/>
          </a:xfrm>
          <a:prstGeom prst="rect">
            <a:avLst/>
          </a:prstGeom>
          <a:noFill/>
        </p:spPr>
        <p:txBody>
          <a:bodyPr wrap="square">
            <a:spAutoFit/>
          </a:bodyPr>
          <a:lstStyle/>
          <a:p>
            <a:pPr algn="l"/>
            <a:endParaRPr lang="en-US" sz="2000" b="0" i="0" dirty="0">
              <a:effectLst/>
              <a:latin typeface="Times" panose="02020603050405020304" pitchFamily="18" charset="0"/>
              <a:cs typeface="Times" panose="02020603050405020304" pitchFamily="18" charset="0"/>
            </a:endParaRPr>
          </a:p>
          <a:p>
            <a:pPr algn="just">
              <a:buFont typeface="Arial" panose="020B0604020202020204" pitchFamily="34" charset="0"/>
              <a:buChar char="•"/>
            </a:pPr>
            <a:r>
              <a:rPr lang="en-US" sz="2000" b="1" i="0" dirty="0">
                <a:effectLst/>
                <a:latin typeface="Times" panose="02020603050405020304" pitchFamily="18" charset="0"/>
                <a:cs typeface="Times" panose="02020603050405020304" pitchFamily="18" charset="0"/>
              </a:rPr>
              <a:t>Lower costs.</a:t>
            </a:r>
            <a:r>
              <a:rPr lang="en-US" sz="2000" b="0" i="0" dirty="0">
                <a:effectLst/>
                <a:latin typeface="Times" panose="02020603050405020304" pitchFamily="18" charset="0"/>
                <a:cs typeface="Times" panose="02020603050405020304" pitchFamily="18" charset="0"/>
              </a:rPr>
              <a:t> As a result of less product defects, companies save money on customer support, product replacements, field service and creating product fixes. The cost savings flow to the bottom line, creating higher profit margins.</a:t>
            </a:r>
          </a:p>
          <a:p>
            <a:pPr algn="just"/>
            <a:endParaRPr lang="en-US" sz="2000" b="0" i="0" dirty="0">
              <a:effectLst/>
              <a:latin typeface="Times" panose="02020603050405020304" pitchFamily="18" charset="0"/>
              <a:cs typeface="Times" panose="02020603050405020304" pitchFamily="18" charset="0"/>
            </a:endParaRPr>
          </a:p>
          <a:p>
            <a:pPr algn="just">
              <a:buFont typeface="Arial" panose="020B0604020202020204" pitchFamily="34" charset="0"/>
              <a:buChar char="•"/>
            </a:pPr>
            <a:r>
              <a:rPr lang="en-US" sz="2000" b="1" i="0" dirty="0">
                <a:effectLst/>
                <a:latin typeface="Times" panose="02020603050405020304" pitchFamily="18" charset="0"/>
                <a:cs typeface="Times" panose="02020603050405020304" pitchFamily="18" charset="0"/>
              </a:rPr>
              <a:t>Well-defined cultural values.</a:t>
            </a:r>
            <a:r>
              <a:rPr lang="en-US" sz="2000" b="0" i="0" dirty="0">
                <a:effectLst/>
                <a:latin typeface="Times" panose="02020603050405020304" pitchFamily="18" charset="0"/>
                <a:cs typeface="Times" panose="02020603050405020304" pitchFamily="18" charset="0"/>
              </a:rPr>
              <a:t> Organizations that practice TQM develop and nurture core values around quality management and continuous improvement. The TQM mindset pervades across all aspects of an organization, from hiring to internal processes to product development.</a:t>
            </a:r>
          </a:p>
          <a:p>
            <a:pPr algn="l"/>
            <a:endParaRPr lang="en-US" sz="2000" b="0" i="0" dirty="0">
              <a:solidFill>
                <a:srgbClr val="666666"/>
              </a:solidFill>
              <a:effectLst/>
              <a:latin typeface="Times" panose="02020603050405020304" pitchFamily="18" charset="0"/>
              <a:cs typeface="Times" panose="02020603050405020304" pitchFamily="18" charset="0"/>
            </a:endParaRPr>
          </a:p>
        </p:txBody>
      </p:sp>
      <p:pic>
        <p:nvPicPr>
          <p:cNvPr id="7" name="Picture 6"/>
          <p:cNvPicPr>
            <a:picLocks noChangeAspect="1"/>
          </p:cNvPicPr>
          <p:nvPr/>
        </p:nvPicPr>
        <p:blipFill>
          <a:blip r:embed="rId2"/>
          <a:stretch>
            <a:fillRect/>
          </a:stretch>
        </p:blipFill>
        <p:spPr>
          <a:xfrm>
            <a:off x="1524000" y="6184981"/>
            <a:ext cx="5712447" cy="536494"/>
          </a:xfrm>
          <a:prstGeom prst="rect">
            <a:avLst/>
          </a:prstGeom>
        </p:spPr>
      </p:pic>
      <p:pic>
        <p:nvPicPr>
          <p:cNvPr id="10" name="Picture 9"/>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361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Benefits of TQM</a:t>
            </a:r>
          </a:p>
        </p:txBody>
      </p:sp>
      <p:sp>
        <p:nvSpPr>
          <p:cNvPr id="3" name="Footer Placeholder 2">
            <a:extLst>
              <a:ext uri="{FF2B5EF4-FFF2-40B4-BE49-F238E27FC236}">
                <a16:creationId xmlns:a16="http://schemas.microsoft.com/office/drawing/2014/main" id="{B5935864-EAC9-AACD-9B27-BB313DA926C8}"/>
              </a:ext>
            </a:extLst>
          </p:cNvPr>
          <p:cNvSpPr>
            <a:spLocks noGrp="1"/>
          </p:cNvSpPr>
          <p:nvPr>
            <p:ph type="ftr" sz="quarter" idx="11"/>
          </p:nvPr>
        </p:nvSpPr>
        <p:spPr/>
        <p:txBody>
          <a:bodyPr/>
          <a:lstStyle/>
          <a:p>
            <a:r>
              <a:rPr lang="fi-FI"/>
              <a:t>Mr. Minhaj Nezami    AOE0861    TQM    Unit-1                         </a:t>
            </a:r>
            <a:endParaRPr lang="en-US" dirty="0"/>
          </a:p>
        </p:txBody>
      </p:sp>
    </p:spTree>
    <p:extLst>
      <p:ext uri="{BB962C8B-B14F-4D97-AF65-F5344CB8AC3E}">
        <p14:creationId xmlns:p14="http://schemas.microsoft.com/office/powerpoint/2010/main" val="1248031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8F9970-BF55-DA8A-CACB-9E24BE15C050}"/>
              </a:ext>
            </a:extLst>
          </p:cNvPr>
          <p:cNvSpPr>
            <a:spLocks noGrp="1"/>
          </p:cNvSpPr>
          <p:nvPr>
            <p:ph type="dt" sz="half" idx="10"/>
          </p:nvPr>
        </p:nvSpPr>
        <p:spPr/>
        <p:txBody>
          <a:bodyPr/>
          <a:lstStyle/>
          <a:p>
            <a:fld id="{892A631B-0458-4E1A-BA6A-5781617EFFD2}" type="datetime1">
              <a:rPr lang="en-US" smtClean="0"/>
              <a:t>5/1/2026</a:t>
            </a:fld>
            <a:endParaRPr lang="en-US"/>
          </a:p>
        </p:txBody>
      </p:sp>
      <p:sp>
        <p:nvSpPr>
          <p:cNvPr id="3" name="Footer Placeholder 2">
            <a:extLst>
              <a:ext uri="{FF2B5EF4-FFF2-40B4-BE49-F238E27FC236}">
                <a16:creationId xmlns:a16="http://schemas.microsoft.com/office/drawing/2014/main" id="{2168AD7A-17C8-46BB-232F-C7A948BACF37}"/>
              </a:ext>
            </a:extLst>
          </p:cNvPr>
          <p:cNvSpPr>
            <a:spLocks noGrp="1"/>
          </p:cNvSpPr>
          <p:nvPr>
            <p:ph type="ftr" sz="quarter" idx="11"/>
          </p:nvPr>
        </p:nvSpPr>
        <p:spPr>
          <a:xfrm>
            <a:off x="1553059" y="6173787"/>
            <a:ext cx="6136214" cy="365125"/>
          </a:xfrm>
        </p:spPr>
        <p:txBody>
          <a:bodyPr/>
          <a:lstStyle/>
          <a:p>
            <a:r>
              <a:rPr lang="fi-FI" sz="2000"/>
              <a:t>Mr. Minhaj Nezami    AOE0861    TQM    Unit-1                         </a:t>
            </a:r>
            <a:endParaRPr lang="en-US" sz="2000" dirty="0"/>
          </a:p>
        </p:txBody>
      </p:sp>
      <p:sp>
        <p:nvSpPr>
          <p:cNvPr id="4" name="Slide Number Placeholder 3">
            <a:extLst>
              <a:ext uri="{FF2B5EF4-FFF2-40B4-BE49-F238E27FC236}">
                <a16:creationId xmlns:a16="http://schemas.microsoft.com/office/drawing/2014/main" id="{40CFAF8C-BEF1-CEA8-8C1C-73221240DF7C}"/>
              </a:ext>
            </a:extLst>
          </p:cNvPr>
          <p:cNvSpPr>
            <a:spLocks noGrp="1"/>
          </p:cNvSpPr>
          <p:nvPr>
            <p:ph type="sldNum" sz="quarter" idx="12"/>
          </p:nvPr>
        </p:nvSpPr>
        <p:spPr/>
        <p:txBody>
          <a:bodyPr/>
          <a:lstStyle/>
          <a:p>
            <a:fld id="{201B34E6-0086-427D-A404-3B2A6BB81F11}" type="slidenum">
              <a:rPr lang="en-US" smtClean="0"/>
              <a:pPr/>
              <a:t>32</a:t>
            </a:fld>
            <a:endParaRPr lang="en-US"/>
          </a:p>
        </p:txBody>
      </p:sp>
      <p:sp>
        <p:nvSpPr>
          <p:cNvPr id="8" name="TextBox 7">
            <a:extLst>
              <a:ext uri="{FF2B5EF4-FFF2-40B4-BE49-F238E27FC236}">
                <a16:creationId xmlns:a16="http://schemas.microsoft.com/office/drawing/2014/main" id="{9CF85706-3854-EFFE-6547-B186FC5EBAC1}"/>
              </a:ext>
            </a:extLst>
          </p:cNvPr>
          <p:cNvSpPr txBox="1"/>
          <p:nvPr/>
        </p:nvSpPr>
        <p:spPr>
          <a:xfrm>
            <a:off x="185057" y="711498"/>
            <a:ext cx="8458200" cy="769441"/>
          </a:xfrm>
          <a:prstGeom prst="rect">
            <a:avLst/>
          </a:prstGeom>
          <a:noFill/>
        </p:spPr>
        <p:txBody>
          <a:bodyPr wrap="square">
            <a:spAutoFit/>
          </a:bodyPr>
          <a:lstStyle/>
          <a:p>
            <a:pPr algn="l">
              <a:buFont typeface="+mj-lt"/>
              <a:buAutoNum type="arabicPeriod"/>
            </a:pPr>
            <a:endParaRPr lang="en-US" sz="2200" b="0" i="0" dirty="0">
              <a:effectLst/>
              <a:latin typeface="Times" panose="02020603050405020304" pitchFamily="18" charset="0"/>
              <a:cs typeface="Times" panose="02020603050405020304" pitchFamily="18" charset="0"/>
            </a:endParaRPr>
          </a:p>
          <a:p>
            <a:pPr algn="l"/>
            <a:endParaRPr lang="en-US" sz="2200" b="0" i="0" dirty="0">
              <a:effectLst/>
              <a:latin typeface="Times" panose="02020603050405020304" pitchFamily="18" charset="0"/>
              <a:cs typeface="Times" panose="02020603050405020304" pitchFamily="18" charset="0"/>
            </a:endParaRPr>
          </a:p>
        </p:txBody>
      </p:sp>
      <p:sp>
        <p:nvSpPr>
          <p:cNvPr id="9" name="TextBox 8">
            <a:extLst>
              <a:ext uri="{FF2B5EF4-FFF2-40B4-BE49-F238E27FC236}">
                <a16:creationId xmlns:a16="http://schemas.microsoft.com/office/drawing/2014/main" id="{951AA782-CA02-C7A7-26EA-CD1AD4F89925}"/>
              </a:ext>
            </a:extLst>
          </p:cNvPr>
          <p:cNvSpPr txBox="1"/>
          <p:nvPr/>
        </p:nvSpPr>
        <p:spPr>
          <a:xfrm>
            <a:off x="838201" y="1074447"/>
            <a:ext cx="7467600" cy="4124206"/>
          </a:xfrm>
          <a:prstGeom prst="rect">
            <a:avLst/>
          </a:prstGeom>
          <a:noFill/>
        </p:spPr>
        <p:txBody>
          <a:bodyPr wrap="square">
            <a:spAutoFit/>
          </a:bodyPr>
          <a:lstStyle/>
          <a:p>
            <a:pPr algn="l"/>
            <a:endParaRPr lang="en-US" sz="2200" b="0" i="0" dirty="0">
              <a:effectLst/>
              <a:latin typeface="Times" panose="02020603050405020304" pitchFamily="18" charset="0"/>
              <a:cs typeface="Times" panose="02020603050405020304" pitchFamily="18" charset="0"/>
            </a:endParaRPr>
          </a:p>
          <a:p>
            <a:pPr algn="just">
              <a:buFont typeface="Arial" panose="020B0604020202020204" pitchFamily="34" charset="0"/>
              <a:buChar char="•"/>
            </a:pPr>
            <a:r>
              <a:rPr lang="en-US" sz="2000" b="1" i="0" dirty="0">
                <a:effectLst/>
                <a:latin typeface="Times" panose="02020603050405020304" pitchFamily="18" charset="0"/>
                <a:cs typeface="Times" panose="02020603050405020304" pitchFamily="18" charset="0"/>
              </a:rPr>
              <a:t>Planning and resources.</a:t>
            </a:r>
            <a:r>
              <a:rPr lang="en-US" sz="2000" b="0" i="0" dirty="0">
                <a:effectLst/>
                <a:latin typeface="Times" panose="02020603050405020304" pitchFamily="18" charset="0"/>
                <a:cs typeface="Times" panose="02020603050405020304" pitchFamily="18" charset="0"/>
              </a:rPr>
              <a:t> TQM needs a significant amount of planning and resources over time to be properly allocated to the change.</a:t>
            </a:r>
          </a:p>
          <a:p>
            <a:pPr algn="just">
              <a:buFont typeface="Arial" panose="020B0604020202020204" pitchFamily="34" charset="0"/>
              <a:buChar char="•"/>
            </a:pPr>
            <a:r>
              <a:rPr lang="en-US" sz="2000" b="1" i="0" dirty="0">
                <a:effectLst/>
                <a:latin typeface="Times" panose="02020603050405020304" pitchFamily="18" charset="0"/>
                <a:cs typeface="Times" panose="02020603050405020304" pitchFamily="18" charset="0"/>
              </a:rPr>
              <a:t>Companywide commitment.</a:t>
            </a:r>
            <a:r>
              <a:rPr lang="en-US" sz="2000" b="0" i="0" dirty="0">
                <a:effectLst/>
                <a:latin typeface="Times" panose="02020603050405020304" pitchFamily="18" charset="0"/>
                <a:cs typeface="Times" panose="02020603050405020304" pitchFamily="18" charset="0"/>
              </a:rPr>
              <a:t> Continuous improvement in TQM means the organizational culture must focus on improving processes. All management levels must be supportive.</a:t>
            </a:r>
          </a:p>
          <a:p>
            <a:pPr algn="just">
              <a:buFont typeface="Arial" panose="020B0604020202020204" pitchFamily="34" charset="0"/>
              <a:buChar char="•"/>
            </a:pPr>
            <a:r>
              <a:rPr lang="en-US" sz="2000" b="1" i="0" dirty="0">
                <a:effectLst/>
                <a:latin typeface="Times" panose="02020603050405020304" pitchFamily="18" charset="0"/>
                <a:cs typeface="Times" panose="02020603050405020304" pitchFamily="18" charset="0"/>
              </a:rPr>
              <a:t>Added costs.</a:t>
            </a:r>
            <a:r>
              <a:rPr lang="en-US" sz="2000" b="0" i="0" dirty="0">
                <a:effectLst/>
                <a:latin typeface="Times" panose="02020603050405020304" pitchFamily="18" charset="0"/>
                <a:cs typeface="Times" panose="02020603050405020304" pitchFamily="18" charset="0"/>
              </a:rPr>
              <a:t> TQM might add training, </a:t>
            </a:r>
            <a:r>
              <a:rPr lang="en-US" sz="2000" b="0" i="0" u="sng" dirty="0">
                <a:effectLst/>
                <a:latin typeface="Times" panose="02020603050405020304" pitchFamily="18" charset="0"/>
                <a:cs typeface="Times" panose="02020603050405020304" pitchFamily="18" charset="0"/>
                <a:hlinkClick r:id="rId2">
                  <a:extLst>
                    <a:ext uri="{A12FA001-AC4F-418D-AE19-62706E023703}">
                      <ahyp:hlinkClr xmlns:ahyp="http://schemas.microsoft.com/office/drawing/2018/hyperlinkcolor" val="tx"/>
                    </a:ext>
                  </a:extLst>
                </a:hlinkClick>
              </a:rPr>
              <a:t>infrastructure</a:t>
            </a:r>
            <a:r>
              <a:rPr lang="en-US" sz="2000" b="0" i="0" dirty="0">
                <a:effectLst/>
                <a:latin typeface="Times" panose="02020603050405020304" pitchFamily="18" charset="0"/>
                <a:cs typeface="Times" panose="02020603050405020304" pitchFamily="18" charset="0"/>
              </a:rPr>
              <a:t> and team development costs.</a:t>
            </a:r>
          </a:p>
          <a:p>
            <a:pPr algn="just">
              <a:buFont typeface="Arial" panose="020B0604020202020204" pitchFamily="34" charset="0"/>
              <a:buChar char="•"/>
            </a:pPr>
            <a:r>
              <a:rPr lang="en-US" sz="2000" b="1" i="0" dirty="0">
                <a:effectLst/>
                <a:latin typeface="Times" panose="02020603050405020304" pitchFamily="18" charset="0"/>
                <a:cs typeface="Times" panose="02020603050405020304" pitchFamily="18" charset="0"/>
              </a:rPr>
              <a:t>Time.</a:t>
            </a:r>
            <a:r>
              <a:rPr lang="en-US" sz="2000" b="0" i="0" dirty="0">
                <a:effectLst/>
                <a:latin typeface="Times" panose="02020603050405020304" pitchFamily="18" charset="0"/>
                <a:cs typeface="Times" panose="02020603050405020304" pitchFamily="18" charset="0"/>
              </a:rPr>
              <a:t> It might take years for an organization to fully show intended results.</a:t>
            </a:r>
          </a:p>
          <a:p>
            <a:pPr algn="just">
              <a:buFont typeface="Arial" panose="020B0604020202020204" pitchFamily="34" charset="0"/>
              <a:buChar char="•"/>
            </a:pPr>
            <a:r>
              <a:rPr lang="en-US" sz="2000" b="1" i="0" dirty="0">
                <a:effectLst/>
                <a:latin typeface="Times" panose="02020603050405020304" pitchFamily="18" charset="0"/>
                <a:cs typeface="Times" panose="02020603050405020304" pitchFamily="18" charset="0"/>
              </a:rPr>
              <a:t>Partial efforts.</a:t>
            </a:r>
            <a:r>
              <a:rPr lang="en-US" sz="2000" b="0" i="0" dirty="0">
                <a:effectLst/>
                <a:latin typeface="Times" panose="02020603050405020304" pitchFamily="18" charset="0"/>
                <a:cs typeface="Times" panose="02020603050405020304" pitchFamily="18" charset="0"/>
              </a:rPr>
              <a:t> Because of the effort involved in implementing TQM, a partial move toward it can result in failure.</a:t>
            </a:r>
          </a:p>
        </p:txBody>
      </p:sp>
      <p:pic>
        <p:nvPicPr>
          <p:cNvPr id="10" name="Picture 9"/>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38745" y="-2082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Disadvantages of TQM</a:t>
            </a:r>
          </a:p>
        </p:txBody>
      </p:sp>
    </p:spTree>
    <p:extLst>
      <p:ext uri="{BB962C8B-B14F-4D97-AF65-F5344CB8AC3E}">
        <p14:creationId xmlns:p14="http://schemas.microsoft.com/office/powerpoint/2010/main" val="13443433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BD590EE-34AE-4828-B973-80BE54F82B54}" type="datetime1">
              <a:rPr lang="en-US" smtClean="0"/>
              <a:t>5/1/2026</a:t>
            </a:fld>
            <a:endParaRPr lang="en-US"/>
          </a:p>
        </p:txBody>
      </p:sp>
      <p:sp>
        <p:nvSpPr>
          <p:cNvPr id="5" name="Footer Placeholder 4"/>
          <p:cNvSpPr>
            <a:spLocks noGrp="1"/>
          </p:cNvSpPr>
          <p:nvPr>
            <p:ph type="ftr" sz="quarter" idx="11"/>
          </p:nvPr>
        </p:nvSpPr>
        <p:spPr>
          <a:xfrm>
            <a:off x="2133600" y="6356350"/>
            <a:ext cx="5257800" cy="365125"/>
          </a:xfrm>
        </p:spPr>
        <p:txBody>
          <a:bodyPr/>
          <a:lstStyle/>
          <a:p>
            <a:r>
              <a:rPr lang="fi-FI"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33</a:t>
            </a:fld>
            <a:endParaRPr lang="en-US"/>
          </a:p>
        </p:txBody>
      </p:sp>
      <p:pic>
        <p:nvPicPr>
          <p:cNvPr id="8" name="Picture 7">
            <a:extLst>
              <a:ext uri="{FF2B5EF4-FFF2-40B4-BE49-F238E27FC236}">
                <a16:creationId xmlns:a16="http://schemas.microsoft.com/office/drawing/2014/main" id="{7E774466-3421-A9B8-67EE-E1114BE58DD4}"/>
              </a:ext>
            </a:extLst>
          </p:cNvPr>
          <p:cNvPicPr>
            <a:picLocks noChangeAspect="1"/>
          </p:cNvPicPr>
          <p:nvPr/>
        </p:nvPicPr>
        <p:blipFill>
          <a:blip r:embed="rId2"/>
          <a:stretch>
            <a:fillRect/>
          </a:stretch>
        </p:blipFill>
        <p:spPr>
          <a:xfrm>
            <a:off x="1295401" y="1070398"/>
            <a:ext cx="6785116" cy="4873201"/>
          </a:xfrm>
          <a:prstGeom prst="rect">
            <a:avLst/>
          </a:prstGeom>
        </p:spPr>
      </p:pic>
      <p:pic>
        <p:nvPicPr>
          <p:cNvPr id="10" name="Picture 9"/>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36436" y="461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Overall Concept of TQM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8E571-B6AE-37F9-5AF6-C505E003C24A}"/>
              </a:ext>
            </a:extLst>
          </p:cNvPr>
          <p:cNvSpPr>
            <a:spLocks noGrp="1"/>
          </p:cNvSpPr>
          <p:nvPr>
            <p:ph idx="1"/>
          </p:nvPr>
        </p:nvSpPr>
        <p:spPr>
          <a:xfrm>
            <a:off x="1066800" y="1049617"/>
            <a:ext cx="6629400" cy="5062608"/>
          </a:xfrm>
        </p:spPr>
        <p:txBody>
          <a:bodyPr>
            <a:normAutofit/>
          </a:bodyPr>
          <a:lstStyle/>
          <a:p>
            <a:pPr marL="0" indent="0" algn="just">
              <a:buNone/>
            </a:pPr>
            <a:r>
              <a:rPr lang="en-US" sz="2000" i="0" dirty="0">
                <a:effectLst/>
                <a:latin typeface="Times" panose="02020603050405020304" pitchFamily="18" charset="0"/>
                <a:cs typeface="Times" panose="02020603050405020304" pitchFamily="18" charset="0"/>
              </a:rPr>
              <a:t>Quality management is the act of overseeing all activities and tasks needed to maintain a desired level of excellence. Quality management includes the determination of a quality policy, creating and implementing quality planning and assurance, and quality control and quality improvement.</a:t>
            </a:r>
          </a:p>
          <a:p>
            <a:pPr marL="457200" lvl="1" indent="0" algn="just">
              <a:buNone/>
            </a:pPr>
            <a:endParaRPr lang="en-US" sz="2800" dirty="0">
              <a:latin typeface="Times New Roman" pitchFamily="18" charset="0"/>
              <a:cs typeface="Times New Roman" pitchFamily="18" charset="0"/>
            </a:endParaRPr>
          </a:p>
          <a:p>
            <a:pPr marL="457200" lvl="1" indent="0">
              <a:buNone/>
            </a:pPr>
            <a:endParaRPr lang="en-US" b="0" i="0" dirty="0">
              <a:solidFill>
                <a:srgbClr val="17494D"/>
              </a:solidFill>
              <a:effectLst/>
              <a:latin typeface="Proxima Nova"/>
            </a:endParaRPr>
          </a:p>
          <a:p>
            <a:pPr marL="457200" lvl="1" indent="0">
              <a:buNone/>
            </a:pPr>
            <a:endParaRPr lang="en-US" b="0" i="0" dirty="0">
              <a:solidFill>
                <a:srgbClr val="17494D"/>
              </a:solidFill>
              <a:effectLst/>
              <a:latin typeface="Proxima Nova"/>
            </a:endParaRPr>
          </a:p>
          <a:p>
            <a:pPr marL="457200" lvl="1" indent="0">
              <a:buNone/>
            </a:pPr>
            <a:endParaRPr lang="en-US" dirty="0"/>
          </a:p>
        </p:txBody>
      </p:sp>
      <p:sp>
        <p:nvSpPr>
          <p:cNvPr id="4" name="Date Placeholder 3">
            <a:extLst>
              <a:ext uri="{FF2B5EF4-FFF2-40B4-BE49-F238E27FC236}">
                <a16:creationId xmlns:a16="http://schemas.microsoft.com/office/drawing/2014/main" id="{2FE786B3-6B5B-EED1-D878-D4B7EFBAF31C}"/>
              </a:ext>
            </a:extLst>
          </p:cNvPr>
          <p:cNvSpPr>
            <a:spLocks noGrp="1"/>
          </p:cNvSpPr>
          <p:nvPr>
            <p:ph type="dt" sz="half" idx="10"/>
          </p:nvPr>
        </p:nvSpPr>
        <p:spPr/>
        <p:txBody>
          <a:bodyPr/>
          <a:lstStyle/>
          <a:p>
            <a:fld id="{411324DE-9806-4F84-84CB-402A77758B64}" type="datetime1">
              <a:rPr lang="en-US" smtClean="0"/>
              <a:t>5/1/2026</a:t>
            </a:fld>
            <a:endParaRPr lang="en-US"/>
          </a:p>
        </p:txBody>
      </p:sp>
      <p:sp>
        <p:nvSpPr>
          <p:cNvPr id="5" name="Footer Placeholder 4">
            <a:extLst>
              <a:ext uri="{FF2B5EF4-FFF2-40B4-BE49-F238E27FC236}">
                <a16:creationId xmlns:a16="http://schemas.microsoft.com/office/drawing/2014/main" id="{53837D02-FA32-164F-7AEB-81CDA9D839E0}"/>
              </a:ext>
            </a:extLst>
          </p:cNvPr>
          <p:cNvSpPr>
            <a:spLocks noGrp="1"/>
          </p:cNvSpPr>
          <p:nvPr>
            <p:ph type="ftr" sz="quarter" idx="11"/>
          </p:nvPr>
        </p:nvSpPr>
        <p:spPr/>
        <p:txBody>
          <a:bodyPr/>
          <a:lstStyle/>
          <a:p>
            <a:r>
              <a:rPr lang="fi-FI"/>
              <a:t>Mr. Minhaj Nezami    AOE0861    TQM    Unit-1                         </a:t>
            </a:r>
            <a:endParaRPr lang="en-US" dirty="0"/>
          </a:p>
        </p:txBody>
      </p:sp>
      <p:sp>
        <p:nvSpPr>
          <p:cNvPr id="6" name="Slide Number Placeholder 5">
            <a:extLst>
              <a:ext uri="{FF2B5EF4-FFF2-40B4-BE49-F238E27FC236}">
                <a16:creationId xmlns:a16="http://schemas.microsoft.com/office/drawing/2014/main" id="{4F945305-2E80-5E1F-3D56-24E3745869CB}"/>
              </a:ext>
            </a:extLst>
          </p:cNvPr>
          <p:cNvSpPr>
            <a:spLocks noGrp="1"/>
          </p:cNvSpPr>
          <p:nvPr>
            <p:ph type="sldNum" sz="quarter" idx="12"/>
          </p:nvPr>
        </p:nvSpPr>
        <p:spPr/>
        <p:txBody>
          <a:bodyPr/>
          <a:lstStyle/>
          <a:p>
            <a:fld id="{201B34E6-0086-427D-A404-3B2A6BB81F11}" type="slidenum">
              <a:rPr lang="en-US" smtClean="0"/>
              <a:pPr/>
              <a:t>34</a:t>
            </a:fld>
            <a:endParaRPr lang="en-US"/>
          </a:p>
        </p:txBody>
      </p:sp>
      <p:pic>
        <p:nvPicPr>
          <p:cNvPr id="10" name="Picture 9"/>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15655" y="154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QM Modern Concept</a:t>
            </a:r>
          </a:p>
        </p:txBody>
      </p:sp>
    </p:spTree>
    <p:extLst>
      <p:ext uri="{BB962C8B-B14F-4D97-AF65-F5344CB8AC3E}">
        <p14:creationId xmlns:p14="http://schemas.microsoft.com/office/powerpoint/2010/main" val="3579991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8E571-B6AE-37F9-5AF6-C505E003C24A}"/>
              </a:ext>
            </a:extLst>
          </p:cNvPr>
          <p:cNvSpPr>
            <a:spLocks noGrp="1"/>
          </p:cNvSpPr>
          <p:nvPr>
            <p:ph idx="1"/>
          </p:nvPr>
        </p:nvSpPr>
        <p:spPr>
          <a:xfrm>
            <a:off x="914400" y="1049617"/>
            <a:ext cx="7086600" cy="5062608"/>
          </a:xfrm>
        </p:spPr>
        <p:txBody>
          <a:bodyPr>
            <a:normAutofit/>
          </a:bodyPr>
          <a:lstStyle/>
          <a:p>
            <a:pPr algn="just"/>
            <a:r>
              <a:rPr lang="en-US" sz="2200" b="1" dirty="0">
                <a:latin typeface="Times" panose="02020603050405020304" pitchFamily="18" charset="0"/>
                <a:cs typeface="Times" panose="02020603050405020304" pitchFamily="18" charset="0"/>
              </a:rPr>
              <a:t>Customer-oriented process</a:t>
            </a:r>
          </a:p>
          <a:p>
            <a:pPr marL="0" indent="0" algn="just">
              <a:buNone/>
            </a:pPr>
            <a:r>
              <a:rPr lang="en-US" sz="2000" i="0" dirty="0">
                <a:effectLst/>
                <a:latin typeface="Times" panose="02020603050405020304" pitchFamily="18" charset="0"/>
                <a:cs typeface="Times" panose="02020603050405020304" pitchFamily="18" charset="0"/>
              </a:rPr>
              <a:t>Customer orientation is a business approach that puts the needs of the customer over the needs of the business. Customer-oriented companies understand that the business won't thrive unless it consistently improves customer focus. It's a way of thinking that aligns your business goals with your customers' goals.</a:t>
            </a:r>
          </a:p>
          <a:p>
            <a:pPr algn="just"/>
            <a:r>
              <a:rPr lang="en-US" sz="2200" b="1" dirty="0">
                <a:latin typeface="Times" panose="02020603050405020304" pitchFamily="18" charset="0"/>
                <a:cs typeface="Times" panose="02020603050405020304" pitchFamily="18" charset="0"/>
              </a:rPr>
              <a:t>Continuous improvement</a:t>
            </a:r>
          </a:p>
          <a:p>
            <a:pPr marL="0" indent="0" algn="just">
              <a:buNone/>
            </a:pPr>
            <a:r>
              <a:rPr lang="en-US" sz="2000" i="0" dirty="0">
                <a:effectLst/>
                <a:latin typeface="Times" panose="02020603050405020304" pitchFamily="18" charset="0"/>
                <a:cs typeface="Times" panose="02020603050405020304" pitchFamily="18" charset="0"/>
              </a:rPr>
              <a:t>Continuous improvement, sometimes called continual improvement, is the ongoing improvement of products, services or processes through incremental and breakthrough improvements. These efforts can seek "incremental" improvement over time or "breakthrough" improvement all at once.</a:t>
            </a:r>
          </a:p>
          <a:p>
            <a:pPr marL="457200" lvl="1" indent="0">
              <a:buNone/>
            </a:pPr>
            <a:endParaRPr lang="en-US" b="0" i="0" dirty="0">
              <a:solidFill>
                <a:srgbClr val="17494D"/>
              </a:solidFill>
              <a:effectLst/>
              <a:latin typeface="Proxima Nova"/>
            </a:endParaRPr>
          </a:p>
          <a:p>
            <a:pPr marL="457200" lvl="1" indent="0">
              <a:buNone/>
            </a:pPr>
            <a:endParaRPr lang="en-US" b="0" i="0" dirty="0">
              <a:solidFill>
                <a:srgbClr val="17494D"/>
              </a:solidFill>
              <a:effectLst/>
              <a:latin typeface="Proxima Nova"/>
            </a:endParaRPr>
          </a:p>
          <a:p>
            <a:pPr marL="457200" lvl="1" indent="0">
              <a:buNone/>
            </a:pPr>
            <a:endParaRPr lang="en-US" dirty="0"/>
          </a:p>
        </p:txBody>
      </p:sp>
      <p:sp>
        <p:nvSpPr>
          <p:cNvPr id="4" name="Date Placeholder 3">
            <a:extLst>
              <a:ext uri="{FF2B5EF4-FFF2-40B4-BE49-F238E27FC236}">
                <a16:creationId xmlns:a16="http://schemas.microsoft.com/office/drawing/2014/main" id="{2FE786B3-6B5B-EED1-D878-D4B7EFBAF31C}"/>
              </a:ext>
            </a:extLst>
          </p:cNvPr>
          <p:cNvSpPr>
            <a:spLocks noGrp="1"/>
          </p:cNvSpPr>
          <p:nvPr>
            <p:ph type="dt" sz="half" idx="10"/>
          </p:nvPr>
        </p:nvSpPr>
        <p:spPr/>
        <p:txBody>
          <a:bodyPr/>
          <a:lstStyle/>
          <a:p>
            <a:fld id="{844DDE6D-06A1-4940-8F1F-8D8283B59F1D}" type="datetime1">
              <a:rPr lang="en-US" smtClean="0"/>
              <a:t>5/1/2026</a:t>
            </a:fld>
            <a:endParaRPr lang="en-US"/>
          </a:p>
        </p:txBody>
      </p:sp>
      <p:sp>
        <p:nvSpPr>
          <p:cNvPr id="5" name="Footer Placeholder 4">
            <a:extLst>
              <a:ext uri="{FF2B5EF4-FFF2-40B4-BE49-F238E27FC236}">
                <a16:creationId xmlns:a16="http://schemas.microsoft.com/office/drawing/2014/main" id="{53837D02-FA32-164F-7AEB-81CDA9D839E0}"/>
              </a:ext>
            </a:extLst>
          </p:cNvPr>
          <p:cNvSpPr>
            <a:spLocks noGrp="1"/>
          </p:cNvSpPr>
          <p:nvPr>
            <p:ph type="ftr" sz="quarter" idx="11"/>
          </p:nvPr>
        </p:nvSpPr>
        <p:spPr/>
        <p:txBody>
          <a:bodyPr/>
          <a:lstStyle/>
          <a:p>
            <a:r>
              <a:rPr lang="fi-FI"/>
              <a:t>Mr. Minhaj Nezami    AOE0861    TQM    Unit-1                         </a:t>
            </a:r>
            <a:endParaRPr lang="en-US" dirty="0"/>
          </a:p>
        </p:txBody>
      </p:sp>
      <p:sp>
        <p:nvSpPr>
          <p:cNvPr id="6" name="Slide Number Placeholder 5">
            <a:extLst>
              <a:ext uri="{FF2B5EF4-FFF2-40B4-BE49-F238E27FC236}">
                <a16:creationId xmlns:a16="http://schemas.microsoft.com/office/drawing/2014/main" id="{4F945305-2E80-5E1F-3D56-24E3745869CB}"/>
              </a:ext>
            </a:extLst>
          </p:cNvPr>
          <p:cNvSpPr>
            <a:spLocks noGrp="1"/>
          </p:cNvSpPr>
          <p:nvPr>
            <p:ph type="sldNum" sz="quarter" idx="12"/>
          </p:nvPr>
        </p:nvSpPr>
        <p:spPr/>
        <p:txBody>
          <a:bodyPr/>
          <a:lstStyle/>
          <a:p>
            <a:fld id="{201B34E6-0086-427D-A404-3B2A6BB81F11}" type="slidenum">
              <a:rPr lang="en-US" smtClean="0"/>
              <a:pPr/>
              <a:t>35</a:t>
            </a:fld>
            <a:endParaRPr lang="en-US"/>
          </a:p>
        </p:txBody>
      </p:sp>
      <p:pic>
        <p:nvPicPr>
          <p:cNvPr id="10" name="Picture 9"/>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15655" y="1543"/>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QM Modern Concept</a:t>
            </a:r>
          </a:p>
        </p:txBody>
      </p:sp>
    </p:spTree>
    <p:extLst>
      <p:ext uri="{BB962C8B-B14F-4D97-AF65-F5344CB8AC3E}">
        <p14:creationId xmlns:p14="http://schemas.microsoft.com/office/powerpoint/2010/main" val="1608272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711727-D8FB-4AA1-86D3-BECD9CC7543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5/1/2026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i-FI" sz="1200" b="0" i="0" u="none" strike="noStrike" kern="1200" cap="none" spc="0" normalizeH="0" baseline="0" noProof="0">
                <a:ln>
                  <a:noFill/>
                </a:ln>
                <a:solidFill>
                  <a:prstClr val="black">
                    <a:tint val="75000"/>
                  </a:prstClr>
                </a:solidFill>
                <a:effectLst/>
                <a:uLnTx/>
                <a:uFillTx/>
                <a:latin typeface="Calibri"/>
                <a:ea typeface="+mn-ea"/>
                <a:cs typeface="+mn-cs"/>
              </a:rPr>
              <a:t>Mr. Minhaj Nezami    AOE0861    TQM    Unit-1                         </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1B34E6-0086-427D-A404-3B2A6BB81F1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800" y="-20782"/>
            <a:ext cx="73882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Barriers to TQM</a:t>
            </a: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
        <p:nvSpPr>
          <p:cNvPr id="2" name="Rectangle 1"/>
          <p:cNvSpPr/>
          <p:nvPr/>
        </p:nvSpPr>
        <p:spPr>
          <a:xfrm>
            <a:off x="762000" y="1524000"/>
            <a:ext cx="7848600" cy="4154984"/>
          </a:xfrm>
          <a:prstGeom prst="rect">
            <a:avLst/>
          </a:prstGeom>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management commitment and support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Resistance to organizational culture change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Improper planning</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Insufficient training and education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Incompatible organizational structures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cross-departmental coordination</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resources for quality initiatives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Ineffective measurement techniques</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deficit in customer </a:t>
            </a:r>
            <a:r>
              <a:rPr lang="en-US" sz="2400" dirty="0" err="1">
                <a:latin typeface="Times New Roman" panose="02020603050405020304" pitchFamily="18" charset="0"/>
                <a:cs typeface="Times New Roman" panose="02020603050405020304" pitchFamily="18" charset="0"/>
              </a:rPr>
              <a:t>focus,employee</a:t>
            </a:r>
            <a:r>
              <a:rPr lang="en-US" sz="2400" dirty="0">
                <a:latin typeface="Times New Roman" panose="02020603050405020304" pitchFamily="18" charset="0"/>
                <a:cs typeface="Times New Roman" panose="02020603050405020304" pitchFamily="18" charset="0"/>
              </a:rPr>
              <a:t> empowerment, and continuous improvement, leading to a gap in commitment and understanding across the organization.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03749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C0150EC-882D-4B1B-96C3-AAE95BF17BA4}"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37</a:t>
            </a:fld>
            <a:endParaRPr lang="en-US"/>
          </a:p>
        </p:txBody>
      </p:sp>
      <p:sp>
        <p:nvSpPr>
          <p:cNvPr id="7"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800" y="-20782"/>
            <a:ext cx="73882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 Focus</a:t>
            </a: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
        <p:nvSpPr>
          <p:cNvPr id="2" name="Rectangle 1"/>
          <p:cNvSpPr/>
          <p:nvPr/>
        </p:nvSpPr>
        <p:spPr>
          <a:xfrm>
            <a:off x="840509" y="1371600"/>
            <a:ext cx="7848600" cy="3046988"/>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Customer consider as most important asset of an organization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Consumer buy product and if they are satisfied will purchased more, in turn the organization will more profitable AND can compete over market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Thus an organization must define all its process and function with customer point of view</a:t>
            </a:r>
          </a:p>
        </p:txBody>
      </p:sp>
    </p:spTree>
    <p:extLst>
      <p:ext uri="{BB962C8B-B14F-4D97-AF65-F5344CB8AC3E}">
        <p14:creationId xmlns:p14="http://schemas.microsoft.com/office/powerpoint/2010/main" val="23361565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365C503-C3E7-451B-B666-CCCB25FB9FF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5/1/2026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i-FI" sz="1200" b="0" i="0" u="none" strike="noStrike" kern="1200" cap="none" spc="0" normalizeH="0" baseline="0" noProof="0">
                <a:ln>
                  <a:noFill/>
                </a:ln>
                <a:solidFill>
                  <a:prstClr val="black">
                    <a:tint val="75000"/>
                  </a:prstClr>
                </a:solidFill>
                <a:effectLst/>
                <a:uLnTx/>
                <a:uFillTx/>
                <a:latin typeface="Calibri"/>
                <a:ea typeface="+mn-ea"/>
                <a:cs typeface="+mn-cs"/>
              </a:rPr>
              <a:t>Mr. Minhaj Nezami    AOE0861    TQM    Unit-1                         </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1B34E6-0086-427D-A404-3B2A6BB81F1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
        <p:nvSpPr>
          <p:cNvPr id="9" name="Title 1">
            <a:extLst>
              <a:ext uri="{FF2B5EF4-FFF2-40B4-BE49-F238E27FC236}">
                <a16:creationId xmlns:a16="http://schemas.microsoft.com/office/drawing/2014/main" id="{1C7BBAA3-263A-8FE5-5AA3-E40EF73A5AE9}"/>
              </a:ext>
            </a:extLst>
          </p:cNvPr>
          <p:cNvSpPr txBox="1">
            <a:spLocks/>
          </p:cNvSpPr>
          <p:nvPr/>
        </p:nvSpPr>
        <p:spPr>
          <a:xfrm>
            <a:off x="1755800" y="1"/>
            <a:ext cx="73882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a:latin typeface="Times New Roman" panose="02020603050405020304" pitchFamily="18" charset="0"/>
                <a:cs typeface="Times New Roman" panose="02020603050405020304" pitchFamily="18" charset="0"/>
              </a:rPr>
              <a:t>Customer Focus</a:t>
            </a:r>
            <a:endParaRPr lang="en-US" sz="2800" dirty="0">
              <a:latin typeface="Times New Roman" panose="02020603050405020304" pitchFamily="18" charset="0"/>
              <a:cs typeface="Times New Roman" panose="02020603050405020304" pitchFamily="18" charset="0"/>
            </a:endParaRPr>
          </a:p>
        </p:txBody>
      </p:sp>
      <p:sp>
        <p:nvSpPr>
          <p:cNvPr id="10" name="object 4"/>
          <p:cNvSpPr txBox="1"/>
          <p:nvPr/>
        </p:nvSpPr>
        <p:spPr>
          <a:xfrm>
            <a:off x="860747" y="1371600"/>
            <a:ext cx="7422506" cy="2839239"/>
          </a:xfrm>
          <a:prstGeom prst="rect">
            <a:avLst/>
          </a:prstGeom>
        </p:spPr>
        <p:txBody>
          <a:bodyPr vert="horz" wrap="square" lIns="0" tIns="12700" rIns="0" bIns="0" rtlCol="0">
            <a:spAutoFit/>
          </a:bodyPr>
          <a:lstStyle/>
          <a:p>
            <a:pPr marL="355600" indent="-342900">
              <a:lnSpc>
                <a:spcPct val="100000"/>
              </a:lnSpc>
              <a:spcBef>
                <a:spcPts val="100"/>
              </a:spcBef>
              <a:buChar char="•"/>
              <a:tabLst>
                <a:tab pos="355600" algn="l"/>
              </a:tabLst>
            </a:pPr>
            <a:r>
              <a:rPr sz="2400" dirty="0">
                <a:latin typeface="Times New Roman"/>
                <a:cs typeface="Times New Roman"/>
              </a:rPr>
              <a:t>It</a:t>
            </a:r>
            <a:r>
              <a:rPr sz="2400" spc="55" dirty="0">
                <a:latin typeface="Times New Roman"/>
                <a:cs typeface="Times New Roman"/>
              </a:rPr>
              <a:t> </a:t>
            </a:r>
            <a:r>
              <a:rPr sz="2400" dirty="0">
                <a:latin typeface="Times New Roman"/>
                <a:cs typeface="Times New Roman"/>
              </a:rPr>
              <a:t>is</a:t>
            </a:r>
            <a:r>
              <a:rPr sz="2400" spc="-55" dirty="0">
                <a:latin typeface="Times New Roman"/>
                <a:cs typeface="Times New Roman"/>
              </a:rPr>
              <a:t> </a:t>
            </a:r>
            <a:r>
              <a:rPr sz="2400" dirty="0">
                <a:latin typeface="Times New Roman"/>
                <a:cs typeface="Times New Roman"/>
              </a:rPr>
              <a:t>important</a:t>
            </a:r>
            <a:r>
              <a:rPr sz="2400" spc="220" dirty="0">
                <a:latin typeface="Times New Roman"/>
                <a:cs typeface="Times New Roman"/>
              </a:rPr>
              <a:t> </a:t>
            </a:r>
            <a:r>
              <a:rPr sz="2400" dirty="0">
                <a:latin typeface="Times New Roman"/>
                <a:cs typeface="Times New Roman"/>
              </a:rPr>
              <a:t>to</a:t>
            </a:r>
            <a:r>
              <a:rPr sz="2400" spc="45" dirty="0">
                <a:latin typeface="Times New Roman"/>
                <a:cs typeface="Times New Roman"/>
              </a:rPr>
              <a:t> </a:t>
            </a:r>
            <a:r>
              <a:rPr sz="2400" spc="-25" dirty="0">
                <a:latin typeface="Times New Roman"/>
                <a:cs typeface="Times New Roman"/>
              </a:rPr>
              <a:t>identify</a:t>
            </a:r>
            <a:r>
              <a:rPr sz="2400" spc="15" dirty="0">
                <a:latin typeface="Times New Roman"/>
                <a:cs typeface="Times New Roman"/>
              </a:rPr>
              <a:t> </a:t>
            </a:r>
            <a:r>
              <a:rPr sz="2400" dirty="0">
                <a:latin typeface="Times New Roman"/>
                <a:cs typeface="Times New Roman"/>
              </a:rPr>
              <a:t>the organization's</a:t>
            </a:r>
            <a:r>
              <a:rPr sz="2400" spc="-55" dirty="0">
                <a:latin typeface="Times New Roman"/>
                <a:cs typeface="Times New Roman"/>
              </a:rPr>
              <a:t> </a:t>
            </a:r>
            <a:r>
              <a:rPr sz="2400" spc="-10" dirty="0">
                <a:latin typeface="Times New Roman"/>
                <a:cs typeface="Times New Roman"/>
              </a:rPr>
              <a:t>customers.</a:t>
            </a:r>
            <a:endParaRPr sz="2400" dirty="0">
              <a:latin typeface="Times New Roman"/>
              <a:cs typeface="Times New Roman"/>
            </a:endParaRPr>
          </a:p>
          <a:p>
            <a:pPr>
              <a:lnSpc>
                <a:spcPct val="100000"/>
              </a:lnSpc>
              <a:spcBef>
                <a:spcPts val="1035"/>
              </a:spcBef>
              <a:buFont typeface="Times New Roman"/>
              <a:buChar char="•"/>
            </a:pPr>
            <a:endParaRPr sz="2400" dirty="0">
              <a:latin typeface="Times New Roman"/>
              <a:cs typeface="Times New Roman"/>
            </a:endParaRPr>
          </a:p>
          <a:p>
            <a:pPr marL="353060" marR="5080" indent="-340360">
              <a:lnSpc>
                <a:spcPts val="2850"/>
              </a:lnSpc>
              <a:buChar char="•"/>
              <a:tabLst>
                <a:tab pos="353060" algn="l"/>
                <a:tab pos="424180" algn="l"/>
                <a:tab pos="1696085" algn="l"/>
                <a:tab pos="3191510" algn="l"/>
                <a:tab pos="4513580" algn="l"/>
                <a:tab pos="5077460" algn="l"/>
                <a:tab pos="7080250" algn="l"/>
              </a:tabLst>
            </a:pPr>
            <a:r>
              <a:rPr sz="2400" dirty="0">
                <a:latin typeface="Times New Roman"/>
                <a:cs typeface="Times New Roman"/>
              </a:rPr>
              <a:t>	</a:t>
            </a:r>
            <a:r>
              <a:rPr sz="2400" spc="-10" dirty="0">
                <a:latin typeface="Times New Roman"/>
                <a:cs typeface="Times New Roman"/>
              </a:rPr>
              <a:t>External</a:t>
            </a:r>
            <a:r>
              <a:rPr sz="2400" dirty="0">
                <a:latin typeface="Times New Roman"/>
                <a:cs typeface="Times New Roman"/>
              </a:rPr>
              <a:t>	</a:t>
            </a:r>
            <a:r>
              <a:rPr sz="2400" spc="-10" dirty="0">
                <a:latin typeface="Times New Roman"/>
                <a:cs typeface="Times New Roman"/>
              </a:rPr>
              <a:t>customers</a:t>
            </a:r>
            <a:r>
              <a:rPr sz="2400" dirty="0">
                <a:latin typeface="Times New Roman"/>
                <a:cs typeface="Times New Roman"/>
              </a:rPr>
              <a:t>	</a:t>
            </a:r>
            <a:r>
              <a:rPr sz="2400" spc="-10" dirty="0">
                <a:latin typeface="Times New Roman"/>
                <a:cs typeface="Times New Roman"/>
              </a:rPr>
              <a:t>consume</a:t>
            </a:r>
            <a:r>
              <a:rPr sz="2400" dirty="0">
                <a:latin typeface="Times New Roman"/>
                <a:cs typeface="Times New Roman"/>
              </a:rPr>
              <a:t>	</a:t>
            </a:r>
            <a:r>
              <a:rPr sz="2400" spc="-25" dirty="0">
                <a:latin typeface="Times New Roman"/>
                <a:cs typeface="Times New Roman"/>
              </a:rPr>
              <a:t>the</a:t>
            </a:r>
            <a:r>
              <a:rPr sz="2400" dirty="0">
                <a:latin typeface="Times New Roman"/>
                <a:cs typeface="Times New Roman"/>
              </a:rPr>
              <a:t>	</a:t>
            </a:r>
            <a:r>
              <a:rPr sz="2400" spc="-10" dirty="0">
                <a:latin typeface="Times New Roman"/>
                <a:cs typeface="Times New Roman"/>
              </a:rPr>
              <a:t>organization's</a:t>
            </a:r>
            <a:r>
              <a:rPr sz="2400" dirty="0">
                <a:latin typeface="Times New Roman"/>
                <a:cs typeface="Times New Roman"/>
              </a:rPr>
              <a:t>	</a:t>
            </a:r>
            <a:r>
              <a:rPr sz="2400" spc="-10" dirty="0">
                <a:latin typeface="Times New Roman"/>
                <a:cs typeface="Times New Roman"/>
              </a:rPr>
              <a:t>product </a:t>
            </a:r>
            <a:r>
              <a:rPr sz="2400" dirty="0">
                <a:latin typeface="Times New Roman"/>
                <a:cs typeface="Times New Roman"/>
              </a:rPr>
              <a:t>or</a:t>
            </a:r>
            <a:r>
              <a:rPr sz="2400" spc="-85" dirty="0">
                <a:latin typeface="Times New Roman"/>
                <a:cs typeface="Times New Roman"/>
              </a:rPr>
              <a:t> </a:t>
            </a:r>
            <a:r>
              <a:rPr sz="2400" spc="-10" dirty="0">
                <a:latin typeface="Times New Roman"/>
                <a:cs typeface="Times New Roman"/>
              </a:rPr>
              <a:t>service.</a:t>
            </a:r>
            <a:endParaRPr sz="2400" dirty="0">
              <a:latin typeface="Times New Roman"/>
              <a:cs typeface="Times New Roman"/>
            </a:endParaRPr>
          </a:p>
          <a:p>
            <a:pPr>
              <a:lnSpc>
                <a:spcPct val="100000"/>
              </a:lnSpc>
              <a:spcBef>
                <a:spcPts val="1045"/>
              </a:spcBef>
              <a:buFont typeface="Times New Roman"/>
              <a:buChar char="•"/>
            </a:pPr>
            <a:endParaRPr sz="2400" dirty="0">
              <a:latin typeface="Times New Roman"/>
              <a:cs typeface="Times New Roman"/>
            </a:endParaRPr>
          </a:p>
          <a:p>
            <a:pPr marL="353060" marR="5715" indent="-340995">
              <a:lnSpc>
                <a:spcPts val="2780"/>
              </a:lnSpc>
              <a:buChar char="•"/>
              <a:tabLst>
                <a:tab pos="353060" algn="l"/>
                <a:tab pos="355600" algn="l"/>
                <a:tab pos="3000375" algn="l"/>
              </a:tabLst>
            </a:pPr>
            <a:r>
              <a:rPr sz="2400" dirty="0">
                <a:latin typeface="Times New Roman"/>
                <a:cs typeface="Times New Roman"/>
              </a:rPr>
              <a:t>	Internal</a:t>
            </a:r>
            <a:r>
              <a:rPr sz="2400" spc="270" dirty="0">
                <a:latin typeface="Times New Roman"/>
                <a:cs typeface="Times New Roman"/>
              </a:rPr>
              <a:t> </a:t>
            </a:r>
            <a:r>
              <a:rPr sz="2400" spc="-10" dirty="0">
                <a:latin typeface="Times New Roman"/>
                <a:cs typeface="Times New Roman"/>
              </a:rPr>
              <a:t>customers</a:t>
            </a:r>
            <a:r>
              <a:rPr sz="2400" dirty="0">
                <a:latin typeface="Times New Roman"/>
                <a:cs typeface="Times New Roman"/>
              </a:rPr>
              <a:t>	are</a:t>
            </a:r>
            <a:r>
              <a:rPr sz="2400" spc="-70" dirty="0">
                <a:latin typeface="Times New Roman"/>
                <a:cs typeface="Times New Roman"/>
              </a:rPr>
              <a:t> </a:t>
            </a:r>
            <a:r>
              <a:rPr sz="2400" spc="-35" dirty="0">
                <a:latin typeface="Times New Roman"/>
                <a:cs typeface="Times New Roman"/>
              </a:rPr>
              <a:t>employees</a:t>
            </a:r>
            <a:r>
              <a:rPr sz="2400" spc="170" dirty="0">
                <a:latin typeface="Times New Roman"/>
                <a:cs typeface="Times New Roman"/>
              </a:rPr>
              <a:t> </a:t>
            </a:r>
            <a:r>
              <a:rPr sz="2400" dirty="0">
                <a:latin typeface="Times New Roman"/>
                <a:cs typeface="Times New Roman"/>
              </a:rPr>
              <a:t>who</a:t>
            </a:r>
            <a:r>
              <a:rPr sz="2400" spc="70" dirty="0">
                <a:latin typeface="Times New Roman"/>
                <a:cs typeface="Times New Roman"/>
              </a:rPr>
              <a:t> </a:t>
            </a:r>
            <a:r>
              <a:rPr sz="2400" spc="-45" dirty="0">
                <a:latin typeface="Times New Roman"/>
                <a:cs typeface="Times New Roman"/>
              </a:rPr>
              <a:t>receive</a:t>
            </a:r>
            <a:r>
              <a:rPr sz="2400" spc="110"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10" dirty="0">
                <a:latin typeface="Times New Roman"/>
                <a:cs typeface="Times New Roman"/>
              </a:rPr>
              <a:t>output </a:t>
            </a:r>
            <a:r>
              <a:rPr sz="2400" spc="-105" dirty="0">
                <a:latin typeface="Times New Roman"/>
                <a:cs typeface="Times New Roman"/>
              </a:rPr>
              <a:t>of</a:t>
            </a:r>
            <a:r>
              <a:rPr sz="2400" spc="-60" dirty="0">
                <a:latin typeface="Times New Roman"/>
                <a:cs typeface="Times New Roman"/>
              </a:rPr>
              <a:t> </a:t>
            </a:r>
            <a:r>
              <a:rPr sz="2400" dirty="0">
                <a:latin typeface="Times New Roman"/>
                <a:cs typeface="Times New Roman"/>
              </a:rPr>
              <a:t>other</a:t>
            </a:r>
            <a:r>
              <a:rPr sz="2400" spc="-25" dirty="0">
                <a:latin typeface="Times New Roman"/>
                <a:cs typeface="Times New Roman"/>
              </a:rPr>
              <a:t> </a:t>
            </a:r>
            <a:r>
              <a:rPr sz="2400" spc="-10" dirty="0">
                <a:latin typeface="Times New Roman"/>
                <a:cs typeface="Times New Roman"/>
              </a:rPr>
              <a:t>employees.</a:t>
            </a:r>
            <a:endParaRPr sz="2400" dirty="0">
              <a:latin typeface="Times New Roman"/>
              <a:cs typeface="Times New Roman"/>
            </a:endParaRPr>
          </a:p>
        </p:txBody>
      </p:sp>
    </p:spTree>
    <p:extLst>
      <p:ext uri="{BB962C8B-B14F-4D97-AF65-F5344CB8AC3E}">
        <p14:creationId xmlns:p14="http://schemas.microsoft.com/office/powerpoint/2010/main" val="29992955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00200"/>
            <a:ext cx="7848600" cy="4525963"/>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Customer orientation is a business approach that puts the needs of the customer over the needs of the business. Customer-oriented companies understand that the business won't thrive unless it consistently improves customer focus. It's a way of thinking that aligns your business goals with your customers' goals.</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Building a customer-oriented culture means recognizing that customers are the business.</a:t>
            </a:r>
            <a:endParaRPr lang="en-IN"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8F1D507-3080-4204-AD63-A80977B7C016}"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39</a:t>
            </a:fld>
            <a:endParaRPr lang="en-US"/>
          </a:p>
        </p:txBody>
      </p:sp>
      <p:sp>
        <p:nvSpPr>
          <p:cNvPr id="7"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800" y="-20782"/>
            <a:ext cx="73882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 Orientation</a:t>
            </a: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Tree>
    <p:extLst>
      <p:ext uri="{BB962C8B-B14F-4D97-AF65-F5344CB8AC3E}">
        <p14:creationId xmlns:p14="http://schemas.microsoft.com/office/powerpoint/2010/main" val="13896753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AB45AC4-F613-48D4-90AE-A891F16B14BA}"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40</a:t>
            </a:fld>
            <a:endParaRPr lang="en-US"/>
          </a:p>
        </p:txBody>
      </p:sp>
      <p:sp>
        <p:nvSpPr>
          <p:cNvPr id="7"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800" y="-20782"/>
            <a:ext cx="73882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 Satisfaction</a:t>
            </a: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
        <p:nvSpPr>
          <p:cNvPr id="2" name="Rectangle 1"/>
          <p:cNvSpPr/>
          <p:nvPr/>
        </p:nvSpPr>
        <p:spPr>
          <a:xfrm>
            <a:off x="898682" y="1295400"/>
            <a:ext cx="7559518" cy="2308324"/>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Customer satisfaction is a business metric that measures how well a company's products, services, or overall experience meet or exceed customer expectations. It reflects a customer's happiness with their interaction with a business and is used to gauge business health and identify areas for improvement, often through surveys and feedback.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6694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8C3931-5470-45B4-BDE5-D3A3198317C2}" type="datetime1">
              <a:rPr lang="en-US" smtClean="0"/>
              <a:t>5/1/2026</a:t>
            </a:fld>
            <a:endParaRPr lang="en-US"/>
          </a:p>
        </p:txBody>
      </p:sp>
      <p:sp>
        <p:nvSpPr>
          <p:cNvPr id="5" name="Footer Placeholder 4"/>
          <p:cNvSpPr>
            <a:spLocks noGrp="1"/>
          </p:cNvSpPr>
          <p:nvPr>
            <p:ph type="ftr" sz="quarter" idx="11"/>
          </p:nvPr>
        </p:nvSpPr>
        <p:spPr/>
        <p:txBody>
          <a:bodyPr/>
          <a:lstStyle/>
          <a:p>
            <a:r>
              <a:rPr lang="fi-FI"/>
              <a:t>Mr. Minhaj Nezami    AOE0861    TQM    Unit-1                         </a:t>
            </a:r>
            <a:endParaRPr lang="en-US"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41</a:t>
            </a:fld>
            <a:endParaRPr lang="en-US"/>
          </a:p>
        </p:txBody>
      </p:sp>
      <p:sp>
        <p:nvSpPr>
          <p:cNvPr id="7"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800" y="-20782"/>
            <a:ext cx="73882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 Complaints</a:t>
            </a: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
        <p:nvSpPr>
          <p:cNvPr id="2" name="Rectangle 1"/>
          <p:cNvSpPr/>
          <p:nvPr/>
        </p:nvSpPr>
        <p:spPr>
          <a:xfrm>
            <a:off x="762000" y="1447800"/>
            <a:ext cx="7696200" cy="3416320"/>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Customer complaints are negative feedback about a company’s product, service, or support experience. Customers can share concerns privately through surveys or emails or publicly via social media, forums, and review sites.</a:t>
            </a:r>
          </a:p>
          <a:p>
            <a:pPr algn="just"/>
            <a:r>
              <a:rPr lang="en-US" sz="2400" dirty="0">
                <a:latin typeface="Times New Roman" panose="02020603050405020304" pitchFamily="18" charset="0"/>
                <a:cs typeface="Times New Roman" panose="02020603050405020304" pitchFamily="18" charset="0"/>
              </a:rPr>
              <a:t>Negative feedback can be an opportunity rather than a liability. If handled correctly, a complaint can strengthen your relationship with the customer and improve your operations.</a:t>
            </a:r>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8654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08927E-453B-49B7-96DA-FE0B737A70A4}" type="datetime1">
              <a:rPr lang="en-US" smtClean="0"/>
              <a:t>5/1/2026</a:t>
            </a:fld>
            <a:endParaRPr lang="en-US"/>
          </a:p>
        </p:txBody>
      </p:sp>
      <p:sp>
        <p:nvSpPr>
          <p:cNvPr id="5" name="Footer Placeholder 4"/>
          <p:cNvSpPr>
            <a:spLocks noGrp="1"/>
          </p:cNvSpPr>
          <p:nvPr>
            <p:ph type="ftr" sz="quarter" idx="11"/>
          </p:nvPr>
        </p:nvSpPr>
        <p:spPr>
          <a:xfrm>
            <a:off x="1981200" y="6107544"/>
            <a:ext cx="5181600" cy="365125"/>
          </a:xfrm>
        </p:spPr>
        <p:txBody>
          <a:bodyPr/>
          <a:lstStyle/>
          <a:p>
            <a:r>
              <a:rPr lang="fi-FI"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201B34E6-0086-427D-A404-3B2A6BB81F11}" type="slidenum">
              <a:rPr lang="en-US" smtClean="0"/>
              <a:pPr/>
              <a:t>42</a:t>
            </a:fld>
            <a:endParaRPr lang="en-US"/>
          </a:p>
        </p:txBody>
      </p:sp>
      <p:sp>
        <p:nvSpPr>
          <p:cNvPr id="7"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5800" y="-20782"/>
            <a:ext cx="7388200" cy="10113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Customer Retention</a:t>
            </a:r>
          </a:p>
        </p:txBody>
      </p:sp>
      <p:pic>
        <p:nvPicPr>
          <p:cNvPr id="8" name="Picture 7"/>
          <p:cNvPicPr>
            <a:picLocks noChangeAspect="1"/>
          </p:cNvPicPr>
          <p:nvPr/>
        </p:nvPicPr>
        <p:blipFill>
          <a:blip r:embed="rId2"/>
          <a:stretch>
            <a:fillRect/>
          </a:stretch>
        </p:blipFill>
        <p:spPr>
          <a:xfrm>
            <a:off x="0" y="1"/>
            <a:ext cx="1755800" cy="1056842"/>
          </a:xfrm>
          <a:prstGeom prst="rect">
            <a:avLst/>
          </a:prstGeom>
        </p:spPr>
      </p:pic>
      <p:sp>
        <p:nvSpPr>
          <p:cNvPr id="2" name="Rectangle 1"/>
          <p:cNvSpPr/>
          <p:nvPr/>
        </p:nvSpPr>
        <p:spPr>
          <a:xfrm>
            <a:off x="838200" y="1524000"/>
            <a:ext cx="7391400" cy="1938992"/>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Customer retention is a measure of how many customers stay with your business for the long term. It's what demonstrates your business's ability to stimulate customers to make repeat purchases and spend more money on your products and services over time.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2920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buNone/>
            </a:pPr>
            <a:r>
              <a:rPr lang="en-US" sz="2200" dirty="0">
                <a:latin typeface="Times New Roman" pitchFamily="18" charset="0"/>
                <a:cs typeface="Times New Roman" pitchFamily="18" charset="0"/>
              </a:rPr>
              <a:t>1.   Briefly explain the term QM.</a:t>
            </a:r>
          </a:p>
          <a:p>
            <a:pPr marL="457200" lvl="0" indent="-457200" algn="just">
              <a:lnSpc>
                <a:spcPct val="150000"/>
              </a:lnSpc>
              <a:buAutoNum type="arabicPeriod" startAt="2"/>
            </a:pPr>
            <a:r>
              <a:rPr lang="en-US" sz="2200" dirty="0">
                <a:latin typeface="Times New Roman" pitchFamily="18" charset="0"/>
                <a:cs typeface="Times New Roman" pitchFamily="18" charset="0"/>
              </a:rPr>
              <a:t>What is Customer-oriented process?</a:t>
            </a:r>
          </a:p>
          <a:p>
            <a:pPr marL="457200" indent="-457200" algn="just">
              <a:lnSpc>
                <a:spcPct val="150000"/>
              </a:lnSpc>
              <a:buFont typeface="Arial" pitchFamily="34" charset="0"/>
              <a:buAutoNum type="arabicPeriod" startAt="2"/>
            </a:pPr>
            <a:r>
              <a:rPr lang="en-US" sz="2200" dirty="0">
                <a:latin typeface="Times New Roman" pitchFamily="18" charset="0"/>
                <a:cs typeface="Times New Roman" pitchFamily="18" charset="0"/>
              </a:rPr>
              <a:t>What is Continuous improvement Process?</a:t>
            </a:r>
          </a:p>
          <a:p>
            <a:pPr marL="457200" lvl="0" indent="-457200" algn="just">
              <a:lnSpc>
                <a:spcPct val="150000"/>
              </a:lnSpc>
              <a:buAutoNum type="arabicPeriod" startAt="2"/>
            </a:pPr>
            <a:r>
              <a:rPr lang="en-US" sz="2200" dirty="0">
                <a:latin typeface="Times New Roman" pitchFamily="18" charset="0"/>
                <a:cs typeface="Times New Roman" pitchFamily="18" charset="0"/>
              </a:rPr>
              <a:t>Define QM Modern concept.</a:t>
            </a:r>
          </a:p>
          <a:p>
            <a:pPr marL="457200" lvl="0" indent="-457200" algn="just">
              <a:lnSpc>
                <a:spcPct val="150000"/>
              </a:lnSpc>
              <a:buAutoNum type="arabicPeriod" startAt="2"/>
            </a:pPr>
            <a:endParaRPr lang="en-US" sz="2200" dirty="0">
              <a:latin typeface="Times New Roman" pitchFamily="18" charset="0"/>
              <a:cs typeface="Times New Roman" pitchFamily="18" charset="0"/>
            </a:endParaRPr>
          </a:p>
          <a:p>
            <a:pPr algn="just">
              <a:lnSpc>
                <a:spcPct val="150000"/>
              </a:lnSpc>
              <a:buNone/>
            </a:pPr>
            <a:r>
              <a:rPr lang="en-US" sz="2200" dirty="0">
                <a:latin typeface="Times New Roman" pitchFamily="18" charset="0"/>
                <a:cs typeface="Times New Roman" pitchFamily="18" charset="0"/>
              </a:rPr>
              <a:t>.</a:t>
            </a:r>
          </a:p>
          <a:p>
            <a:pPr algn="just">
              <a:lnSpc>
                <a:spcPct val="150000"/>
              </a:lnSpc>
              <a:buNone/>
            </a:pPr>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DB8F297-ABE7-4B03-A1E2-58F227DAF032}"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45673" y="-794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1" y="6323694"/>
            <a:ext cx="2133600" cy="365125"/>
          </a:xfrm>
        </p:spPr>
        <p:txBody>
          <a:bodyPr/>
          <a:lstStyle/>
          <a:p>
            <a:fld id="{3F77FFF3-7DBB-4577-9480-6ADDE19A051E}" type="datetime1">
              <a:rPr lang="en-US" smtClean="0">
                <a:latin typeface="Times" panose="02020603050405020304" pitchFamily="18" charset="0"/>
                <a:cs typeface="Times" panose="02020603050405020304" pitchFamily="18" charset="0"/>
              </a:rPr>
              <a:t>5/1/2026</a:t>
            </a:fld>
            <a:endParaRPr lang="en-US">
              <a:latin typeface="Times" panose="02020603050405020304" pitchFamily="18" charset="0"/>
              <a:cs typeface="Times" panose="02020603050405020304" pitchFamily="18" charset="0"/>
            </a:endParaRPr>
          </a:p>
        </p:txBody>
      </p:sp>
      <p:sp>
        <p:nvSpPr>
          <p:cNvPr id="6" name="Slide Number Placeholder 5"/>
          <p:cNvSpPr>
            <a:spLocks noGrp="1"/>
          </p:cNvSpPr>
          <p:nvPr>
            <p:ph type="sldNum" sz="quarter" idx="12"/>
          </p:nvPr>
        </p:nvSpPr>
        <p:spPr>
          <a:xfrm>
            <a:off x="6553201" y="6323694"/>
            <a:ext cx="2133600" cy="365125"/>
          </a:xfrm>
        </p:spPr>
        <p:txBody>
          <a:bodyPr/>
          <a:lstStyle/>
          <a:p>
            <a:fld id="{B6F15528-21DE-4FAA-801E-634DDDAF4B2B}" type="slidenum">
              <a:rPr lang="en-US" smtClean="0">
                <a:latin typeface="Times" panose="02020603050405020304" pitchFamily="18" charset="0"/>
                <a:cs typeface="Times" panose="02020603050405020304" pitchFamily="18" charset="0"/>
              </a:rPr>
              <a:pPr/>
              <a:t>44</a:t>
            </a:fld>
            <a:endParaRPr lang="en-US">
              <a:latin typeface="Times" panose="02020603050405020304" pitchFamily="18" charset="0"/>
              <a:cs typeface="Times" panose="02020603050405020304" pitchFamily="18" charset="0"/>
            </a:endParaRPr>
          </a:p>
        </p:txBody>
      </p:sp>
      <p:sp>
        <p:nvSpPr>
          <p:cNvPr id="9" name="Footer Placeholder 12"/>
          <p:cNvSpPr>
            <a:spLocks noGrp="1"/>
          </p:cNvSpPr>
          <p:nvPr>
            <p:ph type="ftr" sz="quarter" idx="11"/>
          </p:nvPr>
        </p:nvSpPr>
        <p:spPr>
          <a:xfrm>
            <a:off x="1447800" y="6215759"/>
            <a:ext cx="5867401" cy="365125"/>
          </a:xfrm>
        </p:spPr>
        <p:txBody>
          <a:bodyPr/>
          <a:lstStyle/>
          <a:p>
            <a:r>
              <a:rPr lang="fi-FI" sz="2000">
                <a:latin typeface="Times" panose="02020603050405020304" pitchFamily="18" charset="0"/>
                <a:cs typeface="Times" panose="02020603050405020304" pitchFamily="18" charset="0"/>
              </a:rPr>
              <a:t>Mr. Minhaj Nezami    AOE0861    TQM    Unit-1                         </a:t>
            </a:r>
            <a:endParaRPr lang="en-US" sz="2000" dirty="0">
              <a:latin typeface="Times" panose="02020603050405020304" pitchFamily="18" charset="0"/>
              <a:cs typeface="Times" panose="02020603050405020304" pitchFamily="18" charset="0"/>
            </a:endParaRPr>
          </a:p>
        </p:txBody>
      </p:sp>
      <p:sp>
        <p:nvSpPr>
          <p:cNvPr id="10" name="Rectangle 9"/>
          <p:cNvSpPr/>
          <p:nvPr/>
        </p:nvSpPr>
        <p:spPr>
          <a:xfrm>
            <a:off x="609601" y="1262759"/>
            <a:ext cx="7924800" cy="12192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Times" panose="02020603050405020304" pitchFamily="18" charset="0"/>
                <a:cs typeface="Times" panose="02020603050405020304" pitchFamily="18" charset="0"/>
              </a:rPr>
              <a:t>The evolution of quality management is described through the stages of inspection, quality control, quality assurance and to QM.</a:t>
            </a:r>
          </a:p>
        </p:txBody>
      </p:sp>
      <p:graphicFrame>
        <p:nvGraphicFramePr>
          <p:cNvPr id="11" name="Table 10"/>
          <p:cNvGraphicFramePr>
            <a:graphicFrameLocks noGrp="1"/>
          </p:cNvGraphicFramePr>
          <p:nvPr>
            <p:extLst>
              <p:ext uri="{D42A27DB-BD31-4B8C-83A1-F6EECF244321}">
                <p14:modId xmlns:p14="http://schemas.microsoft.com/office/powerpoint/2010/main" val="105507701"/>
              </p:ext>
            </p:extLst>
          </p:nvPr>
        </p:nvGraphicFramePr>
        <p:xfrm>
          <a:off x="152401" y="2829380"/>
          <a:ext cx="8534399" cy="1600200"/>
        </p:xfrm>
        <a:graphic>
          <a:graphicData uri="http://schemas.openxmlformats.org/drawingml/2006/table">
            <a:tbl>
              <a:tblPr>
                <a:tableStyleId>{93296810-A885-4BE3-A3E7-6D5BEEA58F35}</a:tableStyleId>
              </a:tblPr>
              <a:tblGrid>
                <a:gridCol w="929061">
                  <a:extLst>
                    <a:ext uri="{9D8B030D-6E8A-4147-A177-3AD203B41FA5}">
                      <a16:colId xmlns:a16="http://schemas.microsoft.com/office/drawing/2014/main" val="20000"/>
                    </a:ext>
                  </a:extLst>
                </a:gridCol>
                <a:gridCol w="657710">
                  <a:extLst>
                    <a:ext uri="{9D8B030D-6E8A-4147-A177-3AD203B41FA5}">
                      <a16:colId xmlns:a16="http://schemas.microsoft.com/office/drawing/2014/main" val="20001"/>
                    </a:ext>
                  </a:extLst>
                </a:gridCol>
                <a:gridCol w="668114">
                  <a:extLst>
                    <a:ext uri="{9D8B030D-6E8A-4147-A177-3AD203B41FA5}">
                      <a16:colId xmlns:a16="http://schemas.microsoft.com/office/drawing/2014/main" val="20002"/>
                    </a:ext>
                  </a:extLst>
                </a:gridCol>
                <a:gridCol w="668114">
                  <a:extLst>
                    <a:ext uri="{9D8B030D-6E8A-4147-A177-3AD203B41FA5}">
                      <a16:colId xmlns:a16="http://schemas.microsoft.com/office/drawing/2014/main" val="20003"/>
                    </a:ext>
                  </a:extLst>
                </a:gridCol>
                <a:gridCol w="668114">
                  <a:extLst>
                    <a:ext uri="{9D8B030D-6E8A-4147-A177-3AD203B41FA5}">
                      <a16:colId xmlns:a16="http://schemas.microsoft.com/office/drawing/2014/main" val="20004"/>
                    </a:ext>
                  </a:extLst>
                </a:gridCol>
                <a:gridCol w="751628">
                  <a:extLst>
                    <a:ext uri="{9D8B030D-6E8A-4147-A177-3AD203B41FA5}">
                      <a16:colId xmlns:a16="http://schemas.microsoft.com/office/drawing/2014/main" val="20005"/>
                    </a:ext>
                  </a:extLst>
                </a:gridCol>
                <a:gridCol w="668114">
                  <a:extLst>
                    <a:ext uri="{9D8B030D-6E8A-4147-A177-3AD203B41FA5}">
                      <a16:colId xmlns:a16="http://schemas.microsoft.com/office/drawing/2014/main" val="20006"/>
                    </a:ext>
                  </a:extLst>
                </a:gridCol>
                <a:gridCol w="668114">
                  <a:extLst>
                    <a:ext uri="{9D8B030D-6E8A-4147-A177-3AD203B41FA5}">
                      <a16:colId xmlns:a16="http://schemas.microsoft.com/office/drawing/2014/main" val="20007"/>
                    </a:ext>
                  </a:extLst>
                </a:gridCol>
                <a:gridCol w="668114">
                  <a:extLst>
                    <a:ext uri="{9D8B030D-6E8A-4147-A177-3AD203B41FA5}">
                      <a16:colId xmlns:a16="http://schemas.microsoft.com/office/drawing/2014/main" val="20008"/>
                    </a:ext>
                  </a:extLst>
                </a:gridCol>
                <a:gridCol w="656980">
                  <a:extLst>
                    <a:ext uri="{9D8B030D-6E8A-4147-A177-3AD203B41FA5}">
                      <a16:colId xmlns:a16="http://schemas.microsoft.com/office/drawing/2014/main" val="20009"/>
                    </a:ext>
                  </a:extLst>
                </a:gridCol>
                <a:gridCol w="483417">
                  <a:extLst>
                    <a:ext uri="{9D8B030D-6E8A-4147-A177-3AD203B41FA5}">
                      <a16:colId xmlns:a16="http://schemas.microsoft.com/office/drawing/2014/main" val="20010"/>
                    </a:ext>
                  </a:extLst>
                </a:gridCol>
                <a:gridCol w="524124">
                  <a:extLst>
                    <a:ext uri="{9D8B030D-6E8A-4147-A177-3AD203B41FA5}">
                      <a16:colId xmlns:a16="http://schemas.microsoft.com/office/drawing/2014/main" val="20011"/>
                    </a:ext>
                  </a:extLst>
                </a:gridCol>
                <a:gridCol w="522795">
                  <a:extLst>
                    <a:ext uri="{9D8B030D-6E8A-4147-A177-3AD203B41FA5}">
                      <a16:colId xmlns:a16="http://schemas.microsoft.com/office/drawing/2014/main" val="20012"/>
                    </a:ext>
                  </a:extLst>
                </a:gridCol>
              </a:tblGrid>
              <a:tr h="800100">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CO</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PO4</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PO5</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PO6</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PO7</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PO8</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PO9</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PO10</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PO11</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00100">
                <a:tc>
                  <a:txBody>
                    <a:bodyPr/>
                    <a:lstStyle/>
                    <a:p>
                      <a:pPr marL="0" marR="0" algn="ctr">
                        <a:lnSpc>
                          <a:spcPct val="115000"/>
                        </a:lnSpc>
                        <a:spcBef>
                          <a:spcPts val="0"/>
                        </a:spcBef>
                        <a:spcAft>
                          <a:spcPts val="1000"/>
                        </a:spcAft>
                      </a:pPr>
                      <a:r>
                        <a:rPr lang="en-US" sz="1800" u="none" dirty="0">
                          <a:latin typeface="Times" panose="02020603050405020304" pitchFamily="18" charset="0"/>
                          <a:cs typeface="Times" panose="02020603050405020304" pitchFamily="18" charset="0"/>
                        </a:rPr>
                        <a:t>AOE0861.1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Objectives of Evolution of QM Philosophies</a:t>
            </a:r>
          </a:p>
        </p:txBody>
      </p:sp>
    </p:spTree>
    <p:extLst>
      <p:ext uri="{BB962C8B-B14F-4D97-AF65-F5344CB8AC3E}">
        <p14:creationId xmlns:p14="http://schemas.microsoft.com/office/powerpoint/2010/main" val="3919311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2B941CB-4928-440F-9F1F-6E98851D3FCF}"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sp>
        <p:nvSpPr>
          <p:cNvPr id="11" name="object 3"/>
          <p:cNvSpPr txBox="1"/>
          <p:nvPr/>
        </p:nvSpPr>
        <p:spPr>
          <a:xfrm>
            <a:off x="535940" y="1066800"/>
            <a:ext cx="7941945" cy="1201611"/>
          </a:xfrm>
          <a:prstGeom prst="rect">
            <a:avLst/>
          </a:prstGeom>
        </p:spPr>
        <p:txBody>
          <a:bodyPr vert="horz" wrap="square" lIns="0" tIns="95250" rIns="0" bIns="0" rtlCol="0">
            <a:spAutoFit/>
          </a:bodyPr>
          <a:lstStyle/>
          <a:p>
            <a:pPr marL="285115" indent="-273050">
              <a:lnSpc>
                <a:spcPct val="100000"/>
              </a:lnSpc>
              <a:spcBef>
                <a:spcPts val="750"/>
              </a:spcBef>
              <a:buClr>
                <a:srgbClr val="D16248"/>
              </a:buClr>
              <a:buSzPct val="85185"/>
              <a:buFont typeface="Segoe UI Symbol"/>
              <a:buChar char="⚫"/>
              <a:tabLst>
                <a:tab pos="285750" algn="l"/>
              </a:tabLst>
            </a:pPr>
            <a:r>
              <a:rPr sz="2200" dirty="0">
                <a:latin typeface="Times New Roman" pitchFamily="18" charset="0"/>
                <a:cs typeface="Times New Roman" pitchFamily="18" charset="0"/>
              </a:rPr>
              <a:t>The</a:t>
            </a:r>
            <a:r>
              <a:rPr sz="2200" spc="-30" dirty="0">
                <a:latin typeface="Times New Roman" pitchFamily="18" charset="0"/>
                <a:cs typeface="Times New Roman" pitchFamily="18" charset="0"/>
              </a:rPr>
              <a:t> </a:t>
            </a:r>
            <a:r>
              <a:rPr sz="2200" dirty="0">
                <a:latin typeface="Times New Roman" pitchFamily="18" charset="0"/>
                <a:cs typeface="Times New Roman" pitchFamily="18" charset="0"/>
              </a:rPr>
              <a:t>Deming</a:t>
            </a:r>
            <a:r>
              <a:rPr sz="2200" spc="-35" dirty="0">
                <a:latin typeface="Times New Roman" pitchFamily="18" charset="0"/>
                <a:cs typeface="Times New Roman" pitchFamily="18" charset="0"/>
              </a:rPr>
              <a:t> </a:t>
            </a:r>
            <a:r>
              <a:rPr sz="2200" spc="-5" dirty="0">
                <a:latin typeface="Times New Roman" pitchFamily="18" charset="0"/>
                <a:cs typeface="Times New Roman" pitchFamily="18" charset="0"/>
              </a:rPr>
              <a:t>Philosophy</a:t>
            </a:r>
            <a:endParaRPr sz="2200">
              <a:latin typeface="Times New Roman" pitchFamily="18" charset="0"/>
              <a:cs typeface="Times New Roman" pitchFamily="18" charset="0"/>
            </a:endParaRPr>
          </a:p>
          <a:p>
            <a:pPr marL="285115" marR="5080" indent="-273050">
              <a:lnSpc>
                <a:spcPct val="100000"/>
              </a:lnSpc>
              <a:spcBef>
                <a:spcPts val="650"/>
              </a:spcBef>
              <a:buClr>
                <a:srgbClr val="D16248"/>
              </a:buClr>
              <a:buSzPct val="85185"/>
              <a:buFont typeface="Segoe UI Symbol"/>
              <a:buChar char="⚫"/>
              <a:tabLst>
                <a:tab pos="285750" algn="l"/>
              </a:tabLst>
            </a:pPr>
            <a:r>
              <a:rPr sz="2200" spc="-5" dirty="0">
                <a:latin typeface="Times New Roman" pitchFamily="18" charset="0"/>
                <a:cs typeface="Times New Roman" pitchFamily="18" charset="0"/>
              </a:rPr>
              <a:t>Definition of quality, “A product or </a:t>
            </a:r>
            <a:r>
              <a:rPr sz="2200" dirty="0">
                <a:latin typeface="Times New Roman" pitchFamily="18" charset="0"/>
                <a:cs typeface="Times New Roman" pitchFamily="18" charset="0"/>
              </a:rPr>
              <a:t>a </a:t>
            </a:r>
            <a:r>
              <a:rPr sz="2200" spc="-10" dirty="0">
                <a:latin typeface="Times New Roman" pitchFamily="18" charset="0"/>
                <a:cs typeface="Times New Roman" pitchFamily="18" charset="0"/>
              </a:rPr>
              <a:t>service </a:t>
            </a:r>
            <a:r>
              <a:rPr sz="2200" spc="-5" dirty="0">
                <a:latin typeface="Times New Roman" pitchFamily="18" charset="0"/>
                <a:cs typeface="Times New Roman" pitchFamily="18" charset="0"/>
              </a:rPr>
              <a:t> possesses</a:t>
            </a:r>
            <a:r>
              <a:rPr sz="2200" spc="-55" dirty="0">
                <a:latin typeface="Times New Roman" pitchFamily="18" charset="0"/>
                <a:cs typeface="Times New Roman" pitchFamily="18" charset="0"/>
              </a:rPr>
              <a:t> </a:t>
            </a:r>
            <a:r>
              <a:rPr sz="2200" spc="-5" dirty="0">
                <a:latin typeface="Times New Roman" pitchFamily="18" charset="0"/>
                <a:cs typeface="Times New Roman" pitchFamily="18" charset="0"/>
              </a:rPr>
              <a:t>quality </a:t>
            </a:r>
            <a:r>
              <a:rPr sz="2200" dirty="0">
                <a:latin typeface="Times New Roman" pitchFamily="18" charset="0"/>
                <a:cs typeface="Times New Roman" pitchFamily="18" charset="0"/>
              </a:rPr>
              <a:t>if</a:t>
            </a:r>
            <a:r>
              <a:rPr sz="2200" spc="-15" dirty="0">
                <a:latin typeface="Times New Roman" pitchFamily="18" charset="0"/>
                <a:cs typeface="Times New Roman" pitchFamily="18" charset="0"/>
              </a:rPr>
              <a:t> </a:t>
            </a:r>
            <a:r>
              <a:rPr sz="2200" dirty="0">
                <a:latin typeface="Times New Roman" pitchFamily="18" charset="0"/>
                <a:cs typeface="Times New Roman" pitchFamily="18" charset="0"/>
              </a:rPr>
              <a:t>it</a:t>
            </a:r>
            <a:r>
              <a:rPr sz="2200" spc="-20" dirty="0">
                <a:latin typeface="Times New Roman" pitchFamily="18" charset="0"/>
                <a:cs typeface="Times New Roman" pitchFamily="18" charset="0"/>
              </a:rPr>
              <a:t> </a:t>
            </a:r>
            <a:r>
              <a:rPr sz="2200" spc="-5" dirty="0">
                <a:latin typeface="Times New Roman" pitchFamily="18" charset="0"/>
                <a:cs typeface="Times New Roman" pitchFamily="18" charset="0"/>
              </a:rPr>
              <a:t>helps</a:t>
            </a:r>
            <a:r>
              <a:rPr sz="2200" spc="-15" dirty="0">
                <a:latin typeface="Times New Roman" pitchFamily="18" charset="0"/>
                <a:cs typeface="Times New Roman" pitchFamily="18" charset="0"/>
              </a:rPr>
              <a:t> </a:t>
            </a:r>
            <a:r>
              <a:rPr sz="2200" spc="-5" dirty="0">
                <a:latin typeface="Times New Roman" pitchFamily="18" charset="0"/>
                <a:cs typeface="Times New Roman" pitchFamily="18" charset="0"/>
              </a:rPr>
              <a:t>somebody</a:t>
            </a:r>
            <a:r>
              <a:rPr sz="2200" spc="-45" dirty="0">
                <a:latin typeface="Times New Roman" pitchFamily="18" charset="0"/>
                <a:cs typeface="Times New Roman" pitchFamily="18" charset="0"/>
              </a:rPr>
              <a:t> </a:t>
            </a:r>
            <a:r>
              <a:rPr sz="2200" dirty="0">
                <a:latin typeface="Times New Roman" pitchFamily="18" charset="0"/>
                <a:cs typeface="Times New Roman" pitchFamily="18" charset="0"/>
              </a:rPr>
              <a:t>and</a:t>
            </a:r>
            <a:r>
              <a:rPr sz="2200" spc="5" dirty="0">
                <a:latin typeface="Times New Roman" pitchFamily="18" charset="0"/>
                <a:cs typeface="Times New Roman" pitchFamily="18" charset="0"/>
              </a:rPr>
              <a:t> </a:t>
            </a:r>
            <a:r>
              <a:rPr sz="2200" spc="-5" dirty="0">
                <a:latin typeface="Times New Roman" pitchFamily="18" charset="0"/>
                <a:cs typeface="Times New Roman" pitchFamily="18" charset="0"/>
              </a:rPr>
              <a:t>enjoys</a:t>
            </a:r>
            <a:r>
              <a:rPr sz="2200" spc="-35" dirty="0">
                <a:latin typeface="Times New Roman" pitchFamily="18" charset="0"/>
                <a:cs typeface="Times New Roman" pitchFamily="18" charset="0"/>
              </a:rPr>
              <a:t> </a:t>
            </a:r>
            <a:r>
              <a:rPr sz="2200" dirty="0">
                <a:latin typeface="Times New Roman" pitchFamily="18" charset="0"/>
                <a:cs typeface="Times New Roman" pitchFamily="18" charset="0"/>
              </a:rPr>
              <a:t>a </a:t>
            </a:r>
            <a:r>
              <a:rPr sz="2200" spc="-635" dirty="0">
                <a:latin typeface="Times New Roman" pitchFamily="18" charset="0"/>
                <a:cs typeface="Times New Roman" pitchFamily="18" charset="0"/>
              </a:rPr>
              <a:t> </a:t>
            </a:r>
            <a:r>
              <a:rPr sz="2200" spc="-5" dirty="0">
                <a:latin typeface="Times New Roman" pitchFamily="18" charset="0"/>
                <a:cs typeface="Times New Roman" pitchFamily="18" charset="0"/>
              </a:rPr>
              <a:t>good</a:t>
            </a:r>
            <a:r>
              <a:rPr sz="2200" spc="-10" dirty="0">
                <a:latin typeface="Times New Roman" pitchFamily="18" charset="0"/>
                <a:cs typeface="Times New Roman" pitchFamily="18" charset="0"/>
              </a:rPr>
              <a:t> </a:t>
            </a:r>
            <a:r>
              <a:rPr sz="2200" spc="-5" dirty="0">
                <a:latin typeface="Times New Roman" pitchFamily="18" charset="0"/>
                <a:cs typeface="Times New Roman" pitchFamily="18" charset="0"/>
              </a:rPr>
              <a:t>and</a:t>
            </a:r>
            <a:r>
              <a:rPr sz="2200" dirty="0">
                <a:latin typeface="Times New Roman" pitchFamily="18" charset="0"/>
                <a:cs typeface="Times New Roman" pitchFamily="18" charset="0"/>
              </a:rPr>
              <a:t> </a:t>
            </a:r>
            <a:r>
              <a:rPr sz="2200" spc="-10" dirty="0">
                <a:latin typeface="Times New Roman" pitchFamily="18" charset="0"/>
                <a:cs typeface="Times New Roman" pitchFamily="18" charset="0"/>
              </a:rPr>
              <a:t>sustainable</a:t>
            </a:r>
            <a:r>
              <a:rPr sz="2200" spc="5" dirty="0">
                <a:latin typeface="Times New Roman" pitchFamily="18" charset="0"/>
                <a:cs typeface="Times New Roman" pitchFamily="18" charset="0"/>
              </a:rPr>
              <a:t> </a:t>
            </a:r>
            <a:r>
              <a:rPr sz="2200" dirty="0">
                <a:latin typeface="Times New Roman" pitchFamily="18" charset="0"/>
                <a:cs typeface="Times New Roman" pitchFamily="18" charset="0"/>
              </a:rPr>
              <a:t>market.”</a:t>
            </a:r>
            <a:endParaRPr sz="2200">
              <a:latin typeface="Times New Roman" pitchFamily="18" charset="0"/>
              <a:cs typeface="Times New Roman" pitchFamily="18" charset="0"/>
            </a:endParaRPr>
          </a:p>
        </p:txBody>
      </p:sp>
      <p:sp>
        <p:nvSpPr>
          <p:cNvPr id="12" name="object 4"/>
          <p:cNvSpPr txBox="1"/>
          <p:nvPr/>
        </p:nvSpPr>
        <p:spPr>
          <a:xfrm>
            <a:off x="609600" y="3657600"/>
            <a:ext cx="1746885" cy="318036"/>
          </a:xfrm>
          <a:prstGeom prst="rect">
            <a:avLst/>
          </a:prstGeom>
          <a:ln w="12191">
            <a:solidFill>
              <a:srgbClr val="000000"/>
            </a:solidFill>
          </a:ln>
        </p:spPr>
        <p:txBody>
          <a:bodyPr vert="horz" wrap="square" lIns="0" tIns="40640" rIns="0" bIns="0" rtlCol="0">
            <a:spAutoFit/>
          </a:bodyPr>
          <a:lstStyle/>
          <a:p>
            <a:pPr marL="91440">
              <a:lnSpc>
                <a:spcPct val="100000"/>
              </a:lnSpc>
              <a:spcBef>
                <a:spcPts val="320"/>
              </a:spcBef>
            </a:pPr>
            <a:r>
              <a:rPr sz="1800" b="1" spc="-5" dirty="0">
                <a:latin typeface="Times New Roman" pitchFamily="18" charset="0"/>
                <a:cs typeface="Times New Roman" pitchFamily="18" charset="0"/>
              </a:rPr>
              <a:t>Improve</a:t>
            </a:r>
            <a:r>
              <a:rPr sz="1800" b="1" spc="-35" dirty="0">
                <a:latin typeface="Times New Roman" pitchFamily="18" charset="0"/>
                <a:cs typeface="Times New Roman" pitchFamily="18" charset="0"/>
              </a:rPr>
              <a:t> </a:t>
            </a:r>
            <a:r>
              <a:rPr sz="1800" b="1" spc="-5" dirty="0">
                <a:latin typeface="Times New Roman" pitchFamily="18" charset="0"/>
                <a:cs typeface="Times New Roman" pitchFamily="18" charset="0"/>
              </a:rPr>
              <a:t>quality</a:t>
            </a:r>
            <a:endParaRPr sz="1800" b="1" dirty="0">
              <a:latin typeface="Times New Roman" pitchFamily="18" charset="0"/>
              <a:cs typeface="Times New Roman" pitchFamily="18" charset="0"/>
            </a:endParaRPr>
          </a:p>
        </p:txBody>
      </p:sp>
      <p:sp>
        <p:nvSpPr>
          <p:cNvPr id="13" name="object 6"/>
          <p:cNvSpPr txBox="1"/>
          <p:nvPr/>
        </p:nvSpPr>
        <p:spPr>
          <a:xfrm>
            <a:off x="2974594" y="3685413"/>
            <a:ext cx="2435606" cy="843821"/>
          </a:xfrm>
          <a:prstGeom prst="rect">
            <a:avLst/>
          </a:prstGeom>
        </p:spPr>
        <p:txBody>
          <a:bodyPr vert="horz" wrap="square" lIns="0" tIns="12700" rIns="0" bIns="0" rtlCol="0">
            <a:spAutoFit/>
          </a:bodyPr>
          <a:lstStyle/>
          <a:p>
            <a:pPr marL="12700" marR="5080" algn="just">
              <a:lnSpc>
                <a:spcPct val="100000"/>
              </a:lnSpc>
              <a:spcBef>
                <a:spcPts val="100"/>
              </a:spcBef>
            </a:pPr>
            <a:r>
              <a:rPr sz="1800" b="1" spc="-5" dirty="0">
                <a:latin typeface="Times New Roman" pitchFamily="18" charset="0"/>
                <a:cs typeface="Times New Roman" pitchFamily="18" charset="0"/>
              </a:rPr>
              <a:t>Decrease</a:t>
            </a:r>
            <a:r>
              <a:rPr sz="1800" b="1" spc="-30" dirty="0">
                <a:latin typeface="Times New Roman" pitchFamily="18" charset="0"/>
                <a:cs typeface="Times New Roman" pitchFamily="18" charset="0"/>
              </a:rPr>
              <a:t> </a:t>
            </a:r>
            <a:r>
              <a:rPr sz="1800" b="1" dirty="0">
                <a:latin typeface="Times New Roman" pitchFamily="18" charset="0"/>
                <a:cs typeface="Times New Roman" pitchFamily="18" charset="0"/>
              </a:rPr>
              <a:t>cost</a:t>
            </a:r>
            <a:r>
              <a:rPr sz="1800" b="1" spc="-35" dirty="0">
                <a:latin typeface="Times New Roman" pitchFamily="18" charset="0"/>
                <a:cs typeface="Times New Roman" pitchFamily="18" charset="0"/>
              </a:rPr>
              <a:t> </a:t>
            </a:r>
            <a:r>
              <a:rPr sz="1800" b="1" spc="-5" dirty="0">
                <a:latin typeface="Times New Roman" pitchFamily="18" charset="0"/>
                <a:cs typeface="Times New Roman" pitchFamily="18" charset="0"/>
              </a:rPr>
              <a:t>because </a:t>
            </a:r>
            <a:r>
              <a:rPr sz="1800" b="1" spc="-484" dirty="0">
                <a:latin typeface="Times New Roman" pitchFamily="18" charset="0"/>
                <a:cs typeface="Times New Roman" pitchFamily="18" charset="0"/>
              </a:rPr>
              <a:t> </a:t>
            </a:r>
            <a:r>
              <a:rPr sz="1800" b="1" dirty="0">
                <a:latin typeface="Times New Roman" pitchFamily="18" charset="0"/>
                <a:cs typeface="Times New Roman" pitchFamily="18" charset="0"/>
              </a:rPr>
              <a:t>of</a:t>
            </a:r>
            <a:r>
              <a:rPr sz="1800" b="1" spc="-10" dirty="0">
                <a:latin typeface="Times New Roman" pitchFamily="18" charset="0"/>
                <a:cs typeface="Times New Roman" pitchFamily="18" charset="0"/>
              </a:rPr>
              <a:t> </a:t>
            </a:r>
            <a:r>
              <a:rPr sz="1800" b="1" spc="-5" dirty="0">
                <a:latin typeface="Times New Roman" pitchFamily="18" charset="0"/>
                <a:cs typeface="Times New Roman" pitchFamily="18" charset="0"/>
              </a:rPr>
              <a:t>less </a:t>
            </a:r>
            <a:r>
              <a:rPr sz="1800" b="1" spc="-10" dirty="0">
                <a:latin typeface="Times New Roman" pitchFamily="18" charset="0"/>
                <a:cs typeface="Times New Roman" pitchFamily="18" charset="0"/>
              </a:rPr>
              <a:t>rework,</a:t>
            </a:r>
            <a:r>
              <a:rPr sz="1800" b="1" spc="25" dirty="0">
                <a:latin typeface="Times New Roman" pitchFamily="18" charset="0"/>
                <a:cs typeface="Times New Roman" pitchFamily="18" charset="0"/>
              </a:rPr>
              <a:t> </a:t>
            </a:r>
            <a:r>
              <a:rPr sz="1800" b="1" spc="-10" dirty="0">
                <a:latin typeface="Times New Roman" pitchFamily="18" charset="0"/>
                <a:cs typeface="Times New Roman" pitchFamily="18" charset="0"/>
              </a:rPr>
              <a:t>fewer </a:t>
            </a:r>
            <a:r>
              <a:rPr sz="1800" b="1" spc="-5" dirty="0">
                <a:latin typeface="Times New Roman" pitchFamily="18" charset="0"/>
                <a:cs typeface="Times New Roman" pitchFamily="18" charset="0"/>
              </a:rPr>
              <a:t> mistakes.</a:t>
            </a:r>
            <a:endParaRPr sz="1800" b="1" dirty="0">
              <a:latin typeface="Times New Roman" pitchFamily="18" charset="0"/>
              <a:cs typeface="Times New Roman" pitchFamily="18" charset="0"/>
            </a:endParaRPr>
          </a:p>
        </p:txBody>
      </p:sp>
      <p:sp>
        <p:nvSpPr>
          <p:cNvPr id="14" name="object 7"/>
          <p:cNvSpPr txBox="1"/>
          <p:nvPr/>
        </p:nvSpPr>
        <p:spPr>
          <a:xfrm>
            <a:off x="5943600" y="3733800"/>
            <a:ext cx="2438400" cy="318036"/>
          </a:xfrm>
          <a:prstGeom prst="rect">
            <a:avLst/>
          </a:prstGeom>
          <a:ln w="12192">
            <a:solidFill>
              <a:srgbClr val="000000"/>
            </a:solidFill>
          </a:ln>
        </p:spPr>
        <p:txBody>
          <a:bodyPr vert="horz" wrap="square" lIns="0" tIns="40640" rIns="0" bIns="0" rtlCol="0">
            <a:spAutoFit/>
          </a:bodyPr>
          <a:lstStyle/>
          <a:p>
            <a:pPr marL="92075">
              <a:lnSpc>
                <a:spcPct val="100000"/>
              </a:lnSpc>
              <a:spcBef>
                <a:spcPts val="320"/>
              </a:spcBef>
            </a:pPr>
            <a:r>
              <a:rPr sz="1800" b="1" spc="-5" dirty="0">
                <a:latin typeface="Times New Roman" pitchFamily="18" charset="0"/>
                <a:cs typeface="Times New Roman" pitchFamily="18" charset="0"/>
              </a:rPr>
              <a:t>Productivity improves</a:t>
            </a:r>
            <a:endParaRPr sz="1800" b="1">
              <a:latin typeface="Times New Roman" pitchFamily="18" charset="0"/>
              <a:cs typeface="Times New Roman" pitchFamily="18" charset="0"/>
            </a:endParaRPr>
          </a:p>
        </p:txBody>
      </p:sp>
      <p:sp>
        <p:nvSpPr>
          <p:cNvPr id="15" name="object 11"/>
          <p:cNvSpPr/>
          <p:nvPr/>
        </p:nvSpPr>
        <p:spPr>
          <a:xfrm>
            <a:off x="2362200" y="3848100"/>
            <a:ext cx="3581400" cy="152400"/>
          </a:xfrm>
          <a:custGeom>
            <a:avLst/>
            <a:gdLst/>
            <a:ahLst/>
            <a:cxnLst/>
            <a:rect l="l" t="t" r="r" b="b"/>
            <a:pathLst>
              <a:path w="3581400" h="152400">
                <a:moveTo>
                  <a:pt x="533400" y="38100"/>
                </a:moveTo>
                <a:lnTo>
                  <a:pt x="520700" y="31750"/>
                </a:lnTo>
                <a:lnTo>
                  <a:pt x="457200" y="0"/>
                </a:lnTo>
                <a:lnTo>
                  <a:pt x="457200" y="31750"/>
                </a:lnTo>
                <a:lnTo>
                  <a:pt x="0" y="31750"/>
                </a:lnTo>
                <a:lnTo>
                  <a:pt x="0" y="44450"/>
                </a:lnTo>
                <a:lnTo>
                  <a:pt x="457200" y="44450"/>
                </a:lnTo>
                <a:lnTo>
                  <a:pt x="457200" y="76200"/>
                </a:lnTo>
                <a:lnTo>
                  <a:pt x="520700" y="44450"/>
                </a:lnTo>
                <a:lnTo>
                  <a:pt x="533400" y="38100"/>
                </a:lnTo>
                <a:close/>
              </a:path>
              <a:path w="3581400" h="152400">
                <a:moveTo>
                  <a:pt x="3581400" y="114300"/>
                </a:moveTo>
                <a:lnTo>
                  <a:pt x="3568700" y="107950"/>
                </a:lnTo>
                <a:lnTo>
                  <a:pt x="3505200" y="76200"/>
                </a:lnTo>
                <a:lnTo>
                  <a:pt x="3505200" y="107950"/>
                </a:lnTo>
                <a:lnTo>
                  <a:pt x="3124200" y="107950"/>
                </a:lnTo>
                <a:lnTo>
                  <a:pt x="3124200" y="120650"/>
                </a:lnTo>
                <a:lnTo>
                  <a:pt x="3505200" y="120650"/>
                </a:lnTo>
                <a:lnTo>
                  <a:pt x="3505200" y="152400"/>
                </a:lnTo>
                <a:lnTo>
                  <a:pt x="3568700" y="120650"/>
                </a:lnTo>
                <a:lnTo>
                  <a:pt x="3581400" y="114300"/>
                </a:lnTo>
                <a:close/>
              </a:path>
            </a:pathLst>
          </a:custGeom>
          <a:solidFill>
            <a:srgbClr val="000000"/>
          </a:solidFill>
        </p:spPr>
        <p:txBody>
          <a:bodyPr wrap="square" lIns="0" tIns="0" rIns="0" bIns="0" rtlCol="0"/>
          <a:lstStyle/>
          <a:p>
            <a:endParaRPr/>
          </a:p>
        </p:txBody>
      </p:sp>
      <p:sp>
        <p:nvSpPr>
          <p:cNvPr id="16" name="object 5"/>
          <p:cNvSpPr/>
          <p:nvPr/>
        </p:nvSpPr>
        <p:spPr>
          <a:xfrm>
            <a:off x="2895600" y="3657600"/>
            <a:ext cx="2585085" cy="1066800"/>
          </a:xfrm>
          <a:custGeom>
            <a:avLst/>
            <a:gdLst/>
            <a:ahLst/>
            <a:cxnLst/>
            <a:rect l="l" t="t" r="r" b="b"/>
            <a:pathLst>
              <a:path w="2585085" h="1066800">
                <a:moveTo>
                  <a:pt x="0" y="1066800"/>
                </a:moveTo>
                <a:lnTo>
                  <a:pt x="2584704" y="1066800"/>
                </a:lnTo>
                <a:lnTo>
                  <a:pt x="2584704" y="0"/>
                </a:lnTo>
                <a:lnTo>
                  <a:pt x="0" y="0"/>
                </a:lnTo>
                <a:lnTo>
                  <a:pt x="0" y="1066800"/>
                </a:lnTo>
                <a:close/>
              </a:path>
            </a:pathLst>
          </a:custGeom>
          <a:ln w="12192">
            <a:solidFill>
              <a:srgbClr val="000000"/>
            </a:solidFill>
          </a:ln>
        </p:spPr>
        <p:txBody>
          <a:bodyPr wrap="square" lIns="0" tIns="0" rIns="0" bIns="0" rtlCol="0"/>
          <a:lstStyle/>
          <a:p>
            <a:endParaRPr/>
          </a:p>
        </p:txBody>
      </p:sp>
      <p:sp>
        <p:nvSpPr>
          <p:cNvPr id="17" name="object 8"/>
          <p:cNvSpPr txBox="1"/>
          <p:nvPr/>
        </p:nvSpPr>
        <p:spPr>
          <a:xfrm>
            <a:off x="5943600" y="5181600"/>
            <a:ext cx="2362200" cy="872034"/>
          </a:xfrm>
          <a:prstGeom prst="rect">
            <a:avLst/>
          </a:prstGeom>
          <a:ln w="12192">
            <a:solidFill>
              <a:srgbClr val="000000"/>
            </a:solidFill>
          </a:ln>
        </p:spPr>
        <p:txBody>
          <a:bodyPr vert="horz" wrap="square" lIns="0" tIns="40640" rIns="0" bIns="0" rtlCol="0">
            <a:spAutoFit/>
          </a:bodyPr>
          <a:lstStyle/>
          <a:p>
            <a:pPr marL="92075" marR="306705" algn="just">
              <a:lnSpc>
                <a:spcPct val="100000"/>
              </a:lnSpc>
              <a:spcBef>
                <a:spcPts val="320"/>
              </a:spcBef>
            </a:pPr>
            <a:r>
              <a:rPr sz="1800" b="1" spc="-5" dirty="0">
                <a:latin typeface="Times New Roman" pitchFamily="18" charset="0"/>
                <a:cs typeface="Times New Roman" pitchFamily="18" charset="0"/>
              </a:rPr>
              <a:t>Capture</a:t>
            </a:r>
            <a:r>
              <a:rPr sz="1800" b="1" spc="-40" dirty="0">
                <a:latin typeface="Times New Roman" pitchFamily="18" charset="0"/>
                <a:cs typeface="Times New Roman" pitchFamily="18" charset="0"/>
              </a:rPr>
              <a:t> </a:t>
            </a:r>
            <a:r>
              <a:rPr sz="1800" b="1" dirty="0">
                <a:latin typeface="Times New Roman" pitchFamily="18" charset="0"/>
                <a:cs typeface="Times New Roman" pitchFamily="18" charset="0"/>
              </a:rPr>
              <a:t>the</a:t>
            </a:r>
            <a:r>
              <a:rPr sz="1800" b="1" spc="-50" dirty="0">
                <a:latin typeface="Times New Roman" pitchFamily="18" charset="0"/>
                <a:cs typeface="Times New Roman" pitchFamily="18" charset="0"/>
              </a:rPr>
              <a:t> </a:t>
            </a:r>
            <a:r>
              <a:rPr sz="1800" b="1" dirty="0">
                <a:latin typeface="Times New Roman" pitchFamily="18" charset="0"/>
                <a:cs typeface="Times New Roman" pitchFamily="18" charset="0"/>
              </a:rPr>
              <a:t>market </a:t>
            </a:r>
            <a:r>
              <a:rPr sz="1800" b="1" spc="-484" dirty="0">
                <a:latin typeface="Times New Roman" pitchFamily="18" charset="0"/>
                <a:cs typeface="Times New Roman" pitchFamily="18" charset="0"/>
              </a:rPr>
              <a:t> </a:t>
            </a:r>
            <a:r>
              <a:rPr sz="1800" b="1" spc="-15" dirty="0">
                <a:latin typeface="Times New Roman" pitchFamily="18" charset="0"/>
                <a:cs typeface="Times New Roman" pitchFamily="18" charset="0"/>
              </a:rPr>
              <a:t>with</a:t>
            </a:r>
            <a:r>
              <a:rPr sz="1800" b="1" spc="15" dirty="0">
                <a:latin typeface="Times New Roman" pitchFamily="18" charset="0"/>
                <a:cs typeface="Times New Roman" pitchFamily="18" charset="0"/>
              </a:rPr>
              <a:t> </a:t>
            </a:r>
            <a:r>
              <a:rPr sz="1800" b="1" spc="-5" dirty="0">
                <a:latin typeface="Times New Roman" pitchFamily="18" charset="0"/>
                <a:cs typeface="Times New Roman" pitchFamily="18" charset="0"/>
              </a:rPr>
              <a:t>better</a:t>
            </a:r>
            <a:r>
              <a:rPr sz="1800" b="1" spc="-10" dirty="0">
                <a:latin typeface="Times New Roman" pitchFamily="18" charset="0"/>
                <a:cs typeface="Times New Roman" pitchFamily="18" charset="0"/>
              </a:rPr>
              <a:t> </a:t>
            </a:r>
            <a:r>
              <a:rPr sz="1800" b="1" spc="-5" dirty="0">
                <a:latin typeface="Times New Roman" pitchFamily="18" charset="0"/>
                <a:cs typeface="Times New Roman" pitchFamily="18" charset="0"/>
              </a:rPr>
              <a:t>quality </a:t>
            </a:r>
            <a:r>
              <a:rPr sz="1800" b="1" dirty="0">
                <a:latin typeface="Times New Roman" pitchFamily="18" charset="0"/>
                <a:cs typeface="Times New Roman" pitchFamily="18" charset="0"/>
              </a:rPr>
              <a:t> </a:t>
            </a:r>
            <a:r>
              <a:rPr sz="1800" b="1" spc="-5" dirty="0">
                <a:latin typeface="Times New Roman" pitchFamily="18" charset="0"/>
                <a:cs typeface="Times New Roman" pitchFamily="18" charset="0"/>
              </a:rPr>
              <a:t>and</a:t>
            </a:r>
            <a:r>
              <a:rPr sz="1800" b="1" spc="-15" dirty="0">
                <a:latin typeface="Times New Roman" pitchFamily="18" charset="0"/>
                <a:cs typeface="Times New Roman" pitchFamily="18" charset="0"/>
              </a:rPr>
              <a:t> </a:t>
            </a:r>
            <a:r>
              <a:rPr sz="1800" b="1" spc="-5" dirty="0">
                <a:latin typeface="Times New Roman" pitchFamily="18" charset="0"/>
                <a:cs typeface="Times New Roman" pitchFamily="18" charset="0"/>
              </a:rPr>
              <a:t>reduced</a:t>
            </a:r>
            <a:r>
              <a:rPr sz="1800" b="1" spc="-15" dirty="0">
                <a:latin typeface="Times New Roman" pitchFamily="18" charset="0"/>
                <a:cs typeface="Times New Roman" pitchFamily="18" charset="0"/>
              </a:rPr>
              <a:t> </a:t>
            </a:r>
            <a:r>
              <a:rPr sz="1800" b="1" dirty="0">
                <a:latin typeface="Times New Roman" pitchFamily="18" charset="0"/>
                <a:cs typeface="Times New Roman" pitchFamily="18" charset="0"/>
              </a:rPr>
              <a:t>cost</a:t>
            </a:r>
            <a:r>
              <a:rPr sz="1800" dirty="0">
                <a:latin typeface="Arial MT"/>
                <a:cs typeface="Arial MT"/>
              </a:rPr>
              <a:t>.</a:t>
            </a:r>
            <a:endParaRPr sz="1800">
              <a:latin typeface="Arial MT"/>
              <a:cs typeface="Arial MT"/>
            </a:endParaRPr>
          </a:p>
        </p:txBody>
      </p:sp>
      <p:sp>
        <p:nvSpPr>
          <p:cNvPr id="18" name="object 9"/>
          <p:cNvSpPr txBox="1"/>
          <p:nvPr/>
        </p:nvSpPr>
        <p:spPr>
          <a:xfrm>
            <a:off x="3200400" y="5257800"/>
            <a:ext cx="1828800" cy="595035"/>
          </a:xfrm>
          <a:prstGeom prst="rect">
            <a:avLst/>
          </a:prstGeom>
          <a:ln w="12192">
            <a:solidFill>
              <a:srgbClr val="000000"/>
            </a:solidFill>
          </a:ln>
        </p:spPr>
        <p:txBody>
          <a:bodyPr vert="horz" wrap="square" lIns="0" tIns="40640" rIns="0" bIns="0" rtlCol="0">
            <a:spAutoFit/>
          </a:bodyPr>
          <a:lstStyle/>
          <a:p>
            <a:pPr marL="92075" marR="829310">
              <a:lnSpc>
                <a:spcPct val="100000"/>
              </a:lnSpc>
              <a:spcBef>
                <a:spcPts val="320"/>
              </a:spcBef>
            </a:pPr>
            <a:r>
              <a:rPr sz="1800" b="1" dirty="0">
                <a:latin typeface="Times New Roman" pitchFamily="18" charset="0"/>
                <a:cs typeface="Times New Roman" pitchFamily="18" charset="0"/>
              </a:rPr>
              <a:t>Stay </a:t>
            </a:r>
            <a:r>
              <a:rPr sz="1800" b="1" spc="-5" dirty="0">
                <a:latin typeface="Times New Roman" pitchFamily="18" charset="0"/>
                <a:cs typeface="Times New Roman" pitchFamily="18" charset="0"/>
              </a:rPr>
              <a:t>in </a:t>
            </a:r>
            <a:r>
              <a:rPr sz="1800" b="1" dirty="0">
                <a:latin typeface="Times New Roman" pitchFamily="18" charset="0"/>
                <a:cs typeface="Times New Roman" pitchFamily="18" charset="0"/>
              </a:rPr>
              <a:t> </a:t>
            </a:r>
            <a:r>
              <a:rPr sz="1800" b="1" spc="-5" dirty="0">
                <a:latin typeface="Times New Roman" pitchFamily="18" charset="0"/>
                <a:cs typeface="Times New Roman" pitchFamily="18" charset="0"/>
              </a:rPr>
              <a:t>b</a:t>
            </a:r>
            <a:r>
              <a:rPr sz="1800" b="1" spc="-15" dirty="0">
                <a:latin typeface="Times New Roman" pitchFamily="18" charset="0"/>
                <a:cs typeface="Times New Roman" pitchFamily="18" charset="0"/>
              </a:rPr>
              <a:t>u</a:t>
            </a:r>
            <a:r>
              <a:rPr sz="1800" b="1" spc="-5" dirty="0">
                <a:latin typeface="Times New Roman" pitchFamily="18" charset="0"/>
                <a:cs typeface="Times New Roman" pitchFamily="18" charset="0"/>
              </a:rPr>
              <a:t>si</a:t>
            </a:r>
            <a:r>
              <a:rPr sz="1800" b="1" spc="-15" dirty="0">
                <a:latin typeface="Times New Roman" pitchFamily="18" charset="0"/>
                <a:cs typeface="Times New Roman" pitchFamily="18" charset="0"/>
              </a:rPr>
              <a:t>n</a:t>
            </a:r>
            <a:r>
              <a:rPr sz="1800" b="1" spc="-5" dirty="0">
                <a:latin typeface="Times New Roman" pitchFamily="18" charset="0"/>
                <a:cs typeface="Times New Roman" pitchFamily="18" charset="0"/>
              </a:rPr>
              <a:t>ess</a:t>
            </a:r>
            <a:endParaRPr sz="1800" b="1">
              <a:latin typeface="Times New Roman" pitchFamily="18" charset="0"/>
              <a:cs typeface="Times New Roman" pitchFamily="18" charset="0"/>
            </a:endParaRPr>
          </a:p>
        </p:txBody>
      </p:sp>
      <p:sp>
        <p:nvSpPr>
          <p:cNvPr id="19" name="object 10"/>
          <p:cNvSpPr txBox="1"/>
          <p:nvPr/>
        </p:nvSpPr>
        <p:spPr>
          <a:xfrm>
            <a:off x="685800" y="5257800"/>
            <a:ext cx="1524000" cy="872034"/>
          </a:xfrm>
          <a:prstGeom prst="rect">
            <a:avLst/>
          </a:prstGeom>
          <a:ln w="12191">
            <a:solidFill>
              <a:srgbClr val="000000"/>
            </a:solidFill>
          </a:ln>
        </p:spPr>
        <p:txBody>
          <a:bodyPr vert="horz" wrap="square" lIns="0" tIns="40640" rIns="0" bIns="0" rtlCol="0">
            <a:spAutoFit/>
          </a:bodyPr>
          <a:lstStyle/>
          <a:p>
            <a:pPr marL="91440" marR="269875">
              <a:lnSpc>
                <a:spcPct val="100000"/>
              </a:lnSpc>
              <a:spcBef>
                <a:spcPts val="320"/>
              </a:spcBef>
            </a:pPr>
            <a:r>
              <a:rPr sz="1800" b="1" spc="-5" dirty="0">
                <a:latin typeface="Times New Roman" pitchFamily="18" charset="0"/>
                <a:cs typeface="Times New Roman" pitchFamily="18" charset="0"/>
              </a:rPr>
              <a:t>Long-term </a:t>
            </a:r>
            <a:r>
              <a:rPr sz="1800" b="1" dirty="0">
                <a:latin typeface="Times New Roman" pitchFamily="18" charset="0"/>
                <a:cs typeface="Times New Roman" pitchFamily="18" charset="0"/>
              </a:rPr>
              <a:t> </a:t>
            </a:r>
            <a:r>
              <a:rPr sz="1800" b="1" spc="-5" dirty="0">
                <a:latin typeface="Times New Roman" pitchFamily="18" charset="0"/>
                <a:cs typeface="Times New Roman" pitchFamily="18" charset="0"/>
              </a:rPr>
              <a:t>com</a:t>
            </a:r>
            <a:r>
              <a:rPr sz="1800" b="1" spc="-15" dirty="0">
                <a:latin typeface="Times New Roman" pitchFamily="18" charset="0"/>
                <a:cs typeface="Times New Roman" pitchFamily="18" charset="0"/>
              </a:rPr>
              <a:t>p</a:t>
            </a:r>
            <a:r>
              <a:rPr sz="1800" b="1" spc="-5" dirty="0">
                <a:latin typeface="Times New Roman" pitchFamily="18" charset="0"/>
                <a:cs typeface="Times New Roman" pitchFamily="18" charset="0"/>
              </a:rPr>
              <a:t>etitive  strength</a:t>
            </a:r>
            <a:endParaRPr sz="1800" b="1">
              <a:latin typeface="Times New Roman" pitchFamily="18" charset="0"/>
              <a:cs typeface="Times New Roman" pitchFamily="18" charset="0"/>
            </a:endParaRPr>
          </a:p>
        </p:txBody>
      </p:sp>
      <p:sp>
        <p:nvSpPr>
          <p:cNvPr id="20" name="object 12"/>
          <p:cNvSpPr/>
          <p:nvPr/>
        </p:nvSpPr>
        <p:spPr>
          <a:xfrm>
            <a:off x="6743700" y="4114800"/>
            <a:ext cx="76200" cy="1066800"/>
          </a:xfrm>
          <a:custGeom>
            <a:avLst/>
            <a:gdLst/>
            <a:ahLst/>
            <a:cxnLst/>
            <a:rect l="l" t="t" r="r" b="b"/>
            <a:pathLst>
              <a:path w="76200" h="1066800">
                <a:moveTo>
                  <a:pt x="31750" y="990600"/>
                </a:moveTo>
                <a:lnTo>
                  <a:pt x="0" y="990600"/>
                </a:lnTo>
                <a:lnTo>
                  <a:pt x="38100" y="1066800"/>
                </a:lnTo>
                <a:lnTo>
                  <a:pt x="69850" y="1003300"/>
                </a:lnTo>
                <a:lnTo>
                  <a:pt x="31750" y="1003300"/>
                </a:lnTo>
                <a:lnTo>
                  <a:pt x="31750" y="990600"/>
                </a:lnTo>
                <a:close/>
              </a:path>
              <a:path w="76200" h="1066800">
                <a:moveTo>
                  <a:pt x="44450" y="0"/>
                </a:moveTo>
                <a:lnTo>
                  <a:pt x="31750" y="0"/>
                </a:lnTo>
                <a:lnTo>
                  <a:pt x="31750" y="1003300"/>
                </a:lnTo>
                <a:lnTo>
                  <a:pt x="44450" y="1003300"/>
                </a:lnTo>
                <a:lnTo>
                  <a:pt x="44450" y="0"/>
                </a:lnTo>
                <a:close/>
              </a:path>
              <a:path w="76200" h="1066800">
                <a:moveTo>
                  <a:pt x="76200" y="990600"/>
                </a:moveTo>
                <a:lnTo>
                  <a:pt x="44450" y="990600"/>
                </a:lnTo>
                <a:lnTo>
                  <a:pt x="44450" y="1003300"/>
                </a:lnTo>
                <a:lnTo>
                  <a:pt x="69850" y="1003300"/>
                </a:lnTo>
                <a:lnTo>
                  <a:pt x="76200" y="990600"/>
                </a:lnTo>
                <a:close/>
              </a:path>
            </a:pathLst>
          </a:custGeom>
          <a:solidFill>
            <a:srgbClr val="000000"/>
          </a:solidFill>
        </p:spPr>
        <p:txBody>
          <a:bodyPr wrap="square" lIns="0" tIns="0" rIns="0" bIns="0" rtlCol="0"/>
          <a:lstStyle/>
          <a:p>
            <a:endParaRPr/>
          </a:p>
        </p:txBody>
      </p:sp>
      <p:sp>
        <p:nvSpPr>
          <p:cNvPr id="21" name="object 13"/>
          <p:cNvSpPr/>
          <p:nvPr/>
        </p:nvSpPr>
        <p:spPr>
          <a:xfrm>
            <a:off x="5029200" y="5600700"/>
            <a:ext cx="914400" cy="76200"/>
          </a:xfrm>
          <a:custGeom>
            <a:avLst/>
            <a:gdLst/>
            <a:ahLst/>
            <a:cxnLst/>
            <a:rect l="l" t="t" r="r" b="b"/>
            <a:pathLst>
              <a:path w="914400" h="76200">
                <a:moveTo>
                  <a:pt x="76200" y="0"/>
                </a:moveTo>
                <a:lnTo>
                  <a:pt x="0" y="38100"/>
                </a:lnTo>
                <a:lnTo>
                  <a:pt x="76200" y="76200"/>
                </a:lnTo>
                <a:lnTo>
                  <a:pt x="76200" y="44450"/>
                </a:lnTo>
                <a:lnTo>
                  <a:pt x="63500" y="44450"/>
                </a:lnTo>
                <a:lnTo>
                  <a:pt x="63500" y="31750"/>
                </a:lnTo>
                <a:lnTo>
                  <a:pt x="76200" y="31750"/>
                </a:lnTo>
                <a:lnTo>
                  <a:pt x="76200" y="0"/>
                </a:lnTo>
                <a:close/>
              </a:path>
              <a:path w="914400" h="76200">
                <a:moveTo>
                  <a:pt x="76200" y="31750"/>
                </a:moveTo>
                <a:lnTo>
                  <a:pt x="63500" y="31750"/>
                </a:lnTo>
                <a:lnTo>
                  <a:pt x="63500" y="44450"/>
                </a:lnTo>
                <a:lnTo>
                  <a:pt x="76200" y="44450"/>
                </a:lnTo>
                <a:lnTo>
                  <a:pt x="76200" y="31750"/>
                </a:lnTo>
                <a:close/>
              </a:path>
              <a:path w="914400" h="76200">
                <a:moveTo>
                  <a:pt x="914400" y="31750"/>
                </a:moveTo>
                <a:lnTo>
                  <a:pt x="76200" y="31750"/>
                </a:lnTo>
                <a:lnTo>
                  <a:pt x="76200" y="44450"/>
                </a:lnTo>
                <a:lnTo>
                  <a:pt x="914400" y="44450"/>
                </a:lnTo>
                <a:lnTo>
                  <a:pt x="914400" y="31750"/>
                </a:lnTo>
                <a:close/>
              </a:path>
            </a:pathLst>
          </a:custGeom>
          <a:solidFill>
            <a:srgbClr val="000000"/>
          </a:solidFill>
        </p:spPr>
        <p:txBody>
          <a:bodyPr wrap="square" lIns="0" tIns="0" rIns="0" bIns="0" rtlCol="0"/>
          <a:lstStyle/>
          <a:p>
            <a:endParaRPr/>
          </a:p>
        </p:txBody>
      </p:sp>
      <p:sp>
        <p:nvSpPr>
          <p:cNvPr id="22" name="object 14"/>
          <p:cNvSpPr/>
          <p:nvPr/>
        </p:nvSpPr>
        <p:spPr>
          <a:xfrm>
            <a:off x="2209800" y="5600700"/>
            <a:ext cx="990600" cy="76200"/>
          </a:xfrm>
          <a:custGeom>
            <a:avLst/>
            <a:gdLst/>
            <a:ahLst/>
            <a:cxnLst/>
            <a:rect l="l" t="t" r="r" b="b"/>
            <a:pathLst>
              <a:path w="990600" h="76200">
                <a:moveTo>
                  <a:pt x="76200" y="0"/>
                </a:moveTo>
                <a:lnTo>
                  <a:pt x="0" y="38100"/>
                </a:lnTo>
                <a:lnTo>
                  <a:pt x="76200" y="76200"/>
                </a:lnTo>
                <a:lnTo>
                  <a:pt x="76200" y="44450"/>
                </a:lnTo>
                <a:lnTo>
                  <a:pt x="63500" y="44450"/>
                </a:lnTo>
                <a:lnTo>
                  <a:pt x="63500" y="31750"/>
                </a:lnTo>
                <a:lnTo>
                  <a:pt x="76200" y="31750"/>
                </a:lnTo>
                <a:lnTo>
                  <a:pt x="76200" y="0"/>
                </a:lnTo>
                <a:close/>
              </a:path>
              <a:path w="990600" h="76200">
                <a:moveTo>
                  <a:pt x="76200" y="31750"/>
                </a:moveTo>
                <a:lnTo>
                  <a:pt x="63500" y="31750"/>
                </a:lnTo>
                <a:lnTo>
                  <a:pt x="63500" y="44450"/>
                </a:lnTo>
                <a:lnTo>
                  <a:pt x="76200" y="44450"/>
                </a:lnTo>
                <a:lnTo>
                  <a:pt x="76200" y="31750"/>
                </a:lnTo>
                <a:close/>
              </a:path>
              <a:path w="990600" h="76200">
                <a:moveTo>
                  <a:pt x="990600" y="31750"/>
                </a:moveTo>
                <a:lnTo>
                  <a:pt x="76200" y="31750"/>
                </a:lnTo>
                <a:lnTo>
                  <a:pt x="76200" y="44450"/>
                </a:lnTo>
                <a:lnTo>
                  <a:pt x="990600" y="44450"/>
                </a:lnTo>
                <a:lnTo>
                  <a:pt x="990600" y="31750"/>
                </a:lnTo>
                <a:close/>
              </a:path>
            </a:pathLst>
          </a:custGeom>
          <a:solidFill>
            <a:srgbClr val="000000"/>
          </a:solidFill>
        </p:spPr>
        <p:txBody>
          <a:bodyPr wrap="square" lIns="0" tIns="0" rIns="0" bIns="0" rtlCol="0"/>
          <a:lstStyle/>
          <a:p>
            <a:endParaRPr/>
          </a:p>
        </p:txBody>
      </p:sp>
      <p:pic>
        <p:nvPicPr>
          <p:cNvPr id="24" name="Picture 23"/>
          <p:cNvPicPr>
            <a:picLocks noChangeAspect="1"/>
          </p:cNvPicPr>
          <p:nvPr/>
        </p:nvPicPr>
        <p:blipFill>
          <a:blip r:embed="rId2"/>
          <a:stretch>
            <a:fillRect/>
          </a:stretch>
        </p:blipFill>
        <p:spPr>
          <a:xfrm>
            <a:off x="30018" y="25400"/>
            <a:ext cx="1755800" cy="1024217"/>
          </a:xfrm>
          <a:prstGeom prst="rect">
            <a:avLst/>
          </a:prstGeom>
        </p:spPr>
      </p:pic>
      <p:sp>
        <p:nvSpPr>
          <p:cNvPr id="25" name="Title 1">
            <a:extLst>
              <a:ext uri="{FF2B5EF4-FFF2-40B4-BE49-F238E27FC236}">
                <a16:creationId xmlns:a16="http://schemas.microsoft.com/office/drawing/2014/main" id="{1C7BBAA3-263A-8FE5-5AA3-E40EF73A5AE9}"/>
              </a:ext>
            </a:extLst>
          </p:cNvPr>
          <p:cNvSpPr txBox="1">
            <a:spLocks/>
          </p:cNvSpPr>
          <p:nvPr/>
        </p:nvSpPr>
        <p:spPr>
          <a:xfrm>
            <a:off x="1752600" y="359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Evolution of QM Philosophies (CO1)</a:t>
            </a:r>
          </a:p>
        </p:txBody>
      </p:sp>
    </p:spTree>
    <p:extLst>
      <p:ext uri="{BB962C8B-B14F-4D97-AF65-F5344CB8AC3E}">
        <p14:creationId xmlns:p14="http://schemas.microsoft.com/office/powerpoint/2010/main" val="3919311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marL="457200" indent="-457200" algn="just">
              <a:lnSpc>
                <a:spcPct val="150000"/>
              </a:lnSpc>
              <a:buAutoNum type="arabicPeriod"/>
            </a:pPr>
            <a:r>
              <a:rPr lang="en-US" sz="2200" dirty="0">
                <a:latin typeface="Times New Roman" pitchFamily="18" charset="0"/>
                <a:cs typeface="Times New Roman" pitchFamily="18" charset="0"/>
              </a:rPr>
              <a:t>What  is the Deming</a:t>
            </a:r>
            <a:r>
              <a:rPr lang="en-US" sz="2200" spc="-35" dirty="0">
                <a:latin typeface="Times New Roman" pitchFamily="18" charset="0"/>
                <a:cs typeface="Times New Roman" pitchFamily="18" charset="0"/>
              </a:rPr>
              <a:t> </a:t>
            </a:r>
            <a:r>
              <a:rPr lang="en-US" sz="2200" spc="-5" dirty="0">
                <a:latin typeface="Times New Roman" pitchFamily="18" charset="0"/>
                <a:cs typeface="Times New Roman" pitchFamily="18" charset="0"/>
              </a:rPr>
              <a:t>Philosophy?</a:t>
            </a:r>
            <a:endParaRPr lang="en-US" sz="2200" dirty="0">
              <a:latin typeface="Times New Roman" pitchFamily="18" charset="0"/>
              <a:cs typeface="Times New Roman" pitchFamily="18" charset="0"/>
            </a:endParaRPr>
          </a:p>
          <a:p>
            <a:pPr marL="457200" indent="-457200" algn="just">
              <a:lnSpc>
                <a:spcPct val="150000"/>
              </a:lnSpc>
              <a:buAutoNum type="arabicPeriod" startAt="2"/>
            </a:pPr>
            <a:r>
              <a:rPr lang="en-US" sz="2200" dirty="0">
                <a:latin typeface="Times New Roman" pitchFamily="18" charset="0"/>
                <a:cs typeface="Times New Roman" pitchFamily="18" charset="0"/>
              </a:rPr>
              <a:t>Define good quality of product.</a:t>
            </a:r>
          </a:p>
          <a:p>
            <a:pPr marL="457200" indent="-457200" algn="just">
              <a:lnSpc>
                <a:spcPct val="150000"/>
              </a:lnSpc>
              <a:buAutoNum type="arabicPeriod" startAt="2"/>
            </a:pPr>
            <a:r>
              <a:rPr lang="en-US" sz="2200" dirty="0">
                <a:latin typeface="Times New Roman" pitchFamily="18" charset="0"/>
                <a:cs typeface="Times New Roman" pitchFamily="18" charset="0"/>
              </a:rPr>
              <a:t>Discuss the concept of improve quality and productivity improve.</a:t>
            </a:r>
          </a:p>
          <a:p>
            <a:pPr algn="just">
              <a:lnSpc>
                <a:spcPct val="150000"/>
              </a:lnSpc>
              <a:buNone/>
            </a:pPr>
            <a:endParaRPr lang="en-US" sz="2200" dirty="0">
              <a:latin typeface="Times New Roman" pitchFamily="18" charset="0"/>
              <a:cs typeface="Times New Roman" pitchFamily="18" charset="0"/>
            </a:endParaRPr>
          </a:p>
          <a:p>
            <a:pPr algn="just">
              <a:lnSpc>
                <a:spcPct val="150000"/>
              </a:lnSpc>
              <a:buNone/>
            </a:pPr>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AA6E9F2-5304-4638-9655-8872D170444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30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AEA70E3-BF9D-4A06-B3A5-A9B6D786C36B}"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9" name="Footer Placeholder 12"/>
          <p:cNvSpPr>
            <a:spLocks noGrp="1"/>
          </p:cNvSpPr>
          <p:nvPr>
            <p:ph type="ftr" sz="quarter" idx="11"/>
          </p:nvPr>
        </p:nvSpPr>
        <p:spPr>
          <a:xfrm>
            <a:off x="2286000" y="6248415"/>
            <a:ext cx="5867400" cy="365125"/>
          </a:xfrm>
        </p:spPr>
        <p:txBody>
          <a:bodyPr/>
          <a:lstStyle/>
          <a:p>
            <a:r>
              <a:rPr lang="fi-FI" sz="2000"/>
              <a:t>Mr. Minhaj Nezami    AOE0861    TQM    Unit-1                         </a:t>
            </a:r>
            <a:endParaRPr lang="en-US" sz="2000" dirty="0"/>
          </a:p>
        </p:txBody>
      </p:sp>
      <p:sp>
        <p:nvSpPr>
          <p:cNvPr id="10" name="Rectangle 9"/>
          <p:cNvSpPr/>
          <p:nvPr/>
        </p:nvSpPr>
        <p:spPr>
          <a:xfrm>
            <a:off x="922410" y="1127140"/>
            <a:ext cx="7391400" cy="1524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Times New Roman" pitchFamily="18" charset="0"/>
                <a:cs typeface="Times New Roman" pitchFamily="18" charset="0"/>
              </a:rPr>
              <a:t>The purpose of  Guarantee is to cover the Applicant/Instructing Party's ability to meet its payment obligations and the most common type covers the buyer's obligation to pay for goods received or services rendered</a:t>
            </a:r>
          </a:p>
        </p:txBody>
      </p:sp>
      <p:graphicFrame>
        <p:nvGraphicFramePr>
          <p:cNvPr id="11" name="Table 10"/>
          <p:cNvGraphicFramePr>
            <a:graphicFrameLocks noGrp="1"/>
          </p:cNvGraphicFramePr>
          <p:nvPr>
            <p:extLst>
              <p:ext uri="{D42A27DB-BD31-4B8C-83A1-F6EECF244321}">
                <p14:modId xmlns:p14="http://schemas.microsoft.com/office/powerpoint/2010/main" val="2478868669"/>
              </p:ext>
            </p:extLst>
          </p:nvPr>
        </p:nvGraphicFramePr>
        <p:xfrm>
          <a:off x="922410" y="3010484"/>
          <a:ext cx="7391399" cy="1414272"/>
        </p:xfrm>
        <a:graphic>
          <a:graphicData uri="http://schemas.openxmlformats.org/drawingml/2006/table">
            <a:tbl>
              <a:tblPr>
                <a:tableStyleId>{93296810-A885-4BE3-A3E7-6D5BEEA58F35}</a:tableStyleId>
              </a:tblPr>
              <a:tblGrid>
                <a:gridCol w="7620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gridCol w="533400">
                  <a:extLst>
                    <a:ext uri="{9D8B030D-6E8A-4147-A177-3AD203B41FA5}">
                      <a16:colId xmlns:a16="http://schemas.microsoft.com/office/drawing/2014/main" val="20008"/>
                    </a:ext>
                  </a:extLst>
                </a:gridCol>
                <a:gridCol w="533400">
                  <a:extLst>
                    <a:ext uri="{9D8B030D-6E8A-4147-A177-3AD203B41FA5}">
                      <a16:colId xmlns:a16="http://schemas.microsoft.com/office/drawing/2014/main" val="20009"/>
                    </a:ext>
                  </a:extLst>
                </a:gridCol>
                <a:gridCol w="609600">
                  <a:extLst>
                    <a:ext uri="{9D8B030D-6E8A-4147-A177-3AD203B41FA5}">
                      <a16:colId xmlns:a16="http://schemas.microsoft.com/office/drawing/2014/main" val="20010"/>
                    </a:ext>
                  </a:extLst>
                </a:gridCol>
                <a:gridCol w="650846">
                  <a:extLst>
                    <a:ext uri="{9D8B030D-6E8A-4147-A177-3AD203B41FA5}">
                      <a16:colId xmlns:a16="http://schemas.microsoft.com/office/drawing/2014/main" val="20011"/>
                    </a:ext>
                  </a:extLst>
                </a:gridCol>
                <a:gridCol w="492153">
                  <a:extLst>
                    <a:ext uri="{9D8B030D-6E8A-4147-A177-3AD203B41FA5}">
                      <a16:colId xmlns:a16="http://schemas.microsoft.com/office/drawing/2014/main" val="20012"/>
                    </a:ext>
                  </a:extLst>
                </a:gridCol>
              </a:tblGrid>
              <a:tr h="707136">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CO</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PO4</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PO5</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PO6</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PO7</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PO8</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PO9</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PO10</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PO11</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latin typeface="Times" panose="02020603050405020304" pitchFamily="18" charset="0"/>
                          <a:cs typeface="Times" panose="02020603050405020304" pitchFamily="18" charset="0"/>
                        </a:rPr>
                        <a:t>AOE0861.1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Guarantee</a:t>
            </a:r>
          </a:p>
        </p:txBody>
      </p:sp>
    </p:spTree>
    <p:extLst>
      <p:ext uri="{BB962C8B-B14F-4D97-AF65-F5344CB8AC3E}">
        <p14:creationId xmlns:p14="http://schemas.microsoft.com/office/powerpoint/2010/main" val="3919311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06334" y="1083833"/>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p>
          </p:txBody>
        </p:sp>
      </p:grpSp>
      <p:sp>
        <p:nvSpPr>
          <p:cNvPr id="11" name="object 11"/>
          <p:cNvSpPr txBox="1"/>
          <p:nvPr/>
        </p:nvSpPr>
        <p:spPr>
          <a:xfrm>
            <a:off x="4267200" y="2157733"/>
            <a:ext cx="4343400" cy="1273784"/>
          </a:xfrm>
          <a:prstGeom prst="rect">
            <a:avLst/>
          </a:prstGeom>
        </p:spPr>
        <p:txBody>
          <a:bodyPr vert="horz" wrap="square" lIns="0" tIns="52425" rIns="0" bIns="0" rtlCol="0">
            <a:spAutoFit/>
          </a:bodyPr>
          <a:lstStyle/>
          <a:p>
            <a:pPr marL="285115" indent="-273050">
              <a:lnSpc>
                <a:spcPct val="100000"/>
              </a:lnSpc>
              <a:spcBef>
                <a:spcPts val="750"/>
              </a:spcBef>
              <a:buClr>
                <a:srgbClr val="D16248"/>
              </a:buClr>
              <a:buSzPct val="85185"/>
              <a:buFont typeface="Segoe UI Symbol"/>
              <a:buChar char="⚫"/>
              <a:tabLst>
                <a:tab pos="285750" algn="l"/>
              </a:tabLst>
            </a:pPr>
            <a:r>
              <a:rPr lang="en-US" sz="2200" dirty="0">
                <a:latin typeface="Times New Roman" pitchFamily="18" charset="0"/>
                <a:cs typeface="Times New Roman" pitchFamily="18" charset="0"/>
              </a:rPr>
              <a:t>The</a:t>
            </a:r>
            <a:r>
              <a:rPr lang="en-US" sz="2200" spc="-30" dirty="0">
                <a:latin typeface="Times New Roman" pitchFamily="18" charset="0"/>
                <a:cs typeface="Times New Roman" pitchFamily="18" charset="0"/>
              </a:rPr>
              <a:t> </a:t>
            </a:r>
            <a:r>
              <a:rPr lang="en-US" sz="2200" dirty="0">
                <a:latin typeface="Times New Roman" pitchFamily="18" charset="0"/>
                <a:cs typeface="Times New Roman" pitchFamily="18" charset="0"/>
              </a:rPr>
              <a:t>Deming</a:t>
            </a:r>
            <a:r>
              <a:rPr lang="en-US" sz="2200" spc="-35" dirty="0">
                <a:latin typeface="Times New Roman" pitchFamily="18" charset="0"/>
                <a:cs typeface="Times New Roman" pitchFamily="18" charset="0"/>
              </a:rPr>
              <a:t> </a:t>
            </a:r>
            <a:r>
              <a:rPr lang="en-US" sz="2200" spc="-5" dirty="0">
                <a:latin typeface="Times New Roman" pitchFamily="18" charset="0"/>
                <a:cs typeface="Times New Roman" pitchFamily="18" charset="0"/>
              </a:rPr>
              <a:t>Philosophy</a:t>
            </a:r>
          </a:p>
          <a:p>
            <a:pPr marL="285115" indent="-273050">
              <a:lnSpc>
                <a:spcPct val="100000"/>
              </a:lnSpc>
              <a:spcBef>
                <a:spcPts val="750"/>
              </a:spcBef>
              <a:buClr>
                <a:srgbClr val="D16248"/>
              </a:buClr>
              <a:buSzPct val="85185"/>
              <a:buFont typeface="Segoe UI Symbol"/>
              <a:buChar char="⚫"/>
              <a:tabLst>
                <a:tab pos="285750" algn="l"/>
              </a:tabLst>
            </a:pPr>
            <a:r>
              <a:rPr lang="en-US" sz="2200" spc="-5" dirty="0">
                <a:latin typeface="Times New Roman" pitchFamily="18" charset="0"/>
                <a:cs typeface="Times New Roman" pitchFamily="18" charset="0"/>
              </a:rPr>
              <a:t>Concept of Improve quality</a:t>
            </a:r>
          </a:p>
          <a:p>
            <a:pPr marL="285115" indent="-273050">
              <a:spcBef>
                <a:spcPts val="750"/>
              </a:spcBef>
              <a:buClr>
                <a:srgbClr val="D16248"/>
              </a:buClr>
              <a:buSzPct val="85185"/>
              <a:buFont typeface="Segoe UI Symbol"/>
              <a:buChar char="⚫"/>
              <a:tabLst>
                <a:tab pos="285750" algn="l"/>
              </a:tabLst>
            </a:pPr>
            <a:r>
              <a:rPr lang="en-US" sz="2200" spc="-5" dirty="0">
                <a:latin typeface="Times New Roman" pitchFamily="18" charset="0"/>
                <a:cs typeface="Times New Roman" pitchFamily="18" charset="0"/>
              </a:rPr>
              <a:t> Concept of Productivity improve</a:t>
            </a:r>
            <a:endParaRPr lang="en-US" sz="2200" dirty="0">
              <a:solidFill>
                <a:prstClr val="black"/>
              </a:solidFill>
              <a:latin typeface="Times New Roman" panose="02020603050405020304" pitchFamily="18" charset="0"/>
              <a:cs typeface="Times New Roman" panose="02020603050405020304" pitchFamily="18" charset="0"/>
            </a:endParaRPr>
          </a:p>
        </p:txBody>
      </p:sp>
      <p:sp>
        <p:nvSpPr>
          <p:cNvPr id="12" name="object 12"/>
          <p:cNvSpPr/>
          <p:nvPr/>
        </p:nvSpPr>
        <p:spPr>
          <a:xfrm>
            <a:off x="3983182" y="3429000"/>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p>
        </p:txBody>
      </p:sp>
      <p:sp>
        <p:nvSpPr>
          <p:cNvPr id="13" name="Date Placeholder 12"/>
          <p:cNvSpPr>
            <a:spLocks noGrp="1"/>
          </p:cNvSpPr>
          <p:nvPr>
            <p:ph type="dt" sz="half" idx="10"/>
          </p:nvPr>
        </p:nvSpPr>
        <p:spPr/>
        <p:txBody>
          <a:bodyPr/>
          <a:lstStyle/>
          <a:p>
            <a:fld id="{5CD378D4-EA9F-4021-9832-48DC3EA2FC7E}" type="datetime1">
              <a:rPr lang="en-US" smtClean="0"/>
              <a:t>5/1/2026</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48</a:t>
            </a:fld>
            <a:endParaRPr lang="en-US"/>
          </a:p>
        </p:txBody>
      </p:sp>
      <p:sp>
        <p:nvSpPr>
          <p:cNvPr id="15" name="Footer Placeholder 14"/>
          <p:cNvSpPr>
            <a:spLocks noGrp="1"/>
          </p:cNvSpPr>
          <p:nvPr>
            <p:ph type="ftr" sz="quarter" idx="11"/>
          </p:nvPr>
        </p:nvSpPr>
        <p:spPr>
          <a:xfrm>
            <a:off x="1526309" y="6180511"/>
            <a:ext cx="5878286" cy="365125"/>
          </a:xfrm>
        </p:spPr>
        <p:txBody>
          <a:bodyPr/>
          <a:lstStyle/>
          <a:p>
            <a:r>
              <a:rPr lang="fi-FI" sz="2000"/>
              <a:t>Mr. Minhaj Nezami    AOE0861    TQM    Unit-1                         </a:t>
            </a:r>
            <a:endParaRPr lang="en-US" sz="2000" dirty="0"/>
          </a:p>
        </p:txBody>
      </p:sp>
      <p:pic>
        <p:nvPicPr>
          <p:cNvPr id="17" name="Picture 16"/>
          <p:cNvPicPr>
            <a:picLocks noChangeAspect="1"/>
          </p:cNvPicPr>
          <p:nvPr/>
        </p:nvPicPr>
        <p:blipFill>
          <a:blip r:embed="rId6"/>
          <a:stretch>
            <a:fillRect/>
          </a:stretch>
        </p:blipFill>
        <p:spPr>
          <a:xfrm>
            <a:off x="30018" y="25400"/>
            <a:ext cx="1755800" cy="1024217"/>
          </a:xfrm>
          <a:prstGeom prst="rect">
            <a:avLst/>
          </a:prstGeom>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1752600" y="-2472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 of Guarantee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029200"/>
          </a:xfrm>
        </p:spPr>
        <p:txBody>
          <a:bodyPr>
            <a:noAutofit/>
          </a:bodyPr>
          <a:lstStyle/>
          <a:p>
            <a:pPr algn="just">
              <a:lnSpc>
                <a:spcPct val="200000"/>
              </a:lnSpc>
            </a:pPr>
            <a:r>
              <a:rPr lang="en-US" sz="2200" dirty="0">
                <a:latin typeface="Times New Roman" pitchFamily="18" charset="0"/>
                <a:cs typeface="Times New Roman" pitchFamily="18" charset="0"/>
              </a:rPr>
              <a:t>Guarantee is a legal term more comprehensive and of higher import than either warranty or "security". It most commonly designates a private transaction by means of which one person, to obtain some trust, confidence or credit for another, engages to be answerable for him. </a:t>
            </a:r>
          </a:p>
          <a:p>
            <a:pPr>
              <a:lnSpc>
                <a:spcPct val="200000"/>
              </a:lnSpc>
            </a:pPr>
            <a:r>
              <a:rPr lang="en-US" sz="2200" dirty="0">
                <a:latin typeface="Times New Roman" pitchFamily="18" charset="0"/>
                <a:cs typeface="Times New Roman" pitchFamily="18" charset="0"/>
              </a:rPr>
              <a:t>It may also designate a treaty through which claims, rights or possessions are secured. </a:t>
            </a:r>
            <a:br>
              <a:rPr lang="en-US" sz="2200" dirty="0">
                <a:latin typeface="Times New Roman" pitchFamily="18" charset="0"/>
                <a:cs typeface="Times New Roman" pitchFamily="18" charset="0"/>
              </a:rPr>
            </a:br>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4BD6079D-BFF7-420A-9F85-6FC7BFF3D67C}"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309"/>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Guarantee (CO1)</a:t>
            </a:r>
          </a:p>
        </p:txBody>
      </p:sp>
    </p:spTree>
    <p:extLst>
      <p:ext uri="{BB962C8B-B14F-4D97-AF65-F5344CB8AC3E}">
        <p14:creationId xmlns:p14="http://schemas.microsoft.com/office/powerpoint/2010/main" val="39193118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85167" y="1175609"/>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p>
          </p:txBody>
        </p:sp>
      </p:grpSp>
      <p:sp>
        <p:nvSpPr>
          <p:cNvPr id="11" name="object 11"/>
          <p:cNvSpPr txBox="1"/>
          <p:nvPr/>
        </p:nvSpPr>
        <p:spPr>
          <a:xfrm>
            <a:off x="4343400" y="2133600"/>
            <a:ext cx="4343400" cy="1068600"/>
          </a:xfrm>
          <a:prstGeom prst="rect">
            <a:avLst/>
          </a:prstGeom>
        </p:spPr>
        <p:txBody>
          <a:bodyPr vert="horz" wrap="square" lIns="0" tIns="52425" rIns="0" bIns="0" rtlCol="0">
            <a:spAutoFit/>
          </a:bodyPr>
          <a:lstStyle/>
          <a:p>
            <a:pPr marL="342900" lvl="0" indent="-342900">
              <a:spcBef>
                <a:spcPct val="20000"/>
              </a:spcBef>
              <a:buFont typeface="Arial" pitchFamily="34" charset="0"/>
              <a:buChar char="•"/>
            </a:pPr>
            <a:r>
              <a:rPr lang="en-US" sz="2200" dirty="0">
                <a:latin typeface="Times New Roman" pitchFamily="18" charset="0"/>
                <a:cs typeface="Times New Roman" pitchFamily="18" charset="0"/>
              </a:rPr>
              <a:t>Guarantee provides a confidence to customer about the quality of product or service.</a:t>
            </a:r>
          </a:p>
        </p:txBody>
      </p:sp>
      <p:sp>
        <p:nvSpPr>
          <p:cNvPr id="12" name="object 12"/>
          <p:cNvSpPr/>
          <p:nvPr/>
        </p:nvSpPr>
        <p:spPr>
          <a:xfrm>
            <a:off x="3865248" y="3437931"/>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p>
        </p:txBody>
      </p:sp>
      <p:sp>
        <p:nvSpPr>
          <p:cNvPr id="13" name="Date Placeholder 12"/>
          <p:cNvSpPr>
            <a:spLocks noGrp="1"/>
          </p:cNvSpPr>
          <p:nvPr>
            <p:ph type="dt" sz="half" idx="10"/>
          </p:nvPr>
        </p:nvSpPr>
        <p:spPr/>
        <p:txBody>
          <a:bodyPr/>
          <a:lstStyle/>
          <a:p>
            <a:fld id="{B438B138-D70B-496F-9E46-8490051D6B7A}" type="datetime1">
              <a:rPr lang="en-US" smtClean="0"/>
              <a:t>5/1/2026</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50</a:t>
            </a:fld>
            <a:endParaRPr lang="en-US"/>
          </a:p>
        </p:txBody>
      </p:sp>
      <p:sp>
        <p:nvSpPr>
          <p:cNvPr id="15" name="Footer Placeholder 14"/>
          <p:cNvSpPr>
            <a:spLocks noGrp="1"/>
          </p:cNvSpPr>
          <p:nvPr>
            <p:ph type="ftr" sz="quarter" idx="11"/>
          </p:nvPr>
        </p:nvSpPr>
        <p:spPr>
          <a:xfrm>
            <a:off x="1524000" y="6180511"/>
            <a:ext cx="6019800" cy="365125"/>
          </a:xfrm>
        </p:spPr>
        <p:txBody>
          <a:bodyPr/>
          <a:lstStyle/>
          <a:p>
            <a:r>
              <a:rPr lang="fi-FI" sz="2000"/>
              <a:t>Mr. Minhaj Nezami    AOE0861    TQM    Unit-1                         </a:t>
            </a:r>
            <a:endParaRPr lang="en-US" sz="2000" dirty="0"/>
          </a:p>
        </p:txBody>
      </p:sp>
      <p:pic>
        <p:nvPicPr>
          <p:cNvPr id="17" name="Picture 16"/>
          <p:cNvPicPr>
            <a:picLocks noChangeAspect="1"/>
          </p:cNvPicPr>
          <p:nvPr/>
        </p:nvPicPr>
        <p:blipFill>
          <a:blip r:embed="rId6"/>
          <a:stretch>
            <a:fillRect/>
          </a:stretch>
        </p:blipFill>
        <p:spPr>
          <a:xfrm>
            <a:off x="30018" y="25400"/>
            <a:ext cx="1755800" cy="1024217"/>
          </a:xfrm>
          <a:prstGeom prst="rect">
            <a:avLst/>
          </a:prstGeom>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Precap of Guarantee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gn="just">
              <a:lnSpc>
                <a:spcPct val="150000"/>
              </a:lnSpc>
              <a:buNone/>
            </a:pPr>
            <a:endParaRPr lang="en-US" sz="2200" dirty="0">
              <a:latin typeface="Times New Roman" pitchFamily="18" charset="0"/>
              <a:cs typeface="Times New Roman" pitchFamily="18" charset="0"/>
            </a:endParaRPr>
          </a:p>
          <a:p>
            <a:pPr marL="457200" indent="-457200" algn="just">
              <a:lnSpc>
                <a:spcPct val="150000"/>
              </a:lnSpc>
              <a:buAutoNum type="arabicPeriod"/>
            </a:pPr>
            <a:r>
              <a:rPr lang="en-US" sz="2200" dirty="0">
                <a:latin typeface="Times New Roman" pitchFamily="18" charset="0"/>
                <a:cs typeface="Times New Roman" pitchFamily="18" charset="0"/>
              </a:rPr>
              <a:t>What do you mean by warranty? </a:t>
            </a:r>
          </a:p>
          <a:p>
            <a:pPr marL="457200" indent="-457200" algn="just">
              <a:lnSpc>
                <a:spcPct val="150000"/>
              </a:lnSpc>
              <a:buAutoNum type="arabicPeriod"/>
            </a:pPr>
            <a:r>
              <a:rPr lang="en-US" sz="2200" dirty="0">
                <a:latin typeface="Times New Roman" pitchFamily="18" charset="0"/>
                <a:cs typeface="Times New Roman" pitchFamily="18" charset="0"/>
              </a:rPr>
              <a:t>What do you mean by guarantee? </a:t>
            </a:r>
          </a:p>
          <a:p>
            <a:pPr marL="457200" indent="-457200" algn="just">
              <a:lnSpc>
                <a:spcPct val="150000"/>
              </a:lnSpc>
              <a:buAutoNum type="arabicPeriod"/>
            </a:pPr>
            <a:r>
              <a:rPr lang="en-US" sz="2200" dirty="0">
                <a:latin typeface="Times New Roman" pitchFamily="18" charset="0"/>
                <a:cs typeface="Times New Roman" pitchFamily="18" charset="0"/>
              </a:rPr>
              <a:t>How are they being analyzed and set?</a:t>
            </a:r>
          </a:p>
          <a:p>
            <a:pPr marL="457200" indent="-457200" algn="just">
              <a:lnSpc>
                <a:spcPct val="150000"/>
              </a:lnSpc>
              <a:buAutoNum type="arabicPeriod"/>
            </a:pPr>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A232D5C3-B949-41A3-A56B-A10C8468324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68764" y="-32327"/>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09072D0-C436-4B96-9782-9A6701610232}"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9" name="Footer Placeholder 12"/>
          <p:cNvSpPr>
            <a:spLocks noGrp="1"/>
          </p:cNvSpPr>
          <p:nvPr>
            <p:ph type="ftr" sz="quarter" idx="11"/>
          </p:nvPr>
        </p:nvSpPr>
        <p:spPr>
          <a:xfrm>
            <a:off x="1676400" y="6248415"/>
            <a:ext cx="5638800" cy="365125"/>
          </a:xfrm>
        </p:spPr>
        <p:txBody>
          <a:bodyPr/>
          <a:lstStyle/>
          <a:p>
            <a:r>
              <a:rPr lang="fi-FI" sz="2000"/>
              <a:t>Mr. Minhaj Nezami    AOE0861    TQM    Unit-1                         </a:t>
            </a:r>
            <a:endParaRPr lang="en-US" sz="2000" dirty="0"/>
          </a:p>
        </p:txBody>
      </p:sp>
      <p:sp>
        <p:nvSpPr>
          <p:cNvPr id="10" name="Rectangle 9"/>
          <p:cNvSpPr/>
          <p:nvPr/>
        </p:nvSpPr>
        <p:spPr>
          <a:xfrm>
            <a:off x="923677" y="1100636"/>
            <a:ext cx="7391400" cy="1524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dirty="0">
                <a:latin typeface="Times New Roman" pitchFamily="18" charset="0"/>
                <a:cs typeface="Times New Roman" pitchFamily="18" charset="0"/>
              </a:rPr>
              <a:t>Deming said that production targets encourage high output and low quality. Provide support and resources so that production levels and quality are high and achievable. Measure the process rather than the people behind the process.</a:t>
            </a:r>
          </a:p>
        </p:txBody>
      </p:sp>
      <p:graphicFrame>
        <p:nvGraphicFramePr>
          <p:cNvPr id="11" name="Table 10"/>
          <p:cNvGraphicFramePr>
            <a:graphicFrameLocks noGrp="1"/>
          </p:cNvGraphicFramePr>
          <p:nvPr>
            <p:extLst>
              <p:ext uri="{D42A27DB-BD31-4B8C-83A1-F6EECF244321}">
                <p14:modId xmlns:p14="http://schemas.microsoft.com/office/powerpoint/2010/main" val="2190111057"/>
              </p:ext>
            </p:extLst>
          </p:nvPr>
        </p:nvGraphicFramePr>
        <p:xfrm>
          <a:off x="923677" y="3100478"/>
          <a:ext cx="7391399" cy="1414272"/>
        </p:xfrm>
        <a:graphic>
          <a:graphicData uri="http://schemas.openxmlformats.org/drawingml/2006/table">
            <a:tbl>
              <a:tblPr>
                <a:tableStyleId>{93296810-A885-4BE3-A3E7-6D5BEEA58F35}</a:tableStyleId>
              </a:tblPr>
              <a:tblGrid>
                <a:gridCol w="790637">
                  <a:extLst>
                    <a:ext uri="{9D8B030D-6E8A-4147-A177-3AD203B41FA5}">
                      <a16:colId xmlns:a16="http://schemas.microsoft.com/office/drawing/2014/main" val="20000"/>
                    </a:ext>
                  </a:extLst>
                </a:gridCol>
                <a:gridCol w="657163">
                  <a:extLst>
                    <a:ext uri="{9D8B030D-6E8A-4147-A177-3AD203B41FA5}">
                      <a16:colId xmlns:a16="http://schemas.microsoft.com/office/drawing/2014/main" val="20001"/>
                    </a:ext>
                  </a:extLst>
                </a:gridCol>
                <a:gridCol w="585267">
                  <a:extLst>
                    <a:ext uri="{9D8B030D-6E8A-4147-A177-3AD203B41FA5}">
                      <a16:colId xmlns:a16="http://schemas.microsoft.com/office/drawing/2014/main" val="20002"/>
                    </a:ext>
                  </a:extLst>
                </a:gridCol>
                <a:gridCol w="493908">
                  <a:extLst>
                    <a:ext uri="{9D8B030D-6E8A-4147-A177-3AD203B41FA5}">
                      <a16:colId xmlns:a16="http://schemas.microsoft.com/office/drawing/2014/main" val="20003"/>
                    </a:ext>
                  </a:extLst>
                </a:gridCol>
                <a:gridCol w="484975">
                  <a:extLst>
                    <a:ext uri="{9D8B030D-6E8A-4147-A177-3AD203B41FA5}">
                      <a16:colId xmlns:a16="http://schemas.microsoft.com/office/drawing/2014/main" val="20004"/>
                    </a:ext>
                  </a:extLst>
                </a:gridCol>
                <a:gridCol w="555328">
                  <a:extLst>
                    <a:ext uri="{9D8B030D-6E8A-4147-A177-3AD203B41FA5}">
                      <a16:colId xmlns:a16="http://schemas.microsoft.com/office/drawing/2014/main" val="20005"/>
                    </a:ext>
                  </a:extLst>
                </a:gridCol>
                <a:gridCol w="555328">
                  <a:extLst>
                    <a:ext uri="{9D8B030D-6E8A-4147-A177-3AD203B41FA5}">
                      <a16:colId xmlns:a16="http://schemas.microsoft.com/office/drawing/2014/main" val="20006"/>
                    </a:ext>
                  </a:extLst>
                </a:gridCol>
                <a:gridCol w="555328">
                  <a:extLst>
                    <a:ext uri="{9D8B030D-6E8A-4147-A177-3AD203B41FA5}">
                      <a16:colId xmlns:a16="http://schemas.microsoft.com/office/drawing/2014/main" val="20007"/>
                    </a:ext>
                  </a:extLst>
                </a:gridCol>
                <a:gridCol w="555328">
                  <a:extLst>
                    <a:ext uri="{9D8B030D-6E8A-4147-A177-3AD203B41FA5}">
                      <a16:colId xmlns:a16="http://schemas.microsoft.com/office/drawing/2014/main" val="20008"/>
                    </a:ext>
                  </a:extLst>
                </a:gridCol>
                <a:gridCol w="555328">
                  <a:extLst>
                    <a:ext uri="{9D8B030D-6E8A-4147-A177-3AD203B41FA5}">
                      <a16:colId xmlns:a16="http://schemas.microsoft.com/office/drawing/2014/main" val="20009"/>
                    </a:ext>
                  </a:extLst>
                </a:gridCol>
                <a:gridCol w="555328">
                  <a:extLst>
                    <a:ext uri="{9D8B030D-6E8A-4147-A177-3AD203B41FA5}">
                      <a16:colId xmlns:a16="http://schemas.microsoft.com/office/drawing/2014/main" val="20010"/>
                    </a:ext>
                  </a:extLst>
                </a:gridCol>
                <a:gridCol w="555328">
                  <a:extLst>
                    <a:ext uri="{9D8B030D-6E8A-4147-A177-3AD203B41FA5}">
                      <a16:colId xmlns:a16="http://schemas.microsoft.com/office/drawing/2014/main" val="20011"/>
                    </a:ext>
                  </a:extLst>
                </a:gridCol>
                <a:gridCol w="492153">
                  <a:extLst>
                    <a:ext uri="{9D8B030D-6E8A-4147-A177-3AD203B41FA5}">
                      <a16:colId xmlns:a16="http://schemas.microsoft.com/office/drawing/2014/main" val="20012"/>
                    </a:ext>
                  </a:extLst>
                </a:gridCol>
              </a:tblGrid>
              <a:tr h="707136">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CO</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PO2</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PO3</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PO4</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PO5</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PO6</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PO7</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PO8</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PO9</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panose="02020603050405020304" pitchFamily="18" charset="0"/>
                          <a:cs typeface="Times" panose="02020603050405020304" pitchFamily="18" charset="0"/>
                        </a:rPr>
                        <a:t>PO10</a:t>
                      </a:r>
                      <a:endParaRPr lang="en-US" sz="1800" dirty="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PO11</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panose="02020603050405020304" pitchFamily="18" charset="0"/>
                          <a:cs typeface="Times" panose="02020603050405020304" pitchFamily="18" charset="0"/>
                        </a:rPr>
                        <a:t>PO12</a:t>
                      </a:r>
                      <a:endParaRPr lang="en-US" sz="1800">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07136">
                <a:tc>
                  <a:txBody>
                    <a:bodyPr/>
                    <a:lstStyle/>
                    <a:p>
                      <a:pPr marL="0" marR="0" algn="ctr">
                        <a:lnSpc>
                          <a:spcPct val="115000"/>
                        </a:lnSpc>
                        <a:spcBef>
                          <a:spcPts val="0"/>
                        </a:spcBef>
                        <a:spcAft>
                          <a:spcPts val="1000"/>
                        </a:spcAft>
                      </a:pPr>
                      <a:r>
                        <a:rPr lang="en-US" sz="1800" u="none" dirty="0">
                          <a:latin typeface="Times" panose="02020603050405020304" pitchFamily="18" charset="0"/>
                          <a:cs typeface="Times" panose="02020603050405020304" pitchFamily="18" charset="0"/>
                        </a:rPr>
                        <a:t>AOE0861.1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3</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solidFill>
                            <a:schemeClr val="tx1"/>
                          </a:solidFill>
                          <a:latin typeface="Times" panose="02020603050405020304" pitchFamily="18" charset="0"/>
                          <a:ea typeface="Calibri"/>
                          <a:cs typeface="Times" panose="02020603050405020304" pitchFamily="18" charset="0"/>
                        </a:rPr>
                        <a:t>2</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1</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latin typeface="Times" panose="02020603050405020304" pitchFamily="18" charset="0"/>
                          <a:cs typeface="Times" panose="02020603050405020304" pitchFamily="18" charset="0"/>
                        </a:rPr>
                        <a:t>2</a:t>
                      </a:r>
                      <a:endParaRPr lang="en-US" sz="1800" u="none" dirty="0">
                        <a:solidFill>
                          <a:srgbClr val="FF0000"/>
                        </a:solidFill>
                        <a:latin typeface="Times" panose="02020603050405020304" pitchFamily="18" charset="0"/>
                        <a:ea typeface="Calibri"/>
                        <a:cs typeface="Times"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u="none" dirty="0">
                          <a:solidFill>
                            <a:schemeClr val="tx1"/>
                          </a:solidFill>
                          <a:latin typeface="Times" panose="02020603050405020304" pitchFamily="18" charset="0"/>
                          <a:ea typeface="Calibri"/>
                          <a:cs typeface="Times" panose="02020603050405020304" pitchFamily="18" charset="0"/>
                        </a:rPr>
                        <a:t>2</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p:pic>
        <p:nvPicPr>
          <p:cNvPr id="13" name="Picture 12"/>
          <p:cNvPicPr>
            <a:picLocks noChangeAspect="1"/>
          </p:cNvPicPr>
          <p:nvPr/>
        </p:nvPicPr>
        <p:blipFill>
          <a:blip r:embed="rId2"/>
          <a:stretch>
            <a:fillRect/>
          </a:stretch>
        </p:blipFill>
        <p:spPr>
          <a:xfrm>
            <a:off x="30018" y="25400"/>
            <a:ext cx="1755800" cy="1024217"/>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812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Deming Point</a:t>
            </a:r>
          </a:p>
        </p:txBody>
      </p:sp>
    </p:spTree>
    <p:extLst>
      <p:ext uri="{BB962C8B-B14F-4D97-AF65-F5344CB8AC3E}">
        <p14:creationId xmlns:p14="http://schemas.microsoft.com/office/powerpoint/2010/main" val="3919311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806334" y="1083833"/>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p>
          </p:txBody>
        </p:sp>
      </p:grpSp>
      <p:sp>
        <p:nvSpPr>
          <p:cNvPr id="11" name="object 11"/>
          <p:cNvSpPr txBox="1"/>
          <p:nvPr/>
        </p:nvSpPr>
        <p:spPr>
          <a:xfrm>
            <a:off x="4185977" y="1772353"/>
            <a:ext cx="4343400" cy="2287395"/>
          </a:xfrm>
          <a:prstGeom prst="rect">
            <a:avLst/>
          </a:prstGeom>
        </p:spPr>
        <p:txBody>
          <a:bodyPr vert="horz" wrap="square" lIns="0" tIns="52425" rIns="0" bIns="0" rtlCol="0">
            <a:spAutoFit/>
          </a:bodyPr>
          <a:lstStyle/>
          <a:p>
            <a:pPr marL="342900" lvl="0" indent="-342900">
              <a:spcBef>
                <a:spcPct val="20000"/>
              </a:spcBef>
              <a:buFont typeface="Arial" pitchFamily="34" charset="0"/>
              <a:buChar char="•"/>
            </a:pPr>
            <a:r>
              <a:rPr lang="en-US" sz="2200" dirty="0">
                <a:latin typeface="Times New Roman" pitchFamily="18" charset="0"/>
                <a:cs typeface="Times New Roman" pitchFamily="18" charset="0"/>
              </a:rPr>
              <a:t>Concept of Warranty</a:t>
            </a:r>
          </a:p>
          <a:p>
            <a:pPr marL="342900" lvl="0" indent="-342900">
              <a:spcBef>
                <a:spcPct val="20000"/>
              </a:spcBef>
              <a:buFont typeface="Arial" pitchFamily="34" charset="0"/>
              <a:buChar char="•"/>
            </a:pPr>
            <a:r>
              <a:rPr lang="en-US" sz="2200" dirty="0">
                <a:latin typeface="Times New Roman" pitchFamily="18" charset="0"/>
                <a:cs typeface="Times New Roman" pitchFamily="18" charset="0"/>
              </a:rPr>
              <a:t>Concept of guarantee</a:t>
            </a:r>
          </a:p>
          <a:p>
            <a:pPr marL="342900" lvl="0" indent="-342900">
              <a:spcBef>
                <a:spcPct val="20000"/>
              </a:spcBef>
              <a:buFont typeface="Arial" pitchFamily="34" charset="0"/>
              <a:buChar char="•"/>
            </a:pPr>
            <a:r>
              <a:rPr lang="en-US" sz="2200" dirty="0">
                <a:latin typeface="Times New Roman" pitchFamily="18" charset="0"/>
                <a:cs typeface="Times New Roman" pitchFamily="18" charset="0"/>
              </a:rPr>
              <a:t>provides a confidence to customer about the quality of product or service.</a:t>
            </a:r>
          </a:p>
          <a:p>
            <a:pPr marL="342900" lvl="0" indent="-342900">
              <a:spcBef>
                <a:spcPct val="20000"/>
              </a:spcBef>
              <a:buFont typeface="Arial" pitchFamily="34" charset="0"/>
              <a:buChar char="•"/>
            </a:pPr>
            <a:endParaRPr lang="en-US" sz="2200" dirty="0">
              <a:solidFill>
                <a:prstClr val="black"/>
              </a:solidFill>
              <a:latin typeface="Times New Roman" panose="02020603050405020304" pitchFamily="18" charset="0"/>
              <a:cs typeface="Times New Roman" panose="02020603050405020304" pitchFamily="18" charset="0"/>
            </a:endParaRPr>
          </a:p>
        </p:txBody>
      </p:sp>
      <p:sp>
        <p:nvSpPr>
          <p:cNvPr id="12" name="object 12"/>
          <p:cNvSpPr/>
          <p:nvPr/>
        </p:nvSpPr>
        <p:spPr>
          <a:xfrm>
            <a:off x="3983182" y="3429000"/>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p>
        </p:txBody>
      </p:sp>
      <p:sp>
        <p:nvSpPr>
          <p:cNvPr id="13" name="Date Placeholder 12"/>
          <p:cNvSpPr>
            <a:spLocks noGrp="1"/>
          </p:cNvSpPr>
          <p:nvPr>
            <p:ph type="dt" sz="half" idx="10"/>
          </p:nvPr>
        </p:nvSpPr>
        <p:spPr/>
        <p:txBody>
          <a:bodyPr/>
          <a:lstStyle/>
          <a:p>
            <a:fld id="{114F597E-103A-49BD-9E06-6982933EBF78}" type="datetime1">
              <a:rPr lang="en-US" smtClean="0"/>
              <a:t>5/1/2026</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53</a:t>
            </a:fld>
            <a:endParaRPr lang="en-US"/>
          </a:p>
        </p:txBody>
      </p:sp>
      <p:sp>
        <p:nvSpPr>
          <p:cNvPr id="15" name="Footer Placeholder 14"/>
          <p:cNvSpPr>
            <a:spLocks noGrp="1"/>
          </p:cNvSpPr>
          <p:nvPr>
            <p:ph type="ftr" sz="quarter" idx="11"/>
          </p:nvPr>
        </p:nvSpPr>
        <p:spPr>
          <a:xfrm>
            <a:off x="1749136" y="6180511"/>
            <a:ext cx="5715000" cy="365125"/>
          </a:xfrm>
        </p:spPr>
        <p:txBody>
          <a:bodyPr/>
          <a:lstStyle/>
          <a:p>
            <a:r>
              <a:rPr lang="fi-FI" sz="2000"/>
              <a:t>Mr. Minhaj Nezami    AOE0861    TQM    Unit-1                         </a:t>
            </a:r>
            <a:endParaRPr lang="en-US" sz="2000" dirty="0"/>
          </a:p>
        </p:txBody>
      </p:sp>
      <p:pic>
        <p:nvPicPr>
          <p:cNvPr id="17" name="Picture 16"/>
          <p:cNvPicPr>
            <a:picLocks noChangeAspect="1"/>
          </p:cNvPicPr>
          <p:nvPr/>
        </p:nvPicPr>
        <p:blipFill>
          <a:blip r:embed="rId6"/>
          <a:stretch>
            <a:fillRect/>
          </a:stretch>
        </p:blipFill>
        <p:spPr>
          <a:xfrm>
            <a:off x="30018" y="25400"/>
            <a:ext cx="1755800" cy="1024217"/>
          </a:xfrm>
          <a:prstGeom prst="rect">
            <a:avLst/>
          </a:prstGeom>
        </p:spPr>
      </p:pic>
      <p:sp>
        <p:nvSpPr>
          <p:cNvPr id="18" name="Title 1">
            <a:extLst>
              <a:ext uri="{FF2B5EF4-FFF2-40B4-BE49-F238E27FC236}">
                <a16:creationId xmlns:a16="http://schemas.microsoft.com/office/drawing/2014/main" id="{1C7BBAA3-263A-8FE5-5AA3-E40EF73A5AE9}"/>
              </a:ext>
            </a:extLst>
          </p:cNvPr>
          <p:cNvSpPr txBox="1">
            <a:spLocks/>
          </p:cNvSpPr>
          <p:nvPr/>
        </p:nvSpPr>
        <p:spPr>
          <a:xfrm>
            <a:off x="1742209" y="-49376"/>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Prerequisite of Deming Point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rmAutofit/>
          </a:bodyPr>
          <a:lstStyle/>
          <a:p>
            <a:pPr algn="just">
              <a:lnSpc>
                <a:spcPct val="150000"/>
              </a:lnSpc>
            </a:pPr>
            <a:r>
              <a:rPr lang="en-US" sz="2200" dirty="0">
                <a:latin typeface="Times New Roman" pitchFamily="18" charset="0"/>
                <a:cs typeface="Times New Roman" pitchFamily="18" charset="0"/>
              </a:rPr>
              <a:t>Deming’s 14 points for Management were first presented in his book </a:t>
            </a:r>
            <a:r>
              <a:rPr lang="en-US" sz="2200" i="1" dirty="0">
                <a:latin typeface="Times New Roman" pitchFamily="18" charset="0"/>
                <a:cs typeface="Times New Roman" pitchFamily="18" charset="0"/>
              </a:rPr>
              <a:t>Out of the Crisis</a:t>
            </a:r>
            <a:r>
              <a:rPr lang="en-US" sz="2200" dirty="0">
                <a:latin typeface="Times New Roman" pitchFamily="18" charset="0"/>
                <a:cs typeface="Times New Roman" pitchFamily="18" charset="0"/>
              </a:rPr>
              <a:t>. With the 14 important management principles he offered a way to drastically improve the </a:t>
            </a:r>
            <a:r>
              <a:rPr lang="en-US" dirty="0">
                <a:latin typeface="Times New Roman" pitchFamily="18" charset="0"/>
                <a:cs typeface="Times New Roman" pitchFamily="18" charset="0"/>
              </a:rPr>
              <a:t>c</a:t>
            </a:r>
            <a:r>
              <a:rPr lang="en-US" sz="2200" dirty="0">
                <a:latin typeface="Times New Roman" pitchFamily="18" charset="0"/>
                <a:cs typeface="Times New Roman" pitchFamily="18" charset="0"/>
              </a:rPr>
              <a:t>ompany’s effectiveness. Many of these management principles are philosophical in nature, and some are more programmatic.</a:t>
            </a:r>
          </a:p>
          <a:p>
            <a:pPr algn="just">
              <a:lnSpc>
                <a:spcPct val="150000"/>
              </a:lnSpc>
            </a:pPr>
            <a:r>
              <a:rPr lang="en-US" sz="2200" dirty="0">
                <a:latin typeface="Times New Roman" pitchFamily="18" charset="0"/>
                <a:cs typeface="Times New Roman" pitchFamily="18" charset="0"/>
              </a:rPr>
              <a:t>All Deming’s 14 points for Management can bring about transformation. Below you will find a short description of the 14 points:</a:t>
            </a:r>
          </a:p>
          <a:p>
            <a:pPr marL="0" indent="0">
              <a:lnSpc>
                <a:spcPct val="150000"/>
              </a:lnSpc>
              <a:buNone/>
            </a:pPr>
            <a:endParaRPr lang="en-US" sz="2200" b="1" u="sng"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44F1CC2-68C4-4B44-97C8-B4CC1FC2324D}"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extLst>
      <p:ext uri="{BB962C8B-B14F-4D97-AF65-F5344CB8AC3E}">
        <p14:creationId xmlns:p14="http://schemas.microsoft.com/office/powerpoint/2010/main" val="3919311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990600"/>
            <a:ext cx="7239000" cy="4953000"/>
          </a:xfrm>
        </p:spPr>
        <p:txBody>
          <a:bodyPr>
            <a:normAutofit/>
          </a:bodyPr>
          <a:lstStyle/>
          <a:p>
            <a:pPr marL="0" indent="0" algn="just">
              <a:buNone/>
            </a:pPr>
            <a:r>
              <a:rPr lang="en-US" sz="2200" b="1" dirty="0">
                <a:latin typeface="Times New Roman" pitchFamily="18" charset="0"/>
                <a:cs typeface="Times New Roman" pitchFamily="18" charset="0"/>
              </a:rPr>
              <a:t>1. Create constancy of purpose</a:t>
            </a:r>
          </a:p>
          <a:p>
            <a:pPr marL="0" indent="0" algn="just">
              <a:buNone/>
            </a:pPr>
            <a:r>
              <a:rPr lang="en-US" sz="2200" dirty="0">
                <a:latin typeface="Times New Roman" pitchFamily="18" charset="0"/>
                <a:cs typeface="Times New Roman" pitchFamily="18" charset="0"/>
              </a:rPr>
              <a:t>Strive for constant improvement in products and services, with the aim of becoming competitive and ensuring consistency in the way business is done, which will ensure retention of employment. Do not just make adjustments at the end of the production process, but evaluate if improvements are necessary during the process and get started immediately.</a:t>
            </a:r>
          </a:p>
          <a:p>
            <a:pPr marL="0" indent="0" algn="just">
              <a:buNone/>
            </a:pPr>
            <a:r>
              <a:rPr lang="en-US" sz="2200" b="1" dirty="0">
                <a:latin typeface="Times New Roman" pitchFamily="18" charset="0"/>
                <a:cs typeface="Times New Roman" pitchFamily="18" charset="0"/>
              </a:rPr>
              <a:t>2. The new philosophy</a:t>
            </a:r>
          </a:p>
          <a:p>
            <a:pPr marL="0" indent="0" algn="just">
              <a:buNone/>
            </a:pPr>
            <a:r>
              <a:rPr lang="en-US" sz="2200" dirty="0">
                <a:latin typeface="Times New Roman" pitchFamily="18" charset="0"/>
                <a:cs typeface="Times New Roman" pitchFamily="18" charset="0"/>
              </a:rPr>
              <a:t>A new (economic) time offers new chances and challenges, and management must take responsibility for being open to such changes. Without change, a company can not sustain itself in a time when innovation occurs every day.</a:t>
            </a:r>
          </a:p>
          <a:p>
            <a:pPr marL="0" indent="0" algn="just">
              <a:buNone/>
            </a:pPr>
            <a:endParaRPr lang="en-US" sz="22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8E29DD26-F03F-475A-BF10-B7778163A29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22582" y="-16164"/>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extLst>
      <p:ext uri="{BB962C8B-B14F-4D97-AF65-F5344CB8AC3E}">
        <p14:creationId xmlns:p14="http://schemas.microsoft.com/office/powerpoint/2010/main" val="39193118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0600"/>
            <a:ext cx="7467600" cy="4953000"/>
          </a:xfrm>
        </p:spPr>
        <p:txBody>
          <a:bodyPr vert="horz" lIns="91440" tIns="45720" rIns="91440" bIns="45720" rtlCol="0" anchor="t">
            <a:normAutofit lnSpcReduction="10000"/>
          </a:bodyPr>
          <a:lstStyle/>
          <a:p>
            <a:pPr marL="0" indent="0" algn="just">
              <a:buNone/>
            </a:pPr>
            <a:r>
              <a:rPr lang="en-US" sz="2200" b="1" dirty="0">
                <a:latin typeface="Times New Roman"/>
                <a:cs typeface="Times New Roman"/>
              </a:rPr>
              <a:t>3. Cease dependence on inspection</a:t>
            </a:r>
          </a:p>
          <a:p>
            <a:pPr marL="0" indent="0" algn="just">
              <a:buNone/>
            </a:pPr>
            <a:r>
              <a:rPr lang="en-US" sz="2200" dirty="0">
                <a:latin typeface="Times New Roman" pitchFamily="18" charset="0"/>
                <a:cs typeface="Times New Roman" pitchFamily="18" charset="0"/>
              </a:rPr>
              <a:t>End the dependence on inspections and final checks to ensure quality. It is better to that quality checks take place during the process so that improvements can be made earlier. This section links back to the first point, which promotes the importance of interim improvements.</a:t>
            </a:r>
          </a:p>
          <a:p>
            <a:pPr marL="0" indent="0" algn="just">
              <a:buNone/>
            </a:pPr>
            <a:endParaRPr lang="en-US" sz="2200" dirty="0">
              <a:latin typeface="Times New Roman" pitchFamily="18" charset="0"/>
              <a:cs typeface="Times New Roman" pitchFamily="18" charset="0"/>
            </a:endParaRPr>
          </a:p>
          <a:p>
            <a:pPr marL="0" indent="0" algn="just">
              <a:buNone/>
            </a:pPr>
            <a:r>
              <a:rPr lang="en-US" sz="2200" b="1" dirty="0">
                <a:latin typeface="Times New Roman"/>
                <a:cs typeface="Times New Roman"/>
              </a:rPr>
              <a:t>4. End ‘lowest tender’ contract</a:t>
            </a:r>
          </a:p>
          <a:p>
            <a:pPr marL="0" indent="0" algn="just">
              <a:buNone/>
            </a:pPr>
            <a:r>
              <a:rPr lang="en-US" sz="2200" dirty="0">
                <a:latin typeface="Times New Roman"/>
                <a:cs typeface="Times New Roman"/>
              </a:rPr>
              <a:t>Move towards a single supplier for any one item. Stop doing business and negotiate with suppliers based on the lowest price. It is worthwhile in the long term to build a good and long-standing relationship with suppliers, which fosters trust and increases loyalty. An organization should be able to rely on their suppliers; they supply the parts for the production line and are the first link to a high quality product.</a:t>
            </a:r>
          </a:p>
          <a:p>
            <a:pPr algn="just"/>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559534E-0A66-444D-AA01-1275029301BE}"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extLst>
      <p:ext uri="{BB962C8B-B14F-4D97-AF65-F5344CB8AC3E}">
        <p14:creationId xmlns:p14="http://schemas.microsoft.com/office/powerpoint/2010/main" val="39193118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rmAutofit/>
          </a:bodyPr>
          <a:lstStyle/>
          <a:p>
            <a:pPr marL="0" indent="0" algn="just">
              <a:buNone/>
            </a:pPr>
            <a:r>
              <a:rPr lang="en-US" sz="2000" b="1" dirty="0">
                <a:latin typeface="Times New Roman" pitchFamily="18" charset="0"/>
                <a:cs typeface="Times New Roman" pitchFamily="18" charset="0"/>
              </a:rPr>
              <a:t>5. Continually seek out problems</a:t>
            </a:r>
          </a:p>
          <a:p>
            <a:pPr marL="0" indent="0" algn="just">
              <a:buNone/>
            </a:pPr>
            <a:r>
              <a:rPr lang="en-US" sz="2200" dirty="0">
                <a:latin typeface="Times New Roman" pitchFamily="18" charset="0"/>
                <a:cs typeface="Times New Roman" pitchFamily="18" charset="0"/>
              </a:rPr>
              <a:t>Improve constantly and forever. Continuous process improvement of production and service results in improved quality and productivity, which in turn leads to cost reduction. This part also relates to the first and third points. Improved quality leads to less waste of other raw materials, which subsequently has a cost-effective effect.</a:t>
            </a:r>
          </a:p>
          <a:p>
            <a:pPr marL="0" indent="0" algn="just">
              <a:buNone/>
            </a:pPr>
            <a:endParaRPr lang="en-US" sz="2200" dirty="0">
              <a:latin typeface="Times New Roman" pitchFamily="18" charset="0"/>
              <a:cs typeface="Times New Roman" pitchFamily="18" charset="0"/>
            </a:endParaRPr>
          </a:p>
          <a:p>
            <a:pPr marL="0" indent="0" algn="just">
              <a:buNone/>
            </a:pPr>
            <a:r>
              <a:rPr lang="en-US" sz="2200" b="1" dirty="0">
                <a:latin typeface="Times New Roman" pitchFamily="18" charset="0"/>
                <a:cs typeface="Times New Roman" pitchFamily="18" charset="0"/>
              </a:rPr>
              <a:t>6. Institute training on the job</a:t>
            </a:r>
          </a:p>
          <a:p>
            <a:pPr marL="0" indent="0" algn="just">
              <a:buNone/>
            </a:pPr>
            <a:r>
              <a:rPr lang="en-US" sz="2200" dirty="0">
                <a:latin typeface="Times New Roman" pitchFamily="18" charset="0"/>
                <a:cs typeface="Times New Roman" pitchFamily="18" charset="0"/>
              </a:rPr>
              <a:t>Training and development of employees is necessary for the survival of an organization. By integrating it into the organization, it will be considered as normal for the employees, as part of their Personal Development Plan.</a:t>
            </a:r>
          </a:p>
          <a:p>
            <a:pPr marL="0" indent="0">
              <a:buNone/>
            </a:pPr>
            <a:endParaRPr lang="en-US" sz="22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683453C-5A49-4CB3-9FFA-481942EB1A6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1575"/>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extLst>
      <p:ext uri="{BB962C8B-B14F-4D97-AF65-F5344CB8AC3E}">
        <p14:creationId xmlns:p14="http://schemas.microsoft.com/office/powerpoint/2010/main" val="39193118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vert="horz" lIns="91440" tIns="45720" rIns="91440" bIns="45720" rtlCol="0" anchor="t">
            <a:normAutofit/>
          </a:bodyPr>
          <a:lstStyle/>
          <a:p>
            <a:pPr marL="0" indent="0" algn="just">
              <a:buNone/>
            </a:pPr>
            <a:r>
              <a:rPr lang="en-US" sz="2200" b="1" dirty="0">
                <a:latin typeface="Times New Roman"/>
                <a:cs typeface="Times New Roman"/>
              </a:rPr>
              <a:t>7. Institute supervision</a:t>
            </a:r>
          </a:p>
          <a:p>
            <a:pPr marL="0" indent="0" algn="just">
              <a:buNone/>
            </a:pPr>
            <a:r>
              <a:rPr lang="en-US" sz="2200" dirty="0">
                <a:latin typeface="Times New Roman"/>
                <a:cs typeface="Times New Roman"/>
              </a:rPr>
              <a:t>Adopt and institute leadership. Leadership needs to be stimulated. By leading and supervising, managers are able to help employees and make machines work better. Their helicopter view ensures that they can see everything that happens on the workplace. They will also have to delegate more tasks so that they can fully focus on the big picture.</a:t>
            </a:r>
          </a:p>
          <a:p>
            <a:pPr marL="0" indent="0" algn="just">
              <a:buNone/>
            </a:pPr>
            <a:endParaRPr lang="en-US" sz="2200" dirty="0">
              <a:latin typeface="Times New Roman"/>
              <a:cs typeface="Times New Roman"/>
            </a:endParaRPr>
          </a:p>
          <a:p>
            <a:pPr marL="0" indent="0" algn="just">
              <a:buNone/>
            </a:pPr>
            <a:r>
              <a:rPr lang="en-US" sz="2200" b="1" dirty="0">
                <a:latin typeface="Times New Roman"/>
                <a:cs typeface="Times New Roman"/>
              </a:rPr>
              <a:t>8. Drive out fear</a:t>
            </a:r>
          </a:p>
          <a:p>
            <a:pPr marL="0" indent="0" algn="just">
              <a:buNone/>
            </a:pPr>
            <a:r>
              <a:rPr lang="en-US" sz="2200" dirty="0">
                <a:latin typeface="Times New Roman"/>
                <a:cs typeface="Times New Roman"/>
              </a:rPr>
              <a:t>Fear is paralyzing. Therefore, fear must be eliminated on the work floor so that everyone can work effectively for the company, feel safe and take risks. Transparent communication, motivation, respect and interest in each other and each other’s work can contribute to this.</a:t>
            </a:r>
          </a:p>
          <a:p>
            <a:pPr algn="just"/>
            <a:endParaRPr lang="en-US" sz="22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C9DEE98-2392-4331-AD7F-D81CB70C395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9236"/>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extLst>
      <p:ext uri="{BB962C8B-B14F-4D97-AF65-F5344CB8AC3E}">
        <p14:creationId xmlns:p14="http://schemas.microsoft.com/office/powerpoint/2010/main" val="39193118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rmAutofit/>
          </a:bodyPr>
          <a:lstStyle/>
          <a:p>
            <a:pPr marL="0" indent="0" algn="just">
              <a:buNone/>
            </a:pPr>
            <a:r>
              <a:rPr lang="en-US" sz="2200" b="1" dirty="0">
                <a:latin typeface="Times New Roman" pitchFamily="18" charset="0"/>
                <a:cs typeface="Times New Roman" pitchFamily="18" charset="0"/>
              </a:rPr>
              <a:t>9. Break down barriers</a:t>
            </a:r>
          </a:p>
          <a:p>
            <a:pPr marL="0" indent="0" algn="just">
              <a:buNone/>
            </a:pPr>
            <a:r>
              <a:rPr lang="en-US" sz="2200" dirty="0">
                <a:latin typeface="Times New Roman" pitchFamily="18" charset="0"/>
                <a:cs typeface="Times New Roman" pitchFamily="18" charset="0"/>
              </a:rPr>
              <a:t>By eliminating the boundaries between departments, cooperation can be better and different expert teams will understand each other better. This can be done by, for example, the creation of multifunctional teams, each with an equal share and open to each other’s ideas.</a:t>
            </a:r>
          </a:p>
          <a:p>
            <a:pPr marL="0" indent="0" algn="just">
              <a:buNone/>
            </a:pPr>
            <a:endParaRPr lang="en-US" sz="2200" dirty="0">
              <a:latin typeface="Times New Roman" pitchFamily="18" charset="0"/>
              <a:cs typeface="Times New Roman" pitchFamily="18" charset="0"/>
            </a:endParaRPr>
          </a:p>
          <a:p>
            <a:pPr marL="0" indent="0" algn="just">
              <a:buNone/>
            </a:pPr>
            <a:r>
              <a:rPr lang="en-US" sz="2200" b="1" dirty="0">
                <a:latin typeface="Times New Roman" pitchFamily="18" charset="0"/>
                <a:cs typeface="Times New Roman" pitchFamily="18" charset="0"/>
              </a:rPr>
              <a:t>10. Eliminate exhortations</a:t>
            </a:r>
          </a:p>
          <a:p>
            <a:pPr marL="0" indent="0" algn="just">
              <a:buNone/>
            </a:pPr>
            <a:r>
              <a:rPr lang="en-US" sz="2200" dirty="0">
                <a:latin typeface="Times New Roman" pitchFamily="18" charset="0"/>
                <a:cs typeface="Times New Roman" pitchFamily="18" charset="0"/>
              </a:rPr>
              <a:t>Remove ‘stimulating’ slogans from the workplace. Such slogans, warnings and exhortations are perceived as being patronizing. Quality and production problems do not arise from the individual employee, but from the system itself.</a:t>
            </a:r>
          </a:p>
          <a:p>
            <a:pPr marL="0" indent="0">
              <a:buNone/>
            </a:pPr>
            <a:endParaRPr lang="en-US" sz="22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1AE2948-97FA-4304-957B-AD827EABA5A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31818" y="-3004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extLst>
      <p:ext uri="{BB962C8B-B14F-4D97-AF65-F5344CB8AC3E}">
        <p14:creationId xmlns:p14="http://schemas.microsoft.com/office/powerpoint/2010/main" val="39193118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rmAutofit/>
          </a:bodyPr>
          <a:lstStyle/>
          <a:p>
            <a:pPr marL="0" indent="0" algn="just">
              <a:buNone/>
            </a:pPr>
            <a:r>
              <a:rPr lang="en-US" sz="2200" b="1" dirty="0">
                <a:latin typeface="Times New Roman" pitchFamily="18" charset="0"/>
                <a:cs typeface="Times New Roman" pitchFamily="18" charset="0"/>
              </a:rPr>
              <a:t>11. Eliminate targets</a:t>
            </a:r>
          </a:p>
          <a:p>
            <a:pPr marL="0" indent="0" algn="just">
              <a:buNone/>
            </a:pPr>
            <a:r>
              <a:rPr lang="en-US" sz="2200" dirty="0">
                <a:latin typeface="Times New Roman" pitchFamily="18" charset="0"/>
                <a:cs typeface="Times New Roman" pitchFamily="18" charset="0"/>
              </a:rPr>
              <a:t>No more focus on achieving certain margins; that impedes professionals from performing their work well and taking the necessary time for it. Rushing through the work can cause production errors. Managers should therefore focus on quality rather than quantity.</a:t>
            </a:r>
          </a:p>
          <a:p>
            <a:pPr marL="0" indent="0" algn="just">
              <a:buNone/>
            </a:pPr>
            <a:endParaRPr lang="en-US" sz="2200" dirty="0">
              <a:latin typeface="Times New Roman" pitchFamily="18" charset="0"/>
              <a:cs typeface="Times New Roman" pitchFamily="18" charset="0"/>
            </a:endParaRPr>
          </a:p>
          <a:p>
            <a:pPr marL="0" indent="0" algn="just">
              <a:buNone/>
            </a:pPr>
            <a:r>
              <a:rPr lang="en-US" sz="2200" b="1" dirty="0">
                <a:latin typeface="Times New Roman" pitchFamily="18" charset="0"/>
                <a:cs typeface="Times New Roman" pitchFamily="18" charset="0"/>
              </a:rPr>
              <a:t>12. Permit pride of workmanship</a:t>
            </a:r>
          </a:p>
          <a:p>
            <a:pPr marL="0" indent="0" algn="just">
              <a:buNone/>
            </a:pPr>
            <a:r>
              <a:rPr lang="en-US" sz="2200" dirty="0">
                <a:latin typeface="Times New Roman" pitchFamily="18" charset="0"/>
                <a:cs typeface="Times New Roman" pitchFamily="18" charset="0"/>
              </a:rPr>
              <a:t>Let employees be proud of their craftsmanship and expertise again. This relates back to the eleventh point. Employees feel more satisfaction when they get a chance to execute their work well and professionally, without feeling the pressure of deadlines.</a:t>
            </a:r>
          </a:p>
          <a:p>
            <a:pPr marL="0" indent="0" algn="just">
              <a:buNone/>
            </a:pPr>
            <a:endParaRPr lang="en-US" sz="22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8FA3C652-BBA6-4926-9B68-72231A571434}"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extLst>
      <p:ext uri="{BB962C8B-B14F-4D97-AF65-F5344CB8AC3E}">
        <p14:creationId xmlns:p14="http://schemas.microsoft.com/office/powerpoint/2010/main" val="39193118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724400"/>
          </a:xfrm>
        </p:spPr>
        <p:txBody>
          <a:bodyPr>
            <a:normAutofit/>
          </a:bodyPr>
          <a:lstStyle/>
          <a:p>
            <a:pPr marL="0" indent="0" algn="just">
              <a:buNone/>
            </a:pPr>
            <a:r>
              <a:rPr lang="en-US" sz="2200" b="1" dirty="0">
                <a:latin typeface="Times New Roman" pitchFamily="18" charset="0"/>
                <a:cs typeface="Times New Roman" pitchFamily="18" charset="0"/>
              </a:rPr>
              <a:t>13. </a:t>
            </a:r>
            <a:r>
              <a:rPr lang="en-US" sz="2000" b="1" dirty="0">
                <a:latin typeface="Times New Roman" pitchFamily="18" charset="0"/>
                <a:cs typeface="Times New Roman" pitchFamily="18" charset="0"/>
              </a:rPr>
              <a:t>Institute education</a:t>
            </a:r>
          </a:p>
          <a:p>
            <a:pPr marL="0" indent="0" algn="just">
              <a:buNone/>
            </a:pPr>
            <a:r>
              <a:rPr lang="en-US" sz="2000" dirty="0">
                <a:latin typeface="Times New Roman" pitchFamily="18" charset="0"/>
                <a:cs typeface="Times New Roman" pitchFamily="18" charset="0"/>
              </a:rPr>
              <a:t>Integrate and promote training, self-development and improvement for each employee. This directly connects to the sixth point. By encouraging employees to work for themselves and to see their studies and training as a self-evident part of their jobs, they are able to elevate themselves to a higher level.</a:t>
            </a:r>
          </a:p>
          <a:p>
            <a:pPr marL="0" indent="0" algn="just">
              <a:buNone/>
            </a:pPr>
            <a:r>
              <a:rPr lang="en-US" sz="2000" b="1" dirty="0">
                <a:latin typeface="Times New Roman" pitchFamily="18" charset="0"/>
                <a:cs typeface="Times New Roman" pitchFamily="18" charset="0"/>
              </a:rPr>
              <a:t>14. The transformation is everyone’s job</a:t>
            </a:r>
          </a:p>
          <a:p>
            <a:pPr marL="0" indent="0" algn="just">
              <a:buNone/>
            </a:pPr>
            <a:r>
              <a:rPr lang="en-US" sz="2000" dirty="0">
                <a:latin typeface="Times New Roman" pitchFamily="18" charset="0"/>
                <a:cs typeface="Times New Roman" pitchFamily="18" charset="0"/>
              </a:rPr>
              <a:t>Transformation is the work of everyone. Set forth concrete actions to implement and realize transformation and change throughout the organization.</a:t>
            </a:r>
          </a:p>
          <a:p>
            <a:pPr>
              <a:lnSpc>
                <a:spcPct val="200000"/>
              </a:lnSpc>
              <a:buNone/>
            </a:pPr>
            <a:br>
              <a:rPr lang="en-US" sz="2400" dirty="0"/>
            </a:b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7272899-5C3B-4CE4-AA99-17819A20E34D}"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sp>
        <p:nvSpPr>
          <p:cNvPr id="10" name="object 5"/>
          <p:cNvSpPr txBox="1"/>
          <p:nvPr/>
        </p:nvSpPr>
        <p:spPr>
          <a:xfrm>
            <a:off x="609600" y="4129108"/>
            <a:ext cx="4495800" cy="1868460"/>
          </a:xfrm>
          <a:prstGeom prst="rect">
            <a:avLst/>
          </a:prstGeom>
          <a:ln w="9144">
            <a:solidFill>
              <a:srgbClr val="D16248"/>
            </a:solidFill>
          </a:ln>
        </p:spPr>
        <p:txBody>
          <a:bodyPr vert="horz" wrap="square" lIns="0" tIns="3810" rIns="0" bIns="0" rtlCol="0">
            <a:spAutoFit/>
          </a:bodyPr>
          <a:lstStyle/>
          <a:p>
            <a:pPr marL="154940">
              <a:lnSpc>
                <a:spcPts val="2145"/>
              </a:lnSpc>
              <a:spcBef>
                <a:spcPts val="30"/>
              </a:spcBef>
              <a:tabLst>
                <a:tab pos="359410" algn="l"/>
              </a:tabLst>
            </a:pPr>
            <a:r>
              <a:rPr sz="1800" dirty="0">
                <a:solidFill>
                  <a:srgbClr val="333333"/>
                </a:solidFill>
                <a:latin typeface="Arial MT"/>
                <a:cs typeface="Arial MT"/>
              </a:rPr>
              <a:t>”	</a:t>
            </a:r>
            <a:r>
              <a:rPr sz="1800" spc="-5" dirty="0">
                <a:solidFill>
                  <a:srgbClr val="333333"/>
                </a:solidFill>
                <a:latin typeface="Tahoma"/>
                <a:cs typeface="Tahoma"/>
              </a:rPr>
              <a:t>father</a:t>
            </a:r>
            <a:r>
              <a:rPr sz="1800" spc="-20" dirty="0">
                <a:solidFill>
                  <a:srgbClr val="333333"/>
                </a:solidFill>
                <a:latin typeface="Tahoma"/>
                <a:cs typeface="Tahoma"/>
              </a:rPr>
              <a:t> </a:t>
            </a:r>
            <a:r>
              <a:rPr sz="1800" dirty="0">
                <a:solidFill>
                  <a:srgbClr val="333333"/>
                </a:solidFill>
                <a:latin typeface="Tahoma"/>
                <a:cs typeface="Tahoma"/>
              </a:rPr>
              <a:t>of</a:t>
            </a:r>
            <a:r>
              <a:rPr sz="1800" spc="-15" dirty="0">
                <a:solidFill>
                  <a:srgbClr val="333333"/>
                </a:solidFill>
                <a:latin typeface="Tahoma"/>
                <a:cs typeface="Tahoma"/>
              </a:rPr>
              <a:t> </a:t>
            </a:r>
            <a:r>
              <a:rPr sz="1800" spc="-5" dirty="0">
                <a:solidFill>
                  <a:srgbClr val="333333"/>
                </a:solidFill>
                <a:latin typeface="Tahoma"/>
                <a:cs typeface="Tahoma"/>
              </a:rPr>
              <a:t>statistical</a:t>
            </a:r>
            <a:r>
              <a:rPr sz="1800" spc="-15" dirty="0">
                <a:solidFill>
                  <a:srgbClr val="333333"/>
                </a:solidFill>
                <a:latin typeface="Tahoma"/>
                <a:cs typeface="Tahoma"/>
              </a:rPr>
              <a:t> </a:t>
            </a:r>
            <a:r>
              <a:rPr sz="1800" spc="-5" dirty="0">
                <a:solidFill>
                  <a:srgbClr val="333333"/>
                </a:solidFill>
                <a:latin typeface="Tahoma"/>
                <a:cs typeface="Tahoma"/>
              </a:rPr>
              <a:t>quality</a:t>
            </a:r>
            <a:r>
              <a:rPr sz="1800" spc="-15" dirty="0">
                <a:solidFill>
                  <a:srgbClr val="333333"/>
                </a:solidFill>
                <a:latin typeface="Tahoma"/>
                <a:cs typeface="Tahoma"/>
              </a:rPr>
              <a:t> </a:t>
            </a:r>
            <a:r>
              <a:rPr sz="1800" spc="-5" dirty="0">
                <a:solidFill>
                  <a:srgbClr val="333333"/>
                </a:solidFill>
                <a:latin typeface="Tahoma"/>
                <a:cs typeface="Tahoma"/>
              </a:rPr>
              <a:t>control</a:t>
            </a:r>
            <a:r>
              <a:rPr sz="1800" spc="-80" dirty="0">
                <a:solidFill>
                  <a:srgbClr val="333333"/>
                </a:solidFill>
                <a:latin typeface="Tahoma"/>
                <a:cs typeface="Tahoma"/>
              </a:rPr>
              <a:t> </a:t>
            </a:r>
            <a:r>
              <a:rPr sz="1800" spc="-5" dirty="0">
                <a:solidFill>
                  <a:srgbClr val="333333"/>
                </a:solidFill>
                <a:latin typeface="Arial MT"/>
                <a:cs typeface="Arial MT"/>
              </a:rPr>
              <a:t>.".</a:t>
            </a:r>
            <a:endParaRPr sz="1800" dirty="0">
              <a:latin typeface="Arial MT"/>
              <a:cs typeface="Arial MT"/>
            </a:endParaRPr>
          </a:p>
          <a:p>
            <a:pPr marL="91440">
              <a:lnSpc>
                <a:spcPts val="3825"/>
              </a:lnSpc>
            </a:pPr>
            <a:r>
              <a:rPr sz="3200" b="1" spc="-5" dirty="0">
                <a:solidFill>
                  <a:srgbClr val="333333"/>
                </a:solidFill>
                <a:latin typeface="Tahoma"/>
                <a:cs typeface="Tahoma"/>
              </a:rPr>
              <a:t>PDCA</a:t>
            </a:r>
            <a:r>
              <a:rPr sz="3200" b="1" spc="-95" dirty="0">
                <a:solidFill>
                  <a:srgbClr val="333333"/>
                </a:solidFill>
                <a:latin typeface="Tahoma"/>
                <a:cs typeface="Tahoma"/>
              </a:rPr>
              <a:t> </a:t>
            </a:r>
            <a:r>
              <a:rPr sz="3200" b="1" dirty="0">
                <a:solidFill>
                  <a:srgbClr val="333333"/>
                </a:solidFill>
                <a:latin typeface="Tahoma"/>
                <a:cs typeface="Tahoma"/>
              </a:rPr>
              <a:t>:</a:t>
            </a:r>
            <a:endParaRPr sz="3200" dirty="0">
              <a:latin typeface="Tahoma"/>
              <a:cs typeface="Tahoma"/>
            </a:endParaRPr>
          </a:p>
          <a:p>
            <a:pPr marL="309245" indent="-218440">
              <a:lnSpc>
                <a:spcPct val="100000"/>
              </a:lnSpc>
              <a:spcBef>
                <a:spcPts val="30"/>
              </a:spcBef>
              <a:buSzPct val="94444"/>
              <a:buAutoNum type="arabicPeriod"/>
              <a:tabLst>
                <a:tab pos="309880" algn="l"/>
              </a:tabLst>
            </a:pPr>
            <a:r>
              <a:rPr sz="1800" b="1" dirty="0">
                <a:latin typeface="Tahoma"/>
                <a:cs typeface="Tahoma"/>
              </a:rPr>
              <a:t>P</a:t>
            </a:r>
            <a:r>
              <a:rPr sz="1800" dirty="0">
                <a:latin typeface="Tahoma"/>
                <a:cs typeface="Tahoma"/>
              </a:rPr>
              <a:t>lan</a:t>
            </a:r>
            <a:r>
              <a:rPr sz="1800" spc="-85" dirty="0">
                <a:latin typeface="Tahoma"/>
                <a:cs typeface="Tahoma"/>
              </a:rPr>
              <a:t> </a:t>
            </a:r>
            <a:r>
              <a:rPr sz="1800" spc="-5" dirty="0">
                <a:latin typeface="Tahoma"/>
                <a:cs typeface="Tahoma"/>
              </a:rPr>
              <a:t>the</a:t>
            </a:r>
            <a:r>
              <a:rPr sz="1800" spc="-35" dirty="0">
                <a:latin typeface="Tahoma"/>
                <a:cs typeface="Tahoma"/>
              </a:rPr>
              <a:t> </a:t>
            </a:r>
            <a:r>
              <a:rPr sz="1800" spc="-5" dirty="0">
                <a:latin typeface="Tahoma"/>
                <a:cs typeface="Tahoma"/>
              </a:rPr>
              <a:t>improvement</a:t>
            </a:r>
            <a:endParaRPr sz="1800" dirty="0">
              <a:latin typeface="Tahoma"/>
              <a:cs typeface="Tahoma"/>
            </a:endParaRPr>
          </a:p>
          <a:p>
            <a:pPr marL="345440" indent="-254635">
              <a:lnSpc>
                <a:spcPct val="100000"/>
              </a:lnSpc>
              <a:buFont typeface="Arial MT"/>
              <a:buAutoNum type="arabicPeriod"/>
              <a:tabLst>
                <a:tab pos="346075" algn="l"/>
              </a:tabLst>
            </a:pPr>
            <a:r>
              <a:rPr sz="1800" b="1" dirty="0">
                <a:latin typeface="Tahoma"/>
                <a:cs typeface="Tahoma"/>
              </a:rPr>
              <a:t>D</a:t>
            </a:r>
            <a:r>
              <a:rPr sz="1800" dirty="0">
                <a:latin typeface="Tahoma"/>
                <a:cs typeface="Tahoma"/>
              </a:rPr>
              <a:t>o</a:t>
            </a:r>
            <a:r>
              <a:rPr sz="1800" spc="-85" dirty="0">
                <a:latin typeface="Tahoma"/>
                <a:cs typeface="Tahoma"/>
              </a:rPr>
              <a:t> </a:t>
            </a:r>
            <a:r>
              <a:rPr sz="1800" dirty="0">
                <a:latin typeface="Tahoma"/>
                <a:cs typeface="Tahoma"/>
              </a:rPr>
              <a:t>and</a:t>
            </a:r>
            <a:r>
              <a:rPr sz="1800" spc="-10" dirty="0">
                <a:latin typeface="Tahoma"/>
                <a:cs typeface="Tahoma"/>
              </a:rPr>
              <a:t> </a:t>
            </a:r>
            <a:r>
              <a:rPr sz="1800" spc="-5" dirty="0">
                <a:latin typeface="Tahoma"/>
                <a:cs typeface="Tahoma"/>
              </a:rPr>
              <a:t>start</a:t>
            </a:r>
            <a:r>
              <a:rPr sz="1800" spc="-15" dirty="0">
                <a:latin typeface="Tahoma"/>
                <a:cs typeface="Tahoma"/>
              </a:rPr>
              <a:t> </a:t>
            </a:r>
            <a:r>
              <a:rPr sz="1800" spc="-5" dirty="0">
                <a:latin typeface="Tahoma"/>
                <a:cs typeface="Tahoma"/>
              </a:rPr>
              <a:t>the</a:t>
            </a:r>
            <a:r>
              <a:rPr sz="1800" spc="-10" dirty="0">
                <a:latin typeface="Tahoma"/>
                <a:cs typeface="Tahoma"/>
              </a:rPr>
              <a:t> </a:t>
            </a:r>
            <a:r>
              <a:rPr sz="1800" spc="-5" dirty="0">
                <a:latin typeface="Tahoma"/>
                <a:cs typeface="Tahoma"/>
              </a:rPr>
              <a:t>change</a:t>
            </a:r>
            <a:endParaRPr sz="1800" dirty="0">
              <a:latin typeface="Tahoma"/>
              <a:cs typeface="Tahoma"/>
            </a:endParaRPr>
          </a:p>
          <a:p>
            <a:pPr marL="350520" indent="-259079">
              <a:lnSpc>
                <a:spcPct val="100000"/>
              </a:lnSpc>
              <a:spcBef>
                <a:spcPts val="5"/>
              </a:spcBef>
              <a:buFont typeface="Tahoma"/>
              <a:buAutoNum type="arabicPeriod"/>
              <a:tabLst>
                <a:tab pos="350520" algn="l"/>
              </a:tabLst>
            </a:pPr>
            <a:r>
              <a:rPr sz="1800" b="1" spc="-5" dirty="0">
                <a:latin typeface="Tahoma"/>
                <a:cs typeface="Tahoma"/>
              </a:rPr>
              <a:t>C</a:t>
            </a:r>
            <a:r>
              <a:rPr sz="1800" spc="-5" dirty="0">
                <a:latin typeface="Tahoma"/>
                <a:cs typeface="Tahoma"/>
              </a:rPr>
              <a:t>heck</a:t>
            </a:r>
            <a:r>
              <a:rPr sz="1800" spc="-10" dirty="0">
                <a:latin typeface="Tahoma"/>
                <a:cs typeface="Tahoma"/>
              </a:rPr>
              <a:t> </a:t>
            </a:r>
            <a:r>
              <a:rPr sz="1800" spc="-5" dirty="0">
                <a:latin typeface="Tahoma"/>
                <a:cs typeface="Tahoma"/>
              </a:rPr>
              <a:t>the</a:t>
            </a:r>
            <a:r>
              <a:rPr sz="1800" spc="-15" dirty="0">
                <a:latin typeface="Tahoma"/>
                <a:cs typeface="Tahoma"/>
              </a:rPr>
              <a:t> </a:t>
            </a:r>
            <a:r>
              <a:rPr sz="1800" spc="-5" dirty="0">
                <a:latin typeface="Tahoma"/>
                <a:cs typeface="Tahoma"/>
              </a:rPr>
              <a:t>results</a:t>
            </a:r>
            <a:r>
              <a:rPr sz="1800" spc="-10" dirty="0">
                <a:latin typeface="Tahoma"/>
                <a:cs typeface="Tahoma"/>
              </a:rPr>
              <a:t> </a:t>
            </a:r>
            <a:r>
              <a:rPr sz="1800" spc="-5" dirty="0">
                <a:latin typeface="Tahoma"/>
                <a:cs typeface="Tahoma"/>
              </a:rPr>
              <a:t>of</a:t>
            </a:r>
            <a:r>
              <a:rPr sz="1800" spc="-15" dirty="0">
                <a:latin typeface="Tahoma"/>
                <a:cs typeface="Tahoma"/>
              </a:rPr>
              <a:t> </a:t>
            </a:r>
            <a:r>
              <a:rPr sz="1800" spc="-5" dirty="0">
                <a:latin typeface="Tahoma"/>
                <a:cs typeface="Tahoma"/>
              </a:rPr>
              <a:t>improvement</a:t>
            </a:r>
            <a:endParaRPr sz="1800" dirty="0">
              <a:latin typeface="Tahoma"/>
              <a:cs typeface="Tahoma"/>
            </a:endParaRPr>
          </a:p>
          <a:p>
            <a:pPr marL="414020" indent="-323215">
              <a:lnSpc>
                <a:spcPct val="100000"/>
              </a:lnSpc>
              <a:buFont typeface="Tahoma"/>
              <a:buAutoNum type="arabicPeriod"/>
              <a:tabLst>
                <a:tab pos="414020" algn="l"/>
                <a:tab pos="414655" algn="l"/>
              </a:tabLst>
            </a:pPr>
            <a:r>
              <a:rPr sz="1800" b="1" dirty="0">
                <a:latin typeface="Tahoma"/>
                <a:cs typeface="Tahoma"/>
              </a:rPr>
              <a:t>A</a:t>
            </a:r>
            <a:r>
              <a:rPr sz="1800" dirty="0">
                <a:latin typeface="Tahoma"/>
                <a:cs typeface="Tahoma"/>
              </a:rPr>
              <a:t>ct</a:t>
            </a:r>
            <a:r>
              <a:rPr sz="1800" spc="-15" dirty="0">
                <a:latin typeface="Tahoma"/>
                <a:cs typeface="Tahoma"/>
              </a:rPr>
              <a:t> </a:t>
            </a:r>
            <a:r>
              <a:rPr sz="1800" spc="-5" dirty="0">
                <a:latin typeface="Tahoma"/>
                <a:cs typeface="Tahoma"/>
              </a:rPr>
              <a:t>to</a:t>
            </a:r>
            <a:r>
              <a:rPr sz="1800" spc="-15" dirty="0">
                <a:latin typeface="Tahoma"/>
                <a:cs typeface="Tahoma"/>
              </a:rPr>
              <a:t> </a:t>
            </a:r>
            <a:r>
              <a:rPr sz="1800" dirty="0">
                <a:latin typeface="Tahoma"/>
                <a:cs typeface="Tahoma"/>
              </a:rPr>
              <a:t>hold</a:t>
            </a:r>
            <a:r>
              <a:rPr sz="1800" spc="-10" dirty="0">
                <a:latin typeface="Tahoma"/>
                <a:cs typeface="Tahoma"/>
              </a:rPr>
              <a:t> </a:t>
            </a:r>
            <a:r>
              <a:rPr sz="1800" spc="-5" dirty="0">
                <a:latin typeface="Tahoma"/>
                <a:cs typeface="Tahoma"/>
              </a:rPr>
              <a:t>the </a:t>
            </a:r>
            <a:r>
              <a:rPr sz="1800" dirty="0">
                <a:latin typeface="Tahoma"/>
                <a:cs typeface="Tahoma"/>
              </a:rPr>
              <a:t>gain</a:t>
            </a:r>
            <a:r>
              <a:rPr sz="1800" spc="-10" dirty="0">
                <a:latin typeface="Tahoma"/>
                <a:cs typeface="Tahoma"/>
              </a:rPr>
              <a:t> </a:t>
            </a:r>
            <a:r>
              <a:rPr sz="1800" dirty="0">
                <a:latin typeface="Tahoma"/>
                <a:cs typeface="Tahoma"/>
              </a:rPr>
              <a:t>or</a:t>
            </a:r>
            <a:r>
              <a:rPr sz="1800" spc="-5" dirty="0">
                <a:latin typeface="Tahoma"/>
                <a:cs typeface="Tahoma"/>
              </a:rPr>
              <a:t> start</a:t>
            </a:r>
            <a:r>
              <a:rPr sz="1800" spc="-15" dirty="0">
                <a:latin typeface="Tahoma"/>
                <a:cs typeface="Tahoma"/>
              </a:rPr>
              <a:t> </a:t>
            </a:r>
            <a:r>
              <a:rPr sz="1800" spc="-5" dirty="0">
                <a:latin typeface="Tahoma"/>
                <a:cs typeface="Tahoma"/>
              </a:rPr>
              <a:t>again</a:t>
            </a:r>
            <a:r>
              <a:rPr sz="1800" spc="-5" dirty="0">
                <a:latin typeface="Arial MT"/>
                <a:cs typeface="Arial MT"/>
              </a:rPr>
              <a:t>.</a:t>
            </a:r>
            <a:endParaRPr sz="1800" dirty="0">
              <a:latin typeface="Arial MT"/>
              <a:cs typeface="Arial MT"/>
            </a:endParaRPr>
          </a:p>
        </p:txBody>
      </p:sp>
      <p:pic>
        <p:nvPicPr>
          <p:cNvPr id="11" name="object 7"/>
          <p:cNvPicPr/>
          <p:nvPr/>
        </p:nvPicPr>
        <p:blipFill>
          <a:blip r:embed="rId2" cstate="print"/>
          <a:stretch>
            <a:fillRect/>
          </a:stretch>
        </p:blipFill>
        <p:spPr>
          <a:xfrm>
            <a:off x="5867400" y="4129108"/>
            <a:ext cx="2286000" cy="1752600"/>
          </a:xfrm>
          <a:prstGeom prst="rect">
            <a:avLst/>
          </a:prstGeom>
        </p:spPr>
      </p:pic>
      <p:pic>
        <p:nvPicPr>
          <p:cNvPr id="13" name="Picture 12"/>
          <p:cNvPicPr>
            <a:picLocks noChangeAspect="1"/>
          </p:cNvPicPr>
          <p:nvPr/>
        </p:nvPicPr>
        <p:blipFill>
          <a:blip r:embed="rId3"/>
          <a:stretch>
            <a:fillRect/>
          </a:stretch>
        </p:blipFill>
        <p:spPr>
          <a:xfrm>
            <a:off x="30018" y="25400"/>
            <a:ext cx="1755800" cy="1024217"/>
          </a:xfrm>
          <a:prstGeom prst="rect">
            <a:avLst/>
          </a:prstGeom>
        </p:spPr>
      </p:pic>
      <p:sp>
        <p:nvSpPr>
          <p:cNvPr id="15" name="Title 1">
            <a:extLst>
              <a:ext uri="{FF2B5EF4-FFF2-40B4-BE49-F238E27FC236}">
                <a16:creationId xmlns:a16="http://schemas.microsoft.com/office/drawing/2014/main" id="{1C7BBAA3-263A-8FE5-5AA3-E40EF73A5AE9}"/>
              </a:ext>
            </a:extLst>
          </p:cNvPr>
          <p:cNvSpPr txBox="1">
            <a:spLocks/>
          </p:cNvSpPr>
          <p:nvPr/>
        </p:nvSpPr>
        <p:spPr>
          <a:xfrm>
            <a:off x="1752600" y="-461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extLst>
      <p:ext uri="{BB962C8B-B14F-4D97-AF65-F5344CB8AC3E}">
        <p14:creationId xmlns:p14="http://schemas.microsoft.com/office/powerpoint/2010/main" val="3919311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10754" y="1057504"/>
            <a:ext cx="7922492" cy="4811582"/>
            <a:chOff x="886967" y="1228344"/>
            <a:chExt cx="8714741" cy="5453126"/>
          </a:xfrm>
        </p:grpSpPr>
        <p:sp>
          <p:nvSpPr>
            <p:cNvPr id="5" name="object 5"/>
            <p:cNvSpPr/>
            <p:nvPr/>
          </p:nvSpPr>
          <p:spPr>
            <a:xfrm>
              <a:off x="2637282" y="1243583"/>
              <a:ext cx="1742694" cy="1743456"/>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886967" y="1228344"/>
              <a:ext cx="3499104" cy="265785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886968" y="1228356"/>
              <a:ext cx="8714740" cy="2658110"/>
            </a:xfrm>
            <a:custGeom>
              <a:avLst/>
              <a:gdLst/>
              <a:ahLst/>
              <a:cxnLst/>
              <a:rect l="l" t="t" r="r" b="b"/>
              <a:pathLst>
                <a:path w="8714740" h="2658110">
                  <a:moveTo>
                    <a:pt x="8714232" y="575564"/>
                  </a:moveTo>
                  <a:lnTo>
                    <a:pt x="8708123" y="534911"/>
                  </a:lnTo>
                  <a:lnTo>
                    <a:pt x="8692883" y="475475"/>
                  </a:lnTo>
                  <a:lnTo>
                    <a:pt x="8671547" y="419087"/>
                  </a:lnTo>
                  <a:lnTo>
                    <a:pt x="8647163" y="365747"/>
                  </a:lnTo>
                  <a:lnTo>
                    <a:pt x="8598395" y="291071"/>
                  </a:lnTo>
                  <a:lnTo>
                    <a:pt x="8561819" y="245351"/>
                  </a:lnTo>
                  <a:lnTo>
                    <a:pt x="8519147" y="204203"/>
                  </a:lnTo>
                  <a:lnTo>
                    <a:pt x="8473427" y="167627"/>
                  </a:lnTo>
                  <a:lnTo>
                    <a:pt x="8450567" y="149339"/>
                  </a:lnTo>
                  <a:lnTo>
                    <a:pt x="8424659" y="134099"/>
                  </a:lnTo>
                  <a:lnTo>
                    <a:pt x="8400275" y="118859"/>
                  </a:lnTo>
                  <a:lnTo>
                    <a:pt x="8372843" y="105143"/>
                  </a:lnTo>
                  <a:lnTo>
                    <a:pt x="8317979" y="82283"/>
                  </a:lnTo>
                  <a:lnTo>
                    <a:pt x="8260067" y="63995"/>
                  </a:lnTo>
                  <a:lnTo>
                    <a:pt x="8170151" y="48755"/>
                  </a:lnTo>
                  <a:lnTo>
                    <a:pt x="8138160" y="45720"/>
                  </a:lnTo>
                  <a:lnTo>
                    <a:pt x="3500615" y="45720"/>
                  </a:lnTo>
                  <a:lnTo>
                    <a:pt x="3499104" y="47231"/>
                  </a:lnTo>
                  <a:lnTo>
                    <a:pt x="3499104" y="15240"/>
                  </a:lnTo>
                  <a:lnTo>
                    <a:pt x="3499104" y="0"/>
                  </a:lnTo>
                  <a:lnTo>
                    <a:pt x="1749539" y="1749552"/>
                  </a:lnTo>
                  <a:lnTo>
                    <a:pt x="15227" y="15240"/>
                  </a:lnTo>
                  <a:lnTo>
                    <a:pt x="0" y="0"/>
                  </a:lnTo>
                  <a:lnTo>
                    <a:pt x="0" y="2657856"/>
                  </a:lnTo>
                  <a:lnTo>
                    <a:pt x="13703" y="2657856"/>
                  </a:lnTo>
                  <a:lnTo>
                    <a:pt x="13703" y="32004"/>
                  </a:lnTo>
                  <a:lnTo>
                    <a:pt x="1749539" y="1767840"/>
                  </a:lnTo>
                  <a:lnTo>
                    <a:pt x="1763255" y="1754124"/>
                  </a:lnTo>
                  <a:lnTo>
                    <a:pt x="3486899" y="30480"/>
                  </a:lnTo>
                  <a:lnTo>
                    <a:pt x="3486899" y="2657856"/>
                  </a:lnTo>
                  <a:lnTo>
                    <a:pt x="3494532" y="2657856"/>
                  </a:lnTo>
                  <a:lnTo>
                    <a:pt x="3499104" y="2657856"/>
                  </a:lnTo>
                  <a:lnTo>
                    <a:pt x="3520427" y="2657856"/>
                  </a:lnTo>
                  <a:lnTo>
                    <a:pt x="3520427" y="71615"/>
                  </a:lnTo>
                  <a:lnTo>
                    <a:pt x="8138147" y="71615"/>
                  </a:lnTo>
                  <a:lnTo>
                    <a:pt x="8197583" y="77711"/>
                  </a:lnTo>
                  <a:lnTo>
                    <a:pt x="8255495" y="89903"/>
                  </a:lnTo>
                  <a:lnTo>
                    <a:pt x="8310359" y="106667"/>
                  </a:lnTo>
                  <a:lnTo>
                    <a:pt x="8388083" y="141719"/>
                  </a:lnTo>
                  <a:lnTo>
                    <a:pt x="8436851" y="170675"/>
                  </a:lnTo>
                  <a:lnTo>
                    <a:pt x="8502383" y="224015"/>
                  </a:lnTo>
                  <a:lnTo>
                    <a:pt x="8543531" y="263639"/>
                  </a:lnTo>
                  <a:lnTo>
                    <a:pt x="8595347" y="330695"/>
                  </a:lnTo>
                  <a:lnTo>
                    <a:pt x="8624303" y="379463"/>
                  </a:lnTo>
                  <a:lnTo>
                    <a:pt x="8638019" y="403847"/>
                  </a:lnTo>
                  <a:lnTo>
                    <a:pt x="8659355" y="457187"/>
                  </a:lnTo>
                  <a:lnTo>
                    <a:pt x="8676119" y="512051"/>
                  </a:lnTo>
                  <a:lnTo>
                    <a:pt x="8688311" y="568439"/>
                  </a:lnTo>
                  <a:lnTo>
                    <a:pt x="8691359" y="598919"/>
                  </a:lnTo>
                  <a:lnTo>
                    <a:pt x="8694407" y="627875"/>
                  </a:lnTo>
                  <a:lnTo>
                    <a:pt x="8694407" y="2657856"/>
                  </a:lnTo>
                  <a:lnTo>
                    <a:pt x="8714232" y="2657856"/>
                  </a:lnTo>
                  <a:lnTo>
                    <a:pt x="8714232" y="575564"/>
                  </a:lnTo>
                  <a:close/>
                </a:path>
              </a:pathLst>
            </a:custGeom>
            <a:solidFill>
              <a:srgbClr val="BF504D"/>
            </a:solidFill>
          </p:spPr>
          <p:txBody>
            <a:bodyPr wrap="square" lIns="0" tIns="0" rIns="0" bIns="0" rtlCol="0"/>
            <a:lstStyle/>
            <a:p>
              <a:endParaRPr/>
            </a:p>
          </p:txBody>
        </p:sp>
        <p:sp>
          <p:nvSpPr>
            <p:cNvPr id="8" name="object 8"/>
            <p:cNvSpPr/>
            <p:nvPr/>
          </p:nvSpPr>
          <p:spPr>
            <a:xfrm>
              <a:off x="893063" y="3886200"/>
              <a:ext cx="3486912" cy="2787396"/>
            </a:xfrm>
            <a:prstGeom prst="rect">
              <a:avLst/>
            </a:prstGeom>
            <a:blipFill>
              <a:blip r:embed="rId4" cstate="print"/>
              <a:stretch>
                <a:fillRect/>
              </a:stretch>
            </a:blipFill>
          </p:spPr>
          <p:txBody>
            <a:bodyPr wrap="square" lIns="0" tIns="0" rIns="0" bIns="0" rtlCol="0"/>
            <a:lstStyle/>
            <a:p>
              <a:endParaRPr/>
            </a:p>
          </p:txBody>
        </p:sp>
        <p:sp>
          <p:nvSpPr>
            <p:cNvPr id="9" name="object 9"/>
            <p:cNvSpPr/>
            <p:nvPr/>
          </p:nvSpPr>
          <p:spPr>
            <a:xfrm>
              <a:off x="886967" y="3886200"/>
              <a:ext cx="3499104" cy="2795016"/>
            </a:xfrm>
            <a:prstGeom prst="rect">
              <a:avLst/>
            </a:prstGeom>
            <a:blipFill>
              <a:blip r:embed="rId5" cstate="print"/>
              <a:stretch>
                <a:fillRect/>
              </a:stretch>
            </a:blipFill>
          </p:spPr>
          <p:txBody>
            <a:bodyPr wrap="square" lIns="0" tIns="0" rIns="0" bIns="0" rtlCol="0"/>
            <a:lstStyle/>
            <a:p>
              <a:endParaRPr/>
            </a:p>
          </p:txBody>
        </p:sp>
        <p:sp>
          <p:nvSpPr>
            <p:cNvPr id="10" name="object 10"/>
            <p:cNvSpPr/>
            <p:nvPr/>
          </p:nvSpPr>
          <p:spPr>
            <a:xfrm>
              <a:off x="886968" y="3886200"/>
              <a:ext cx="3499485" cy="2795270"/>
            </a:xfrm>
            <a:custGeom>
              <a:avLst/>
              <a:gdLst/>
              <a:ahLst/>
              <a:cxnLst/>
              <a:rect l="l" t="t" r="r" b="b"/>
              <a:pathLst>
                <a:path w="3499485" h="2795270">
                  <a:moveTo>
                    <a:pt x="1749551" y="2795015"/>
                  </a:moveTo>
                  <a:lnTo>
                    <a:pt x="0" y="1046987"/>
                  </a:lnTo>
                  <a:lnTo>
                    <a:pt x="0" y="0"/>
                  </a:lnTo>
                  <a:lnTo>
                    <a:pt x="13715" y="0"/>
                  </a:lnTo>
                  <a:lnTo>
                    <a:pt x="13715" y="1039367"/>
                  </a:lnTo>
                  <a:lnTo>
                    <a:pt x="10667" y="1039367"/>
                  </a:lnTo>
                  <a:lnTo>
                    <a:pt x="13715" y="1043939"/>
                  </a:lnTo>
                  <a:lnTo>
                    <a:pt x="15239" y="1043939"/>
                  </a:lnTo>
                  <a:lnTo>
                    <a:pt x="1749551" y="2778251"/>
                  </a:lnTo>
                  <a:lnTo>
                    <a:pt x="1744979" y="2782823"/>
                  </a:lnTo>
                  <a:lnTo>
                    <a:pt x="1761754" y="2782823"/>
                  </a:lnTo>
                  <a:lnTo>
                    <a:pt x="1749551" y="2795015"/>
                  </a:lnTo>
                  <a:close/>
                </a:path>
                <a:path w="3499485" h="2795270">
                  <a:moveTo>
                    <a:pt x="3486911" y="1040891"/>
                  </a:moveTo>
                  <a:lnTo>
                    <a:pt x="3486911" y="0"/>
                  </a:lnTo>
                  <a:lnTo>
                    <a:pt x="3499103" y="0"/>
                  </a:lnTo>
                  <a:lnTo>
                    <a:pt x="3499103" y="1039367"/>
                  </a:lnTo>
                  <a:lnTo>
                    <a:pt x="3488435" y="1039367"/>
                  </a:lnTo>
                  <a:lnTo>
                    <a:pt x="3486911" y="1040891"/>
                  </a:lnTo>
                  <a:close/>
                </a:path>
                <a:path w="3499485" h="2795270">
                  <a:moveTo>
                    <a:pt x="13715" y="1043939"/>
                  </a:moveTo>
                  <a:lnTo>
                    <a:pt x="10667" y="1039367"/>
                  </a:lnTo>
                  <a:lnTo>
                    <a:pt x="13715" y="1042415"/>
                  </a:lnTo>
                  <a:lnTo>
                    <a:pt x="13715" y="1043939"/>
                  </a:lnTo>
                  <a:close/>
                </a:path>
                <a:path w="3499485" h="2795270">
                  <a:moveTo>
                    <a:pt x="13715" y="1042415"/>
                  </a:moveTo>
                  <a:lnTo>
                    <a:pt x="10667" y="1039367"/>
                  </a:lnTo>
                  <a:lnTo>
                    <a:pt x="13715" y="1039367"/>
                  </a:lnTo>
                  <a:lnTo>
                    <a:pt x="13715" y="1042415"/>
                  </a:lnTo>
                  <a:close/>
                </a:path>
                <a:path w="3499485" h="2795270">
                  <a:moveTo>
                    <a:pt x="3486911" y="1043939"/>
                  </a:moveTo>
                  <a:lnTo>
                    <a:pt x="3486911" y="1040891"/>
                  </a:lnTo>
                  <a:lnTo>
                    <a:pt x="3488435" y="1039367"/>
                  </a:lnTo>
                  <a:lnTo>
                    <a:pt x="3486911" y="1043939"/>
                  </a:lnTo>
                  <a:close/>
                </a:path>
                <a:path w="3499485" h="2795270">
                  <a:moveTo>
                    <a:pt x="3499103" y="1043939"/>
                  </a:moveTo>
                  <a:lnTo>
                    <a:pt x="3486911" y="1043939"/>
                  </a:lnTo>
                  <a:lnTo>
                    <a:pt x="3488435" y="1039367"/>
                  </a:lnTo>
                  <a:lnTo>
                    <a:pt x="3499103" y="1039367"/>
                  </a:lnTo>
                  <a:lnTo>
                    <a:pt x="3499103" y="1043939"/>
                  </a:lnTo>
                  <a:close/>
                </a:path>
                <a:path w="3499485" h="2795270">
                  <a:moveTo>
                    <a:pt x="1761754" y="2782823"/>
                  </a:moveTo>
                  <a:lnTo>
                    <a:pt x="1754123" y="2782823"/>
                  </a:lnTo>
                  <a:lnTo>
                    <a:pt x="1749551" y="2778251"/>
                  </a:lnTo>
                  <a:lnTo>
                    <a:pt x="3486911" y="1040891"/>
                  </a:lnTo>
                  <a:lnTo>
                    <a:pt x="3486911" y="1043939"/>
                  </a:lnTo>
                  <a:lnTo>
                    <a:pt x="3499103" y="1043939"/>
                  </a:lnTo>
                  <a:lnTo>
                    <a:pt x="3499103" y="1046987"/>
                  </a:lnTo>
                  <a:lnTo>
                    <a:pt x="1761754" y="2782823"/>
                  </a:lnTo>
                  <a:close/>
                </a:path>
                <a:path w="3499485" h="2795270">
                  <a:moveTo>
                    <a:pt x="15239" y="1043939"/>
                  </a:moveTo>
                  <a:lnTo>
                    <a:pt x="13715" y="1043939"/>
                  </a:lnTo>
                  <a:lnTo>
                    <a:pt x="13715" y="1042415"/>
                  </a:lnTo>
                  <a:lnTo>
                    <a:pt x="15239" y="1043939"/>
                  </a:lnTo>
                  <a:close/>
                </a:path>
                <a:path w="3499485" h="2795270">
                  <a:moveTo>
                    <a:pt x="1754123" y="2782823"/>
                  </a:moveTo>
                  <a:lnTo>
                    <a:pt x="1744979" y="2782823"/>
                  </a:lnTo>
                  <a:lnTo>
                    <a:pt x="1749551" y="2778251"/>
                  </a:lnTo>
                  <a:lnTo>
                    <a:pt x="1754123" y="2782823"/>
                  </a:lnTo>
                  <a:close/>
                </a:path>
              </a:pathLst>
            </a:custGeom>
            <a:solidFill>
              <a:srgbClr val="BF504D"/>
            </a:solidFill>
          </p:spPr>
          <p:txBody>
            <a:bodyPr wrap="square" lIns="0" tIns="0" rIns="0" bIns="0" rtlCol="0"/>
            <a:lstStyle/>
            <a:p>
              <a:endParaRPr/>
            </a:p>
          </p:txBody>
        </p:sp>
      </p:grpSp>
      <p:sp>
        <p:nvSpPr>
          <p:cNvPr id="11" name="object 11"/>
          <p:cNvSpPr txBox="1"/>
          <p:nvPr/>
        </p:nvSpPr>
        <p:spPr>
          <a:xfrm>
            <a:off x="4038600" y="1458254"/>
            <a:ext cx="4489104" cy="2287395"/>
          </a:xfrm>
          <a:prstGeom prst="rect">
            <a:avLst/>
          </a:prstGeom>
        </p:spPr>
        <p:txBody>
          <a:bodyPr vert="horz" wrap="square" lIns="0" tIns="52425" rIns="0" bIns="0" rtlCol="0">
            <a:spAutoFit/>
          </a:bodyPr>
          <a:lstStyle/>
          <a:p>
            <a:pPr marL="342900" lvl="0" indent="-342900">
              <a:spcBef>
                <a:spcPct val="20000"/>
              </a:spcBef>
              <a:buFont typeface="Arial" pitchFamily="34" charset="0"/>
              <a:buChar char="•"/>
            </a:pPr>
            <a:r>
              <a:rPr lang="en-US" sz="2200" dirty="0">
                <a:latin typeface="Times New Roman" pitchFamily="18" charset="0"/>
                <a:cs typeface="Times New Roman" pitchFamily="18" charset="0"/>
              </a:rPr>
              <a:t>Deming’s 14 points for Management</a:t>
            </a:r>
          </a:p>
          <a:p>
            <a:pPr marL="342900" lvl="0" indent="-342900">
              <a:spcBef>
                <a:spcPct val="20000"/>
              </a:spcBef>
              <a:buFont typeface="Arial" pitchFamily="34" charset="0"/>
              <a:buChar char="•"/>
            </a:pPr>
            <a:r>
              <a:rPr lang="en-US" sz="2200" dirty="0">
                <a:solidFill>
                  <a:prstClr val="black"/>
                </a:solidFill>
                <a:latin typeface="Times New Roman" pitchFamily="18" charset="0"/>
                <a:cs typeface="Times New Roman" pitchFamily="18" charset="0"/>
              </a:rPr>
              <a:t>Deming circle</a:t>
            </a:r>
          </a:p>
          <a:p>
            <a:pPr marL="342900" lvl="0" indent="-342900">
              <a:spcBef>
                <a:spcPct val="20000"/>
              </a:spcBef>
              <a:buFont typeface="Arial" pitchFamily="34" charset="0"/>
              <a:buChar char="•"/>
            </a:pPr>
            <a:r>
              <a:rPr lang="en-US" sz="2200" dirty="0">
                <a:solidFill>
                  <a:prstClr val="black"/>
                </a:solidFill>
                <a:latin typeface="Times New Roman" pitchFamily="18" charset="0"/>
                <a:cs typeface="Times New Roman" pitchFamily="18" charset="0"/>
              </a:rPr>
              <a:t>Deming 14 point is implemented in an organization by management to enhance quality.</a:t>
            </a:r>
          </a:p>
          <a:p>
            <a:pPr marL="342900" lvl="0" indent="-342900">
              <a:spcBef>
                <a:spcPct val="20000"/>
              </a:spcBef>
              <a:buFont typeface="Arial" pitchFamily="34" charset="0"/>
              <a:buChar char="•"/>
            </a:pPr>
            <a:endParaRPr lang="en-US" sz="2200" dirty="0">
              <a:solidFill>
                <a:prstClr val="black"/>
              </a:solidFill>
              <a:latin typeface="Times New Roman" pitchFamily="18" charset="0"/>
              <a:cs typeface="Times New Roman" pitchFamily="18" charset="0"/>
            </a:endParaRPr>
          </a:p>
        </p:txBody>
      </p:sp>
      <p:sp>
        <p:nvSpPr>
          <p:cNvPr id="12" name="object 12"/>
          <p:cNvSpPr/>
          <p:nvPr/>
        </p:nvSpPr>
        <p:spPr>
          <a:xfrm>
            <a:off x="3782522" y="3372584"/>
            <a:ext cx="4745182" cy="894229"/>
          </a:xfrm>
          <a:custGeom>
            <a:avLst/>
            <a:gdLst/>
            <a:ahLst/>
            <a:cxnLst/>
            <a:rect l="l" t="t" r="r" b="b"/>
            <a:pathLst>
              <a:path w="5219700" h="1013460">
                <a:moveTo>
                  <a:pt x="4645151" y="1013459"/>
                </a:moveTo>
                <a:lnTo>
                  <a:pt x="6095" y="1013459"/>
                </a:lnTo>
                <a:lnTo>
                  <a:pt x="0" y="1007364"/>
                </a:lnTo>
                <a:lnTo>
                  <a:pt x="0" y="0"/>
                </a:lnTo>
                <a:lnTo>
                  <a:pt x="25907" y="0"/>
                </a:lnTo>
                <a:lnTo>
                  <a:pt x="25907" y="987551"/>
                </a:lnTo>
                <a:lnTo>
                  <a:pt x="12191" y="987551"/>
                </a:lnTo>
                <a:lnTo>
                  <a:pt x="25907" y="1001267"/>
                </a:lnTo>
                <a:lnTo>
                  <a:pt x="4736591" y="1001267"/>
                </a:lnTo>
                <a:lnTo>
                  <a:pt x="4675631" y="1010411"/>
                </a:lnTo>
                <a:lnTo>
                  <a:pt x="4645151" y="1013459"/>
                </a:lnTo>
                <a:close/>
              </a:path>
              <a:path w="5219700" h="1013460">
                <a:moveTo>
                  <a:pt x="4736591" y="1001267"/>
                </a:moveTo>
                <a:lnTo>
                  <a:pt x="25907" y="1001267"/>
                </a:lnTo>
                <a:lnTo>
                  <a:pt x="25907" y="987551"/>
                </a:lnTo>
                <a:lnTo>
                  <a:pt x="4643627" y="987551"/>
                </a:lnTo>
                <a:lnTo>
                  <a:pt x="4703063" y="981455"/>
                </a:lnTo>
                <a:lnTo>
                  <a:pt x="4786883" y="961643"/>
                </a:lnTo>
                <a:lnTo>
                  <a:pt x="4841747" y="941831"/>
                </a:lnTo>
                <a:lnTo>
                  <a:pt x="4893563" y="917447"/>
                </a:lnTo>
                <a:lnTo>
                  <a:pt x="4940807" y="888491"/>
                </a:lnTo>
                <a:lnTo>
                  <a:pt x="4986527" y="854963"/>
                </a:lnTo>
                <a:lnTo>
                  <a:pt x="5027675" y="816863"/>
                </a:lnTo>
                <a:lnTo>
                  <a:pt x="5084063" y="752855"/>
                </a:lnTo>
                <a:lnTo>
                  <a:pt x="5116067" y="705611"/>
                </a:lnTo>
                <a:lnTo>
                  <a:pt x="5154167" y="629411"/>
                </a:lnTo>
                <a:lnTo>
                  <a:pt x="5173979" y="576071"/>
                </a:lnTo>
                <a:lnTo>
                  <a:pt x="5189219" y="519683"/>
                </a:lnTo>
                <a:lnTo>
                  <a:pt x="5196839" y="461771"/>
                </a:lnTo>
                <a:lnTo>
                  <a:pt x="5199887" y="431291"/>
                </a:lnTo>
                <a:lnTo>
                  <a:pt x="5199887" y="0"/>
                </a:lnTo>
                <a:lnTo>
                  <a:pt x="5219700" y="0"/>
                </a:lnTo>
                <a:lnTo>
                  <a:pt x="5219700" y="483612"/>
                </a:lnTo>
                <a:lnTo>
                  <a:pt x="5213603" y="524255"/>
                </a:lnTo>
                <a:lnTo>
                  <a:pt x="5189219" y="611123"/>
                </a:lnTo>
                <a:lnTo>
                  <a:pt x="5166359" y="665987"/>
                </a:lnTo>
                <a:lnTo>
                  <a:pt x="5122163" y="743711"/>
                </a:lnTo>
                <a:lnTo>
                  <a:pt x="5103875" y="766571"/>
                </a:lnTo>
                <a:lnTo>
                  <a:pt x="5085587" y="790955"/>
                </a:lnTo>
                <a:lnTo>
                  <a:pt x="5026151" y="853439"/>
                </a:lnTo>
                <a:lnTo>
                  <a:pt x="4980431" y="891539"/>
                </a:lnTo>
                <a:lnTo>
                  <a:pt x="4931663" y="925067"/>
                </a:lnTo>
                <a:lnTo>
                  <a:pt x="4879847" y="952499"/>
                </a:lnTo>
                <a:lnTo>
                  <a:pt x="4823459" y="976883"/>
                </a:lnTo>
                <a:lnTo>
                  <a:pt x="4767071" y="993647"/>
                </a:lnTo>
                <a:lnTo>
                  <a:pt x="4736591" y="1001267"/>
                </a:lnTo>
                <a:close/>
              </a:path>
              <a:path w="5219700" h="1013460">
                <a:moveTo>
                  <a:pt x="25907" y="1001267"/>
                </a:moveTo>
                <a:lnTo>
                  <a:pt x="12191" y="987551"/>
                </a:lnTo>
                <a:lnTo>
                  <a:pt x="25907" y="987551"/>
                </a:lnTo>
                <a:lnTo>
                  <a:pt x="25907" y="1001267"/>
                </a:lnTo>
                <a:close/>
              </a:path>
            </a:pathLst>
          </a:custGeom>
          <a:solidFill>
            <a:srgbClr val="BF504D"/>
          </a:solidFill>
        </p:spPr>
        <p:txBody>
          <a:bodyPr wrap="square" lIns="0" tIns="0" rIns="0" bIns="0" rtlCol="0"/>
          <a:lstStyle/>
          <a:p>
            <a:endParaRPr/>
          </a:p>
        </p:txBody>
      </p:sp>
      <p:sp>
        <p:nvSpPr>
          <p:cNvPr id="13" name="Date Placeholder 12"/>
          <p:cNvSpPr>
            <a:spLocks noGrp="1"/>
          </p:cNvSpPr>
          <p:nvPr>
            <p:ph type="dt" sz="half" idx="10"/>
          </p:nvPr>
        </p:nvSpPr>
        <p:spPr/>
        <p:txBody>
          <a:bodyPr/>
          <a:lstStyle/>
          <a:p>
            <a:fld id="{74860E29-C91D-497B-98AA-0FE1D7699FCC}" type="datetime1">
              <a:rPr lang="en-US" smtClean="0"/>
              <a:t>5/1/2026</a:t>
            </a:fld>
            <a:endParaRPr lang="en-US"/>
          </a:p>
        </p:txBody>
      </p:sp>
      <p:sp>
        <p:nvSpPr>
          <p:cNvPr id="14" name="Slide Number Placeholder 13"/>
          <p:cNvSpPr>
            <a:spLocks noGrp="1"/>
          </p:cNvSpPr>
          <p:nvPr>
            <p:ph type="sldNum" sz="quarter" idx="12"/>
          </p:nvPr>
        </p:nvSpPr>
        <p:spPr/>
        <p:txBody>
          <a:bodyPr/>
          <a:lstStyle/>
          <a:p>
            <a:fld id="{B6F15528-21DE-4FAA-801E-634DDDAF4B2B}" type="slidenum">
              <a:rPr lang="en-US" smtClean="0"/>
              <a:pPr/>
              <a:t>62</a:t>
            </a:fld>
            <a:endParaRPr lang="en-US"/>
          </a:p>
        </p:txBody>
      </p:sp>
      <p:sp>
        <p:nvSpPr>
          <p:cNvPr id="15" name="Footer Placeholder 14"/>
          <p:cNvSpPr>
            <a:spLocks noGrp="1"/>
          </p:cNvSpPr>
          <p:nvPr>
            <p:ph type="ftr" sz="quarter" idx="11"/>
          </p:nvPr>
        </p:nvSpPr>
        <p:spPr>
          <a:xfrm>
            <a:off x="2286000" y="6356350"/>
            <a:ext cx="5181600" cy="365125"/>
          </a:xfrm>
        </p:spPr>
        <p:txBody>
          <a:bodyPr/>
          <a:lstStyle/>
          <a:p>
            <a:r>
              <a:rPr lang="fi-FI" sz="2000"/>
              <a:t>Mr. Minhaj Nezami    AOE0861    TQM    Unit-1                         </a:t>
            </a:r>
            <a:endParaRPr lang="en-US" sz="2000" dirty="0"/>
          </a:p>
        </p:txBody>
      </p:sp>
      <p:pic>
        <p:nvPicPr>
          <p:cNvPr id="17" name="Picture 16"/>
          <p:cNvPicPr>
            <a:picLocks noChangeAspect="1"/>
          </p:cNvPicPr>
          <p:nvPr/>
        </p:nvPicPr>
        <p:blipFill>
          <a:blip r:embed="rId6"/>
          <a:stretch>
            <a:fillRect/>
          </a:stretch>
        </p:blipFill>
        <p:spPr>
          <a:xfrm>
            <a:off x="30018" y="25400"/>
            <a:ext cx="1755800" cy="1024217"/>
          </a:xfrm>
          <a:prstGeom prst="rect">
            <a:avLst/>
          </a:prstGeom>
        </p:spPr>
      </p:pic>
      <p:sp>
        <p:nvSpPr>
          <p:cNvPr id="19" name="Title 1">
            <a:extLst>
              <a:ext uri="{FF2B5EF4-FFF2-40B4-BE49-F238E27FC236}">
                <a16:creationId xmlns:a16="http://schemas.microsoft.com/office/drawing/2014/main" id="{1C7BBAA3-263A-8FE5-5AA3-E40EF73A5AE9}"/>
              </a:ext>
            </a:extLst>
          </p:cNvPr>
          <p:cNvSpPr txBox="1">
            <a:spLocks/>
          </p:cNvSpPr>
          <p:nvPr/>
        </p:nvSpPr>
        <p:spPr>
          <a:xfrm>
            <a:off x="1752600" y="-12828"/>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lvl="0" algn="just">
              <a:lnSpc>
                <a:spcPct val="150000"/>
              </a:lnSpc>
              <a:buNone/>
            </a:pPr>
            <a:r>
              <a:rPr lang="en-US" sz="2200" dirty="0"/>
              <a:t>1</a:t>
            </a:r>
            <a:r>
              <a:rPr lang="en-US" sz="2200" dirty="0">
                <a:latin typeface="Times New Roman" pitchFamily="18" charset="0"/>
                <a:cs typeface="Times New Roman" pitchFamily="18" charset="0"/>
              </a:rPr>
              <a:t>. Define the name of the  Deming’s 14 points for Management</a:t>
            </a:r>
          </a:p>
          <a:p>
            <a:pPr lvl="0" algn="just">
              <a:lnSpc>
                <a:spcPct val="150000"/>
              </a:lnSpc>
              <a:buNone/>
            </a:pPr>
            <a:r>
              <a:rPr lang="en-US" sz="2200" dirty="0">
                <a:latin typeface="Times New Roman" pitchFamily="18" charset="0"/>
                <a:cs typeface="Times New Roman" pitchFamily="18" charset="0"/>
              </a:rPr>
              <a:t>2. What is the </a:t>
            </a:r>
            <a:r>
              <a:rPr lang="en-US" sz="2200" dirty="0">
                <a:solidFill>
                  <a:prstClr val="black"/>
                </a:solidFill>
                <a:latin typeface="Times New Roman" pitchFamily="18" charset="0"/>
                <a:cs typeface="Times New Roman" pitchFamily="18" charset="0"/>
              </a:rPr>
              <a:t>Deming circle.</a:t>
            </a:r>
          </a:p>
          <a:p>
            <a:pPr algn="just">
              <a:lnSpc>
                <a:spcPct val="150000"/>
              </a:lnSpc>
              <a:buNone/>
            </a:pPr>
            <a:r>
              <a:rPr lang="en-US" sz="2200" dirty="0">
                <a:solidFill>
                  <a:prstClr val="black"/>
                </a:solidFill>
                <a:latin typeface="Times New Roman" pitchFamily="18" charset="0"/>
                <a:cs typeface="Times New Roman" pitchFamily="18" charset="0"/>
              </a:rPr>
              <a:t>3. What is the  Break down barriers?</a:t>
            </a:r>
          </a:p>
          <a:p>
            <a:pPr algn="just">
              <a:lnSpc>
                <a:spcPct val="150000"/>
              </a:lnSpc>
              <a:buNone/>
            </a:pPr>
            <a:r>
              <a:rPr lang="en-US" sz="2200" dirty="0">
                <a:solidFill>
                  <a:prstClr val="black"/>
                </a:solidFill>
                <a:latin typeface="Times New Roman" pitchFamily="18" charset="0"/>
                <a:cs typeface="Times New Roman" pitchFamily="18" charset="0"/>
              </a:rPr>
              <a:t>4. Discuss about the Eliminate targets.</a:t>
            </a:r>
          </a:p>
          <a:p>
            <a:pPr algn="just">
              <a:lnSpc>
                <a:spcPct val="150000"/>
              </a:lnSpc>
              <a:buNone/>
            </a:pPr>
            <a:r>
              <a:rPr lang="en-US" sz="2200" dirty="0">
                <a:solidFill>
                  <a:prstClr val="black"/>
                </a:solidFill>
                <a:latin typeface="Times New Roman" pitchFamily="18" charset="0"/>
                <a:cs typeface="Times New Roman" pitchFamily="18" charset="0"/>
              </a:rPr>
              <a:t>5. Discuss about the Drive out fear.</a:t>
            </a:r>
          </a:p>
          <a:p>
            <a:pPr algn="just">
              <a:lnSpc>
                <a:spcPct val="150000"/>
              </a:lnSpc>
              <a:buNone/>
            </a:pPr>
            <a:endParaRPr lang="en-US" sz="2200" dirty="0">
              <a:solidFill>
                <a:prstClr val="black"/>
              </a:solidFill>
              <a:latin typeface="Times New Roman" pitchFamily="18" charset="0"/>
              <a:cs typeface="Times New Roman" pitchFamily="18" charset="0"/>
            </a:endParaRPr>
          </a:p>
          <a:p>
            <a:pPr algn="just">
              <a:lnSpc>
                <a:spcPct val="150000"/>
              </a:lnSpc>
              <a:buNone/>
            </a:pPr>
            <a:endParaRPr lang="en-US" sz="2200" dirty="0">
              <a:solidFill>
                <a:prstClr val="black"/>
              </a:solidFill>
              <a:latin typeface="Times New Roman" pitchFamily="18" charset="0"/>
              <a:cs typeface="Times New Roman" pitchFamily="18" charset="0"/>
            </a:endParaRPr>
          </a:p>
          <a:p>
            <a:pPr algn="just">
              <a:lnSpc>
                <a:spcPct val="150000"/>
              </a:lnSpc>
              <a:buNone/>
            </a:pPr>
            <a:endParaRPr lang="en-US" sz="2200" dirty="0">
              <a:solidFill>
                <a:prstClr val="black"/>
              </a:solidFill>
              <a:latin typeface="Times New Roman" pitchFamily="18" charset="0"/>
              <a:cs typeface="Times New Roman" pitchFamily="18" charset="0"/>
            </a:endParaRPr>
          </a:p>
          <a:p>
            <a:pPr algn="just">
              <a:lnSpc>
                <a:spcPct val="150000"/>
              </a:lnSpc>
              <a:buNone/>
            </a:pPr>
            <a:endParaRPr lang="en-US" sz="2200" dirty="0">
              <a:latin typeface="Times New Roman" pitchFamily="18" charset="0"/>
              <a:cs typeface="Times New Roman" pitchFamily="18" charset="0"/>
            </a:endParaRPr>
          </a:p>
          <a:p>
            <a:pPr algn="just">
              <a:lnSpc>
                <a:spcPct val="150000"/>
              </a:lnSpc>
              <a:buNone/>
            </a:pPr>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826885BE-0791-48DF-836C-93116A66CF58}"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23912"/>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Deming Point (CO1)</a:t>
            </a:r>
          </a:p>
        </p:txBody>
      </p:sp>
    </p:spTree>
    <p:extLst>
      <p:ext uri="{BB962C8B-B14F-4D97-AF65-F5344CB8AC3E}">
        <p14:creationId xmlns:p14="http://schemas.microsoft.com/office/powerpoint/2010/main" val="3919311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lvl="0">
              <a:defRPr/>
            </a:pPr>
            <a:r>
              <a:rPr lang="en-US" sz="2200" dirty="0">
                <a:latin typeface="Times" panose="02020603050405020304" pitchFamily="18" charset="0"/>
                <a:cs typeface="Times" panose="02020603050405020304" pitchFamily="18" charset="0"/>
                <a:hlinkClick r:id="rId2"/>
              </a:rPr>
              <a:t>https://www.youtube.com/watch?v=Q3EOCAuExJU</a:t>
            </a:r>
            <a:endParaRPr lang="en-US" sz="2200" dirty="0">
              <a:latin typeface="Times" panose="02020603050405020304" pitchFamily="18" charset="0"/>
              <a:cs typeface="Times" panose="02020603050405020304" pitchFamily="18" charset="0"/>
            </a:endParaRPr>
          </a:p>
          <a:p>
            <a:pPr lvl="0">
              <a:defRPr/>
            </a:pPr>
            <a:r>
              <a:rPr lang="en-US" sz="2200" dirty="0">
                <a:latin typeface="Times" panose="02020603050405020304" pitchFamily="18" charset="0"/>
                <a:cs typeface="Times" panose="02020603050405020304" pitchFamily="18" charset="0"/>
                <a:hlinkClick r:id="rId3"/>
              </a:rPr>
              <a:t>https://www.youtube.com/watch?v=yWlAOFs04go</a:t>
            </a:r>
            <a:endParaRPr lang="en-US" sz="2200" dirty="0">
              <a:latin typeface="Times" panose="02020603050405020304" pitchFamily="18" charset="0"/>
              <a:cs typeface="Times" panose="02020603050405020304" pitchFamily="18" charset="0"/>
            </a:endParaRPr>
          </a:p>
          <a:p>
            <a:pPr lvl="0">
              <a:defRPr/>
            </a:pPr>
            <a:r>
              <a:rPr lang="en-US" sz="2200" dirty="0">
                <a:latin typeface="Times" panose="02020603050405020304" pitchFamily="18" charset="0"/>
                <a:cs typeface="Times" panose="02020603050405020304" pitchFamily="18" charset="0"/>
                <a:hlinkClick r:id="rId4"/>
              </a:rPr>
              <a:t>https://www.youtube.com/watch?v=QifqIoUNTJM</a:t>
            </a:r>
            <a:endParaRPr lang="en-US" sz="2200" dirty="0">
              <a:latin typeface="Times" panose="02020603050405020304" pitchFamily="18" charset="0"/>
              <a:cs typeface="Times" panose="02020603050405020304" pitchFamily="18" charset="0"/>
            </a:endParaRPr>
          </a:p>
          <a:p>
            <a:pPr lvl="0">
              <a:defRPr/>
            </a:pPr>
            <a:r>
              <a:rPr lang="en-US" sz="2200" dirty="0">
                <a:latin typeface="Times" panose="02020603050405020304" pitchFamily="18" charset="0"/>
                <a:cs typeface="Times" panose="02020603050405020304" pitchFamily="18" charset="0"/>
                <a:hlinkClick r:id="rId5"/>
              </a:rPr>
              <a:t>https://www.youtube.com/watch?v=qb3mvJ1gb9g</a:t>
            </a:r>
            <a:endParaRPr lang="en-US" sz="2200" dirty="0">
              <a:latin typeface="Times" panose="02020603050405020304" pitchFamily="18" charset="0"/>
              <a:cs typeface="Times" panose="02020603050405020304" pitchFamily="18" charset="0"/>
            </a:endParaRPr>
          </a:p>
          <a:p>
            <a:pPr lvl="0">
              <a:defRPr/>
            </a:pPr>
            <a:r>
              <a:rPr lang="en-US" sz="2200" dirty="0">
                <a:latin typeface="Times" panose="02020603050405020304" pitchFamily="18" charset="0"/>
                <a:cs typeface="Times" panose="02020603050405020304" pitchFamily="18" charset="0"/>
                <a:hlinkClick r:id="rId6"/>
              </a:rPr>
              <a:t>https://www.youtube.com/watch?v=2ePeXePNLrs</a:t>
            </a:r>
            <a:endParaRPr lang="en-US" sz="2200" dirty="0">
              <a:latin typeface="Times" panose="02020603050405020304" pitchFamily="18" charset="0"/>
              <a:cs typeface="Times" panose="02020603050405020304" pitchFamily="18" charset="0"/>
            </a:endParaRPr>
          </a:p>
          <a:p>
            <a:pPr lvl="0">
              <a:defRPr/>
            </a:pPr>
            <a:r>
              <a:rPr lang="en-US" sz="2200" dirty="0">
                <a:latin typeface="Times" panose="02020603050405020304" pitchFamily="18" charset="0"/>
                <a:cs typeface="Times" panose="02020603050405020304" pitchFamily="18" charset="0"/>
                <a:hlinkClick r:id="rId7"/>
              </a:rPr>
              <a:t>https://www.youtube.com/watch?v=HkdoR-NNEoI</a:t>
            </a:r>
            <a:endParaRPr lang="en-US" sz="2200" dirty="0">
              <a:latin typeface="Times" panose="02020603050405020304" pitchFamily="18" charset="0"/>
              <a:cs typeface="Times" panose="02020603050405020304" pitchFamily="18" charset="0"/>
            </a:endParaRPr>
          </a:p>
          <a:p>
            <a:pPr lvl="0">
              <a:defRPr/>
            </a:pPr>
            <a:r>
              <a:rPr lang="en-US" sz="2200" dirty="0">
                <a:latin typeface="Times" panose="02020603050405020304" pitchFamily="18" charset="0"/>
                <a:cs typeface="Times" panose="02020603050405020304" pitchFamily="18" charset="0"/>
                <a:hlinkClick r:id="rId8"/>
              </a:rPr>
              <a:t>https://www.researchgate.net/publication/318654507_Total_Quality_Management_Notes</a:t>
            </a:r>
            <a:endParaRPr lang="en-US" sz="2200" dirty="0">
              <a:latin typeface="Times" panose="02020603050405020304" pitchFamily="18" charset="0"/>
              <a:cs typeface="Times" panose="02020603050405020304" pitchFamily="18" charset="0"/>
            </a:endParaRPr>
          </a:p>
          <a:p>
            <a:pPr lvl="0">
              <a:defRPr/>
            </a:pPr>
            <a:r>
              <a:rPr lang="en-US" sz="2200" dirty="0">
                <a:latin typeface="Times" panose="02020603050405020304" pitchFamily="18" charset="0"/>
                <a:cs typeface="Times" panose="02020603050405020304" pitchFamily="18" charset="0"/>
                <a:hlinkClick r:id="rId9"/>
              </a:rPr>
              <a:t>http://www.mescenter.ru/images/abook_file/Total_Quality_Management_and_Six_Sigma.pdf</a:t>
            </a:r>
            <a:endParaRPr lang="en-US" sz="2200" dirty="0">
              <a:latin typeface="Times" panose="02020603050405020304" pitchFamily="18" charset="0"/>
              <a:cs typeface="Times" panose="02020603050405020304" pitchFamily="18" charset="0"/>
            </a:endParaRPr>
          </a:p>
          <a:p>
            <a:endParaRPr lang="en-US" sz="2200" dirty="0">
              <a:latin typeface="Times" panose="02020603050405020304" pitchFamily="18" charset="0"/>
              <a:cs typeface="Times" panose="02020603050405020304" pitchFamily="18" charset="0"/>
            </a:endParaRPr>
          </a:p>
        </p:txBody>
      </p:sp>
      <p:sp>
        <p:nvSpPr>
          <p:cNvPr id="4" name="Date Placeholder 3"/>
          <p:cNvSpPr>
            <a:spLocks noGrp="1"/>
          </p:cNvSpPr>
          <p:nvPr>
            <p:ph type="dt" sz="half" idx="10"/>
          </p:nvPr>
        </p:nvSpPr>
        <p:spPr/>
        <p:txBody>
          <a:bodyPr/>
          <a:lstStyle/>
          <a:p>
            <a:fld id="{B3DA7326-0315-4669-AD5A-80D77D4887A7}" type="datetime1">
              <a:rPr lang="en-US" smtClean="0">
                <a:latin typeface="Times" panose="02020603050405020304" pitchFamily="18" charset="0"/>
                <a:cs typeface="Times" panose="02020603050405020304" pitchFamily="18" charset="0"/>
              </a:rPr>
              <a:t>5/1/2026</a:t>
            </a:fld>
            <a:endParaRPr lang="en-US">
              <a:latin typeface="Times" panose="02020603050405020304" pitchFamily="18" charset="0"/>
              <a:cs typeface="Times"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panose="02020603050405020304" pitchFamily="18" charset="0"/>
                <a:cs typeface="Times" panose="02020603050405020304" pitchFamily="18" charset="0"/>
              </a:rPr>
              <a:pPr/>
              <a:t>64</a:t>
            </a:fld>
            <a:endParaRPr lang="en-US">
              <a:latin typeface="Times" panose="02020603050405020304" pitchFamily="18" charset="0"/>
              <a:cs typeface="Times" panose="02020603050405020304" pitchFamily="18" charset="0"/>
            </a:endParaRPr>
          </a:p>
        </p:txBody>
      </p:sp>
      <p:sp>
        <p:nvSpPr>
          <p:cNvPr id="9" name="Footer Placeholder 12"/>
          <p:cNvSpPr>
            <a:spLocks noGrp="1"/>
          </p:cNvSpPr>
          <p:nvPr>
            <p:ph type="ftr" sz="quarter" idx="11"/>
          </p:nvPr>
        </p:nvSpPr>
        <p:spPr>
          <a:xfrm>
            <a:off x="1676400" y="6248415"/>
            <a:ext cx="5638800" cy="365125"/>
          </a:xfrm>
        </p:spPr>
        <p:txBody>
          <a:bodyPr/>
          <a:lstStyle/>
          <a:p>
            <a:r>
              <a:rPr lang="fi-FI" sz="2000">
                <a:latin typeface="Times" panose="02020603050405020304" pitchFamily="18" charset="0"/>
                <a:cs typeface="Times" panose="02020603050405020304" pitchFamily="18" charset="0"/>
              </a:rPr>
              <a:t>Mr. Minhaj Nezami    AOE0861    TQM    Unit-1                         </a:t>
            </a:r>
            <a:endParaRPr lang="en-US" sz="2000" dirty="0">
              <a:latin typeface="Times" panose="02020603050405020304" pitchFamily="18" charset="0"/>
              <a:cs typeface="Times" panose="02020603050405020304" pitchFamily="18" charset="0"/>
            </a:endParaRPr>
          </a:p>
        </p:txBody>
      </p:sp>
      <p:pic>
        <p:nvPicPr>
          <p:cNvPr id="8" name="Picture 7"/>
          <p:cNvPicPr>
            <a:picLocks noChangeAspect="1"/>
          </p:cNvPicPr>
          <p:nvPr/>
        </p:nvPicPr>
        <p:blipFill>
          <a:blip r:embed="rId10"/>
          <a:stretch>
            <a:fillRect/>
          </a:stretch>
        </p:blipFill>
        <p:spPr>
          <a:xfrm>
            <a:off x="30018" y="25400"/>
            <a:ext cx="1755800" cy="1024217"/>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52600" y="-1384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Faculty Video Links, </a:t>
            </a:r>
            <a:r>
              <a:rPr lang="en-US" sz="2800" b="1" dirty="0" err="1">
                <a:latin typeface="Times New Roman" panose="02020603050405020304" pitchFamily="18" charset="0"/>
                <a:cs typeface="Times New Roman" panose="02020603050405020304" pitchFamily="18" charset="0"/>
              </a:rPr>
              <a:t>Youtube</a:t>
            </a:r>
            <a:r>
              <a:rPr lang="en-US" sz="2800" b="1" dirty="0">
                <a:latin typeface="Times New Roman" panose="02020603050405020304" pitchFamily="18" charset="0"/>
                <a:cs typeface="Times New Roman" panose="02020603050405020304" pitchFamily="18" charset="0"/>
              </a:rPr>
              <a:t>, NPTEL Video Links and Online Courses Details</a:t>
            </a:r>
          </a:p>
        </p:txBody>
      </p:sp>
    </p:spTree>
    <p:extLst>
      <p:ext uri="{BB962C8B-B14F-4D97-AF65-F5344CB8AC3E}">
        <p14:creationId xmlns:p14="http://schemas.microsoft.com/office/powerpoint/2010/main" val="39193118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57552"/>
            <a:ext cx="9144000" cy="4938448"/>
          </a:xfrm>
        </p:spPr>
        <p:txBody>
          <a:bodyPr>
            <a:normAutofit fontScale="47500" lnSpcReduction="20000"/>
          </a:bodyPr>
          <a:lstStyle/>
          <a:p>
            <a:pPr marL="1428750" lvl="2" indent="-514350">
              <a:lnSpc>
                <a:spcPct val="120000"/>
              </a:lnSpc>
              <a:spcBef>
                <a:spcPts val="0"/>
              </a:spcBef>
              <a:buNone/>
            </a:pPr>
            <a:r>
              <a:rPr lang="en-US" sz="3500" dirty="0">
                <a:latin typeface="Times New Roman" pitchFamily="18" charset="0"/>
                <a:cs typeface="Times New Roman" pitchFamily="18" charset="0"/>
              </a:rPr>
              <a:t>1. What is quality?									</a:t>
            </a:r>
          </a:p>
          <a:p>
            <a:pPr marL="914400" lvl="2" indent="0">
              <a:lnSpc>
                <a:spcPct val="120000"/>
              </a:lnSpc>
              <a:spcBef>
                <a:spcPts val="0"/>
              </a:spcBef>
              <a:buNone/>
            </a:pPr>
            <a:r>
              <a:rPr lang="en-US" sz="3500" dirty="0">
                <a:latin typeface="Times New Roman" pitchFamily="18" charset="0"/>
                <a:cs typeface="Times New Roman" pitchFamily="18" charset="0"/>
              </a:rPr>
              <a:t>2. What is QM?									</a:t>
            </a:r>
          </a:p>
          <a:p>
            <a:pPr marL="914400" lvl="2" indent="0">
              <a:lnSpc>
                <a:spcPct val="120000"/>
              </a:lnSpc>
              <a:spcBef>
                <a:spcPts val="0"/>
              </a:spcBef>
              <a:buNone/>
            </a:pPr>
            <a:r>
              <a:rPr lang="en-US" sz="3500" dirty="0">
                <a:latin typeface="Times New Roman" pitchFamily="18" charset="0"/>
                <a:cs typeface="Times New Roman" pitchFamily="18" charset="0"/>
              </a:rPr>
              <a:t>3. How can we achieve organizational excellence with quality?	</a:t>
            </a:r>
          </a:p>
          <a:p>
            <a:pPr marL="914400" lvl="2" indent="0">
              <a:lnSpc>
                <a:spcPct val="120000"/>
              </a:lnSpc>
              <a:spcBef>
                <a:spcPts val="0"/>
              </a:spcBef>
              <a:buNone/>
            </a:pPr>
            <a:r>
              <a:rPr lang="en-US" sz="3500" dirty="0">
                <a:latin typeface="Times New Roman" pitchFamily="18" charset="0"/>
                <a:cs typeface="Times New Roman" pitchFamily="18" charset="0"/>
              </a:rPr>
              <a:t>		</a:t>
            </a:r>
          </a:p>
          <a:p>
            <a:pPr marL="914400" lvl="2" indent="0">
              <a:lnSpc>
                <a:spcPct val="120000"/>
              </a:lnSpc>
              <a:spcBef>
                <a:spcPts val="0"/>
              </a:spcBef>
              <a:buNone/>
            </a:pPr>
            <a:r>
              <a:rPr lang="en-US" sz="3500" dirty="0">
                <a:latin typeface="Times New Roman" pitchFamily="18" charset="0"/>
                <a:cs typeface="Times New Roman" pitchFamily="18" charset="0"/>
              </a:rPr>
              <a:t>4. What is the Deming cycle?							</a:t>
            </a:r>
          </a:p>
          <a:p>
            <a:pPr marL="914400" lvl="2" indent="0">
              <a:lnSpc>
                <a:spcPct val="120000"/>
              </a:lnSpc>
              <a:spcBef>
                <a:spcPts val="0"/>
              </a:spcBef>
              <a:buNone/>
            </a:pPr>
            <a:r>
              <a:rPr lang="en-US" sz="3500" dirty="0">
                <a:latin typeface="Times New Roman" pitchFamily="18" charset="0"/>
                <a:cs typeface="Times New Roman" pitchFamily="18" charset="0"/>
              </a:rPr>
              <a:t>5. What are the most common errors when starting quality initiatives?	</a:t>
            </a:r>
          </a:p>
          <a:p>
            <a:pPr marL="914400" lvl="2" indent="0">
              <a:lnSpc>
                <a:spcPct val="120000"/>
              </a:lnSpc>
              <a:spcBef>
                <a:spcPts val="0"/>
              </a:spcBef>
              <a:buNone/>
            </a:pPr>
            <a:r>
              <a:rPr lang="en-US" sz="3500" dirty="0">
                <a:latin typeface="Times New Roman" pitchFamily="18" charset="0"/>
                <a:cs typeface="Times New Roman" pitchFamily="18" charset="0"/>
              </a:rPr>
              <a:t>	</a:t>
            </a:r>
          </a:p>
          <a:p>
            <a:pPr marL="914400" lvl="2" indent="0">
              <a:lnSpc>
                <a:spcPct val="120000"/>
              </a:lnSpc>
              <a:spcBef>
                <a:spcPts val="0"/>
              </a:spcBef>
              <a:buNone/>
            </a:pPr>
            <a:r>
              <a:rPr lang="en-US" sz="3500" dirty="0">
                <a:latin typeface="Times New Roman" pitchFamily="18" charset="0"/>
                <a:cs typeface="Times New Roman" pitchFamily="18" charset="0"/>
              </a:rPr>
              <a:t>6. Explain the cost of poor quality.						</a:t>
            </a:r>
          </a:p>
          <a:p>
            <a:pPr marL="914400" lvl="2" indent="0">
              <a:lnSpc>
                <a:spcPct val="120000"/>
              </a:lnSpc>
              <a:spcBef>
                <a:spcPts val="0"/>
              </a:spcBef>
              <a:buNone/>
            </a:pPr>
            <a:r>
              <a:rPr lang="en-US" sz="3500" dirty="0">
                <a:latin typeface="Times New Roman" pitchFamily="18" charset="0"/>
                <a:cs typeface="Times New Roman" pitchFamily="18" charset="0"/>
              </a:rPr>
              <a:t>7. What are the quality characteristics of world-class organizations?                    						</a:t>
            </a:r>
          </a:p>
          <a:p>
            <a:pPr marL="914400" lvl="2" indent="0">
              <a:lnSpc>
                <a:spcPct val="120000"/>
              </a:lnSpc>
              <a:spcBef>
                <a:spcPts val="0"/>
              </a:spcBef>
              <a:buNone/>
            </a:pPr>
            <a:r>
              <a:rPr lang="en-US" sz="3500" dirty="0">
                <a:latin typeface="Times New Roman" pitchFamily="18" charset="0"/>
                <a:cs typeface="Times New Roman" pitchFamily="18" charset="0"/>
              </a:rPr>
              <a:t>8. Discuss some models for ethical quality decisions.				</a:t>
            </a:r>
          </a:p>
          <a:p>
            <a:pPr marL="914400" lvl="2" indent="0">
              <a:lnSpc>
                <a:spcPct val="120000"/>
              </a:lnSpc>
              <a:spcBef>
                <a:spcPts val="0"/>
              </a:spcBef>
              <a:buNone/>
            </a:pPr>
            <a:r>
              <a:rPr lang="en-US" sz="3500" dirty="0">
                <a:latin typeface="Times New Roman" pitchFamily="18" charset="0"/>
                <a:cs typeface="Times New Roman" pitchFamily="18" charset="0"/>
              </a:rPr>
              <a:t>9. What is the engineering manager’s role in quality ethics?</a:t>
            </a:r>
            <a:r>
              <a:rPr lang="en-US" sz="1600" dirty="0"/>
              <a:t>	</a:t>
            </a:r>
            <a:endParaRPr lang="en-US" sz="1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63B63A9-BB82-489B-8A2B-80A9911EF18E}"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17964" y="-24556"/>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Weekly Assignment</a:t>
            </a:r>
          </a:p>
        </p:txBody>
      </p:sp>
    </p:spTree>
    <p:extLst>
      <p:ext uri="{BB962C8B-B14F-4D97-AF65-F5344CB8AC3E}">
        <p14:creationId xmlns:p14="http://schemas.microsoft.com/office/powerpoint/2010/main" val="39193118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648200"/>
          </a:xfrm>
        </p:spPr>
        <p:txBody>
          <a:bodyPr>
            <a:normAutofit fontScale="92500" lnSpcReduction="20000"/>
          </a:bodyPr>
          <a:lstStyle/>
          <a:p>
            <a:pPr>
              <a:buNone/>
            </a:pPr>
            <a:r>
              <a:rPr lang="en-US" sz="2400" b="1" dirty="0"/>
              <a:t>1. </a:t>
            </a:r>
            <a:r>
              <a:rPr lang="en-US" sz="2400" b="1" dirty="0">
                <a:latin typeface="Times New Roman" pitchFamily="18" charset="0"/>
                <a:cs typeface="Times New Roman" pitchFamily="18" charset="0"/>
              </a:rPr>
              <a:t> What is the aim of fool proof technique used for total quality management?</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     a.</a:t>
            </a:r>
            <a:r>
              <a:rPr lang="en-US" sz="2400" dirty="0">
                <a:latin typeface="Times New Roman" pitchFamily="18" charset="0"/>
                <a:cs typeface="Times New Roman" pitchFamily="18" charset="0"/>
              </a:rPr>
              <a:t> to achieve zero defects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b</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to specify time schedules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 to specify targets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 none of the above</a:t>
            </a:r>
          </a:p>
          <a:p>
            <a:pPr>
              <a:buNone/>
            </a:pPr>
            <a:r>
              <a:rPr lang="en-US" sz="2400" b="1" dirty="0">
                <a:latin typeface="Times New Roman" pitchFamily="18" charset="0"/>
                <a:cs typeface="Times New Roman" pitchFamily="18" charset="0"/>
              </a:rPr>
              <a:t>2.  Quality improvement planning is related to which category of cost?</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a</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Cost of failure</a:t>
            </a:r>
          </a:p>
          <a:p>
            <a:pPr>
              <a:buNone/>
            </a:pP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b</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Cost of appraisal</a:t>
            </a:r>
          </a:p>
          <a:p>
            <a:pPr>
              <a:buNone/>
            </a:pPr>
            <a:r>
              <a:rPr lang="en-US" sz="2400" b="1" dirty="0">
                <a:latin typeface="Times New Roman" pitchFamily="18" charset="0"/>
                <a:cs typeface="Times New Roman" pitchFamily="18" charset="0"/>
              </a:rPr>
              <a:t>     c.</a:t>
            </a:r>
            <a:r>
              <a:rPr lang="en-US" sz="2400" dirty="0">
                <a:latin typeface="Times New Roman" pitchFamily="18" charset="0"/>
                <a:cs typeface="Times New Roman" pitchFamily="18" charset="0"/>
              </a:rPr>
              <a:t> Cost of prevention</a:t>
            </a:r>
          </a:p>
          <a:p>
            <a:pPr>
              <a:buNone/>
            </a:pP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d</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All of the above</a:t>
            </a:r>
          </a:p>
          <a:p>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9E91B9C-D0C4-4B4A-AD00-735D4281C78B}"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802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MCQs</a:t>
            </a:r>
          </a:p>
        </p:txBody>
      </p:sp>
    </p:spTree>
    <p:extLst>
      <p:ext uri="{BB962C8B-B14F-4D97-AF65-F5344CB8AC3E}">
        <p14:creationId xmlns:p14="http://schemas.microsoft.com/office/powerpoint/2010/main" val="39193118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92500" lnSpcReduction="20000"/>
          </a:bodyPr>
          <a:lstStyle/>
          <a:p>
            <a:pPr>
              <a:buNone/>
            </a:pPr>
            <a:r>
              <a:rPr lang="en-US" sz="2400" b="1" dirty="0">
                <a:latin typeface="Times New Roman" pitchFamily="18" charset="0"/>
                <a:cs typeface="Times New Roman" pitchFamily="18" charset="0"/>
              </a:rPr>
              <a:t>3 . Match the following group 1 items (Authors) with group 2 items (Definitions)</a:t>
            </a:r>
            <a:br>
              <a:rPr lang="en-US" sz="2400" b="1" dirty="0">
                <a:latin typeface="Times New Roman" pitchFamily="18" charset="0"/>
                <a:cs typeface="Times New Roman" pitchFamily="18" charset="0"/>
              </a:rPr>
            </a:br>
            <a:br>
              <a:rPr lang="en-US" sz="2400" b="1" dirty="0">
                <a:latin typeface="Times New Roman" pitchFamily="18" charset="0"/>
                <a:cs typeface="Times New Roman" pitchFamily="18" charset="0"/>
              </a:rPr>
            </a:br>
            <a:r>
              <a:rPr lang="en-US" sz="2400" dirty="0">
                <a:latin typeface="Times New Roman" pitchFamily="18" charset="0"/>
                <a:cs typeface="Times New Roman" pitchFamily="18" charset="0"/>
              </a:rPr>
              <a:t>1. </a:t>
            </a:r>
            <a:r>
              <a:rPr lang="en-US" sz="2400" dirty="0" err="1">
                <a:latin typeface="Times New Roman" pitchFamily="18" charset="0"/>
                <a:cs typeface="Times New Roman" pitchFamily="18" charset="0"/>
              </a:rPr>
              <a:t>Juran</a:t>
            </a:r>
            <a:r>
              <a:rPr lang="en-US" sz="2400" dirty="0">
                <a:latin typeface="Times New Roman" pitchFamily="18" charset="0"/>
                <a:cs typeface="Times New Roman" pitchFamily="18" charset="0"/>
              </a:rPr>
              <a:t> ------------------------------------------------- A. Quality is conformance to requirements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2. </a:t>
            </a:r>
            <a:r>
              <a:rPr lang="en-US" sz="2400" dirty="0" err="1">
                <a:latin typeface="Times New Roman" pitchFamily="18" charset="0"/>
                <a:cs typeface="Times New Roman" pitchFamily="18" charset="0"/>
              </a:rPr>
              <a:t>Crossby</a:t>
            </a:r>
            <a:r>
              <a:rPr lang="en-US" sz="2400" dirty="0">
                <a:latin typeface="Times New Roman" pitchFamily="18" charset="0"/>
                <a:cs typeface="Times New Roman" pitchFamily="18" charset="0"/>
              </a:rPr>
              <a:t> ---------------------------------------------  B. Quality in essence is a way of managing the organization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3. </a:t>
            </a:r>
            <a:r>
              <a:rPr lang="en-US" sz="2400" dirty="0" err="1">
                <a:latin typeface="Times New Roman" pitchFamily="18" charset="0"/>
                <a:cs typeface="Times New Roman" pitchFamily="18" charset="0"/>
              </a:rPr>
              <a:t>Hoshin</a:t>
            </a:r>
            <a:r>
              <a:rPr lang="en-US" sz="2400" dirty="0">
                <a:latin typeface="Times New Roman" pitchFamily="18" charset="0"/>
                <a:cs typeface="Times New Roman" pitchFamily="18" charset="0"/>
              </a:rPr>
              <a:t> ----------------------------------------------- C. Quality is fitness for use</a:t>
            </a:r>
          </a:p>
          <a:p>
            <a:pPr>
              <a:buNone/>
            </a:pP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4</a:t>
            </a:r>
            <a:r>
              <a:rPr lang="en-US" sz="2400" b="1" dirty="0">
                <a:latin typeface="Times New Roman" pitchFamily="18" charset="0"/>
                <a:cs typeface="Times New Roman" pitchFamily="18" charset="0"/>
              </a:rPr>
              <a:t>. </a:t>
            </a:r>
            <a:r>
              <a:rPr lang="en-US" sz="2400" b="1" dirty="0" err="1">
                <a:latin typeface="Times New Roman" pitchFamily="18" charset="0"/>
                <a:cs typeface="Times New Roman" pitchFamily="18" charset="0"/>
              </a:rPr>
              <a:t>Feigenbaum</a:t>
            </a:r>
            <a:r>
              <a:rPr lang="en-US" sz="2400" b="1" dirty="0">
                <a:latin typeface="Times New Roman" pitchFamily="18" charset="0"/>
                <a:cs typeface="Times New Roman" pitchFamily="18" charset="0"/>
              </a:rPr>
              <a:t> ----------------------------------------- D. Quality is correcting and preventing loss, not living with loss</a:t>
            </a:r>
            <a:br>
              <a:rPr lang="en-US" sz="2400" b="1" dirty="0">
                <a:latin typeface="Times New Roman" pitchFamily="18" charset="0"/>
                <a:cs typeface="Times New Roman" pitchFamily="18" charset="0"/>
              </a:rPr>
            </a:br>
            <a:endParaRPr lang="en-US" sz="2400" b="1" dirty="0">
              <a:latin typeface="Times New Roman" pitchFamily="18" charset="0"/>
              <a:cs typeface="Times New Roman" pitchFamily="18" charset="0"/>
            </a:endParaRPr>
          </a:p>
          <a:p>
            <a:r>
              <a:rPr lang="en-US" sz="2400" dirty="0">
                <a:latin typeface="Times New Roman" pitchFamily="18" charset="0"/>
                <a:cs typeface="Times New Roman" pitchFamily="18" charset="0"/>
              </a:rPr>
              <a:t>a</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1 – A, 2 – D, 3 – B, 4 – C</a:t>
            </a:r>
          </a:p>
          <a:p>
            <a:r>
              <a:rPr lang="en-US" sz="2400" b="1" dirty="0">
                <a:latin typeface="Times New Roman" pitchFamily="18" charset="0"/>
                <a:cs typeface="Times New Roman" pitchFamily="18" charset="0"/>
              </a:rPr>
              <a:t>b.</a:t>
            </a:r>
            <a:r>
              <a:rPr lang="en-US" sz="2400" dirty="0">
                <a:latin typeface="Times New Roman" pitchFamily="18" charset="0"/>
                <a:cs typeface="Times New Roman" pitchFamily="18" charset="0"/>
              </a:rPr>
              <a:t> 1 – C, 2 – A, 3 – D, 4 - B</a:t>
            </a:r>
          </a:p>
          <a:p>
            <a:r>
              <a:rPr lang="en-US" sz="2400" dirty="0">
                <a:latin typeface="Times New Roman" pitchFamily="18" charset="0"/>
                <a:cs typeface="Times New Roman" pitchFamily="18" charset="0"/>
              </a:rPr>
              <a:t>c</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1 – B, 2 – A, 3 – C, 4 - D</a:t>
            </a:r>
          </a:p>
          <a:p>
            <a:r>
              <a:rPr lang="en-US" sz="2400" dirty="0">
                <a:latin typeface="Times New Roman" pitchFamily="18" charset="0"/>
                <a:cs typeface="Times New Roman" pitchFamily="18" charset="0"/>
              </a:rPr>
              <a:t>d</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1 – D, 2 – A, 3 – B, 4 - C</a:t>
            </a:r>
          </a:p>
          <a:p>
            <a:endParaRPr lang="en-US" sz="24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B75A846-5B7E-4D9F-A726-AD64883CE024}"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MCQs</a:t>
            </a:r>
          </a:p>
        </p:txBody>
      </p:sp>
    </p:spTree>
    <p:extLst>
      <p:ext uri="{BB962C8B-B14F-4D97-AF65-F5344CB8AC3E}">
        <p14:creationId xmlns:p14="http://schemas.microsoft.com/office/powerpoint/2010/main" val="39193118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fontAlgn="base">
              <a:buNone/>
            </a:pPr>
            <a:r>
              <a:rPr lang="en-US" b="1" dirty="0"/>
              <a:t>4</a:t>
            </a:r>
            <a:r>
              <a:rPr lang="en-US" sz="2400" b="1" dirty="0">
                <a:cs typeface="Times New Roman" pitchFamily="18" charset="0"/>
              </a:rPr>
              <a:t>.</a:t>
            </a:r>
            <a:r>
              <a:rPr lang="en-US" sz="2400" b="1" dirty="0">
                <a:latin typeface="Times New Roman" pitchFamily="18" charset="0"/>
                <a:cs typeface="Times New Roman" pitchFamily="18" charset="0"/>
              </a:rPr>
              <a:t> </a:t>
            </a:r>
            <a:r>
              <a:rPr lang="en-US" sz="2200" b="1" dirty="0">
                <a:latin typeface="Times New Roman" pitchFamily="18" charset="0"/>
                <a:cs typeface="Times New Roman" pitchFamily="18" charset="0"/>
              </a:rPr>
              <a:t> According to Deming, Quality problems are</a:t>
            </a:r>
            <a:endParaRPr lang="en-US" sz="2200" dirty="0">
              <a:latin typeface="Times New Roman" pitchFamily="18" charset="0"/>
              <a:cs typeface="Times New Roman" pitchFamily="18" charset="0"/>
            </a:endParaRPr>
          </a:p>
          <a:p>
            <a:pPr fontAlgn="base">
              <a:buNone/>
            </a:pPr>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a</a:t>
            </a:r>
            <a:r>
              <a:rPr lang="en-US" sz="2200" dirty="0">
                <a:latin typeface="Times New Roman" pitchFamily="18" charset="0"/>
                <a:cs typeface="Times New Roman" pitchFamily="18" charset="0"/>
              </a:rPr>
              <a:t>. Due to management</a:t>
            </a:r>
          </a:p>
          <a:p>
            <a:pPr fontAlgn="base">
              <a:buNone/>
            </a:pPr>
            <a:r>
              <a:rPr lang="en-US" sz="2200" dirty="0">
                <a:latin typeface="Times New Roman" pitchFamily="18" charset="0"/>
                <a:cs typeface="Times New Roman" pitchFamily="18" charset="0"/>
              </a:rPr>
              <a:t>  b. Due to method</a:t>
            </a:r>
          </a:p>
          <a:p>
            <a:pPr fontAlgn="base">
              <a:buNone/>
            </a:pPr>
            <a:r>
              <a:rPr lang="en-US" sz="2200" dirty="0">
                <a:latin typeface="Times New Roman" pitchFamily="18" charset="0"/>
                <a:cs typeface="Times New Roman" pitchFamily="18" charset="0"/>
              </a:rPr>
              <a:t>  c. Due to machine</a:t>
            </a:r>
          </a:p>
          <a:p>
            <a:pPr fontAlgn="base">
              <a:buNone/>
            </a:pPr>
            <a:r>
              <a:rPr lang="en-US" sz="2200" dirty="0">
                <a:latin typeface="Times New Roman" pitchFamily="18" charset="0"/>
                <a:cs typeface="Times New Roman" pitchFamily="18" charset="0"/>
              </a:rPr>
              <a:t>  d. Due to material</a:t>
            </a:r>
          </a:p>
          <a:p>
            <a:pPr>
              <a:buNone/>
            </a:pPr>
            <a:r>
              <a:rPr lang="en-US" sz="2200" b="1" dirty="0">
                <a:latin typeface="Times New Roman" pitchFamily="18" charset="0"/>
                <a:cs typeface="Times New Roman" pitchFamily="18" charset="0"/>
              </a:rPr>
              <a:t>5.  Quality planning, quality control and quality improvement are called ------------- trilogy</a:t>
            </a:r>
            <a:endParaRPr lang="en-US" sz="2200" dirty="0">
              <a:latin typeface="Times New Roman" pitchFamily="18" charset="0"/>
              <a:cs typeface="Times New Roman" pitchFamily="18" charset="0"/>
            </a:endParaRPr>
          </a:p>
          <a:p>
            <a:pPr>
              <a:buNone/>
            </a:pPr>
            <a:r>
              <a:rPr lang="en-US" sz="2200" dirty="0">
                <a:latin typeface="Times New Roman" pitchFamily="18" charset="0"/>
                <a:cs typeface="Times New Roman" pitchFamily="18" charset="0"/>
              </a:rPr>
              <a:t>  a. Shingo</a:t>
            </a:r>
          </a:p>
          <a:p>
            <a:pPr>
              <a:buNone/>
            </a:pPr>
            <a:r>
              <a:rPr lang="en-US" sz="2200" dirty="0">
                <a:latin typeface="Times New Roman" pitchFamily="18" charset="0"/>
                <a:cs typeface="Times New Roman" pitchFamily="18" charset="0"/>
              </a:rPr>
              <a:t>  b. </a:t>
            </a:r>
            <a:r>
              <a:rPr lang="en-US" dirty="0">
                <a:latin typeface="Times New Roman" pitchFamily="18" charset="0"/>
                <a:cs typeface="Times New Roman" pitchFamily="18" charset="0"/>
              </a:rPr>
              <a:t>C</a:t>
            </a:r>
            <a:r>
              <a:rPr lang="en-US" sz="2200" dirty="0">
                <a:latin typeface="Times New Roman" pitchFamily="18" charset="0"/>
                <a:cs typeface="Times New Roman" pitchFamily="18" charset="0"/>
              </a:rPr>
              <a:t>rosby</a:t>
            </a:r>
          </a:p>
          <a:p>
            <a:pPr>
              <a:buNone/>
            </a:pPr>
            <a:r>
              <a:rPr lang="en-US" sz="2200" dirty="0">
                <a:latin typeface="Times New Roman" pitchFamily="18" charset="0"/>
                <a:cs typeface="Times New Roman" pitchFamily="18" charset="0"/>
              </a:rPr>
              <a:t>  c. </a:t>
            </a:r>
            <a:r>
              <a:rPr lang="en-US" dirty="0">
                <a:latin typeface="Times New Roman" pitchFamily="18" charset="0"/>
                <a:cs typeface="Times New Roman" pitchFamily="18" charset="0"/>
              </a:rPr>
              <a:t>D</a:t>
            </a:r>
            <a:r>
              <a:rPr lang="en-US" sz="2200" dirty="0">
                <a:latin typeface="Times New Roman" pitchFamily="18" charset="0"/>
                <a:cs typeface="Times New Roman" pitchFamily="18" charset="0"/>
              </a:rPr>
              <a:t>eming</a:t>
            </a:r>
          </a:p>
          <a:p>
            <a:pPr>
              <a:buNone/>
            </a:pPr>
            <a:r>
              <a:rPr lang="en-US" sz="2200" dirty="0">
                <a:latin typeface="Times New Roman" pitchFamily="18" charset="0"/>
                <a:cs typeface="Times New Roman" pitchFamily="18" charset="0"/>
              </a:rPr>
              <a:t>  d. </a:t>
            </a:r>
            <a:r>
              <a:rPr lang="en-US" dirty="0" err="1">
                <a:latin typeface="Times New Roman" pitchFamily="18" charset="0"/>
                <a:cs typeface="Times New Roman" pitchFamily="18" charset="0"/>
              </a:rPr>
              <a:t>J</a:t>
            </a:r>
            <a:r>
              <a:rPr lang="en-US" sz="2200" dirty="0" err="1">
                <a:latin typeface="Times New Roman" pitchFamily="18" charset="0"/>
                <a:cs typeface="Times New Roman" pitchFamily="18" charset="0"/>
              </a:rPr>
              <a:t>uran</a:t>
            </a:r>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  </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417F65CC-B87A-4FB1-B235-E1704618DD1C}"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34127"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MCQs</a:t>
            </a:r>
          </a:p>
        </p:txBody>
      </p:sp>
    </p:spTree>
    <p:extLst>
      <p:ext uri="{BB962C8B-B14F-4D97-AF65-F5344CB8AC3E}">
        <p14:creationId xmlns:p14="http://schemas.microsoft.com/office/powerpoint/2010/main" val="39193118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57552"/>
            <a:ext cx="8229600" cy="4786048"/>
          </a:xfrm>
        </p:spPr>
        <p:txBody>
          <a:bodyPr>
            <a:normAutofit fontScale="92500"/>
          </a:bodyPr>
          <a:lstStyle/>
          <a:p>
            <a:pPr>
              <a:buNone/>
            </a:pPr>
            <a:r>
              <a:rPr lang="en-US" sz="2400" b="1" dirty="0">
                <a:latin typeface="Times New Roman" pitchFamily="18" charset="0"/>
                <a:cs typeface="Times New Roman" pitchFamily="18" charset="0"/>
              </a:rPr>
              <a:t>6.  </a:t>
            </a:r>
            <a:r>
              <a:rPr lang="en-US" sz="2200" b="1" dirty="0">
                <a:latin typeface="Times New Roman" pitchFamily="18" charset="0"/>
                <a:cs typeface="Times New Roman" pitchFamily="18" charset="0"/>
              </a:rPr>
              <a:t>Which of the following strategies of Deming's fourteen points is included into category of Management commitment?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a</a:t>
            </a:r>
            <a:r>
              <a:rPr lang="en-US" sz="2200" b="1" dirty="0">
                <a:latin typeface="Times New Roman" pitchFamily="18" charset="0"/>
                <a:cs typeface="Times New Roman" pitchFamily="18" charset="0"/>
              </a:rPr>
              <a:t>.</a:t>
            </a:r>
            <a:r>
              <a:rPr lang="en-US" sz="2200" dirty="0">
                <a:latin typeface="Times New Roman" pitchFamily="18" charset="0"/>
                <a:cs typeface="Times New Roman" pitchFamily="18" charset="0"/>
              </a:rPr>
              <a:t> Institute leadership</a:t>
            </a:r>
          </a:p>
          <a:p>
            <a:pPr>
              <a:buNone/>
            </a:pP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b</a:t>
            </a:r>
            <a:r>
              <a:rPr lang="en-US" sz="2200" b="1" dirty="0">
                <a:latin typeface="Times New Roman" pitchFamily="18" charset="0"/>
                <a:cs typeface="Times New Roman" pitchFamily="18" charset="0"/>
              </a:rPr>
              <a:t>.</a:t>
            </a:r>
            <a:r>
              <a:rPr lang="en-US" sz="2200" dirty="0">
                <a:latin typeface="Times New Roman" pitchFamily="18" charset="0"/>
                <a:cs typeface="Times New Roman" pitchFamily="18" charset="0"/>
              </a:rPr>
              <a:t> Encouraging education</a:t>
            </a:r>
          </a:p>
          <a:p>
            <a:pPr>
              <a:buNone/>
            </a:pP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c</a:t>
            </a:r>
            <a:r>
              <a:rPr lang="en-US" sz="2200" b="1" dirty="0">
                <a:latin typeface="Times New Roman" pitchFamily="18" charset="0"/>
                <a:cs typeface="Times New Roman" pitchFamily="18" charset="0"/>
              </a:rPr>
              <a:t>.</a:t>
            </a:r>
            <a:r>
              <a:rPr lang="en-US" sz="2200" dirty="0">
                <a:latin typeface="Times New Roman" pitchFamily="18" charset="0"/>
                <a:cs typeface="Times New Roman" pitchFamily="18" charset="0"/>
              </a:rPr>
              <a:t> Eliminating exhortations</a:t>
            </a:r>
          </a:p>
          <a:p>
            <a:pPr>
              <a:buNone/>
            </a:pP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d. Adopting new philosophy</a:t>
            </a:r>
          </a:p>
          <a:p>
            <a:pPr>
              <a:buNone/>
            </a:pPr>
            <a:endParaRPr lang="en-US" sz="2200" dirty="0">
              <a:latin typeface="Times New Roman" pitchFamily="18" charset="0"/>
              <a:cs typeface="Times New Roman" pitchFamily="18" charset="0"/>
            </a:endParaRPr>
          </a:p>
          <a:p>
            <a:pPr>
              <a:buNone/>
            </a:pPr>
            <a:r>
              <a:rPr lang="en-US" sz="2200" b="1" dirty="0">
                <a:latin typeface="Times New Roman" pitchFamily="18" charset="0"/>
                <a:cs typeface="Times New Roman" pitchFamily="18" charset="0"/>
              </a:rPr>
              <a:t>7. The concepts of quality planning, quality control, quality improvement known as ‘Trilogy of quality’ was introduced by ………………….</a:t>
            </a:r>
          </a:p>
          <a:p>
            <a:pPr>
              <a:buNone/>
            </a:pP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a. A. Philip B. Crosby</a:t>
            </a:r>
          </a:p>
          <a:p>
            <a:pPr>
              <a:buNone/>
            </a:pPr>
            <a:r>
              <a:rPr lang="en-US" sz="2200" b="1" dirty="0">
                <a:latin typeface="Times New Roman" pitchFamily="18" charset="0"/>
                <a:cs typeface="Times New Roman" pitchFamily="18" charset="0"/>
              </a:rPr>
              <a:t>   </a:t>
            </a:r>
            <a:r>
              <a:rPr lang="en-US" dirty="0">
                <a:latin typeface="Times New Roman" pitchFamily="18" charset="0"/>
                <a:cs typeface="Times New Roman" pitchFamily="18" charset="0"/>
              </a:rPr>
              <a:t>   b. </a:t>
            </a:r>
            <a:r>
              <a:rPr lang="en-US" sz="2200" dirty="0">
                <a:latin typeface="Times New Roman" pitchFamily="18" charset="0"/>
                <a:cs typeface="Times New Roman" pitchFamily="18" charset="0"/>
              </a:rPr>
              <a:t>Edward Deming</a:t>
            </a:r>
          </a:p>
          <a:p>
            <a:pPr>
              <a:buNone/>
            </a:pPr>
            <a:r>
              <a:rPr lang="en-US" sz="2200" dirty="0">
                <a:latin typeface="Times New Roman" pitchFamily="18" charset="0"/>
                <a:cs typeface="Times New Roman" pitchFamily="18" charset="0"/>
              </a:rPr>
              <a:t>      c. A. </a:t>
            </a:r>
            <a:r>
              <a:rPr lang="en-US" sz="2200" dirty="0" err="1">
                <a:latin typeface="Times New Roman" pitchFamily="18" charset="0"/>
                <a:cs typeface="Times New Roman" pitchFamily="18" charset="0"/>
              </a:rPr>
              <a:t>Shewhart</a:t>
            </a:r>
            <a:endParaRPr lang="en-US" sz="2200" dirty="0">
              <a:latin typeface="Times New Roman" pitchFamily="18" charset="0"/>
              <a:cs typeface="Times New Roman" pitchFamily="18" charset="0"/>
            </a:endParaRPr>
          </a:p>
          <a:p>
            <a:pPr>
              <a:buNone/>
            </a:pPr>
            <a:r>
              <a:rPr lang="en-US" sz="2200" dirty="0">
                <a:latin typeface="Times New Roman" pitchFamily="18" charset="0"/>
                <a:cs typeface="Times New Roman" pitchFamily="18" charset="0"/>
              </a:rPr>
              <a:t>      d. Dr. </a:t>
            </a:r>
            <a:r>
              <a:rPr lang="en-US" sz="2200" dirty="0" err="1">
                <a:latin typeface="Times New Roman" pitchFamily="18" charset="0"/>
                <a:cs typeface="Times New Roman" pitchFamily="18" charset="0"/>
              </a:rPr>
              <a:t>Juran</a:t>
            </a:r>
            <a:endParaRPr lang="en-US" sz="2200" dirty="0">
              <a:latin typeface="Times New Roman" pitchFamily="18" charset="0"/>
              <a:cs typeface="Times New Roman" pitchFamily="18" charset="0"/>
            </a:endParaRPr>
          </a:p>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811C16C-2014-4AAF-828D-9EB5211C34D0}"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24891" y="21864"/>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MCQs</a:t>
            </a:r>
          </a:p>
        </p:txBody>
      </p:sp>
    </p:spTree>
    <p:extLst>
      <p:ext uri="{BB962C8B-B14F-4D97-AF65-F5344CB8AC3E}">
        <p14:creationId xmlns:p14="http://schemas.microsoft.com/office/powerpoint/2010/main" val="39193118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E501BFC-C885-4FF9-AEE3-F52C3F8DE42B}"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pic>
        <p:nvPicPr>
          <p:cNvPr id="14" name="Picture 13"/>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4"/>
          <a:stretch>
            <a:fillRect/>
          </a:stretch>
        </p:blipFill>
        <p:spPr>
          <a:xfrm>
            <a:off x="457200" y="1178946"/>
            <a:ext cx="8229600" cy="4728707"/>
          </a:xfrm>
          <a:prstGeom prst="rect">
            <a:avLst/>
          </a:prstGeom>
        </p:spPr>
      </p:pic>
    </p:spTree>
    <p:extLst>
      <p:ext uri="{BB962C8B-B14F-4D97-AF65-F5344CB8AC3E}">
        <p14:creationId xmlns:p14="http://schemas.microsoft.com/office/powerpoint/2010/main" val="19011145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18" y="1135222"/>
            <a:ext cx="9000772"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ECE1CB0-5163-4DDA-9F38-3C58CFB8B98D}"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228600" y="1038499"/>
            <a:ext cx="8610600" cy="5091907"/>
          </a:xfrm>
          <a:prstGeom prst="rect">
            <a:avLst/>
          </a:prstGeom>
        </p:spPr>
      </p:pic>
    </p:spTree>
    <p:extLst>
      <p:ext uri="{BB962C8B-B14F-4D97-AF65-F5344CB8AC3E}">
        <p14:creationId xmlns:p14="http://schemas.microsoft.com/office/powerpoint/2010/main" val="35212849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BADB7CB-8BC9-4853-92E0-63CC99A572B1}"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4800" y="1143000"/>
            <a:ext cx="8534400" cy="4997480"/>
          </a:xfrm>
          <a:prstGeom prst="rect">
            <a:avLst/>
          </a:prstGeom>
        </p:spPr>
      </p:pic>
    </p:spTree>
    <p:extLst>
      <p:ext uri="{BB962C8B-B14F-4D97-AF65-F5344CB8AC3E}">
        <p14:creationId xmlns:p14="http://schemas.microsoft.com/office/powerpoint/2010/main" val="21164495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36C9C29-1C99-4FFB-A481-A3CCC5C49CD2}"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4800" y="1049617"/>
            <a:ext cx="8458200" cy="5090863"/>
          </a:xfrm>
          <a:prstGeom prst="rect">
            <a:avLst/>
          </a:prstGeom>
        </p:spPr>
      </p:pic>
    </p:spTree>
    <p:extLst>
      <p:ext uri="{BB962C8B-B14F-4D97-AF65-F5344CB8AC3E}">
        <p14:creationId xmlns:p14="http://schemas.microsoft.com/office/powerpoint/2010/main" val="38602277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6DDD79-AC80-4DA4-A4D0-103977D03514}"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457200" y="1042987"/>
            <a:ext cx="8686799" cy="5097493"/>
          </a:xfrm>
          <a:prstGeom prst="rect">
            <a:avLst/>
          </a:prstGeom>
        </p:spPr>
      </p:pic>
    </p:spTree>
    <p:extLst>
      <p:ext uri="{BB962C8B-B14F-4D97-AF65-F5344CB8AC3E}">
        <p14:creationId xmlns:p14="http://schemas.microsoft.com/office/powerpoint/2010/main" val="9350043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34D3D76-788D-4D14-B981-15B4265D9C3C}"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30018" y="930564"/>
            <a:ext cx="9113982" cy="5317851"/>
          </a:xfrm>
          <a:prstGeom prst="rect">
            <a:avLst/>
          </a:prstGeom>
        </p:spPr>
      </p:pic>
    </p:spTree>
    <p:extLst>
      <p:ext uri="{BB962C8B-B14F-4D97-AF65-F5344CB8AC3E}">
        <p14:creationId xmlns:p14="http://schemas.microsoft.com/office/powerpoint/2010/main" val="2512534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526952A-E489-4514-A929-D8757FE57F5A}"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Unit-1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9" y="1157552"/>
            <a:ext cx="8974644" cy="4879431"/>
          </a:xfrm>
          <a:prstGeom prst="rect">
            <a:avLst/>
          </a:prstGeom>
        </p:spPr>
      </p:pic>
    </p:spTree>
    <p:extLst>
      <p:ext uri="{BB962C8B-B14F-4D97-AF65-F5344CB8AC3E}">
        <p14:creationId xmlns:p14="http://schemas.microsoft.com/office/powerpoint/2010/main" val="10306263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lnSpcReduction="10000"/>
          </a:bodyPr>
          <a:lstStyle/>
          <a:p>
            <a:pPr marL="457200" indent="-457200">
              <a:lnSpc>
                <a:spcPct val="150000"/>
              </a:lnSpc>
              <a:buFont typeface="+mj-lt"/>
              <a:buAutoNum type="arabicPeriod"/>
            </a:pPr>
            <a:r>
              <a:rPr lang="en-US" sz="2200" dirty="0"/>
              <a:t>Explain the implementation and documentation of Quality System? Implementation steps.</a:t>
            </a:r>
          </a:p>
          <a:p>
            <a:pPr marL="457200" indent="-457200">
              <a:lnSpc>
                <a:spcPct val="150000"/>
              </a:lnSpc>
              <a:buFont typeface="+mj-lt"/>
              <a:buAutoNum type="arabicPeriod"/>
            </a:pPr>
            <a:r>
              <a:rPr lang="en-US" sz="2200" dirty="0"/>
              <a:t>Explain the Benefits of ISO 14000?</a:t>
            </a:r>
          </a:p>
          <a:p>
            <a:pPr marL="457200" indent="-457200">
              <a:lnSpc>
                <a:spcPct val="150000"/>
              </a:lnSpc>
              <a:buFont typeface="+mj-lt"/>
              <a:buAutoNum type="arabicPeriod"/>
            </a:pPr>
            <a:r>
              <a:rPr lang="en-US" sz="2200" dirty="0"/>
              <a:t>Why is ISO 9000 important?</a:t>
            </a:r>
          </a:p>
          <a:p>
            <a:pPr marL="457200" indent="-457200">
              <a:lnSpc>
                <a:spcPct val="150000"/>
              </a:lnSpc>
              <a:buFont typeface="+mj-lt"/>
              <a:buAutoNum type="arabicPeriod"/>
            </a:pPr>
            <a:r>
              <a:rPr lang="en-US" sz="2200" dirty="0"/>
              <a:t>What are the objectives of reliability and how we can evaluate for a product?</a:t>
            </a:r>
          </a:p>
          <a:p>
            <a:pPr marL="457200" indent="-457200">
              <a:lnSpc>
                <a:spcPct val="150000"/>
              </a:lnSpc>
              <a:buFont typeface="+mj-lt"/>
              <a:buAutoNum type="arabicPeriod"/>
            </a:pPr>
            <a:r>
              <a:rPr lang="en-US" sz="2200" dirty="0"/>
              <a:t>State the objectives and benefits of JIT.</a:t>
            </a:r>
          </a:p>
          <a:p>
            <a:pPr marL="457200" indent="-457200">
              <a:lnSpc>
                <a:spcPct val="150000"/>
              </a:lnSpc>
              <a:buFont typeface="+mj-lt"/>
              <a:buAutoNum type="arabicPeriod"/>
            </a:pPr>
            <a:r>
              <a:rPr lang="en-US" sz="2200" dirty="0"/>
              <a:t>Explain the step followed to get ISO 9000 certification for educational institute.</a:t>
            </a:r>
          </a:p>
        </p:txBody>
      </p:sp>
      <p:sp>
        <p:nvSpPr>
          <p:cNvPr id="4" name="Date Placeholder 3"/>
          <p:cNvSpPr>
            <a:spLocks noGrp="1"/>
          </p:cNvSpPr>
          <p:nvPr>
            <p:ph type="dt" sz="half" idx="10"/>
          </p:nvPr>
        </p:nvSpPr>
        <p:spPr/>
        <p:txBody>
          <a:bodyPr/>
          <a:lstStyle/>
          <a:p>
            <a:fld id="{FF2B5A2F-61E9-4314-A47A-89FC83A5BA93}"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53114"/>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000" b="1">
                <a:latin typeface="Times New Roman" panose="02020603050405020304" pitchFamily="18" charset="0"/>
                <a:cs typeface="Times New Roman" panose="02020603050405020304" pitchFamily="18" charset="0"/>
              </a:rPr>
            </a:br>
            <a:r>
              <a:rPr lang="en-US" sz="2000" b="1">
                <a:latin typeface="Times New Roman" panose="02020603050405020304" pitchFamily="18" charset="0"/>
                <a:cs typeface="Times New Roman" panose="02020603050405020304" pitchFamily="18" charset="0"/>
              </a:rPr>
              <a:t>EXPECTED QUESTIONS FOR UNIVERSITY EXAM </a:t>
            </a:r>
            <a:br>
              <a:rPr lang="en-US" sz="2800" b="1">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39790171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nSpc>
                <a:spcPct val="150000"/>
              </a:lnSpc>
              <a:buNone/>
            </a:pPr>
            <a:r>
              <a:rPr lang="en-US" sz="2200" dirty="0">
                <a:latin typeface="Times New Roman" pitchFamily="18" charset="0"/>
                <a:cs typeface="Times New Roman" pitchFamily="18" charset="0"/>
              </a:rPr>
              <a:t>1. How will you quantify the term quality?</a:t>
            </a:r>
          </a:p>
          <a:p>
            <a:pPr>
              <a:lnSpc>
                <a:spcPct val="150000"/>
              </a:lnSpc>
              <a:buNone/>
            </a:pPr>
            <a:r>
              <a:rPr lang="en-US" sz="2200" dirty="0">
                <a:latin typeface="Times New Roman" pitchFamily="18" charset="0"/>
                <a:cs typeface="Times New Roman" pitchFamily="18" charset="0"/>
              </a:rPr>
              <a:t>2. What do you understand by quality audit?</a:t>
            </a:r>
          </a:p>
          <a:p>
            <a:pPr>
              <a:lnSpc>
                <a:spcPct val="150000"/>
              </a:lnSpc>
              <a:buNone/>
            </a:pPr>
            <a:r>
              <a:rPr lang="en-US" sz="2200" dirty="0">
                <a:latin typeface="Times New Roman" pitchFamily="18" charset="0"/>
                <a:cs typeface="Times New Roman" pitchFamily="18" charset="0"/>
              </a:rPr>
              <a:t>3. Briefly explain the term QM?</a:t>
            </a:r>
          </a:p>
          <a:p>
            <a:pPr>
              <a:lnSpc>
                <a:spcPct val="150000"/>
              </a:lnSpc>
              <a:buNone/>
            </a:pPr>
            <a:r>
              <a:rPr lang="en-US" sz="2200" dirty="0">
                <a:latin typeface="Times New Roman" pitchFamily="18" charset="0"/>
                <a:cs typeface="Times New Roman" pitchFamily="18" charset="0"/>
              </a:rPr>
              <a:t>4. State the good characteristics of a supplier.</a:t>
            </a:r>
          </a:p>
          <a:p>
            <a:pPr>
              <a:lnSpc>
                <a:spcPct val="150000"/>
              </a:lnSpc>
              <a:buNone/>
            </a:pPr>
            <a:r>
              <a:rPr lang="en-US" sz="2200" dirty="0">
                <a:latin typeface="Times New Roman" pitchFamily="18" charset="0"/>
                <a:cs typeface="Times New Roman" pitchFamily="18" charset="0"/>
              </a:rPr>
              <a:t>5. Discuss the several dimensions of product and service quality.</a:t>
            </a:r>
          </a:p>
          <a:p>
            <a:pPr>
              <a:lnSpc>
                <a:spcPct val="150000"/>
              </a:lnSpc>
              <a:buNone/>
            </a:pPr>
            <a:r>
              <a:rPr lang="en-US" sz="2200" dirty="0">
                <a:latin typeface="Times New Roman" pitchFamily="18" charset="0"/>
                <a:cs typeface="Times New Roman" pitchFamily="18" charset="0"/>
              </a:rPr>
              <a:t>6. What do you mean by warranty and guarantee? How are they being analyzed and set?</a:t>
            </a:r>
          </a:p>
          <a:p>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5052991-1B25-4B55-AB03-4A420CF974C2}"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Expected Questions For University Exam</a:t>
            </a:r>
          </a:p>
        </p:txBody>
      </p:sp>
    </p:spTree>
    <p:extLst>
      <p:ext uri="{BB962C8B-B14F-4D97-AF65-F5344CB8AC3E}">
        <p14:creationId xmlns:p14="http://schemas.microsoft.com/office/powerpoint/2010/main" val="39193118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nSpc>
                <a:spcPct val="150000"/>
              </a:lnSpc>
              <a:buNone/>
            </a:pPr>
            <a:r>
              <a:rPr lang="en-US" sz="2200" dirty="0">
                <a:latin typeface="Times New Roman" pitchFamily="18" charset="0"/>
                <a:cs typeface="Times New Roman" pitchFamily="18" charset="0"/>
              </a:rPr>
              <a:t>7. What is the important role of senior management?</a:t>
            </a:r>
          </a:p>
          <a:p>
            <a:pPr>
              <a:lnSpc>
                <a:spcPct val="150000"/>
              </a:lnSpc>
              <a:buNone/>
            </a:pPr>
            <a:r>
              <a:rPr lang="en-US" sz="2200" dirty="0">
                <a:latin typeface="Times New Roman" pitchFamily="18" charset="0"/>
                <a:cs typeface="Times New Roman" pitchFamily="18" charset="0"/>
              </a:rPr>
              <a:t>8. What are the various quality statements?</a:t>
            </a:r>
          </a:p>
          <a:p>
            <a:pPr>
              <a:lnSpc>
                <a:spcPct val="150000"/>
              </a:lnSpc>
              <a:buNone/>
            </a:pPr>
            <a:r>
              <a:rPr lang="en-US" sz="2200" dirty="0">
                <a:latin typeface="Times New Roman" pitchFamily="18" charset="0"/>
                <a:cs typeface="Times New Roman" pitchFamily="18" charset="0"/>
              </a:rPr>
              <a:t>9. What is a quality policy?</a:t>
            </a:r>
          </a:p>
          <a:p>
            <a:pPr>
              <a:lnSpc>
                <a:spcPct val="150000"/>
              </a:lnSpc>
              <a:buNone/>
            </a:pPr>
            <a:r>
              <a:rPr lang="en-US" sz="2200" dirty="0">
                <a:latin typeface="Times New Roman" pitchFamily="18" charset="0"/>
                <a:cs typeface="Times New Roman" pitchFamily="18" charset="0"/>
              </a:rPr>
              <a:t>10. Give the need for a feedback in an organization?</a:t>
            </a:r>
          </a:p>
          <a:p>
            <a:pPr>
              <a:lnSpc>
                <a:spcPct val="150000"/>
              </a:lnSpc>
              <a:buNone/>
            </a:pPr>
            <a:r>
              <a:rPr lang="en-US" sz="2200" dirty="0">
                <a:latin typeface="Times New Roman" pitchFamily="18" charset="0"/>
                <a:cs typeface="Times New Roman" pitchFamily="18" charset="0"/>
              </a:rPr>
              <a:t>11. What are the elements of customer service?</a:t>
            </a:r>
          </a:p>
          <a:p>
            <a:pPr>
              <a:lnSpc>
                <a:spcPct val="150000"/>
              </a:lnSpc>
              <a:buNone/>
            </a:pPr>
            <a:r>
              <a:rPr lang="en-US" sz="2200" dirty="0">
                <a:latin typeface="Times New Roman" pitchFamily="18" charset="0"/>
                <a:cs typeface="Times New Roman" pitchFamily="18" charset="0"/>
              </a:rPr>
              <a:t>12. State Frederick Herzberg’s Two-factor theory?</a:t>
            </a:r>
          </a:p>
          <a:p>
            <a:pPr>
              <a:lnSpc>
                <a:spcPct val="150000"/>
              </a:lnSpc>
              <a:buNone/>
            </a:pPr>
            <a:r>
              <a:rPr lang="en-US" sz="2200" dirty="0">
                <a:latin typeface="Times New Roman" pitchFamily="18" charset="0"/>
                <a:cs typeface="Times New Roman" pitchFamily="18" charset="0"/>
              </a:rPr>
              <a:t>13. What does an employee want?</a:t>
            </a:r>
          </a:p>
          <a:p>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46F9A98-6FDA-4F47-BD9F-2FCC05FA4775}"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48873" y="-2540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Expected Questions For University Exam</a:t>
            </a:r>
          </a:p>
        </p:txBody>
      </p:sp>
    </p:spTree>
    <p:extLst>
      <p:ext uri="{BB962C8B-B14F-4D97-AF65-F5344CB8AC3E}">
        <p14:creationId xmlns:p14="http://schemas.microsoft.com/office/powerpoint/2010/main" val="39193118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200" dirty="0">
                <a:latin typeface="Times New Roman" panose="02020603050405020304" pitchFamily="18" charset="0"/>
                <a:cs typeface="Times New Roman" panose="02020603050405020304" pitchFamily="18" charset="0"/>
              </a:rPr>
              <a:t>Quality is customer satisfaction</a:t>
            </a:r>
          </a:p>
          <a:p>
            <a:r>
              <a:rPr lang="en-US" sz="2200" dirty="0">
                <a:latin typeface="Times New Roman" panose="02020603050405020304" pitchFamily="18" charset="0"/>
                <a:cs typeface="Times New Roman" panose="02020603050405020304" pitchFamily="18" charset="0"/>
              </a:rPr>
              <a:t>Customer is the centre point for product</a:t>
            </a:r>
          </a:p>
          <a:p>
            <a:r>
              <a:rPr lang="en-US" sz="2200" dirty="0">
                <a:latin typeface="Times New Roman" panose="02020603050405020304" pitchFamily="18" charset="0"/>
                <a:cs typeface="Times New Roman" panose="02020603050405020304" pitchFamily="18" charset="0"/>
              </a:rPr>
              <a:t>Need of modern approach</a:t>
            </a:r>
          </a:p>
          <a:p>
            <a:r>
              <a:rPr lang="en-US" sz="2200" dirty="0">
                <a:latin typeface="Times New Roman" panose="02020603050405020304" pitchFamily="18" charset="0"/>
                <a:cs typeface="Times New Roman" panose="02020603050405020304" pitchFamily="18" charset="0"/>
              </a:rPr>
              <a:t>Deming point</a:t>
            </a:r>
          </a:p>
        </p:txBody>
      </p:sp>
      <p:sp>
        <p:nvSpPr>
          <p:cNvPr id="4" name="Date Placeholder 3"/>
          <p:cNvSpPr>
            <a:spLocks noGrp="1"/>
          </p:cNvSpPr>
          <p:nvPr>
            <p:ph type="dt" sz="half" idx="10"/>
          </p:nvPr>
        </p:nvSpPr>
        <p:spPr/>
        <p:txBody>
          <a:bodyPr/>
          <a:lstStyle/>
          <a:p>
            <a:fld id="{F112C3F2-2387-4FBF-BAC9-8146B92C74DF}"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8" name="Picture 7"/>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85818"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Summary</a:t>
            </a:r>
          </a:p>
        </p:txBody>
      </p:sp>
    </p:spTree>
    <p:extLst>
      <p:ext uri="{BB962C8B-B14F-4D97-AF65-F5344CB8AC3E}">
        <p14:creationId xmlns:p14="http://schemas.microsoft.com/office/powerpoint/2010/main" val="39193118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92500" lnSpcReduction="10000"/>
          </a:bodyPr>
          <a:lstStyle/>
          <a:p>
            <a:pPr marL="0" lvl="0" indent="0">
              <a:buNone/>
            </a:pPr>
            <a:r>
              <a:rPr lang="en-US" sz="2400" dirty="0">
                <a:latin typeface="Times" panose="02020603050405020304" pitchFamily="18" charset="0"/>
                <a:cs typeface="Times" panose="02020603050405020304" pitchFamily="18" charset="0"/>
              </a:rPr>
              <a:t>Text Book</a:t>
            </a:r>
          </a:p>
          <a:p>
            <a:pPr lvl="0"/>
            <a:r>
              <a:rPr lang="en-US" sz="2400" dirty="0">
                <a:latin typeface="Times" panose="02020603050405020304" pitchFamily="18" charset="0"/>
                <a:cs typeface="Times" panose="02020603050405020304" pitchFamily="18" charset="0"/>
              </a:rPr>
              <a:t>Lt. Gen. H. Lal, “Total Quality Management”, New Age International Publishers</a:t>
            </a:r>
          </a:p>
          <a:p>
            <a:pPr lvl="0"/>
            <a:r>
              <a:rPr lang="en-US" sz="2400" dirty="0">
                <a:latin typeface="Times" panose="02020603050405020304" pitchFamily="18" charset="0"/>
                <a:cs typeface="Times" panose="02020603050405020304" pitchFamily="18" charset="0"/>
              </a:rPr>
              <a:t> Greg Bounds, “Beyond Total Quality Management”, McGraw Hill </a:t>
            </a:r>
          </a:p>
          <a:p>
            <a:pPr lvl="0"/>
            <a:r>
              <a:rPr lang="en-US" sz="2400" dirty="0">
                <a:latin typeface="Times" panose="02020603050405020304" pitchFamily="18" charset="0"/>
                <a:cs typeface="Times" panose="02020603050405020304" pitchFamily="18" charset="0"/>
              </a:rPr>
              <a:t>Menon, H.G, “TQM in New Product manufacturing”, McGraw Hill</a:t>
            </a:r>
          </a:p>
          <a:p>
            <a:pPr marL="0" lvl="0" indent="0">
              <a:buNone/>
            </a:pPr>
            <a:r>
              <a:rPr lang="en-US" sz="2400" dirty="0">
                <a:latin typeface="Times" panose="02020603050405020304" pitchFamily="18" charset="0"/>
                <a:cs typeface="Times" panose="02020603050405020304" pitchFamily="18" charset="0"/>
              </a:rPr>
              <a:t>Reference Book </a:t>
            </a:r>
            <a:endParaRPr lang="en-US" sz="2400" i="1" dirty="0">
              <a:latin typeface="Times" panose="02020603050405020304" pitchFamily="18" charset="0"/>
              <a:cs typeface="Times" panose="02020603050405020304" pitchFamily="18" charset="0"/>
            </a:endParaRPr>
          </a:p>
          <a:p>
            <a:r>
              <a:rPr lang="en-US" sz="2400" i="1" dirty="0">
                <a:latin typeface="Times" panose="02020603050405020304" pitchFamily="18" charset="0"/>
                <a:cs typeface="Times" panose="02020603050405020304" pitchFamily="18" charset="0"/>
              </a:rPr>
              <a:t>Total Quality Management” by </a:t>
            </a:r>
            <a:r>
              <a:rPr lang="en-US" sz="2400" i="1" dirty="0" err="1">
                <a:latin typeface="Times" panose="02020603050405020304" pitchFamily="18" charset="0"/>
                <a:cs typeface="Times" panose="02020603050405020304" pitchFamily="18" charset="0"/>
              </a:rPr>
              <a:t>Besterfield</a:t>
            </a:r>
            <a:endParaRPr lang="en-US" sz="2400" i="1" dirty="0">
              <a:latin typeface="Times" panose="02020603050405020304" pitchFamily="18" charset="0"/>
              <a:cs typeface="Times" panose="02020603050405020304" pitchFamily="18" charset="0"/>
            </a:endParaRPr>
          </a:p>
          <a:p>
            <a:r>
              <a:rPr lang="en-US" sz="2400" i="1" dirty="0">
                <a:latin typeface="Times" panose="02020603050405020304" pitchFamily="18" charset="0"/>
                <a:cs typeface="Times" panose="02020603050405020304" pitchFamily="18" charset="0"/>
              </a:rPr>
              <a:t>“Total Quality Management” by </a:t>
            </a:r>
            <a:r>
              <a:rPr lang="en-US" sz="2400" i="1" dirty="0" err="1">
                <a:latin typeface="Times" panose="02020603050405020304" pitchFamily="18" charset="0"/>
                <a:cs typeface="Times" panose="02020603050405020304" pitchFamily="18" charset="0"/>
              </a:rPr>
              <a:t>Mukherjee</a:t>
            </a:r>
            <a:endParaRPr lang="en-US" sz="2400" i="1" dirty="0">
              <a:latin typeface="Times" panose="02020603050405020304" pitchFamily="18" charset="0"/>
              <a:cs typeface="Times" panose="02020603050405020304" pitchFamily="18" charset="0"/>
            </a:endParaRPr>
          </a:p>
          <a:p>
            <a:r>
              <a:rPr lang="en-US" sz="2400" i="1" dirty="0">
                <a:latin typeface="Times" panose="02020603050405020304" pitchFamily="18" charset="0"/>
                <a:cs typeface="Times" panose="02020603050405020304" pitchFamily="18" charset="0"/>
              </a:rPr>
              <a:t>Total Quality Management” by </a:t>
            </a:r>
            <a:r>
              <a:rPr lang="en-US" sz="2400" i="1" dirty="0" err="1">
                <a:latin typeface="Times" panose="02020603050405020304" pitchFamily="18" charset="0"/>
                <a:cs typeface="Times" panose="02020603050405020304" pitchFamily="18" charset="0"/>
              </a:rPr>
              <a:t>Vijayan</a:t>
            </a:r>
            <a:endParaRPr lang="en-US" sz="2400" i="1" dirty="0">
              <a:latin typeface="Times" panose="02020603050405020304" pitchFamily="18" charset="0"/>
              <a:cs typeface="Times" panose="02020603050405020304" pitchFamily="18" charset="0"/>
            </a:endParaRPr>
          </a:p>
          <a:p>
            <a:r>
              <a:rPr lang="en-US" sz="2400" i="1" dirty="0">
                <a:latin typeface="Times" panose="02020603050405020304" pitchFamily="18" charset="0"/>
                <a:cs typeface="Times" panose="02020603050405020304" pitchFamily="18" charset="0"/>
              </a:rPr>
              <a:t>“Total Quality Management- Text and Cases” by </a:t>
            </a:r>
            <a:r>
              <a:rPr lang="en-US" sz="2400" i="1" dirty="0" err="1">
                <a:latin typeface="Times" panose="02020603050405020304" pitchFamily="18" charset="0"/>
                <a:cs typeface="Times" panose="02020603050405020304" pitchFamily="18" charset="0"/>
              </a:rPr>
              <a:t>Janakiraman</a:t>
            </a:r>
            <a:r>
              <a:rPr lang="en-US" sz="2400" i="1" dirty="0">
                <a:latin typeface="Times" panose="02020603050405020304" pitchFamily="18" charset="0"/>
                <a:cs typeface="Times" panose="02020603050405020304" pitchFamily="18" charset="0"/>
              </a:rPr>
              <a:t> B and </a:t>
            </a:r>
            <a:r>
              <a:rPr lang="en-US" sz="2400" i="1" dirty="0" err="1">
                <a:latin typeface="Times" panose="02020603050405020304" pitchFamily="18" charset="0"/>
                <a:cs typeface="Times" panose="02020603050405020304" pitchFamily="18" charset="0"/>
              </a:rPr>
              <a:t>Gopal</a:t>
            </a:r>
            <a:r>
              <a:rPr lang="en-US" sz="2400" i="1" dirty="0">
                <a:latin typeface="Times" panose="02020603050405020304" pitchFamily="18" charset="0"/>
                <a:cs typeface="Times" panose="02020603050405020304" pitchFamily="18" charset="0"/>
              </a:rPr>
              <a:t> R K</a:t>
            </a:r>
          </a:p>
          <a:p>
            <a:pPr lvl="0"/>
            <a:r>
              <a:rPr lang="en-US" sz="2400" dirty="0">
                <a:latin typeface="Times" panose="02020603050405020304" pitchFamily="18" charset="0"/>
                <a:cs typeface="Times" panose="02020603050405020304" pitchFamily="18" charset="0"/>
                <a:hlinkClick r:id="rId2"/>
              </a:rPr>
              <a:t>https://www.researchgate.net/publication/318654507_Total_Quality_Management_Notes</a:t>
            </a:r>
            <a:endParaRPr lang="en-US" sz="2400" dirty="0">
              <a:latin typeface="Times" panose="02020603050405020304" pitchFamily="18" charset="0"/>
              <a:cs typeface="Times" panose="02020603050405020304" pitchFamily="18" charset="0"/>
            </a:endParaRPr>
          </a:p>
          <a:p>
            <a:endParaRPr lang="en-US" sz="2200" i="1" dirty="0">
              <a:latin typeface="Times" panose="02020603050405020304" pitchFamily="18" charset="0"/>
              <a:cs typeface="Times" panose="02020603050405020304" pitchFamily="18" charset="0"/>
            </a:endParaRPr>
          </a:p>
        </p:txBody>
      </p:sp>
      <p:sp>
        <p:nvSpPr>
          <p:cNvPr id="4" name="Date Placeholder 3"/>
          <p:cNvSpPr>
            <a:spLocks noGrp="1"/>
          </p:cNvSpPr>
          <p:nvPr>
            <p:ph type="dt" sz="half" idx="10"/>
          </p:nvPr>
        </p:nvSpPr>
        <p:spPr/>
        <p:txBody>
          <a:bodyPr/>
          <a:lstStyle/>
          <a:p>
            <a:fld id="{F9F595C9-13AB-420E-B405-AE3D648D85B4}" type="datetime1">
              <a:rPr lang="en-US" smtClean="0">
                <a:latin typeface="Times" panose="02020603050405020304" pitchFamily="18" charset="0"/>
                <a:cs typeface="Times" panose="02020603050405020304" pitchFamily="18" charset="0"/>
              </a:rPr>
              <a:t>5/1/2026</a:t>
            </a:fld>
            <a:endParaRPr lang="en-US">
              <a:latin typeface="Times" panose="02020603050405020304" pitchFamily="18" charset="0"/>
              <a:cs typeface="Times"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panose="02020603050405020304" pitchFamily="18" charset="0"/>
                <a:cs typeface="Times" panose="02020603050405020304" pitchFamily="18" charset="0"/>
              </a:rPr>
              <a:pPr/>
              <a:t>81</a:t>
            </a:fld>
            <a:endParaRPr lang="en-US">
              <a:latin typeface="Times" panose="02020603050405020304" pitchFamily="18" charset="0"/>
              <a:cs typeface="Times" panose="02020603050405020304" pitchFamily="18" charset="0"/>
            </a:endParaRPr>
          </a:p>
        </p:txBody>
      </p:sp>
      <p:sp>
        <p:nvSpPr>
          <p:cNvPr id="9" name="Footer Placeholder 12"/>
          <p:cNvSpPr>
            <a:spLocks noGrp="1"/>
          </p:cNvSpPr>
          <p:nvPr>
            <p:ph type="ftr" sz="quarter" idx="11"/>
          </p:nvPr>
        </p:nvSpPr>
        <p:spPr>
          <a:xfrm>
            <a:off x="2286000" y="6248415"/>
            <a:ext cx="5715000" cy="365125"/>
          </a:xfrm>
        </p:spPr>
        <p:txBody>
          <a:bodyPr/>
          <a:lstStyle/>
          <a:p>
            <a:r>
              <a:rPr lang="fi-FI" sz="2000">
                <a:latin typeface="Times" panose="02020603050405020304" pitchFamily="18" charset="0"/>
                <a:cs typeface="Times" panose="02020603050405020304" pitchFamily="18" charset="0"/>
              </a:rPr>
              <a:t>Mr. Minhaj Nezami    AOE0861    TQM    Unit-1                         </a:t>
            </a:r>
            <a:endParaRPr lang="en-US" sz="2000" dirty="0">
              <a:latin typeface="Times" panose="02020603050405020304" pitchFamily="18" charset="0"/>
              <a:cs typeface="Times" panose="02020603050405020304" pitchFamily="18" charset="0"/>
            </a:endParaRPr>
          </a:p>
        </p:txBody>
      </p:sp>
      <p:pic>
        <p:nvPicPr>
          <p:cNvPr id="8" name="Picture 7"/>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391931189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C3221EC-0714-4C93-8EA4-69B8298DA7AC}"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9" name="Content Placeholder 8"/>
          <p:cNvSpPr>
            <a:spLocks noGrp="1"/>
          </p:cNvSpPr>
          <p:nvPr>
            <p:ph idx="1"/>
          </p:nvPr>
        </p:nvSpPr>
        <p:spPr>
          <a:xfrm>
            <a:off x="713664" y="2133600"/>
            <a:ext cx="7762125" cy="2215991"/>
          </a:xfrm>
          <a:prstGeom prst="rect">
            <a:avLst/>
          </a:prstGeom>
          <a:noFill/>
        </p:spPr>
        <p:txBody>
          <a:bodyPr wrap="none" lIns="91440" tIns="45720" rIns="91440" bIns="45720">
            <a:spAutoFit/>
          </a:bodyPr>
          <a:lstStyle/>
          <a:p>
            <a:pPr algn="ctr">
              <a:buNone/>
            </a:pPr>
            <a:r>
              <a:rPr lang="en-US" sz="13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12"/>
          <p:cNvSpPr>
            <a:spLocks noGrp="1"/>
          </p:cNvSpPr>
          <p:nvPr>
            <p:ph type="ftr" sz="quarter" idx="11"/>
          </p:nvPr>
        </p:nvSpPr>
        <p:spPr>
          <a:xfrm>
            <a:off x="2286000" y="6248415"/>
            <a:ext cx="5029200" cy="365125"/>
          </a:xfrm>
        </p:spPr>
        <p:txBody>
          <a:bodyPr/>
          <a:lstStyle/>
          <a:p>
            <a:r>
              <a:rPr lang="fi-FI" sz="2000"/>
              <a:t>Mr. Minhaj Nezami    AOE0861    TQM    Unit-1                         </a:t>
            </a:r>
            <a:endParaRPr lang="en-US" sz="2000" dirty="0"/>
          </a:p>
        </p:txBody>
      </p:sp>
      <p:pic>
        <p:nvPicPr>
          <p:cNvPr id="7" name="Picture 6"/>
          <p:cNvPicPr>
            <a:picLocks noChangeAspect="1"/>
          </p:cNvPicPr>
          <p:nvPr/>
        </p:nvPicPr>
        <p:blipFill>
          <a:blip r:embed="rId2"/>
          <a:stretch>
            <a:fillRect/>
          </a:stretch>
        </p:blipFill>
        <p:spPr>
          <a:xfrm>
            <a:off x="30018" y="25400"/>
            <a:ext cx="1755800" cy="1024217"/>
          </a:xfrm>
          <a:prstGeom prst="rect">
            <a:avLst/>
          </a:prstGeom>
        </p:spPr>
      </p:pic>
      <p:sp>
        <p:nvSpPr>
          <p:cNvPr id="8" name="Title 1">
            <a:extLst>
              <a:ext uri="{FF2B5EF4-FFF2-40B4-BE49-F238E27FC236}">
                <a16:creationId xmlns:a16="http://schemas.microsoft.com/office/drawing/2014/main" id="{1C7BBAA3-263A-8FE5-5AA3-E40EF73A5AE9}"/>
              </a:ext>
            </a:extLst>
          </p:cNvPr>
          <p:cNvSpPr txBox="1">
            <a:spLocks/>
          </p:cNvSpPr>
          <p:nvPr/>
        </p:nvSpPr>
        <p:spPr>
          <a:xfrm>
            <a:off x="1785818" y="0"/>
            <a:ext cx="7391400" cy="912713"/>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2396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81811A-0EC6-4124-9281-C5A3D815C9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32ca28-9566-489e-9fb7-fd3ef7d89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629DB86-9426-4848-AB8B-FE714E05BFD4}">
  <ds:schemaRefs>
    <ds:schemaRef ds:uri="http://schemas.microsoft.com/sharepoint/v3/contenttype/forms"/>
  </ds:schemaRefs>
</ds:datastoreItem>
</file>

<file path=customXml/itemProps3.xml><?xml version="1.0" encoding="utf-8"?>
<ds:datastoreItem xmlns:ds="http://schemas.openxmlformats.org/officeDocument/2006/customXml" ds:itemID="{C052C685-5AEC-41C4-BD7F-02B1FED6CD2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2017</TotalTime>
  <Words>5793</Words>
  <Application>Microsoft Office PowerPoint</Application>
  <PresentationFormat>On-screen Show (4:3)</PresentationFormat>
  <Paragraphs>935</Paragraphs>
  <Slides>82</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82</vt:i4>
      </vt:variant>
    </vt:vector>
  </HeadingPairs>
  <TitlesOfParts>
    <vt:vector size="93" baseType="lpstr">
      <vt:lpstr>Arial</vt:lpstr>
      <vt:lpstr>Arial MT</vt:lpstr>
      <vt:lpstr>Calibri</vt:lpstr>
      <vt:lpstr>Calibri (Body)</vt:lpstr>
      <vt:lpstr>Georgia</vt:lpstr>
      <vt:lpstr>Proxima Nova</vt:lpstr>
      <vt:lpstr>Segoe UI Symbol</vt:lpstr>
      <vt:lpstr>Tahoma</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Barriers to TQM</vt:lpstr>
      <vt:lpstr>Customer Focus</vt:lpstr>
      <vt:lpstr>PowerPoint Presentation</vt:lpstr>
      <vt:lpstr>Customer Orientation</vt:lpstr>
      <vt:lpstr>Customer Satisfaction</vt:lpstr>
      <vt:lpstr>Customer Complaints</vt:lpstr>
      <vt:lpstr>Customer Retention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ndc</dc:creator>
  <cp:lastModifiedBy>Mr. Minhaj Nezami</cp:lastModifiedBy>
  <cp:revision>286</cp:revision>
  <dcterms:created xsi:type="dcterms:W3CDTF">2020-05-17T00:08:26Z</dcterms:created>
  <dcterms:modified xsi:type="dcterms:W3CDTF">2026-05-01T06:36:13Z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