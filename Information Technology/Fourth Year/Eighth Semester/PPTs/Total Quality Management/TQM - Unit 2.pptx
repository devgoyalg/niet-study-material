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5"/>
  </p:notesMasterIdLst>
  <p:sldIdLst>
    <p:sldId id="257" r:id="rId5"/>
    <p:sldId id="356" r:id="rId6"/>
    <p:sldId id="258" r:id="rId7"/>
    <p:sldId id="266" r:id="rId8"/>
    <p:sldId id="260" r:id="rId9"/>
    <p:sldId id="261" r:id="rId10"/>
    <p:sldId id="354" r:id="rId11"/>
    <p:sldId id="262" r:id="rId12"/>
    <p:sldId id="355" r:id="rId13"/>
    <p:sldId id="308" r:id="rId14"/>
    <p:sldId id="357" r:id="rId15"/>
    <p:sldId id="263" r:id="rId16"/>
    <p:sldId id="264" r:id="rId17"/>
    <p:sldId id="334" r:id="rId18"/>
    <p:sldId id="336" r:id="rId19"/>
    <p:sldId id="265" r:id="rId20"/>
    <p:sldId id="268" r:id="rId21"/>
    <p:sldId id="269" r:id="rId22"/>
    <p:sldId id="270" r:id="rId23"/>
    <p:sldId id="276" r:id="rId24"/>
    <p:sldId id="278" r:id="rId25"/>
    <p:sldId id="277" r:id="rId26"/>
    <p:sldId id="275" r:id="rId27"/>
    <p:sldId id="274" r:id="rId28"/>
    <p:sldId id="273" r:id="rId29"/>
    <p:sldId id="272" r:id="rId30"/>
    <p:sldId id="271" r:id="rId31"/>
    <p:sldId id="267" r:id="rId32"/>
    <p:sldId id="283" r:id="rId33"/>
    <p:sldId id="331" r:id="rId34"/>
    <p:sldId id="332" r:id="rId35"/>
    <p:sldId id="282" r:id="rId36"/>
    <p:sldId id="329" r:id="rId37"/>
    <p:sldId id="280" r:id="rId38"/>
    <p:sldId id="289" r:id="rId39"/>
    <p:sldId id="338" r:id="rId40"/>
    <p:sldId id="340" r:id="rId41"/>
    <p:sldId id="309" r:id="rId42"/>
    <p:sldId id="404" r:id="rId43"/>
    <p:sldId id="310" r:id="rId44"/>
    <p:sldId id="312" r:id="rId45"/>
    <p:sldId id="311" r:id="rId46"/>
    <p:sldId id="321" r:id="rId47"/>
    <p:sldId id="319" r:id="rId48"/>
    <p:sldId id="342" r:id="rId49"/>
    <p:sldId id="343" r:id="rId50"/>
    <p:sldId id="313" r:id="rId51"/>
    <p:sldId id="316" r:id="rId52"/>
    <p:sldId id="314" r:id="rId53"/>
    <p:sldId id="315" r:id="rId54"/>
    <p:sldId id="347" r:id="rId55"/>
    <p:sldId id="348" r:id="rId56"/>
    <p:sldId id="345" r:id="rId57"/>
    <p:sldId id="346" r:id="rId58"/>
    <p:sldId id="317" r:id="rId59"/>
    <p:sldId id="324" r:id="rId60"/>
    <p:sldId id="323" r:id="rId61"/>
    <p:sldId id="322" r:id="rId62"/>
    <p:sldId id="325" r:id="rId63"/>
    <p:sldId id="318" r:id="rId64"/>
    <p:sldId id="327" r:id="rId65"/>
    <p:sldId id="326" r:id="rId66"/>
    <p:sldId id="349" r:id="rId67"/>
    <p:sldId id="350" r:id="rId68"/>
    <p:sldId id="351" r:id="rId69"/>
    <p:sldId id="352" r:id="rId70"/>
    <p:sldId id="365" r:id="rId71"/>
    <p:sldId id="377" r:id="rId72"/>
    <p:sldId id="394" r:id="rId73"/>
    <p:sldId id="395" r:id="rId74"/>
    <p:sldId id="376" r:id="rId75"/>
    <p:sldId id="375" r:id="rId76"/>
    <p:sldId id="378" r:id="rId77"/>
    <p:sldId id="379" r:id="rId78"/>
    <p:sldId id="380" r:id="rId79"/>
    <p:sldId id="381" r:id="rId80"/>
    <p:sldId id="383" r:id="rId81"/>
    <p:sldId id="384" r:id="rId82"/>
    <p:sldId id="385" r:id="rId83"/>
    <p:sldId id="386" r:id="rId84"/>
    <p:sldId id="387" r:id="rId85"/>
    <p:sldId id="382" r:id="rId86"/>
    <p:sldId id="388" r:id="rId87"/>
    <p:sldId id="389" r:id="rId88"/>
    <p:sldId id="390" r:id="rId89"/>
    <p:sldId id="391" r:id="rId90"/>
    <p:sldId id="392" r:id="rId91"/>
    <p:sldId id="393" r:id="rId92"/>
    <p:sldId id="291" r:id="rId93"/>
    <p:sldId id="292" r:id="rId94"/>
    <p:sldId id="293" r:id="rId95"/>
    <p:sldId id="294" r:id="rId96"/>
    <p:sldId id="295" r:id="rId97"/>
    <p:sldId id="296" r:id="rId98"/>
    <p:sldId id="362" r:id="rId99"/>
    <p:sldId id="363" r:id="rId100"/>
    <p:sldId id="396" r:id="rId101"/>
    <p:sldId id="397" r:id="rId102"/>
    <p:sldId id="398" r:id="rId103"/>
    <p:sldId id="399" r:id="rId104"/>
    <p:sldId id="400" r:id="rId105"/>
    <p:sldId id="401" r:id="rId106"/>
    <p:sldId id="402" r:id="rId107"/>
    <p:sldId id="403" r:id="rId108"/>
    <p:sldId id="300" r:id="rId109"/>
    <p:sldId id="301" r:id="rId110"/>
    <p:sldId id="302" r:id="rId111"/>
    <p:sldId id="305" r:id="rId112"/>
    <p:sldId id="353" r:id="rId113"/>
    <p:sldId id="304" r:id="rId1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3B9D"/>
    <a:srgbClr val="03010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82443B-C9EC-4E90-9B5E-7A9485DD1C05}" v="3" dt="2024-01-08T02:51:07.172"/>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25" autoAdjust="0"/>
    <p:restoredTop sz="94660"/>
  </p:normalViewPr>
  <p:slideViewPr>
    <p:cSldViewPr>
      <p:cViewPr varScale="1">
        <p:scale>
          <a:sx n="78" d="100"/>
          <a:sy n="78" d="100"/>
        </p:scale>
        <p:origin x="1973"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viewProps" Target="view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theme" Target="theme/theme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tableStyles" Target="tableStyles.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microsoft.com/office/2016/11/relationships/changesInfo" Target="changesInfos/changesInfo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microsoft.com/office/2015/10/relationships/revisionInfo" Target="revisionInfo.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ANAS(FW)" userId="S::1813310043@niet.co.in::c52b9bee-2e4b-4706-92ed-87ba6846bf7e" providerId="AD" clId="Web-{D0E18338-1AD8-42B6-8E0D-82451EED340D}"/>
    <pc:docChg chg="modSld">
      <pc:chgData name="ASIF ANAS(FW)" userId="S::1813310043@niet.co.in::c52b9bee-2e4b-4706-92ed-87ba6846bf7e" providerId="AD" clId="Web-{D0E18338-1AD8-42B6-8E0D-82451EED340D}" dt="2022-06-04T20:37:24.933" v="0" actId="1076"/>
      <pc:docMkLst>
        <pc:docMk/>
      </pc:docMkLst>
      <pc:sldChg chg="modSp">
        <pc:chgData name="ASIF ANAS(FW)" userId="S::1813310043@niet.co.in::c52b9bee-2e4b-4706-92ed-87ba6846bf7e" providerId="AD" clId="Web-{D0E18338-1AD8-42B6-8E0D-82451EED340D}" dt="2022-06-04T20:37:24.933" v="0" actId="1076"/>
        <pc:sldMkLst>
          <pc:docMk/>
          <pc:sldMk cId="3919311891" sldId="276"/>
        </pc:sldMkLst>
        <pc:spChg chg="mod">
          <ac:chgData name="ASIF ANAS(FW)" userId="S::1813310043@niet.co.in::c52b9bee-2e4b-4706-92ed-87ba6846bf7e" providerId="AD" clId="Web-{D0E18338-1AD8-42B6-8E0D-82451EED340D}" dt="2022-06-04T20:37:24.933" v="0" actId="1076"/>
          <ac:spMkLst>
            <pc:docMk/>
            <pc:sldMk cId="3919311891" sldId="276"/>
            <ac:spMk id="12" creationId="{00000000-0000-0000-0000-000000000000}"/>
          </ac:spMkLst>
        </pc:spChg>
      </pc:sldChg>
    </pc:docChg>
  </pc:docChgLst>
  <pc:docChgLst>
    <pc:chgData name="MADNEETA SINGH" userId="ba487e41d220043c" providerId="LiveId" clId="{822806B2-9B34-42BB-8709-C780576C86F1}"/>
    <pc:docChg chg="modSld">
      <pc:chgData name="MADNEETA SINGH" userId="ba487e41d220043c" providerId="LiveId" clId="{822806B2-9B34-42BB-8709-C780576C86F1}" dt="2023-03-21T05:41:19.031" v="3"/>
      <pc:docMkLst>
        <pc:docMk/>
      </pc:docMkLst>
      <pc:sldChg chg="addSp delSp modSp">
        <pc:chgData name="MADNEETA SINGH" userId="ba487e41d220043c" providerId="LiveId" clId="{822806B2-9B34-42BB-8709-C780576C86F1}" dt="2023-03-21T05:41:19.031" v="3"/>
        <pc:sldMkLst>
          <pc:docMk/>
          <pc:sldMk cId="977377963" sldId="356"/>
        </pc:sldMkLst>
        <pc:spChg chg="mod">
          <ac:chgData name="MADNEETA SINGH" userId="ba487e41d220043c" providerId="LiveId" clId="{822806B2-9B34-42BB-8709-C780576C86F1}" dt="2023-03-21T05:41:19.031" v="3"/>
          <ac:spMkLst>
            <pc:docMk/>
            <pc:sldMk cId="977377963" sldId="356"/>
            <ac:spMk id="3" creationId="{00000000-0000-0000-0000-000000000000}"/>
          </ac:spMkLst>
        </pc:spChg>
        <pc:spChg chg="add del mod">
          <ac:chgData name="MADNEETA SINGH" userId="ba487e41d220043c" providerId="LiveId" clId="{822806B2-9B34-42BB-8709-C780576C86F1}" dt="2023-03-21T05:41:19.031" v="3"/>
          <ac:spMkLst>
            <pc:docMk/>
            <pc:sldMk cId="977377963" sldId="356"/>
            <ac:spMk id="4" creationId="{3C93E5D2-75B6-37BA-F782-80B5F626DF0A}"/>
          </ac:spMkLst>
        </pc:spChg>
        <pc:spChg chg="add del mod">
          <ac:chgData name="MADNEETA SINGH" userId="ba487e41d220043c" providerId="LiveId" clId="{822806B2-9B34-42BB-8709-C780576C86F1}" dt="2023-03-21T05:41:19.031" v="3"/>
          <ac:spMkLst>
            <pc:docMk/>
            <pc:sldMk cId="977377963" sldId="356"/>
            <ac:spMk id="5" creationId="{63E8A757-129F-F9C7-4536-7C6F07590428}"/>
          </ac:spMkLst>
        </pc:spChg>
        <pc:spChg chg="mod">
          <ac:chgData name="MADNEETA SINGH" userId="ba487e41d220043c" providerId="LiveId" clId="{822806B2-9B34-42BB-8709-C780576C86F1}" dt="2023-03-21T05:41:19.031" v="3"/>
          <ac:spMkLst>
            <pc:docMk/>
            <pc:sldMk cId="977377963" sldId="356"/>
            <ac:spMk id="6" creationId="{00000000-0000-0000-0000-000000000000}"/>
          </ac:spMkLst>
        </pc:spChg>
        <pc:spChg chg="mod">
          <ac:chgData name="MADNEETA SINGH" userId="ba487e41d220043c" providerId="LiveId" clId="{822806B2-9B34-42BB-8709-C780576C86F1}" dt="2023-03-21T05:41:19.031" v="3"/>
          <ac:spMkLst>
            <pc:docMk/>
            <pc:sldMk cId="977377963" sldId="356"/>
            <ac:spMk id="7" creationId="{00000000-0000-0000-0000-000000000000}"/>
          </ac:spMkLst>
        </pc:spChg>
        <pc:spChg chg="add del mod">
          <ac:chgData name="MADNEETA SINGH" userId="ba487e41d220043c" providerId="LiveId" clId="{822806B2-9B34-42BB-8709-C780576C86F1}" dt="2023-03-21T05:41:19.031" v="3"/>
          <ac:spMkLst>
            <pc:docMk/>
            <pc:sldMk cId="977377963" sldId="356"/>
            <ac:spMk id="9" creationId="{C5C81D36-3A95-67C0-B25B-5A0AE5F629F0}"/>
          </ac:spMkLst>
        </pc:spChg>
        <pc:spChg chg="add del mod">
          <ac:chgData name="MADNEETA SINGH" userId="ba487e41d220043c" providerId="LiveId" clId="{822806B2-9B34-42BB-8709-C780576C86F1}" dt="2023-03-21T05:41:19.031" v="3"/>
          <ac:spMkLst>
            <pc:docMk/>
            <pc:sldMk cId="977377963" sldId="356"/>
            <ac:spMk id="11" creationId="{CD5D5C68-5E4A-66BB-41C9-A00F82125171}"/>
          </ac:spMkLst>
        </pc:spChg>
        <pc:spChg chg="add del mod">
          <ac:chgData name="MADNEETA SINGH" userId="ba487e41d220043c" providerId="LiveId" clId="{822806B2-9B34-42BB-8709-C780576C86F1}" dt="2023-03-21T05:41:19.031" v="3"/>
          <ac:spMkLst>
            <pc:docMk/>
            <pc:sldMk cId="977377963" sldId="356"/>
            <ac:spMk id="12" creationId="{B2AF3373-817D-9313-B32A-02817E38F948}"/>
          </ac:spMkLst>
        </pc:spChg>
        <pc:spChg chg="mod">
          <ac:chgData name="MADNEETA SINGH" userId="ba487e41d220043c" providerId="LiveId" clId="{822806B2-9B34-42BB-8709-C780576C86F1}" dt="2023-03-21T05:41:19.031" v="3"/>
          <ac:spMkLst>
            <pc:docMk/>
            <pc:sldMk cId="977377963" sldId="356"/>
            <ac:spMk id="13" creationId="{00000000-0000-0000-0000-000000000000}"/>
          </ac:spMkLst>
        </pc:spChg>
        <pc:spChg chg="add del mod">
          <ac:chgData name="MADNEETA SINGH" userId="ba487e41d220043c" providerId="LiveId" clId="{822806B2-9B34-42BB-8709-C780576C86F1}" dt="2023-03-21T05:41:16.013" v="2"/>
          <ac:spMkLst>
            <pc:docMk/>
            <pc:sldMk cId="977377963" sldId="356"/>
            <ac:spMk id="14" creationId="{6D33A222-335F-A553-D2B5-B0D0C82D1B7D}"/>
          </ac:spMkLst>
        </pc:spChg>
        <pc:spChg chg="add del mod">
          <ac:chgData name="MADNEETA SINGH" userId="ba487e41d220043c" providerId="LiveId" clId="{822806B2-9B34-42BB-8709-C780576C86F1}" dt="2023-03-21T05:41:16.013" v="2"/>
          <ac:spMkLst>
            <pc:docMk/>
            <pc:sldMk cId="977377963" sldId="356"/>
            <ac:spMk id="15" creationId="{3F470CD7-2716-35FA-321E-83A4E386FA31}"/>
          </ac:spMkLst>
        </pc:spChg>
        <pc:spChg chg="add del mod">
          <ac:chgData name="MADNEETA SINGH" userId="ba487e41d220043c" providerId="LiveId" clId="{822806B2-9B34-42BB-8709-C780576C86F1}" dt="2023-03-21T05:41:16.013" v="2"/>
          <ac:spMkLst>
            <pc:docMk/>
            <pc:sldMk cId="977377963" sldId="356"/>
            <ac:spMk id="16" creationId="{A04E7DFC-1534-F1FA-7F47-DC49308F0694}"/>
          </ac:spMkLst>
        </pc:spChg>
        <pc:spChg chg="add del mod">
          <ac:chgData name="MADNEETA SINGH" userId="ba487e41d220043c" providerId="LiveId" clId="{822806B2-9B34-42BB-8709-C780576C86F1}" dt="2023-03-21T05:41:16.013" v="2"/>
          <ac:spMkLst>
            <pc:docMk/>
            <pc:sldMk cId="977377963" sldId="356"/>
            <ac:spMk id="17" creationId="{2A02A1F6-0BB0-EC2E-29EE-B6D827ED877F}"/>
          </ac:spMkLst>
        </pc:spChg>
        <pc:spChg chg="add del mod">
          <ac:chgData name="MADNEETA SINGH" userId="ba487e41d220043c" providerId="LiveId" clId="{822806B2-9B34-42BB-8709-C780576C86F1}" dt="2023-03-21T05:41:16.013" v="2"/>
          <ac:spMkLst>
            <pc:docMk/>
            <pc:sldMk cId="977377963" sldId="356"/>
            <ac:spMk id="18" creationId="{335F208D-038E-5679-AD52-1B4D5A22EC1C}"/>
          </ac:spMkLst>
        </pc:spChg>
      </pc:sldChg>
    </pc:docChg>
  </pc:docChgLst>
  <pc:docChgLst>
    <pc:chgData name="MADNEETA SINGH" userId="ba487e41d220043c" providerId="LiveId" clId="{DE82443B-C9EC-4E90-9B5E-7A9485DD1C05}"/>
    <pc:docChg chg="custSel modSld modMainMaster">
      <pc:chgData name="MADNEETA SINGH" userId="ba487e41d220043c" providerId="LiveId" clId="{DE82443B-C9EC-4E90-9B5E-7A9485DD1C05}" dt="2024-01-08T02:56:10.250" v="50" actId="20577"/>
      <pc:docMkLst>
        <pc:docMk/>
      </pc:docMkLst>
      <pc:sldChg chg="modSp mod">
        <pc:chgData name="MADNEETA SINGH" userId="ba487e41d220043c" providerId="LiveId" clId="{DE82443B-C9EC-4E90-9B5E-7A9485DD1C05}" dt="2024-01-08T02:56:10.250" v="50" actId="20577"/>
        <pc:sldMkLst>
          <pc:docMk/>
          <pc:sldMk cId="0" sldId="257"/>
        </pc:sldMkLst>
        <pc:spChg chg="mod">
          <ac:chgData name="MADNEETA SINGH" userId="ba487e41d220043c" providerId="LiveId" clId="{DE82443B-C9EC-4E90-9B5E-7A9485DD1C05}" dt="2024-01-08T02:56:10.250" v="50" actId="20577"/>
          <ac:spMkLst>
            <pc:docMk/>
            <pc:sldMk cId="0" sldId="257"/>
            <ac:spMk id="3" creationId="{00000000-0000-0000-0000-000000000000}"/>
          </ac:spMkLst>
        </pc:spChg>
        <pc:spChg chg="mod">
          <ac:chgData name="MADNEETA SINGH" userId="ba487e41d220043c" providerId="LiveId" clId="{DE82443B-C9EC-4E90-9B5E-7A9485DD1C05}" dt="2024-01-08T02:51:07.172" v="3"/>
          <ac:spMkLst>
            <pc:docMk/>
            <pc:sldMk cId="0" sldId="257"/>
            <ac:spMk id="13" creationId="{00000000-0000-0000-0000-000000000000}"/>
          </ac:spMkLst>
        </pc:spChg>
      </pc:sldChg>
      <pc:sldChg chg="modSp">
        <pc:chgData name="MADNEETA SINGH" userId="ba487e41d220043c" providerId="LiveId" clId="{DE82443B-C9EC-4E90-9B5E-7A9485DD1C05}" dt="2024-01-08T02:51:07.172" v="3"/>
        <pc:sldMkLst>
          <pc:docMk/>
          <pc:sldMk cId="0" sldId="258"/>
        </pc:sldMkLst>
        <pc:spChg chg="mod">
          <ac:chgData name="MADNEETA SINGH" userId="ba487e41d220043c" providerId="LiveId" clId="{DE82443B-C9EC-4E90-9B5E-7A9485DD1C05}" dt="2024-01-08T02:51:07.172" v="3"/>
          <ac:spMkLst>
            <pc:docMk/>
            <pc:sldMk cId="0" sldId="258"/>
            <ac:spMk id="13" creationId="{00000000-0000-0000-0000-000000000000}"/>
          </ac:spMkLst>
        </pc:spChg>
      </pc:sldChg>
      <pc:sldChg chg="modSp">
        <pc:chgData name="MADNEETA SINGH" userId="ba487e41d220043c" providerId="LiveId" clId="{DE82443B-C9EC-4E90-9B5E-7A9485DD1C05}" dt="2024-01-08T02:51:07.172" v="3"/>
        <pc:sldMkLst>
          <pc:docMk/>
          <pc:sldMk cId="0" sldId="260"/>
        </pc:sldMkLst>
        <pc:spChg chg="mod">
          <ac:chgData name="MADNEETA SINGH" userId="ba487e41d220043c" providerId="LiveId" clId="{DE82443B-C9EC-4E90-9B5E-7A9485DD1C05}" dt="2024-01-08T02:51:07.172" v="3"/>
          <ac:spMkLst>
            <pc:docMk/>
            <pc:sldMk cId="0" sldId="260"/>
            <ac:spMk id="10" creationId="{00000000-0000-0000-0000-000000000000}"/>
          </ac:spMkLst>
        </pc:spChg>
        <pc:graphicFrameChg chg="mod">
          <ac:chgData name="MADNEETA SINGH" userId="ba487e41d220043c" providerId="LiveId" clId="{DE82443B-C9EC-4E90-9B5E-7A9485DD1C05}" dt="2024-01-08T02:51:07.172" v="3"/>
          <ac:graphicFrameMkLst>
            <pc:docMk/>
            <pc:sldMk cId="0" sldId="260"/>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0" sldId="261"/>
        </pc:sldMkLst>
        <pc:spChg chg="mod">
          <ac:chgData name="MADNEETA SINGH" userId="ba487e41d220043c" providerId="LiveId" clId="{DE82443B-C9EC-4E90-9B5E-7A9485DD1C05}" dt="2024-01-08T02:51:07.172" v="3"/>
          <ac:spMkLst>
            <pc:docMk/>
            <pc:sldMk cId="0" sldId="261"/>
            <ac:spMk id="10" creationId="{00000000-0000-0000-0000-000000000000}"/>
          </ac:spMkLst>
        </pc:spChg>
        <pc:graphicFrameChg chg="mod">
          <ac:chgData name="MADNEETA SINGH" userId="ba487e41d220043c" providerId="LiveId" clId="{DE82443B-C9EC-4E90-9B5E-7A9485DD1C05}" dt="2024-01-08T02:51:07.172" v="3"/>
          <ac:graphicFrameMkLst>
            <pc:docMk/>
            <pc:sldMk cId="0" sldId="261"/>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0" sldId="262"/>
        </pc:sldMkLst>
        <pc:spChg chg="mod">
          <ac:chgData name="MADNEETA SINGH" userId="ba487e41d220043c" providerId="LiveId" clId="{DE82443B-C9EC-4E90-9B5E-7A9485DD1C05}" dt="2024-01-08T02:51:07.172" v="3"/>
          <ac:spMkLst>
            <pc:docMk/>
            <pc:sldMk cId="0" sldId="262"/>
            <ac:spMk id="5" creationId="{00000000-0000-0000-0000-000000000000}"/>
          </ac:spMkLst>
        </pc:spChg>
        <pc:graphicFrameChg chg="mod">
          <ac:chgData name="MADNEETA SINGH" userId="ba487e41d220043c" providerId="LiveId" clId="{DE82443B-C9EC-4E90-9B5E-7A9485DD1C05}" dt="2024-01-08T02:51:07.172" v="3"/>
          <ac:graphicFrameMkLst>
            <pc:docMk/>
            <pc:sldMk cId="0" sldId="262"/>
            <ac:graphicFrameMk id="12" creationId="{00000000-0000-0000-0000-000000000000}"/>
          </ac:graphicFrameMkLst>
        </pc:graphicFrameChg>
      </pc:sldChg>
      <pc:sldChg chg="modSp">
        <pc:chgData name="MADNEETA SINGH" userId="ba487e41d220043c" providerId="LiveId" clId="{DE82443B-C9EC-4E90-9B5E-7A9485DD1C05}" dt="2024-01-08T02:51:07.172" v="3"/>
        <pc:sldMkLst>
          <pc:docMk/>
          <pc:sldMk cId="4192245201" sldId="263"/>
        </pc:sldMkLst>
        <pc:spChg chg="mod">
          <ac:chgData name="MADNEETA SINGH" userId="ba487e41d220043c" providerId="LiveId" clId="{DE82443B-C9EC-4E90-9B5E-7A9485DD1C05}" dt="2024-01-08T02:51:07.172" v="3"/>
          <ac:spMkLst>
            <pc:docMk/>
            <pc:sldMk cId="4192245201" sldId="263"/>
            <ac:spMk id="12" creationId="{00000000-0000-0000-0000-000000000000}"/>
          </ac:spMkLst>
        </pc:spChg>
      </pc:sldChg>
      <pc:sldChg chg="modSp">
        <pc:chgData name="MADNEETA SINGH" userId="ba487e41d220043c" providerId="LiveId" clId="{DE82443B-C9EC-4E90-9B5E-7A9485DD1C05}" dt="2024-01-08T02:51:07.172" v="3"/>
        <pc:sldMkLst>
          <pc:docMk/>
          <pc:sldMk cId="3919311891" sldId="264"/>
        </pc:sldMkLst>
        <pc:spChg chg="mod">
          <ac:chgData name="MADNEETA SINGH" userId="ba487e41d220043c" providerId="LiveId" clId="{DE82443B-C9EC-4E90-9B5E-7A9485DD1C05}" dt="2024-01-08T02:51:07.172" v="3"/>
          <ac:spMkLst>
            <pc:docMk/>
            <pc:sldMk cId="3919311891" sldId="264"/>
            <ac:spMk id="9" creationId="{00000000-0000-0000-0000-000000000000}"/>
          </ac:spMkLst>
        </pc:spChg>
      </pc:sldChg>
      <pc:sldChg chg="modSp">
        <pc:chgData name="MADNEETA SINGH" userId="ba487e41d220043c" providerId="LiveId" clId="{DE82443B-C9EC-4E90-9B5E-7A9485DD1C05}" dt="2024-01-08T02:51:07.172" v="3"/>
        <pc:sldMkLst>
          <pc:docMk/>
          <pc:sldMk cId="3919311891" sldId="265"/>
        </pc:sldMkLst>
        <pc:spChg chg="mod">
          <ac:chgData name="MADNEETA SINGH" userId="ba487e41d220043c" providerId="LiveId" clId="{DE82443B-C9EC-4E90-9B5E-7A9485DD1C05}" dt="2024-01-08T02:51:07.172" v="3"/>
          <ac:spMkLst>
            <pc:docMk/>
            <pc:sldMk cId="3919311891" sldId="265"/>
            <ac:spMk id="9" creationId="{00000000-0000-0000-0000-000000000000}"/>
          </ac:spMkLst>
        </pc:spChg>
      </pc:sldChg>
      <pc:sldChg chg="modSp">
        <pc:chgData name="MADNEETA SINGH" userId="ba487e41d220043c" providerId="LiveId" clId="{DE82443B-C9EC-4E90-9B5E-7A9485DD1C05}" dt="2024-01-08T02:51:07.172" v="3"/>
        <pc:sldMkLst>
          <pc:docMk/>
          <pc:sldMk cId="0" sldId="266"/>
        </pc:sldMkLst>
        <pc:spChg chg="mod">
          <ac:chgData name="MADNEETA SINGH" userId="ba487e41d220043c" providerId="LiveId" clId="{DE82443B-C9EC-4E90-9B5E-7A9485DD1C05}" dt="2024-01-08T02:51:07.172" v="3"/>
          <ac:spMkLst>
            <pc:docMk/>
            <pc:sldMk cId="0" sldId="266"/>
            <ac:spMk id="13" creationId="{00000000-0000-0000-0000-000000000000}"/>
          </ac:spMkLst>
        </pc:spChg>
      </pc:sldChg>
      <pc:sldChg chg="modSp">
        <pc:chgData name="MADNEETA SINGH" userId="ba487e41d220043c" providerId="LiveId" clId="{DE82443B-C9EC-4E90-9B5E-7A9485DD1C05}" dt="2024-01-08T02:51:07.172" v="3"/>
        <pc:sldMkLst>
          <pc:docMk/>
          <pc:sldMk cId="3919311891" sldId="267"/>
        </pc:sldMkLst>
        <pc:spChg chg="mod">
          <ac:chgData name="MADNEETA SINGH" userId="ba487e41d220043c" providerId="LiveId" clId="{DE82443B-C9EC-4E90-9B5E-7A9485DD1C05}" dt="2024-01-08T02:51:07.172" v="3"/>
          <ac:spMkLst>
            <pc:docMk/>
            <pc:sldMk cId="3919311891" sldId="267"/>
            <ac:spMk id="9" creationId="{00000000-0000-0000-0000-000000000000}"/>
          </ac:spMkLst>
        </pc:spChg>
      </pc:sldChg>
      <pc:sldChg chg="modSp">
        <pc:chgData name="MADNEETA SINGH" userId="ba487e41d220043c" providerId="LiveId" clId="{DE82443B-C9EC-4E90-9B5E-7A9485DD1C05}" dt="2024-01-08T02:51:07.172" v="3"/>
        <pc:sldMkLst>
          <pc:docMk/>
          <pc:sldMk cId="3919311891" sldId="268"/>
        </pc:sldMkLst>
        <pc:spChg chg="mod">
          <ac:chgData name="MADNEETA SINGH" userId="ba487e41d220043c" providerId="LiveId" clId="{DE82443B-C9EC-4E90-9B5E-7A9485DD1C05}" dt="2024-01-08T02:51:07.172" v="3"/>
          <ac:spMkLst>
            <pc:docMk/>
            <pc:sldMk cId="3919311891" sldId="268"/>
            <ac:spMk id="9" creationId="{00000000-0000-0000-0000-000000000000}"/>
          </ac:spMkLst>
        </pc:spChg>
      </pc:sldChg>
      <pc:sldChg chg="modSp">
        <pc:chgData name="MADNEETA SINGH" userId="ba487e41d220043c" providerId="LiveId" clId="{DE82443B-C9EC-4E90-9B5E-7A9485DD1C05}" dt="2024-01-08T02:51:07.172" v="3"/>
        <pc:sldMkLst>
          <pc:docMk/>
          <pc:sldMk cId="3919311891" sldId="269"/>
        </pc:sldMkLst>
        <pc:spChg chg="mod">
          <ac:chgData name="MADNEETA SINGH" userId="ba487e41d220043c" providerId="LiveId" clId="{DE82443B-C9EC-4E90-9B5E-7A9485DD1C05}" dt="2024-01-08T02:51:07.172" v="3"/>
          <ac:spMkLst>
            <pc:docMk/>
            <pc:sldMk cId="3919311891" sldId="269"/>
            <ac:spMk id="9" creationId="{00000000-0000-0000-0000-000000000000}"/>
          </ac:spMkLst>
        </pc:spChg>
      </pc:sldChg>
      <pc:sldChg chg="modSp">
        <pc:chgData name="MADNEETA SINGH" userId="ba487e41d220043c" providerId="LiveId" clId="{DE82443B-C9EC-4E90-9B5E-7A9485DD1C05}" dt="2024-01-08T02:51:07.172" v="3"/>
        <pc:sldMkLst>
          <pc:docMk/>
          <pc:sldMk cId="3919311891" sldId="270"/>
        </pc:sldMkLst>
        <pc:spChg chg="mod">
          <ac:chgData name="MADNEETA SINGH" userId="ba487e41d220043c" providerId="LiveId" clId="{DE82443B-C9EC-4E90-9B5E-7A9485DD1C05}" dt="2024-01-08T02:51:07.172" v="3"/>
          <ac:spMkLst>
            <pc:docMk/>
            <pc:sldMk cId="3919311891" sldId="270"/>
            <ac:spMk id="9" creationId="{00000000-0000-0000-0000-000000000000}"/>
          </ac:spMkLst>
        </pc:spChg>
      </pc:sldChg>
      <pc:sldChg chg="modSp">
        <pc:chgData name="MADNEETA SINGH" userId="ba487e41d220043c" providerId="LiveId" clId="{DE82443B-C9EC-4E90-9B5E-7A9485DD1C05}" dt="2024-01-08T02:51:07.172" v="3"/>
        <pc:sldMkLst>
          <pc:docMk/>
          <pc:sldMk cId="3919311891" sldId="271"/>
        </pc:sldMkLst>
        <pc:spChg chg="mod">
          <ac:chgData name="MADNEETA SINGH" userId="ba487e41d220043c" providerId="LiveId" clId="{DE82443B-C9EC-4E90-9B5E-7A9485DD1C05}" dt="2024-01-08T02:51:07.172" v="3"/>
          <ac:spMkLst>
            <pc:docMk/>
            <pc:sldMk cId="3919311891" sldId="271"/>
            <ac:spMk id="9" creationId="{00000000-0000-0000-0000-000000000000}"/>
          </ac:spMkLst>
        </pc:spChg>
      </pc:sldChg>
      <pc:sldChg chg="modSp">
        <pc:chgData name="MADNEETA SINGH" userId="ba487e41d220043c" providerId="LiveId" clId="{DE82443B-C9EC-4E90-9B5E-7A9485DD1C05}" dt="2024-01-08T02:51:07.172" v="3"/>
        <pc:sldMkLst>
          <pc:docMk/>
          <pc:sldMk cId="3919311891" sldId="272"/>
        </pc:sldMkLst>
        <pc:spChg chg="mod">
          <ac:chgData name="MADNEETA SINGH" userId="ba487e41d220043c" providerId="LiveId" clId="{DE82443B-C9EC-4E90-9B5E-7A9485DD1C05}" dt="2024-01-08T02:51:07.172" v="3"/>
          <ac:spMkLst>
            <pc:docMk/>
            <pc:sldMk cId="3919311891" sldId="272"/>
            <ac:spMk id="9" creationId="{00000000-0000-0000-0000-000000000000}"/>
          </ac:spMkLst>
        </pc:spChg>
      </pc:sldChg>
      <pc:sldChg chg="modSp">
        <pc:chgData name="MADNEETA SINGH" userId="ba487e41d220043c" providerId="LiveId" clId="{DE82443B-C9EC-4E90-9B5E-7A9485DD1C05}" dt="2024-01-08T02:51:07.172" v="3"/>
        <pc:sldMkLst>
          <pc:docMk/>
          <pc:sldMk cId="3919311891" sldId="273"/>
        </pc:sldMkLst>
        <pc:spChg chg="mod">
          <ac:chgData name="MADNEETA SINGH" userId="ba487e41d220043c" providerId="LiveId" clId="{DE82443B-C9EC-4E90-9B5E-7A9485DD1C05}" dt="2024-01-08T02:51:07.172" v="3"/>
          <ac:spMkLst>
            <pc:docMk/>
            <pc:sldMk cId="3919311891" sldId="273"/>
            <ac:spMk id="9" creationId="{00000000-0000-0000-0000-000000000000}"/>
          </ac:spMkLst>
        </pc:spChg>
      </pc:sldChg>
      <pc:sldChg chg="modSp">
        <pc:chgData name="MADNEETA SINGH" userId="ba487e41d220043c" providerId="LiveId" clId="{DE82443B-C9EC-4E90-9B5E-7A9485DD1C05}" dt="2024-01-08T02:51:07.172" v="3"/>
        <pc:sldMkLst>
          <pc:docMk/>
          <pc:sldMk cId="3919311891" sldId="274"/>
        </pc:sldMkLst>
        <pc:spChg chg="mod">
          <ac:chgData name="MADNEETA SINGH" userId="ba487e41d220043c" providerId="LiveId" clId="{DE82443B-C9EC-4E90-9B5E-7A9485DD1C05}" dt="2024-01-08T02:51:07.172" v="3"/>
          <ac:spMkLst>
            <pc:docMk/>
            <pc:sldMk cId="3919311891" sldId="274"/>
            <ac:spMk id="9" creationId="{00000000-0000-0000-0000-000000000000}"/>
          </ac:spMkLst>
        </pc:spChg>
      </pc:sldChg>
      <pc:sldChg chg="modSp">
        <pc:chgData name="MADNEETA SINGH" userId="ba487e41d220043c" providerId="LiveId" clId="{DE82443B-C9EC-4E90-9B5E-7A9485DD1C05}" dt="2024-01-08T02:51:07.172" v="3"/>
        <pc:sldMkLst>
          <pc:docMk/>
          <pc:sldMk cId="3919311891" sldId="275"/>
        </pc:sldMkLst>
        <pc:spChg chg="mod">
          <ac:chgData name="MADNEETA SINGH" userId="ba487e41d220043c" providerId="LiveId" clId="{DE82443B-C9EC-4E90-9B5E-7A9485DD1C05}" dt="2024-01-08T02:51:07.172" v="3"/>
          <ac:spMkLst>
            <pc:docMk/>
            <pc:sldMk cId="3919311891" sldId="275"/>
            <ac:spMk id="9" creationId="{00000000-0000-0000-0000-000000000000}"/>
          </ac:spMkLst>
        </pc:spChg>
      </pc:sldChg>
      <pc:sldChg chg="modSp">
        <pc:chgData name="MADNEETA SINGH" userId="ba487e41d220043c" providerId="LiveId" clId="{DE82443B-C9EC-4E90-9B5E-7A9485DD1C05}" dt="2024-01-08T02:51:07.172" v="3"/>
        <pc:sldMkLst>
          <pc:docMk/>
          <pc:sldMk cId="3919311891" sldId="276"/>
        </pc:sldMkLst>
        <pc:spChg chg="mod">
          <ac:chgData name="MADNEETA SINGH" userId="ba487e41d220043c" providerId="LiveId" clId="{DE82443B-C9EC-4E90-9B5E-7A9485DD1C05}" dt="2024-01-08T02:51:07.172" v="3"/>
          <ac:spMkLst>
            <pc:docMk/>
            <pc:sldMk cId="3919311891" sldId="276"/>
            <ac:spMk id="9" creationId="{00000000-0000-0000-0000-000000000000}"/>
          </ac:spMkLst>
        </pc:spChg>
      </pc:sldChg>
      <pc:sldChg chg="modSp">
        <pc:chgData name="MADNEETA SINGH" userId="ba487e41d220043c" providerId="LiveId" clId="{DE82443B-C9EC-4E90-9B5E-7A9485DD1C05}" dt="2024-01-08T02:51:07.172" v="3"/>
        <pc:sldMkLst>
          <pc:docMk/>
          <pc:sldMk cId="3919311891" sldId="277"/>
        </pc:sldMkLst>
        <pc:spChg chg="mod">
          <ac:chgData name="MADNEETA SINGH" userId="ba487e41d220043c" providerId="LiveId" clId="{DE82443B-C9EC-4E90-9B5E-7A9485DD1C05}" dt="2024-01-08T02:51:07.172" v="3"/>
          <ac:spMkLst>
            <pc:docMk/>
            <pc:sldMk cId="3919311891" sldId="277"/>
            <ac:spMk id="9" creationId="{00000000-0000-0000-0000-000000000000}"/>
          </ac:spMkLst>
        </pc:spChg>
      </pc:sldChg>
      <pc:sldChg chg="modSp">
        <pc:chgData name="MADNEETA SINGH" userId="ba487e41d220043c" providerId="LiveId" clId="{DE82443B-C9EC-4E90-9B5E-7A9485DD1C05}" dt="2024-01-08T02:51:07.172" v="3"/>
        <pc:sldMkLst>
          <pc:docMk/>
          <pc:sldMk cId="3919311891" sldId="278"/>
        </pc:sldMkLst>
        <pc:spChg chg="mod">
          <ac:chgData name="MADNEETA SINGH" userId="ba487e41d220043c" providerId="LiveId" clId="{DE82443B-C9EC-4E90-9B5E-7A9485DD1C05}" dt="2024-01-08T02:51:07.172" v="3"/>
          <ac:spMkLst>
            <pc:docMk/>
            <pc:sldMk cId="3919311891" sldId="278"/>
            <ac:spMk id="9" creationId="{00000000-0000-0000-0000-000000000000}"/>
          </ac:spMkLst>
        </pc:spChg>
      </pc:sldChg>
      <pc:sldChg chg="modSp">
        <pc:chgData name="MADNEETA SINGH" userId="ba487e41d220043c" providerId="LiveId" clId="{DE82443B-C9EC-4E90-9B5E-7A9485DD1C05}" dt="2024-01-08T02:51:07.172" v="3"/>
        <pc:sldMkLst>
          <pc:docMk/>
          <pc:sldMk cId="3919311891" sldId="280"/>
        </pc:sldMkLst>
        <pc:spChg chg="mod">
          <ac:chgData name="MADNEETA SINGH" userId="ba487e41d220043c" providerId="LiveId" clId="{DE82443B-C9EC-4E90-9B5E-7A9485DD1C05}" dt="2024-01-08T02:51:07.172" v="3"/>
          <ac:spMkLst>
            <pc:docMk/>
            <pc:sldMk cId="3919311891" sldId="280"/>
            <ac:spMk id="9" creationId="{00000000-0000-0000-0000-000000000000}"/>
          </ac:spMkLst>
        </pc:spChg>
      </pc:sldChg>
      <pc:sldChg chg="modSp">
        <pc:chgData name="MADNEETA SINGH" userId="ba487e41d220043c" providerId="LiveId" clId="{DE82443B-C9EC-4E90-9B5E-7A9485DD1C05}" dt="2024-01-08T02:51:07.172" v="3"/>
        <pc:sldMkLst>
          <pc:docMk/>
          <pc:sldMk cId="3919311891" sldId="282"/>
        </pc:sldMkLst>
        <pc:spChg chg="mod">
          <ac:chgData name="MADNEETA SINGH" userId="ba487e41d220043c" providerId="LiveId" clId="{DE82443B-C9EC-4E90-9B5E-7A9485DD1C05}" dt="2024-01-08T02:51:07.172" v="3"/>
          <ac:spMkLst>
            <pc:docMk/>
            <pc:sldMk cId="3919311891" sldId="282"/>
            <ac:spMk id="9" creationId="{00000000-0000-0000-0000-000000000000}"/>
          </ac:spMkLst>
        </pc:spChg>
      </pc:sldChg>
      <pc:sldChg chg="modSp">
        <pc:chgData name="MADNEETA SINGH" userId="ba487e41d220043c" providerId="LiveId" clId="{DE82443B-C9EC-4E90-9B5E-7A9485DD1C05}" dt="2024-01-08T02:51:07.172" v="3"/>
        <pc:sldMkLst>
          <pc:docMk/>
          <pc:sldMk cId="3919311891" sldId="283"/>
        </pc:sldMkLst>
        <pc:spChg chg="mod">
          <ac:chgData name="MADNEETA SINGH" userId="ba487e41d220043c" providerId="LiveId" clId="{DE82443B-C9EC-4E90-9B5E-7A9485DD1C05}" dt="2024-01-08T02:51:07.172" v="3"/>
          <ac:spMkLst>
            <pc:docMk/>
            <pc:sldMk cId="3919311891" sldId="283"/>
            <ac:spMk id="9" creationId="{00000000-0000-0000-0000-000000000000}"/>
          </ac:spMkLst>
        </pc:spChg>
      </pc:sldChg>
      <pc:sldChg chg="modSp">
        <pc:chgData name="MADNEETA SINGH" userId="ba487e41d220043c" providerId="LiveId" clId="{DE82443B-C9EC-4E90-9B5E-7A9485DD1C05}" dt="2024-01-08T02:51:07.172" v="3"/>
        <pc:sldMkLst>
          <pc:docMk/>
          <pc:sldMk cId="3919311891" sldId="289"/>
        </pc:sldMkLst>
        <pc:spChg chg="mod">
          <ac:chgData name="MADNEETA SINGH" userId="ba487e41d220043c" providerId="LiveId" clId="{DE82443B-C9EC-4E90-9B5E-7A9485DD1C05}" dt="2024-01-08T02:51:07.172" v="3"/>
          <ac:spMkLst>
            <pc:docMk/>
            <pc:sldMk cId="3919311891" sldId="289"/>
            <ac:spMk id="9" creationId="{00000000-0000-0000-0000-000000000000}"/>
          </ac:spMkLst>
        </pc:spChg>
      </pc:sldChg>
      <pc:sldChg chg="modSp">
        <pc:chgData name="MADNEETA SINGH" userId="ba487e41d220043c" providerId="LiveId" clId="{DE82443B-C9EC-4E90-9B5E-7A9485DD1C05}" dt="2024-01-08T02:51:07.172" v="3"/>
        <pc:sldMkLst>
          <pc:docMk/>
          <pc:sldMk cId="3919311891" sldId="291"/>
        </pc:sldMkLst>
        <pc:spChg chg="mod">
          <ac:chgData name="MADNEETA SINGH" userId="ba487e41d220043c" providerId="LiveId" clId="{DE82443B-C9EC-4E90-9B5E-7A9485DD1C05}" dt="2024-01-08T02:51:07.172" v="3"/>
          <ac:spMkLst>
            <pc:docMk/>
            <pc:sldMk cId="3919311891" sldId="291"/>
            <ac:spMk id="9" creationId="{00000000-0000-0000-0000-000000000000}"/>
          </ac:spMkLst>
        </pc:spChg>
      </pc:sldChg>
      <pc:sldChg chg="modSp">
        <pc:chgData name="MADNEETA SINGH" userId="ba487e41d220043c" providerId="LiveId" clId="{DE82443B-C9EC-4E90-9B5E-7A9485DD1C05}" dt="2024-01-08T02:51:07.172" v="3"/>
        <pc:sldMkLst>
          <pc:docMk/>
          <pc:sldMk cId="3919311891" sldId="292"/>
        </pc:sldMkLst>
        <pc:spChg chg="mod">
          <ac:chgData name="MADNEETA SINGH" userId="ba487e41d220043c" providerId="LiveId" clId="{DE82443B-C9EC-4E90-9B5E-7A9485DD1C05}" dt="2024-01-08T02:51:07.172" v="3"/>
          <ac:spMkLst>
            <pc:docMk/>
            <pc:sldMk cId="3919311891" sldId="292"/>
            <ac:spMk id="9" creationId="{00000000-0000-0000-0000-000000000000}"/>
          </ac:spMkLst>
        </pc:spChg>
      </pc:sldChg>
      <pc:sldChg chg="modSp">
        <pc:chgData name="MADNEETA SINGH" userId="ba487e41d220043c" providerId="LiveId" clId="{DE82443B-C9EC-4E90-9B5E-7A9485DD1C05}" dt="2024-01-08T02:51:07.172" v="3"/>
        <pc:sldMkLst>
          <pc:docMk/>
          <pc:sldMk cId="3919311891" sldId="293"/>
        </pc:sldMkLst>
        <pc:spChg chg="mod">
          <ac:chgData name="MADNEETA SINGH" userId="ba487e41d220043c" providerId="LiveId" clId="{DE82443B-C9EC-4E90-9B5E-7A9485DD1C05}" dt="2024-01-08T02:51:07.172" v="3"/>
          <ac:spMkLst>
            <pc:docMk/>
            <pc:sldMk cId="3919311891" sldId="293"/>
            <ac:spMk id="9" creationId="{00000000-0000-0000-0000-000000000000}"/>
          </ac:spMkLst>
        </pc:spChg>
      </pc:sldChg>
      <pc:sldChg chg="modSp">
        <pc:chgData name="MADNEETA SINGH" userId="ba487e41d220043c" providerId="LiveId" clId="{DE82443B-C9EC-4E90-9B5E-7A9485DD1C05}" dt="2024-01-08T02:51:07.172" v="3"/>
        <pc:sldMkLst>
          <pc:docMk/>
          <pc:sldMk cId="3919311891" sldId="294"/>
        </pc:sldMkLst>
        <pc:spChg chg="mod">
          <ac:chgData name="MADNEETA SINGH" userId="ba487e41d220043c" providerId="LiveId" clId="{DE82443B-C9EC-4E90-9B5E-7A9485DD1C05}" dt="2024-01-08T02:51:07.172" v="3"/>
          <ac:spMkLst>
            <pc:docMk/>
            <pc:sldMk cId="3919311891" sldId="294"/>
            <ac:spMk id="9" creationId="{00000000-0000-0000-0000-000000000000}"/>
          </ac:spMkLst>
        </pc:spChg>
      </pc:sldChg>
      <pc:sldChg chg="modSp">
        <pc:chgData name="MADNEETA SINGH" userId="ba487e41d220043c" providerId="LiveId" clId="{DE82443B-C9EC-4E90-9B5E-7A9485DD1C05}" dt="2024-01-08T02:51:07.172" v="3"/>
        <pc:sldMkLst>
          <pc:docMk/>
          <pc:sldMk cId="3919311891" sldId="295"/>
        </pc:sldMkLst>
        <pc:spChg chg="mod">
          <ac:chgData name="MADNEETA SINGH" userId="ba487e41d220043c" providerId="LiveId" clId="{DE82443B-C9EC-4E90-9B5E-7A9485DD1C05}" dt="2024-01-08T02:51:07.172" v="3"/>
          <ac:spMkLst>
            <pc:docMk/>
            <pc:sldMk cId="3919311891" sldId="295"/>
            <ac:spMk id="9" creationId="{00000000-0000-0000-0000-000000000000}"/>
          </ac:spMkLst>
        </pc:spChg>
      </pc:sldChg>
      <pc:sldChg chg="modSp">
        <pc:chgData name="MADNEETA SINGH" userId="ba487e41d220043c" providerId="LiveId" clId="{DE82443B-C9EC-4E90-9B5E-7A9485DD1C05}" dt="2024-01-08T02:51:07.172" v="3"/>
        <pc:sldMkLst>
          <pc:docMk/>
          <pc:sldMk cId="3919311891" sldId="296"/>
        </pc:sldMkLst>
        <pc:spChg chg="mod">
          <ac:chgData name="MADNEETA SINGH" userId="ba487e41d220043c" providerId="LiveId" clId="{DE82443B-C9EC-4E90-9B5E-7A9485DD1C05}" dt="2024-01-08T02:51:07.172" v="3"/>
          <ac:spMkLst>
            <pc:docMk/>
            <pc:sldMk cId="3919311891" sldId="296"/>
            <ac:spMk id="9" creationId="{00000000-0000-0000-0000-000000000000}"/>
          </ac:spMkLst>
        </pc:spChg>
      </pc:sldChg>
      <pc:sldChg chg="modSp">
        <pc:chgData name="MADNEETA SINGH" userId="ba487e41d220043c" providerId="LiveId" clId="{DE82443B-C9EC-4E90-9B5E-7A9485DD1C05}" dt="2024-01-08T02:51:07.172" v="3"/>
        <pc:sldMkLst>
          <pc:docMk/>
          <pc:sldMk cId="3919311891" sldId="297"/>
        </pc:sldMkLst>
        <pc:spChg chg="mod">
          <ac:chgData name="MADNEETA SINGH" userId="ba487e41d220043c" providerId="LiveId" clId="{DE82443B-C9EC-4E90-9B5E-7A9485DD1C05}" dt="2024-01-08T02:51:07.172" v="3"/>
          <ac:spMkLst>
            <pc:docMk/>
            <pc:sldMk cId="3919311891" sldId="297"/>
            <ac:spMk id="9" creationId="{00000000-0000-0000-0000-000000000000}"/>
          </ac:spMkLst>
        </pc:spChg>
      </pc:sldChg>
      <pc:sldChg chg="modSp">
        <pc:chgData name="MADNEETA SINGH" userId="ba487e41d220043c" providerId="LiveId" clId="{DE82443B-C9EC-4E90-9B5E-7A9485DD1C05}" dt="2024-01-08T02:51:07.172" v="3"/>
        <pc:sldMkLst>
          <pc:docMk/>
          <pc:sldMk cId="3919311891" sldId="298"/>
        </pc:sldMkLst>
        <pc:spChg chg="mod">
          <ac:chgData name="MADNEETA SINGH" userId="ba487e41d220043c" providerId="LiveId" clId="{DE82443B-C9EC-4E90-9B5E-7A9485DD1C05}" dt="2024-01-08T02:51:07.172" v="3"/>
          <ac:spMkLst>
            <pc:docMk/>
            <pc:sldMk cId="3919311891" sldId="298"/>
            <ac:spMk id="9" creationId="{00000000-0000-0000-0000-000000000000}"/>
          </ac:spMkLst>
        </pc:spChg>
      </pc:sldChg>
      <pc:sldChg chg="modSp">
        <pc:chgData name="MADNEETA SINGH" userId="ba487e41d220043c" providerId="LiveId" clId="{DE82443B-C9EC-4E90-9B5E-7A9485DD1C05}" dt="2024-01-08T02:51:07.172" v="3"/>
        <pc:sldMkLst>
          <pc:docMk/>
          <pc:sldMk cId="3919311891" sldId="299"/>
        </pc:sldMkLst>
        <pc:spChg chg="mod">
          <ac:chgData name="MADNEETA SINGH" userId="ba487e41d220043c" providerId="LiveId" clId="{DE82443B-C9EC-4E90-9B5E-7A9485DD1C05}" dt="2024-01-08T02:51:07.172" v="3"/>
          <ac:spMkLst>
            <pc:docMk/>
            <pc:sldMk cId="3919311891" sldId="299"/>
            <ac:spMk id="9" creationId="{00000000-0000-0000-0000-000000000000}"/>
          </ac:spMkLst>
        </pc:spChg>
      </pc:sldChg>
      <pc:sldChg chg="modSp">
        <pc:chgData name="MADNEETA SINGH" userId="ba487e41d220043c" providerId="LiveId" clId="{DE82443B-C9EC-4E90-9B5E-7A9485DD1C05}" dt="2024-01-08T02:51:07.172" v="3"/>
        <pc:sldMkLst>
          <pc:docMk/>
          <pc:sldMk cId="3919311891" sldId="300"/>
        </pc:sldMkLst>
        <pc:spChg chg="mod">
          <ac:chgData name="MADNEETA SINGH" userId="ba487e41d220043c" providerId="LiveId" clId="{DE82443B-C9EC-4E90-9B5E-7A9485DD1C05}" dt="2024-01-08T02:51:07.172" v="3"/>
          <ac:spMkLst>
            <pc:docMk/>
            <pc:sldMk cId="3919311891" sldId="300"/>
            <ac:spMk id="9" creationId="{00000000-0000-0000-0000-000000000000}"/>
          </ac:spMkLst>
        </pc:spChg>
      </pc:sldChg>
      <pc:sldChg chg="modSp">
        <pc:chgData name="MADNEETA SINGH" userId="ba487e41d220043c" providerId="LiveId" clId="{DE82443B-C9EC-4E90-9B5E-7A9485DD1C05}" dt="2024-01-08T02:51:07.172" v="3"/>
        <pc:sldMkLst>
          <pc:docMk/>
          <pc:sldMk cId="3919311891" sldId="301"/>
        </pc:sldMkLst>
        <pc:spChg chg="mod">
          <ac:chgData name="MADNEETA SINGH" userId="ba487e41d220043c" providerId="LiveId" clId="{DE82443B-C9EC-4E90-9B5E-7A9485DD1C05}" dt="2024-01-08T02:51:07.172" v="3"/>
          <ac:spMkLst>
            <pc:docMk/>
            <pc:sldMk cId="3919311891" sldId="301"/>
            <ac:spMk id="9" creationId="{00000000-0000-0000-0000-000000000000}"/>
          </ac:spMkLst>
        </pc:spChg>
      </pc:sldChg>
      <pc:sldChg chg="modSp">
        <pc:chgData name="MADNEETA SINGH" userId="ba487e41d220043c" providerId="LiveId" clId="{DE82443B-C9EC-4E90-9B5E-7A9485DD1C05}" dt="2024-01-08T02:51:07.172" v="3"/>
        <pc:sldMkLst>
          <pc:docMk/>
          <pc:sldMk cId="3919311891" sldId="302"/>
        </pc:sldMkLst>
        <pc:spChg chg="mod">
          <ac:chgData name="MADNEETA SINGH" userId="ba487e41d220043c" providerId="LiveId" clId="{DE82443B-C9EC-4E90-9B5E-7A9485DD1C05}" dt="2024-01-08T02:51:07.172" v="3"/>
          <ac:spMkLst>
            <pc:docMk/>
            <pc:sldMk cId="3919311891" sldId="302"/>
            <ac:spMk id="9" creationId="{00000000-0000-0000-0000-000000000000}"/>
          </ac:spMkLst>
        </pc:spChg>
      </pc:sldChg>
      <pc:sldChg chg="modSp">
        <pc:chgData name="MADNEETA SINGH" userId="ba487e41d220043c" providerId="LiveId" clId="{DE82443B-C9EC-4E90-9B5E-7A9485DD1C05}" dt="2024-01-08T02:51:07.172" v="3"/>
        <pc:sldMkLst>
          <pc:docMk/>
          <pc:sldMk cId="4102396168" sldId="304"/>
        </pc:sldMkLst>
        <pc:spChg chg="mod">
          <ac:chgData name="MADNEETA SINGH" userId="ba487e41d220043c" providerId="LiveId" clId="{DE82443B-C9EC-4E90-9B5E-7A9485DD1C05}" dt="2024-01-08T02:51:07.172" v="3"/>
          <ac:spMkLst>
            <pc:docMk/>
            <pc:sldMk cId="4102396168" sldId="304"/>
            <ac:spMk id="10" creationId="{00000000-0000-0000-0000-000000000000}"/>
          </ac:spMkLst>
        </pc:spChg>
      </pc:sldChg>
      <pc:sldChg chg="modSp">
        <pc:chgData name="MADNEETA SINGH" userId="ba487e41d220043c" providerId="LiveId" clId="{DE82443B-C9EC-4E90-9B5E-7A9485DD1C05}" dt="2024-01-08T02:51:07.172" v="3"/>
        <pc:sldMkLst>
          <pc:docMk/>
          <pc:sldMk cId="3919311891" sldId="305"/>
        </pc:sldMkLst>
        <pc:spChg chg="mod">
          <ac:chgData name="MADNEETA SINGH" userId="ba487e41d220043c" providerId="LiveId" clId="{DE82443B-C9EC-4E90-9B5E-7A9485DD1C05}" dt="2024-01-08T02:51:07.172" v="3"/>
          <ac:spMkLst>
            <pc:docMk/>
            <pc:sldMk cId="3919311891" sldId="305"/>
            <ac:spMk id="9" creationId="{00000000-0000-0000-0000-000000000000}"/>
          </ac:spMkLst>
        </pc:spChg>
      </pc:sldChg>
      <pc:sldChg chg="modSp">
        <pc:chgData name="MADNEETA SINGH" userId="ba487e41d220043c" providerId="LiveId" clId="{DE82443B-C9EC-4E90-9B5E-7A9485DD1C05}" dt="2024-01-08T02:51:07.172" v="3"/>
        <pc:sldMkLst>
          <pc:docMk/>
          <pc:sldMk cId="3919311891" sldId="306"/>
        </pc:sldMkLst>
        <pc:spChg chg="mod">
          <ac:chgData name="MADNEETA SINGH" userId="ba487e41d220043c" providerId="LiveId" clId="{DE82443B-C9EC-4E90-9B5E-7A9485DD1C05}" dt="2024-01-08T02:51:07.172" v="3"/>
          <ac:spMkLst>
            <pc:docMk/>
            <pc:sldMk cId="3919311891" sldId="306"/>
            <ac:spMk id="9" creationId="{00000000-0000-0000-0000-000000000000}"/>
          </ac:spMkLst>
        </pc:spChg>
      </pc:sldChg>
      <pc:sldChg chg="modSp">
        <pc:chgData name="MADNEETA SINGH" userId="ba487e41d220043c" providerId="LiveId" clId="{DE82443B-C9EC-4E90-9B5E-7A9485DD1C05}" dt="2024-01-08T02:51:07.172" v="3"/>
        <pc:sldMkLst>
          <pc:docMk/>
          <pc:sldMk cId="0" sldId="308"/>
        </pc:sldMkLst>
        <pc:spChg chg="mod">
          <ac:chgData name="MADNEETA SINGH" userId="ba487e41d220043c" providerId="LiveId" clId="{DE82443B-C9EC-4E90-9B5E-7A9485DD1C05}" dt="2024-01-08T02:51:07.172" v="3"/>
          <ac:spMkLst>
            <pc:docMk/>
            <pc:sldMk cId="0" sldId="308"/>
            <ac:spMk id="5" creationId="{00000000-0000-0000-0000-000000000000}"/>
          </ac:spMkLst>
        </pc:spChg>
        <pc:graphicFrameChg chg="mod">
          <ac:chgData name="MADNEETA SINGH" userId="ba487e41d220043c" providerId="LiveId" clId="{DE82443B-C9EC-4E90-9B5E-7A9485DD1C05}" dt="2024-01-08T02:51:07.172" v="3"/>
          <ac:graphicFrameMkLst>
            <pc:docMk/>
            <pc:sldMk cId="0" sldId="308"/>
            <ac:graphicFrameMk id="9" creationId="{00000000-0000-0000-0000-000000000000}"/>
          </ac:graphicFrameMkLst>
        </pc:graphicFrameChg>
      </pc:sldChg>
      <pc:sldChg chg="modSp">
        <pc:chgData name="MADNEETA SINGH" userId="ba487e41d220043c" providerId="LiveId" clId="{DE82443B-C9EC-4E90-9B5E-7A9485DD1C05}" dt="2024-01-08T02:51:07.172" v="3"/>
        <pc:sldMkLst>
          <pc:docMk/>
          <pc:sldMk cId="3919311891" sldId="309"/>
        </pc:sldMkLst>
        <pc:spChg chg="mod">
          <ac:chgData name="MADNEETA SINGH" userId="ba487e41d220043c" providerId="LiveId" clId="{DE82443B-C9EC-4E90-9B5E-7A9485DD1C05}" dt="2024-01-08T02:51:07.172" v="3"/>
          <ac:spMkLst>
            <pc:docMk/>
            <pc:sldMk cId="3919311891" sldId="309"/>
            <ac:spMk id="9" creationId="{00000000-0000-0000-0000-000000000000}"/>
          </ac:spMkLst>
        </pc:spChg>
      </pc:sldChg>
      <pc:sldChg chg="modSp">
        <pc:chgData name="MADNEETA SINGH" userId="ba487e41d220043c" providerId="LiveId" clId="{DE82443B-C9EC-4E90-9B5E-7A9485DD1C05}" dt="2024-01-08T02:51:07.172" v="3"/>
        <pc:sldMkLst>
          <pc:docMk/>
          <pc:sldMk cId="3919311891" sldId="310"/>
        </pc:sldMkLst>
        <pc:spChg chg="mod">
          <ac:chgData name="MADNEETA SINGH" userId="ba487e41d220043c" providerId="LiveId" clId="{DE82443B-C9EC-4E90-9B5E-7A9485DD1C05}" dt="2024-01-08T02:51:07.172" v="3"/>
          <ac:spMkLst>
            <pc:docMk/>
            <pc:sldMk cId="3919311891" sldId="310"/>
            <ac:spMk id="9" creationId="{00000000-0000-0000-0000-000000000000}"/>
          </ac:spMkLst>
        </pc:spChg>
      </pc:sldChg>
      <pc:sldChg chg="modSp">
        <pc:chgData name="MADNEETA SINGH" userId="ba487e41d220043c" providerId="LiveId" clId="{DE82443B-C9EC-4E90-9B5E-7A9485DD1C05}" dt="2024-01-08T02:51:07.172" v="3"/>
        <pc:sldMkLst>
          <pc:docMk/>
          <pc:sldMk cId="3919311891" sldId="311"/>
        </pc:sldMkLst>
        <pc:spChg chg="mod">
          <ac:chgData name="MADNEETA SINGH" userId="ba487e41d220043c" providerId="LiveId" clId="{DE82443B-C9EC-4E90-9B5E-7A9485DD1C05}" dt="2024-01-08T02:51:07.172" v="3"/>
          <ac:spMkLst>
            <pc:docMk/>
            <pc:sldMk cId="3919311891" sldId="311"/>
            <ac:spMk id="9" creationId="{00000000-0000-0000-0000-000000000000}"/>
          </ac:spMkLst>
        </pc:spChg>
      </pc:sldChg>
      <pc:sldChg chg="modSp">
        <pc:chgData name="MADNEETA SINGH" userId="ba487e41d220043c" providerId="LiveId" clId="{DE82443B-C9EC-4E90-9B5E-7A9485DD1C05}" dt="2024-01-08T02:51:07.172" v="3"/>
        <pc:sldMkLst>
          <pc:docMk/>
          <pc:sldMk cId="3919311891" sldId="312"/>
        </pc:sldMkLst>
        <pc:spChg chg="mod">
          <ac:chgData name="MADNEETA SINGH" userId="ba487e41d220043c" providerId="LiveId" clId="{DE82443B-C9EC-4E90-9B5E-7A9485DD1C05}" dt="2024-01-08T02:51:07.172" v="3"/>
          <ac:spMkLst>
            <pc:docMk/>
            <pc:sldMk cId="3919311891" sldId="312"/>
            <ac:spMk id="9" creationId="{00000000-0000-0000-0000-000000000000}"/>
          </ac:spMkLst>
        </pc:spChg>
      </pc:sldChg>
      <pc:sldChg chg="modSp">
        <pc:chgData name="MADNEETA SINGH" userId="ba487e41d220043c" providerId="LiveId" clId="{DE82443B-C9EC-4E90-9B5E-7A9485DD1C05}" dt="2024-01-08T02:51:07.172" v="3"/>
        <pc:sldMkLst>
          <pc:docMk/>
          <pc:sldMk cId="3919311891" sldId="313"/>
        </pc:sldMkLst>
        <pc:spChg chg="mod">
          <ac:chgData name="MADNEETA SINGH" userId="ba487e41d220043c" providerId="LiveId" clId="{DE82443B-C9EC-4E90-9B5E-7A9485DD1C05}" dt="2024-01-08T02:51:07.172" v="3"/>
          <ac:spMkLst>
            <pc:docMk/>
            <pc:sldMk cId="3919311891" sldId="313"/>
            <ac:spMk id="9" creationId="{00000000-0000-0000-0000-000000000000}"/>
          </ac:spMkLst>
        </pc:spChg>
      </pc:sldChg>
      <pc:sldChg chg="modSp">
        <pc:chgData name="MADNEETA SINGH" userId="ba487e41d220043c" providerId="LiveId" clId="{DE82443B-C9EC-4E90-9B5E-7A9485DD1C05}" dt="2024-01-08T02:51:07.172" v="3"/>
        <pc:sldMkLst>
          <pc:docMk/>
          <pc:sldMk cId="3919311891" sldId="314"/>
        </pc:sldMkLst>
        <pc:spChg chg="mod">
          <ac:chgData name="MADNEETA SINGH" userId="ba487e41d220043c" providerId="LiveId" clId="{DE82443B-C9EC-4E90-9B5E-7A9485DD1C05}" dt="2024-01-08T02:51:07.172" v="3"/>
          <ac:spMkLst>
            <pc:docMk/>
            <pc:sldMk cId="3919311891" sldId="314"/>
            <ac:spMk id="9" creationId="{00000000-0000-0000-0000-000000000000}"/>
          </ac:spMkLst>
        </pc:spChg>
      </pc:sldChg>
      <pc:sldChg chg="modSp">
        <pc:chgData name="MADNEETA SINGH" userId="ba487e41d220043c" providerId="LiveId" clId="{DE82443B-C9EC-4E90-9B5E-7A9485DD1C05}" dt="2024-01-08T02:51:07.172" v="3"/>
        <pc:sldMkLst>
          <pc:docMk/>
          <pc:sldMk cId="3919311891" sldId="315"/>
        </pc:sldMkLst>
        <pc:spChg chg="mod">
          <ac:chgData name="MADNEETA SINGH" userId="ba487e41d220043c" providerId="LiveId" clId="{DE82443B-C9EC-4E90-9B5E-7A9485DD1C05}" dt="2024-01-08T02:51:07.172" v="3"/>
          <ac:spMkLst>
            <pc:docMk/>
            <pc:sldMk cId="3919311891" sldId="315"/>
            <ac:spMk id="9" creationId="{00000000-0000-0000-0000-000000000000}"/>
          </ac:spMkLst>
        </pc:spChg>
      </pc:sldChg>
      <pc:sldChg chg="modSp">
        <pc:chgData name="MADNEETA SINGH" userId="ba487e41d220043c" providerId="LiveId" clId="{DE82443B-C9EC-4E90-9B5E-7A9485DD1C05}" dt="2024-01-08T02:51:07.172" v="3"/>
        <pc:sldMkLst>
          <pc:docMk/>
          <pc:sldMk cId="3919311891" sldId="316"/>
        </pc:sldMkLst>
        <pc:spChg chg="mod">
          <ac:chgData name="MADNEETA SINGH" userId="ba487e41d220043c" providerId="LiveId" clId="{DE82443B-C9EC-4E90-9B5E-7A9485DD1C05}" dt="2024-01-08T02:51:07.172" v="3"/>
          <ac:spMkLst>
            <pc:docMk/>
            <pc:sldMk cId="3919311891" sldId="316"/>
            <ac:spMk id="9" creationId="{00000000-0000-0000-0000-000000000000}"/>
          </ac:spMkLst>
        </pc:spChg>
      </pc:sldChg>
      <pc:sldChg chg="modSp">
        <pc:chgData name="MADNEETA SINGH" userId="ba487e41d220043c" providerId="LiveId" clId="{DE82443B-C9EC-4E90-9B5E-7A9485DD1C05}" dt="2024-01-08T02:51:07.172" v="3"/>
        <pc:sldMkLst>
          <pc:docMk/>
          <pc:sldMk cId="3919311891" sldId="317"/>
        </pc:sldMkLst>
        <pc:spChg chg="mod">
          <ac:chgData name="MADNEETA SINGH" userId="ba487e41d220043c" providerId="LiveId" clId="{DE82443B-C9EC-4E90-9B5E-7A9485DD1C05}" dt="2024-01-08T02:51:07.172" v="3"/>
          <ac:spMkLst>
            <pc:docMk/>
            <pc:sldMk cId="3919311891" sldId="317"/>
            <ac:spMk id="9" creationId="{00000000-0000-0000-0000-000000000000}"/>
          </ac:spMkLst>
        </pc:spChg>
      </pc:sldChg>
      <pc:sldChg chg="modSp">
        <pc:chgData name="MADNEETA SINGH" userId="ba487e41d220043c" providerId="LiveId" clId="{DE82443B-C9EC-4E90-9B5E-7A9485DD1C05}" dt="2024-01-08T02:51:07.172" v="3"/>
        <pc:sldMkLst>
          <pc:docMk/>
          <pc:sldMk cId="3919311891" sldId="318"/>
        </pc:sldMkLst>
        <pc:spChg chg="mod">
          <ac:chgData name="MADNEETA SINGH" userId="ba487e41d220043c" providerId="LiveId" clId="{DE82443B-C9EC-4E90-9B5E-7A9485DD1C05}" dt="2024-01-08T02:51:07.172" v="3"/>
          <ac:spMkLst>
            <pc:docMk/>
            <pc:sldMk cId="3919311891" sldId="318"/>
            <ac:spMk id="9" creationId="{00000000-0000-0000-0000-000000000000}"/>
          </ac:spMkLst>
        </pc:spChg>
      </pc:sldChg>
      <pc:sldChg chg="modSp">
        <pc:chgData name="MADNEETA SINGH" userId="ba487e41d220043c" providerId="LiveId" clId="{DE82443B-C9EC-4E90-9B5E-7A9485DD1C05}" dt="2024-01-08T02:51:07.172" v="3"/>
        <pc:sldMkLst>
          <pc:docMk/>
          <pc:sldMk cId="3919311891" sldId="319"/>
        </pc:sldMkLst>
        <pc:spChg chg="mod">
          <ac:chgData name="MADNEETA SINGH" userId="ba487e41d220043c" providerId="LiveId" clId="{DE82443B-C9EC-4E90-9B5E-7A9485DD1C05}" dt="2024-01-08T02:51:07.172" v="3"/>
          <ac:spMkLst>
            <pc:docMk/>
            <pc:sldMk cId="3919311891" sldId="319"/>
            <ac:spMk id="9" creationId="{00000000-0000-0000-0000-000000000000}"/>
          </ac:spMkLst>
        </pc:spChg>
      </pc:sldChg>
      <pc:sldChg chg="modSp">
        <pc:chgData name="MADNEETA SINGH" userId="ba487e41d220043c" providerId="LiveId" clId="{DE82443B-C9EC-4E90-9B5E-7A9485DD1C05}" dt="2024-01-08T02:51:07.172" v="3"/>
        <pc:sldMkLst>
          <pc:docMk/>
          <pc:sldMk cId="3919311891" sldId="321"/>
        </pc:sldMkLst>
        <pc:spChg chg="mod">
          <ac:chgData name="MADNEETA SINGH" userId="ba487e41d220043c" providerId="LiveId" clId="{DE82443B-C9EC-4E90-9B5E-7A9485DD1C05}" dt="2024-01-08T02:51:07.172" v="3"/>
          <ac:spMkLst>
            <pc:docMk/>
            <pc:sldMk cId="3919311891" sldId="321"/>
            <ac:spMk id="9" creationId="{00000000-0000-0000-0000-000000000000}"/>
          </ac:spMkLst>
        </pc:spChg>
      </pc:sldChg>
      <pc:sldChg chg="modSp">
        <pc:chgData name="MADNEETA SINGH" userId="ba487e41d220043c" providerId="LiveId" clId="{DE82443B-C9EC-4E90-9B5E-7A9485DD1C05}" dt="2024-01-08T02:51:07.172" v="3"/>
        <pc:sldMkLst>
          <pc:docMk/>
          <pc:sldMk cId="3919311891" sldId="322"/>
        </pc:sldMkLst>
        <pc:spChg chg="mod">
          <ac:chgData name="MADNEETA SINGH" userId="ba487e41d220043c" providerId="LiveId" clId="{DE82443B-C9EC-4E90-9B5E-7A9485DD1C05}" dt="2024-01-08T02:51:07.172" v="3"/>
          <ac:spMkLst>
            <pc:docMk/>
            <pc:sldMk cId="3919311891" sldId="322"/>
            <ac:spMk id="9" creationId="{00000000-0000-0000-0000-000000000000}"/>
          </ac:spMkLst>
        </pc:spChg>
      </pc:sldChg>
      <pc:sldChg chg="modSp">
        <pc:chgData name="MADNEETA SINGH" userId="ba487e41d220043c" providerId="LiveId" clId="{DE82443B-C9EC-4E90-9B5E-7A9485DD1C05}" dt="2024-01-08T02:51:07.172" v="3"/>
        <pc:sldMkLst>
          <pc:docMk/>
          <pc:sldMk cId="3919311891" sldId="323"/>
        </pc:sldMkLst>
        <pc:spChg chg="mod">
          <ac:chgData name="MADNEETA SINGH" userId="ba487e41d220043c" providerId="LiveId" clId="{DE82443B-C9EC-4E90-9B5E-7A9485DD1C05}" dt="2024-01-08T02:51:07.172" v="3"/>
          <ac:spMkLst>
            <pc:docMk/>
            <pc:sldMk cId="3919311891" sldId="323"/>
            <ac:spMk id="9" creationId="{00000000-0000-0000-0000-000000000000}"/>
          </ac:spMkLst>
        </pc:spChg>
      </pc:sldChg>
      <pc:sldChg chg="modSp">
        <pc:chgData name="MADNEETA SINGH" userId="ba487e41d220043c" providerId="LiveId" clId="{DE82443B-C9EC-4E90-9B5E-7A9485DD1C05}" dt="2024-01-08T02:51:07.172" v="3"/>
        <pc:sldMkLst>
          <pc:docMk/>
          <pc:sldMk cId="3919311891" sldId="324"/>
        </pc:sldMkLst>
        <pc:spChg chg="mod">
          <ac:chgData name="MADNEETA SINGH" userId="ba487e41d220043c" providerId="LiveId" clId="{DE82443B-C9EC-4E90-9B5E-7A9485DD1C05}" dt="2024-01-08T02:51:07.172" v="3"/>
          <ac:spMkLst>
            <pc:docMk/>
            <pc:sldMk cId="3919311891" sldId="324"/>
            <ac:spMk id="9" creationId="{00000000-0000-0000-0000-000000000000}"/>
          </ac:spMkLst>
        </pc:spChg>
      </pc:sldChg>
      <pc:sldChg chg="modSp">
        <pc:chgData name="MADNEETA SINGH" userId="ba487e41d220043c" providerId="LiveId" clId="{DE82443B-C9EC-4E90-9B5E-7A9485DD1C05}" dt="2024-01-08T02:51:07.172" v="3"/>
        <pc:sldMkLst>
          <pc:docMk/>
          <pc:sldMk cId="3919311891" sldId="325"/>
        </pc:sldMkLst>
        <pc:spChg chg="mod">
          <ac:chgData name="MADNEETA SINGH" userId="ba487e41d220043c" providerId="LiveId" clId="{DE82443B-C9EC-4E90-9B5E-7A9485DD1C05}" dt="2024-01-08T02:51:07.172" v="3"/>
          <ac:spMkLst>
            <pc:docMk/>
            <pc:sldMk cId="3919311891" sldId="325"/>
            <ac:spMk id="9" creationId="{00000000-0000-0000-0000-000000000000}"/>
          </ac:spMkLst>
        </pc:spChg>
      </pc:sldChg>
      <pc:sldChg chg="modSp">
        <pc:chgData name="MADNEETA SINGH" userId="ba487e41d220043c" providerId="LiveId" clId="{DE82443B-C9EC-4E90-9B5E-7A9485DD1C05}" dt="2024-01-08T02:51:07.172" v="3"/>
        <pc:sldMkLst>
          <pc:docMk/>
          <pc:sldMk cId="3919311891" sldId="326"/>
        </pc:sldMkLst>
        <pc:spChg chg="mod">
          <ac:chgData name="MADNEETA SINGH" userId="ba487e41d220043c" providerId="LiveId" clId="{DE82443B-C9EC-4E90-9B5E-7A9485DD1C05}" dt="2024-01-08T02:51:07.172" v="3"/>
          <ac:spMkLst>
            <pc:docMk/>
            <pc:sldMk cId="3919311891" sldId="326"/>
            <ac:spMk id="9" creationId="{00000000-0000-0000-0000-000000000000}"/>
          </ac:spMkLst>
        </pc:spChg>
      </pc:sldChg>
      <pc:sldChg chg="modSp">
        <pc:chgData name="MADNEETA SINGH" userId="ba487e41d220043c" providerId="LiveId" clId="{DE82443B-C9EC-4E90-9B5E-7A9485DD1C05}" dt="2024-01-08T02:51:07.172" v="3"/>
        <pc:sldMkLst>
          <pc:docMk/>
          <pc:sldMk cId="3919311891" sldId="327"/>
        </pc:sldMkLst>
        <pc:spChg chg="mod">
          <ac:chgData name="MADNEETA SINGH" userId="ba487e41d220043c" providerId="LiveId" clId="{DE82443B-C9EC-4E90-9B5E-7A9485DD1C05}" dt="2024-01-08T02:51:07.172" v="3"/>
          <ac:spMkLst>
            <pc:docMk/>
            <pc:sldMk cId="3919311891" sldId="327"/>
            <ac:spMk id="9" creationId="{00000000-0000-0000-0000-000000000000}"/>
          </ac:spMkLst>
        </pc:spChg>
      </pc:sldChg>
      <pc:sldChg chg="modSp">
        <pc:chgData name="MADNEETA SINGH" userId="ba487e41d220043c" providerId="LiveId" clId="{DE82443B-C9EC-4E90-9B5E-7A9485DD1C05}" dt="2024-01-08T02:51:07.172" v="3"/>
        <pc:sldMkLst>
          <pc:docMk/>
          <pc:sldMk cId="3919311891" sldId="329"/>
        </pc:sldMkLst>
        <pc:spChg chg="mod">
          <ac:chgData name="MADNEETA SINGH" userId="ba487e41d220043c" providerId="LiveId" clId="{DE82443B-C9EC-4E90-9B5E-7A9485DD1C05}" dt="2024-01-08T02:51:07.172" v="3"/>
          <ac:spMkLst>
            <pc:docMk/>
            <pc:sldMk cId="3919311891" sldId="329"/>
            <ac:spMk id="9" creationId="{00000000-0000-0000-0000-000000000000}"/>
          </ac:spMkLst>
        </pc:spChg>
      </pc:sldChg>
      <pc:sldChg chg="modSp">
        <pc:chgData name="MADNEETA SINGH" userId="ba487e41d220043c" providerId="LiveId" clId="{DE82443B-C9EC-4E90-9B5E-7A9485DD1C05}" dt="2024-01-08T02:51:07.172" v="3"/>
        <pc:sldMkLst>
          <pc:docMk/>
          <pc:sldMk cId="3919311891" sldId="331"/>
        </pc:sldMkLst>
        <pc:spChg chg="mod">
          <ac:chgData name="MADNEETA SINGH" userId="ba487e41d220043c" providerId="LiveId" clId="{DE82443B-C9EC-4E90-9B5E-7A9485DD1C05}" dt="2024-01-08T02:51:07.172" v="3"/>
          <ac:spMkLst>
            <pc:docMk/>
            <pc:sldMk cId="3919311891" sldId="331"/>
            <ac:spMk id="9" creationId="{00000000-0000-0000-0000-000000000000}"/>
          </ac:spMkLst>
        </pc:spChg>
      </pc:sldChg>
      <pc:sldChg chg="modSp">
        <pc:chgData name="MADNEETA SINGH" userId="ba487e41d220043c" providerId="LiveId" clId="{DE82443B-C9EC-4E90-9B5E-7A9485DD1C05}" dt="2024-01-08T02:51:07.172" v="3"/>
        <pc:sldMkLst>
          <pc:docMk/>
          <pc:sldMk cId="3919311891" sldId="332"/>
        </pc:sldMkLst>
        <pc:spChg chg="mod">
          <ac:chgData name="MADNEETA SINGH" userId="ba487e41d220043c" providerId="LiveId" clId="{DE82443B-C9EC-4E90-9B5E-7A9485DD1C05}" dt="2024-01-08T02:51:07.172" v="3"/>
          <ac:spMkLst>
            <pc:docMk/>
            <pc:sldMk cId="3919311891" sldId="332"/>
            <ac:spMk id="9" creationId="{00000000-0000-0000-0000-000000000000}"/>
          </ac:spMkLst>
        </pc:spChg>
      </pc:sldChg>
      <pc:sldChg chg="modSp">
        <pc:chgData name="MADNEETA SINGH" userId="ba487e41d220043c" providerId="LiveId" clId="{DE82443B-C9EC-4E90-9B5E-7A9485DD1C05}" dt="2024-01-08T02:51:07.172" v="3"/>
        <pc:sldMkLst>
          <pc:docMk/>
          <pc:sldMk cId="3919311891" sldId="334"/>
        </pc:sldMkLst>
        <pc:spChg chg="mod">
          <ac:chgData name="MADNEETA SINGH" userId="ba487e41d220043c" providerId="LiveId" clId="{DE82443B-C9EC-4E90-9B5E-7A9485DD1C05}" dt="2024-01-08T02:51:07.172" v="3"/>
          <ac:spMkLst>
            <pc:docMk/>
            <pc:sldMk cId="3919311891" sldId="334"/>
            <ac:spMk id="9" creationId="{00000000-0000-0000-0000-000000000000}"/>
          </ac:spMkLst>
        </pc:spChg>
      </pc:sldChg>
      <pc:sldChg chg="modSp">
        <pc:chgData name="MADNEETA SINGH" userId="ba487e41d220043c" providerId="LiveId" clId="{DE82443B-C9EC-4E90-9B5E-7A9485DD1C05}" dt="2024-01-08T02:51:07.172" v="3"/>
        <pc:sldMkLst>
          <pc:docMk/>
          <pc:sldMk cId="3919311891" sldId="336"/>
        </pc:sldMkLst>
        <pc:spChg chg="mod">
          <ac:chgData name="MADNEETA SINGH" userId="ba487e41d220043c" providerId="LiveId" clId="{DE82443B-C9EC-4E90-9B5E-7A9485DD1C05}" dt="2024-01-08T02:51:07.172" v="3"/>
          <ac:spMkLst>
            <pc:docMk/>
            <pc:sldMk cId="3919311891" sldId="336"/>
            <ac:spMk id="9" creationId="{00000000-0000-0000-0000-000000000000}"/>
          </ac:spMkLst>
        </pc:spChg>
      </pc:sldChg>
      <pc:sldChg chg="modSp">
        <pc:chgData name="MADNEETA SINGH" userId="ba487e41d220043c" providerId="LiveId" clId="{DE82443B-C9EC-4E90-9B5E-7A9485DD1C05}" dt="2024-01-08T02:51:07.172" v="3"/>
        <pc:sldMkLst>
          <pc:docMk/>
          <pc:sldMk cId="3919311891" sldId="338"/>
        </pc:sldMkLst>
        <pc:spChg chg="mod">
          <ac:chgData name="MADNEETA SINGH" userId="ba487e41d220043c" providerId="LiveId" clId="{DE82443B-C9EC-4E90-9B5E-7A9485DD1C05}" dt="2024-01-08T02:51:07.172" v="3"/>
          <ac:spMkLst>
            <pc:docMk/>
            <pc:sldMk cId="3919311891" sldId="338"/>
            <ac:spMk id="9" creationId="{00000000-0000-0000-0000-000000000000}"/>
          </ac:spMkLst>
        </pc:spChg>
      </pc:sldChg>
      <pc:sldChg chg="modSp">
        <pc:chgData name="MADNEETA SINGH" userId="ba487e41d220043c" providerId="LiveId" clId="{DE82443B-C9EC-4E90-9B5E-7A9485DD1C05}" dt="2024-01-08T02:51:07.172" v="3"/>
        <pc:sldMkLst>
          <pc:docMk/>
          <pc:sldMk cId="3919311891" sldId="340"/>
        </pc:sldMkLst>
        <pc:spChg chg="mod">
          <ac:chgData name="MADNEETA SINGH" userId="ba487e41d220043c" providerId="LiveId" clId="{DE82443B-C9EC-4E90-9B5E-7A9485DD1C05}" dt="2024-01-08T02:51:07.172" v="3"/>
          <ac:spMkLst>
            <pc:docMk/>
            <pc:sldMk cId="3919311891" sldId="340"/>
            <ac:spMk id="9" creationId="{00000000-0000-0000-0000-000000000000}"/>
          </ac:spMkLst>
        </pc:spChg>
      </pc:sldChg>
      <pc:sldChg chg="modSp">
        <pc:chgData name="MADNEETA SINGH" userId="ba487e41d220043c" providerId="LiveId" clId="{DE82443B-C9EC-4E90-9B5E-7A9485DD1C05}" dt="2024-01-08T02:51:07.172" v="3"/>
        <pc:sldMkLst>
          <pc:docMk/>
          <pc:sldMk cId="3919311891" sldId="342"/>
        </pc:sldMkLst>
        <pc:spChg chg="mod">
          <ac:chgData name="MADNEETA SINGH" userId="ba487e41d220043c" providerId="LiveId" clId="{DE82443B-C9EC-4E90-9B5E-7A9485DD1C05}" dt="2024-01-08T02:51:07.172" v="3"/>
          <ac:spMkLst>
            <pc:docMk/>
            <pc:sldMk cId="3919311891" sldId="342"/>
            <ac:spMk id="9" creationId="{00000000-0000-0000-0000-000000000000}"/>
          </ac:spMkLst>
        </pc:spChg>
      </pc:sldChg>
      <pc:sldChg chg="modSp">
        <pc:chgData name="MADNEETA SINGH" userId="ba487e41d220043c" providerId="LiveId" clId="{DE82443B-C9EC-4E90-9B5E-7A9485DD1C05}" dt="2024-01-08T02:51:07.172" v="3"/>
        <pc:sldMkLst>
          <pc:docMk/>
          <pc:sldMk cId="3919311891" sldId="343"/>
        </pc:sldMkLst>
        <pc:spChg chg="mod">
          <ac:chgData name="MADNEETA SINGH" userId="ba487e41d220043c" providerId="LiveId" clId="{DE82443B-C9EC-4E90-9B5E-7A9485DD1C05}" dt="2024-01-08T02:51:07.172" v="3"/>
          <ac:spMkLst>
            <pc:docMk/>
            <pc:sldMk cId="3919311891" sldId="343"/>
            <ac:spMk id="9" creationId="{00000000-0000-0000-0000-000000000000}"/>
          </ac:spMkLst>
        </pc:spChg>
      </pc:sldChg>
      <pc:sldChg chg="modSp">
        <pc:chgData name="MADNEETA SINGH" userId="ba487e41d220043c" providerId="LiveId" clId="{DE82443B-C9EC-4E90-9B5E-7A9485DD1C05}" dt="2024-01-08T02:51:07.172" v="3"/>
        <pc:sldMkLst>
          <pc:docMk/>
          <pc:sldMk cId="3919311891" sldId="345"/>
        </pc:sldMkLst>
        <pc:spChg chg="mod">
          <ac:chgData name="MADNEETA SINGH" userId="ba487e41d220043c" providerId="LiveId" clId="{DE82443B-C9EC-4E90-9B5E-7A9485DD1C05}" dt="2024-01-08T02:51:07.172" v="3"/>
          <ac:spMkLst>
            <pc:docMk/>
            <pc:sldMk cId="3919311891" sldId="345"/>
            <ac:spMk id="9" creationId="{00000000-0000-0000-0000-000000000000}"/>
          </ac:spMkLst>
        </pc:spChg>
      </pc:sldChg>
      <pc:sldChg chg="modSp">
        <pc:chgData name="MADNEETA SINGH" userId="ba487e41d220043c" providerId="LiveId" clId="{DE82443B-C9EC-4E90-9B5E-7A9485DD1C05}" dt="2024-01-08T02:51:07.172" v="3"/>
        <pc:sldMkLst>
          <pc:docMk/>
          <pc:sldMk cId="3919311891" sldId="346"/>
        </pc:sldMkLst>
        <pc:spChg chg="mod">
          <ac:chgData name="MADNEETA SINGH" userId="ba487e41d220043c" providerId="LiveId" clId="{DE82443B-C9EC-4E90-9B5E-7A9485DD1C05}" dt="2024-01-08T02:51:07.172" v="3"/>
          <ac:spMkLst>
            <pc:docMk/>
            <pc:sldMk cId="3919311891" sldId="346"/>
            <ac:spMk id="9" creationId="{00000000-0000-0000-0000-000000000000}"/>
          </ac:spMkLst>
        </pc:spChg>
      </pc:sldChg>
      <pc:sldChg chg="modSp">
        <pc:chgData name="MADNEETA SINGH" userId="ba487e41d220043c" providerId="LiveId" clId="{DE82443B-C9EC-4E90-9B5E-7A9485DD1C05}" dt="2024-01-08T02:51:07.172" v="3"/>
        <pc:sldMkLst>
          <pc:docMk/>
          <pc:sldMk cId="0" sldId="347"/>
        </pc:sldMkLst>
        <pc:spChg chg="mod">
          <ac:chgData name="MADNEETA SINGH" userId="ba487e41d220043c" providerId="LiveId" clId="{DE82443B-C9EC-4E90-9B5E-7A9485DD1C05}" dt="2024-01-08T02:51:07.172" v="3"/>
          <ac:spMkLst>
            <pc:docMk/>
            <pc:sldMk cId="0" sldId="347"/>
            <ac:spMk id="11" creationId="{00000000-0000-0000-0000-000000000000}"/>
          </ac:spMkLst>
        </pc:spChg>
      </pc:sldChg>
      <pc:sldChg chg="modSp">
        <pc:chgData name="MADNEETA SINGH" userId="ba487e41d220043c" providerId="LiveId" clId="{DE82443B-C9EC-4E90-9B5E-7A9485DD1C05}" dt="2024-01-08T02:51:07.172" v="3"/>
        <pc:sldMkLst>
          <pc:docMk/>
          <pc:sldMk cId="0" sldId="348"/>
        </pc:sldMkLst>
        <pc:spChg chg="mod">
          <ac:chgData name="MADNEETA SINGH" userId="ba487e41d220043c" providerId="LiveId" clId="{DE82443B-C9EC-4E90-9B5E-7A9485DD1C05}" dt="2024-01-08T02:51:07.172" v="3"/>
          <ac:spMkLst>
            <pc:docMk/>
            <pc:sldMk cId="0" sldId="348"/>
            <ac:spMk id="12" creationId="{00000000-0000-0000-0000-000000000000}"/>
          </ac:spMkLst>
        </pc:spChg>
      </pc:sldChg>
      <pc:sldChg chg="modSp">
        <pc:chgData name="MADNEETA SINGH" userId="ba487e41d220043c" providerId="LiveId" clId="{DE82443B-C9EC-4E90-9B5E-7A9485DD1C05}" dt="2024-01-08T02:51:07.172" v="3"/>
        <pc:sldMkLst>
          <pc:docMk/>
          <pc:sldMk cId="0" sldId="349"/>
        </pc:sldMkLst>
        <pc:spChg chg="mod">
          <ac:chgData name="MADNEETA SINGH" userId="ba487e41d220043c" providerId="LiveId" clId="{DE82443B-C9EC-4E90-9B5E-7A9485DD1C05}" dt="2024-01-08T02:51:07.172" v="3"/>
          <ac:spMkLst>
            <pc:docMk/>
            <pc:sldMk cId="0" sldId="349"/>
            <ac:spMk id="10" creationId="{00000000-0000-0000-0000-000000000000}"/>
          </ac:spMkLst>
        </pc:spChg>
      </pc:sldChg>
      <pc:sldChg chg="modSp">
        <pc:chgData name="MADNEETA SINGH" userId="ba487e41d220043c" providerId="LiveId" clId="{DE82443B-C9EC-4E90-9B5E-7A9485DD1C05}" dt="2024-01-08T02:51:07.172" v="3"/>
        <pc:sldMkLst>
          <pc:docMk/>
          <pc:sldMk cId="0" sldId="350"/>
        </pc:sldMkLst>
        <pc:spChg chg="mod">
          <ac:chgData name="MADNEETA SINGH" userId="ba487e41d220043c" providerId="LiveId" clId="{DE82443B-C9EC-4E90-9B5E-7A9485DD1C05}" dt="2024-01-08T02:51:07.172" v="3"/>
          <ac:spMkLst>
            <pc:docMk/>
            <pc:sldMk cId="0" sldId="350"/>
            <ac:spMk id="10" creationId="{00000000-0000-0000-0000-000000000000}"/>
          </ac:spMkLst>
        </pc:spChg>
      </pc:sldChg>
      <pc:sldChg chg="modSp">
        <pc:chgData name="MADNEETA SINGH" userId="ba487e41d220043c" providerId="LiveId" clId="{DE82443B-C9EC-4E90-9B5E-7A9485DD1C05}" dt="2024-01-08T02:51:07.172" v="3"/>
        <pc:sldMkLst>
          <pc:docMk/>
          <pc:sldMk cId="0" sldId="351"/>
        </pc:sldMkLst>
        <pc:spChg chg="mod">
          <ac:chgData name="MADNEETA SINGH" userId="ba487e41d220043c" providerId="LiveId" clId="{DE82443B-C9EC-4E90-9B5E-7A9485DD1C05}" dt="2024-01-08T02:51:07.172" v="3"/>
          <ac:spMkLst>
            <pc:docMk/>
            <pc:sldMk cId="0" sldId="351"/>
            <ac:spMk id="11" creationId="{00000000-0000-0000-0000-000000000000}"/>
          </ac:spMkLst>
        </pc:spChg>
      </pc:sldChg>
      <pc:sldChg chg="modSp">
        <pc:chgData name="MADNEETA SINGH" userId="ba487e41d220043c" providerId="LiveId" clId="{DE82443B-C9EC-4E90-9B5E-7A9485DD1C05}" dt="2024-01-08T02:51:07.172" v="3"/>
        <pc:sldMkLst>
          <pc:docMk/>
          <pc:sldMk cId="0" sldId="352"/>
        </pc:sldMkLst>
        <pc:spChg chg="mod">
          <ac:chgData name="MADNEETA SINGH" userId="ba487e41d220043c" providerId="LiveId" clId="{DE82443B-C9EC-4E90-9B5E-7A9485DD1C05}" dt="2024-01-08T02:51:07.172" v="3"/>
          <ac:spMkLst>
            <pc:docMk/>
            <pc:sldMk cId="0" sldId="352"/>
            <ac:spMk id="10" creationId="{00000000-0000-0000-0000-000000000000}"/>
          </ac:spMkLst>
        </pc:spChg>
      </pc:sldChg>
      <pc:sldChg chg="modSp">
        <pc:chgData name="MADNEETA SINGH" userId="ba487e41d220043c" providerId="LiveId" clId="{DE82443B-C9EC-4E90-9B5E-7A9485DD1C05}" dt="2024-01-08T02:51:07.172" v="3"/>
        <pc:sldMkLst>
          <pc:docMk/>
          <pc:sldMk cId="336267931" sldId="353"/>
        </pc:sldMkLst>
        <pc:spChg chg="mod">
          <ac:chgData name="MADNEETA SINGH" userId="ba487e41d220043c" providerId="LiveId" clId="{DE82443B-C9EC-4E90-9B5E-7A9485DD1C05}" dt="2024-01-08T02:51:07.172" v="3"/>
          <ac:spMkLst>
            <pc:docMk/>
            <pc:sldMk cId="336267931" sldId="353"/>
            <ac:spMk id="9" creationId="{00000000-0000-0000-0000-000000000000}"/>
          </ac:spMkLst>
        </pc:spChg>
      </pc:sldChg>
      <pc:sldChg chg="modSp">
        <pc:chgData name="MADNEETA SINGH" userId="ba487e41d220043c" providerId="LiveId" clId="{DE82443B-C9EC-4E90-9B5E-7A9485DD1C05}" dt="2024-01-08T02:51:07.172" v="3"/>
        <pc:sldMkLst>
          <pc:docMk/>
          <pc:sldMk cId="3969733654" sldId="354"/>
        </pc:sldMkLst>
        <pc:spChg chg="mod">
          <ac:chgData name="MADNEETA SINGH" userId="ba487e41d220043c" providerId="LiveId" clId="{DE82443B-C9EC-4E90-9B5E-7A9485DD1C05}" dt="2024-01-08T02:51:07.172" v="3"/>
          <ac:spMkLst>
            <pc:docMk/>
            <pc:sldMk cId="3969733654" sldId="354"/>
            <ac:spMk id="8" creationId="{6FA00553-970E-4494-8393-F217E60B36B8}"/>
          </ac:spMkLst>
        </pc:spChg>
      </pc:sldChg>
      <pc:sldChg chg="modSp">
        <pc:chgData name="MADNEETA SINGH" userId="ba487e41d220043c" providerId="LiveId" clId="{DE82443B-C9EC-4E90-9B5E-7A9485DD1C05}" dt="2024-01-08T02:51:07.172" v="3"/>
        <pc:sldMkLst>
          <pc:docMk/>
          <pc:sldMk cId="3543002629" sldId="355"/>
        </pc:sldMkLst>
        <pc:spChg chg="mod">
          <ac:chgData name="MADNEETA SINGH" userId="ba487e41d220043c" providerId="LiveId" clId="{DE82443B-C9EC-4E90-9B5E-7A9485DD1C05}" dt="2024-01-08T02:51:07.172" v="3"/>
          <ac:spMkLst>
            <pc:docMk/>
            <pc:sldMk cId="3543002629" sldId="355"/>
            <ac:spMk id="8" creationId="{6FA00553-970E-4494-8393-F217E60B36B8}"/>
          </ac:spMkLst>
        </pc:spChg>
      </pc:sldChg>
      <pc:sldChg chg="addSp delSp modSp mod">
        <pc:chgData name="MADNEETA SINGH" userId="ba487e41d220043c" providerId="LiveId" clId="{DE82443B-C9EC-4E90-9B5E-7A9485DD1C05}" dt="2024-01-08T02:51:07.172" v="3"/>
        <pc:sldMkLst>
          <pc:docMk/>
          <pc:sldMk cId="977377963" sldId="356"/>
        </pc:sldMkLst>
        <pc:spChg chg="mod">
          <ac:chgData name="MADNEETA SINGH" userId="ba487e41d220043c" providerId="LiveId" clId="{DE82443B-C9EC-4E90-9B5E-7A9485DD1C05}" dt="2024-01-08T02:51:07.172" v="3"/>
          <ac:spMkLst>
            <pc:docMk/>
            <pc:sldMk cId="977377963" sldId="356"/>
            <ac:spMk id="13" creationId="{00000000-0000-0000-0000-000000000000}"/>
          </ac:spMkLst>
        </pc:spChg>
        <pc:picChg chg="del">
          <ac:chgData name="MADNEETA SINGH" userId="ba487e41d220043c" providerId="LiveId" clId="{DE82443B-C9EC-4E90-9B5E-7A9485DD1C05}" dt="2023-12-30T11:15:42.996" v="0" actId="478"/>
          <ac:picMkLst>
            <pc:docMk/>
            <pc:sldMk cId="977377963" sldId="356"/>
            <ac:picMk id="2" creationId="{00000000-0000-0000-0000-000000000000}"/>
          </ac:picMkLst>
        </pc:picChg>
        <pc:picChg chg="add mod">
          <ac:chgData name="MADNEETA SINGH" userId="ba487e41d220043c" providerId="LiveId" clId="{DE82443B-C9EC-4E90-9B5E-7A9485DD1C05}" dt="2023-12-30T11:15:43.655" v="1"/>
          <ac:picMkLst>
            <pc:docMk/>
            <pc:sldMk cId="977377963" sldId="356"/>
            <ac:picMk id="4" creationId="{55FE0C49-4CAC-069B-3BA7-5B0EDD68A78D}"/>
          </ac:picMkLst>
        </pc:picChg>
      </pc:sldChg>
      <pc:sldChg chg="modSp">
        <pc:chgData name="MADNEETA SINGH" userId="ba487e41d220043c" providerId="LiveId" clId="{DE82443B-C9EC-4E90-9B5E-7A9485DD1C05}" dt="2024-01-08T02:51:07.172" v="3"/>
        <pc:sldMkLst>
          <pc:docMk/>
          <pc:sldMk cId="604471881" sldId="357"/>
        </pc:sldMkLst>
        <pc:spChg chg="mod">
          <ac:chgData name="MADNEETA SINGH" userId="ba487e41d220043c" providerId="LiveId" clId="{DE82443B-C9EC-4E90-9B5E-7A9485DD1C05}" dt="2024-01-08T02:51:07.172" v="3"/>
          <ac:spMkLst>
            <pc:docMk/>
            <pc:sldMk cId="604471881" sldId="357"/>
            <ac:spMk id="8" creationId="{6FA00553-970E-4494-8393-F217E60B36B8}"/>
          </ac:spMkLst>
        </pc:spChg>
      </pc:sldChg>
      <pc:sldMasterChg chg="modSp modSldLayout">
        <pc:chgData name="MADNEETA SINGH" userId="ba487e41d220043c" providerId="LiveId" clId="{DE82443B-C9EC-4E90-9B5E-7A9485DD1C05}" dt="2024-01-08T02:51:07.172" v="3"/>
        <pc:sldMasterMkLst>
          <pc:docMk/>
          <pc:sldMasterMk cId="0" sldId="2147483648"/>
        </pc:sldMasterMkLst>
        <pc:spChg chg="mod">
          <ac:chgData name="MADNEETA SINGH" userId="ba487e41d220043c" providerId="LiveId" clId="{DE82443B-C9EC-4E90-9B5E-7A9485DD1C05}" dt="2024-01-08T02:51:07.172" v="3"/>
          <ac:spMkLst>
            <pc:docMk/>
            <pc:sldMasterMk cId="0" sldId="2147483648"/>
            <ac:spMk id="5" creationId="{00000000-0000-0000-0000-000000000000}"/>
          </ac:spMkLst>
        </pc:spChg>
        <pc:sldLayoutChg chg="modSp">
          <pc:chgData name="MADNEETA SINGH" userId="ba487e41d220043c" providerId="LiveId" clId="{DE82443B-C9EC-4E90-9B5E-7A9485DD1C05}" dt="2024-01-08T02:51:07.172" v="3"/>
          <pc:sldLayoutMkLst>
            <pc:docMk/>
            <pc:sldMasterMk cId="0" sldId="2147483648"/>
            <pc:sldLayoutMk cId="0" sldId="2147483649"/>
          </pc:sldLayoutMkLst>
          <pc:spChg chg="mod">
            <ac:chgData name="MADNEETA SINGH" userId="ba487e41d220043c" providerId="LiveId" clId="{DE82443B-C9EC-4E90-9B5E-7A9485DD1C05}" dt="2024-01-08T02:51:07.172" v="3"/>
            <ac:spMkLst>
              <pc:docMk/>
              <pc:sldMasterMk cId="0" sldId="2147483648"/>
              <pc:sldLayoutMk cId="0" sldId="2147483649"/>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0"/>
          </pc:sldLayoutMkLst>
          <pc:spChg chg="mod">
            <ac:chgData name="MADNEETA SINGH" userId="ba487e41d220043c" providerId="LiveId" clId="{DE82443B-C9EC-4E90-9B5E-7A9485DD1C05}" dt="2024-01-08T02:51:07.172" v="3"/>
            <ac:spMkLst>
              <pc:docMk/>
              <pc:sldMasterMk cId="0" sldId="2147483648"/>
              <pc:sldLayoutMk cId="0" sldId="2147483650"/>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1"/>
          </pc:sldLayoutMkLst>
          <pc:spChg chg="mod">
            <ac:chgData name="MADNEETA SINGH" userId="ba487e41d220043c" providerId="LiveId" clId="{DE82443B-C9EC-4E90-9B5E-7A9485DD1C05}" dt="2024-01-08T02:51:07.172" v="3"/>
            <ac:spMkLst>
              <pc:docMk/>
              <pc:sldMasterMk cId="0" sldId="2147483648"/>
              <pc:sldLayoutMk cId="0" sldId="2147483651"/>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2"/>
          </pc:sldLayoutMkLst>
          <pc:spChg chg="mod">
            <ac:chgData name="MADNEETA SINGH" userId="ba487e41d220043c" providerId="LiveId" clId="{DE82443B-C9EC-4E90-9B5E-7A9485DD1C05}" dt="2024-01-08T02:51:07.172" v="3"/>
            <ac:spMkLst>
              <pc:docMk/>
              <pc:sldMasterMk cId="0" sldId="2147483648"/>
              <pc:sldLayoutMk cId="0" sldId="2147483652"/>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3"/>
          </pc:sldLayoutMkLst>
          <pc:spChg chg="mod">
            <ac:chgData name="MADNEETA SINGH" userId="ba487e41d220043c" providerId="LiveId" clId="{DE82443B-C9EC-4E90-9B5E-7A9485DD1C05}" dt="2024-01-08T02:51:07.172" v="3"/>
            <ac:spMkLst>
              <pc:docMk/>
              <pc:sldMasterMk cId="0" sldId="2147483648"/>
              <pc:sldLayoutMk cId="0" sldId="2147483653"/>
              <ac:spMk id="8"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4"/>
          </pc:sldLayoutMkLst>
          <pc:spChg chg="mod">
            <ac:chgData name="MADNEETA SINGH" userId="ba487e41d220043c" providerId="LiveId" clId="{DE82443B-C9EC-4E90-9B5E-7A9485DD1C05}" dt="2024-01-08T02:51:07.172" v="3"/>
            <ac:spMkLst>
              <pc:docMk/>
              <pc:sldMasterMk cId="0" sldId="2147483648"/>
              <pc:sldLayoutMk cId="0" sldId="2147483654"/>
              <ac:spMk id="4"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5"/>
          </pc:sldLayoutMkLst>
          <pc:spChg chg="mod">
            <ac:chgData name="MADNEETA SINGH" userId="ba487e41d220043c" providerId="LiveId" clId="{DE82443B-C9EC-4E90-9B5E-7A9485DD1C05}" dt="2024-01-08T02:51:07.172" v="3"/>
            <ac:spMkLst>
              <pc:docMk/>
              <pc:sldMasterMk cId="0" sldId="2147483648"/>
              <pc:sldLayoutMk cId="0" sldId="2147483655"/>
              <ac:spMk id="3"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6"/>
          </pc:sldLayoutMkLst>
          <pc:spChg chg="mod">
            <ac:chgData name="MADNEETA SINGH" userId="ba487e41d220043c" providerId="LiveId" clId="{DE82443B-C9EC-4E90-9B5E-7A9485DD1C05}" dt="2024-01-08T02:51:07.172" v="3"/>
            <ac:spMkLst>
              <pc:docMk/>
              <pc:sldMasterMk cId="0" sldId="2147483648"/>
              <pc:sldLayoutMk cId="0" sldId="2147483656"/>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7"/>
          </pc:sldLayoutMkLst>
          <pc:spChg chg="mod">
            <ac:chgData name="MADNEETA SINGH" userId="ba487e41d220043c" providerId="LiveId" clId="{DE82443B-C9EC-4E90-9B5E-7A9485DD1C05}" dt="2024-01-08T02:51:07.172" v="3"/>
            <ac:spMkLst>
              <pc:docMk/>
              <pc:sldMasterMk cId="0" sldId="2147483648"/>
              <pc:sldLayoutMk cId="0" sldId="2147483657"/>
              <ac:spMk id="6"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8"/>
          </pc:sldLayoutMkLst>
          <pc:spChg chg="mod">
            <ac:chgData name="MADNEETA SINGH" userId="ba487e41d220043c" providerId="LiveId" clId="{DE82443B-C9EC-4E90-9B5E-7A9485DD1C05}" dt="2024-01-08T02:51:07.172" v="3"/>
            <ac:spMkLst>
              <pc:docMk/>
              <pc:sldMasterMk cId="0" sldId="2147483648"/>
              <pc:sldLayoutMk cId="0" sldId="2147483658"/>
              <ac:spMk id="5" creationId="{00000000-0000-0000-0000-000000000000}"/>
            </ac:spMkLst>
          </pc:spChg>
        </pc:sldLayoutChg>
        <pc:sldLayoutChg chg="modSp">
          <pc:chgData name="MADNEETA SINGH" userId="ba487e41d220043c" providerId="LiveId" clId="{DE82443B-C9EC-4E90-9B5E-7A9485DD1C05}" dt="2024-01-08T02:51:07.172" v="3"/>
          <pc:sldLayoutMkLst>
            <pc:docMk/>
            <pc:sldMasterMk cId="0" sldId="2147483648"/>
            <pc:sldLayoutMk cId="0" sldId="2147483659"/>
          </pc:sldLayoutMkLst>
          <pc:spChg chg="mod">
            <ac:chgData name="MADNEETA SINGH" userId="ba487e41d220043c" providerId="LiveId" clId="{DE82443B-C9EC-4E90-9B5E-7A9485DD1C05}" dt="2024-01-08T02:51:07.172" v="3"/>
            <ac:spMkLst>
              <pc:docMk/>
              <pc:sldMasterMk cId="0" sldId="2147483648"/>
              <pc:sldLayoutMk cId="0" sldId="2147483659"/>
              <ac:spMk id="5" creationId="{00000000-0000-0000-0000-000000000000}"/>
            </ac:spMkLst>
          </pc:spChg>
        </pc:sldLayoutChg>
      </pc:sldMasterChg>
    </pc:docChg>
  </pc:docChgLst>
  <pc:docChgLst>
    <pc:chgData name="MADNEETA SINGH" userId="ba487e41d220043c" providerId="LiveId" clId="{DE2D5D9D-8A41-4258-B1F1-14A1E37499BE}"/>
    <pc:docChg chg="undo redo custSel modSld">
      <pc:chgData name="MADNEETA SINGH" userId="ba487e41d220043c" providerId="LiveId" clId="{DE2D5D9D-8A41-4258-B1F1-14A1E37499BE}" dt="2022-12-27T09:33:28.210" v="548" actId="20577"/>
      <pc:docMkLst>
        <pc:docMk/>
      </pc:docMkLst>
      <pc:sldChg chg="modSp mod">
        <pc:chgData name="MADNEETA SINGH" userId="ba487e41d220043c" providerId="LiveId" clId="{DE2D5D9D-8A41-4258-B1F1-14A1E37499BE}" dt="2022-12-27T09:33:28.210" v="548" actId="20577"/>
        <pc:sldMkLst>
          <pc:docMk/>
          <pc:sldMk cId="0" sldId="257"/>
        </pc:sldMkLst>
        <pc:spChg chg="mod">
          <ac:chgData name="MADNEETA SINGH" userId="ba487e41d220043c" providerId="LiveId" clId="{DE2D5D9D-8A41-4258-B1F1-14A1E37499BE}" dt="2022-12-27T09:33:15.191" v="547" actId="20577"/>
          <ac:spMkLst>
            <pc:docMk/>
            <pc:sldMk cId="0" sldId="257"/>
            <ac:spMk id="2" creationId="{00000000-0000-0000-0000-000000000000}"/>
          </ac:spMkLst>
        </pc:spChg>
        <pc:spChg chg="mod">
          <ac:chgData name="MADNEETA SINGH" userId="ba487e41d220043c" providerId="LiveId" clId="{DE2D5D9D-8A41-4258-B1F1-14A1E37499BE}" dt="2022-12-26T10:46:21.475" v="166" actId="255"/>
          <ac:spMkLst>
            <pc:docMk/>
            <pc:sldMk cId="0" sldId="257"/>
            <ac:spMk id="3" creationId="{00000000-0000-0000-0000-000000000000}"/>
          </ac:spMkLst>
        </pc:spChg>
        <pc:spChg chg="mod">
          <ac:chgData name="MADNEETA SINGH" userId="ba487e41d220043c" providerId="LiveId" clId="{DE2D5D9D-8A41-4258-B1F1-14A1E37499BE}" dt="2022-12-26T10:47:08.966" v="174" actId="255"/>
          <ac:spMkLst>
            <pc:docMk/>
            <pc:sldMk cId="0" sldId="257"/>
            <ac:spMk id="6" creationId="{00000000-0000-0000-0000-000000000000}"/>
          </ac:spMkLst>
        </pc:spChg>
        <pc:spChg chg="mod">
          <ac:chgData name="MADNEETA SINGH" userId="ba487e41d220043c" providerId="LiveId" clId="{DE2D5D9D-8A41-4258-B1F1-14A1E37499BE}" dt="2022-12-26T10:46:40.134" v="170" actId="255"/>
          <ac:spMkLst>
            <pc:docMk/>
            <pc:sldMk cId="0" sldId="257"/>
            <ac:spMk id="12" creationId="{00000000-0000-0000-0000-000000000000}"/>
          </ac:spMkLst>
        </pc:spChg>
        <pc:spChg chg="mod">
          <ac:chgData name="MADNEETA SINGH" userId="ba487e41d220043c" providerId="LiveId" clId="{DE2D5D9D-8A41-4258-B1F1-14A1E37499BE}" dt="2022-12-26T10:46:45.988" v="171" actId="255"/>
          <ac:spMkLst>
            <pc:docMk/>
            <pc:sldMk cId="0" sldId="257"/>
            <ac:spMk id="14" creationId="{00000000-0000-0000-0000-000000000000}"/>
          </ac:spMkLst>
        </pc:spChg>
        <pc:spChg chg="mod">
          <ac:chgData name="MADNEETA SINGH" userId="ba487e41d220043c" providerId="LiveId" clId="{DE2D5D9D-8A41-4258-B1F1-14A1E37499BE}" dt="2022-12-27T09:33:28.210" v="548" actId="20577"/>
          <ac:spMkLst>
            <pc:docMk/>
            <pc:sldMk cId="0" sldId="257"/>
            <ac:spMk id="15" creationId="{00000000-0000-0000-0000-000000000000}"/>
          </ac:spMkLst>
        </pc:spChg>
      </pc:sldChg>
      <pc:sldChg chg="modSp mod">
        <pc:chgData name="MADNEETA SINGH" userId="ba487e41d220043c" providerId="LiveId" clId="{DE2D5D9D-8A41-4258-B1F1-14A1E37499BE}" dt="2022-12-26T10:47:33.532" v="180" actId="113"/>
        <pc:sldMkLst>
          <pc:docMk/>
          <pc:sldMk cId="0" sldId="258"/>
        </pc:sldMkLst>
        <pc:spChg chg="mod">
          <ac:chgData name="MADNEETA SINGH" userId="ba487e41d220043c" providerId="LiveId" clId="{DE2D5D9D-8A41-4258-B1F1-14A1E37499BE}" dt="2022-12-26T10:47:33.532" v="180" actId="113"/>
          <ac:spMkLst>
            <pc:docMk/>
            <pc:sldMk cId="0" sldId="258"/>
            <ac:spMk id="8" creationId="{00000000-0000-0000-0000-000000000000}"/>
          </ac:spMkLst>
        </pc:spChg>
      </pc:sldChg>
      <pc:sldChg chg="modSp mod">
        <pc:chgData name="MADNEETA SINGH" userId="ba487e41d220043c" providerId="LiveId" clId="{DE2D5D9D-8A41-4258-B1F1-14A1E37499BE}" dt="2022-12-26T10:48:02.875" v="186" actId="113"/>
        <pc:sldMkLst>
          <pc:docMk/>
          <pc:sldMk cId="0" sldId="260"/>
        </pc:sldMkLst>
        <pc:spChg chg="mod">
          <ac:chgData name="MADNEETA SINGH" userId="ba487e41d220043c" providerId="LiveId" clId="{DE2D5D9D-8A41-4258-B1F1-14A1E37499BE}" dt="2022-12-26T10:48:02.875" v="186" actId="113"/>
          <ac:spMkLst>
            <pc:docMk/>
            <pc:sldMk cId="0" sldId="260"/>
            <ac:spMk id="7" creationId="{00000000-0000-0000-0000-000000000000}"/>
          </ac:spMkLst>
        </pc:spChg>
      </pc:sldChg>
      <pc:sldChg chg="modSp mod">
        <pc:chgData name="MADNEETA SINGH" userId="ba487e41d220043c" providerId="LiveId" clId="{DE2D5D9D-8A41-4258-B1F1-14A1E37499BE}" dt="2022-12-26T10:48:16.263" v="189" actId="113"/>
        <pc:sldMkLst>
          <pc:docMk/>
          <pc:sldMk cId="0" sldId="261"/>
        </pc:sldMkLst>
        <pc:spChg chg="mod">
          <ac:chgData name="MADNEETA SINGH" userId="ba487e41d220043c" providerId="LiveId" clId="{DE2D5D9D-8A41-4258-B1F1-14A1E37499BE}" dt="2022-12-26T10:48:16.263" v="189" actId="113"/>
          <ac:spMkLst>
            <pc:docMk/>
            <pc:sldMk cId="0" sldId="261"/>
            <ac:spMk id="7" creationId="{00000000-0000-0000-0000-000000000000}"/>
          </ac:spMkLst>
        </pc:spChg>
      </pc:sldChg>
      <pc:sldChg chg="modSp mod">
        <pc:chgData name="MADNEETA SINGH" userId="ba487e41d220043c" providerId="LiveId" clId="{DE2D5D9D-8A41-4258-B1F1-14A1E37499BE}" dt="2022-12-26T10:48:56.762" v="198" actId="113"/>
        <pc:sldMkLst>
          <pc:docMk/>
          <pc:sldMk cId="0" sldId="262"/>
        </pc:sldMkLst>
        <pc:spChg chg="mod">
          <ac:chgData name="MADNEETA SINGH" userId="ba487e41d220043c" providerId="LiveId" clId="{DE2D5D9D-8A41-4258-B1F1-14A1E37499BE}" dt="2022-12-26T10:48:56.762" v="198" actId="113"/>
          <ac:spMkLst>
            <pc:docMk/>
            <pc:sldMk cId="0" sldId="262"/>
            <ac:spMk id="7" creationId="{00000000-0000-0000-0000-000000000000}"/>
          </ac:spMkLst>
        </pc:spChg>
      </pc:sldChg>
      <pc:sldChg chg="modSp mod">
        <pc:chgData name="MADNEETA SINGH" userId="ba487e41d220043c" providerId="LiveId" clId="{DE2D5D9D-8A41-4258-B1F1-14A1E37499BE}" dt="2022-12-26T10:49:31.192" v="210" actId="113"/>
        <pc:sldMkLst>
          <pc:docMk/>
          <pc:sldMk cId="4192245201" sldId="263"/>
        </pc:sldMkLst>
        <pc:spChg chg="mod">
          <ac:chgData name="MADNEETA SINGH" userId="ba487e41d220043c" providerId="LiveId" clId="{DE2D5D9D-8A41-4258-B1F1-14A1E37499BE}" dt="2022-12-26T10:49:31.192" v="210" actId="113"/>
          <ac:spMkLst>
            <pc:docMk/>
            <pc:sldMk cId="4192245201" sldId="263"/>
            <ac:spMk id="8" creationId="{00000000-0000-0000-0000-000000000000}"/>
          </ac:spMkLst>
        </pc:spChg>
      </pc:sldChg>
      <pc:sldChg chg="modSp mod">
        <pc:chgData name="MADNEETA SINGH" userId="ba487e41d220043c" providerId="LiveId" clId="{DE2D5D9D-8A41-4258-B1F1-14A1E37499BE}" dt="2022-12-26T10:49:45.183" v="213" actId="113"/>
        <pc:sldMkLst>
          <pc:docMk/>
          <pc:sldMk cId="3919311891" sldId="264"/>
        </pc:sldMkLst>
        <pc:spChg chg="mod">
          <ac:chgData name="MADNEETA SINGH" userId="ba487e41d220043c" providerId="LiveId" clId="{DE2D5D9D-8A41-4258-B1F1-14A1E37499BE}" dt="2022-12-26T10:49:45.183" v="213" actId="113"/>
          <ac:spMkLst>
            <pc:docMk/>
            <pc:sldMk cId="3919311891" sldId="264"/>
            <ac:spMk id="7" creationId="{00000000-0000-0000-0000-000000000000}"/>
          </ac:spMkLst>
        </pc:spChg>
      </pc:sldChg>
      <pc:sldChg chg="modSp mod">
        <pc:chgData name="MADNEETA SINGH" userId="ba487e41d220043c" providerId="LiveId" clId="{DE2D5D9D-8A41-4258-B1F1-14A1E37499BE}" dt="2022-12-26T10:51:09.561" v="228" actId="1076"/>
        <pc:sldMkLst>
          <pc:docMk/>
          <pc:sldMk cId="3919311891" sldId="265"/>
        </pc:sldMkLst>
        <pc:spChg chg="mod">
          <ac:chgData name="MADNEETA SINGH" userId="ba487e41d220043c" providerId="LiveId" clId="{DE2D5D9D-8A41-4258-B1F1-14A1E37499BE}" dt="2022-12-26T10:51:09.561" v="228" actId="1076"/>
          <ac:spMkLst>
            <pc:docMk/>
            <pc:sldMk cId="3919311891" sldId="265"/>
            <ac:spMk id="7" creationId="{00000000-0000-0000-0000-000000000000}"/>
          </ac:spMkLst>
        </pc:spChg>
      </pc:sldChg>
      <pc:sldChg chg="modSp mod">
        <pc:chgData name="MADNEETA SINGH" userId="ba487e41d220043c" providerId="LiveId" clId="{DE2D5D9D-8A41-4258-B1F1-14A1E37499BE}" dt="2022-12-26T10:47:48.174" v="183" actId="113"/>
        <pc:sldMkLst>
          <pc:docMk/>
          <pc:sldMk cId="0" sldId="266"/>
        </pc:sldMkLst>
        <pc:spChg chg="mod">
          <ac:chgData name="MADNEETA SINGH" userId="ba487e41d220043c" providerId="LiveId" clId="{DE2D5D9D-8A41-4258-B1F1-14A1E37499BE}" dt="2022-12-26T10:47:39.472" v="181" actId="20577"/>
          <ac:spMkLst>
            <pc:docMk/>
            <pc:sldMk cId="0" sldId="266"/>
            <ac:spMk id="3" creationId="{00000000-0000-0000-0000-000000000000}"/>
          </ac:spMkLst>
        </pc:spChg>
        <pc:spChg chg="mod">
          <ac:chgData name="MADNEETA SINGH" userId="ba487e41d220043c" providerId="LiveId" clId="{DE2D5D9D-8A41-4258-B1F1-14A1E37499BE}" dt="2022-12-26T10:47:48.174" v="183" actId="113"/>
          <ac:spMkLst>
            <pc:docMk/>
            <pc:sldMk cId="0" sldId="266"/>
            <ac:spMk id="8" creationId="{00000000-0000-0000-0000-000000000000}"/>
          </ac:spMkLst>
        </pc:spChg>
      </pc:sldChg>
      <pc:sldChg chg="modSp mod">
        <pc:chgData name="MADNEETA SINGH" userId="ba487e41d220043c" providerId="LiveId" clId="{DE2D5D9D-8A41-4258-B1F1-14A1E37499BE}" dt="2022-12-26T10:55:15.294" v="273" actId="114"/>
        <pc:sldMkLst>
          <pc:docMk/>
          <pc:sldMk cId="3919311891" sldId="267"/>
        </pc:sldMkLst>
        <pc:spChg chg="mod">
          <ac:chgData name="MADNEETA SINGH" userId="ba487e41d220043c" providerId="LiveId" clId="{DE2D5D9D-8A41-4258-B1F1-14A1E37499BE}" dt="2022-12-21T10:31:16.115" v="14" actId="5793"/>
          <ac:spMkLst>
            <pc:docMk/>
            <pc:sldMk cId="3919311891" sldId="267"/>
            <ac:spMk id="3" creationId="{00000000-0000-0000-0000-000000000000}"/>
          </ac:spMkLst>
        </pc:spChg>
        <pc:spChg chg="mod">
          <ac:chgData name="MADNEETA SINGH" userId="ba487e41d220043c" providerId="LiveId" clId="{DE2D5D9D-8A41-4258-B1F1-14A1E37499BE}" dt="2022-12-26T10:55:15.294" v="273" actId="114"/>
          <ac:spMkLst>
            <pc:docMk/>
            <pc:sldMk cId="3919311891" sldId="267"/>
            <ac:spMk id="7" creationId="{00000000-0000-0000-0000-000000000000}"/>
          </ac:spMkLst>
        </pc:spChg>
      </pc:sldChg>
      <pc:sldChg chg="modSp mod">
        <pc:chgData name="MADNEETA SINGH" userId="ba487e41d220043c" providerId="LiveId" clId="{DE2D5D9D-8A41-4258-B1F1-14A1E37499BE}" dt="2022-12-26T10:51:16.661" v="231" actId="113"/>
        <pc:sldMkLst>
          <pc:docMk/>
          <pc:sldMk cId="3919311891" sldId="268"/>
        </pc:sldMkLst>
        <pc:spChg chg="mod">
          <ac:chgData name="MADNEETA SINGH" userId="ba487e41d220043c" providerId="LiveId" clId="{DE2D5D9D-8A41-4258-B1F1-14A1E37499BE}" dt="2022-12-21T10:29:17.204" v="6" actId="2711"/>
          <ac:spMkLst>
            <pc:docMk/>
            <pc:sldMk cId="3919311891" sldId="268"/>
            <ac:spMk id="3" creationId="{00000000-0000-0000-0000-000000000000}"/>
          </ac:spMkLst>
        </pc:spChg>
        <pc:spChg chg="mod">
          <ac:chgData name="MADNEETA SINGH" userId="ba487e41d220043c" providerId="LiveId" clId="{DE2D5D9D-8A41-4258-B1F1-14A1E37499BE}" dt="2022-12-26T10:51:16.661" v="231" actId="113"/>
          <ac:spMkLst>
            <pc:docMk/>
            <pc:sldMk cId="3919311891" sldId="268"/>
            <ac:spMk id="7" creationId="{00000000-0000-0000-0000-000000000000}"/>
          </ac:spMkLst>
        </pc:spChg>
      </pc:sldChg>
      <pc:sldChg chg="modSp mod">
        <pc:chgData name="MADNEETA SINGH" userId="ba487e41d220043c" providerId="LiveId" clId="{DE2D5D9D-8A41-4258-B1F1-14A1E37499BE}" dt="2022-12-26T10:51:40.521" v="237" actId="2711"/>
        <pc:sldMkLst>
          <pc:docMk/>
          <pc:sldMk cId="3919311891" sldId="269"/>
        </pc:sldMkLst>
        <pc:spChg chg="mod">
          <ac:chgData name="MADNEETA SINGH" userId="ba487e41d220043c" providerId="LiveId" clId="{DE2D5D9D-8A41-4258-B1F1-14A1E37499BE}" dt="2022-12-21T10:29:28.654" v="7" actId="2711"/>
          <ac:spMkLst>
            <pc:docMk/>
            <pc:sldMk cId="3919311891" sldId="269"/>
            <ac:spMk id="3" creationId="{00000000-0000-0000-0000-000000000000}"/>
          </ac:spMkLst>
        </pc:spChg>
        <pc:spChg chg="mod">
          <ac:chgData name="MADNEETA SINGH" userId="ba487e41d220043c" providerId="LiveId" clId="{DE2D5D9D-8A41-4258-B1F1-14A1E37499BE}" dt="2022-12-26T10:51:40.521" v="237" actId="2711"/>
          <ac:spMkLst>
            <pc:docMk/>
            <pc:sldMk cId="3919311891" sldId="269"/>
            <ac:spMk id="7" creationId="{00000000-0000-0000-0000-000000000000}"/>
          </ac:spMkLst>
        </pc:spChg>
      </pc:sldChg>
      <pc:sldChg chg="modSp mod">
        <pc:chgData name="MADNEETA SINGH" userId="ba487e41d220043c" providerId="LiveId" clId="{DE2D5D9D-8A41-4258-B1F1-14A1E37499BE}" dt="2022-12-26T10:52:08.341" v="243" actId="113"/>
        <pc:sldMkLst>
          <pc:docMk/>
          <pc:sldMk cId="3919311891" sldId="270"/>
        </pc:sldMkLst>
        <pc:spChg chg="mod">
          <ac:chgData name="MADNEETA SINGH" userId="ba487e41d220043c" providerId="LiveId" clId="{DE2D5D9D-8A41-4258-B1F1-14A1E37499BE}" dt="2022-12-26T10:51:55.791" v="240" actId="120"/>
          <ac:spMkLst>
            <pc:docMk/>
            <pc:sldMk cId="3919311891" sldId="270"/>
            <ac:spMk id="3" creationId="{00000000-0000-0000-0000-000000000000}"/>
          </ac:spMkLst>
        </pc:spChg>
        <pc:spChg chg="mod">
          <ac:chgData name="MADNEETA SINGH" userId="ba487e41d220043c" providerId="LiveId" clId="{DE2D5D9D-8A41-4258-B1F1-14A1E37499BE}" dt="2022-12-26T10:52:08.341" v="243" actId="113"/>
          <ac:spMkLst>
            <pc:docMk/>
            <pc:sldMk cId="3919311891" sldId="270"/>
            <ac:spMk id="7" creationId="{00000000-0000-0000-0000-000000000000}"/>
          </ac:spMkLst>
        </pc:spChg>
      </pc:sldChg>
      <pc:sldChg chg="modSp mod">
        <pc:chgData name="MADNEETA SINGH" userId="ba487e41d220043c" providerId="LiveId" clId="{DE2D5D9D-8A41-4258-B1F1-14A1E37499BE}" dt="2022-12-26T10:54:59.850" v="269" actId="113"/>
        <pc:sldMkLst>
          <pc:docMk/>
          <pc:sldMk cId="3919311891" sldId="271"/>
        </pc:sldMkLst>
        <pc:spChg chg="mod">
          <ac:chgData name="MADNEETA SINGH" userId="ba487e41d220043c" providerId="LiveId" clId="{DE2D5D9D-8A41-4258-B1F1-14A1E37499BE}" dt="2022-12-26T10:54:59.850" v="269" actId="113"/>
          <ac:spMkLst>
            <pc:docMk/>
            <pc:sldMk cId="3919311891" sldId="271"/>
            <ac:spMk id="7" creationId="{00000000-0000-0000-0000-000000000000}"/>
          </ac:spMkLst>
        </pc:spChg>
      </pc:sldChg>
      <pc:sldChg chg="addSp delSp modSp mod">
        <pc:chgData name="MADNEETA SINGH" userId="ba487e41d220043c" providerId="LiveId" clId="{DE2D5D9D-8A41-4258-B1F1-14A1E37499BE}" dt="2022-12-26T10:54:50.814" v="266" actId="2711"/>
        <pc:sldMkLst>
          <pc:docMk/>
          <pc:sldMk cId="3919311891" sldId="272"/>
        </pc:sldMkLst>
        <pc:spChg chg="mod">
          <ac:chgData name="MADNEETA SINGH" userId="ba487e41d220043c" providerId="LiveId" clId="{DE2D5D9D-8A41-4258-B1F1-14A1E37499BE}" dt="2022-12-26T10:54:50.814" v="266" actId="2711"/>
          <ac:spMkLst>
            <pc:docMk/>
            <pc:sldMk cId="3919311891" sldId="272"/>
            <ac:spMk id="7" creationId="{00000000-0000-0000-0000-000000000000}"/>
          </ac:spMkLst>
        </pc:spChg>
        <pc:spChg chg="add del mod">
          <ac:chgData name="MADNEETA SINGH" userId="ba487e41d220043c" providerId="LiveId" clId="{DE2D5D9D-8A41-4258-B1F1-14A1E37499BE}" dt="2022-12-21T10:30:42.094" v="13" actId="14100"/>
          <ac:spMkLst>
            <pc:docMk/>
            <pc:sldMk cId="3919311891" sldId="272"/>
            <ac:spMk id="11" creationId="{00000000-0000-0000-0000-000000000000}"/>
          </ac:spMkLst>
        </pc:spChg>
      </pc:sldChg>
      <pc:sldChg chg="modSp mod">
        <pc:chgData name="MADNEETA SINGH" userId="ba487e41d220043c" providerId="LiveId" clId="{DE2D5D9D-8A41-4258-B1F1-14A1E37499BE}" dt="2022-12-26T10:53:41.316" v="262" actId="113"/>
        <pc:sldMkLst>
          <pc:docMk/>
          <pc:sldMk cId="3919311891" sldId="273"/>
        </pc:sldMkLst>
        <pc:spChg chg="mod">
          <ac:chgData name="MADNEETA SINGH" userId="ba487e41d220043c" providerId="LiveId" clId="{DE2D5D9D-8A41-4258-B1F1-14A1E37499BE}" dt="2022-12-26T10:53:41.316" v="262" actId="113"/>
          <ac:spMkLst>
            <pc:docMk/>
            <pc:sldMk cId="3919311891" sldId="273"/>
            <ac:spMk id="7" creationId="{00000000-0000-0000-0000-000000000000}"/>
          </ac:spMkLst>
        </pc:spChg>
      </pc:sldChg>
      <pc:sldChg chg="modSp mod">
        <pc:chgData name="MADNEETA SINGH" userId="ba487e41d220043c" providerId="LiveId" clId="{DE2D5D9D-8A41-4258-B1F1-14A1E37499BE}" dt="2022-12-26T10:53:29.661" v="258" actId="113"/>
        <pc:sldMkLst>
          <pc:docMk/>
          <pc:sldMk cId="3919311891" sldId="274"/>
        </pc:sldMkLst>
        <pc:spChg chg="mod">
          <ac:chgData name="MADNEETA SINGH" userId="ba487e41d220043c" providerId="LiveId" clId="{DE2D5D9D-8A41-4258-B1F1-14A1E37499BE}" dt="2022-12-26T10:53:29.661" v="258" actId="113"/>
          <ac:spMkLst>
            <pc:docMk/>
            <pc:sldMk cId="3919311891" sldId="274"/>
            <ac:spMk id="7" creationId="{00000000-0000-0000-0000-000000000000}"/>
          </ac:spMkLst>
        </pc:spChg>
      </pc:sldChg>
      <pc:sldChg chg="modSp mod">
        <pc:chgData name="MADNEETA SINGH" userId="ba487e41d220043c" providerId="LiveId" clId="{DE2D5D9D-8A41-4258-B1F1-14A1E37499BE}" dt="2022-12-26T10:53:19.992" v="255" actId="113"/>
        <pc:sldMkLst>
          <pc:docMk/>
          <pc:sldMk cId="3919311891" sldId="275"/>
        </pc:sldMkLst>
        <pc:spChg chg="mod">
          <ac:chgData name="MADNEETA SINGH" userId="ba487e41d220043c" providerId="LiveId" clId="{DE2D5D9D-8A41-4258-B1F1-14A1E37499BE}" dt="2022-12-26T10:53:19.992" v="255" actId="113"/>
          <ac:spMkLst>
            <pc:docMk/>
            <pc:sldMk cId="3919311891" sldId="275"/>
            <ac:spMk id="7" creationId="{00000000-0000-0000-0000-000000000000}"/>
          </ac:spMkLst>
        </pc:spChg>
      </pc:sldChg>
      <pc:sldChg chg="modSp mod">
        <pc:chgData name="MADNEETA SINGH" userId="ba487e41d220043c" providerId="LiveId" clId="{DE2D5D9D-8A41-4258-B1F1-14A1E37499BE}" dt="2022-12-26T10:52:15.721" v="246" actId="113"/>
        <pc:sldMkLst>
          <pc:docMk/>
          <pc:sldMk cId="3919311891" sldId="276"/>
        </pc:sldMkLst>
        <pc:spChg chg="mod">
          <ac:chgData name="MADNEETA SINGH" userId="ba487e41d220043c" providerId="LiveId" clId="{DE2D5D9D-8A41-4258-B1F1-14A1E37499BE}" dt="2022-12-26T10:52:15.721" v="246" actId="113"/>
          <ac:spMkLst>
            <pc:docMk/>
            <pc:sldMk cId="3919311891" sldId="276"/>
            <ac:spMk id="7" creationId="{00000000-0000-0000-0000-000000000000}"/>
          </ac:spMkLst>
        </pc:spChg>
      </pc:sldChg>
      <pc:sldChg chg="modSp mod">
        <pc:chgData name="MADNEETA SINGH" userId="ba487e41d220043c" providerId="LiveId" clId="{DE2D5D9D-8A41-4258-B1F1-14A1E37499BE}" dt="2022-12-26T10:53:08.681" v="252" actId="113"/>
        <pc:sldMkLst>
          <pc:docMk/>
          <pc:sldMk cId="3919311891" sldId="277"/>
        </pc:sldMkLst>
        <pc:spChg chg="mod">
          <ac:chgData name="MADNEETA SINGH" userId="ba487e41d220043c" providerId="LiveId" clId="{DE2D5D9D-8A41-4258-B1F1-14A1E37499BE}" dt="2022-12-26T10:53:08.681" v="252" actId="113"/>
          <ac:spMkLst>
            <pc:docMk/>
            <pc:sldMk cId="3919311891" sldId="277"/>
            <ac:spMk id="7" creationId="{00000000-0000-0000-0000-000000000000}"/>
          </ac:spMkLst>
        </pc:spChg>
      </pc:sldChg>
      <pc:sldChg chg="modSp mod">
        <pc:chgData name="MADNEETA SINGH" userId="ba487e41d220043c" providerId="LiveId" clId="{DE2D5D9D-8A41-4258-B1F1-14A1E37499BE}" dt="2022-12-26T10:52:36.203" v="249" actId="113"/>
        <pc:sldMkLst>
          <pc:docMk/>
          <pc:sldMk cId="3919311891" sldId="278"/>
        </pc:sldMkLst>
        <pc:spChg chg="mod">
          <ac:chgData name="MADNEETA SINGH" userId="ba487e41d220043c" providerId="LiveId" clId="{DE2D5D9D-8A41-4258-B1F1-14A1E37499BE}" dt="2022-12-26T10:52:36.203" v="249" actId="113"/>
          <ac:spMkLst>
            <pc:docMk/>
            <pc:sldMk cId="3919311891" sldId="278"/>
            <ac:spMk id="7" creationId="{00000000-0000-0000-0000-000000000000}"/>
          </ac:spMkLst>
        </pc:spChg>
      </pc:sldChg>
      <pc:sldChg chg="modSp mod">
        <pc:chgData name="MADNEETA SINGH" userId="ba487e41d220043c" providerId="LiveId" clId="{DE2D5D9D-8A41-4258-B1F1-14A1E37499BE}" dt="2022-12-26T10:56:46.393" v="305" actId="1076"/>
        <pc:sldMkLst>
          <pc:docMk/>
          <pc:sldMk cId="3919311891" sldId="280"/>
        </pc:sldMkLst>
        <pc:spChg chg="mod">
          <ac:chgData name="MADNEETA SINGH" userId="ba487e41d220043c" providerId="LiveId" clId="{DE2D5D9D-8A41-4258-B1F1-14A1E37499BE}" dt="2022-12-21T10:36:50.356" v="73" actId="20577"/>
          <ac:spMkLst>
            <pc:docMk/>
            <pc:sldMk cId="3919311891" sldId="280"/>
            <ac:spMk id="3" creationId="{00000000-0000-0000-0000-000000000000}"/>
          </ac:spMkLst>
        </pc:spChg>
        <pc:spChg chg="mod">
          <ac:chgData name="MADNEETA SINGH" userId="ba487e41d220043c" providerId="LiveId" clId="{DE2D5D9D-8A41-4258-B1F1-14A1E37499BE}" dt="2022-12-26T10:56:46.393" v="305" actId="1076"/>
          <ac:spMkLst>
            <pc:docMk/>
            <pc:sldMk cId="3919311891" sldId="280"/>
            <ac:spMk id="7" creationId="{00000000-0000-0000-0000-000000000000}"/>
          </ac:spMkLst>
        </pc:spChg>
      </pc:sldChg>
      <pc:sldChg chg="modSp mod">
        <pc:chgData name="MADNEETA SINGH" userId="ba487e41d220043c" providerId="LiveId" clId="{DE2D5D9D-8A41-4258-B1F1-14A1E37499BE}" dt="2022-12-26T10:56:22.808" v="298" actId="113"/>
        <pc:sldMkLst>
          <pc:docMk/>
          <pc:sldMk cId="3919311891" sldId="282"/>
        </pc:sldMkLst>
        <pc:spChg chg="mod">
          <ac:chgData name="MADNEETA SINGH" userId="ba487e41d220043c" providerId="LiveId" clId="{DE2D5D9D-8A41-4258-B1F1-14A1E37499BE}" dt="2022-12-26T10:56:22.808" v="298" actId="113"/>
          <ac:spMkLst>
            <pc:docMk/>
            <pc:sldMk cId="3919311891" sldId="282"/>
            <ac:spMk id="7" creationId="{00000000-0000-0000-0000-000000000000}"/>
          </ac:spMkLst>
        </pc:spChg>
      </pc:sldChg>
      <pc:sldChg chg="delSp modSp mod">
        <pc:chgData name="MADNEETA SINGH" userId="ba487e41d220043c" providerId="LiveId" clId="{DE2D5D9D-8A41-4258-B1F1-14A1E37499BE}" dt="2022-12-26T10:55:27.759" v="277" actId="113"/>
        <pc:sldMkLst>
          <pc:docMk/>
          <pc:sldMk cId="3919311891" sldId="283"/>
        </pc:sldMkLst>
        <pc:spChg chg="mod">
          <ac:chgData name="MADNEETA SINGH" userId="ba487e41d220043c" providerId="LiveId" clId="{DE2D5D9D-8A41-4258-B1F1-14A1E37499BE}" dt="2022-12-26T10:55:27.759" v="277" actId="113"/>
          <ac:spMkLst>
            <pc:docMk/>
            <pc:sldMk cId="3919311891" sldId="283"/>
            <ac:spMk id="7" creationId="{00000000-0000-0000-0000-000000000000}"/>
          </ac:spMkLst>
        </pc:spChg>
        <pc:spChg chg="mod">
          <ac:chgData name="MADNEETA SINGH" userId="ba487e41d220043c" providerId="LiveId" clId="{DE2D5D9D-8A41-4258-B1F1-14A1E37499BE}" dt="2022-12-21T10:31:36.405" v="15" actId="1076"/>
          <ac:spMkLst>
            <pc:docMk/>
            <pc:sldMk cId="3919311891" sldId="283"/>
            <ac:spMk id="30" creationId="{00000000-0000-0000-0000-000000000000}"/>
          </ac:spMkLst>
        </pc:spChg>
        <pc:spChg chg="mod">
          <ac:chgData name="MADNEETA SINGH" userId="ba487e41d220043c" providerId="LiveId" clId="{DE2D5D9D-8A41-4258-B1F1-14A1E37499BE}" dt="2022-12-21T10:31:42.194" v="16" actId="1076"/>
          <ac:spMkLst>
            <pc:docMk/>
            <pc:sldMk cId="3919311891" sldId="283"/>
            <ac:spMk id="31" creationId="{00000000-0000-0000-0000-000000000000}"/>
          </ac:spMkLst>
        </pc:spChg>
        <pc:spChg chg="mod">
          <ac:chgData name="MADNEETA SINGH" userId="ba487e41d220043c" providerId="LiveId" clId="{DE2D5D9D-8A41-4258-B1F1-14A1E37499BE}" dt="2022-12-21T10:32:36.724" v="30" actId="14100"/>
          <ac:spMkLst>
            <pc:docMk/>
            <pc:sldMk cId="3919311891" sldId="283"/>
            <ac:spMk id="32" creationId="{00000000-0000-0000-0000-000000000000}"/>
          </ac:spMkLst>
        </pc:spChg>
        <pc:spChg chg="mod">
          <ac:chgData name="MADNEETA SINGH" userId="ba487e41d220043c" providerId="LiveId" clId="{DE2D5D9D-8A41-4258-B1F1-14A1E37499BE}" dt="2022-12-21T10:32:31.725" v="29" actId="14100"/>
          <ac:spMkLst>
            <pc:docMk/>
            <pc:sldMk cId="3919311891" sldId="283"/>
            <ac:spMk id="33" creationId="{00000000-0000-0000-0000-000000000000}"/>
          </ac:spMkLst>
        </pc:spChg>
        <pc:spChg chg="mod">
          <ac:chgData name="MADNEETA SINGH" userId="ba487e41d220043c" providerId="LiveId" clId="{DE2D5D9D-8A41-4258-B1F1-14A1E37499BE}" dt="2022-12-21T10:33:23.815" v="42" actId="14100"/>
          <ac:spMkLst>
            <pc:docMk/>
            <pc:sldMk cId="3919311891" sldId="283"/>
            <ac:spMk id="34" creationId="{00000000-0000-0000-0000-000000000000}"/>
          </ac:spMkLst>
        </pc:spChg>
        <pc:spChg chg="mod">
          <ac:chgData name="MADNEETA SINGH" userId="ba487e41d220043c" providerId="LiveId" clId="{DE2D5D9D-8A41-4258-B1F1-14A1E37499BE}" dt="2022-12-21T10:33:14.674" v="40" actId="14100"/>
          <ac:spMkLst>
            <pc:docMk/>
            <pc:sldMk cId="3919311891" sldId="283"/>
            <ac:spMk id="35" creationId="{00000000-0000-0000-0000-000000000000}"/>
          </ac:spMkLst>
        </pc:spChg>
        <pc:spChg chg="mod">
          <ac:chgData name="MADNEETA SINGH" userId="ba487e41d220043c" providerId="LiveId" clId="{DE2D5D9D-8A41-4258-B1F1-14A1E37499BE}" dt="2022-12-21T10:35:12.437" v="58" actId="14100"/>
          <ac:spMkLst>
            <pc:docMk/>
            <pc:sldMk cId="3919311891" sldId="283"/>
            <ac:spMk id="36" creationId="{00000000-0000-0000-0000-000000000000}"/>
          </ac:spMkLst>
        </pc:spChg>
        <pc:spChg chg="mod">
          <ac:chgData name="MADNEETA SINGH" userId="ba487e41d220043c" providerId="LiveId" clId="{DE2D5D9D-8A41-4258-B1F1-14A1E37499BE}" dt="2022-12-21T10:35:02.515" v="56" actId="20577"/>
          <ac:spMkLst>
            <pc:docMk/>
            <pc:sldMk cId="3919311891" sldId="283"/>
            <ac:spMk id="37" creationId="{00000000-0000-0000-0000-000000000000}"/>
          </ac:spMkLst>
        </pc:spChg>
        <pc:spChg chg="mod">
          <ac:chgData name="MADNEETA SINGH" userId="ba487e41d220043c" providerId="LiveId" clId="{DE2D5D9D-8A41-4258-B1F1-14A1E37499BE}" dt="2022-12-21T10:36:15.835" v="72" actId="1076"/>
          <ac:spMkLst>
            <pc:docMk/>
            <pc:sldMk cId="3919311891" sldId="283"/>
            <ac:spMk id="39" creationId="{00000000-0000-0000-0000-000000000000}"/>
          </ac:spMkLst>
        </pc:spChg>
        <pc:spChg chg="mod">
          <ac:chgData name="MADNEETA SINGH" userId="ba487e41d220043c" providerId="LiveId" clId="{DE2D5D9D-8A41-4258-B1F1-14A1E37499BE}" dt="2022-12-21T10:35:31.215" v="59" actId="1076"/>
          <ac:spMkLst>
            <pc:docMk/>
            <pc:sldMk cId="3919311891" sldId="283"/>
            <ac:spMk id="43" creationId="{00000000-0000-0000-0000-000000000000}"/>
          </ac:spMkLst>
        </pc:spChg>
        <pc:spChg chg="del">
          <ac:chgData name="MADNEETA SINGH" userId="ba487e41d220043c" providerId="LiveId" clId="{DE2D5D9D-8A41-4258-B1F1-14A1E37499BE}" dt="2022-12-21T10:35:43.585" v="61" actId="478"/>
          <ac:spMkLst>
            <pc:docMk/>
            <pc:sldMk cId="3919311891" sldId="283"/>
            <ac:spMk id="44" creationId="{00000000-0000-0000-0000-000000000000}"/>
          </ac:spMkLst>
        </pc:spChg>
        <pc:spChg chg="del mod">
          <ac:chgData name="MADNEETA SINGH" userId="ba487e41d220043c" providerId="LiveId" clId="{DE2D5D9D-8A41-4258-B1F1-14A1E37499BE}" dt="2022-12-21T10:35:51.785" v="65" actId="478"/>
          <ac:spMkLst>
            <pc:docMk/>
            <pc:sldMk cId="3919311891" sldId="283"/>
            <ac:spMk id="45" creationId="{00000000-0000-0000-0000-000000000000}"/>
          </ac:spMkLst>
        </pc:spChg>
        <pc:spChg chg="mod">
          <ac:chgData name="MADNEETA SINGH" userId="ba487e41d220043c" providerId="LiveId" clId="{DE2D5D9D-8A41-4258-B1F1-14A1E37499BE}" dt="2022-12-21T10:35:35.865" v="60" actId="1076"/>
          <ac:spMkLst>
            <pc:docMk/>
            <pc:sldMk cId="3919311891" sldId="283"/>
            <ac:spMk id="46" creationId="{00000000-0000-0000-0000-000000000000}"/>
          </ac:spMkLst>
        </pc:spChg>
        <pc:spChg chg="mod">
          <ac:chgData name="MADNEETA SINGH" userId="ba487e41d220043c" providerId="LiveId" clId="{DE2D5D9D-8A41-4258-B1F1-14A1E37499BE}" dt="2022-12-21T10:36:07.455" v="70" actId="1076"/>
          <ac:spMkLst>
            <pc:docMk/>
            <pc:sldMk cId="3919311891" sldId="283"/>
            <ac:spMk id="47" creationId="{00000000-0000-0000-0000-000000000000}"/>
          </ac:spMkLst>
        </pc:spChg>
        <pc:spChg chg="del mod">
          <ac:chgData name="MADNEETA SINGH" userId="ba487e41d220043c" providerId="LiveId" clId="{DE2D5D9D-8A41-4258-B1F1-14A1E37499BE}" dt="2022-12-21T10:35:49.315" v="63" actId="478"/>
          <ac:spMkLst>
            <pc:docMk/>
            <pc:sldMk cId="3919311891" sldId="283"/>
            <ac:spMk id="48" creationId="{00000000-0000-0000-0000-000000000000}"/>
          </ac:spMkLst>
        </pc:spChg>
      </pc:sldChg>
      <pc:sldChg chg="modSp mod">
        <pc:chgData name="MADNEETA SINGH" userId="ba487e41d220043c" providerId="LiveId" clId="{DE2D5D9D-8A41-4258-B1F1-14A1E37499BE}" dt="2022-12-26T10:56:55.309" v="309" actId="1076"/>
        <pc:sldMkLst>
          <pc:docMk/>
          <pc:sldMk cId="3919311891" sldId="289"/>
        </pc:sldMkLst>
        <pc:spChg chg="mod">
          <ac:chgData name="MADNEETA SINGH" userId="ba487e41d220043c" providerId="LiveId" clId="{DE2D5D9D-8A41-4258-B1F1-14A1E37499BE}" dt="2022-12-26T10:56:55.309" v="309" actId="1076"/>
          <ac:spMkLst>
            <pc:docMk/>
            <pc:sldMk cId="3919311891" sldId="289"/>
            <ac:spMk id="7" creationId="{00000000-0000-0000-0000-000000000000}"/>
          </ac:spMkLst>
        </pc:spChg>
      </pc:sldChg>
      <pc:sldChg chg="modSp mod">
        <pc:chgData name="MADNEETA SINGH" userId="ba487e41d220043c" providerId="LiveId" clId="{DE2D5D9D-8A41-4258-B1F1-14A1E37499BE}" dt="2022-12-26T11:16:46.626" v="502" actId="113"/>
        <pc:sldMkLst>
          <pc:docMk/>
          <pc:sldMk cId="3919311891" sldId="291"/>
        </pc:sldMkLst>
        <pc:spChg chg="mod">
          <ac:chgData name="MADNEETA SINGH" userId="ba487e41d220043c" providerId="LiveId" clId="{DE2D5D9D-8A41-4258-B1F1-14A1E37499BE}" dt="2022-12-24T10:21:18.515" v="128" actId="2711"/>
          <ac:spMkLst>
            <pc:docMk/>
            <pc:sldMk cId="3919311891" sldId="291"/>
            <ac:spMk id="2" creationId="{00000000-0000-0000-0000-000000000000}"/>
          </ac:spMkLst>
        </pc:spChg>
        <pc:spChg chg="mod">
          <ac:chgData name="MADNEETA SINGH" userId="ba487e41d220043c" providerId="LiveId" clId="{DE2D5D9D-8A41-4258-B1F1-14A1E37499BE}" dt="2022-12-24T10:21:18.515" v="128" actId="2711"/>
          <ac:spMkLst>
            <pc:docMk/>
            <pc:sldMk cId="3919311891" sldId="291"/>
            <ac:spMk id="3" creationId="{00000000-0000-0000-0000-000000000000}"/>
          </ac:spMkLst>
        </pc:spChg>
        <pc:spChg chg="mod">
          <ac:chgData name="MADNEETA SINGH" userId="ba487e41d220043c" providerId="LiveId" clId="{DE2D5D9D-8A41-4258-B1F1-14A1E37499BE}" dt="2022-12-24T10:21:18.515" v="128" actId="2711"/>
          <ac:spMkLst>
            <pc:docMk/>
            <pc:sldMk cId="3919311891" sldId="291"/>
            <ac:spMk id="6" creationId="{00000000-0000-0000-0000-000000000000}"/>
          </ac:spMkLst>
        </pc:spChg>
        <pc:spChg chg="mod">
          <ac:chgData name="MADNEETA SINGH" userId="ba487e41d220043c" providerId="LiveId" clId="{DE2D5D9D-8A41-4258-B1F1-14A1E37499BE}" dt="2022-12-26T11:16:46.626" v="502" actId="113"/>
          <ac:spMkLst>
            <pc:docMk/>
            <pc:sldMk cId="3919311891" sldId="291"/>
            <ac:spMk id="7" creationId="{00000000-0000-0000-0000-000000000000}"/>
          </ac:spMkLst>
        </pc:spChg>
        <pc:spChg chg="mod">
          <ac:chgData name="MADNEETA SINGH" userId="ba487e41d220043c" providerId="LiveId" clId="{DE2D5D9D-8A41-4258-B1F1-14A1E37499BE}" dt="2022-12-24T10:21:18.515" v="128" actId="2711"/>
          <ac:spMkLst>
            <pc:docMk/>
            <pc:sldMk cId="3919311891" sldId="291"/>
            <ac:spMk id="9" creationId="{00000000-0000-0000-0000-000000000000}"/>
          </ac:spMkLst>
        </pc:spChg>
      </pc:sldChg>
      <pc:sldChg chg="modSp mod">
        <pc:chgData name="MADNEETA SINGH" userId="ba487e41d220043c" providerId="LiveId" clId="{DE2D5D9D-8A41-4258-B1F1-14A1E37499BE}" dt="2022-12-26T11:16:56.397" v="506" actId="113"/>
        <pc:sldMkLst>
          <pc:docMk/>
          <pc:sldMk cId="3919311891" sldId="292"/>
        </pc:sldMkLst>
        <pc:spChg chg="mod">
          <ac:chgData name="MADNEETA SINGH" userId="ba487e41d220043c" providerId="LiveId" clId="{DE2D5D9D-8A41-4258-B1F1-14A1E37499BE}" dt="2022-12-24T10:21:24.546" v="129" actId="2711"/>
          <ac:spMkLst>
            <pc:docMk/>
            <pc:sldMk cId="3919311891" sldId="292"/>
            <ac:spMk id="2" creationId="{00000000-0000-0000-0000-000000000000}"/>
          </ac:spMkLst>
        </pc:spChg>
        <pc:spChg chg="mod">
          <ac:chgData name="MADNEETA SINGH" userId="ba487e41d220043c" providerId="LiveId" clId="{DE2D5D9D-8A41-4258-B1F1-14A1E37499BE}" dt="2022-12-24T10:21:24.546" v="129" actId="2711"/>
          <ac:spMkLst>
            <pc:docMk/>
            <pc:sldMk cId="3919311891" sldId="292"/>
            <ac:spMk id="3" creationId="{00000000-0000-0000-0000-000000000000}"/>
          </ac:spMkLst>
        </pc:spChg>
        <pc:spChg chg="mod">
          <ac:chgData name="MADNEETA SINGH" userId="ba487e41d220043c" providerId="LiveId" clId="{DE2D5D9D-8A41-4258-B1F1-14A1E37499BE}" dt="2022-12-24T10:21:24.546" v="129" actId="2711"/>
          <ac:spMkLst>
            <pc:docMk/>
            <pc:sldMk cId="3919311891" sldId="292"/>
            <ac:spMk id="6" creationId="{00000000-0000-0000-0000-000000000000}"/>
          </ac:spMkLst>
        </pc:spChg>
        <pc:spChg chg="mod">
          <ac:chgData name="MADNEETA SINGH" userId="ba487e41d220043c" providerId="LiveId" clId="{DE2D5D9D-8A41-4258-B1F1-14A1E37499BE}" dt="2022-12-26T11:16:56.397" v="506" actId="113"/>
          <ac:spMkLst>
            <pc:docMk/>
            <pc:sldMk cId="3919311891" sldId="292"/>
            <ac:spMk id="7" creationId="{00000000-0000-0000-0000-000000000000}"/>
          </ac:spMkLst>
        </pc:spChg>
        <pc:spChg chg="mod">
          <ac:chgData name="MADNEETA SINGH" userId="ba487e41d220043c" providerId="LiveId" clId="{DE2D5D9D-8A41-4258-B1F1-14A1E37499BE}" dt="2022-12-24T10:21:24.546" v="129" actId="2711"/>
          <ac:spMkLst>
            <pc:docMk/>
            <pc:sldMk cId="3919311891" sldId="292"/>
            <ac:spMk id="9" creationId="{00000000-0000-0000-0000-000000000000}"/>
          </ac:spMkLst>
        </pc:spChg>
      </pc:sldChg>
      <pc:sldChg chg="modSp mod">
        <pc:chgData name="MADNEETA SINGH" userId="ba487e41d220043c" providerId="LiveId" clId="{DE2D5D9D-8A41-4258-B1F1-14A1E37499BE}" dt="2022-12-26T11:17:10.857" v="510" actId="113"/>
        <pc:sldMkLst>
          <pc:docMk/>
          <pc:sldMk cId="3919311891" sldId="293"/>
        </pc:sldMkLst>
        <pc:spChg chg="mod">
          <ac:chgData name="MADNEETA SINGH" userId="ba487e41d220043c" providerId="LiveId" clId="{DE2D5D9D-8A41-4258-B1F1-14A1E37499BE}" dt="2022-12-24T10:21:29.540" v="130" actId="2711"/>
          <ac:spMkLst>
            <pc:docMk/>
            <pc:sldMk cId="3919311891" sldId="293"/>
            <ac:spMk id="2" creationId="{00000000-0000-0000-0000-000000000000}"/>
          </ac:spMkLst>
        </pc:spChg>
        <pc:spChg chg="mod">
          <ac:chgData name="MADNEETA SINGH" userId="ba487e41d220043c" providerId="LiveId" clId="{DE2D5D9D-8A41-4258-B1F1-14A1E37499BE}" dt="2022-12-24T10:21:29.540" v="130" actId="2711"/>
          <ac:spMkLst>
            <pc:docMk/>
            <pc:sldMk cId="3919311891" sldId="293"/>
            <ac:spMk id="3" creationId="{00000000-0000-0000-0000-000000000000}"/>
          </ac:spMkLst>
        </pc:spChg>
        <pc:spChg chg="mod">
          <ac:chgData name="MADNEETA SINGH" userId="ba487e41d220043c" providerId="LiveId" clId="{DE2D5D9D-8A41-4258-B1F1-14A1E37499BE}" dt="2022-12-24T10:21:29.540" v="130" actId="2711"/>
          <ac:spMkLst>
            <pc:docMk/>
            <pc:sldMk cId="3919311891" sldId="293"/>
            <ac:spMk id="6" creationId="{00000000-0000-0000-0000-000000000000}"/>
          </ac:spMkLst>
        </pc:spChg>
        <pc:spChg chg="mod">
          <ac:chgData name="MADNEETA SINGH" userId="ba487e41d220043c" providerId="LiveId" clId="{DE2D5D9D-8A41-4258-B1F1-14A1E37499BE}" dt="2022-12-26T11:17:10.857" v="510" actId="113"/>
          <ac:spMkLst>
            <pc:docMk/>
            <pc:sldMk cId="3919311891" sldId="293"/>
            <ac:spMk id="7" creationId="{00000000-0000-0000-0000-000000000000}"/>
          </ac:spMkLst>
        </pc:spChg>
        <pc:spChg chg="mod">
          <ac:chgData name="MADNEETA SINGH" userId="ba487e41d220043c" providerId="LiveId" clId="{DE2D5D9D-8A41-4258-B1F1-14A1E37499BE}" dt="2022-12-24T10:21:29.540" v="130" actId="2711"/>
          <ac:spMkLst>
            <pc:docMk/>
            <pc:sldMk cId="3919311891" sldId="293"/>
            <ac:spMk id="9" creationId="{00000000-0000-0000-0000-000000000000}"/>
          </ac:spMkLst>
        </pc:spChg>
      </pc:sldChg>
      <pc:sldChg chg="modSp mod">
        <pc:chgData name="MADNEETA SINGH" userId="ba487e41d220043c" providerId="LiveId" clId="{DE2D5D9D-8A41-4258-B1F1-14A1E37499BE}" dt="2022-12-26T11:17:33.068" v="514" actId="1076"/>
        <pc:sldMkLst>
          <pc:docMk/>
          <pc:sldMk cId="3919311891" sldId="294"/>
        </pc:sldMkLst>
        <pc:spChg chg="mod">
          <ac:chgData name="MADNEETA SINGH" userId="ba487e41d220043c" providerId="LiveId" clId="{DE2D5D9D-8A41-4258-B1F1-14A1E37499BE}" dt="2022-12-24T10:21:57.865" v="146" actId="2711"/>
          <ac:spMkLst>
            <pc:docMk/>
            <pc:sldMk cId="3919311891" sldId="294"/>
            <ac:spMk id="2" creationId="{00000000-0000-0000-0000-000000000000}"/>
          </ac:spMkLst>
        </pc:spChg>
        <pc:spChg chg="mod">
          <ac:chgData name="MADNEETA SINGH" userId="ba487e41d220043c" providerId="LiveId" clId="{DE2D5D9D-8A41-4258-B1F1-14A1E37499BE}" dt="2022-12-24T10:22:08.565" v="153" actId="20577"/>
          <ac:spMkLst>
            <pc:docMk/>
            <pc:sldMk cId="3919311891" sldId="294"/>
            <ac:spMk id="3" creationId="{00000000-0000-0000-0000-000000000000}"/>
          </ac:spMkLst>
        </pc:spChg>
        <pc:spChg chg="mod">
          <ac:chgData name="MADNEETA SINGH" userId="ba487e41d220043c" providerId="LiveId" clId="{DE2D5D9D-8A41-4258-B1F1-14A1E37499BE}" dt="2022-12-24T10:21:57.865" v="146" actId="2711"/>
          <ac:spMkLst>
            <pc:docMk/>
            <pc:sldMk cId="3919311891" sldId="294"/>
            <ac:spMk id="6" creationId="{00000000-0000-0000-0000-000000000000}"/>
          </ac:spMkLst>
        </pc:spChg>
        <pc:spChg chg="mod">
          <ac:chgData name="MADNEETA SINGH" userId="ba487e41d220043c" providerId="LiveId" clId="{DE2D5D9D-8A41-4258-B1F1-14A1E37499BE}" dt="2022-12-26T11:17:33.068" v="514" actId="1076"/>
          <ac:spMkLst>
            <pc:docMk/>
            <pc:sldMk cId="3919311891" sldId="294"/>
            <ac:spMk id="7" creationId="{00000000-0000-0000-0000-000000000000}"/>
          </ac:spMkLst>
        </pc:spChg>
        <pc:spChg chg="mod">
          <ac:chgData name="MADNEETA SINGH" userId="ba487e41d220043c" providerId="LiveId" clId="{DE2D5D9D-8A41-4258-B1F1-14A1E37499BE}" dt="2022-12-24T10:21:57.865" v="146" actId="2711"/>
          <ac:spMkLst>
            <pc:docMk/>
            <pc:sldMk cId="3919311891" sldId="294"/>
            <ac:spMk id="9" creationId="{00000000-0000-0000-0000-000000000000}"/>
          </ac:spMkLst>
        </pc:spChg>
      </pc:sldChg>
      <pc:sldChg chg="addSp modSp mod">
        <pc:chgData name="MADNEETA SINGH" userId="ba487e41d220043c" providerId="LiveId" clId="{DE2D5D9D-8A41-4258-B1F1-14A1E37499BE}" dt="2022-12-26T11:17:37.149" v="515"/>
        <pc:sldMkLst>
          <pc:docMk/>
          <pc:sldMk cId="3919311891" sldId="295"/>
        </pc:sldMkLst>
        <pc:spChg chg="mod">
          <ac:chgData name="MADNEETA SINGH" userId="ba487e41d220043c" providerId="LiveId" clId="{DE2D5D9D-8A41-4258-B1F1-14A1E37499BE}" dt="2022-12-24T10:22:19.805" v="154" actId="2711"/>
          <ac:spMkLst>
            <pc:docMk/>
            <pc:sldMk cId="3919311891" sldId="295"/>
            <ac:spMk id="2" creationId="{00000000-0000-0000-0000-000000000000}"/>
          </ac:spMkLst>
        </pc:spChg>
        <pc:spChg chg="mod">
          <ac:chgData name="MADNEETA SINGH" userId="ba487e41d220043c" providerId="LiveId" clId="{DE2D5D9D-8A41-4258-B1F1-14A1E37499BE}" dt="2022-12-24T10:22:27.965" v="157" actId="20577"/>
          <ac:spMkLst>
            <pc:docMk/>
            <pc:sldMk cId="3919311891" sldId="295"/>
            <ac:spMk id="3" creationId="{00000000-0000-0000-0000-000000000000}"/>
          </ac:spMkLst>
        </pc:spChg>
        <pc:spChg chg="add mod">
          <ac:chgData name="MADNEETA SINGH" userId="ba487e41d220043c" providerId="LiveId" clId="{DE2D5D9D-8A41-4258-B1F1-14A1E37499BE}" dt="2022-12-26T11:17:37.149" v="515"/>
          <ac:spMkLst>
            <pc:docMk/>
            <pc:sldMk cId="3919311891" sldId="295"/>
            <ac:spMk id="4" creationId="{33045C4E-A651-0061-4FBB-4D9A2009BDCA}"/>
          </ac:spMkLst>
        </pc:spChg>
        <pc:spChg chg="mod">
          <ac:chgData name="MADNEETA SINGH" userId="ba487e41d220043c" providerId="LiveId" clId="{DE2D5D9D-8A41-4258-B1F1-14A1E37499BE}" dt="2022-12-24T10:22:19.805" v="154" actId="2711"/>
          <ac:spMkLst>
            <pc:docMk/>
            <pc:sldMk cId="3919311891" sldId="295"/>
            <ac:spMk id="6" creationId="{00000000-0000-0000-0000-000000000000}"/>
          </ac:spMkLst>
        </pc:spChg>
        <pc:spChg chg="mod">
          <ac:chgData name="MADNEETA SINGH" userId="ba487e41d220043c" providerId="LiveId" clId="{DE2D5D9D-8A41-4258-B1F1-14A1E37499BE}" dt="2022-12-24T10:22:19.805" v="154" actId="2711"/>
          <ac:spMkLst>
            <pc:docMk/>
            <pc:sldMk cId="3919311891" sldId="295"/>
            <ac:spMk id="7" creationId="{00000000-0000-0000-0000-000000000000}"/>
          </ac:spMkLst>
        </pc:spChg>
        <pc:spChg chg="mod">
          <ac:chgData name="MADNEETA SINGH" userId="ba487e41d220043c" providerId="LiveId" clId="{DE2D5D9D-8A41-4258-B1F1-14A1E37499BE}" dt="2022-12-24T10:22:19.805" v="154" actId="2711"/>
          <ac:spMkLst>
            <pc:docMk/>
            <pc:sldMk cId="3919311891" sldId="295"/>
            <ac:spMk id="9" creationId="{00000000-0000-0000-0000-000000000000}"/>
          </ac:spMkLst>
        </pc:spChg>
      </pc:sldChg>
      <pc:sldChg chg="addSp modSp mod">
        <pc:chgData name="MADNEETA SINGH" userId="ba487e41d220043c" providerId="LiveId" clId="{DE2D5D9D-8A41-4258-B1F1-14A1E37499BE}" dt="2022-12-26T11:17:41.508" v="516"/>
        <pc:sldMkLst>
          <pc:docMk/>
          <pc:sldMk cId="3919311891" sldId="296"/>
        </pc:sldMkLst>
        <pc:spChg chg="mod">
          <ac:chgData name="MADNEETA SINGH" userId="ba487e41d220043c" providerId="LiveId" clId="{DE2D5D9D-8A41-4258-B1F1-14A1E37499BE}" dt="2022-12-24T10:22:35.888" v="158" actId="2711"/>
          <ac:spMkLst>
            <pc:docMk/>
            <pc:sldMk cId="3919311891" sldId="296"/>
            <ac:spMk id="2" creationId="{00000000-0000-0000-0000-000000000000}"/>
          </ac:spMkLst>
        </pc:spChg>
        <pc:spChg chg="mod">
          <ac:chgData name="MADNEETA SINGH" userId="ba487e41d220043c" providerId="LiveId" clId="{DE2D5D9D-8A41-4258-B1F1-14A1E37499BE}" dt="2022-12-24T10:22:35.888" v="158" actId="2711"/>
          <ac:spMkLst>
            <pc:docMk/>
            <pc:sldMk cId="3919311891" sldId="296"/>
            <ac:spMk id="3" creationId="{00000000-0000-0000-0000-000000000000}"/>
          </ac:spMkLst>
        </pc:spChg>
        <pc:spChg chg="add mod">
          <ac:chgData name="MADNEETA SINGH" userId="ba487e41d220043c" providerId="LiveId" clId="{DE2D5D9D-8A41-4258-B1F1-14A1E37499BE}" dt="2022-12-26T11:17:41.508" v="516"/>
          <ac:spMkLst>
            <pc:docMk/>
            <pc:sldMk cId="3919311891" sldId="296"/>
            <ac:spMk id="4" creationId="{525D18E6-BDB9-3D36-51A7-76368F6C378E}"/>
          </ac:spMkLst>
        </pc:spChg>
        <pc:spChg chg="mod">
          <ac:chgData name="MADNEETA SINGH" userId="ba487e41d220043c" providerId="LiveId" clId="{DE2D5D9D-8A41-4258-B1F1-14A1E37499BE}" dt="2022-12-24T10:22:35.888" v="158" actId="2711"/>
          <ac:spMkLst>
            <pc:docMk/>
            <pc:sldMk cId="3919311891" sldId="296"/>
            <ac:spMk id="6" creationId="{00000000-0000-0000-0000-000000000000}"/>
          </ac:spMkLst>
        </pc:spChg>
        <pc:spChg chg="mod">
          <ac:chgData name="MADNEETA SINGH" userId="ba487e41d220043c" providerId="LiveId" clId="{DE2D5D9D-8A41-4258-B1F1-14A1E37499BE}" dt="2022-12-24T10:22:35.888" v="158" actId="2711"/>
          <ac:spMkLst>
            <pc:docMk/>
            <pc:sldMk cId="3919311891" sldId="296"/>
            <ac:spMk id="7" creationId="{00000000-0000-0000-0000-000000000000}"/>
          </ac:spMkLst>
        </pc:spChg>
        <pc:spChg chg="mod">
          <ac:chgData name="MADNEETA SINGH" userId="ba487e41d220043c" providerId="LiveId" clId="{DE2D5D9D-8A41-4258-B1F1-14A1E37499BE}" dt="2022-12-24T10:22:35.888" v="158" actId="2711"/>
          <ac:spMkLst>
            <pc:docMk/>
            <pc:sldMk cId="3919311891" sldId="296"/>
            <ac:spMk id="9" creationId="{00000000-0000-0000-0000-000000000000}"/>
          </ac:spMkLst>
        </pc:spChg>
      </pc:sldChg>
      <pc:sldChg chg="addSp modSp mod">
        <pc:chgData name="MADNEETA SINGH" userId="ba487e41d220043c" providerId="LiveId" clId="{DE2D5D9D-8A41-4258-B1F1-14A1E37499BE}" dt="2022-12-26T11:17:46.611" v="519" actId="1035"/>
        <pc:sldMkLst>
          <pc:docMk/>
          <pc:sldMk cId="3919311891" sldId="297"/>
        </pc:sldMkLst>
        <pc:spChg chg="mod">
          <ac:chgData name="MADNEETA SINGH" userId="ba487e41d220043c" providerId="LiveId" clId="{DE2D5D9D-8A41-4258-B1F1-14A1E37499BE}" dt="2022-12-24T10:22:43.695" v="159" actId="2711"/>
          <ac:spMkLst>
            <pc:docMk/>
            <pc:sldMk cId="3919311891" sldId="297"/>
            <ac:spMk id="2" creationId="{00000000-0000-0000-0000-000000000000}"/>
          </ac:spMkLst>
        </pc:spChg>
        <pc:spChg chg="mod">
          <ac:chgData name="MADNEETA SINGH" userId="ba487e41d220043c" providerId="LiveId" clId="{DE2D5D9D-8A41-4258-B1F1-14A1E37499BE}" dt="2022-12-24T10:22:46.060" v="160" actId="20577"/>
          <ac:spMkLst>
            <pc:docMk/>
            <pc:sldMk cId="3919311891" sldId="297"/>
            <ac:spMk id="3" creationId="{00000000-0000-0000-0000-000000000000}"/>
          </ac:spMkLst>
        </pc:spChg>
        <pc:spChg chg="add mod">
          <ac:chgData name="MADNEETA SINGH" userId="ba487e41d220043c" providerId="LiveId" clId="{DE2D5D9D-8A41-4258-B1F1-14A1E37499BE}" dt="2022-12-26T11:17:46.611" v="519" actId="1035"/>
          <ac:spMkLst>
            <pc:docMk/>
            <pc:sldMk cId="3919311891" sldId="297"/>
            <ac:spMk id="4" creationId="{65849B76-FA9F-768B-15CC-F1CD6DE1EBEF}"/>
          </ac:spMkLst>
        </pc:spChg>
        <pc:spChg chg="mod">
          <ac:chgData name="MADNEETA SINGH" userId="ba487e41d220043c" providerId="LiveId" clId="{DE2D5D9D-8A41-4258-B1F1-14A1E37499BE}" dt="2022-12-24T10:22:43.695" v="159" actId="2711"/>
          <ac:spMkLst>
            <pc:docMk/>
            <pc:sldMk cId="3919311891" sldId="297"/>
            <ac:spMk id="6" creationId="{00000000-0000-0000-0000-000000000000}"/>
          </ac:spMkLst>
        </pc:spChg>
        <pc:spChg chg="mod">
          <ac:chgData name="MADNEETA SINGH" userId="ba487e41d220043c" providerId="LiveId" clId="{DE2D5D9D-8A41-4258-B1F1-14A1E37499BE}" dt="2022-12-24T10:22:43.695" v="159" actId="2711"/>
          <ac:spMkLst>
            <pc:docMk/>
            <pc:sldMk cId="3919311891" sldId="297"/>
            <ac:spMk id="7" creationId="{00000000-0000-0000-0000-000000000000}"/>
          </ac:spMkLst>
        </pc:spChg>
        <pc:spChg chg="mod">
          <ac:chgData name="MADNEETA SINGH" userId="ba487e41d220043c" providerId="LiveId" clId="{DE2D5D9D-8A41-4258-B1F1-14A1E37499BE}" dt="2022-12-24T10:22:43.695" v="159" actId="2711"/>
          <ac:spMkLst>
            <pc:docMk/>
            <pc:sldMk cId="3919311891" sldId="297"/>
            <ac:spMk id="9" creationId="{00000000-0000-0000-0000-000000000000}"/>
          </ac:spMkLst>
        </pc:spChg>
      </pc:sldChg>
      <pc:sldChg chg="modSp mod">
        <pc:chgData name="MADNEETA SINGH" userId="ba487e41d220043c" providerId="LiveId" clId="{DE2D5D9D-8A41-4258-B1F1-14A1E37499BE}" dt="2022-12-26T11:18:06.178" v="524" actId="1076"/>
        <pc:sldMkLst>
          <pc:docMk/>
          <pc:sldMk cId="3919311891" sldId="298"/>
        </pc:sldMkLst>
        <pc:spChg chg="mod">
          <ac:chgData name="MADNEETA SINGH" userId="ba487e41d220043c" providerId="LiveId" clId="{DE2D5D9D-8A41-4258-B1F1-14A1E37499BE}" dt="2022-12-26T11:18:06.178" v="524" actId="1076"/>
          <ac:spMkLst>
            <pc:docMk/>
            <pc:sldMk cId="3919311891" sldId="298"/>
            <ac:spMk id="7" creationId="{00000000-0000-0000-0000-000000000000}"/>
          </ac:spMkLst>
        </pc:spChg>
      </pc:sldChg>
      <pc:sldChg chg="addSp modSp">
        <pc:chgData name="MADNEETA SINGH" userId="ba487e41d220043c" providerId="LiveId" clId="{DE2D5D9D-8A41-4258-B1F1-14A1E37499BE}" dt="2022-12-26T11:18:10.356" v="525"/>
        <pc:sldMkLst>
          <pc:docMk/>
          <pc:sldMk cId="3919311891" sldId="299"/>
        </pc:sldMkLst>
        <pc:spChg chg="add mod">
          <ac:chgData name="MADNEETA SINGH" userId="ba487e41d220043c" providerId="LiveId" clId="{DE2D5D9D-8A41-4258-B1F1-14A1E37499BE}" dt="2022-12-26T11:18:10.356" v="525"/>
          <ac:spMkLst>
            <pc:docMk/>
            <pc:sldMk cId="3919311891" sldId="299"/>
            <ac:spMk id="4" creationId="{6F9BF7C5-AE87-FC1E-65D0-11AE772BB01E}"/>
          </ac:spMkLst>
        </pc:spChg>
      </pc:sldChg>
      <pc:sldChg chg="modSp mod">
        <pc:chgData name="MADNEETA SINGH" userId="ba487e41d220043c" providerId="LiveId" clId="{DE2D5D9D-8A41-4258-B1F1-14A1E37499BE}" dt="2022-12-26T11:18:36.655" v="532" actId="1076"/>
        <pc:sldMkLst>
          <pc:docMk/>
          <pc:sldMk cId="3919311891" sldId="300"/>
        </pc:sldMkLst>
        <pc:spChg chg="mod">
          <ac:chgData name="MADNEETA SINGH" userId="ba487e41d220043c" providerId="LiveId" clId="{DE2D5D9D-8A41-4258-B1F1-14A1E37499BE}" dt="2022-12-24T10:22:56.185" v="161" actId="2711"/>
          <ac:spMkLst>
            <pc:docMk/>
            <pc:sldMk cId="3919311891" sldId="300"/>
            <ac:spMk id="2" creationId="{00000000-0000-0000-0000-000000000000}"/>
          </ac:spMkLst>
        </pc:spChg>
        <pc:spChg chg="mod">
          <ac:chgData name="MADNEETA SINGH" userId="ba487e41d220043c" providerId="LiveId" clId="{DE2D5D9D-8A41-4258-B1F1-14A1E37499BE}" dt="2022-12-24T10:22:56.185" v="161" actId="2711"/>
          <ac:spMkLst>
            <pc:docMk/>
            <pc:sldMk cId="3919311891" sldId="300"/>
            <ac:spMk id="3" creationId="{00000000-0000-0000-0000-000000000000}"/>
          </ac:spMkLst>
        </pc:spChg>
        <pc:spChg chg="mod">
          <ac:chgData name="MADNEETA SINGH" userId="ba487e41d220043c" providerId="LiveId" clId="{DE2D5D9D-8A41-4258-B1F1-14A1E37499BE}" dt="2022-12-24T10:22:56.185" v="161" actId="2711"/>
          <ac:spMkLst>
            <pc:docMk/>
            <pc:sldMk cId="3919311891" sldId="300"/>
            <ac:spMk id="6" creationId="{00000000-0000-0000-0000-000000000000}"/>
          </ac:spMkLst>
        </pc:spChg>
        <pc:spChg chg="mod">
          <ac:chgData name="MADNEETA SINGH" userId="ba487e41d220043c" providerId="LiveId" clId="{DE2D5D9D-8A41-4258-B1F1-14A1E37499BE}" dt="2022-12-26T11:18:36.655" v="532" actId="1076"/>
          <ac:spMkLst>
            <pc:docMk/>
            <pc:sldMk cId="3919311891" sldId="300"/>
            <ac:spMk id="7" creationId="{00000000-0000-0000-0000-000000000000}"/>
          </ac:spMkLst>
        </pc:spChg>
        <pc:spChg chg="mod">
          <ac:chgData name="MADNEETA SINGH" userId="ba487e41d220043c" providerId="LiveId" clId="{DE2D5D9D-8A41-4258-B1F1-14A1E37499BE}" dt="2022-12-24T10:22:56.185" v="161" actId="2711"/>
          <ac:spMkLst>
            <pc:docMk/>
            <pc:sldMk cId="3919311891" sldId="300"/>
            <ac:spMk id="9" creationId="{00000000-0000-0000-0000-000000000000}"/>
          </ac:spMkLst>
        </pc:spChg>
      </pc:sldChg>
      <pc:sldChg chg="addSp modSp mod">
        <pc:chgData name="MADNEETA SINGH" userId="ba487e41d220043c" providerId="LiveId" clId="{DE2D5D9D-8A41-4258-B1F1-14A1E37499BE}" dt="2022-12-26T11:18:57.796" v="535" actId="1076"/>
        <pc:sldMkLst>
          <pc:docMk/>
          <pc:sldMk cId="3919311891" sldId="301"/>
        </pc:sldMkLst>
        <pc:spChg chg="mod">
          <ac:chgData name="MADNEETA SINGH" userId="ba487e41d220043c" providerId="LiveId" clId="{DE2D5D9D-8A41-4258-B1F1-14A1E37499BE}" dt="2022-12-24T10:23:01.846" v="162" actId="2711"/>
          <ac:spMkLst>
            <pc:docMk/>
            <pc:sldMk cId="3919311891" sldId="301"/>
            <ac:spMk id="2" creationId="{00000000-0000-0000-0000-000000000000}"/>
          </ac:spMkLst>
        </pc:spChg>
        <pc:spChg chg="mod">
          <ac:chgData name="MADNEETA SINGH" userId="ba487e41d220043c" providerId="LiveId" clId="{DE2D5D9D-8A41-4258-B1F1-14A1E37499BE}" dt="2022-12-24T10:23:01.846" v="162" actId="2711"/>
          <ac:spMkLst>
            <pc:docMk/>
            <pc:sldMk cId="3919311891" sldId="301"/>
            <ac:spMk id="3" creationId="{00000000-0000-0000-0000-000000000000}"/>
          </ac:spMkLst>
        </pc:spChg>
        <pc:spChg chg="add mod">
          <ac:chgData name="MADNEETA SINGH" userId="ba487e41d220043c" providerId="LiveId" clId="{DE2D5D9D-8A41-4258-B1F1-14A1E37499BE}" dt="2022-12-26T11:18:57.796" v="535" actId="1076"/>
          <ac:spMkLst>
            <pc:docMk/>
            <pc:sldMk cId="3919311891" sldId="301"/>
            <ac:spMk id="4" creationId="{C016DAE0-C6B3-EB96-DB37-5C8B6D37D53E}"/>
          </ac:spMkLst>
        </pc:spChg>
        <pc:spChg chg="mod">
          <ac:chgData name="MADNEETA SINGH" userId="ba487e41d220043c" providerId="LiveId" clId="{DE2D5D9D-8A41-4258-B1F1-14A1E37499BE}" dt="2022-12-24T10:23:01.846" v="162" actId="2711"/>
          <ac:spMkLst>
            <pc:docMk/>
            <pc:sldMk cId="3919311891" sldId="301"/>
            <ac:spMk id="6" creationId="{00000000-0000-0000-0000-000000000000}"/>
          </ac:spMkLst>
        </pc:spChg>
        <pc:spChg chg="mod">
          <ac:chgData name="MADNEETA SINGH" userId="ba487e41d220043c" providerId="LiveId" clId="{DE2D5D9D-8A41-4258-B1F1-14A1E37499BE}" dt="2022-12-24T10:23:01.846" v="162" actId="2711"/>
          <ac:spMkLst>
            <pc:docMk/>
            <pc:sldMk cId="3919311891" sldId="301"/>
            <ac:spMk id="7" creationId="{00000000-0000-0000-0000-000000000000}"/>
          </ac:spMkLst>
        </pc:spChg>
        <pc:spChg chg="mod">
          <ac:chgData name="MADNEETA SINGH" userId="ba487e41d220043c" providerId="LiveId" clId="{DE2D5D9D-8A41-4258-B1F1-14A1E37499BE}" dt="2022-12-24T10:23:01.846" v="162" actId="2711"/>
          <ac:spMkLst>
            <pc:docMk/>
            <pc:sldMk cId="3919311891" sldId="301"/>
            <ac:spMk id="9" creationId="{00000000-0000-0000-0000-000000000000}"/>
          </ac:spMkLst>
        </pc:spChg>
      </pc:sldChg>
      <pc:sldChg chg="modSp mod">
        <pc:chgData name="MADNEETA SINGH" userId="ba487e41d220043c" providerId="LiveId" clId="{DE2D5D9D-8A41-4258-B1F1-14A1E37499BE}" dt="2022-12-26T11:19:14.152" v="540" actId="1076"/>
        <pc:sldMkLst>
          <pc:docMk/>
          <pc:sldMk cId="3919311891" sldId="302"/>
        </pc:sldMkLst>
        <pc:spChg chg="mod">
          <ac:chgData name="MADNEETA SINGH" userId="ba487e41d220043c" providerId="LiveId" clId="{DE2D5D9D-8A41-4258-B1F1-14A1E37499BE}" dt="2022-12-24T10:23:07.610" v="163" actId="2711"/>
          <ac:spMkLst>
            <pc:docMk/>
            <pc:sldMk cId="3919311891" sldId="302"/>
            <ac:spMk id="2" creationId="{00000000-0000-0000-0000-000000000000}"/>
          </ac:spMkLst>
        </pc:spChg>
        <pc:spChg chg="mod">
          <ac:chgData name="MADNEETA SINGH" userId="ba487e41d220043c" providerId="LiveId" clId="{DE2D5D9D-8A41-4258-B1F1-14A1E37499BE}" dt="2022-12-24T10:23:07.610" v="163" actId="2711"/>
          <ac:spMkLst>
            <pc:docMk/>
            <pc:sldMk cId="3919311891" sldId="302"/>
            <ac:spMk id="3" creationId="{00000000-0000-0000-0000-000000000000}"/>
          </ac:spMkLst>
        </pc:spChg>
        <pc:spChg chg="mod">
          <ac:chgData name="MADNEETA SINGH" userId="ba487e41d220043c" providerId="LiveId" clId="{DE2D5D9D-8A41-4258-B1F1-14A1E37499BE}" dt="2022-12-24T10:23:07.610" v="163" actId="2711"/>
          <ac:spMkLst>
            <pc:docMk/>
            <pc:sldMk cId="3919311891" sldId="302"/>
            <ac:spMk id="6" creationId="{00000000-0000-0000-0000-000000000000}"/>
          </ac:spMkLst>
        </pc:spChg>
        <pc:spChg chg="mod">
          <ac:chgData name="MADNEETA SINGH" userId="ba487e41d220043c" providerId="LiveId" clId="{DE2D5D9D-8A41-4258-B1F1-14A1E37499BE}" dt="2022-12-26T11:19:14.152" v="540" actId="1076"/>
          <ac:spMkLst>
            <pc:docMk/>
            <pc:sldMk cId="3919311891" sldId="302"/>
            <ac:spMk id="7" creationId="{00000000-0000-0000-0000-000000000000}"/>
          </ac:spMkLst>
        </pc:spChg>
        <pc:spChg chg="mod">
          <ac:chgData name="MADNEETA SINGH" userId="ba487e41d220043c" providerId="LiveId" clId="{DE2D5D9D-8A41-4258-B1F1-14A1E37499BE}" dt="2022-12-24T10:23:07.610" v="163" actId="2711"/>
          <ac:spMkLst>
            <pc:docMk/>
            <pc:sldMk cId="3919311891" sldId="302"/>
            <ac:spMk id="9" creationId="{00000000-0000-0000-0000-000000000000}"/>
          </ac:spMkLst>
        </pc:spChg>
      </pc:sldChg>
      <pc:sldChg chg="addSp modSp mod">
        <pc:chgData name="MADNEETA SINGH" userId="ba487e41d220043c" providerId="LiveId" clId="{DE2D5D9D-8A41-4258-B1F1-14A1E37499BE}" dt="2022-12-26T11:19:25.205" v="542" actId="1076"/>
        <pc:sldMkLst>
          <pc:docMk/>
          <pc:sldMk cId="3919311891" sldId="305"/>
        </pc:sldMkLst>
        <pc:spChg chg="mod">
          <ac:chgData name="MADNEETA SINGH" userId="ba487e41d220043c" providerId="LiveId" clId="{DE2D5D9D-8A41-4258-B1F1-14A1E37499BE}" dt="2022-12-24T10:23:12.675" v="164" actId="2711"/>
          <ac:spMkLst>
            <pc:docMk/>
            <pc:sldMk cId="3919311891" sldId="305"/>
            <ac:spMk id="2" creationId="{00000000-0000-0000-0000-000000000000}"/>
          </ac:spMkLst>
        </pc:spChg>
        <pc:spChg chg="mod">
          <ac:chgData name="MADNEETA SINGH" userId="ba487e41d220043c" providerId="LiveId" clId="{DE2D5D9D-8A41-4258-B1F1-14A1E37499BE}" dt="2022-12-24T10:23:12.675" v="164" actId="2711"/>
          <ac:spMkLst>
            <pc:docMk/>
            <pc:sldMk cId="3919311891" sldId="305"/>
            <ac:spMk id="3" creationId="{00000000-0000-0000-0000-000000000000}"/>
          </ac:spMkLst>
        </pc:spChg>
        <pc:spChg chg="add mod">
          <ac:chgData name="MADNEETA SINGH" userId="ba487e41d220043c" providerId="LiveId" clId="{DE2D5D9D-8A41-4258-B1F1-14A1E37499BE}" dt="2022-12-26T11:19:25.205" v="542" actId="1076"/>
          <ac:spMkLst>
            <pc:docMk/>
            <pc:sldMk cId="3919311891" sldId="305"/>
            <ac:spMk id="4" creationId="{FF23DEE9-48CF-5160-0403-0873EB65B99B}"/>
          </ac:spMkLst>
        </pc:spChg>
        <pc:spChg chg="mod">
          <ac:chgData name="MADNEETA SINGH" userId="ba487e41d220043c" providerId="LiveId" clId="{DE2D5D9D-8A41-4258-B1F1-14A1E37499BE}" dt="2022-12-24T10:23:12.675" v="164" actId="2711"/>
          <ac:spMkLst>
            <pc:docMk/>
            <pc:sldMk cId="3919311891" sldId="305"/>
            <ac:spMk id="6" creationId="{00000000-0000-0000-0000-000000000000}"/>
          </ac:spMkLst>
        </pc:spChg>
        <pc:spChg chg="mod">
          <ac:chgData name="MADNEETA SINGH" userId="ba487e41d220043c" providerId="LiveId" clId="{DE2D5D9D-8A41-4258-B1F1-14A1E37499BE}" dt="2022-12-24T10:23:12.675" v="164" actId="2711"/>
          <ac:spMkLst>
            <pc:docMk/>
            <pc:sldMk cId="3919311891" sldId="305"/>
            <ac:spMk id="7" creationId="{00000000-0000-0000-0000-000000000000}"/>
          </ac:spMkLst>
        </pc:spChg>
        <pc:spChg chg="mod">
          <ac:chgData name="MADNEETA SINGH" userId="ba487e41d220043c" providerId="LiveId" clId="{DE2D5D9D-8A41-4258-B1F1-14A1E37499BE}" dt="2022-12-24T10:23:12.675" v="164" actId="2711"/>
          <ac:spMkLst>
            <pc:docMk/>
            <pc:sldMk cId="3919311891" sldId="305"/>
            <ac:spMk id="9" creationId="{00000000-0000-0000-0000-000000000000}"/>
          </ac:spMkLst>
        </pc:spChg>
      </pc:sldChg>
      <pc:sldChg chg="addSp modSp mod">
        <pc:chgData name="MADNEETA SINGH" userId="ba487e41d220043c" providerId="LiveId" clId="{DE2D5D9D-8A41-4258-B1F1-14A1E37499BE}" dt="2022-12-26T11:18:15.475" v="528" actId="1035"/>
        <pc:sldMkLst>
          <pc:docMk/>
          <pc:sldMk cId="3919311891" sldId="306"/>
        </pc:sldMkLst>
        <pc:spChg chg="add mod">
          <ac:chgData name="MADNEETA SINGH" userId="ba487e41d220043c" providerId="LiveId" clId="{DE2D5D9D-8A41-4258-B1F1-14A1E37499BE}" dt="2022-12-26T11:18:15.475" v="528" actId="1035"/>
          <ac:spMkLst>
            <pc:docMk/>
            <pc:sldMk cId="3919311891" sldId="306"/>
            <ac:spMk id="4" creationId="{FC2B4BB6-D5F4-2AD6-0213-58535C97F9AA}"/>
          </ac:spMkLst>
        </pc:spChg>
      </pc:sldChg>
      <pc:sldChg chg="modSp mod">
        <pc:chgData name="MADNEETA SINGH" userId="ba487e41d220043c" providerId="LiveId" clId="{DE2D5D9D-8A41-4258-B1F1-14A1E37499BE}" dt="2022-12-26T10:49:16.541" v="204" actId="113"/>
        <pc:sldMkLst>
          <pc:docMk/>
          <pc:sldMk cId="0" sldId="308"/>
        </pc:sldMkLst>
        <pc:spChg chg="mod">
          <ac:chgData name="MADNEETA SINGH" userId="ba487e41d220043c" providerId="LiveId" clId="{DE2D5D9D-8A41-4258-B1F1-14A1E37499BE}" dt="2022-12-26T10:49:16.541" v="204" actId="113"/>
          <ac:spMkLst>
            <pc:docMk/>
            <pc:sldMk cId="0" sldId="308"/>
            <ac:spMk id="7" creationId="{00000000-0000-0000-0000-000000000000}"/>
          </ac:spMkLst>
        </pc:spChg>
      </pc:sldChg>
      <pc:sldChg chg="modSp mod">
        <pc:chgData name="MADNEETA SINGH" userId="ba487e41d220043c" providerId="LiveId" clId="{DE2D5D9D-8A41-4258-B1F1-14A1E37499BE}" dt="2022-12-26T10:58:11.107" v="329" actId="1076"/>
        <pc:sldMkLst>
          <pc:docMk/>
          <pc:sldMk cId="3919311891" sldId="309"/>
        </pc:sldMkLst>
        <pc:spChg chg="mod">
          <ac:chgData name="MADNEETA SINGH" userId="ba487e41d220043c" providerId="LiveId" clId="{DE2D5D9D-8A41-4258-B1F1-14A1E37499BE}" dt="2022-12-21T10:37:51.995" v="90" actId="14100"/>
          <ac:spMkLst>
            <pc:docMk/>
            <pc:sldMk cId="3919311891" sldId="309"/>
            <ac:spMk id="3" creationId="{00000000-0000-0000-0000-000000000000}"/>
          </ac:spMkLst>
        </pc:spChg>
        <pc:spChg chg="mod">
          <ac:chgData name="MADNEETA SINGH" userId="ba487e41d220043c" providerId="LiveId" clId="{DE2D5D9D-8A41-4258-B1F1-14A1E37499BE}" dt="2022-12-26T10:58:11.107" v="329" actId="1076"/>
          <ac:spMkLst>
            <pc:docMk/>
            <pc:sldMk cId="3919311891" sldId="309"/>
            <ac:spMk id="7" creationId="{00000000-0000-0000-0000-000000000000}"/>
          </ac:spMkLst>
        </pc:spChg>
      </pc:sldChg>
      <pc:sldChg chg="modSp mod">
        <pc:chgData name="MADNEETA SINGH" userId="ba487e41d220043c" providerId="LiveId" clId="{DE2D5D9D-8A41-4258-B1F1-14A1E37499BE}" dt="2022-12-26T10:58:41.145" v="337" actId="255"/>
        <pc:sldMkLst>
          <pc:docMk/>
          <pc:sldMk cId="3919311891" sldId="310"/>
        </pc:sldMkLst>
        <pc:spChg chg="mod">
          <ac:chgData name="MADNEETA SINGH" userId="ba487e41d220043c" providerId="LiveId" clId="{DE2D5D9D-8A41-4258-B1F1-14A1E37499BE}" dt="2022-12-26T10:58:41.145" v="337" actId="255"/>
          <ac:spMkLst>
            <pc:docMk/>
            <pc:sldMk cId="3919311891" sldId="310"/>
            <ac:spMk id="3" creationId="{00000000-0000-0000-0000-000000000000}"/>
          </ac:spMkLst>
        </pc:spChg>
        <pc:spChg chg="mod">
          <ac:chgData name="MADNEETA SINGH" userId="ba487e41d220043c" providerId="LiveId" clId="{DE2D5D9D-8A41-4258-B1F1-14A1E37499BE}" dt="2022-12-26T10:58:20.150" v="333" actId="2711"/>
          <ac:spMkLst>
            <pc:docMk/>
            <pc:sldMk cId="3919311891" sldId="310"/>
            <ac:spMk id="7" creationId="{00000000-0000-0000-0000-000000000000}"/>
          </ac:spMkLst>
        </pc:spChg>
      </pc:sldChg>
      <pc:sldChg chg="modSp mod">
        <pc:chgData name="MADNEETA SINGH" userId="ba487e41d220043c" providerId="LiveId" clId="{DE2D5D9D-8A41-4258-B1F1-14A1E37499BE}" dt="2022-12-26T10:59:35.749" v="348" actId="1076"/>
        <pc:sldMkLst>
          <pc:docMk/>
          <pc:sldMk cId="3919311891" sldId="311"/>
        </pc:sldMkLst>
        <pc:spChg chg="mod">
          <ac:chgData name="MADNEETA SINGH" userId="ba487e41d220043c" providerId="LiveId" clId="{DE2D5D9D-8A41-4258-B1F1-14A1E37499BE}" dt="2022-12-26T10:59:35.749" v="348" actId="1076"/>
          <ac:spMkLst>
            <pc:docMk/>
            <pc:sldMk cId="3919311891" sldId="311"/>
            <ac:spMk id="7" creationId="{00000000-0000-0000-0000-000000000000}"/>
          </ac:spMkLst>
        </pc:spChg>
      </pc:sldChg>
      <pc:sldChg chg="modSp mod">
        <pc:chgData name="MADNEETA SINGH" userId="ba487e41d220043c" providerId="LiveId" clId="{DE2D5D9D-8A41-4258-B1F1-14A1E37499BE}" dt="2022-12-26T10:59:06.335" v="342" actId="255"/>
        <pc:sldMkLst>
          <pc:docMk/>
          <pc:sldMk cId="3919311891" sldId="312"/>
        </pc:sldMkLst>
        <pc:spChg chg="mod">
          <ac:chgData name="MADNEETA SINGH" userId="ba487e41d220043c" providerId="LiveId" clId="{DE2D5D9D-8A41-4258-B1F1-14A1E37499BE}" dt="2022-12-26T10:59:06.335" v="342" actId="255"/>
          <ac:spMkLst>
            <pc:docMk/>
            <pc:sldMk cId="3919311891" sldId="312"/>
            <ac:spMk id="3" creationId="{00000000-0000-0000-0000-000000000000}"/>
          </ac:spMkLst>
        </pc:spChg>
        <pc:spChg chg="mod">
          <ac:chgData name="MADNEETA SINGH" userId="ba487e41d220043c" providerId="LiveId" clId="{DE2D5D9D-8A41-4258-B1F1-14A1E37499BE}" dt="2022-12-26T10:58:55.644" v="341" actId="113"/>
          <ac:spMkLst>
            <pc:docMk/>
            <pc:sldMk cId="3919311891" sldId="312"/>
            <ac:spMk id="7" creationId="{00000000-0000-0000-0000-000000000000}"/>
          </ac:spMkLst>
        </pc:spChg>
      </pc:sldChg>
      <pc:sldChg chg="modSp mod">
        <pc:chgData name="MADNEETA SINGH" userId="ba487e41d220043c" providerId="LiveId" clId="{DE2D5D9D-8A41-4258-B1F1-14A1E37499BE}" dt="2022-12-26T11:01:47.895" v="391" actId="2711"/>
        <pc:sldMkLst>
          <pc:docMk/>
          <pc:sldMk cId="3919311891" sldId="313"/>
        </pc:sldMkLst>
        <pc:spChg chg="mod">
          <ac:chgData name="MADNEETA SINGH" userId="ba487e41d220043c" providerId="LiveId" clId="{DE2D5D9D-8A41-4258-B1F1-14A1E37499BE}" dt="2022-12-26T11:01:47.895" v="391" actId="2711"/>
          <ac:spMkLst>
            <pc:docMk/>
            <pc:sldMk cId="3919311891" sldId="313"/>
            <ac:spMk id="7" creationId="{00000000-0000-0000-0000-000000000000}"/>
          </ac:spMkLst>
        </pc:spChg>
      </pc:sldChg>
      <pc:sldChg chg="modSp mod">
        <pc:chgData name="MADNEETA SINGH" userId="ba487e41d220043c" providerId="LiveId" clId="{DE2D5D9D-8A41-4258-B1F1-14A1E37499BE}" dt="2022-12-26T11:02:17.141" v="399" actId="113"/>
        <pc:sldMkLst>
          <pc:docMk/>
          <pc:sldMk cId="3919311891" sldId="314"/>
        </pc:sldMkLst>
        <pc:spChg chg="mod">
          <ac:chgData name="MADNEETA SINGH" userId="ba487e41d220043c" providerId="LiveId" clId="{DE2D5D9D-8A41-4258-B1F1-14A1E37499BE}" dt="2022-12-26T11:02:17.141" v="399" actId="113"/>
          <ac:spMkLst>
            <pc:docMk/>
            <pc:sldMk cId="3919311891" sldId="314"/>
            <ac:spMk id="7" creationId="{00000000-0000-0000-0000-000000000000}"/>
          </ac:spMkLst>
        </pc:spChg>
      </pc:sldChg>
      <pc:sldChg chg="modSp mod">
        <pc:chgData name="MADNEETA SINGH" userId="ba487e41d220043c" providerId="LiveId" clId="{DE2D5D9D-8A41-4258-B1F1-14A1E37499BE}" dt="2022-12-26T11:02:33.064" v="404" actId="1076"/>
        <pc:sldMkLst>
          <pc:docMk/>
          <pc:sldMk cId="3919311891" sldId="315"/>
        </pc:sldMkLst>
        <pc:spChg chg="mod">
          <ac:chgData name="MADNEETA SINGH" userId="ba487e41d220043c" providerId="LiveId" clId="{DE2D5D9D-8A41-4258-B1F1-14A1E37499BE}" dt="2022-12-26T11:02:33.064" v="404" actId="1076"/>
          <ac:spMkLst>
            <pc:docMk/>
            <pc:sldMk cId="3919311891" sldId="315"/>
            <ac:spMk id="7" creationId="{00000000-0000-0000-0000-000000000000}"/>
          </ac:spMkLst>
        </pc:spChg>
      </pc:sldChg>
      <pc:sldChg chg="modSp mod">
        <pc:chgData name="MADNEETA SINGH" userId="ba487e41d220043c" providerId="LiveId" clId="{DE2D5D9D-8A41-4258-B1F1-14A1E37499BE}" dt="2022-12-26T11:02:04.569" v="395" actId="113"/>
        <pc:sldMkLst>
          <pc:docMk/>
          <pc:sldMk cId="3919311891" sldId="316"/>
        </pc:sldMkLst>
        <pc:spChg chg="mod">
          <ac:chgData name="MADNEETA SINGH" userId="ba487e41d220043c" providerId="LiveId" clId="{DE2D5D9D-8A41-4258-B1F1-14A1E37499BE}" dt="2022-12-26T11:02:04.569" v="395" actId="113"/>
          <ac:spMkLst>
            <pc:docMk/>
            <pc:sldMk cId="3919311891" sldId="316"/>
            <ac:spMk id="7" creationId="{00000000-0000-0000-0000-000000000000}"/>
          </ac:spMkLst>
        </pc:spChg>
      </pc:sldChg>
      <pc:sldChg chg="modSp mod">
        <pc:chgData name="MADNEETA SINGH" userId="ba487e41d220043c" providerId="LiveId" clId="{DE2D5D9D-8A41-4258-B1F1-14A1E37499BE}" dt="2022-12-26T11:06:30.145" v="459" actId="255"/>
        <pc:sldMkLst>
          <pc:docMk/>
          <pc:sldMk cId="3919311891" sldId="317"/>
        </pc:sldMkLst>
        <pc:spChg chg="mod">
          <ac:chgData name="MADNEETA SINGH" userId="ba487e41d220043c" providerId="LiveId" clId="{DE2D5D9D-8A41-4258-B1F1-14A1E37499BE}" dt="2022-12-26T11:06:30.145" v="459" actId="255"/>
          <ac:spMkLst>
            <pc:docMk/>
            <pc:sldMk cId="3919311891" sldId="317"/>
            <ac:spMk id="3" creationId="{00000000-0000-0000-0000-000000000000}"/>
          </ac:spMkLst>
        </pc:spChg>
        <pc:spChg chg="mod">
          <ac:chgData name="MADNEETA SINGH" userId="ba487e41d220043c" providerId="LiveId" clId="{DE2D5D9D-8A41-4258-B1F1-14A1E37499BE}" dt="2022-12-26T11:05:33.080" v="445" actId="2711"/>
          <ac:spMkLst>
            <pc:docMk/>
            <pc:sldMk cId="3919311891" sldId="317"/>
            <ac:spMk id="7" creationId="{00000000-0000-0000-0000-000000000000}"/>
          </ac:spMkLst>
        </pc:spChg>
      </pc:sldChg>
      <pc:sldChg chg="modSp mod">
        <pc:chgData name="MADNEETA SINGH" userId="ba487e41d220043c" providerId="LiveId" clId="{DE2D5D9D-8A41-4258-B1F1-14A1E37499BE}" dt="2022-12-26T11:14:04.609" v="480" actId="113"/>
        <pc:sldMkLst>
          <pc:docMk/>
          <pc:sldMk cId="3919311891" sldId="318"/>
        </pc:sldMkLst>
        <pc:spChg chg="mod">
          <ac:chgData name="MADNEETA SINGH" userId="ba487e41d220043c" providerId="LiveId" clId="{DE2D5D9D-8A41-4258-B1F1-14A1E37499BE}" dt="2022-12-24T10:20:25.989" v="121" actId="2711"/>
          <ac:spMkLst>
            <pc:docMk/>
            <pc:sldMk cId="3919311891" sldId="318"/>
            <ac:spMk id="2" creationId="{00000000-0000-0000-0000-000000000000}"/>
          </ac:spMkLst>
        </pc:spChg>
        <pc:spChg chg="mod">
          <ac:chgData name="MADNEETA SINGH" userId="ba487e41d220043c" providerId="LiveId" clId="{DE2D5D9D-8A41-4258-B1F1-14A1E37499BE}" dt="2022-12-24T10:20:25.989" v="121" actId="2711"/>
          <ac:spMkLst>
            <pc:docMk/>
            <pc:sldMk cId="3919311891" sldId="318"/>
            <ac:spMk id="3" creationId="{00000000-0000-0000-0000-000000000000}"/>
          </ac:spMkLst>
        </pc:spChg>
        <pc:spChg chg="mod">
          <ac:chgData name="MADNEETA SINGH" userId="ba487e41d220043c" providerId="LiveId" clId="{DE2D5D9D-8A41-4258-B1F1-14A1E37499BE}" dt="2022-12-24T10:20:25.989" v="121" actId="2711"/>
          <ac:spMkLst>
            <pc:docMk/>
            <pc:sldMk cId="3919311891" sldId="318"/>
            <ac:spMk id="6" creationId="{00000000-0000-0000-0000-000000000000}"/>
          </ac:spMkLst>
        </pc:spChg>
        <pc:spChg chg="mod">
          <ac:chgData name="MADNEETA SINGH" userId="ba487e41d220043c" providerId="LiveId" clId="{DE2D5D9D-8A41-4258-B1F1-14A1E37499BE}" dt="2022-12-26T11:14:04.609" v="480" actId="113"/>
          <ac:spMkLst>
            <pc:docMk/>
            <pc:sldMk cId="3919311891" sldId="318"/>
            <ac:spMk id="7" creationId="{00000000-0000-0000-0000-000000000000}"/>
          </ac:spMkLst>
        </pc:spChg>
        <pc:spChg chg="mod">
          <ac:chgData name="MADNEETA SINGH" userId="ba487e41d220043c" providerId="LiveId" clId="{DE2D5D9D-8A41-4258-B1F1-14A1E37499BE}" dt="2022-12-24T10:20:25.989" v="121" actId="2711"/>
          <ac:spMkLst>
            <pc:docMk/>
            <pc:sldMk cId="3919311891" sldId="318"/>
            <ac:spMk id="9" creationId="{00000000-0000-0000-0000-000000000000}"/>
          </ac:spMkLst>
        </pc:spChg>
      </pc:sldChg>
      <pc:sldChg chg="modSp mod">
        <pc:chgData name="MADNEETA SINGH" userId="ba487e41d220043c" providerId="LiveId" clId="{DE2D5D9D-8A41-4258-B1F1-14A1E37499BE}" dt="2022-12-26T11:00:27.884" v="364" actId="2711"/>
        <pc:sldMkLst>
          <pc:docMk/>
          <pc:sldMk cId="3919311891" sldId="319"/>
        </pc:sldMkLst>
        <pc:spChg chg="mod">
          <ac:chgData name="MADNEETA SINGH" userId="ba487e41d220043c" providerId="LiveId" clId="{DE2D5D9D-8A41-4258-B1F1-14A1E37499BE}" dt="2022-12-26T11:00:27.884" v="364" actId="2711"/>
          <ac:spMkLst>
            <pc:docMk/>
            <pc:sldMk cId="3919311891" sldId="319"/>
            <ac:spMk id="7" creationId="{00000000-0000-0000-0000-000000000000}"/>
          </ac:spMkLst>
        </pc:spChg>
      </pc:sldChg>
      <pc:sldChg chg="modSp mod">
        <pc:chgData name="MADNEETA SINGH" userId="ba487e41d220043c" providerId="LiveId" clId="{DE2D5D9D-8A41-4258-B1F1-14A1E37499BE}" dt="2022-12-26T11:00:16.887" v="360" actId="20577"/>
        <pc:sldMkLst>
          <pc:docMk/>
          <pc:sldMk cId="3919311891" sldId="321"/>
        </pc:sldMkLst>
        <pc:spChg chg="mod">
          <ac:chgData name="MADNEETA SINGH" userId="ba487e41d220043c" providerId="LiveId" clId="{DE2D5D9D-8A41-4258-B1F1-14A1E37499BE}" dt="2022-12-26T11:00:16.887" v="360" actId="20577"/>
          <ac:spMkLst>
            <pc:docMk/>
            <pc:sldMk cId="3919311891" sldId="321"/>
            <ac:spMk id="3" creationId="{00000000-0000-0000-0000-000000000000}"/>
          </ac:spMkLst>
        </pc:spChg>
        <pc:spChg chg="mod">
          <ac:chgData name="MADNEETA SINGH" userId="ba487e41d220043c" providerId="LiveId" clId="{DE2D5D9D-8A41-4258-B1F1-14A1E37499BE}" dt="2022-12-26T10:59:47.654" v="352" actId="2711"/>
          <ac:spMkLst>
            <pc:docMk/>
            <pc:sldMk cId="3919311891" sldId="321"/>
            <ac:spMk id="7" creationId="{00000000-0000-0000-0000-000000000000}"/>
          </ac:spMkLst>
        </pc:spChg>
      </pc:sldChg>
      <pc:sldChg chg="addSp modSp mod">
        <pc:chgData name="MADNEETA SINGH" userId="ba487e41d220043c" providerId="LiveId" clId="{DE2D5D9D-8A41-4258-B1F1-14A1E37499BE}" dt="2022-12-26T11:07:46.601" v="474" actId="255"/>
        <pc:sldMkLst>
          <pc:docMk/>
          <pc:sldMk cId="3919311891" sldId="322"/>
        </pc:sldMkLst>
        <pc:spChg chg="mod">
          <ac:chgData name="MADNEETA SINGH" userId="ba487e41d220043c" providerId="LiveId" clId="{DE2D5D9D-8A41-4258-B1F1-14A1E37499BE}" dt="2022-12-24T10:19:00.415" v="119" actId="2711"/>
          <ac:spMkLst>
            <pc:docMk/>
            <pc:sldMk cId="3919311891" sldId="322"/>
            <ac:spMk id="2" creationId="{00000000-0000-0000-0000-000000000000}"/>
          </ac:spMkLst>
        </pc:spChg>
        <pc:spChg chg="mod">
          <ac:chgData name="MADNEETA SINGH" userId="ba487e41d220043c" providerId="LiveId" clId="{DE2D5D9D-8A41-4258-B1F1-14A1E37499BE}" dt="2022-12-26T11:07:46.601" v="474" actId="255"/>
          <ac:spMkLst>
            <pc:docMk/>
            <pc:sldMk cId="3919311891" sldId="322"/>
            <ac:spMk id="3" creationId="{00000000-0000-0000-0000-000000000000}"/>
          </ac:spMkLst>
        </pc:spChg>
        <pc:spChg chg="add mod">
          <ac:chgData name="MADNEETA SINGH" userId="ba487e41d220043c" providerId="LiveId" clId="{DE2D5D9D-8A41-4258-B1F1-14A1E37499BE}" dt="2022-12-26T11:07:17.278" v="471" actId="1076"/>
          <ac:spMkLst>
            <pc:docMk/>
            <pc:sldMk cId="3919311891" sldId="322"/>
            <ac:spMk id="4" creationId="{745ED382-FAD8-85B7-F4B2-EA29A099A001}"/>
          </ac:spMkLst>
        </pc:spChg>
        <pc:spChg chg="mod">
          <ac:chgData name="MADNEETA SINGH" userId="ba487e41d220043c" providerId="LiveId" clId="{DE2D5D9D-8A41-4258-B1F1-14A1E37499BE}" dt="2022-12-24T10:19:00.415" v="119" actId="2711"/>
          <ac:spMkLst>
            <pc:docMk/>
            <pc:sldMk cId="3919311891" sldId="322"/>
            <ac:spMk id="6" creationId="{00000000-0000-0000-0000-000000000000}"/>
          </ac:spMkLst>
        </pc:spChg>
        <pc:spChg chg="mod">
          <ac:chgData name="MADNEETA SINGH" userId="ba487e41d220043c" providerId="LiveId" clId="{DE2D5D9D-8A41-4258-B1F1-14A1E37499BE}" dt="2022-12-26T11:07:11.895" v="469" actId="1076"/>
          <ac:spMkLst>
            <pc:docMk/>
            <pc:sldMk cId="3919311891" sldId="322"/>
            <ac:spMk id="7" creationId="{00000000-0000-0000-0000-000000000000}"/>
          </ac:spMkLst>
        </pc:spChg>
        <pc:spChg chg="mod">
          <ac:chgData name="MADNEETA SINGH" userId="ba487e41d220043c" providerId="LiveId" clId="{DE2D5D9D-8A41-4258-B1F1-14A1E37499BE}" dt="2022-12-24T10:19:00.415" v="119" actId="2711"/>
          <ac:spMkLst>
            <pc:docMk/>
            <pc:sldMk cId="3919311891" sldId="322"/>
            <ac:spMk id="9" creationId="{00000000-0000-0000-0000-000000000000}"/>
          </ac:spMkLst>
        </pc:spChg>
      </pc:sldChg>
      <pc:sldChg chg="addSp modSp mod">
        <pc:chgData name="MADNEETA SINGH" userId="ba487e41d220043c" providerId="LiveId" clId="{DE2D5D9D-8A41-4258-B1F1-14A1E37499BE}" dt="2022-12-26T11:07:32.239" v="473" actId="255"/>
        <pc:sldMkLst>
          <pc:docMk/>
          <pc:sldMk cId="3919311891" sldId="323"/>
        </pc:sldMkLst>
        <pc:spChg chg="mod">
          <ac:chgData name="MADNEETA SINGH" userId="ba487e41d220043c" providerId="LiveId" clId="{DE2D5D9D-8A41-4258-B1F1-14A1E37499BE}" dt="2022-12-24T10:18:39.606" v="118" actId="2711"/>
          <ac:spMkLst>
            <pc:docMk/>
            <pc:sldMk cId="3919311891" sldId="323"/>
            <ac:spMk id="2" creationId="{00000000-0000-0000-0000-000000000000}"/>
          </ac:spMkLst>
        </pc:spChg>
        <pc:spChg chg="mod">
          <ac:chgData name="MADNEETA SINGH" userId="ba487e41d220043c" providerId="LiveId" clId="{DE2D5D9D-8A41-4258-B1F1-14A1E37499BE}" dt="2022-12-26T11:07:32.239" v="473" actId="255"/>
          <ac:spMkLst>
            <pc:docMk/>
            <pc:sldMk cId="3919311891" sldId="323"/>
            <ac:spMk id="3" creationId="{00000000-0000-0000-0000-000000000000}"/>
          </ac:spMkLst>
        </pc:spChg>
        <pc:spChg chg="add mod">
          <ac:chgData name="MADNEETA SINGH" userId="ba487e41d220043c" providerId="LiveId" clId="{DE2D5D9D-8A41-4258-B1F1-14A1E37499BE}" dt="2022-12-26T11:07:07.969" v="468" actId="1076"/>
          <ac:spMkLst>
            <pc:docMk/>
            <pc:sldMk cId="3919311891" sldId="323"/>
            <ac:spMk id="4" creationId="{AA2EDA74-5973-39AB-96ED-05A4C2F30A53}"/>
          </ac:spMkLst>
        </pc:spChg>
        <pc:spChg chg="mod">
          <ac:chgData name="MADNEETA SINGH" userId="ba487e41d220043c" providerId="LiveId" clId="{DE2D5D9D-8A41-4258-B1F1-14A1E37499BE}" dt="2022-12-24T10:18:39.606" v="118" actId="2711"/>
          <ac:spMkLst>
            <pc:docMk/>
            <pc:sldMk cId="3919311891" sldId="323"/>
            <ac:spMk id="6" creationId="{00000000-0000-0000-0000-000000000000}"/>
          </ac:spMkLst>
        </pc:spChg>
        <pc:spChg chg="mod">
          <ac:chgData name="MADNEETA SINGH" userId="ba487e41d220043c" providerId="LiveId" clId="{DE2D5D9D-8A41-4258-B1F1-14A1E37499BE}" dt="2022-12-24T10:18:39.606" v="118" actId="2711"/>
          <ac:spMkLst>
            <pc:docMk/>
            <pc:sldMk cId="3919311891" sldId="323"/>
            <ac:spMk id="7" creationId="{00000000-0000-0000-0000-000000000000}"/>
          </ac:spMkLst>
        </pc:spChg>
        <pc:spChg chg="mod">
          <ac:chgData name="MADNEETA SINGH" userId="ba487e41d220043c" providerId="LiveId" clId="{DE2D5D9D-8A41-4258-B1F1-14A1E37499BE}" dt="2022-12-24T10:18:39.606" v="118" actId="2711"/>
          <ac:spMkLst>
            <pc:docMk/>
            <pc:sldMk cId="3919311891" sldId="323"/>
            <ac:spMk id="9" creationId="{00000000-0000-0000-0000-000000000000}"/>
          </ac:spMkLst>
        </pc:spChg>
      </pc:sldChg>
      <pc:sldChg chg="modSp mod">
        <pc:chgData name="MADNEETA SINGH" userId="ba487e41d220043c" providerId="LiveId" clId="{DE2D5D9D-8A41-4258-B1F1-14A1E37499BE}" dt="2022-12-26T11:06:55.576" v="465" actId="1076"/>
        <pc:sldMkLst>
          <pc:docMk/>
          <pc:sldMk cId="3919311891" sldId="324"/>
        </pc:sldMkLst>
        <pc:spChg chg="mod">
          <ac:chgData name="MADNEETA SINGH" userId="ba487e41d220043c" providerId="LiveId" clId="{DE2D5D9D-8A41-4258-B1F1-14A1E37499BE}" dt="2022-12-21T10:39:21.935" v="101" actId="5793"/>
          <ac:spMkLst>
            <pc:docMk/>
            <pc:sldMk cId="3919311891" sldId="324"/>
            <ac:spMk id="3" creationId="{00000000-0000-0000-0000-000000000000}"/>
          </ac:spMkLst>
        </pc:spChg>
        <pc:spChg chg="mod">
          <ac:chgData name="MADNEETA SINGH" userId="ba487e41d220043c" providerId="LiveId" clId="{DE2D5D9D-8A41-4258-B1F1-14A1E37499BE}" dt="2022-12-26T11:06:55.576" v="465" actId="1076"/>
          <ac:spMkLst>
            <pc:docMk/>
            <pc:sldMk cId="3919311891" sldId="324"/>
            <ac:spMk id="7" creationId="{00000000-0000-0000-0000-000000000000}"/>
          </ac:spMkLst>
        </pc:spChg>
      </pc:sldChg>
      <pc:sldChg chg="addSp modSp mod">
        <pc:chgData name="MADNEETA SINGH" userId="ba487e41d220043c" providerId="LiveId" clId="{DE2D5D9D-8A41-4258-B1F1-14A1E37499BE}" dt="2022-12-26T11:13:13.106" v="478" actId="255"/>
        <pc:sldMkLst>
          <pc:docMk/>
          <pc:sldMk cId="3919311891" sldId="325"/>
        </pc:sldMkLst>
        <pc:spChg chg="mod">
          <ac:chgData name="MADNEETA SINGH" userId="ba487e41d220043c" providerId="LiveId" clId="{DE2D5D9D-8A41-4258-B1F1-14A1E37499BE}" dt="2022-12-24T10:19:39.916" v="120" actId="2711"/>
          <ac:spMkLst>
            <pc:docMk/>
            <pc:sldMk cId="3919311891" sldId="325"/>
            <ac:spMk id="2" creationId="{00000000-0000-0000-0000-000000000000}"/>
          </ac:spMkLst>
        </pc:spChg>
        <pc:spChg chg="mod">
          <ac:chgData name="MADNEETA SINGH" userId="ba487e41d220043c" providerId="LiveId" clId="{DE2D5D9D-8A41-4258-B1F1-14A1E37499BE}" dt="2022-12-26T11:13:13.106" v="478" actId="255"/>
          <ac:spMkLst>
            <pc:docMk/>
            <pc:sldMk cId="3919311891" sldId="325"/>
            <ac:spMk id="3" creationId="{00000000-0000-0000-0000-000000000000}"/>
          </ac:spMkLst>
        </pc:spChg>
        <pc:spChg chg="add mod">
          <ac:chgData name="MADNEETA SINGH" userId="ba487e41d220043c" providerId="LiveId" clId="{DE2D5D9D-8A41-4258-B1F1-14A1E37499BE}" dt="2022-12-26T11:08:43.295" v="477" actId="1076"/>
          <ac:spMkLst>
            <pc:docMk/>
            <pc:sldMk cId="3919311891" sldId="325"/>
            <ac:spMk id="4" creationId="{5E2A7C5C-67C8-035F-DC13-7A654865FF87}"/>
          </ac:spMkLst>
        </pc:spChg>
        <pc:spChg chg="mod">
          <ac:chgData name="MADNEETA SINGH" userId="ba487e41d220043c" providerId="LiveId" clId="{DE2D5D9D-8A41-4258-B1F1-14A1E37499BE}" dt="2022-12-24T10:19:39.916" v="120" actId="2711"/>
          <ac:spMkLst>
            <pc:docMk/>
            <pc:sldMk cId="3919311891" sldId="325"/>
            <ac:spMk id="6" creationId="{00000000-0000-0000-0000-000000000000}"/>
          </ac:spMkLst>
        </pc:spChg>
        <pc:spChg chg="mod">
          <ac:chgData name="MADNEETA SINGH" userId="ba487e41d220043c" providerId="LiveId" clId="{DE2D5D9D-8A41-4258-B1F1-14A1E37499BE}" dt="2022-12-24T10:19:39.916" v="120" actId="2711"/>
          <ac:spMkLst>
            <pc:docMk/>
            <pc:sldMk cId="3919311891" sldId="325"/>
            <ac:spMk id="7" creationId="{00000000-0000-0000-0000-000000000000}"/>
          </ac:spMkLst>
        </pc:spChg>
        <pc:spChg chg="mod">
          <ac:chgData name="MADNEETA SINGH" userId="ba487e41d220043c" providerId="LiveId" clId="{DE2D5D9D-8A41-4258-B1F1-14A1E37499BE}" dt="2022-12-24T10:19:39.916" v="120" actId="2711"/>
          <ac:spMkLst>
            <pc:docMk/>
            <pc:sldMk cId="3919311891" sldId="325"/>
            <ac:spMk id="9" creationId="{00000000-0000-0000-0000-000000000000}"/>
          </ac:spMkLst>
        </pc:spChg>
      </pc:sldChg>
      <pc:sldChg chg="addSp modSp mod">
        <pc:chgData name="MADNEETA SINGH" userId="ba487e41d220043c" providerId="LiveId" clId="{DE2D5D9D-8A41-4258-B1F1-14A1E37499BE}" dt="2022-12-26T11:14:28.355" v="485" actId="1076"/>
        <pc:sldMkLst>
          <pc:docMk/>
          <pc:sldMk cId="3919311891" sldId="326"/>
        </pc:sldMkLst>
        <pc:spChg chg="mod">
          <ac:chgData name="MADNEETA SINGH" userId="ba487e41d220043c" providerId="LiveId" clId="{DE2D5D9D-8A41-4258-B1F1-14A1E37499BE}" dt="2022-12-24T10:20:40.285" v="123" actId="2711"/>
          <ac:spMkLst>
            <pc:docMk/>
            <pc:sldMk cId="3919311891" sldId="326"/>
            <ac:spMk id="2" creationId="{00000000-0000-0000-0000-000000000000}"/>
          </ac:spMkLst>
        </pc:spChg>
        <pc:spChg chg="mod">
          <ac:chgData name="MADNEETA SINGH" userId="ba487e41d220043c" providerId="LiveId" clId="{DE2D5D9D-8A41-4258-B1F1-14A1E37499BE}" dt="2022-12-24T10:20:40.285" v="123" actId="2711"/>
          <ac:spMkLst>
            <pc:docMk/>
            <pc:sldMk cId="3919311891" sldId="326"/>
            <ac:spMk id="3" creationId="{00000000-0000-0000-0000-000000000000}"/>
          </ac:spMkLst>
        </pc:spChg>
        <pc:spChg chg="add mod">
          <ac:chgData name="MADNEETA SINGH" userId="ba487e41d220043c" providerId="LiveId" clId="{DE2D5D9D-8A41-4258-B1F1-14A1E37499BE}" dt="2022-12-26T11:14:28.355" v="485" actId="1076"/>
          <ac:spMkLst>
            <pc:docMk/>
            <pc:sldMk cId="3919311891" sldId="326"/>
            <ac:spMk id="4" creationId="{02EEFC0F-A149-76F8-5F8F-A16FB4BE507A}"/>
          </ac:spMkLst>
        </pc:spChg>
        <pc:spChg chg="mod">
          <ac:chgData name="MADNEETA SINGH" userId="ba487e41d220043c" providerId="LiveId" clId="{DE2D5D9D-8A41-4258-B1F1-14A1E37499BE}" dt="2022-12-24T10:20:40.285" v="123" actId="2711"/>
          <ac:spMkLst>
            <pc:docMk/>
            <pc:sldMk cId="3919311891" sldId="326"/>
            <ac:spMk id="6" creationId="{00000000-0000-0000-0000-000000000000}"/>
          </ac:spMkLst>
        </pc:spChg>
        <pc:spChg chg="mod">
          <ac:chgData name="MADNEETA SINGH" userId="ba487e41d220043c" providerId="LiveId" clId="{DE2D5D9D-8A41-4258-B1F1-14A1E37499BE}" dt="2022-12-24T10:20:40.285" v="123" actId="2711"/>
          <ac:spMkLst>
            <pc:docMk/>
            <pc:sldMk cId="3919311891" sldId="326"/>
            <ac:spMk id="7" creationId="{00000000-0000-0000-0000-000000000000}"/>
          </ac:spMkLst>
        </pc:spChg>
        <pc:spChg chg="mod">
          <ac:chgData name="MADNEETA SINGH" userId="ba487e41d220043c" providerId="LiveId" clId="{DE2D5D9D-8A41-4258-B1F1-14A1E37499BE}" dt="2022-12-24T10:20:40.285" v="123" actId="2711"/>
          <ac:spMkLst>
            <pc:docMk/>
            <pc:sldMk cId="3919311891" sldId="326"/>
            <ac:spMk id="9" creationId="{00000000-0000-0000-0000-000000000000}"/>
          </ac:spMkLst>
        </pc:spChg>
      </pc:sldChg>
      <pc:sldChg chg="modSp mod">
        <pc:chgData name="MADNEETA SINGH" userId="ba487e41d220043c" providerId="LiveId" clId="{DE2D5D9D-8A41-4258-B1F1-14A1E37499BE}" dt="2022-12-26T11:14:13.783" v="483" actId="113"/>
        <pc:sldMkLst>
          <pc:docMk/>
          <pc:sldMk cId="3919311891" sldId="327"/>
        </pc:sldMkLst>
        <pc:spChg chg="mod">
          <ac:chgData name="MADNEETA SINGH" userId="ba487e41d220043c" providerId="LiveId" clId="{DE2D5D9D-8A41-4258-B1F1-14A1E37499BE}" dt="2022-12-24T10:20:33.066" v="122" actId="2711"/>
          <ac:spMkLst>
            <pc:docMk/>
            <pc:sldMk cId="3919311891" sldId="327"/>
            <ac:spMk id="2" creationId="{00000000-0000-0000-0000-000000000000}"/>
          </ac:spMkLst>
        </pc:spChg>
        <pc:spChg chg="mod">
          <ac:chgData name="MADNEETA SINGH" userId="ba487e41d220043c" providerId="LiveId" clId="{DE2D5D9D-8A41-4258-B1F1-14A1E37499BE}" dt="2022-12-24T10:20:33.066" v="122" actId="2711"/>
          <ac:spMkLst>
            <pc:docMk/>
            <pc:sldMk cId="3919311891" sldId="327"/>
            <ac:spMk id="3" creationId="{00000000-0000-0000-0000-000000000000}"/>
          </ac:spMkLst>
        </pc:spChg>
        <pc:spChg chg="mod">
          <ac:chgData name="MADNEETA SINGH" userId="ba487e41d220043c" providerId="LiveId" clId="{DE2D5D9D-8A41-4258-B1F1-14A1E37499BE}" dt="2022-12-24T10:20:33.066" v="122" actId="2711"/>
          <ac:spMkLst>
            <pc:docMk/>
            <pc:sldMk cId="3919311891" sldId="327"/>
            <ac:spMk id="6" creationId="{00000000-0000-0000-0000-000000000000}"/>
          </ac:spMkLst>
        </pc:spChg>
        <pc:spChg chg="mod">
          <ac:chgData name="MADNEETA SINGH" userId="ba487e41d220043c" providerId="LiveId" clId="{DE2D5D9D-8A41-4258-B1F1-14A1E37499BE}" dt="2022-12-26T11:14:13.783" v="483" actId="113"/>
          <ac:spMkLst>
            <pc:docMk/>
            <pc:sldMk cId="3919311891" sldId="327"/>
            <ac:spMk id="7" creationId="{00000000-0000-0000-0000-000000000000}"/>
          </ac:spMkLst>
        </pc:spChg>
        <pc:spChg chg="mod">
          <ac:chgData name="MADNEETA SINGH" userId="ba487e41d220043c" providerId="LiveId" clId="{DE2D5D9D-8A41-4258-B1F1-14A1E37499BE}" dt="2022-12-24T10:20:33.066" v="122" actId="2711"/>
          <ac:spMkLst>
            <pc:docMk/>
            <pc:sldMk cId="3919311891" sldId="327"/>
            <ac:spMk id="9" creationId="{00000000-0000-0000-0000-000000000000}"/>
          </ac:spMkLst>
        </pc:spChg>
      </pc:sldChg>
      <pc:sldChg chg="modSp mod">
        <pc:chgData name="MADNEETA SINGH" userId="ba487e41d220043c" providerId="LiveId" clId="{DE2D5D9D-8A41-4258-B1F1-14A1E37499BE}" dt="2022-12-26T10:56:35.396" v="301" actId="20577"/>
        <pc:sldMkLst>
          <pc:docMk/>
          <pc:sldMk cId="3919311891" sldId="329"/>
        </pc:sldMkLst>
        <pc:spChg chg="mod">
          <ac:chgData name="MADNEETA SINGH" userId="ba487e41d220043c" providerId="LiveId" clId="{DE2D5D9D-8A41-4258-B1F1-14A1E37499BE}" dt="2022-12-26T10:56:35.396" v="301" actId="20577"/>
          <ac:spMkLst>
            <pc:docMk/>
            <pc:sldMk cId="3919311891" sldId="329"/>
            <ac:spMk id="7" creationId="{00000000-0000-0000-0000-000000000000}"/>
          </ac:spMkLst>
        </pc:spChg>
      </pc:sldChg>
      <pc:sldChg chg="modSp mod">
        <pc:chgData name="MADNEETA SINGH" userId="ba487e41d220043c" providerId="LiveId" clId="{DE2D5D9D-8A41-4258-B1F1-14A1E37499BE}" dt="2022-12-26T10:55:45.195" v="283" actId="1076"/>
        <pc:sldMkLst>
          <pc:docMk/>
          <pc:sldMk cId="3919311891" sldId="331"/>
        </pc:sldMkLst>
        <pc:spChg chg="mod">
          <ac:chgData name="MADNEETA SINGH" userId="ba487e41d220043c" providerId="LiveId" clId="{DE2D5D9D-8A41-4258-B1F1-14A1E37499BE}" dt="2022-12-26T10:55:45.195" v="283" actId="1076"/>
          <ac:spMkLst>
            <pc:docMk/>
            <pc:sldMk cId="3919311891" sldId="331"/>
            <ac:spMk id="7" creationId="{00000000-0000-0000-0000-000000000000}"/>
          </ac:spMkLst>
        </pc:spChg>
      </pc:sldChg>
      <pc:sldChg chg="modSp mod">
        <pc:chgData name="MADNEETA SINGH" userId="ba487e41d220043c" providerId="LiveId" clId="{DE2D5D9D-8A41-4258-B1F1-14A1E37499BE}" dt="2022-12-26T10:56:15.540" v="295" actId="1076"/>
        <pc:sldMkLst>
          <pc:docMk/>
          <pc:sldMk cId="3919311891" sldId="332"/>
        </pc:sldMkLst>
        <pc:spChg chg="mod">
          <ac:chgData name="MADNEETA SINGH" userId="ba487e41d220043c" providerId="LiveId" clId="{DE2D5D9D-8A41-4258-B1F1-14A1E37499BE}" dt="2022-12-26T10:56:15.540" v="295" actId="1076"/>
          <ac:spMkLst>
            <pc:docMk/>
            <pc:sldMk cId="3919311891" sldId="332"/>
            <ac:spMk id="7" creationId="{00000000-0000-0000-0000-000000000000}"/>
          </ac:spMkLst>
        </pc:spChg>
      </pc:sldChg>
      <pc:sldChg chg="modSp mod">
        <pc:chgData name="MADNEETA SINGH" userId="ba487e41d220043c" providerId="LiveId" clId="{DE2D5D9D-8A41-4258-B1F1-14A1E37499BE}" dt="2022-12-26T10:50:36.262" v="223" actId="255"/>
        <pc:sldMkLst>
          <pc:docMk/>
          <pc:sldMk cId="3919311891" sldId="334"/>
        </pc:sldMkLst>
        <pc:spChg chg="mod">
          <ac:chgData name="MADNEETA SINGH" userId="ba487e41d220043c" providerId="LiveId" clId="{DE2D5D9D-8A41-4258-B1F1-14A1E37499BE}" dt="2022-12-26T10:49:52.972" v="216" actId="113"/>
          <ac:spMkLst>
            <pc:docMk/>
            <pc:sldMk cId="3919311891" sldId="334"/>
            <ac:spMk id="7" creationId="{00000000-0000-0000-0000-000000000000}"/>
          </ac:spMkLst>
        </pc:spChg>
        <pc:spChg chg="mod">
          <ac:chgData name="MADNEETA SINGH" userId="ba487e41d220043c" providerId="LiveId" clId="{DE2D5D9D-8A41-4258-B1F1-14A1E37499BE}" dt="2022-12-26T10:50:36.262" v="223" actId="255"/>
          <ac:spMkLst>
            <pc:docMk/>
            <pc:sldMk cId="3919311891" sldId="334"/>
            <ac:spMk id="10" creationId="{00000000-0000-0000-0000-000000000000}"/>
          </ac:spMkLst>
        </pc:spChg>
      </pc:sldChg>
      <pc:sldChg chg="modSp mod">
        <pc:chgData name="MADNEETA SINGH" userId="ba487e41d220043c" providerId="LiveId" clId="{DE2D5D9D-8A41-4258-B1F1-14A1E37499BE}" dt="2022-12-26T10:50:54.931" v="224" actId="255"/>
        <pc:sldMkLst>
          <pc:docMk/>
          <pc:sldMk cId="3919311891" sldId="336"/>
        </pc:sldMkLst>
        <pc:spChg chg="mod">
          <ac:chgData name="MADNEETA SINGH" userId="ba487e41d220043c" providerId="LiveId" clId="{DE2D5D9D-8A41-4258-B1F1-14A1E37499BE}" dt="2022-12-26T10:50:21.771" v="222" actId="113"/>
          <ac:spMkLst>
            <pc:docMk/>
            <pc:sldMk cId="3919311891" sldId="336"/>
            <ac:spMk id="7" creationId="{00000000-0000-0000-0000-000000000000}"/>
          </ac:spMkLst>
        </pc:spChg>
        <pc:spChg chg="mod">
          <ac:chgData name="MADNEETA SINGH" userId="ba487e41d220043c" providerId="LiveId" clId="{DE2D5D9D-8A41-4258-B1F1-14A1E37499BE}" dt="2022-12-26T10:50:54.931" v="224" actId="255"/>
          <ac:spMkLst>
            <pc:docMk/>
            <pc:sldMk cId="3919311891" sldId="336"/>
            <ac:spMk id="10" creationId="{00000000-0000-0000-0000-000000000000}"/>
          </ac:spMkLst>
        </pc:spChg>
      </pc:sldChg>
      <pc:sldChg chg="modSp mod">
        <pc:chgData name="MADNEETA SINGH" userId="ba487e41d220043c" providerId="LiveId" clId="{DE2D5D9D-8A41-4258-B1F1-14A1E37499BE}" dt="2022-12-26T10:57:25.958" v="315" actId="255"/>
        <pc:sldMkLst>
          <pc:docMk/>
          <pc:sldMk cId="3919311891" sldId="338"/>
        </pc:sldMkLst>
        <pc:spChg chg="mod">
          <ac:chgData name="MADNEETA SINGH" userId="ba487e41d220043c" providerId="LiveId" clId="{DE2D5D9D-8A41-4258-B1F1-14A1E37499BE}" dt="2022-12-26T10:57:14.634" v="314" actId="1076"/>
          <ac:spMkLst>
            <pc:docMk/>
            <pc:sldMk cId="3919311891" sldId="338"/>
            <ac:spMk id="7" creationId="{00000000-0000-0000-0000-000000000000}"/>
          </ac:spMkLst>
        </pc:spChg>
        <pc:spChg chg="mod">
          <ac:chgData name="MADNEETA SINGH" userId="ba487e41d220043c" providerId="LiveId" clId="{DE2D5D9D-8A41-4258-B1F1-14A1E37499BE}" dt="2022-12-26T10:57:25.958" v="315" actId="255"/>
          <ac:spMkLst>
            <pc:docMk/>
            <pc:sldMk cId="3919311891" sldId="338"/>
            <ac:spMk id="10" creationId="{00000000-0000-0000-0000-000000000000}"/>
          </ac:spMkLst>
        </pc:spChg>
      </pc:sldChg>
      <pc:sldChg chg="modSp mod">
        <pc:chgData name="MADNEETA SINGH" userId="ba487e41d220043c" providerId="LiveId" clId="{DE2D5D9D-8A41-4258-B1F1-14A1E37499BE}" dt="2022-12-26T10:57:56.922" v="324" actId="20577"/>
        <pc:sldMkLst>
          <pc:docMk/>
          <pc:sldMk cId="3919311891" sldId="340"/>
        </pc:sldMkLst>
        <pc:spChg chg="mod">
          <ac:chgData name="MADNEETA SINGH" userId="ba487e41d220043c" providerId="LiveId" clId="{DE2D5D9D-8A41-4258-B1F1-14A1E37499BE}" dt="2022-12-26T10:57:56.922" v="324" actId="20577"/>
          <ac:spMkLst>
            <pc:docMk/>
            <pc:sldMk cId="3919311891" sldId="340"/>
            <ac:spMk id="7" creationId="{00000000-0000-0000-0000-000000000000}"/>
          </ac:spMkLst>
        </pc:spChg>
        <pc:spChg chg="mod">
          <ac:chgData name="MADNEETA SINGH" userId="ba487e41d220043c" providerId="LiveId" clId="{DE2D5D9D-8A41-4258-B1F1-14A1E37499BE}" dt="2022-12-26T10:57:45.664" v="319" actId="255"/>
          <ac:spMkLst>
            <pc:docMk/>
            <pc:sldMk cId="3919311891" sldId="340"/>
            <ac:spMk id="10" creationId="{00000000-0000-0000-0000-000000000000}"/>
          </ac:spMkLst>
        </pc:spChg>
      </pc:sldChg>
      <pc:sldChg chg="modSp mod">
        <pc:chgData name="MADNEETA SINGH" userId="ba487e41d220043c" providerId="LiveId" clId="{DE2D5D9D-8A41-4258-B1F1-14A1E37499BE}" dt="2022-12-26T11:01:02.019" v="373" actId="20577"/>
        <pc:sldMkLst>
          <pc:docMk/>
          <pc:sldMk cId="3919311891" sldId="342"/>
        </pc:sldMkLst>
        <pc:spChg chg="mod">
          <ac:chgData name="MADNEETA SINGH" userId="ba487e41d220043c" providerId="LiveId" clId="{DE2D5D9D-8A41-4258-B1F1-14A1E37499BE}" dt="2022-12-26T11:00:42.064" v="368" actId="113"/>
          <ac:spMkLst>
            <pc:docMk/>
            <pc:sldMk cId="3919311891" sldId="342"/>
            <ac:spMk id="7" creationId="{00000000-0000-0000-0000-000000000000}"/>
          </ac:spMkLst>
        </pc:spChg>
        <pc:spChg chg="mod">
          <ac:chgData name="MADNEETA SINGH" userId="ba487e41d220043c" providerId="LiveId" clId="{DE2D5D9D-8A41-4258-B1F1-14A1E37499BE}" dt="2022-12-26T11:01:02.019" v="373" actId="20577"/>
          <ac:spMkLst>
            <pc:docMk/>
            <pc:sldMk cId="3919311891" sldId="342"/>
            <ac:spMk id="10" creationId="{00000000-0000-0000-0000-000000000000}"/>
          </ac:spMkLst>
        </pc:spChg>
      </pc:sldChg>
      <pc:sldChg chg="modSp mod">
        <pc:chgData name="MADNEETA SINGH" userId="ba487e41d220043c" providerId="LiveId" clId="{DE2D5D9D-8A41-4258-B1F1-14A1E37499BE}" dt="2022-12-26T11:01:37.665" v="387" actId="255"/>
        <pc:sldMkLst>
          <pc:docMk/>
          <pc:sldMk cId="3919311891" sldId="343"/>
        </pc:sldMkLst>
        <pc:spChg chg="mod">
          <ac:chgData name="MADNEETA SINGH" userId="ba487e41d220043c" providerId="LiveId" clId="{DE2D5D9D-8A41-4258-B1F1-14A1E37499BE}" dt="2022-12-26T11:01:26.358" v="385" actId="113"/>
          <ac:spMkLst>
            <pc:docMk/>
            <pc:sldMk cId="3919311891" sldId="343"/>
            <ac:spMk id="7" creationId="{00000000-0000-0000-0000-000000000000}"/>
          </ac:spMkLst>
        </pc:spChg>
        <pc:spChg chg="mod">
          <ac:chgData name="MADNEETA SINGH" userId="ba487e41d220043c" providerId="LiveId" clId="{DE2D5D9D-8A41-4258-B1F1-14A1E37499BE}" dt="2022-12-26T11:01:37.665" v="387" actId="255"/>
          <ac:spMkLst>
            <pc:docMk/>
            <pc:sldMk cId="3919311891" sldId="343"/>
            <ac:spMk id="10" creationId="{00000000-0000-0000-0000-000000000000}"/>
          </ac:spMkLst>
        </pc:spChg>
      </pc:sldChg>
      <pc:sldChg chg="modSp mod">
        <pc:chgData name="MADNEETA SINGH" userId="ba487e41d220043c" providerId="LiveId" clId="{DE2D5D9D-8A41-4258-B1F1-14A1E37499BE}" dt="2022-12-26T11:04:47.461" v="435" actId="113"/>
        <pc:sldMkLst>
          <pc:docMk/>
          <pc:sldMk cId="3919311891" sldId="345"/>
        </pc:sldMkLst>
        <pc:spChg chg="mod">
          <ac:chgData name="MADNEETA SINGH" userId="ba487e41d220043c" providerId="LiveId" clId="{DE2D5D9D-8A41-4258-B1F1-14A1E37499BE}" dt="2022-12-24T10:18:11.386" v="116" actId="2711"/>
          <ac:spMkLst>
            <pc:docMk/>
            <pc:sldMk cId="3919311891" sldId="345"/>
            <ac:spMk id="2" creationId="{00000000-0000-0000-0000-000000000000}"/>
          </ac:spMkLst>
        </pc:spChg>
        <pc:spChg chg="mod">
          <ac:chgData name="MADNEETA SINGH" userId="ba487e41d220043c" providerId="LiveId" clId="{DE2D5D9D-8A41-4258-B1F1-14A1E37499BE}" dt="2022-12-24T10:18:11.386" v="116" actId="2711"/>
          <ac:spMkLst>
            <pc:docMk/>
            <pc:sldMk cId="3919311891" sldId="345"/>
            <ac:spMk id="6" creationId="{00000000-0000-0000-0000-000000000000}"/>
          </ac:spMkLst>
        </pc:spChg>
        <pc:spChg chg="mod">
          <ac:chgData name="MADNEETA SINGH" userId="ba487e41d220043c" providerId="LiveId" clId="{DE2D5D9D-8A41-4258-B1F1-14A1E37499BE}" dt="2022-12-26T11:04:47.461" v="435" actId="113"/>
          <ac:spMkLst>
            <pc:docMk/>
            <pc:sldMk cId="3919311891" sldId="345"/>
            <ac:spMk id="7" creationId="{00000000-0000-0000-0000-000000000000}"/>
          </ac:spMkLst>
        </pc:spChg>
        <pc:spChg chg="mod">
          <ac:chgData name="MADNEETA SINGH" userId="ba487e41d220043c" providerId="LiveId" clId="{DE2D5D9D-8A41-4258-B1F1-14A1E37499BE}" dt="2022-12-24T10:18:11.386" v="116" actId="2711"/>
          <ac:spMkLst>
            <pc:docMk/>
            <pc:sldMk cId="3919311891" sldId="345"/>
            <ac:spMk id="9" creationId="{00000000-0000-0000-0000-000000000000}"/>
          </ac:spMkLst>
        </pc:spChg>
        <pc:spChg chg="mod">
          <ac:chgData name="MADNEETA SINGH" userId="ba487e41d220043c" providerId="LiveId" clId="{DE2D5D9D-8A41-4258-B1F1-14A1E37499BE}" dt="2022-12-26T11:04:27.760" v="427" actId="255"/>
          <ac:spMkLst>
            <pc:docMk/>
            <pc:sldMk cId="3919311891" sldId="345"/>
            <ac:spMk id="10" creationId="{00000000-0000-0000-0000-000000000000}"/>
          </ac:spMkLst>
        </pc:spChg>
      </pc:sldChg>
      <pc:sldChg chg="modSp mod">
        <pc:chgData name="MADNEETA SINGH" userId="ba487e41d220043c" providerId="LiveId" clId="{DE2D5D9D-8A41-4258-B1F1-14A1E37499BE}" dt="2022-12-26T11:05:19.215" v="441" actId="20577"/>
        <pc:sldMkLst>
          <pc:docMk/>
          <pc:sldMk cId="3919311891" sldId="346"/>
        </pc:sldMkLst>
        <pc:spChg chg="mod">
          <ac:chgData name="MADNEETA SINGH" userId="ba487e41d220043c" providerId="LiveId" clId="{DE2D5D9D-8A41-4258-B1F1-14A1E37499BE}" dt="2022-12-24T10:18:19.556" v="117" actId="2711"/>
          <ac:spMkLst>
            <pc:docMk/>
            <pc:sldMk cId="3919311891" sldId="346"/>
            <ac:spMk id="2" creationId="{00000000-0000-0000-0000-000000000000}"/>
          </ac:spMkLst>
        </pc:spChg>
        <pc:spChg chg="mod">
          <ac:chgData name="MADNEETA SINGH" userId="ba487e41d220043c" providerId="LiveId" clId="{DE2D5D9D-8A41-4258-B1F1-14A1E37499BE}" dt="2022-12-24T10:18:19.556" v="117" actId="2711"/>
          <ac:spMkLst>
            <pc:docMk/>
            <pc:sldMk cId="3919311891" sldId="346"/>
            <ac:spMk id="6" creationId="{00000000-0000-0000-0000-000000000000}"/>
          </ac:spMkLst>
        </pc:spChg>
        <pc:spChg chg="mod">
          <ac:chgData name="MADNEETA SINGH" userId="ba487e41d220043c" providerId="LiveId" clId="{DE2D5D9D-8A41-4258-B1F1-14A1E37499BE}" dt="2022-12-26T11:04:58.010" v="438" actId="113"/>
          <ac:spMkLst>
            <pc:docMk/>
            <pc:sldMk cId="3919311891" sldId="346"/>
            <ac:spMk id="7" creationId="{00000000-0000-0000-0000-000000000000}"/>
          </ac:spMkLst>
        </pc:spChg>
        <pc:spChg chg="mod">
          <ac:chgData name="MADNEETA SINGH" userId="ba487e41d220043c" providerId="LiveId" clId="{DE2D5D9D-8A41-4258-B1F1-14A1E37499BE}" dt="2022-12-24T10:18:19.556" v="117" actId="2711"/>
          <ac:spMkLst>
            <pc:docMk/>
            <pc:sldMk cId="3919311891" sldId="346"/>
            <ac:spMk id="9" creationId="{00000000-0000-0000-0000-000000000000}"/>
          </ac:spMkLst>
        </pc:spChg>
        <pc:spChg chg="mod">
          <ac:chgData name="MADNEETA SINGH" userId="ba487e41d220043c" providerId="LiveId" clId="{DE2D5D9D-8A41-4258-B1F1-14A1E37499BE}" dt="2022-12-26T11:05:19.215" v="441" actId="20577"/>
          <ac:spMkLst>
            <pc:docMk/>
            <pc:sldMk cId="3919311891" sldId="346"/>
            <ac:spMk id="10" creationId="{00000000-0000-0000-0000-000000000000}"/>
          </ac:spMkLst>
        </pc:spChg>
      </pc:sldChg>
      <pc:sldChg chg="modSp mod">
        <pc:chgData name="MADNEETA SINGH" userId="ba487e41d220043c" providerId="LiveId" clId="{DE2D5D9D-8A41-4258-B1F1-14A1E37499BE}" dt="2022-12-26T11:03:28.831" v="420" actId="1076"/>
        <pc:sldMkLst>
          <pc:docMk/>
          <pc:sldMk cId="0" sldId="347"/>
        </pc:sldMkLst>
        <pc:spChg chg="mod">
          <ac:chgData name="MADNEETA SINGH" userId="ba487e41d220043c" providerId="LiveId" clId="{DE2D5D9D-8A41-4258-B1F1-14A1E37499BE}" dt="2022-12-26T11:02:53.996" v="413" actId="113"/>
          <ac:spMkLst>
            <pc:docMk/>
            <pc:sldMk cId="0" sldId="347"/>
            <ac:spMk id="7" creationId="{00000000-0000-0000-0000-000000000000}"/>
          </ac:spMkLst>
        </pc:spChg>
        <pc:spChg chg="mod">
          <ac:chgData name="MADNEETA SINGH" userId="ba487e41d220043c" providerId="LiveId" clId="{DE2D5D9D-8A41-4258-B1F1-14A1E37499BE}" dt="2022-12-26T11:03:22.250" v="419" actId="20577"/>
          <ac:spMkLst>
            <pc:docMk/>
            <pc:sldMk cId="0" sldId="347"/>
            <ac:spMk id="8" creationId="{00000000-0000-0000-0000-000000000000}"/>
          </ac:spMkLst>
        </pc:spChg>
        <pc:grpChg chg="mod">
          <ac:chgData name="MADNEETA SINGH" userId="ba487e41d220043c" providerId="LiveId" clId="{DE2D5D9D-8A41-4258-B1F1-14A1E37499BE}" dt="2022-12-26T11:03:28.831" v="420" actId="1076"/>
          <ac:grpSpMkLst>
            <pc:docMk/>
            <pc:sldMk cId="0" sldId="347"/>
            <ac:grpSpMk id="3" creationId="{00000000-0000-0000-0000-000000000000}"/>
          </ac:grpSpMkLst>
        </pc:grpChg>
      </pc:sldChg>
      <pc:sldChg chg="modSp mod">
        <pc:chgData name="MADNEETA SINGH" userId="ba487e41d220043c" providerId="LiveId" clId="{DE2D5D9D-8A41-4258-B1F1-14A1E37499BE}" dt="2022-12-26T11:04:10.038" v="425" actId="1076"/>
        <pc:sldMkLst>
          <pc:docMk/>
          <pc:sldMk cId="0" sldId="348"/>
        </pc:sldMkLst>
        <pc:spChg chg="mod">
          <ac:chgData name="MADNEETA SINGH" userId="ba487e41d220043c" providerId="LiveId" clId="{DE2D5D9D-8A41-4258-B1F1-14A1E37499BE}" dt="2022-12-26T11:04:03.989" v="424" actId="113"/>
          <ac:spMkLst>
            <pc:docMk/>
            <pc:sldMk cId="0" sldId="348"/>
            <ac:spMk id="18" creationId="{00000000-0000-0000-0000-000000000000}"/>
          </ac:spMkLst>
        </pc:spChg>
        <pc:grpChg chg="mod">
          <ac:chgData name="MADNEETA SINGH" userId="ba487e41d220043c" providerId="LiveId" clId="{DE2D5D9D-8A41-4258-B1F1-14A1E37499BE}" dt="2022-12-26T11:04:10.038" v="425" actId="1076"/>
          <ac:grpSpMkLst>
            <pc:docMk/>
            <pc:sldMk cId="0" sldId="348"/>
            <ac:grpSpMk id="4" creationId="{00000000-0000-0000-0000-000000000000}"/>
          </ac:grpSpMkLst>
        </pc:grpChg>
      </pc:sldChg>
      <pc:sldChg chg="modSp mod">
        <pc:chgData name="MADNEETA SINGH" userId="ba487e41d220043c" providerId="LiveId" clId="{DE2D5D9D-8A41-4258-B1F1-14A1E37499BE}" dt="2022-12-26T11:15:01.632" v="491" actId="255"/>
        <pc:sldMkLst>
          <pc:docMk/>
          <pc:sldMk cId="0" sldId="349"/>
        </pc:sldMkLst>
        <pc:spChg chg="mod">
          <ac:chgData name="MADNEETA SINGH" userId="ba487e41d220043c" providerId="LiveId" clId="{DE2D5D9D-8A41-4258-B1F1-14A1E37499BE}" dt="2022-12-26T11:15:01.632" v="491" actId="255"/>
          <ac:spMkLst>
            <pc:docMk/>
            <pc:sldMk cId="0" sldId="349"/>
            <ac:spMk id="2" creationId="{00000000-0000-0000-0000-000000000000}"/>
          </ac:spMkLst>
        </pc:spChg>
        <pc:spChg chg="mod">
          <ac:chgData name="MADNEETA SINGH" userId="ba487e41d220043c" providerId="LiveId" clId="{DE2D5D9D-8A41-4258-B1F1-14A1E37499BE}" dt="2022-12-26T11:14:41.835" v="488" actId="255"/>
          <ac:spMkLst>
            <pc:docMk/>
            <pc:sldMk cId="0" sldId="349"/>
            <ac:spMk id="7" creationId="{00000000-0000-0000-0000-000000000000}"/>
          </ac:spMkLst>
        </pc:spChg>
        <pc:spChg chg="mod">
          <ac:chgData name="MADNEETA SINGH" userId="ba487e41d220043c" providerId="LiveId" clId="{DE2D5D9D-8A41-4258-B1F1-14A1E37499BE}" dt="2022-12-26T11:14:51.587" v="490" actId="113"/>
          <ac:spMkLst>
            <pc:docMk/>
            <pc:sldMk cId="0" sldId="349"/>
            <ac:spMk id="8" creationId="{00000000-0000-0000-0000-000000000000}"/>
          </ac:spMkLst>
        </pc:spChg>
        <pc:spChg chg="mod">
          <ac:chgData name="MADNEETA SINGH" userId="ba487e41d220043c" providerId="LiveId" clId="{DE2D5D9D-8A41-4258-B1F1-14A1E37499BE}" dt="2022-12-24T10:20:47.991" v="124" actId="2711"/>
          <ac:spMkLst>
            <pc:docMk/>
            <pc:sldMk cId="0" sldId="349"/>
            <ac:spMk id="10" creationId="{00000000-0000-0000-0000-000000000000}"/>
          </ac:spMkLst>
        </pc:spChg>
        <pc:spChg chg="mod">
          <ac:chgData name="MADNEETA SINGH" userId="ba487e41d220043c" providerId="LiveId" clId="{DE2D5D9D-8A41-4258-B1F1-14A1E37499BE}" dt="2022-12-24T10:20:47.991" v="124" actId="2711"/>
          <ac:spMkLst>
            <pc:docMk/>
            <pc:sldMk cId="0" sldId="349"/>
            <ac:spMk id="11" creationId="{00000000-0000-0000-0000-000000000000}"/>
          </ac:spMkLst>
        </pc:spChg>
        <pc:spChg chg="mod">
          <ac:chgData name="MADNEETA SINGH" userId="ba487e41d220043c" providerId="LiveId" clId="{DE2D5D9D-8A41-4258-B1F1-14A1E37499BE}" dt="2022-12-24T10:20:47.991" v="124" actId="2711"/>
          <ac:spMkLst>
            <pc:docMk/>
            <pc:sldMk cId="0" sldId="349"/>
            <ac:spMk id="15" creationId="{00000000-0000-0000-0000-000000000000}"/>
          </ac:spMkLst>
        </pc:spChg>
        <pc:grpChg chg="mod">
          <ac:chgData name="MADNEETA SINGH" userId="ba487e41d220043c" providerId="LiveId" clId="{DE2D5D9D-8A41-4258-B1F1-14A1E37499BE}" dt="2022-12-26T11:14:36.886" v="487" actId="1076"/>
          <ac:grpSpMkLst>
            <pc:docMk/>
            <pc:sldMk cId="0" sldId="349"/>
            <ac:grpSpMk id="3" creationId="{00000000-0000-0000-0000-000000000000}"/>
          </ac:grpSpMkLst>
        </pc:grpChg>
      </pc:sldChg>
      <pc:sldChg chg="modSp mod">
        <pc:chgData name="MADNEETA SINGH" userId="ba487e41d220043c" providerId="LiveId" clId="{DE2D5D9D-8A41-4258-B1F1-14A1E37499BE}" dt="2022-12-26T11:15:36.955" v="495" actId="255"/>
        <pc:sldMkLst>
          <pc:docMk/>
          <pc:sldMk cId="0" sldId="350"/>
        </pc:sldMkLst>
        <pc:spChg chg="mod">
          <ac:chgData name="MADNEETA SINGH" userId="ba487e41d220043c" providerId="LiveId" clId="{DE2D5D9D-8A41-4258-B1F1-14A1E37499BE}" dt="2022-12-26T11:15:36.955" v="495" actId="255"/>
          <ac:spMkLst>
            <pc:docMk/>
            <pc:sldMk cId="0" sldId="350"/>
            <ac:spMk id="2" creationId="{00000000-0000-0000-0000-000000000000}"/>
          </ac:spMkLst>
        </pc:spChg>
        <pc:spChg chg="mod">
          <ac:chgData name="MADNEETA SINGH" userId="ba487e41d220043c" providerId="LiveId" clId="{DE2D5D9D-8A41-4258-B1F1-14A1E37499BE}" dt="2022-12-24T10:20:54.975" v="125" actId="2711"/>
          <ac:spMkLst>
            <pc:docMk/>
            <pc:sldMk cId="0" sldId="350"/>
            <ac:spMk id="7" creationId="{00000000-0000-0000-0000-000000000000}"/>
          </ac:spMkLst>
        </pc:spChg>
        <pc:spChg chg="mod">
          <ac:chgData name="MADNEETA SINGH" userId="ba487e41d220043c" providerId="LiveId" clId="{DE2D5D9D-8A41-4258-B1F1-14A1E37499BE}" dt="2022-12-26T11:15:21.768" v="493"/>
          <ac:spMkLst>
            <pc:docMk/>
            <pc:sldMk cId="0" sldId="350"/>
            <ac:spMk id="8" creationId="{00000000-0000-0000-0000-000000000000}"/>
          </ac:spMkLst>
        </pc:spChg>
        <pc:spChg chg="mod">
          <ac:chgData name="MADNEETA SINGH" userId="ba487e41d220043c" providerId="LiveId" clId="{DE2D5D9D-8A41-4258-B1F1-14A1E37499BE}" dt="2022-12-24T10:20:54.975" v="125" actId="2711"/>
          <ac:spMkLst>
            <pc:docMk/>
            <pc:sldMk cId="0" sldId="350"/>
            <ac:spMk id="10" creationId="{00000000-0000-0000-0000-000000000000}"/>
          </ac:spMkLst>
        </pc:spChg>
        <pc:spChg chg="mod">
          <ac:chgData name="MADNEETA SINGH" userId="ba487e41d220043c" providerId="LiveId" clId="{DE2D5D9D-8A41-4258-B1F1-14A1E37499BE}" dt="2022-12-24T10:20:54.975" v="125" actId="2711"/>
          <ac:spMkLst>
            <pc:docMk/>
            <pc:sldMk cId="0" sldId="350"/>
            <ac:spMk id="11" creationId="{00000000-0000-0000-0000-000000000000}"/>
          </ac:spMkLst>
        </pc:spChg>
        <pc:spChg chg="mod">
          <ac:chgData name="MADNEETA SINGH" userId="ba487e41d220043c" providerId="LiveId" clId="{DE2D5D9D-8A41-4258-B1F1-14A1E37499BE}" dt="2022-12-24T10:20:54.975" v="125" actId="2711"/>
          <ac:spMkLst>
            <pc:docMk/>
            <pc:sldMk cId="0" sldId="350"/>
            <ac:spMk id="15" creationId="{00000000-0000-0000-0000-000000000000}"/>
          </ac:spMkLst>
        </pc:spChg>
        <pc:grpChg chg="mod">
          <ac:chgData name="MADNEETA SINGH" userId="ba487e41d220043c" providerId="LiveId" clId="{DE2D5D9D-8A41-4258-B1F1-14A1E37499BE}" dt="2022-12-26T11:15:26.629" v="494" actId="1076"/>
          <ac:grpSpMkLst>
            <pc:docMk/>
            <pc:sldMk cId="0" sldId="350"/>
            <ac:grpSpMk id="3" creationId="{00000000-0000-0000-0000-000000000000}"/>
          </ac:grpSpMkLst>
        </pc:grpChg>
      </pc:sldChg>
      <pc:sldChg chg="addSp delSp modSp mod">
        <pc:chgData name="MADNEETA SINGH" userId="ba487e41d220043c" providerId="LiveId" clId="{DE2D5D9D-8A41-4258-B1F1-14A1E37499BE}" dt="2022-12-26T11:15:56.044" v="498"/>
        <pc:sldMkLst>
          <pc:docMk/>
          <pc:sldMk cId="0" sldId="351"/>
        </pc:sldMkLst>
        <pc:spChg chg="mod">
          <ac:chgData name="MADNEETA SINGH" userId="ba487e41d220043c" providerId="LiveId" clId="{DE2D5D9D-8A41-4258-B1F1-14A1E37499BE}" dt="2022-12-21T10:40:56.485" v="115" actId="14100"/>
          <ac:spMkLst>
            <pc:docMk/>
            <pc:sldMk cId="0" sldId="351"/>
            <ac:spMk id="3" creationId="{00000000-0000-0000-0000-000000000000}"/>
          </ac:spMkLst>
        </pc:spChg>
        <pc:spChg chg="mod">
          <ac:chgData name="MADNEETA SINGH" userId="ba487e41d220043c" providerId="LiveId" clId="{DE2D5D9D-8A41-4258-B1F1-14A1E37499BE}" dt="2022-12-26T11:15:56.044" v="498"/>
          <ac:spMkLst>
            <pc:docMk/>
            <pc:sldMk cId="0" sldId="351"/>
            <ac:spMk id="9" creationId="{00000000-0000-0000-0000-000000000000}"/>
          </ac:spMkLst>
        </pc:spChg>
        <pc:spChg chg="add del">
          <ac:chgData name="MADNEETA SINGH" userId="ba487e41d220043c" providerId="LiveId" clId="{DE2D5D9D-8A41-4258-B1F1-14A1E37499BE}" dt="2022-12-26T11:15:52.888" v="497" actId="22"/>
          <ac:spMkLst>
            <pc:docMk/>
            <pc:sldMk cId="0" sldId="351"/>
            <ac:spMk id="13" creationId="{3B7150E2-0347-974E-3E28-E56B9633E8DB}"/>
          </ac:spMkLst>
        </pc:spChg>
      </pc:sldChg>
      <pc:sldChg chg="modSp mod">
        <pc:chgData name="MADNEETA SINGH" userId="ba487e41d220043c" providerId="LiveId" clId="{DE2D5D9D-8A41-4258-B1F1-14A1E37499BE}" dt="2022-12-26T11:16:40.723" v="501" actId="14100"/>
        <pc:sldMkLst>
          <pc:docMk/>
          <pc:sldMk cId="0" sldId="352"/>
        </pc:sldMkLst>
        <pc:spChg chg="mod">
          <ac:chgData name="MADNEETA SINGH" userId="ba487e41d220043c" providerId="LiveId" clId="{DE2D5D9D-8A41-4258-B1F1-14A1E37499BE}" dt="2022-12-24T10:21:03.685" v="126" actId="2711"/>
          <ac:spMkLst>
            <pc:docMk/>
            <pc:sldMk cId="0" sldId="352"/>
            <ac:spMk id="7" creationId="{00000000-0000-0000-0000-000000000000}"/>
          </ac:spMkLst>
        </pc:spChg>
        <pc:spChg chg="mod">
          <ac:chgData name="MADNEETA SINGH" userId="ba487e41d220043c" providerId="LiveId" clId="{DE2D5D9D-8A41-4258-B1F1-14A1E37499BE}" dt="2022-12-26T11:16:40.723" v="501" actId="14100"/>
          <ac:spMkLst>
            <pc:docMk/>
            <pc:sldMk cId="0" sldId="352"/>
            <ac:spMk id="8" creationId="{00000000-0000-0000-0000-000000000000}"/>
          </ac:spMkLst>
        </pc:spChg>
        <pc:spChg chg="mod">
          <ac:chgData name="MADNEETA SINGH" userId="ba487e41d220043c" providerId="LiveId" clId="{DE2D5D9D-8A41-4258-B1F1-14A1E37499BE}" dt="2022-12-24T10:21:03.685" v="126" actId="2711"/>
          <ac:spMkLst>
            <pc:docMk/>
            <pc:sldMk cId="0" sldId="352"/>
            <ac:spMk id="10" creationId="{00000000-0000-0000-0000-000000000000}"/>
          </ac:spMkLst>
        </pc:spChg>
        <pc:spChg chg="mod">
          <ac:chgData name="MADNEETA SINGH" userId="ba487e41d220043c" providerId="LiveId" clId="{DE2D5D9D-8A41-4258-B1F1-14A1E37499BE}" dt="2022-12-24T10:21:03.685" v="126" actId="2711"/>
          <ac:spMkLst>
            <pc:docMk/>
            <pc:sldMk cId="0" sldId="352"/>
            <ac:spMk id="11" creationId="{00000000-0000-0000-0000-000000000000}"/>
          </ac:spMkLst>
        </pc:spChg>
        <pc:spChg chg="mod">
          <ac:chgData name="MADNEETA SINGH" userId="ba487e41d220043c" providerId="LiveId" clId="{DE2D5D9D-8A41-4258-B1F1-14A1E37499BE}" dt="2022-12-24T10:21:03.685" v="126" actId="2711"/>
          <ac:spMkLst>
            <pc:docMk/>
            <pc:sldMk cId="0" sldId="352"/>
            <ac:spMk id="15" creationId="{00000000-0000-0000-0000-000000000000}"/>
          </ac:spMkLst>
        </pc:spChg>
      </pc:sldChg>
      <pc:sldChg chg="modSp mod">
        <pc:chgData name="MADNEETA SINGH" userId="ba487e41d220043c" providerId="LiveId" clId="{DE2D5D9D-8A41-4258-B1F1-14A1E37499BE}" dt="2022-12-26T11:19:38.325" v="546" actId="113"/>
        <pc:sldMkLst>
          <pc:docMk/>
          <pc:sldMk cId="336267931" sldId="353"/>
        </pc:sldMkLst>
        <pc:spChg chg="mod">
          <ac:chgData name="MADNEETA SINGH" userId="ba487e41d220043c" providerId="LiveId" clId="{DE2D5D9D-8A41-4258-B1F1-14A1E37499BE}" dt="2022-12-24T10:23:18.083" v="165" actId="2711"/>
          <ac:spMkLst>
            <pc:docMk/>
            <pc:sldMk cId="336267931" sldId="353"/>
            <ac:spMk id="3" creationId="{00000000-0000-0000-0000-000000000000}"/>
          </ac:spMkLst>
        </pc:spChg>
        <pc:spChg chg="mod">
          <ac:chgData name="MADNEETA SINGH" userId="ba487e41d220043c" providerId="LiveId" clId="{DE2D5D9D-8A41-4258-B1F1-14A1E37499BE}" dt="2022-12-24T10:23:18.083" v="165" actId="2711"/>
          <ac:spMkLst>
            <pc:docMk/>
            <pc:sldMk cId="336267931" sldId="353"/>
            <ac:spMk id="4" creationId="{00000000-0000-0000-0000-000000000000}"/>
          </ac:spMkLst>
        </pc:spChg>
        <pc:spChg chg="mod">
          <ac:chgData name="MADNEETA SINGH" userId="ba487e41d220043c" providerId="LiveId" clId="{DE2D5D9D-8A41-4258-B1F1-14A1E37499BE}" dt="2022-12-24T10:23:18.083" v="165" actId="2711"/>
          <ac:spMkLst>
            <pc:docMk/>
            <pc:sldMk cId="336267931" sldId="353"/>
            <ac:spMk id="6" creationId="{00000000-0000-0000-0000-000000000000}"/>
          </ac:spMkLst>
        </pc:spChg>
        <pc:spChg chg="mod">
          <ac:chgData name="MADNEETA SINGH" userId="ba487e41d220043c" providerId="LiveId" clId="{DE2D5D9D-8A41-4258-B1F1-14A1E37499BE}" dt="2022-12-26T11:19:38.325" v="546" actId="113"/>
          <ac:spMkLst>
            <pc:docMk/>
            <pc:sldMk cId="336267931" sldId="353"/>
            <ac:spMk id="7" creationId="{00000000-0000-0000-0000-000000000000}"/>
          </ac:spMkLst>
        </pc:spChg>
        <pc:spChg chg="mod">
          <ac:chgData name="MADNEETA SINGH" userId="ba487e41d220043c" providerId="LiveId" clId="{DE2D5D9D-8A41-4258-B1F1-14A1E37499BE}" dt="2022-12-24T10:23:18.083" v="165" actId="2711"/>
          <ac:spMkLst>
            <pc:docMk/>
            <pc:sldMk cId="336267931" sldId="353"/>
            <ac:spMk id="9" creationId="{00000000-0000-0000-0000-000000000000}"/>
          </ac:spMkLst>
        </pc:spChg>
      </pc:sldChg>
      <pc:sldChg chg="modSp mod">
        <pc:chgData name="MADNEETA SINGH" userId="ba487e41d220043c" providerId="LiveId" clId="{DE2D5D9D-8A41-4258-B1F1-14A1E37499BE}" dt="2022-12-26T10:48:49.195" v="195" actId="113"/>
        <pc:sldMkLst>
          <pc:docMk/>
          <pc:sldMk cId="3969733654" sldId="354"/>
        </pc:sldMkLst>
        <pc:spChg chg="mod">
          <ac:chgData name="MADNEETA SINGH" userId="ba487e41d220043c" providerId="LiveId" clId="{DE2D5D9D-8A41-4258-B1F1-14A1E37499BE}" dt="2022-12-26T10:48:49.195" v="195" actId="113"/>
          <ac:spMkLst>
            <pc:docMk/>
            <pc:sldMk cId="3969733654" sldId="354"/>
            <ac:spMk id="7" creationId="{EE8848A3-4949-45B2-8CCF-B3ECA21DE740}"/>
          </ac:spMkLst>
        </pc:spChg>
        <pc:spChg chg="mod">
          <ac:chgData name="MADNEETA SINGH" userId="ba487e41d220043c" providerId="LiveId" clId="{DE2D5D9D-8A41-4258-B1F1-14A1E37499BE}" dt="2022-12-26T10:48:41.712" v="192" actId="27636"/>
          <ac:spMkLst>
            <pc:docMk/>
            <pc:sldMk cId="3969733654" sldId="354"/>
            <ac:spMk id="5122" creationId="{5B1A7B65-C597-49B6-A05A-EDB96458B673}"/>
          </ac:spMkLst>
        </pc:spChg>
      </pc:sldChg>
      <pc:sldChg chg="modSp mod">
        <pc:chgData name="MADNEETA SINGH" userId="ba487e41d220043c" providerId="LiveId" clId="{DE2D5D9D-8A41-4258-B1F1-14A1E37499BE}" dt="2022-12-26T10:49:09.101" v="201" actId="113"/>
        <pc:sldMkLst>
          <pc:docMk/>
          <pc:sldMk cId="3543002629" sldId="355"/>
        </pc:sldMkLst>
        <pc:spChg chg="mod">
          <ac:chgData name="MADNEETA SINGH" userId="ba487e41d220043c" providerId="LiveId" clId="{DE2D5D9D-8A41-4258-B1F1-14A1E37499BE}" dt="2022-12-26T10:49:09.101" v="201" actId="113"/>
          <ac:spMkLst>
            <pc:docMk/>
            <pc:sldMk cId="3543002629" sldId="355"/>
            <ac:spMk id="7" creationId="{EE8848A3-4949-45B2-8CCF-B3ECA21DE740}"/>
          </ac:spMkLst>
        </pc:spChg>
      </pc:sldChg>
      <pc:sldChg chg="modSp mod">
        <pc:chgData name="MADNEETA SINGH" userId="ba487e41d220043c" providerId="LiveId" clId="{DE2D5D9D-8A41-4258-B1F1-14A1E37499BE}" dt="2022-12-26T10:47:24.282" v="177" actId="255"/>
        <pc:sldMkLst>
          <pc:docMk/>
          <pc:sldMk cId="977377963" sldId="356"/>
        </pc:sldMkLst>
        <pc:spChg chg="mod">
          <ac:chgData name="MADNEETA SINGH" userId="ba487e41d220043c" providerId="LiveId" clId="{DE2D5D9D-8A41-4258-B1F1-14A1E37499BE}" dt="2022-12-26T10:47:24.282" v="177" actId="255"/>
          <ac:spMkLst>
            <pc:docMk/>
            <pc:sldMk cId="977377963" sldId="356"/>
            <ac:spMk id="8" creationId="{00000000-0000-0000-0000-000000000000}"/>
          </ac:spMkLst>
        </pc:spChg>
      </pc:sldChg>
      <pc:sldChg chg="modSp mod">
        <pc:chgData name="MADNEETA SINGH" userId="ba487e41d220043c" providerId="LiveId" clId="{DE2D5D9D-8A41-4258-B1F1-14A1E37499BE}" dt="2022-12-26T10:49:23.117" v="207" actId="113"/>
        <pc:sldMkLst>
          <pc:docMk/>
          <pc:sldMk cId="604471881" sldId="357"/>
        </pc:sldMkLst>
        <pc:spChg chg="mod">
          <ac:chgData name="MADNEETA SINGH" userId="ba487e41d220043c" providerId="LiveId" clId="{DE2D5D9D-8A41-4258-B1F1-14A1E37499BE}" dt="2022-12-26T10:49:23.117" v="207" actId="113"/>
          <ac:spMkLst>
            <pc:docMk/>
            <pc:sldMk cId="604471881" sldId="357"/>
            <ac:spMk id="7" creationId="{EE8848A3-4949-45B2-8CCF-B3ECA21DE74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35570-DFD5-4BDA-8470-AEBFA7DC3F8D}" type="datetimeFigureOut">
              <a:rPr lang="en-US" smtClean="0"/>
              <a:pPr/>
              <a:t>5/1/2026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8230C76-717D-4A6D-87B8-9099E11C51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4588" y="685800"/>
            <a:ext cx="4570412"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9892506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3221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7</a:t>
            </a:fld>
            <a:endParaRPr lang="en-US" altLang="en-US">
              <a:latin typeface="Calibri" panose="020F0502020204030204" pitchFamily="34" charset="0"/>
            </a:endParaRPr>
          </a:p>
        </p:txBody>
      </p:sp>
    </p:spTree>
    <p:extLst>
      <p:ext uri="{BB962C8B-B14F-4D97-AF65-F5344CB8AC3E}">
        <p14:creationId xmlns:p14="http://schemas.microsoft.com/office/powerpoint/2010/main" val="215938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9</a:t>
            </a:fld>
            <a:endParaRPr lang="en-US" altLang="en-US">
              <a:latin typeface="Calibri" panose="020F0502020204030204" pitchFamily="34" charset="0"/>
            </a:endParaRPr>
          </a:p>
        </p:txBody>
      </p:sp>
    </p:spTree>
    <p:extLst>
      <p:ext uri="{BB962C8B-B14F-4D97-AF65-F5344CB8AC3E}">
        <p14:creationId xmlns:p14="http://schemas.microsoft.com/office/powerpoint/2010/main" val="11250938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25EDD236-6ACD-4BD3-9643-C20D99489A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5339968E-0A7C-4154-8923-E51F4CC8E12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9700" name="Slide Number Placeholder 3">
            <a:extLst>
              <a:ext uri="{FF2B5EF4-FFF2-40B4-BE49-F238E27FC236}">
                <a16:creationId xmlns:a16="http://schemas.microsoft.com/office/drawing/2014/main" id="{9DDB5042-1B09-45B7-9D40-FE9915B86E8C}"/>
              </a:ext>
            </a:extLst>
          </p:cNvPr>
          <p:cNvSpPr>
            <a:spLocks noGrp="1"/>
          </p:cNvSpPr>
          <p:nvPr>
            <p:ph type="sldNum" sz="quarter" idx="5"/>
          </p:nvPr>
        </p:nvSpPr>
        <p:spPr bwMode="auto">
          <a:ln>
            <a:miter lim="800000"/>
            <a:headEnd/>
            <a:tailEnd/>
          </a:ln>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E45C94D-BF6E-4DCE-8F3E-049AB8CDF9D0}" type="slidenum">
              <a:rPr lang="en-US" altLang="en-US">
                <a:latin typeface="Calibri" panose="020F0502020204030204" pitchFamily="34" charset="0"/>
              </a:rPr>
              <a:pPr eaLnBrk="1" hangingPunct="1"/>
              <a:t>11</a:t>
            </a:fld>
            <a:endParaRPr lang="en-US" altLang="en-US">
              <a:latin typeface="Calibri" panose="020F0502020204030204" pitchFamily="34" charset="0"/>
            </a:endParaRPr>
          </a:p>
        </p:txBody>
      </p:sp>
    </p:spTree>
    <p:extLst>
      <p:ext uri="{BB962C8B-B14F-4D97-AF65-F5344CB8AC3E}">
        <p14:creationId xmlns:p14="http://schemas.microsoft.com/office/powerpoint/2010/main" val="2420856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22105459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8230C76-717D-4A6D-87B8-9099E11C513A}" type="slidenum">
              <a:rPr lang="en-US" smtClean="0"/>
              <a:pPr/>
              <a:t>25</a:t>
            </a:fld>
            <a:endParaRPr lang="en-US"/>
          </a:p>
        </p:txBody>
      </p:sp>
    </p:spTree>
    <p:extLst>
      <p:ext uri="{BB962C8B-B14F-4D97-AF65-F5344CB8AC3E}">
        <p14:creationId xmlns:p14="http://schemas.microsoft.com/office/powerpoint/2010/main" val="776916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8230C76-717D-4A6D-87B8-9099E11C513A}" type="slidenum">
              <a:rPr lang="en-US" smtClean="0"/>
              <a:pPr/>
              <a:t>26</a:t>
            </a:fld>
            <a:endParaRPr lang="en-US"/>
          </a:p>
        </p:txBody>
      </p:sp>
    </p:spTree>
    <p:extLst>
      <p:ext uri="{BB962C8B-B14F-4D97-AF65-F5344CB8AC3E}">
        <p14:creationId xmlns:p14="http://schemas.microsoft.com/office/powerpoint/2010/main" val="82509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8230C76-717D-4A6D-87B8-9099E11C513A}" type="slidenum">
              <a:rPr lang="en-US" smtClean="0"/>
              <a:pPr/>
              <a:t>51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8230C76-717D-4A6D-87B8-9099E11C513A}" type="slidenum">
              <a:rPr lang="en-US" smtClean="0"/>
              <a:pPr/>
              <a:t>72</a:t>
            </a:fld>
            <a:endParaRPr lang="en-US"/>
          </a:p>
        </p:txBody>
      </p:sp>
    </p:spTree>
    <p:extLst>
      <p:ext uri="{BB962C8B-B14F-4D97-AF65-F5344CB8AC3E}">
        <p14:creationId xmlns:p14="http://schemas.microsoft.com/office/powerpoint/2010/main" val="1657435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9B1642F-E42A-48FA-B34C-37F2223A5ED7}" type="slidenum">
              <a:rPr lang="en-US" smtClean="0"/>
              <a:pPr/>
              <a:t>97</a:t>
            </a:fld>
            <a:endParaRPr lang="en-US"/>
          </a:p>
        </p:txBody>
      </p:sp>
    </p:spTree>
    <p:extLst>
      <p:ext uri="{BB962C8B-B14F-4D97-AF65-F5344CB8AC3E}">
        <p14:creationId xmlns:p14="http://schemas.microsoft.com/office/powerpoint/2010/main" val="1974009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0C9392B-8678-4C29-B884-E6B11277D058}"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0D17A9-DBAC-489F-9850-D8D164EB6093}"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087299-BF41-4F51-9C33-A483F840CC5F}"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82887C2-9EA0-4FFA-8AD9-372ED4234CF8}"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ED04B6-8FBB-412B-8FEB-43E9430673FA}" type="datetime1">
              <a:rPr lang="en-US" smtClean="0"/>
              <a:t>5/1/2026</a:t>
            </a:fld>
            <a:endParaRPr lang="en-US"/>
          </a:p>
        </p:txBody>
      </p:sp>
      <p:sp>
        <p:nvSpPr>
          <p:cNvPr id="8" name="Footer Placeholder 7"/>
          <p:cNvSpPr>
            <a:spLocks noGrp="1"/>
          </p:cNvSpPr>
          <p:nvPr>
            <p:ph type="ftr" sz="quarter" idx="11"/>
          </p:nvPr>
        </p:nvSpPr>
        <p:spPr/>
        <p:txBody>
          <a:bodyPr/>
          <a:lstStyle/>
          <a:p>
            <a:r>
              <a:rPr lang="sv-SE"/>
              <a:t>Mr. Minhaj Nezami   AOE0861    TQM    Unit-2                         </a:t>
            </a:r>
            <a:endParaRPr lang="en-US" dirty="0"/>
          </a:p>
        </p:txBody>
      </p:sp>
      <p:sp>
        <p:nvSpPr>
          <p:cNvPr id="9" name="Slide Number Placeholder 8"/>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92AD577-4F88-4B04-B2A6-99F36C75669D}"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413B02-75C3-44D4-8E5A-216DEEA5E66F}" type="datetime1">
              <a:rPr lang="en-US" smtClean="0"/>
              <a:t>5/1/2026</a:t>
            </a:fld>
            <a:endParaRPr lang="en-US"/>
          </a:p>
        </p:txBody>
      </p:sp>
      <p:sp>
        <p:nvSpPr>
          <p:cNvPr id="3" name="Footer Placeholder 2"/>
          <p:cNvSpPr>
            <a:spLocks noGrp="1"/>
          </p:cNvSpPr>
          <p:nvPr>
            <p:ph type="ftr" sz="quarter" idx="11"/>
          </p:nvPr>
        </p:nvSpPr>
        <p:spPr/>
        <p:txBody>
          <a:bodyPr/>
          <a:lstStyle/>
          <a:p>
            <a:r>
              <a:rPr lang="sv-SE"/>
              <a:t>Mr. Minhaj Nezami   AOE0861    TQM    Unit-2                         </a:t>
            </a:r>
            <a:endParaRPr lang="en-US" dirty="0"/>
          </a:p>
        </p:txBody>
      </p:sp>
      <p:sp>
        <p:nvSpPr>
          <p:cNvPr id="4" name="Slide Number Placeholder 3"/>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C95D769-5427-43B5-A6D3-2D390DE49D66}"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3E13732-51F4-4958-A9F2-7250C4A01C43}" type="datetime1">
              <a:rPr lang="en-US" smtClean="0"/>
              <a:t>5/1/2026</a:t>
            </a:fld>
            <a:endParaRPr lang="en-US"/>
          </a:p>
        </p:txBody>
      </p:sp>
      <p:sp>
        <p:nvSpPr>
          <p:cNvPr id="6" name="Footer Placeholder 5"/>
          <p:cNvSpPr>
            <a:spLocks noGrp="1"/>
          </p:cNvSpPr>
          <p:nvPr>
            <p:ph type="ftr" sz="quarter" idx="11"/>
          </p:nvPr>
        </p:nvSpPr>
        <p:spPr/>
        <p:txBody>
          <a:bodyPr/>
          <a:lstStyle/>
          <a:p>
            <a:r>
              <a:rPr lang="sv-SE"/>
              <a:t>Mr. Minhaj Nezami   AOE0861    TQM    Unit-2                         </a:t>
            </a:r>
            <a:endParaRPr lang="en-US" dirty="0"/>
          </a:p>
        </p:txBody>
      </p:sp>
      <p:sp>
        <p:nvSpPr>
          <p:cNvPr id="7" name="Slide Number Placeholder 6"/>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02D46F-06A2-45A1-8710-7D0513D197BB}"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94A9FB-0057-4361-8F7A-7977ADEFCED5}"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98942D1A-943E-4A86-8308-2F95E8B419B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A359CDA-4DA0-4913-AD48-F8189F15231E}" type="datetime1">
              <a:rPr lang="en-US" smtClean="0"/>
              <a:t>5/1/2026</a:t>
            </a:fld>
            <a:endParaRPr lang="en-US"/>
          </a:p>
        </p:txBody>
      </p:sp>
      <p:sp>
        <p:nvSpPr>
          <p:cNvPr id="5" name="Footer Placeholder 4"/>
          <p:cNvSpPr>
            <a:spLocks noGrp="1"/>
          </p:cNvSpPr>
          <p:nvPr>
            <p:ph type="ftr" sz="quarter" idx="11"/>
          </p:nvPr>
        </p:nvSpPr>
        <p:spPr/>
        <p:txBody>
          <a:bodyPr/>
          <a:lstStyle/>
          <a:p>
            <a:r>
              <a:rPr lang="sv-SE"/>
              <a:t>Mr. Minhaj Nezami   AOE0861    TQM    Unit-2                         </a:t>
            </a:r>
            <a:endParaRPr lang="en-US" dirty="0"/>
          </a:p>
        </p:txBody>
      </p:sp>
      <p:sp>
        <p:nvSpPr>
          <p:cNvPr id="6" name="Slide Number Placeholder 5"/>
          <p:cNvSpPr>
            <a:spLocks noGrp="1"/>
          </p:cNvSpPr>
          <p:nvPr>
            <p:ph type="sldNum" sz="quarter" idx="12"/>
          </p:nvPr>
        </p:nvSpPr>
        <p:spPr/>
        <p:txBody>
          <a:bodyPr/>
          <a:lstStyle/>
          <a:p>
            <a:fld id="{6F9321E1-CE2D-48AA-BDE6-A6B4CFB39523}" type="slidenum">
              <a:rPr lang="en-US" smtClean="0"/>
              <a:pPr/>
              <a:t>‹#›</a:t>
            </a:fld>
            <a:endParaRPr lang="en-US"/>
          </a:p>
        </p:txBody>
      </p:sp>
    </p:spTree>
    <p:extLst>
      <p:ext uri="{BB962C8B-B14F-4D97-AF65-F5344CB8AC3E}">
        <p14:creationId xmlns:p14="http://schemas.microsoft.com/office/powerpoint/2010/main" val="12874928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01622-499E-40B6-A11E-F3845CE30521}" type="datetime1">
              <a:rPr lang="en-US" smtClean="0"/>
              <a:t>5/1/2026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sv-SE"/>
              <a:t>Mr. Minhaj Nezami   AOE0861    TQM    Unit-2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942D1A-943E-4A86-8308-2F95E8B419B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jpe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30.png"/></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30.png"/></Relationships>
</file>

<file path=ppt/slides/_rels/slide7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30.png"/></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30.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7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png"/><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30.png"/></Relationships>
</file>

<file path=ppt/slides/_rels/slide7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8" Type="http://schemas.openxmlformats.org/officeDocument/2006/relationships/hyperlink" Target="https://www.researchgate.net/publication/318654507_Total_Quality_Management_Notes" TargetMode="External"/><Relationship Id="rId3" Type="http://schemas.openxmlformats.org/officeDocument/2006/relationships/hyperlink" Target="https://www.youtube.com/watch?v=yWlAOFs04go" TargetMode="External"/><Relationship Id="rId7" Type="http://schemas.openxmlformats.org/officeDocument/2006/relationships/hyperlink" Target="https://www.youtube.com/watch?v=HkdoR-NNEoI" TargetMode="External"/><Relationship Id="rId2" Type="http://schemas.openxmlformats.org/officeDocument/2006/relationships/hyperlink" Target="https://www.youtube.com/watch?v=Q3EOCAuExJU" TargetMode="External"/><Relationship Id="rId1" Type="http://schemas.openxmlformats.org/officeDocument/2006/relationships/slideLayout" Target="../slideLayouts/slideLayout2.xml"/><Relationship Id="rId6" Type="http://schemas.openxmlformats.org/officeDocument/2006/relationships/hyperlink" Target="https://www.youtube.com/watch?v=2ePeXePNLrs" TargetMode="External"/><Relationship Id="rId5" Type="http://schemas.openxmlformats.org/officeDocument/2006/relationships/hyperlink" Target="https://www.youtube.com/watch?v=qb3mvJ1gb9g" TargetMode="External"/><Relationship Id="rId10" Type="http://schemas.openxmlformats.org/officeDocument/2006/relationships/image" Target="../media/image3.png"/><Relationship Id="rId4" Type="http://schemas.openxmlformats.org/officeDocument/2006/relationships/hyperlink" Target="https://www.youtube.com/watch?v=QifqIoUNTJM" TargetMode="External"/><Relationship Id="rId9" Type="http://schemas.openxmlformats.org/officeDocument/2006/relationships/hyperlink" Target="http://www.mescenter.ru/images/abook_file/Total_Quality_Management_and_Six_Sigma.pdf" TargetMode="Externa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9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0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researchgate.net/publication/318654507_Total_Quality_Management_Notes" TargetMode="Externa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3.png"/></Relationships>
</file>

<file path=ppt/slides/_rels/slide1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447800" y="1219782"/>
            <a:ext cx="6400800" cy="1171301"/>
          </a:xfrm>
        </p:spPr>
        <p:style>
          <a:lnRef idx="2">
            <a:schemeClr val="accent5"/>
          </a:lnRef>
          <a:fillRef idx="1">
            <a:schemeClr val="lt1"/>
          </a:fillRef>
          <a:effectRef idx="0">
            <a:schemeClr val="accent5"/>
          </a:effectRef>
          <a:fontRef idx="minor">
            <a:schemeClr val="dk1"/>
          </a:fontRef>
        </p:style>
        <p:txBody>
          <a:bodyPr>
            <a:normAutofit/>
          </a:bodyPr>
          <a:lstStyle/>
          <a:p>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b="1" dirty="0">
                <a:solidFill>
                  <a:schemeClr val="tx1"/>
                </a:solidFill>
                <a:latin typeface="Times New Roman" panose="02020603050405020304" pitchFamily="18" charset="0"/>
                <a:cs typeface="Times New Roman" panose="02020603050405020304" pitchFamily="18" charset="0"/>
              </a:rPr>
              <a:t>TQM Thinkers and Thoughts</a:t>
            </a:r>
          </a:p>
        </p:txBody>
      </p:sp>
      <p:sp>
        <p:nvSpPr>
          <p:cNvPr id="6" name="Subtitle 2"/>
          <p:cNvSpPr txBox="1">
            <a:spLocks/>
          </p:cNvSpPr>
          <p:nvPr/>
        </p:nvSpPr>
        <p:spPr>
          <a:xfrm>
            <a:off x="4572000" y="3962400"/>
            <a:ext cx="43434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lvl="0" algn="ctr">
              <a:spcBef>
                <a:spcPct val="20000"/>
              </a:spcBef>
              <a:defRPr/>
            </a:pPr>
            <a:r>
              <a:rPr lang="en-US" sz="2000" dirty="0">
                <a:solidFill>
                  <a:schemeClr val="tx1"/>
                </a:solidFill>
                <a:latin typeface="Times New Roman" pitchFamily="18" charset="0"/>
                <a:cs typeface="Times New Roman" pitchFamily="18" charset="0"/>
              </a:rPr>
              <a:t>Faculty Name – Mr. Minhaj Nezami</a:t>
            </a:r>
          </a:p>
          <a:p>
            <a:pPr lvl="0" algn="ctr">
              <a:spcBef>
                <a:spcPct val="20000"/>
              </a:spcBef>
              <a:defRPr/>
            </a:pPr>
            <a:r>
              <a:rPr lang="en-US" sz="2000" dirty="0">
                <a:solidFill>
                  <a:schemeClr val="tx1"/>
                </a:solidFill>
                <a:latin typeface="Times New Roman" pitchFamily="18" charset="0"/>
                <a:cs typeface="Times New Roman" pitchFamily="18" charset="0"/>
              </a:rPr>
              <a:t>Assistant Professor </a:t>
            </a:r>
          </a:p>
          <a:p>
            <a:pPr lvl="0" algn="ctr">
              <a:spcBef>
                <a:spcPct val="20000"/>
              </a:spcBef>
              <a:defRPr/>
            </a:pPr>
            <a:r>
              <a:rPr lang="en-US" sz="2000" dirty="0">
                <a:solidFill>
                  <a:schemeClr val="tx1"/>
                </a:solidFill>
                <a:latin typeface="Times New Roman" pitchFamily="18" charset="0"/>
                <a:cs typeface="Times New Roman" pitchFamily="18" charset="0"/>
              </a:rPr>
              <a:t>Department - IT</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10" name="Slide Number Placeholder 9"/>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a:t>
            </a:fld>
            <a:endParaRPr lang="en-US">
              <a:latin typeface="Times New Roman" panose="02020603050405020304" pitchFamily="18" charset="0"/>
              <a:cs typeface="Times New Roman" panose="02020603050405020304" pitchFamily="18" charset="0"/>
            </a:endParaRPr>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6477000" y="2590800"/>
            <a:ext cx="1524000" cy="1524000"/>
          </a:xfrm>
          <a:prstGeom prst="rect">
            <a:avLst/>
          </a:prstGeom>
          <a:noFill/>
        </p:spPr>
      </p:pic>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Unit:</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2</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3" name="Footer Placeholder 12"/>
          <p:cNvSpPr>
            <a:spLocks noGrp="1"/>
          </p:cNvSpPr>
          <p:nvPr>
            <p:ph type="ftr" sz="quarter" idx="11"/>
          </p:nvPr>
        </p:nvSpPr>
        <p:spPr>
          <a:xfrm>
            <a:off x="2286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4" name="Subtitle 2"/>
          <p:cNvSpPr txBox="1">
            <a:spLocks/>
          </p:cNvSpPr>
          <p:nvPr/>
        </p:nvSpPr>
        <p:spPr>
          <a:xfrm>
            <a:off x="152400" y="3810001"/>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Subject</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Name –  Total Quality Management</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rPr>
              <a:t>Course</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 </a:t>
            </a:r>
            <a:r>
              <a:rPr lang="en-US" sz="2200" noProof="0" dirty="0">
                <a:solidFill>
                  <a:schemeClr val="tx1"/>
                </a:solidFill>
                <a:latin typeface="Times New Roman" panose="02020603050405020304" pitchFamily="18" charset="0"/>
                <a:cs typeface="Times New Roman" panose="02020603050405020304" pitchFamily="18" charset="0"/>
              </a:rPr>
              <a:t>B</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Tech </a:t>
            </a:r>
            <a:r>
              <a:rPr lang="en-US" sz="2200" dirty="0">
                <a:solidFill>
                  <a:schemeClr val="tx1"/>
                </a:solidFill>
                <a:latin typeface="Times New Roman" panose="02020603050405020304" pitchFamily="18" charset="0"/>
                <a:cs typeface="Times New Roman" panose="02020603050405020304" pitchFamily="18" charset="0"/>
              </a:rPr>
              <a:t>8</a:t>
            </a:r>
            <a:r>
              <a:rPr kumimoji="0" lang="en-US" sz="2200" b="0"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th</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r>
              <a:rPr lang="en-US" sz="2200" dirty="0">
                <a:solidFill>
                  <a:schemeClr val="tx1"/>
                </a:solidFill>
                <a:latin typeface="Times New Roman" panose="02020603050405020304" pitchFamily="18" charset="0"/>
                <a:cs typeface="Times New Roman" panose="02020603050405020304" pitchFamily="18" charset="0"/>
              </a:rPr>
              <a:t>S</a:t>
            </a:r>
            <a:r>
              <a:rPr kumimoji="0" lang="en-US" sz="2200" b="0" i="0" u="none" strike="noStrike" kern="1200" cap="none" spc="0" normalizeH="0" noProof="0" dirty="0" err="1">
                <a:ln>
                  <a:noFill/>
                </a:ln>
                <a:solidFill>
                  <a:schemeClr val="tx1"/>
                </a:solidFill>
                <a:effectLst/>
                <a:uLnTx/>
                <a:uFillTx/>
                <a:latin typeface="Times New Roman" panose="02020603050405020304" pitchFamily="18" charset="0"/>
                <a:cs typeface="Times New Roman" panose="02020603050405020304" pitchFamily="18" charset="0"/>
              </a:rPr>
              <a:t>emester</a:t>
            </a:r>
            <a:r>
              <a:rPr kumimoji="0" lang="en-US" sz="2200" b="0" i="0" u="none" strike="noStrike" kern="1200" cap="none" spc="0" normalizeH="0" noProof="0" dirty="0">
                <a:ln>
                  <a:noFill/>
                </a:ln>
                <a:solidFill>
                  <a:schemeClr val="tx1"/>
                </a:solidFill>
                <a:effectLst/>
                <a:uLnTx/>
                <a:uFillTx/>
                <a:latin typeface="Times New Roman" panose="02020603050405020304" pitchFamily="18" charset="0"/>
                <a:cs typeface="Times New Roman" panose="02020603050405020304" pitchFamily="18" charset="0"/>
              </a:rPr>
              <a:t> </a:t>
            </a:r>
            <a:endParaRPr kumimoji="0" lang="en-US" sz="22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7A1666E-3794-4542-8F75-043A9FB37C5B}"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5"/>
          <a:stretch>
            <a:fillRect/>
          </a:stretch>
        </p:blipFill>
        <p:spPr>
          <a:xfrm>
            <a:off x="0" y="-5047"/>
            <a:ext cx="1752600" cy="1024530"/>
          </a:xfrm>
          <a:prstGeom prst="rect">
            <a:avLst/>
          </a:prstGeom>
        </p:spPr>
      </p:pic>
      <p:pic>
        <p:nvPicPr>
          <p:cNvPr id="9" name="Picture 8"/>
          <p:cNvPicPr>
            <a:picLocks noChangeAspect="1"/>
          </p:cNvPicPr>
          <p:nvPr/>
        </p:nvPicPr>
        <p:blipFill>
          <a:blip r:embed="rId6"/>
          <a:stretch>
            <a:fillRect/>
          </a:stretch>
        </p:blipFill>
        <p:spPr>
          <a:xfrm>
            <a:off x="1752599" y="-35216"/>
            <a:ext cx="7419109" cy="1147063"/>
          </a:xfrm>
          <a:prstGeom prst="rect">
            <a:avLst/>
          </a:prstGeom>
        </p:spPr>
      </p:pic>
      <p:pic>
        <p:nvPicPr>
          <p:cNvPr id="2" name="Picture 1">
            <a:extLst>
              <a:ext uri="{FF2B5EF4-FFF2-40B4-BE49-F238E27FC236}">
                <a16:creationId xmlns:a16="http://schemas.microsoft.com/office/drawing/2014/main" id="{6F399C60-8067-DE92-8595-93E97886859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32307" y="2404865"/>
            <a:ext cx="1295400" cy="15437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14400"/>
            <a:ext cx="8305800" cy="5181600"/>
          </a:xfrm>
        </p:spPr>
        <p:txBody>
          <a:bodyPr>
            <a:normAutofit/>
          </a:bodyPr>
          <a:lstStyle/>
          <a:p>
            <a:pPr>
              <a:buNone/>
            </a:pPr>
            <a:r>
              <a:rPr lang="en-US" sz="2200" dirty="0">
                <a:solidFill>
                  <a:schemeClr val="dk1"/>
                </a:solidFill>
                <a:latin typeface="Times New Roman" panose="02020603050405020304" pitchFamily="18" charset="0"/>
                <a:cs typeface="Times New Roman" panose="02020603050405020304" pitchFamily="18" charset="0"/>
              </a:rPr>
              <a:t>            </a:t>
            </a:r>
            <a:endParaRPr lang="en-US" sz="2400" spc="-5" dirty="0">
              <a:solidFill>
                <a:srgbClr val="000000"/>
              </a:solidFill>
              <a:latin typeface="Georgia"/>
              <a:cs typeface="Georgia"/>
            </a:endParaRPr>
          </a:p>
          <a:p>
            <a:endParaRPr lang="en-US" sz="2400" dirty="0">
              <a:solidFill>
                <a:schemeClr val="dk1"/>
              </a:solidFill>
              <a:latin typeface="Times New Roman" panose="02020603050405020304" pitchFamily="18" charset="0"/>
              <a:cs typeface="Times New Roman" panose="02020603050405020304" pitchFamily="18" charset="0"/>
            </a:endParaRPr>
          </a:p>
          <a:p>
            <a:pPr lvl="0"/>
            <a:endParaRPr lang="en-US" sz="2400" spc="-5" dirty="0">
              <a:solidFill>
                <a:srgbClr val="000000"/>
              </a:solidFill>
              <a:latin typeface="Georgia"/>
              <a:cs typeface="Georgia"/>
            </a:endParaRPr>
          </a:p>
          <a:p>
            <a:pPr lvl="0"/>
            <a:endParaRPr lang="en-US" sz="2200" dirty="0">
              <a:solidFill>
                <a:schemeClr val="dk1"/>
              </a:solidFill>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24877F78-9E53-43AE-A9F0-60F39878D6AD}" type="datetime1">
              <a:rPr lang="en-US" smtClean="0"/>
              <a:t>5/1/2026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13" name="Footer Placeholder 12"/>
          <p:cNvSpPr>
            <a:spLocks noGrp="1"/>
          </p:cNvSpPr>
          <p:nvPr>
            <p:ph type="ftr" sz="quarter" idx="11"/>
          </p:nvPr>
        </p:nvSpPr>
        <p:spPr>
          <a:xfrm>
            <a:off x="2286000" y="6248415"/>
            <a:ext cx="5232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3"/>
          <a:stretch>
            <a:fillRect/>
          </a:stretch>
        </p:blipFill>
        <p:spPr>
          <a:xfrm>
            <a:off x="9236" y="0"/>
            <a:ext cx="1755800" cy="1024217"/>
          </a:xfrm>
          <a:prstGeom prst="rect">
            <a:avLst/>
          </a:prstGeom>
        </p:spPr>
      </p:pic>
      <p:pic>
        <p:nvPicPr>
          <p:cNvPr id="14" name="Picture 13"/>
          <p:cNvPicPr>
            <a:picLocks noChangeAspect="1"/>
          </p:cNvPicPr>
          <p:nvPr/>
        </p:nvPicPr>
        <p:blipFill>
          <a:blip r:embed="rId4"/>
          <a:stretch>
            <a:fillRect/>
          </a:stretch>
        </p:blipFill>
        <p:spPr>
          <a:xfrm>
            <a:off x="1765037" y="-15242"/>
            <a:ext cx="7378963" cy="1054699"/>
          </a:xfrm>
          <a:prstGeom prst="rect">
            <a:avLst/>
          </a:prstGeom>
        </p:spPr>
      </p:pic>
      <p:pic>
        <p:nvPicPr>
          <p:cNvPr id="9" name="Picture 8"/>
          <p:cNvPicPr>
            <a:picLocks noChangeAspect="1"/>
          </p:cNvPicPr>
          <p:nvPr/>
        </p:nvPicPr>
        <p:blipFill>
          <a:blip r:embed="rId5"/>
          <a:stretch>
            <a:fillRect/>
          </a:stretch>
        </p:blipFill>
        <p:spPr>
          <a:xfrm>
            <a:off x="533400" y="827095"/>
            <a:ext cx="8077200" cy="5203810"/>
          </a:xfrm>
          <a:prstGeom prst="rect">
            <a:avLst/>
          </a:prstGeom>
        </p:spPr>
      </p:pic>
    </p:spTree>
    <p:extLst>
      <p:ext uri="{BB962C8B-B14F-4D97-AF65-F5344CB8AC3E}">
        <p14:creationId xmlns:p14="http://schemas.microsoft.com/office/powerpoint/2010/main" val="977377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83623"/>
            <a:ext cx="8305800" cy="4912377"/>
          </a:xfrm>
        </p:spPr>
        <p:txBody>
          <a:bodyPr>
            <a:normAutofit fontScale="92500" lnSpcReduction="20000"/>
          </a:bodyPr>
          <a:lstStyle/>
          <a:p>
            <a:r>
              <a:rPr lang="en-US" sz="2200" dirty="0">
                <a:latin typeface="Times New Roman" panose="02020603050405020304" pitchFamily="18" charset="0"/>
                <a:cs typeface="Times New Roman" panose="02020603050405020304" pitchFamily="18" charset="0"/>
              </a:rPr>
              <a:t>Course Objectives		</a:t>
            </a:r>
          </a:p>
          <a:p>
            <a:r>
              <a:rPr lang="en-US" sz="2200" dirty="0">
                <a:latin typeface="Times New Roman" panose="02020603050405020304" pitchFamily="18" charset="0"/>
                <a:cs typeface="Times New Roman" panose="02020603050405020304" pitchFamily="18" charset="0"/>
              </a:rPr>
              <a:t>Course Outcomes</a:t>
            </a:r>
          </a:p>
          <a:p>
            <a:r>
              <a:rPr lang="en-US" sz="2200" dirty="0">
                <a:latin typeface="Times New Roman" panose="02020603050405020304" pitchFamily="18" charset="0"/>
                <a:cs typeface="Times New Roman" panose="02020603050405020304" pitchFamily="18" charset="0"/>
              </a:rPr>
              <a:t>Program Outcome</a:t>
            </a:r>
          </a:p>
          <a:p>
            <a:pPr lvl="0"/>
            <a:r>
              <a:rPr lang="en-US" sz="2200" dirty="0">
                <a:solidFill>
                  <a:schemeClr val="dk1"/>
                </a:solidFill>
                <a:latin typeface="Times New Roman" panose="02020603050405020304" pitchFamily="18" charset="0"/>
                <a:cs typeface="Times New Roman" panose="02020603050405020304" pitchFamily="18" charset="0"/>
              </a:rPr>
              <a:t>CO-PO Mapping</a:t>
            </a:r>
          </a:p>
          <a:p>
            <a:pPr lvl="0"/>
            <a:r>
              <a:rPr lang="en-US" sz="2200" dirty="0">
                <a:solidFill>
                  <a:schemeClr val="dk1"/>
                </a:solidFill>
                <a:latin typeface="Times New Roman" panose="02020603050405020304" pitchFamily="18" charset="0"/>
                <a:cs typeface="Times New Roman" panose="02020603050405020304" pitchFamily="18" charset="0"/>
              </a:rPr>
              <a:t>Program Specific Outcome</a:t>
            </a:r>
          </a:p>
          <a:p>
            <a:pPr lvl="0"/>
            <a:r>
              <a:rPr lang="en-US" sz="2200" dirty="0">
                <a:solidFill>
                  <a:schemeClr val="dk1"/>
                </a:solidFill>
                <a:latin typeface="Times New Roman" panose="02020603050405020304" pitchFamily="18" charset="0"/>
                <a:cs typeface="Times New Roman" panose="02020603050405020304" pitchFamily="18" charset="0"/>
              </a:rPr>
              <a:t>CO-PSO Mapping</a:t>
            </a:r>
          </a:p>
          <a:p>
            <a:pPr lvl="0"/>
            <a:r>
              <a:rPr lang="en-US" sz="2200" dirty="0">
                <a:solidFill>
                  <a:schemeClr val="dk1"/>
                </a:solidFill>
                <a:latin typeface="Times New Roman" panose="02020603050405020304" pitchFamily="18" charset="0"/>
                <a:cs typeface="Times New Roman" panose="02020603050405020304" pitchFamily="18" charset="0"/>
              </a:rPr>
              <a:t>Program Educational Objectives</a:t>
            </a:r>
          </a:p>
          <a:p>
            <a:pPr lvl="0"/>
            <a:r>
              <a:rPr lang="en-US" sz="2200" dirty="0">
                <a:solidFill>
                  <a:schemeClr val="dk1"/>
                </a:solidFill>
                <a:latin typeface="Times New Roman" panose="02020603050405020304" pitchFamily="18" charset="0"/>
                <a:cs typeface="Times New Roman" panose="02020603050405020304" pitchFamily="18" charset="0"/>
              </a:rPr>
              <a:t>Recap  and Precap</a:t>
            </a:r>
          </a:p>
          <a:p>
            <a:pPr lvl="0"/>
            <a:r>
              <a:rPr lang="en-US" sz="2200" dirty="0">
                <a:solidFill>
                  <a:schemeClr val="dk1"/>
                </a:solidFill>
                <a:latin typeface="Times New Roman" panose="02020603050405020304" pitchFamily="18" charset="0"/>
                <a:cs typeface="Times New Roman" panose="02020603050405020304" pitchFamily="18" charset="0"/>
              </a:rPr>
              <a:t>Syllabus of Unit 2</a:t>
            </a:r>
          </a:p>
          <a:p>
            <a:r>
              <a:rPr lang="en-US" sz="2200" dirty="0">
                <a:solidFill>
                  <a:schemeClr val="dk1"/>
                </a:solidFill>
                <a:latin typeface="Times New Roman" panose="02020603050405020304" pitchFamily="18" charset="0"/>
                <a:cs typeface="Times New Roman" panose="02020603050405020304" pitchFamily="18" charset="0"/>
              </a:rPr>
              <a:t>Recap  of  </a:t>
            </a:r>
            <a:r>
              <a:rPr lang="en-US" sz="2200" dirty="0">
                <a:latin typeface="Times New Roman" panose="02020603050405020304" pitchFamily="18" charset="0"/>
                <a:cs typeface="Times New Roman" panose="02020603050405020304" pitchFamily="18" charset="0"/>
              </a:rPr>
              <a:t>Deming point</a:t>
            </a:r>
          </a:p>
          <a:p>
            <a:r>
              <a:rPr lang="en-US" sz="2200" dirty="0">
                <a:solidFill>
                  <a:schemeClr val="dk1"/>
                </a:solidFill>
                <a:latin typeface="Times New Roman" panose="02020603050405020304" pitchFamily="18" charset="0"/>
                <a:cs typeface="Times New Roman" panose="02020603050405020304" pitchFamily="18" charset="0"/>
              </a:rPr>
              <a:t>Objective  of  TQM</a:t>
            </a:r>
          </a:p>
          <a:p>
            <a:pPr marL="355600">
              <a:spcBef>
                <a:spcPts val="265"/>
              </a:spcBef>
              <a:tabLst>
                <a:tab pos="354965" algn="l"/>
                <a:tab pos="355600" algn="l"/>
              </a:tabLst>
            </a:pPr>
            <a:r>
              <a:rPr lang="en-US" sz="2200" spc="-5" dirty="0">
                <a:latin typeface="Times New Roman" panose="02020603050405020304" pitchFamily="18" charset="0"/>
                <a:cs typeface="Times New Roman" panose="02020603050405020304" pitchFamily="18" charset="0"/>
              </a:rPr>
              <a:t>TQM Details.</a:t>
            </a:r>
          </a:p>
          <a:p>
            <a:pPr marL="355600">
              <a:spcBef>
                <a:spcPts val="265"/>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Recap of TQM</a:t>
            </a:r>
          </a:p>
          <a:p>
            <a:pPr marL="355600">
              <a:spcBef>
                <a:spcPts val="265"/>
              </a:spcBef>
              <a:buFont typeface="Arial"/>
              <a:buChar char="•"/>
              <a:tabLst>
                <a:tab pos="354965" algn="l"/>
                <a:tab pos="355600" algn="l"/>
              </a:tabLst>
            </a:pPr>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Quality Councils</a:t>
            </a:r>
          </a:p>
          <a:p>
            <a:pPr marL="355600">
              <a:spcBef>
                <a:spcPts val="26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Quality Councils</a:t>
            </a:r>
          </a:p>
          <a:p>
            <a:pPr marL="355600">
              <a:spcBef>
                <a:spcPts val="265"/>
              </a:spcBef>
              <a:buFont typeface="Arial"/>
              <a:buChar char="•"/>
              <a:tabLst>
                <a:tab pos="354965" algn="l"/>
                <a:tab pos="355600" algn="l"/>
              </a:tabLst>
            </a:pPr>
            <a:endParaRPr lang="en-US"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a:xfrm>
            <a:off x="6553200" y="6356351"/>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a:t>
            </a:fld>
            <a:endParaRPr lang="en-US">
              <a:latin typeface="Times New Roman" panose="02020603050405020304" pitchFamily="18" charset="0"/>
              <a:cs typeface="Times New Roman" panose="02020603050405020304" pitchFamily="18" charset="0"/>
            </a:endParaRPr>
          </a:p>
        </p:txBody>
      </p:sp>
      <p:sp>
        <p:nvSpPr>
          <p:cNvPr id="13" name="Footer Placeholder 12"/>
          <p:cNvSpPr>
            <a:spLocks noGrp="1"/>
          </p:cNvSpPr>
          <p:nvPr>
            <p:ph type="ftr" sz="quarter" idx="11"/>
          </p:nvPr>
        </p:nvSpPr>
        <p:spPr>
          <a:xfrm>
            <a:off x="2286000" y="6248416"/>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a:xfrm>
            <a:off x="457200" y="6356351"/>
            <a:ext cx="2133600" cy="365125"/>
          </a:xfrm>
        </p:spPr>
        <p:txBody>
          <a:bodyPr/>
          <a:lstStyle/>
          <a:p>
            <a:fld id="{795BCE08-6013-4DC6-AD8C-CB2C30B4F09C}"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25400" y="0"/>
            <a:ext cx="1755800" cy="1183625"/>
          </a:xfrm>
          <a:prstGeom prst="rect">
            <a:avLst/>
          </a:prstGeom>
        </p:spPr>
      </p:pic>
      <p:sp>
        <p:nvSpPr>
          <p:cNvPr id="8" name="Title 1"/>
          <p:cNvSpPr txBox="1">
            <a:spLocks noGrp="1"/>
          </p:cNvSpPr>
          <p:nvPr>
            <p:ph type="title"/>
          </p:nvPr>
        </p:nvSpPr>
        <p:spPr>
          <a:xfrm>
            <a:off x="1512455" y="10690"/>
            <a:ext cx="7631545" cy="7459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r>
              <a:rPr lang="en-US" sz="2800" b="1" dirty="0">
                <a:latin typeface="Times New Roman" panose="02020603050405020304" pitchFamily="18" charset="0"/>
                <a:cs typeface="Times New Roman" panose="02020603050405020304" pitchFamily="18" charset="0"/>
              </a:rPr>
              <a:t>Contents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143000"/>
            <a:ext cx="8305800" cy="4953000"/>
          </a:xfrm>
        </p:spPr>
        <p:txBody>
          <a:bodyPr>
            <a:normAutofit lnSpcReduction="10000"/>
          </a:bodyPr>
          <a:lstStyle/>
          <a:p>
            <a:r>
              <a:rPr lang="en-US" sz="2200" dirty="0">
                <a:solidFill>
                  <a:schemeClr val="dk1"/>
                </a:solidFill>
                <a:latin typeface="Times New Roman" panose="02020603050405020304" pitchFamily="18" charset="0"/>
                <a:cs typeface="Times New Roman" panose="02020603050405020304" pitchFamily="18" charset="0"/>
              </a:rPr>
              <a:t>Recap   of  </a:t>
            </a:r>
            <a:r>
              <a:rPr lang="en-US" sz="2200" dirty="0">
                <a:latin typeface="Times New Roman" panose="02020603050405020304" pitchFamily="18" charset="0"/>
                <a:cs typeface="Times New Roman" panose="02020603050405020304" pitchFamily="18" charset="0"/>
              </a:rPr>
              <a:t>Quality Councils</a:t>
            </a:r>
          </a:p>
          <a:p>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Quality Cost</a:t>
            </a:r>
          </a:p>
          <a:p>
            <a:r>
              <a:rPr lang="en-US" sz="2200" dirty="0">
                <a:latin typeface="Times New Roman" panose="02020603050405020304" pitchFamily="18" charset="0"/>
                <a:cs typeface="Times New Roman" panose="02020603050405020304" pitchFamily="18" charset="0"/>
              </a:rPr>
              <a:t>Quality Cost</a:t>
            </a:r>
          </a:p>
          <a:p>
            <a:r>
              <a:rPr lang="en-US" sz="2200" dirty="0">
                <a:solidFill>
                  <a:schemeClr val="dk1"/>
                </a:solidFill>
                <a:latin typeface="Times New Roman" panose="02020603050405020304" pitchFamily="18" charset="0"/>
                <a:cs typeface="Times New Roman" panose="02020603050405020304" pitchFamily="18" charset="0"/>
              </a:rPr>
              <a:t>Recap of  </a:t>
            </a:r>
            <a:r>
              <a:rPr lang="en-US" sz="2200" dirty="0">
                <a:latin typeface="Times New Roman" panose="02020603050405020304" pitchFamily="18" charset="0"/>
                <a:cs typeface="Times New Roman" panose="02020603050405020304" pitchFamily="18" charset="0"/>
              </a:rPr>
              <a:t>Quality Cost</a:t>
            </a:r>
          </a:p>
          <a:p>
            <a:r>
              <a:rPr lang="en-US" sz="2200" dirty="0">
                <a:solidFill>
                  <a:schemeClr val="dk1"/>
                </a:solidFill>
                <a:latin typeface="Times New Roman" panose="02020603050405020304" pitchFamily="18" charset="0"/>
                <a:cs typeface="Times New Roman" panose="02020603050405020304" pitchFamily="18" charset="0"/>
              </a:rPr>
              <a:t>Objective  of  </a:t>
            </a:r>
            <a:r>
              <a:rPr lang="en-US" sz="2200" dirty="0">
                <a:latin typeface="Times New Roman" panose="02020603050405020304" pitchFamily="18" charset="0"/>
                <a:cs typeface="Times New Roman" panose="02020603050405020304" pitchFamily="18" charset="0"/>
              </a:rPr>
              <a:t>Team </a:t>
            </a:r>
          </a:p>
          <a:p>
            <a:r>
              <a:rPr lang="en-US" sz="2200" dirty="0">
                <a:latin typeface="Times New Roman" panose="02020603050405020304" pitchFamily="18" charset="0"/>
                <a:cs typeface="Times New Roman" panose="02020603050405020304" pitchFamily="18" charset="0"/>
              </a:rPr>
              <a:t>Team</a:t>
            </a:r>
          </a:p>
          <a:p>
            <a:r>
              <a:rPr lang="en-US" sz="2200" dirty="0">
                <a:latin typeface="Times New Roman" panose="02020603050405020304" pitchFamily="18" charset="0"/>
                <a:cs typeface="Times New Roman" panose="02020603050405020304" pitchFamily="18" charset="0"/>
              </a:rPr>
              <a:t>Video links</a:t>
            </a:r>
          </a:p>
          <a:p>
            <a:r>
              <a:rPr lang="en-US" sz="2200" dirty="0">
                <a:latin typeface="Times New Roman" panose="02020603050405020304" pitchFamily="18" charset="0"/>
                <a:cs typeface="Times New Roman" panose="02020603050405020304" pitchFamily="18" charset="0"/>
              </a:rPr>
              <a:t>Daily quiz</a:t>
            </a:r>
          </a:p>
          <a:p>
            <a:r>
              <a:rPr lang="en-US" sz="2200" dirty="0">
                <a:latin typeface="Times New Roman" panose="02020603050405020304" pitchFamily="18" charset="0"/>
                <a:cs typeface="Times New Roman" panose="02020603050405020304" pitchFamily="18" charset="0"/>
              </a:rPr>
              <a:t>Weekly assignments</a:t>
            </a:r>
          </a:p>
          <a:p>
            <a:r>
              <a:rPr lang="en-US" sz="2200" dirty="0">
                <a:latin typeface="Times New Roman" panose="02020603050405020304" pitchFamily="18" charset="0"/>
                <a:cs typeface="Times New Roman" panose="02020603050405020304" pitchFamily="18" charset="0"/>
              </a:rPr>
              <a:t>MCQs</a:t>
            </a:r>
          </a:p>
          <a:p>
            <a:r>
              <a:rPr lang="en-US" sz="2200" dirty="0">
                <a:latin typeface="Times New Roman" panose="02020603050405020304" pitchFamily="18" charset="0"/>
                <a:cs typeface="Times New Roman" panose="02020603050405020304" pitchFamily="18" charset="0"/>
              </a:rPr>
              <a:t>Old question papers</a:t>
            </a:r>
          </a:p>
          <a:p>
            <a:r>
              <a:rPr lang="en-US" sz="2200" dirty="0">
                <a:latin typeface="Times New Roman" panose="02020603050405020304" pitchFamily="18" charset="0"/>
                <a:cs typeface="Times New Roman" panose="02020603050405020304" pitchFamily="18" charset="0"/>
              </a:rPr>
              <a:t>Expected questions for university exam</a:t>
            </a:r>
          </a:p>
          <a:p>
            <a:r>
              <a:rPr lang="en-US" sz="2200" dirty="0">
                <a:latin typeface="Times New Roman" panose="02020603050405020304" pitchFamily="18" charset="0"/>
                <a:cs typeface="Times New Roman" panose="02020603050405020304" pitchFamily="18" charset="0"/>
              </a:rPr>
              <a:t>Summary</a:t>
            </a:r>
          </a:p>
          <a:p>
            <a:pPr marL="355600">
              <a:spcBef>
                <a:spcPts val="265"/>
              </a:spcBef>
              <a:buFont typeface="Arial"/>
              <a:buChar char="•"/>
              <a:tabLst>
                <a:tab pos="354965" algn="l"/>
                <a:tab pos="355600" algn="l"/>
              </a:tabLst>
            </a:pPr>
            <a:endParaRPr lang="en-US" sz="2200"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a:t>
            </a:fld>
            <a:endParaRPr lang="en-US">
              <a:latin typeface="Times New Roman" panose="02020603050405020304" pitchFamily="18" charset="0"/>
              <a:cs typeface="Times New Roman" panose="02020603050405020304" pitchFamily="18" charset="0"/>
            </a:endParaRPr>
          </a:p>
        </p:txBody>
      </p:sp>
      <p:sp>
        <p:nvSpPr>
          <p:cNvPr id="13" name="Footer Placeholder 12"/>
          <p:cNvSpPr>
            <a:spLocks noGrp="1"/>
          </p:cNvSpPr>
          <p:nvPr>
            <p:ph type="ftr" sz="quarter" idx="11"/>
          </p:nvPr>
        </p:nvSpPr>
        <p:spPr>
          <a:xfrm>
            <a:off x="18288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7A61C3BC-D14B-42C6-BD6D-0D73929701C0}"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1828166" y="-39713"/>
            <a:ext cx="7315834" cy="1030313"/>
          </a:xfrm>
          <a:prstGeom prst="rect">
            <a:avLst/>
          </a:prstGeom>
        </p:spPr>
      </p:pic>
      <p:pic>
        <p:nvPicPr>
          <p:cNvPr id="5" name="Picture 4"/>
          <p:cNvPicPr>
            <a:picLocks noChangeAspect="1"/>
          </p:cNvPicPr>
          <p:nvPr/>
        </p:nvPicPr>
        <p:blipFill>
          <a:blip r:embed="rId4"/>
          <a:stretch>
            <a:fillRect/>
          </a:stretch>
        </p:blipFill>
        <p:spPr>
          <a:xfrm>
            <a:off x="42348" y="-39713"/>
            <a:ext cx="1755800" cy="11827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graphicFrame>
        <p:nvGraphicFramePr>
          <p:cNvPr id="9" name="Content Placeholder 1"/>
          <p:cNvGraphicFramePr>
            <a:graphicFrameLocks/>
          </p:cNvGraphicFramePr>
          <p:nvPr>
            <p:extLst>
              <p:ext uri="{D42A27DB-BD31-4B8C-83A1-F6EECF244321}">
                <p14:modId xmlns:p14="http://schemas.microsoft.com/office/powerpoint/2010/main" val="1483542978"/>
              </p:ext>
            </p:extLst>
          </p:nvPr>
        </p:nvGraphicFramePr>
        <p:xfrm>
          <a:off x="685800" y="1200815"/>
          <a:ext cx="8088134" cy="4424790"/>
        </p:xfrm>
        <a:graphic>
          <a:graphicData uri="http://schemas.openxmlformats.org/drawingml/2006/table">
            <a:tbl>
              <a:tblPr>
                <a:effectLst>
                  <a:outerShdw blurRad="50800" dist="50800" dir="5400000" algn="ctr" rotWithShape="0">
                    <a:srgbClr val="FF3B9D"/>
                  </a:outerShdw>
                </a:effectLst>
                <a:tableStyleId>{93296810-A885-4BE3-A3E7-6D5BEEA58F35}</a:tableStyleId>
              </a:tblPr>
              <a:tblGrid>
                <a:gridCol w="1564024">
                  <a:extLst>
                    <a:ext uri="{9D8B030D-6E8A-4147-A177-3AD203B41FA5}">
                      <a16:colId xmlns:a16="http://schemas.microsoft.com/office/drawing/2014/main" val="20000"/>
                    </a:ext>
                  </a:extLst>
                </a:gridCol>
                <a:gridCol w="6524110">
                  <a:extLst>
                    <a:ext uri="{9D8B030D-6E8A-4147-A177-3AD203B41FA5}">
                      <a16:colId xmlns:a16="http://schemas.microsoft.com/office/drawing/2014/main" val="20001"/>
                    </a:ext>
                  </a:extLst>
                </a:gridCol>
              </a:tblGrid>
              <a:tr h="781686">
                <a:tc>
                  <a:txBody>
                    <a:bodyPr/>
                    <a:lstStyle/>
                    <a:p>
                      <a:r>
                        <a:rPr lang="en-US" sz="2200" dirty="0">
                          <a:latin typeface="Times New Roman" panose="02020603050405020304" pitchFamily="18" charset="0"/>
                          <a:cs typeface="Times New Roman" panose="02020603050405020304" pitchFamily="18" charset="0"/>
                        </a:rPr>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342900" marR="0" lvl="0" indent="-342900" algn="just">
                        <a:lnSpc>
                          <a:spcPct val="115000"/>
                        </a:lnSpc>
                        <a:spcBef>
                          <a:spcPts val="0"/>
                        </a:spcBef>
                        <a:spcAft>
                          <a:spcPts val="0"/>
                        </a:spcAft>
                        <a:buFont typeface="+mj-lt"/>
                        <a:buNone/>
                      </a:pPr>
                      <a:r>
                        <a:rPr lang="en-US" sz="2200" dirty="0">
                          <a:latin typeface="Times New Roman" panose="02020603050405020304" pitchFamily="18" charset="0"/>
                          <a:cs typeface="Times New Roman" panose="02020603050405020304" pitchFamily="18" charset="0"/>
                        </a:rPr>
                        <a:t>To learn about common term Quality Concepts</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9107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AOE0861.2</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u="none" kern="1200" dirty="0">
                          <a:latin typeface="Times New Roman" panose="02020603050405020304" pitchFamily="18" charset="0"/>
                          <a:cs typeface="Times New Roman" panose="02020603050405020304" pitchFamily="18" charset="0"/>
                        </a:rPr>
                        <a:t>To know TQM Principle</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9107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AOE0861.3</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200" dirty="0">
                          <a:latin typeface="Times New Roman" panose="02020603050405020304" pitchFamily="18" charset="0"/>
                          <a:cs typeface="Times New Roman" panose="02020603050405020304" pitchFamily="18" charset="0"/>
                        </a:rPr>
                        <a:t>To understand the importance of different chart like P-charts and C-charts</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9107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AOE0861.4</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anose="02020603050405020304" pitchFamily="18" charset="0"/>
                          <a:cs typeface="Times New Roman" panose="02020603050405020304" pitchFamily="18" charset="0"/>
                        </a:rPr>
                        <a:t>To know new term PDCE cycle, 5S,Kaizen</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91077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AOE0861.5</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kern="1200" dirty="0">
                          <a:latin typeface="Times New Roman" panose="02020603050405020304" pitchFamily="18" charset="0"/>
                          <a:cs typeface="Times New Roman" panose="02020603050405020304" pitchFamily="18" charset="0"/>
                        </a:rPr>
                        <a:t>To be aware about different ISO standards and JIT</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1600200" y="6248415"/>
            <a:ext cx="6096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E00E3E2-1A39-4283-8FD7-C4353AC3B8B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12" name="Title 1"/>
          <p:cNvSpPr txBox="1">
            <a:spLocks noGrp="1"/>
          </p:cNvSpPr>
          <p:nvPr>
            <p:ph type="title"/>
          </p:nvPr>
        </p:nvSpPr>
        <p:spPr>
          <a:xfrm>
            <a:off x="1512455" y="-1"/>
            <a:ext cx="7631545" cy="745977"/>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lvl="0">
              <a:defRPr/>
            </a:pPr>
            <a:r>
              <a:rPr lang="en-US" sz="2800" b="1" dirty="0">
                <a:latin typeface="Times New Roman" panose="02020603050405020304" pitchFamily="18" charset="0"/>
                <a:cs typeface="Times New Roman" panose="02020603050405020304" pitchFamily="18" charset="0"/>
              </a:rPr>
              <a:t>Course Objectives</a:t>
            </a:r>
          </a:p>
        </p:txBody>
      </p:sp>
      <p:pic>
        <p:nvPicPr>
          <p:cNvPr id="13" name="Picture 12"/>
          <p:cNvPicPr>
            <a:picLocks noChangeAspect="1"/>
          </p:cNvPicPr>
          <p:nvPr/>
        </p:nvPicPr>
        <p:blipFill>
          <a:blip r:embed="rId2"/>
          <a:stretch>
            <a:fillRect/>
          </a:stretch>
        </p:blipFill>
        <p:spPr>
          <a:xfrm>
            <a:off x="0" y="-5047"/>
            <a:ext cx="1752600" cy="10245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graphicFrame>
        <p:nvGraphicFramePr>
          <p:cNvPr id="9" name="Content Placeholder 1"/>
          <p:cNvGraphicFramePr>
            <a:graphicFrameLocks/>
          </p:cNvGraphicFramePr>
          <p:nvPr>
            <p:extLst>
              <p:ext uri="{D42A27DB-BD31-4B8C-83A1-F6EECF244321}">
                <p14:modId xmlns:p14="http://schemas.microsoft.com/office/powerpoint/2010/main" val="2324993672"/>
              </p:ext>
            </p:extLst>
          </p:nvPr>
        </p:nvGraphicFramePr>
        <p:xfrm>
          <a:off x="479685" y="1066800"/>
          <a:ext cx="8229600" cy="4647901"/>
        </p:xfrm>
        <a:graphic>
          <a:graphicData uri="http://schemas.openxmlformats.org/drawingml/2006/table">
            <a:tbl>
              <a:tblPr>
                <a:tableStyleId>{93296810-A885-4BE3-A3E7-6D5BEEA58F35}</a:tableStyleId>
              </a:tblPr>
              <a:tblGrid>
                <a:gridCol w="1591380">
                  <a:extLst>
                    <a:ext uri="{9D8B030D-6E8A-4147-A177-3AD203B41FA5}">
                      <a16:colId xmlns:a16="http://schemas.microsoft.com/office/drawing/2014/main" val="20000"/>
                    </a:ext>
                  </a:extLst>
                </a:gridCol>
                <a:gridCol w="6638220">
                  <a:extLst>
                    <a:ext uri="{9D8B030D-6E8A-4147-A177-3AD203B41FA5}">
                      <a16:colId xmlns:a16="http://schemas.microsoft.com/office/drawing/2014/main" val="20001"/>
                    </a:ext>
                  </a:extLst>
                </a:gridCol>
              </a:tblGrid>
              <a:tr h="821101">
                <a:tc>
                  <a:txBody>
                    <a:bodyPr/>
                    <a:lstStyle/>
                    <a:p>
                      <a:r>
                        <a:rPr lang="en-US" sz="2200" dirty="0">
                          <a:latin typeface="Times New Roman" panose="02020603050405020304" pitchFamily="18" charset="0"/>
                          <a:cs typeface="Times New Roman" panose="02020603050405020304" pitchFamily="18" charset="0"/>
                        </a:rPr>
                        <a:t>AOE0861.1</a:t>
                      </a: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Define the Quality Concepts and Manufacturing Quality</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AOE0861.2</a:t>
                      </a:r>
                    </a:p>
                    <a:p>
                      <a:endParaRPr lang="en-US" u="none" dirty="0">
                        <a:solidFill>
                          <a:schemeClr val="bg1"/>
                        </a:solidFill>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just">
                        <a:spcBef>
                          <a:spcPts val="0"/>
                        </a:spcBef>
                        <a:spcAft>
                          <a:spcPts val="0"/>
                        </a:spcAft>
                      </a:pPr>
                      <a:r>
                        <a:rPr lang="en-US" sz="2200" u="none" dirty="0">
                          <a:latin typeface="Times New Roman" panose="02020603050405020304" pitchFamily="18" charset="0"/>
                          <a:cs typeface="Times New Roman" panose="02020603050405020304" pitchFamily="18" charset="0"/>
                        </a:rPr>
                        <a:t> Conceptualize the term Quality Management and relate to this various TQM Principles</a:t>
                      </a:r>
                      <a:endParaRPr lang="en-US" sz="2200" b="0" u="none"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AOE0861.3</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Analyze the different Tools and Techniques and Control Charts</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AOE0861.4</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Distinguish between Defects Diagnosis and Prevention term</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956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AOE0861.5</a:t>
                      </a:r>
                    </a:p>
                    <a:p>
                      <a:endParaRPr lang="en-US" dirty="0">
                        <a:latin typeface="Times New Roman" panose="02020603050405020304" pitchFamily="18" charset="0"/>
                        <a:cs typeface="Times New Roman" panose="02020603050405020304" pitchFamily="18" charset="0"/>
                      </a:endParaRPr>
                    </a:p>
                  </a:txBody>
                  <a:tcPr marL="68580" marR="68580"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0"/>
                        </a:spcBef>
                        <a:spcAft>
                          <a:spcPts val="0"/>
                        </a:spcAft>
                      </a:pPr>
                      <a:r>
                        <a:rPr lang="en-US" sz="2200" dirty="0">
                          <a:latin typeface="Times New Roman" panose="02020603050405020304" pitchFamily="18" charset="0"/>
                          <a:cs typeface="Times New Roman" panose="02020603050405020304" pitchFamily="18" charset="0"/>
                        </a:rPr>
                        <a:t> Coordinate IS0 and its concept to Quality Management</a:t>
                      </a:r>
                      <a:endParaRPr lang="en-US" sz="2200" b="0" dirty="0">
                        <a:solidFill>
                          <a:srgbClr val="00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0" name="Footer Placeholder 12"/>
          <p:cNvSpPr>
            <a:spLocks noGrp="1"/>
          </p:cNvSpPr>
          <p:nvPr>
            <p:ph type="ftr" sz="quarter" idx="11"/>
          </p:nvPr>
        </p:nvSpPr>
        <p:spPr>
          <a:xfrm>
            <a:off x="2286000" y="6248415"/>
            <a:ext cx="55626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5C1D9044-411D-4212-97B5-D556E08BC3A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5047"/>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IN" sz="2800" b="1" dirty="0">
                <a:latin typeface="Times New Roman" panose="02020603050405020304" pitchFamily="18" charset="0"/>
                <a:cs typeface="Times New Roman" panose="02020603050405020304" pitchFamily="18" charset="0"/>
              </a:rPr>
              <a:t>Course Outcomes</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None/>
            </a:pPr>
            <a:r>
              <a:rPr lang="en-US" sz="2200" dirty="0">
                <a:latin typeface="Times New Roman" panose="02020603050405020304" pitchFamily="18" charset="0"/>
                <a:cs typeface="Times New Roman" panose="02020603050405020304" pitchFamily="18" charset="0"/>
              </a:rPr>
              <a:t>1. Engineering knowledge</a:t>
            </a:r>
          </a:p>
          <a:p>
            <a:pPr eaLnBrk="1" hangingPunct="1">
              <a:buNone/>
            </a:pPr>
            <a:r>
              <a:rPr lang="en-US" altLang="en-US" sz="2200" dirty="0">
                <a:latin typeface="Times New Roman" panose="02020603050405020304" pitchFamily="18" charset="0"/>
                <a:cs typeface="Times New Roman" panose="02020603050405020304" pitchFamily="18" charset="0"/>
              </a:rPr>
              <a:t>2.</a:t>
            </a:r>
            <a:r>
              <a:rPr lang="en-US" sz="2200" dirty="0">
                <a:latin typeface="Times New Roman" panose="02020603050405020304" pitchFamily="18" charset="0"/>
                <a:cs typeface="Times New Roman" panose="02020603050405020304" pitchFamily="18" charset="0"/>
              </a:rPr>
              <a:t> Problem analysis</a:t>
            </a:r>
          </a:p>
          <a:p>
            <a:pPr eaLnBrk="1" hangingPunct="1">
              <a:buNone/>
            </a:pPr>
            <a:r>
              <a:rPr lang="en-US" altLang="en-US" sz="2200" dirty="0">
                <a:latin typeface="Times New Roman" panose="02020603050405020304" pitchFamily="18" charset="0"/>
                <a:cs typeface="Times New Roman" panose="02020603050405020304" pitchFamily="18" charset="0"/>
              </a:rPr>
              <a:t>3.</a:t>
            </a:r>
            <a:r>
              <a:rPr lang="en-US" sz="2200" dirty="0">
                <a:latin typeface="Times New Roman" panose="02020603050405020304" pitchFamily="18" charset="0"/>
                <a:cs typeface="Times New Roman" panose="02020603050405020304" pitchFamily="18" charset="0"/>
              </a:rPr>
              <a:t> Design/development of solutions</a:t>
            </a:r>
          </a:p>
          <a:p>
            <a:pPr eaLnBrk="1" hangingPunct="1">
              <a:buNone/>
            </a:pPr>
            <a:r>
              <a:rPr lang="en-US" altLang="en-US" sz="2200" dirty="0">
                <a:latin typeface="Times New Roman" panose="02020603050405020304" pitchFamily="18" charset="0"/>
                <a:cs typeface="Times New Roman" panose="02020603050405020304" pitchFamily="18" charset="0"/>
              </a:rPr>
              <a:t>4.</a:t>
            </a:r>
            <a:r>
              <a:rPr lang="en-US" sz="2200" dirty="0">
                <a:latin typeface="Times New Roman" panose="02020603050405020304" pitchFamily="18" charset="0"/>
                <a:cs typeface="Times New Roman" panose="02020603050405020304" pitchFamily="18" charset="0"/>
              </a:rPr>
              <a:t> Conduct investigations of complex problems</a:t>
            </a:r>
          </a:p>
          <a:p>
            <a:pPr eaLnBrk="1" hangingPunct="1">
              <a:buNone/>
            </a:pPr>
            <a:r>
              <a:rPr lang="en-US" altLang="en-US" sz="2200" dirty="0">
                <a:latin typeface="Times New Roman" panose="02020603050405020304" pitchFamily="18" charset="0"/>
                <a:cs typeface="Times New Roman" panose="02020603050405020304" pitchFamily="18" charset="0"/>
              </a:rPr>
              <a:t>5.</a:t>
            </a:r>
            <a:r>
              <a:rPr lang="en-US" sz="2200" dirty="0">
                <a:latin typeface="Times New Roman" panose="02020603050405020304" pitchFamily="18" charset="0"/>
                <a:cs typeface="Times New Roman" panose="02020603050405020304" pitchFamily="18" charset="0"/>
              </a:rPr>
              <a:t> Modern tool usage</a:t>
            </a:r>
          </a:p>
          <a:p>
            <a:pPr eaLnBrk="1" hangingPunct="1">
              <a:buNone/>
            </a:pPr>
            <a:r>
              <a:rPr lang="en-US" altLang="en-US" sz="2200" dirty="0">
                <a:latin typeface="Times New Roman" panose="02020603050405020304" pitchFamily="18" charset="0"/>
                <a:cs typeface="Times New Roman" panose="02020603050405020304" pitchFamily="18" charset="0"/>
              </a:rPr>
              <a:t>6.</a:t>
            </a:r>
            <a:r>
              <a:rPr lang="en-US" sz="2200" dirty="0">
                <a:latin typeface="Times New Roman" panose="02020603050405020304" pitchFamily="18" charset="0"/>
                <a:cs typeface="Times New Roman" panose="02020603050405020304" pitchFamily="18" charset="0"/>
              </a:rPr>
              <a:t> The engineer and society</a:t>
            </a:r>
          </a:p>
          <a:p>
            <a:pPr eaLnBrk="1" hangingPunct="1">
              <a:buNone/>
            </a:pPr>
            <a:r>
              <a:rPr lang="en-US" altLang="en-US" sz="2200" dirty="0">
                <a:latin typeface="Times New Roman" panose="02020603050405020304" pitchFamily="18" charset="0"/>
                <a:cs typeface="Times New Roman" panose="02020603050405020304" pitchFamily="18" charset="0"/>
              </a:rPr>
              <a:t>7.</a:t>
            </a:r>
            <a:r>
              <a:rPr lang="en-US" sz="2200" dirty="0">
                <a:latin typeface="Times New Roman" panose="02020603050405020304" pitchFamily="18" charset="0"/>
                <a:cs typeface="Times New Roman" panose="02020603050405020304" pitchFamily="18" charset="0"/>
              </a:rPr>
              <a:t> Environment and sustainability</a:t>
            </a:r>
          </a:p>
          <a:p>
            <a:pPr eaLnBrk="1" hangingPunct="1">
              <a:buNone/>
            </a:pPr>
            <a:r>
              <a:rPr lang="en-US" altLang="en-US" sz="2200" dirty="0">
                <a:latin typeface="Times New Roman" panose="02020603050405020304" pitchFamily="18" charset="0"/>
                <a:cs typeface="Times New Roman" panose="02020603050405020304" pitchFamily="18" charset="0"/>
              </a:rPr>
              <a:t>8.</a:t>
            </a:r>
            <a:r>
              <a:rPr lang="en-US" sz="2200" dirty="0">
                <a:latin typeface="Times New Roman" panose="02020603050405020304" pitchFamily="18" charset="0"/>
                <a:cs typeface="Times New Roman" panose="02020603050405020304" pitchFamily="18" charset="0"/>
              </a:rPr>
              <a:t> Ethics</a:t>
            </a:r>
          </a:p>
          <a:p>
            <a:pPr eaLnBrk="1" hangingPunct="1">
              <a:buNone/>
            </a:pPr>
            <a:r>
              <a:rPr lang="en-US" altLang="en-US" sz="2200" dirty="0">
                <a:latin typeface="Times New Roman" panose="02020603050405020304" pitchFamily="18" charset="0"/>
                <a:cs typeface="Times New Roman" panose="02020603050405020304" pitchFamily="18" charset="0"/>
              </a:rPr>
              <a:t>9.</a:t>
            </a:r>
            <a:r>
              <a:rPr lang="en-US" sz="2200" dirty="0">
                <a:latin typeface="Times New Roman" panose="02020603050405020304" pitchFamily="18" charset="0"/>
                <a:cs typeface="Times New Roman" panose="02020603050405020304" pitchFamily="18" charset="0"/>
              </a:rPr>
              <a:t> Individual and team work</a:t>
            </a:r>
          </a:p>
          <a:p>
            <a:pPr eaLnBrk="1" hangingPunct="1">
              <a:buNone/>
            </a:pPr>
            <a:r>
              <a:rPr lang="en-US" altLang="en-US" sz="2200" dirty="0">
                <a:latin typeface="Times New Roman" panose="02020603050405020304" pitchFamily="18" charset="0"/>
                <a:cs typeface="Times New Roman" panose="02020603050405020304" pitchFamily="18" charset="0"/>
              </a:rPr>
              <a:t>10.</a:t>
            </a:r>
            <a:r>
              <a:rPr lang="en-US" sz="2200" dirty="0">
                <a:latin typeface="Times New Roman" panose="02020603050405020304" pitchFamily="18" charset="0"/>
                <a:cs typeface="Times New Roman" panose="02020603050405020304" pitchFamily="18" charset="0"/>
              </a:rPr>
              <a:t> Communication</a:t>
            </a:r>
          </a:p>
          <a:p>
            <a:pPr eaLnBrk="1" hangingPunct="1">
              <a:buNone/>
            </a:pPr>
            <a:r>
              <a:rPr lang="en-US" altLang="en-US" sz="2200" dirty="0">
                <a:latin typeface="Times New Roman" panose="02020603050405020304" pitchFamily="18" charset="0"/>
                <a:cs typeface="Times New Roman" panose="02020603050405020304" pitchFamily="18" charset="0"/>
              </a:rPr>
              <a:t>11.</a:t>
            </a:r>
            <a:r>
              <a:rPr lang="en-US" sz="2200" dirty="0">
                <a:latin typeface="Times New Roman" panose="02020603050405020304" pitchFamily="18" charset="0"/>
                <a:cs typeface="Times New Roman" panose="02020603050405020304" pitchFamily="18" charset="0"/>
              </a:rPr>
              <a:t> Project management and finance</a:t>
            </a:r>
          </a:p>
          <a:p>
            <a:pPr eaLnBrk="1" hangingPunct="1">
              <a:buNone/>
            </a:pPr>
            <a:r>
              <a:rPr lang="en-US" altLang="en-US" sz="2200" dirty="0">
                <a:latin typeface="Times New Roman" panose="02020603050405020304" pitchFamily="18" charset="0"/>
                <a:cs typeface="Times New Roman" panose="02020603050405020304" pitchFamily="18" charset="0"/>
              </a:rPr>
              <a:t>12.</a:t>
            </a:r>
            <a:r>
              <a:rPr lang="en-US" sz="2200" dirty="0">
                <a:latin typeface="Times New Roman" panose="02020603050405020304" pitchFamily="18" charset="0"/>
                <a:cs typeface="Times New Roman" panose="02020603050405020304" pitchFamily="18" charset="0"/>
              </a:rPr>
              <a:t> Life-long learning</a:t>
            </a:r>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F7CE681C-228F-46F6-B3D7-2435CC289E6F}"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7</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E8848A3-4949-45B2-8CCF-B3ECA21DE740}"/>
              </a:ext>
            </a:extLst>
          </p:cNvPr>
          <p:cNvSpPr txBox="1">
            <a:spLocks/>
          </p:cNvSpPr>
          <p:nvPr/>
        </p:nvSpPr>
        <p:spPr>
          <a:xfrm>
            <a:off x="1371600" y="-65314"/>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2400" dirty="0">
                <a:latin typeface="Times New Roman" panose="02020603050405020304" pitchFamily="18" charset="0"/>
                <a:cs typeface="Times New Roman" panose="02020603050405020304" pitchFamily="18" charset="0"/>
              </a:rPr>
              <a:t>PROGRAM OUTCOME</a:t>
            </a: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486400" cy="365125"/>
          </a:xfrm>
        </p:spPr>
        <p:txBody>
          <a:bodyPr/>
          <a:lstStyle/>
          <a:p>
            <a:pPr>
              <a:defRPr/>
            </a:pPr>
            <a:r>
              <a:rPr lang="pt-BR"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3"/>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noGrp="1"/>
          </p:cNvSpPr>
          <p:nvPr>
            <p:ph type="title"/>
          </p:nvPr>
        </p:nvSpPr>
        <p:spPr>
          <a:xfrm>
            <a:off x="1752600" y="-5047"/>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p>
            <a:pPr>
              <a:defRPr/>
            </a:pPr>
            <a:r>
              <a:rPr lang="en-IN" sz="2800" b="1" dirty="0">
                <a:latin typeface="Times New Roman" panose="02020603050405020304" pitchFamily="18" charset="0"/>
                <a:cs typeface="Times New Roman" panose="02020603050405020304" pitchFamily="18" charset="0"/>
              </a:rPr>
              <a:t>Program Outcomes</a:t>
            </a:r>
            <a:endParaRPr lang="en-US" sz="2800" dirty="0"/>
          </a:p>
        </p:txBody>
      </p:sp>
    </p:spTree>
    <p:extLst>
      <p:ext uri="{BB962C8B-B14F-4D97-AF65-F5344CB8AC3E}">
        <p14:creationId xmlns:p14="http://schemas.microsoft.com/office/powerpoint/2010/main" val="3969733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90800" y="6324600"/>
            <a:ext cx="5486400" cy="533400"/>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151296970"/>
              </p:ext>
            </p:extLst>
          </p:nvPr>
        </p:nvGraphicFramePr>
        <p:xfrm>
          <a:off x="152400" y="914401"/>
          <a:ext cx="8915400" cy="5257798"/>
        </p:xfrm>
        <a:graphic>
          <a:graphicData uri="http://schemas.openxmlformats.org/drawingml/2006/table">
            <a:tbl>
              <a:tblPr>
                <a:tableStyleId>{93296810-A885-4BE3-A3E7-6D5BEEA58F35}</a:tableStyleId>
              </a:tblPr>
              <a:tblGrid>
                <a:gridCol w="953655">
                  <a:extLst>
                    <a:ext uri="{9D8B030D-6E8A-4147-A177-3AD203B41FA5}">
                      <a16:colId xmlns:a16="http://schemas.microsoft.com/office/drawing/2014/main" val="20000"/>
                    </a:ext>
                  </a:extLst>
                </a:gridCol>
                <a:gridCol w="953655">
                  <a:extLst>
                    <a:ext uri="{9D8B030D-6E8A-4147-A177-3AD203B41FA5}">
                      <a16:colId xmlns:a16="http://schemas.microsoft.com/office/drawing/2014/main" val="20001"/>
                    </a:ext>
                  </a:extLst>
                </a:gridCol>
                <a:gridCol w="544945">
                  <a:extLst>
                    <a:ext uri="{9D8B030D-6E8A-4147-A177-3AD203B41FA5}">
                      <a16:colId xmlns:a16="http://schemas.microsoft.com/office/drawing/2014/main" val="20002"/>
                    </a:ext>
                  </a:extLst>
                </a:gridCol>
                <a:gridCol w="595745">
                  <a:extLst>
                    <a:ext uri="{9D8B030D-6E8A-4147-A177-3AD203B41FA5}">
                      <a16:colId xmlns:a16="http://schemas.microsoft.com/office/drawing/2014/main" val="20003"/>
                    </a:ext>
                  </a:extLst>
                </a:gridCol>
                <a:gridCol w="584970">
                  <a:extLst>
                    <a:ext uri="{9D8B030D-6E8A-4147-A177-3AD203B41FA5}">
                      <a16:colId xmlns:a16="http://schemas.microsoft.com/office/drawing/2014/main" val="20004"/>
                    </a:ext>
                  </a:extLst>
                </a:gridCol>
                <a:gridCol w="669829">
                  <a:extLst>
                    <a:ext uri="{9D8B030D-6E8A-4147-A177-3AD203B41FA5}">
                      <a16:colId xmlns:a16="http://schemas.microsoft.com/office/drawing/2014/main" val="20005"/>
                    </a:ext>
                  </a:extLst>
                </a:gridCol>
                <a:gridCol w="669829">
                  <a:extLst>
                    <a:ext uri="{9D8B030D-6E8A-4147-A177-3AD203B41FA5}">
                      <a16:colId xmlns:a16="http://schemas.microsoft.com/office/drawing/2014/main" val="20006"/>
                    </a:ext>
                  </a:extLst>
                </a:gridCol>
                <a:gridCol w="669829">
                  <a:extLst>
                    <a:ext uri="{9D8B030D-6E8A-4147-A177-3AD203B41FA5}">
                      <a16:colId xmlns:a16="http://schemas.microsoft.com/office/drawing/2014/main" val="20007"/>
                    </a:ext>
                  </a:extLst>
                </a:gridCol>
                <a:gridCol w="669829">
                  <a:extLst>
                    <a:ext uri="{9D8B030D-6E8A-4147-A177-3AD203B41FA5}">
                      <a16:colId xmlns:a16="http://schemas.microsoft.com/office/drawing/2014/main" val="20008"/>
                    </a:ext>
                  </a:extLst>
                </a:gridCol>
                <a:gridCol w="669829">
                  <a:extLst>
                    <a:ext uri="{9D8B030D-6E8A-4147-A177-3AD203B41FA5}">
                      <a16:colId xmlns:a16="http://schemas.microsoft.com/office/drawing/2014/main" val="20009"/>
                    </a:ext>
                  </a:extLst>
                </a:gridCol>
                <a:gridCol w="669829">
                  <a:extLst>
                    <a:ext uri="{9D8B030D-6E8A-4147-A177-3AD203B41FA5}">
                      <a16:colId xmlns:a16="http://schemas.microsoft.com/office/drawing/2014/main" val="20010"/>
                    </a:ext>
                  </a:extLst>
                </a:gridCol>
                <a:gridCol w="669829">
                  <a:extLst>
                    <a:ext uri="{9D8B030D-6E8A-4147-A177-3AD203B41FA5}">
                      <a16:colId xmlns:a16="http://schemas.microsoft.com/office/drawing/2014/main" val="20011"/>
                    </a:ext>
                  </a:extLst>
                </a:gridCol>
                <a:gridCol w="593627">
                  <a:extLst>
                    <a:ext uri="{9D8B030D-6E8A-4147-A177-3AD203B41FA5}">
                      <a16:colId xmlns:a16="http://schemas.microsoft.com/office/drawing/2014/main" val="20012"/>
                    </a:ext>
                  </a:extLst>
                </a:gridCol>
              </a:tblGrid>
              <a:tr h="751114">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CO</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PO4</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PO5</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PO6</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PO7</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PO8</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PO9</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PO10</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PO12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solidFill>
                          <a:schemeClr val="bg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AOE0861.4</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51114">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AOE0861.5</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51114">
                <a:tc>
                  <a:txBody>
                    <a:bodyPr/>
                    <a:lstStyle/>
                    <a:p>
                      <a:pPr marL="0" marR="0" algn="ctr">
                        <a:lnSpc>
                          <a:spcPct val="115000"/>
                        </a:lnSpc>
                        <a:spcBef>
                          <a:spcPts val="0"/>
                        </a:spcBef>
                        <a:spcAft>
                          <a:spcPts val="0"/>
                        </a:spcAft>
                      </a:pPr>
                      <a:r>
                        <a:rPr lang="en-US" sz="1800">
                          <a:latin typeface="Times New Roman" panose="02020603050405020304" pitchFamily="18" charset="0"/>
                          <a:cs typeface="Times New Roman" panose="02020603050405020304" pitchFamily="18" charset="0"/>
                        </a:rPr>
                        <a:t>Avg</a:t>
                      </a:r>
                      <a:endParaRPr lang="en-US" sz="18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3</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2.6</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2.6</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2.4</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2</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a:latin typeface="Times New Roman" panose="02020603050405020304" pitchFamily="18" charset="0"/>
                          <a:cs typeface="Times New Roman" panose="02020603050405020304" pitchFamily="18" charset="0"/>
                        </a:rPr>
                        <a:t>1</a:t>
                      </a:r>
                      <a:endParaRPr lang="en-US" sz="18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1.6</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1</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2.2</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1800" dirty="0">
                          <a:latin typeface="Times New Roman" panose="02020603050405020304" pitchFamily="18" charset="0"/>
                          <a:cs typeface="Times New Roman" panose="02020603050405020304" pitchFamily="18" charset="0"/>
                        </a:rPr>
                        <a:t>3</a:t>
                      </a:r>
                      <a:endParaRPr lang="en-US" sz="18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fld id="{7914C9C2-E3CB-4B81-8FEE-422D93B79EE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a:blip r:embed="rId2"/>
          <a:stretch>
            <a:fillRect/>
          </a:stretch>
        </p:blipFill>
        <p:spPr>
          <a:xfrm>
            <a:off x="0" y="-5047"/>
            <a:ext cx="1752600" cy="10245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5047"/>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CO-PO Mapping</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533400" y="1004100"/>
            <a:ext cx="8229600" cy="5202636"/>
          </a:xfrm>
        </p:spPr>
        <p:txBody>
          <a:bodyPr>
            <a:normAutofit/>
          </a:bodyPr>
          <a:lstStyle/>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4982BCFD-1070-4275-AB46-077AE261180E}"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9</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562600" cy="365125"/>
          </a:xfrm>
        </p:spPr>
        <p:txBody>
          <a:bodyPr/>
          <a:lstStyle/>
          <a:p>
            <a:pPr>
              <a:defRPr/>
            </a:pPr>
            <a:r>
              <a:rPr lang="pt-BR"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726A2084-274C-41B1-8454-558D0521AB91}"/>
              </a:ext>
            </a:extLst>
          </p:cNvPr>
          <p:cNvSpPr txBox="1">
            <a:spLocks/>
          </p:cNvSpPr>
          <p:nvPr/>
        </p:nvSpPr>
        <p:spPr bwMode="auto">
          <a:xfrm>
            <a:off x="381000" y="1143000"/>
            <a:ext cx="8531506" cy="5081587"/>
          </a:xfrm>
          <a:prstGeom prst="rect">
            <a:avLst/>
          </a:prstGeom>
          <a:noFill/>
          <a:ln w="9525">
            <a:noFill/>
            <a:miter lim="800000"/>
            <a:headEnd/>
            <a:tailEnd/>
          </a:ln>
        </p:spPr>
        <p:txBody>
          <a:bodyPr>
            <a:normAutofit/>
          </a:bodyPr>
          <a:lstStyle/>
          <a:p>
            <a:pPr algn="just"/>
            <a:r>
              <a:rPr lang="en-US" dirty="0">
                <a:latin typeface="Times New Roman" panose="02020603050405020304" pitchFamily="18" charset="0"/>
                <a:cs typeface="Times New Roman" panose="02020603050405020304" pitchFamily="18" charset="0"/>
              </a:rPr>
              <a:t>On successful completion of graduation degree, The computer Science &amp; Engineering graduates will be able to:</a:t>
            </a:r>
          </a:p>
          <a:p>
            <a:pPr algn="just"/>
            <a:r>
              <a:rPr lang="en-US" dirty="0">
                <a:latin typeface="Times New Roman" panose="02020603050405020304" pitchFamily="18" charset="0"/>
                <a:cs typeface="Times New Roman" panose="02020603050405020304" pitchFamily="18" charset="0"/>
              </a:rPr>
              <a:t> </a:t>
            </a:r>
          </a:p>
          <a:p>
            <a:pPr algn="just"/>
            <a:r>
              <a:rPr lang="en-US" sz="2000" b="1" dirty="0">
                <a:latin typeface="Times New Roman" panose="02020603050405020304" pitchFamily="18" charset="0"/>
                <a:cs typeface="Times New Roman" panose="02020603050405020304" pitchFamily="18" charset="0"/>
              </a:rPr>
              <a:t>PSO1</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identify, analyze real world problems and design their ethical solutions using artificial intelligence, robotics, virtual/augmented reality, data analytics, block chain technology, and cloud computing.</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PSO2:</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design and develop the hardware sensor devices and related interfacing software systems for solving complex engineering problems.</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 3:</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understand inter-disciplinary computing techniques and to apply them in the design of advanced computing.</a:t>
            </a:r>
          </a:p>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PSO 4</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conduct investigation of complex problem with the help of technical, managerial, leadership qualities, and modern engineering tools provided by industry sponsored laboratories.</a:t>
            </a:r>
          </a:p>
          <a:p>
            <a:r>
              <a:rPr lang="en-US" dirty="0">
                <a:latin typeface="Times New Roman" panose="02020603050405020304" pitchFamily="18" charset="0"/>
                <a:cs typeface="Times New Roman" panose="02020603050405020304" pitchFamily="18" charset="0"/>
              </a:rPr>
              <a:t> </a:t>
            </a:r>
          </a:p>
        </p:txBody>
      </p:sp>
      <p:pic>
        <p:nvPicPr>
          <p:cNvPr id="12" name="Picture 11"/>
          <p:cNvPicPr>
            <a:picLocks noChangeAspect="1"/>
          </p:cNvPicPr>
          <p:nvPr/>
        </p:nvPicPr>
        <p:blipFill>
          <a:blip r:embed="rId3"/>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4145"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PROGRAM SPECIFIC OUTCOME</a:t>
            </a:r>
            <a:endParaRPr lang="en-US" sz="2800" dirty="0"/>
          </a:p>
        </p:txBody>
      </p:sp>
    </p:spTree>
    <p:extLst>
      <p:ext uri="{BB962C8B-B14F-4D97-AF65-F5344CB8AC3E}">
        <p14:creationId xmlns:p14="http://schemas.microsoft.com/office/powerpoint/2010/main" val="3543002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2590800" y="6324600"/>
            <a:ext cx="5486400" cy="533400"/>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524574420"/>
              </p:ext>
            </p:extLst>
          </p:nvPr>
        </p:nvGraphicFramePr>
        <p:xfrm>
          <a:off x="609600" y="1066802"/>
          <a:ext cx="8001000" cy="4876795"/>
        </p:xfrm>
        <a:graphic>
          <a:graphicData uri="http://schemas.openxmlformats.org/drawingml/2006/table">
            <a:tbl>
              <a:tblPr>
                <a:tableStyleId>{93296810-A885-4BE3-A3E7-6D5BEEA58F35}</a:tableStyleId>
              </a:tblPr>
              <a:tblGrid>
                <a:gridCol w="200025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tblGrid>
              <a:tr h="696685">
                <a:tc>
                  <a:txBody>
                    <a:bodyPr/>
                    <a:lstStyle/>
                    <a:p>
                      <a:pPr marL="0" marR="0">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CO</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PSO1</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PSO2</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PSO3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AOE0861.1</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rgbClr val="FF0000"/>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2"/>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AOE0861.4</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solidFill>
                          <a:schemeClr val="tx1"/>
                        </a:solidFill>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696685">
                <a:tc>
                  <a:txBody>
                    <a:bodyPr/>
                    <a:lstStyle/>
                    <a:p>
                      <a:pPr marL="0" marR="0">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AOE0861.5</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2</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2200" dirty="0">
                          <a:latin typeface="Times New Roman" panose="02020603050405020304" pitchFamily="18" charset="0"/>
                          <a:cs typeface="Times New Roman" panose="02020603050405020304" pitchFamily="18" charset="0"/>
                        </a:rPr>
                        <a:t>3</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696685">
                <a:tc>
                  <a:txBody>
                    <a:bodyPr/>
                    <a:lstStyle/>
                    <a:p>
                      <a:pPr marL="0" marR="0">
                        <a:lnSpc>
                          <a:spcPct val="115000"/>
                        </a:lnSpc>
                        <a:spcBef>
                          <a:spcPts val="0"/>
                        </a:spcBef>
                        <a:spcAft>
                          <a:spcPts val="0"/>
                        </a:spcAft>
                      </a:pPr>
                      <a:r>
                        <a:rPr lang="en-US" sz="2200">
                          <a:latin typeface="Times New Roman" panose="02020603050405020304" pitchFamily="18" charset="0"/>
                          <a:cs typeface="Times New Roman" panose="02020603050405020304" pitchFamily="18" charset="0"/>
                        </a:rPr>
                        <a:t>Avg</a:t>
                      </a:r>
                      <a:endParaRPr lang="en-US" sz="2200">
                        <a:latin typeface="Times New Roman" panose="02020603050405020304" pitchFamily="18" charset="0"/>
                        <a:ea typeface="Calibri"/>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latin typeface="Times New Roman" panose="02020603050405020304" pitchFamily="18" charset="0"/>
                          <a:cs typeface="Times New Roman" panose="02020603050405020304" pitchFamily="18" charset="0"/>
                        </a:rPr>
                        <a:t>3</a:t>
                      </a:r>
                      <a:endParaRPr lang="en-US" sz="22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a:latin typeface="Times New Roman" panose="02020603050405020304" pitchFamily="18" charset="0"/>
                          <a:cs typeface="Times New Roman" panose="02020603050405020304" pitchFamily="18" charset="0"/>
                        </a:rPr>
                        <a:t>2.2</a:t>
                      </a:r>
                      <a:endParaRPr lang="en-US" sz="220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0"/>
                        </a:spcBef>
                        <a:spcAft>
                          <a:spcPts val="1000"/>
                        </a:spcAft>
                      </a:pPr>
                      <a:r>
                        <a:rPr lang="en-US" sz="2200" dirty="0">
                          <a:latin typeface="Times New Roman" panose="02020603050405020304" pitchFamily="18" charset="0"/>
                          <a:cs typeface="Times New Roman" panose="02020603050405020304" pitchFamily="18" charset="0"/>
                        </a:rPr>
                        <a:t>2.8</a:t>
                      </a:r>
                      <a:endParaRPr lang="en-US" sz="2200" dirty="0">
                        <a:latin typeface="Times New Roman" panose="02020603050405020304" pitchFamily="18" charset="0"/>
                        <a:ea typeface="Calibri"/>
                        <a:cs typeface="Times New Roman" panose="02020603050405020304" pitchFamily="18" charset="0"/>
                      </a:endParaRPr>
                    </a:p>
                  </a:txBody>
                  <a:tcPr marL="68580" marR="68580" marT="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 name="Date Placeholder 1"/>
          <p:cNvSpPr>
            <a:spLocks noGrp="1"/>
          </p:cNvSpPr>
          <p:nvPr>
            <p:ph type="dt" sz="half" idx="10"/>
          </p:nvPr>
        </p:nvSpPr>
        <p:spPr/>
        <p:txBody>
          <a:bodyPr/>
          <a:lstStyle/>
          <a:p>
            <a:fld id="{13692539-D1D7-4BCF-8111-F57E38C85D24}"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38745" y="0"/>
            <a:ext cx="7391400" cy="7857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CO-PSO Mapping</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Content Placeholder 2">
            <a:extLst>
              <a:ext uri="{FF2B5EF4-FFF2-40B4-BE49-F238E27FC236}">
                <a16:creationId xmlns:a16="http://schemas.microsoft.com/office/drawing/2014/main" id="{5B1A7B65-C597-49B6-A05A-EDB96458B673}"/>
              </a:ext>
            </a:extLst>
          </p:cNvPr>
          <p:cNvSpPr>
            <a:spLocks noGrp="1"/>
          </p:cNvSpPr>
          <p:nvPr>
            <p:ph idx="1"/>
          </p:nvPr>
        </p:nvSpPr>
        <p:spPr>
          <a:xfrm>
            <a:off x="208344" y="1142999"/>
            <a:ext cx="8554656" cy="5081587"/>
          </a:xfrm>
        </p:spPr>
        <p:txBody>
          <a:bodyPr/>
          <a:lstStyle/>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708BBE5-2643-4F5D-9408-C65C8A01CF17}"/>
              </a:ext>
            </a:extLst>
          </p:cNvPr>
          <p:cNvSpPr>
            <a:spLocks noGrp="1"/>
          </p:cNvSpPr>
          <p:nvPr>
            <p:ph type="dt" sz="quarter" idx="10"/>
          </p:nvPr>
        </p:nvSpPr>
        <p:spPr/>
        <p:txBody>
          <a:bodyPr/>
          <a:lstStyle/>
          <a:p>
            <a:pPr>
              <a:defRPr/>
            </a:pPr>
            <a:fld id="{330A200F-A869-4F3E-AFB6-1F1BB6C7F89D}"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D6BB4067-E2E4-4311-8E0F-C9B41D37465E}"/>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EDB4F6E4-3803-42DB-B2BF-0D92B52FBCDF}" type="slidenum">
              <a:rPr lang="en-US" altLang="en-US">
                <a:solidFill>
                  <a:srgbClr val="898989"/>
                </a:solidFill>
                <a:latin typeface="Times New Roman" panose="02020603050405020304" pitchFamily="18" charset="0"/>
                <a:cs typeface="Times New Roman" panose="02020603050405020304" pitchFamily="18" charset="0"/>
              </a:rPr>
              <a:pPr eaLnBrk="1" hangingPunct="1"/>
              <a:t>11</a:t>
            </a:fld>
            <a:endParaRPr lang="en-US" altLang="en-US">
              <a:solidFill>
                <a:srgbClr val="898989"/>
              </a:solidFill>
              <a:latin typeface="Times New Roman" panose="02020603050405020304" pitchFamily="18" charset="0"/>
              <a:cs typeface="Times New Roman" panose="02020603050405020304" pitchFamily="18" charset="0"/>
            </a:endParaRPr>
          </a:p>
        </p:txBody>
      </p:sp>
      <p:sp>
        <p:nvSpPr>
          <p:cNvPr id="8" name="Footer Placeholder 12">
            <a:extLst>
              <a:ext uri="{FF2B5EF4-FFF2-40B4-BE49-F238E27FC236}">
                <a16:creationId xmlns:a16="http://schemas.microsoft.com/office/drawing/2014/main" id="{6FA00553-970E-4494-8393-F217E60B36B8}"/>
              </a:ext>
            </a:extLst>
          </p:cNvPr>
          <p:cNvSpPr>
            <a:spLocks noGrp="1"/>
          </p:cNvSpPr>
          <p:nvPr>
            <p:ph type="ftr" sz="quarter" idx="11"/>
          </p:nvPr>
        </p:nvSpPr>
        <p:spPr>
          <a:xfrm>
            <a:off x="2286000" y="6248400"/>
            <a:ext cx="5410200" cy="365125"/>
          </a:xfrm>
        </p:spPr>
        <p:txBody>
          <a:bodyPr/>
          <a:lstStyle/>
          <a:p>
            <a:pPr>
              <a:defRPr/>
            </a:pPr>
            <a:r>
              <a:rPr lang="pt-BR"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3" name="Rectangle 2"/>
          <p:cNvSpPr/>
          <p:nvPr/>
        </p:nvSpPr>
        <p:spPr>
          <a:xfrm>
            <a:off x="457200" y="849086"/>
            <a:ext cx="8582628" cy="5493812"/>
          </a:xfrm>
          <a:prstGeom prst="rect">
            <a:avLst/>
          </a:prstGeom>
        </p:spPr>
        <p:txBody>
          <a:bodyPr wrap="square">
            <a:spAutoFit/>
          </a:bodyPr>
          <a:lstStyle/>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PEO 1: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excellent scientific and engineering breadth so as to comprehend, analyze, design and provide sustainable solutions for real-life problems using state-of-the-art technologies.</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PEO 2: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 successful career in industries, to pursue higher studies or to support entrepreneurial endeavors and to face the global challenges.</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PEO 3:</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an effective communication skills, professional attitude, ethical values and a desire to learn specific knowledge in emerging trends, technologies for research, innovation and product development and contribution to society.</a:t>
            </a:r>
          </a:p>
          <a:p>
            <a:pPr marL="0" marR="0" algn="just">
              <a:lnSpc>
                <a:spcPct val="150000"/>
              </a:lnSpc>
              <a:spcBef>
                <a:spcPts val="0"/>
              </a:spcBef>
              <a:spcAft>
                <a:spcPts val="0"/>
              </a:spcAft>
            </a:pPr>
            <a:r>
              <a:rPr lang="en-US"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ea typeface="Times New Roman" panose="02020603050405020304" pitchFamily="18" charset="0"/>
                <a:cs typeface="Times New Roman" panose="02020603050405020304" pitchFamily="18" charset="0"/>
              </a:rPr>
              <a:t>PEO 4:  </a:t>
            </a:r>
            <a:r>
              <a:rPr lang="en-US" dirty="0">
                <a:latin typeface="Times New Roman" panose="02020603050405020304" pitchFamily="18" charset="0"/>
                <a:ea typeface="Times New Roman" panose="02020603050405020304" pitchFamily="18" charset="0"/>
                <a:cs typeface="Times New Roman" panose="02020603050405020304" pitchFamily="18" charset="0"/>
              </a:rPr>
              <a:t>To have life-long learning for up-skilling and re-skilling for successful professional career as engineer, scientist, entrepreneur and bureaucrat for betterment of society.</a:t>
            </a:r>
            <a:endParaRPr lang="en-US"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3"/>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PROGRAM EDUCATIONAL OBJECTIVES</a:t>
            </a:r>
            <a:endParaRPr lang="en-US" sz="2800" dirty="0"/>
          </a:p>
        </p:txBody>
      </p:sp>
    </p:spTree>
    <p:extLst>
      <p:ext uri="{BB962C8B-B14F-4D97-AF65-F5344CB8AC3E}">
        <p14:creationId xmlns:p14="http://schemas.microsoft.com/office/powerpoint/2010/main" val="6044718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990600"/>
            <a:ext cx="8305800" cy="5105400"/>
          </a:xfrm>
        </p:spPr>
        <p:txBody>
          <a:bodyPr>
            <a:normAutofit/>
          </a:bodyPr>
          <a:lstStyle/>
          <a:p>
            <a:r>
              <a:rPr lang="en-US" sz="2200" b="1" dirty="0">
                <a:latin typeface="Times New Roman" panose="02020603050405020304" pitchFamily="18" charset="0"/>
                <a:cs typeface="Times New Roman" panose="02020603050405020304" pitchFamily="18" charset="0"/>
              </a:rPr>
              <a:t>RECAP</a:t>
            </a:r>
          </a:p>
          <a:p>
            <a:pPr>
              <a:buNone/>
            </a:pPr>
            <a:r>
              <a:rPr lang="en-US" sz="2200" dirty="0">
                <a:latin typeface="Times New Roman" panose="02020603050405020304" pitchFamily="18" charset="0"/>
                <a:cs typeface="Times New Roman" panose="02020603050405020304" pitchFamily="18" charset="0"/>
              </a:rPr>
              <a:t>    1. Who is customer?</a:t>
            </a:r>
          </a:p>
          <a:p>
            <a:pPr>
              <a:buNone/>
            </a:pPr>
            <a:r>
              <a:rPr lang="en-US" sz="2200" dirty="0">
                <a:latin typeface="Times New Roman" panose="02020603050405020304" pitchFamily="18" charset="0"/>
                <a:cs typeface="Times New Roman" panose="02020603050405020304" pitchFamily="18" charset="0"/>
              </a:rPr>
              <a:t>    2. What is quality?</a:t>
            </a:r>
          </a:p>
          <a:p>
            <a:pPr>
              <a:buNone/>
            </a:pPr>
            <a:r>
              <a:rPr lang="en-US" sz="2200" dirty="0">
                <a:latin typeface="Times New Roman" panose="02020603050405020304" pitchFamily="18" charset="0"/>
                <a:cs typeface="Times New Roman" panose="02020603050405020304" pitchFamily="18" charset="0"/>
              </a:rPr>
              <a:t>     3. What is guarantee?</a:t>
            </a:r>
          </a:p>
          <a:p>
            <a:pPr>
              <a:buNone/>
            </a:pPr>
            <a:endParaRPr lang="en-US" sz="2200" dirty="0">
              <a:latin typeface="Times New Roman" panose="02020603050405020304" pitchFamily="18" charset="0"/>
              <a:cs typeface="Times New Roman" panose="02020603050405020304" pitchFamily="18" charset="0"/>
            </a:endParaRPr>
          </a:p>
          <a:p>
            <a:r>
              <a:rPr lang="en-US" sz="2200" b="1" dirty="0">
                <a:latin typeface="Times New Roman" panose="02020603050405020304" pitchFamily="18" charset="0"/>
                <a:cs typeface="Times New Roman" panose="02020603050405020304" pitchFamily="18" charset="0"/>
              </a:rPr>
              <a:t>PRECAP</a:t>
            </a:r>
          </a:p>
          <a:p>
            <a:pPr marL="457200" indent="-457200">
              <a:buNone/>
            </a:pPr>
            <a:r>
              <a:rPr lang="en-US" sz="2200" dirty="0">
                <a:latin typeface="Times New Roman" panose="02020603050405020304" pitchFamily="18" charset="0"/>
                <a:cs typeface="Times New Roman" panose="02020603050405020304" pitchFamily="18" charset="0"/>
              </a:rPr>
              <a:t>     1. What is TQM</a:t>
            </a:r>
          </a:p>
          <a:p>
            <a:pPr marL="457200" indent="-457200">
              <a:buNone/>
            </a:pPr>
            <a:r>
              <a:rPr lang="en-US" sz="2200" dirty="0">
                <a:latin typeface="Times New Roman" panose="02020603050405020304" pitchFamily="18" charset="0"/>
                <a:cs typeface="Times New Roman" panose="02020603050405020304" pitchFamily="18" charset="0"/>
              </a:rPr>
              <a:t>     2. Modern approach</a:t>
            </a:r>
          </a:p>
          <a:p>
            <a:pPr marL="457200" indent="-457200">
              <a:buNone/>
            </a:pPr>
            <a:r>
              <a:rPr lang="en-US" sz="2200" dirty="0">
                <a:latin typeface="Times New Roman" panose="02020603050405020304" pitchFamily="18" charset="0"/>
                <a:cs typeface="Times New Roman" panose="02020603050405020304" pitchFamily="18" charset="0"/>
              </a:rPr>
              <a:t>     3. Principles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12" name="Footer Placeholder 12"/>
          <p:cNvSpPr>
            <a:spLocks noGrp="1"/>
          </p:cNvSpPr>
          <p:nvPr>
            <p:ph type="ftr" sz="quarter" idx="11"/>
          </p:nvPr>
        </p:nvSpPr>
        <p:spPr>
          <a:xfrm>
            <a:off x="22860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3F9E73C6-6434-46F4-ADEA-83C79E46D96F}" type="datetime1">
              <a:rPr lang="en-US" smtClean="0"/>
              <a:t>5/1/2026</a:t>
            </a:fld>
            <a:endParaRPr lang="en-US"/>
          </a:p>
        </p:txBody>
      </p:sp>
      <p:pic>
        <p:nvPicPr>
          <p:cNvPr id="9" name="Picture 8"/>
          <p:cNvPicPr>
            <a:picLocks noChangeAspect="1"/>
          </p:cNvPicPr>
          <p:nvPr/>
        </p:nvPicPr>
        <p:blipFill>
          <a:blip r:embed="rId3"/>
          <a:stretch>
            <a:fillRect/>
          </a:stretch>
        </p:blipFill>
        <p:spPr>
          <a:xfrm>
            <a:off x="0" y="-5047"/>
            <a:ext cx="1752600" cy="10245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RECAP AND PRECAP</a:t>
            </a:r>
            <a:endParaRPr lang="en-US" sz="2800" dirty="0"/>
          </a:p>
        </p:txBody>
      </p:sp>
    </p:spTree>
    <p:extLst>
      <p:ext uri="{BB962C8B-B14F-4D97-AF65-F5344CB8AC3E}">
        <p14:creationId xmlns:p14="http://schemas.microsoft.com/office/powerpoint/2010/main" val="41922452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191000"/>
          </a:xfrm>
        </p:spPr>
        <p:txBody>
          <a:bodyPr>
            <a:normAutofit/>
          </a:bodyPr>
          <a:lstStyle/>
          <a:p>
            <a:pPr algn="just"/>
            <a:r>
              <a:rPr lang="en-US" sz="2600" b="1" dirty="0">
                <a:latin typeface="Times New Roman" panose="02020603050405020304" pitchFamily="18" charset="0"/>
                <a:cs typeface="Times New Roman" panose="02020603050405020304" pitchFamily="18" charset="0"/>
              </a:rPr>
              <a:t>TQM Thinkers and Thoughts:</a:t>
            </a:r>
          </a:p>
          <a:p>
            <a:pPr algn="just">
              <a:buNone/>
            </a:pPr>
            <a:r>
              <a:rPr lang="en-US" sz="2400" dirty="0">
                <a:latin typeface="Times New Roman" panose="02020603050405020304" pitchFamily="18" charset="0"/>
                <a:cs typeface="Times New Roman" panose="02020603050405020304" pitchFamily="18" charset="0"/>
              </a:rPr>
              <a:t>     Quality Councils – Employee involvement –Team and Teamwork- Recognition and Reward- PDCA cycle, 5S-Kaizen- TQM Gurus</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13</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350B3F2-2389-40E7-AFF3-C3DB28C8604B}"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SYLLABUS OF UNIT 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14</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990600" y="1752600"/>
            <a:ext cx="7391400" cy="12954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Deming 14 point is implemented in an organization by management to enhance quality.</a:t>
            </a:r>
          </a:p>
        </p:txBody>
      </p:sp>
      <p:sp>
        <p:nvSpPr>
          <p:cNvPr id="2" name="Date Placeholder 1"/>
          <p:cNvSpPr>
            <a:spLocks noGrp="1"/>
          </p:cNvSpPr>
          <p:nvPr>
            <p:ph type="dt" sz="half" idx="10"/>
          </p:nvPr>
        </p:nvSpPr>
        <p:spPr/>
        <p:txBody>
          <a:bodyPr/>
          <a:lstStyle/>
          <a:p>
            <a:fld id="{230E0510-64A7-425F-B65A-4846B6202DE9}"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7"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RECAP  OF DEMING POINT</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15</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876300" y="1828800"/>
            <a:ext cx="7391400" cy="144780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spc="-5" dirty="0">
                <a:solidFill>
                  <a:schemeClr val="tx1"/>
                </a:solidFill>
                <a:latin typeface="Times New Roman" panose="02020603050405020304" pitchFamily="18" charset="0"/>
                <a:cs typeface="Times New Roman" panose="02020603050405020304" pitchFamily="18" charset="0"/>
              </a:rPr>
              <a:t>The purpose of TQM is to provide quality by participation  of stakeholder.</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2141337-9FE3-4CE1-815A-9923348416D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16164"/>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Objective of TQM</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12700">
              <a:lnSpc>
                <a:spcPct val="100000"/>
              </a:lnSpc>
              <a:spcBef>
                <a:spcPts val="675"/>
              </a:spcBef>
            </a:pPr>
            <a:r>
              <a:rPr lang="en-US" sz="2200" dirty="0">
                <a:latin typeface="Times New Roman" panose="02020603050405020304" pitchFamily="18" charset="0"/>
                <a:cs typeface="Times New Roman" panose="02020603050405020304" pitchFamily="18" charset="0"/>
              </a:rPr>
              <a:t>Total - made </a:t>
            </a:r>
            <a:r>
              <a:rPr lang="en-US" sz="2200" spc="-5" dirty="0">
                <a:latin typeface="Times New Roman" panose="02020603050405020304" pitchFamily="18" charset="0"/>
                <a:cs typeface="Times New Roman" panose="02020603050405020304" pitchFamily="18" charset="0"/>
              </a:rPr>
              <a:t>up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the</a:t>
            </a:r>
            <a:r>
              <a:rPr lang="en-US" sz="2200" spc="-4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whole</a:t>
            </a:r>
            <a:endParaRPr lang="en-US" sz="2200" dirty="0">
              <a:latin typeface="Times New Roman" panose="02020603050405020304" pitchFamily="18" charset="0"/>
              <a:cs typeface="Times New Roman" panose="02020603050405020304" pitchFamily="18" charset="0"/>
            </a:endParaRPr>
          </a:p>
          <a:p>
            <a:pPr marL="12700">
              <a:lnSpc>
                <a:spcPct val="100000"/>
              </a:lnSpc>
              <a:spcBef>
                <a:spcPts val="580"/>
              </a:spcBef>
            </a:pPr>
            <a:r>
              <a:rPr lang="en-US" sz="2200" spc="-5" dirty="0">
                <a:latin typeface="Times New Roman" panose="02020603050405020304" pitchFamily="18" charset="0"/>
                <a:cs typeface="Times New Roman" panose="02020603050405020304" pitchFamily="18" charset="0"/>
              </a:rPr>
              <a:t>Quality </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degree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excellence </a:t>
            </a:r>
            <a:r>
              <a:rPr lang="en-US" sz="2200" dirty="0">
                <a:latin typeface="Times New Roman" panose="02020603050405020304" pitchFamily="18" charset="0"/>
                <a:cs typeface="Times New Roman" panose="02020603050405020304" pitchFamily="18" charset="0"/>
              </a:rPr>
              <a:t>a </a:t>
            </a:r>
            <a:r>
              <a:rPr lang="en-US" sz="2200" spc="-5" dirty="0">
                <a:latin typeface="Times New Roman" panose="02020603050405020304" pitchFamily="18" charset="0"/>
                <a:cs typeface="Times New Roman" panose="02020603050405020304" pitchFamily="18" charset="0"/>
              </a:rPr>
              <a:t>product </a:t>
            </a:r>
            <a:r>
              <a:rPr lang="en-US" sz="2200" dirty="0">
                <a:latin typeface="Times New Roman" panose="02020603050405020304" pitchFamily="18" charset="0"/>
                <a:cs typeface="Times New Roman" panose="02020603050405020304" pitchFamily="18" charset="0"/>
              </a:rPr>
              <a:t>or </a:t>
            </a:r>
            <a:r>
              <a:rPr lang="en-US" sz="2200" spc="-5" dirty="0">
                <a:latin typeface="Times New Roman" panose="02020603050405020304" pitchFamily="18" charset="0"/>
                <a:cs typeface="Times New Roman" panose="02020603050405020304" pitchFamily="18" charset="0"/>
              </a:rPr>
              <a:t>service</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provides</a:t>
            </a:r>
          </a:p>
          <a:p>
            <a:pPr marL="12700" marR="8890">
              <a:lnSpc>
                <a:spcPct val="100000"/>
              </a:lnSpc>
              <a:spcBef>
                <a:spcPts val="575"/>
              </a:spcBef>
              <a:tabLst>
                <a:tab pos="1915795" algn="l"/>
                <a:tab pos="2159635" algn="l"/>
                <a:tab pos="2767965" algn="l"/>
                <a:tab pos="3279775" algn="l"/>
                <a:tab pos="3699510" algn="l"/>
                <a:tab pos="4881880" algn="l"/>
                <a:tab pos="5275580" algn="l"/>
                <a:tab pos="6685280" algn="l"/>
              </a:tabLst>
            </a:pPr>
            <a:r>
              <a:rPr lang="en-US" sz="2200" spc="-5" dirty="0">
                <a:latin typeface="Times New Roman" panose="02020603050405020304" pitchFamily="18" charset="0"/>
                <a:cs typeface="Times New Roman" panose="02020603050405020304" pitchFamily="18" charset="0"/>
              </a:rPr>
              <a:t>Management	</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act,	art	</a:t>
            </a:r>
            <a:r>
              <a:rPr lang="en-US" sz="2200" dirty="0">
                <a:latin typeface="Times New Roman" panose="02020603050405020304" pitchFamily="18" charset="0"/>
                <a:cs typeface="Times New Roman" panose="02020603050405020304" pitchFamily="18" charset="0"/>
              </a:rPr>
              <a:t>or	</a:t>
            </a:r>
            <a:r>
              <a:rPr lang="en-US" sz="2200" spc="-5" dirty="0">
                <a:latin typeface="Times New Roman" panose="02020603050405020304" pitchFamily="18" charset="0"/>
                <a:cs typeface="Times New Roman" panose="02020603050405020304" pitchFamily="18" charset="0"/>
              </a:rPr>
              <a:t>manner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planning,	</a:t>
            </a:r>
            <a:r>
              <a:rPr lang="en-US" sz="2200" spc="-10" dirty="0">
                <a:latin typeface="Times New Roman" panose="02020603050405020304" pitchFamily="18" charset="0"/>
                <a:cs typeface="Times New Roman" panose="02020603050405020304" pitchFamily="18" charset="0"/>
              </a:rPr>
              <a:t>controlling </a:t>
            </a:r>
          </a:p>
          <a:p>
            <a:pPr marL="0" marR="8890" indent="0">
              <a:lnSpc>
                <a:spcPct val="100000"/>
              </a:lnSpc>
              <a:spcBef>
                <a:spcPts val="575"/>
              </a:spcBef>
              <a:buNone/>
              <a:tabLst>
                <a:tab pos="1915795" algn="l"/>
                <a:tab pos="2159635" algn="l"/>
                <a:tab pos="2767965" algn="l"/>
                <a:tab pos="3279775" algn="l"/>
                <a:tab pos="3699510" algn="l"/>
                <a:tab pos="4881880" algn="l"/>
                <a:tab pos="5275580" algn="l"/>
                <a:tab pos="6685280" algn="l"/>
              </a:tabLst>
            </a:pPr>
            <a:r>
              <a:rPr lang="en-US" sz="2200" spc="-10" dirty="0">
                <a:latin typeface="Times New Roman" panose="02020603050405020304" pitchFamily="18" charset="0"/>
                <a:cs typeface="Times New Roman" panose="02020603050405020304" pitchFamily="18" charset="0"/>
              </a:rPr>
              <a:t>     and  </a:t>
            </a:r>
            <a:r>
              <a:rPr lang="en-US" sz="2200" spc="-5" dirty="0">
                <a:latin typeface="Times New Roman" panose="02020603050405020304" pitchFamily="18" charset="0"/>
                <a:cs typeface="Times New Roman" panose="02020603050405020304" pitchFamily="18" charset="0"/>
              </a:rPr>
              <a:t>directing.</a:t>
            </a:r>
            <a:endParaRPr lang="en-US" sz="2200" dirty="0">
              <a:latin typeface="Times New Roman" panose="02020603050405020304" pitchFamily="18" charset="0"/>
              <a:cs typeface="Times New Roman" panose="02020603050405020304" pitchFamily="18" charset="0"/>
            </a:endParaRPr>
          </a:p>
          <a:p>
            <a:pPr>
              <a:lnSpc>
                <a:spcPct val="100000"/>
              </a:lnSpc>
            </a:pPr>
            <a:endParaRPr lang="en-US" sz="2200" dirty="0">
              <a:latin typeface="Times New Roman" panose="02020603050405020304" pitchFamily="18" charset="0"/>
              <a:cs typeface="Times New Roman" panose="02020603050405020304" pitchFamily="18" charset="0"/>
            </a:endParaRPr>
          </a:p>
          <a:p>
            <a:pPr marL="0" marR="5080" indent="0">
              <a:lnSpc>
                <a:spcPct val="100000"/>
              </a:lnSpc>
              <a:buNone/>
            </a:pPr>
            <a:r>
              <a:rPr lang="en-US" sz="2200" dirty="0">
                <a:latin typeface="Times New Roman" panose="02020603050405020304" pitchFamily="18" charset="0"/>
                <a:cs typeface="Times New Roman" panose="02020603050405020304" pitchFamily="18" charset="0"/>
              </a:rPr>
              <a:t>Therefore, TQM is </a:t>
            </a:r>
            <a:r>
              <a:rPr lang="en-US" sz="2200" spc="-5" dirty="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art of </a:t>
            </a:r>
            <a:r>
              <a:rPr lang="en-US" sz="2200" spc="-5" dirty="0">
                <a:latin typeface="Times New Roman" panose="02020603050405020304" pitchFamily="18" charset="0"/>
                <a:cs typeface="Times New Roman" panose="02020603050405020304" pitchFamily="18" charset="0"/>
              </a:rPr>
              <a:t>managing the whole to </a:t>
            </a:r>
            <a:r>
              <a:rPr lang="en-US" sz="2200" dirty="0">
                <a:latin typeface="Times New Roman" panose="02020603050405020304" pitchFamily="18" charset="0"/>
                <a:cs typeface="Times New Roman" panose="02020603050405020304" pitchFamily="18" charset="0"/>
              </a:rPr>
              <a:t>achieve </a:t>
            </a:r>
            <a:r>
              <a:rPr lang="en-US" sz="2200" spc="-5" dirty="0">
                <a:latin typeface="Times New Roman" panose="02020603050405020304" pitchFamily="18" charset="0"/>
                <a:cs typeface="Times New Roman" panose="02020603050405020304" pitchFamily="18" charset="0"/>
              </a:rPr>
              <a:t>excellence.</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16</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B58CE5F-9E6B-405C-82A3-78D87C4ABBD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911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Introduction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spcBef>
                <a:spcPts val="100"/>
              </a:spcBef>
              <a:buFont typeface="Arial"/>
              <a:buChar char="•"/>
              <a:tabLst>
                <a:tab pos="354965" algn="l"/>
                <a:tab pos="355600" algn="l"/>
              </a:tabLst>
            </a:pPr>
            <a:r>
              <a:rPr lang="en-US" sz="2400" spc="-5" dirty="0">
                <a:latin typeface="Times New Roman" panose="02020603050405020304" pitchFamily="18" charset="0"/>
                <a:cs typeface="Times New Roman" panose="02020603050405020304" pitchFamily="18" charset="0"/>
              </a:rPr>
              <a:t>Produce </a:t>
            </a:r>
            <a:r>
              <a:rPr lang="en-US" sz="2400" dirty="0">
                <a:latin typeface="Times New Roman" panose="02020603050405020304" pitchFamily="18" charset="0"/>
                <a:cs typeface="Times New Roman" panose="02020603050405020304" pitchFamily="18" charset="0"/>
              </a:rPr>
              <a:t>quality </a:t>
            </a:r>
            <a:r>
              <a:rPr lang="en-US" sz="2400" spc="-5" dirty="0">
                <a:latin typeface="Times New Roman" panose="02020603050405020304" pitchFamily="18" charset="0"/>
                <a:cs typeface="Times New Roman" panose="02020603050405020304" pitchFamily="18" charset="0"/>
              </a:rPr>
              <a:t>work the first</a:t>
            </a:r>
            <a:r>
              <a:rPr lang="en-US" sz="2400" spc="-2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time.</a:t>
            </a:r>
            <a:endParaRPr lang="en-US" sz="2400" dirty="0">
              <a:latin typeface="Times New Roman" panose="02020603050405020304" pitchFamily="18" charset="0"/>
              <a:cs typeface="Times New Roman" panose="02020603050405020304" pitchFamily="18" charset="0"/>
            </a:endParaRPr>
          </a:p>
          <a:p>
            <a:pPr>
              <a:buFont typeface="Arial"/>
              <a:buChar char="•"/>
            </a:pPr>
            <a:endParaRPr lang="en-US" sz="2400" dirty="0">
              <a:latin typeface="Times New Roman" panose="02020603050405020304" pitchFamily="18" charset="0"/>
              <a:cs typeface="Times New Roman" panose="02020603050405020304" pitchFamily="18" charset="0"/>
            </a:endParaRPr>
          </a:p>
          <a:p>
            <a:pPr marL="355600">
              <a:buFont typeface="Arial"/>
              <a:buChar char="•"/>
              <a:tabLst>
                <a:tab pos="354965" algn="l"/>
                <a:tab pos="355600" algn="l"/>
              </a:tabLst>
            </a:pPr>
            <a:r>
              <a:rPr lang="en-US" sz="2400" spc="-5" dirty="0">
                <a:latin typeface="Times New Roman" panose="02020603050405020304" pitchFamily="18" charset="0"/>
                <a:cs typeface="Times New Roman" panose="02020603050405020304" pitchFamily="18" charset="0"/>
              </a:rPr>
              <a:t>Focus </a:t>
            </a:r>
            <a:r>
              <a:rPr lang="en-US" sz="2400" dirty="0">
                <a:latin typeface="Times New Roman" panose="02020603050405020304" pitchFamily="18" charset="0"/>
                <a:cs typeface="Times New Roman" panose="02020603050405020304" pitchFamily="18" charset="0"/>
              </a:rPr>
              <a:t>on </a:t>
            </a:r>
            <a:r>
              <a:rPr lang="en-US" sz="2400" spc="-5" dirty="0">
                <a:latin typeface="Times New Roman" panose="02020603050405020304" pitchFamily="18" charset="0"/>
                <a:cs typeface="Times New Roman" panose="02020603050405020304" pitchFamily="18" charset="0"/>
              </a:rPr>
              <a:t>the</a:t>
            </a:r>
            <a:r>
              <a:rPr lang="en-US" sz="2400" spc="-2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customer.</a:t>
            </a:r>
            <a:endParaRPr lang="en-US" sz="2400" dirty="0">
              <a:latin typeface="Times New Roman" panose="02020603050405020304" pitchFamily="18" charset="0"/>
              <a:cs typeface="Times New Roman" panose="02020603050405020304" pitchFamily="18" charset="0"/>
            </a:endParaRPr>
          </a:p>
          <a:p>
            <a:pPr>
              <a:spcBef>
                <a:spcPts val="55"/>
              </a:spcBef>
              <a:buFont typeface="Arial"/>
              <a:buChar char="•"/>
            </a:pPr>
            <a:endParaRPr lang="en-US" sz="2400" dirty="0">
              <a:latin typeface="Times New Roman" panose="02020603050405020304" pitchFamily="18" charset="0"/>
              <a:cs typeface="Times New Roman" panose="02020603050405020304" pitchFamily="18" charset="0"/>
            </a:endParaRPr>
          </a:p>
          <a:p>
            <a:pPr marL="355600">
              <a:buFont typeface="Arial"/>
              <a:buChar char="•"/>
              <a:tabLst>
                <a:tab pos="354965" algn="l"/>
                <a:tab pos="355600" algn="l"/>
              </a:tabLst>
            </a:pPr>
            <a:r>
              <a:rPr lang="en-US" sz="2400" dirty="0">
                <a:latin typeface="Times New Roman" panose="02020603050405020304" pitchFamily="18" charset="0"/>
                <a:cs typeface="Times New Roman" panose="02020603050405020304" pitchFamily="18" charset="0"/>
              </a:rPr>
              <a:t>Have a </a:t>
            </a:r>
            <a:r>
              <a:rPr lang="en-US" sz="2400" spc="-5" dirty="0">
                <a:latin typeface="Times New Roman" panose="02020603050405020304" pitchFamily="18" charset="0"/>
                <a:cs typeface="Times New Roman" panose="02020603050405020304" pitchFamily="18" charset="0"/>
              </a:rPr>
              <a:t>strategic approach to</a:t>
            </a:r>
            <a:r>
              <a:rPr lang="en-US" sz="2400" spc="5"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improvement.</a:t>
            </a:r>
            <a:endParaRPr lang="en-US" sz="2400" dirty="0">
              <a:latin typeface="Times New Roman" panose="02020603050405020304" pitchFamily="18" charset="0"/>
              <a:cs typeface="Times New Roman" panose="02020603050405020304" pitchFamily="18" charset="0"/>
            </a:endParaRPr>
          </a:p>
          <a:p>
            <a:pPr>
              <a:buFont typeface="Arial"/>
              <a:buChar char="•"/>
            </a:pPr>
            <a:endParaRPr lang="en-US" sz="2400" dirty="0">
              <a:latin typeface="Times New Roman" panose="02020603050405020304" pitchFamily="18" charset="0"/>
              <a:cs typeface="Times New Roman" panose="02020603050405020304" pitchFamily="18" charset="0"/>
            </a:endParaRPr>
          </a:p>
          <a:p>
            <a:pPr marL="355600">
              <a:buFont typeface="Arial"/>
              <a:buChar char="•"/>
              <a:tabLst>
                <a:tab pos="354965" algn="l"/>
                <a:tab pos="355600" algn="l"/>
              </a:tabLst>
            </a:pPr>
            <a:r>
              <a:rPr lang="en-US" sz="2400" dirty="0">
                <a:latin typeface="Times New Roman" panose="02020603050405020304" pitchFamily="18" charset="0"/>
                <a:cs typeface="Times New Roman" panose="02020603050405020304" pitchFamily="18" charset="0"/>
              </a:rPr>
              <a:t>Improve</a:t>
            </a:r>
            <a:r>
              <a:rPr lang="en-US" sz="2400" spc="-1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continuously.</a:t>
            </a:r>
            <a:endParaRPr lang="en-US" sz="2400" dirty="0">
              <a:latin typeface="Times New Roman" panose="02020603050405020304" pitchFamily="18" charset="0"/>
              <a:cs typeface="Times New Roman" panose="02020603050405020304" pitchFamily="18" charset="0"/>
            </a:endParaRPr>
          </a:p>
          <a:p>
            <a:pPr>
              <a:buFont typeface="Arial"/>
              <a:buChar char="•"/>
            </a:pPr>
            <a:endParaRPr lang="en-US" sz="2400" dirty="0">
              <a:latin typeface="Times New Roman" panose="02020603050405020304" pitchFamily="18" charset="0"/>
              <a:cs typeface="Times New Roman" panose="02020603050405020304" pitchFamily="18" charset="0"/>
            </a:endParaRPr>
          </a:p>
          <a:p>
            <a:pPr marL="355600">
              <a:buFont typeface="Arial"/>
              <a:buChar char="•"/>
              <a:tabLst>
                <a:tab pos="354965" algn="l"/>
                <a:tab pos="355600" algn="l"/>
              </a:tabLst>
            </a:pPr>
            <a:r>
              <a:rPr lang="en-US" sz="2400" spc="-5" dirty="0">
                <a:latin typeface="Times New Roman" panose="02020603050405020304" pitchFamily="18" charset="0"/>
                <a:cs typeface="Times New Roman" panose="02020603050405020304" pitchFamily="18" charset="0"/>
              </a:rPr>
              <a:t>Encourage </a:t>
            </a:r>
            <a:r>
              <a:rPr lang="en-US" sz="2400" dirty="0">
                <a:latin typeface="Times New Roman" panose="02020603050405020304" pitchFamily="18" charset="0"/>
                <a:cs typeface="Times New Roman" panose="02020603050405020304" pitchFamily="18" charset="0"/>
              </a:rPr>
              <a:t>mutual respect and</a:t>
            </a:r>
            <a:r>
              <a:rPr lang="en-US" sz="2400" spc="-70" dirty="0">
                <a:latin typeface="Times New Roman" panose="02020603050405020304" pitchFamily="18" charset="0"/>
                <a:cs typeface="Times New Roman" panose="02020603050405020304" pitchFamily="18" charset="0"/>
              </a:rPr>
              <a:t> </a:t>
            </a:r>
            <a:r>
              <a:rPr lang="en-US" sz="2400" spc="-5" dirty="0">
                <a:latin typeface="Times New Roman" panose="02020603050405020304" pitchFamily="18" charset="0"/>
                <a:cs typeface="Times New Roman" panose="02020603050405020304" pitchFamily="18" charset="0"/>
              </a:rPr>
              <a:t>teamwork.</a:t>
            </a:r>
            <a:endParaRPr lang="en-US" sz="2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17</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C9535F5-2C7C-42AC-B670-BBBAB9D9E75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The concept of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5080" algn="just">
              <a:spcBef>
                <a:spcPts val="100"/>
              </a:spcBef>
              <a:tabLst>
                <a:tab pos="355600" algn="l"/>
              </a:tabLst>
            </a:pPr>
            <a:r>
              <a:rPr lang="en-US" sz="2200" dirty="0">
                <a:latin typeface="Times New Roman" panose="02020603050405020304" pitchFamily="18" charset="0"/>
                <a:cs typeface="Times New Roman" panose="02020603050405020304" pitchFamily="18" charset="0"/>
              </a:rPr>
              <a:t>Total quality management </a:t>
            </a:r>
            <a:r>
              <a:rPr lang="en-US" sz="2200" spc="-5" dirty="0">
                <a:latin typeface="Times New Roman" panose="02020603050405020304" pitchFamily="18" charset="0"/>
                <a:cs typeface="Times New Roman" panose="02020603050405020304" pitchFamily="18" charset="0"/>
              </a:rPr>
              <a:t>(TQM) </a:t>
            </a:r>
            <a:r>
              <a:rPr lang="en-US" sz="2200" dirty="0">
                <a:latin typeface="Times New Roman" panose="02020603050405020304" pitchFamily="18" charset="0"/>
                <a:cs typeface="Times New Roman" panose="02020603050405020304" pitchFamily="18" charset="0"/>
              </a:rPr>
              <a:t>has </a:t>
            </a:r>
            <a:r>
              <a:rPr lang="en-US" sz="2200" spc="-5" dirty="0">
                <a:latin typeface="Times New Roman" panose="02020603050405020304" pitchFamily="18" charset="0"/>
                <a:cs typeface="Times New Roman" panose="02020603050405020304" pitchFamily="18" charset="0"/>
              </a:rPr>
              <a:t>been </a:t>
            </a:r>
            <a:r>
              <a:rPr lang="en-US" sz="2200" spc="-10" dirty="0">
                <a:latin typeface="Times New Roman" panose="02020603050405020304" pitchFamily="18" charset="0"/>
                <a:cs typeface="Times New Roman" panose="02020603050405020304" pitchFamily="18" charset="0"/>
              </a:rPr>
              <a:t>defined </a:t>
            </a:r>
            <a:r>
              <a:rPr lang="en-US" sz="2200" dirty="0">
                <a:latin typeface="Times New Roman" panose="02020603050405020304" pitchFamily="18" charset="0"/>
                <a:cs typeface="Times New Roman" panose="02020603050405020304" pitchFamily="18" charset="0"/>
              </a:rPr>
              <a:t>as an  integrated </a:t>
            </a:r>
            <a:r>
              <a:rPr lang="en-US" sz="2200" spc="-5" dirty="0">
                <a:latin typeface="Times New Roman" panose="02020603050405020304" pitchFamily="18" charset="0"/>
                <a:cs typeface="Times New Roman" panose="02020603050405020304" pitchFamily="18" charset="0"/>
              </a:rPr>
              <a:t>organizational effort designed </a:t>
            </a:r>
            <a:r>
              <a:rPr lang="en-US" sz="2200" spc="-10" dirty="0">
                <a:latin typeface="Times New Roman" panose="02020603050405020304" pitchFamily="18" charset="0"/>
                <a:cs typeface="Times New Roman" panose="02020603050405020304" pitchFamily="18" charset="0"/>
              </a:rPr>
              <a:t>to </a:t>
            </a:r>
            <a:r>
              <a:rPr lang="en-US" sz="2200" dirty="0">
                <a:latin typeface="Times New Roman" panose="02020603050405020304" pitchFamily="18" charset="0"/>
                <a:cs typeface="Times New Roman" panose="02020603050405020304" pitchFamily="18" charset="0"/>
              </a:rPr>
              <a:t>improve </a:t>
            </a:r>
            <a:r>
              <a:rPr lang="en-US" sz="2200" spc="-5" dirty="0">
                <a:latin typeface="Times New Roman" panose="02020603050405020304" pitchFamily="18" charset="0"/>
                <a:cs typeface="Times New Roman" panose="02020603050405020304" pitchFamily="18" charset="0"/>
              </a:rPr>
              <a:t>quality </a:t>
            </a:r>
            <a:r>
              <a:rPr lang="en-US" sz="2200" dirty="0">
                <a:latin typeface="Times New Roman" panose="02020603050405020304" pitchFamily="18" charset="0"/>
                <a:cs typeface="Times New Roman" panose="02020603050405020304" pitchFamily="18" charset="0"/>
              </a:rPr>
              <a:t>at  </a:t>
            </a:r>
            <a:r>
              <a:rPr lang="en-US" sz="2200" spc="-5" dirty="0">
                <a:latin typeface="Times New Roman" panose="02020603050405020304" pitchFamily="18" charset="0"/>
                <a:cs typeface="Times New Roman" panose="02020603050405020304" pitchFamily="18" charset="0"/>
              </a:rPr>
              <a:t>every</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level.</a:t>
            </a:r>
            <a:endParaRPr lang="en-US" sz="2200" dirty="0">
              <a:latin typeface="Times New Roman" panose="02020603050405020304" pitchFamily="18" charset="0"/>
              <a:cs typeface="Times New Roman" panose="02020603050405020304" pitchFamily="18" charset="0"/>
            </a:endParaRPr>
          </a:p>
          <a:p>
            <a:pPr>
              <a:buNone/>
            </a:pPr>
            <a:endParaRPr lang="en-US" sz="2200" dirty="0">
              <a:latin typeface="Times New Roman" panose="02020603050405020304" pitchFamily="18" charset="0"/>
              <a:cs typeface="Times New Roman" panose="02020603050405020304" pitchFamily="18" charset="0"/>
            </a:endParaRPr>
          </a:p>
          <a:p>
            <a:pPr marL="354965" marR="5080" algn="just">
              <a:tabLst>
                <a:tab pos="355600" algn="l"/>
              </a:tabLst>
            </a:pPr>
            <a:r>
              <a:rPr lang="en-US" sz="2200" dirty="0">
                <a:latin typeface="Times New Roman" panose="02020603050405020304" pitchFamily="18" charset="0"/>
                <a:cs typeface="Times New Roman" panose="02020603050405020304" pitchFamily="18" charset="0"/>
              </a:rPr>
              <a:t>The </a:t>
            </a:r>
            <a:r>
              <a:rPr lang="en-US" sz="2200" spc="-5" dirty="0">
                <a:latin typeface="Times New Roman" panose="02020603050405020304" pitchFamily="18" charset="0"/>
                <a:cs typeface="Times New Roman" panose="02020603050405020304" pitchFamily="18" charset="0"/>
              </a:rPr>
              <a:t>process to produce </a:t>
            </a:r>
            <a:r>
              <a:rPr lang="en-US" sz="2200" dirty="0">
                <a:latin typeface="Times New Roman" panose="02020603050405020304" pitchFamily="18" charset="0"/>
                <a:cs typeface="Times New Roman" panose="02020603050405020304" pitchFamily="18" charset="0"/>
              </a:rPr>
              <a:t>a </a:t>
            </a:r>
            <a:r>
              <a:rPr lang="en-US" sz="2200" spc="-5" dirty="0">
                <a:latin typeface="Times New Roman" panose="02020603050405020304" pitchFamily="18" charset="0"/>
                <a:cs typeface="Times New Roman" panose="02020603050405020304" pitchFamily="18" charset="0"/>
              </a:rPr>
              <a:t>perfect product by </a:t>
            </a:r>
            <a:r>
              <a:rPr lang="en-US" sz="2200" dirty="0">
                <a:latin typeface="Times New Roman" panose="02020603050405020304" pitchFamily="18" charset="0"/>
                <a:cs typeface="Times New Roman" panose="02020603050405020304" pitchFamily="18" charset="0"/>
              </a:rPr>
              <a:t>a </a:t>
            </a:r>
            <a:r>
              <a:rPr lang="en-US" sz="2200" spc="-5" dirty="0">
                <a:latin typeface="Times New Roman" panose="02020603050405020304" pitchFamily="18" charset="0"/>
                <a:cs typeface="Times New Roman" panose="02020603050405020304" pitchFamily="18" charset="0"/>
              </a:rPr>
              <a:t>series </a:t>
            </a:r>
            <a:r>
              <a:rPr lang="en-US" sz="2200" dirty="0">
                <a:latin typeface="Times New Roman" panose="02020603050405020304" pitchFamily="18" charset="0"/>
                <a:cs typeface="Times New Roman" panose="02020603050405020304" pitchFamily="18" charset="0"/>
              </a:rPr>
              <a:t>of measures  require an </a:t>
            </a:r>
            <a:r>
              <a:rPr lang="en-US" sz="2200" spc="-5" dirty="0">
                <a:latin typeface="Times New Roman" panose="02020603050405020304" pitchFamily="18" charset="0"/>
                <a:cs typeface="Times New Roman" panose="02020603050405020304" pitchFamily="18" charset="0"/>
              </a:rPr>
              <a:t>organized effort by the entire company to </a:t>
            </a:r>
            <a:r>
              <a:rPr lang="en-US" sz="2200" dirty="0">
                <a:latin typeface="Times New Roman" panose="02020603050405020304" pitchFamily="18" charset="0"/>
                <a:cs typeface="Times New Roman" panose="02020603050405020304" pitchFamily="18" charset="0"/>
              </a:rPr>
              <a:t>prevent or  </a:t>
            </a:r>
            <a:r>
              <a:rPr lang="en-US" sz="2200" spc="-5" dirty="0">
                <a:latin typeface="Times New Roman" panose="02020603050405020304" pitchFamily="18" charset="0"/>
                <a:cs typeface="Times New Roman" panose="02020603050405020304" pitchFamily="18" charset="0"/>
              </a:rPr>
              <a:t>eliminate errors </a:t>
            </a:r>
            <a:r>
              <a:rPr lang="en-US" sz="2200" dirty="0">
                <a:latin typeface="Times New Roman" panose="02020603050405020304" pitchFamily="18" charset="0"/>
                <a:cs typeface="Times New Roman" panose="02020603050405020304" pitchFamily="18" charset="0"/>
              </a:rPr>
              <a:t>at </a:t>
            </a:r>
            <a:r>
              <a:rPr lang="en-US" sz="2200" spc="-5" dirty="0">
                <a:latin typeface="Times New Roman" panose="02020603050405020304" pitchFamily="18" charset="0"/>
                <a:cs typeface="Times New Roman" panose="02020603050405020304" pitchFamily="18" charset="0"/>
              </a:rPr>
              <a:t>every stage </a:t>
            </a:r>
            <a:r>
              <a:rPr lang="en-US" sz="2200" dirty="0">
                <a:latin typeface="Times New Roman" panose="02020603050405020304" pitchFamily="18" charset="0"/>
                <a:cs typeface="Times New Roman" panose="02020603050405020304" pitchFamily="18" charset="0"/>
              </a:rPr>
              <a:t>in </a:t>
            </a:r>
            <a:r>
              <a:rPr lang="en-US" sz="2200" spc="-5" dirty="0">
                <a:latin typeface="Times New Roman" panose="02020603050405020304" pitchFamily="18" charset="0"/>
                <a:cs typeface="Times New Roman" panose="02020603050405020304" pitchFamily="18" charset="0"/>
              </a:rPr>
              <a:t>production </a:t>
            </a:r>
            <a:r>
              <a:rPr lang="en-US" sz="2200" dirty="0">
                <a:latin typeface="Times New Roman" panose="02020603050405020304" pitchFamily="18" charset="0"/>
                <a:cs typeface="Times New Roman" panose="02020603050405020304" pitchFamily="18" charset="0"/>
              </a:rPr>
              <a:t>is </a:t>
            </a:r>
            <a:r>
              <a:rPr lang="en-US" sz="2200" spc="-5" dirty="0">
                <a:latin typeface="Times New Roman" panose="02020603050405020304" pitchFamily="18" charset="0"/>
                <a:cs typeface="Times New Roman" panose="02020603050405020304" pitchFamily="18" charset="0"/>
              </a:rPr>
              <a:t>called total  </a:t>
            </a:r>
            <a:r>
              <a:rPr lang="en-US" sz="2200" dirty="0">
                <a:latin typeface="Times New Roman" panose="02020603050405020304" pitchFamily="18" charset="0"/>
                <a:cs typeface="Times New Roman" panose="02020603050405020304" pitchFamily="18" charset="0"/>
              </a:rPr>
              <a:t>quality</a:t>
            </a:r>
            <a:r>
              <a:rPr lang="en-US" sz="2200" spc="-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management.</a:t>
            </a:r>
          </a:p>
          <a:p>
            <a:pPr>
              <a:buFont typeface="Wingdings"/>
              <a:buChar char=""/>
            </a:pPr>
            <a:endParaRPr lang="en-US" sz="2200" dirty="0">
              <a:latin typeface="Times New Roman" panose="02020603050405020304" pitchFamily="18" charset="0"/>
              <a:cs typeface="Times New Roman" panose="02020603050405020304" pitchFamily="18" charset="0"/>
            </a:endParaRPr>
          </a:p>
          <a:p>
            <a:pPr marL="354965" marR="5715" algn="just">
              <a:tabLst>
                <a:tab pos="355600" algn="l"/>
              </a:tabLst>
            </a:pPr>
            <a:r>
              <a:rPr lang="en-US" sz="2200" dirty="0">
                <a:latin typeface="Times New Roman" panose="02020603050405020304" pitchFamily="18" charset="0"/>
                <a:cs typeface="Times New Roman" panose="02020603050405020304" pitchFamily="18" charset="0"/>
              </a:rPr>
              <a:t>According </a:t>
            </a:r>
            <a:r>
              <a:rPr lang="en-US" sz="2200" spc="-5" dirty="0">
                <a:latin typeface="Times New Roman" panose="02020603050405020304" pitchFamily="18" charset="0"/>
                <a:cs typeface="Times New Roman" panose="02020603050405020304" pitchFamily="18" charset="0"/>
              </a:rPr>
              <a:t>to international organization for standards defined  </a:t>
            </a:r>
            <a:r>
              <a:rPr lang="en-US" sz="2200" spc="-5" dirty="0" err="1">
                <a:latin typeface="Times New Roman" panose="02020603050405020304" pitchFamily="18" charset="0"/>
                <a:cs typeface="Times New Roman" panose="02020603050405020304" pitchFamily="18" charset="0"/>
              </a:rPr>
              <a:t>tqm</a:t>
            </a:r>
            <a:r>
              <a:rPr lang="en-US"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as, </a:t>
            </a:r>
            <a:r>
              <a:rPr lang="en-US" sz="2200" spc="-5" dirty="0">
                <a:latin typeface="Times New Roman" panose="02020603050405020304" pitchFamily="18" charset="0"/>
                <a:cs typeface="Times New Roman" panose="02020603050405020304" pitchFamily="18" charset="0"/>
              </a:rPr>
              <a:t>“TQM </a:t>
            </a:r>
            <a:r>
              <a:rPr lang="en-US" sz="2200" dirty="0">
                <a:latin typeface="Times New Roman" panose="02020603050405020304" pitchFamily="18" charset="0"/>
                <a:cs typeface="Times New Roman" panose="02020603050405020304" pitchFamily="18" charset="0"/>
              </a:rPr>
              <a:t>is a </a:t>
            </a:r>
            <a:r>
              <a:rPr lang="en-US" sz="2200" spc="-5" dirty="0">
                <a:latin typeface="Times New Roman" panose="02020603050405020304" pitchFamily="18" charset="0"/>
                <a:cs typeface="Times New Roman" panose="02020603050405020304" pitchFamily="18" charset="0"/>
              </a:rPr>
              <a:t>management </a:t>
            </a:r>
            <a:r>
              <a:rPr lang="en-US" sz="2200" dirty="0">
                <a:latin typeface="Times New Roman" panose="02020603050405020304" pitchFamily="18" charset="0"/>
                <a:cs typeface="Times New Roman" panose="02020603050405020304" pitchFamily="18" charset="0"/>
              </a:rPr>
              <a:t>approach </a:t>
            </a:r>
            <a:r>
              <a:rPr lang="en-US" sz="2200" spc="-5" dirty="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an </a:t>
            </a:r>
            <a:r>
              <a:rPr lang="en-US" sz="2200" spc="-5" dirty="0">
                <a:latin typeface="Times New Roman" panose="02020603050405020304" pitchFamily="18" charset="0"/>
                <a:cs typeface="Times New Roman" panose="02020603050405020304" pitchFamily="18" charset="0"/>
              </a:rPr>
              <a:t>organization,  centered on quality, based </a:t>
            </a:r>
            <a:r>
              <a:rPr lang="en-US" sz="2200" dirty="0">
                <a:latin typeface="Times New Roman" panose="02020603050405020304" pitchFamily="18" charset="0"/>
                <a:cs typeface="Times New Roman" panose="02020603050405020304" pitchFamily="18" charset="0"/>
              </a:rPr>
              <a:t>on </a:t>
            </a:r>
            <a:r>
              <a:rPr lang="en-US" sz="2200" spc="-5" dirty="0">
                <a:latin typeface="Times New Roman" panose="02020603050405020304" pitchFamily="18" charset="0"/>
                <a:cs typeface="Times New Roman" panose="02020603050405020304" pitchFamily="18" charset="0"/>
              </a:rPr>
              <a:t>the participation of </a:t>
            </a:r>
            <a:r>
              <a:rPr lang="en-US" sz="2200" dirty="0">
                <a:latin typeface="Times New Roman" panose="02020603050405020304" pitchFamily="18" charset="0"/>
                <a:cs typeface="Times New Roman" panose="02020603050405020304" pitchFamily="18" charset="0"/>
              </a:rPr>
              <a:t>all its  members and </a:t>
            </a:r>
            <a:r>
              <a:rPr lang="en-US" sz="2200" spc="-5" dirty="0">
                <a:latin typeface="Times New Roman" panose="02020603050405020304" pitchFamily="18" charset="0"/>
                <a:cs typeface="Times New Roman" panose="02020603050405020304" pitchFamily="18" charset="0"/>
              </a:rPr>
              <a:t>aiming </a:t>
            </a:r>
            <a:r>
              <a:rPr lang="en-US" sz="2200" dirty="0">
                <a:latin typeface="Times New Roman" panose="02020603050405020304" pitchFamily="18" charset="0"/>
                <a:cs typeface="Times New Roman" panose="02020603050405020304" pitchFamily="18" charset="0"/>
              </a:rPr>
              <a:t>at </a:t>
            </a:r>
            <a:r>
              <a:rPr lang="en-US" sz="2200" spc="-5" dirty="0">
                <a:latin typeface="Times New Roman" panose="02020603050405020304" pitchFamily="18" charset="0"/>
                <a:cs typeface="Times New Roman" panose="02020603050405020304" pitchFamily="18" charset="0"/>
              </a:rPr>
              <a:t>long-term success through customer  satisfaction</a:t>
            </a:r>
            <a:r>
              <a:rPr lang="en-US" sz="2200" spc="9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10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benefits</a:t>
            </a:r>
            <a:r>
              <a:rPr lang="en-US" sz="2200" spc="1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to</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all</a:t>
            </a:r>
            <a:r>
              <a:rPr lang="en-US" sz="2200" spc="1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members</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the</a:t>
            </a:r>
            <a:r>
              <a:rPr lang="en-US" sz="2200" spc="10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organization</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 society</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F8162C5-6AB9-4903-A48B-F700F5B48295}" type="datetime1">
              <a:rPr lang="en-US" smtClean="0"/>
              <a:t>5/1/2026</a:t>
            </a:fld>
            <a:endParaRPr lang="en-US" dirty="0"/>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Various Definitions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5080">
              <a:spcBef>
                <a:spcPts val="100"/>
              </a:spcBef>
              <a:buFont typeface="Wingdings"/>
              <a:buChar char=""/>
              <a:tabLst>
                <a:tab pos="355600" algn="l"/>
                <a:tab pos="1948180" algn="l"/>
                <a:tab pos="2800350" algn="l"/>
              </a:tabLst>
            </a:pPr>
            <a:r>
              <a:rPr lang="en-US" sz="2200" dirty="0">
                <a:latin typeface="Times New Roman" panose="02020603050405020304" pitchFamily="18" charset="0"/>
                <a:cs typeface="Times New Roman" panose="02020603050405020304" pitchFamily="18" charset="0"/>
              </a:rPr>
              <a:t>Adopting and	</a:t>
            </a:r>
            <a:r>
              <a:rPr lang="en-US" sz="2200" spc="-5" dirty="0">
                <a:latin typeface="Times New Roman" panose="02020603050405020304" pitchFamily="18" charset="0"/>
                <a:cs typeface="Times New Roman" panose="02020603050405020304" pitchFamily="18" charset="0"/>
              </a:rPr>
              <a:t>commun</a:t>
            </a:r>
            <a:r>
              <a:rPr lang="en-US" sz="2200" spc="-10" dirty="0">
                <a:latin typeface="Times New Roman" panose="02020603050405020304" pitchFamily="18" charset="0"/>
                <a:cs typeface="Times New Roman" panose="02020603050405020304" pitchFamily="18" charset="0"/>
              </a:rPr>
              <a:t>i</a:t>
            </a:r>
            <a:r>
              <a:rPr lang="en-US" sz="2200" spc="-5" dirty="0">
                <a:latin typeface="Times New Roman" panose="02020603050405020304" pitchFamily="18" charset="0"/>
                <a:cs typeface="Times New Roman" panose="02020603050405020304" pitchFamily="18" charset="0"/>
              </a:rPr>
              <a:t>cat</a:t>
            </a:r>
            <a:r>
              <a:rPr lang="en-US" sz="2200" spc="-15" dirty="0">
                <a:latin typeface="Times New Roman" panose="02020603050405020304" pitchFamily="18" charset="0"/>
                <a:cs typeface="Times New Roman" panose="02020603050405020304" pitchFamily="18" charset="0"/>
              </a:rPr>
              <a:t>i</a:t>
            </a:r>
            <a:r>
              <a:rPr lang="en-US" sz="2200" dirty="0">
                <a:latin typeface="Times New Roman" panose="02020603050405020304" pitchFamily="18" charset="0"/>
                <a:cs typeface="Times New Roman" panose="02020603050405020304" pitchFamily="18" charset="0"/>
              </a:rPr>
              <a:t>ng  management</a:t>
            </a:r>
          </a:p>
          <a:p>
            <a:pPr marL="354965" marR="5080">
              <a:spcBef>
                <a:spcPts val="100"/>
              </a:spcBef>
              <a:buFont typeface="Wingdings"/>
              <a:buChar char=""/>
              <a:tabLst>
                <a:tab pos="355600" algn="l"/>
                <a:tab pos="1948180" algn="l"/>
                <a:tab pos="2800350" algn="l"/>
              </a:tabLst>
            </a:pPr>
            <a:r>
              <a:rPr lang="en-US" sz="2200" spc="-5" dirty="0">
                <a:latin typeface="Times New Roman" panose="02020603050405020304" pitchFamily="18" charset="0"/>
                <a:cs typeface="Times New Roman" panose="02020603050405020304" pitchFamily="18" charset="0"/>
              </a:rPr>
              <a:t>Committed</a:t>
            </a:r>
            <a:r>
              <a:rPr lang="en-US" sz="2200" spc="-6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management </a:t>
            </a:r>
          </a:p>
          <a:p>
            <a:pPr marL="354965" marR="5080">
              <a:spcBef>
                <a:spcPts val="100"/>
              </a:spcBef>
              <a:buFont typeface="Wingdings"/>
              <a:buChar char=""/>
              <a:tabLst>
                <a:tab pos="355600" algn="l"/>
                <a:tab pos="1948180" algn="l"/>
                <a:tab pos="2800350" algn="l"/>
              </a:tabLst>
            </a:pPr>
            <a:r>
              <a:rPr lang="en-US" sz="2200" spc="-5" dirty="0">
                <a:latin typeface="Times New Roman" panose="02020603050405020304" pitchFamily="18" charset="0"/>
                <a:cs typeface="Times New Roman" panose="02020603050405020304" pitchFamily="18" charset="0"/>
              </a:rPr>
              <a:t>Closer customer</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relations</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Closer provider</a:t>
            </a:r>
            <a:r>
              <a:rPr lang="en-US" sz="2200" dirty="0">
                <a:latin typeface="Times New Roman" panose="02020603050405020304" pitchFamily="18" charset="0"/>
                <a:cs typeface="Times New Roman" panose="02020603050405020304" pitchFamily="18" charset="0"/>
              </a:rPr>
              <a:t> relations</a:t>
            </a:r>
          </a:p>
          <a:p>
            <a:pPr marL="355600">
              <a:spcBef>
                <a:spcPts val="580"/>
              </a:spcBef>
              <a:buFont typeface="Wingdings"/>
              <a:buChar char=""/>
              <a:tabLst>
                <a:tab pos="355600" algn="l"/>
              </a:tabLst>
            </a:pPr>
            <a:r>
              <a:rPr lang="en-US" sz="2200" dirty="0">
                <a:latin typeface="Times New Roman" panose="02020603050405020304" pitchFamily="18" charset="0"/>
                <a:cs typeface="Times New Roman" panose="02020603050405020304" pitchFamily="18" charset="0"/>
              </a:rPr>
              <a:t>Benchmarking</a:t>
            </a:r>
          </a:p>
          <a:p>
            <a:pPr marL="355600">
              <a:spcBef>
                <a:spcPts val="575"/>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Increased</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training</a:t>
            </a:r>
          </a:p>
          <a:p>
            <a:pPr marL="355600">
              <a:spcBef>
                <a:spcPts val="575"/>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Open</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organization</a:t>
            </a:r>
            <a:endParaRPr lang="en-US" sz="2200" dirty="0">
              <a:latin typeface="Times New Roman" panose="02020603050405020304" pitchFamily="18" charset="0"/>
              <a:cs typeface="Times New Roman" panose="02020603050405020304" pitchFamily="18" charset="0"/>
            </a:endParaRPr>
          </a:p>
          <a:p>
            <a:pPr marL="355600">
              <a:spcBef>
                <a:spcPts val="580"/>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Employee</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empowerment</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Flexible production</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Wingdings"/>
              <a:buChar char=""/>
              <a:tabLst>
                <a:tab pos="355600" algn="l"/>
              </a:tabLst>
            </a:pPr>
            <a:r>
              <a:rPr lang="en-US" sz="2200" dirty="0">
                <a:latin typeface="Times New Roman" panose="02020603050405020304" pitchFamily="18" charset="0"/>
                <a:cs typeface="Times New Roman" panose="02020603050405020304" pitchFamily="18" charset="0"/>
              </a:rPr>
              <a:t>Process</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improvements</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Wingdings"/>
              <a:buChar char=""/>
              <a:tabLst>
                <a:tab pos="355600" algn="l"/>
              </a:tabLst>
            </a:pPr>
            <a:r>
              <a:rPr lang="en-US" sz="2200" dirty="0">
                <a:latin typeface="Times New Roman" panose="02020603050405020304" pitchFamily="18" charset="0"/>
                <a:cs typeface="Times New Roman" panose="02020603050405020304" pitchFamily="18" charset="0"/>
              </a:rPr>
              <a:t>Process</a:t>
            </a:r>
            <a:r>
              <a:rPr lang="en-US" sz="2200" spc="-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measuring</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19</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0A3556D-BCD5-4B69-8605-891EB01D29A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Characteristics of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20</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371600" y="6248415"/>
            <a:ext cx="6629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72D3280E-9BB1-4363-BF38-AE3A9D48AD23}"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476750" y="1738312"/>
            <a:ext cx="190500" cy="3381375"/>
          </a:xfrm>
          <a:prstGeom prst="rect">
            <a:avLst/>
          </a:prstGeom>
        </p:spPr>
      </p:pic>
      <p:pic>
        <p:nvPicPr>
          <p:cNvPr id="8" name="Picture 7"/>
          <p:cNvPicPr>
            <a:picLocks noChangeAspect="1"/>
          </p:cNvPicPr>
          <p:nvPr/>
        </p:nvPicPr>
        <p:blipFill>
          <a:blip r:embed="rId3"/>
          <a:stretch>
            <a:fillRect/>
          </a:stretch>
        </p:blipFill>
        <p:spPr>
          <a:xfrm>
            <a:off x="533050" y="890971"/>
            <a:ext cx="8077900" cy="5128829"/>
          </a:xfrm>
          <a:prstGeom prst="rect">
            <a:avLst/>
          </a:prstGeom>
        </p:spPr>
      </p:pic>
      <p:pic>
        <p:nvPicPr>
          <p:cNvPr id="10" name="Picture 9"/>
          <p:cNvPicPr>
            <a:picLocks noChangeAspect="1"/>
          </p:cNvPicPr>
          <p:nvPr/>
        </p:nvPicPr>
        <p:blipFill>
          <a:blip r:embed="rId4"/>
          <a:stretch>
            <a:fillRect/>
          </a:stretch>
        </p:blipFill>
        <p:spPr>
          <a:xfrm>
            <a:off x="0" y="-5047"/>
            <a:ext cx="1752600" cy="10245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Traditional Approach and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00355" indent="-288290">
              <a:lnSpc>
                <a:spcPct val="100000"/>
              </a:lnSpc>
              <a:spcBef>
                <a:spcPts val="100"/>
              </a:spcBef>
              <a:buAutoNum type="arabicPeriod"/>
              <a:tabLst>
                <a:tab pos="300990" algn="l"/>
              </a:tabLst>
            </a:pPr>
            <a:r>
              <a:rPr lang="en-US" sz="2200" dirty="0">
                <a:latin typeface="Times New Roman" panose="02020603050405020304" pitchFamily="18" charset="0"/>
                <a:cs typeface="Times New Roman" panose="02020603050405020304" pitchFamily="18" charset="0"/>
              </a:rPr>
              <a:t>Produce quality </a:t>
            </a:r>
            <a:r>
              <a:rPr lang="en-US" sz="2200" spc="-5" dirty="0">
                <a:latin typeface="Times New Roman" panose="02020603050405020304" pitchFamily="18" charset="0"/>
                <a:cs typeface="Times New Roman" panose="02020603050405020304" pitchFamily="18" charset="0"/>
              </a:rPr>
              <a:t>work the first time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every</a:t>
            </a:r>
            <a:r>
              <a:rPr lang="en-US" sz="2200" spc="-1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time</a:t>
            </a:r>
            <a:endParaRPr lang="en-US" sz="2200" dirty="0">
              <a:latin typeface="Times New Roman" panose="02020603050405020304" pitchFamily="18" charset="0"/>
              <a:cs typeface="Times New Roman" panose="02020603050405020304" pitchFamily="18" charset="0"/>
            </a:endParaRPr>
          </a:p>
          <a:p>
            <a:pPr>
              <a:lnSpc>
                <a:spcPct val="100000"/>
              </a:lnSpc>
              <a:spcBef>
                <a:spcPts val="55"/>
              </a:spcBef>
              <a:buFont typeface="Georgia"/>
              <a:buAutoNum type="arabicPeriod"/>
            </a:pPr>
            <a:endParaRPr lang="en-US" sz="2200" dirty="0">
              <a:latin typeface="Times New Roman" panose="02020603050405020304" pitchFamily="18" charset="0"/>
              <a:cs typeface="Times New Roman" panose="02020603050405020304" pitchFamily="18" charset="0"/>
            </a:endParaRPr>
          </a:p>
          <a:p>
            <a:pPr marL="338455" indent="-326390">
              <a:lnSpc>
                <a:spcPct val="100000"/>
              </a:lnSpc>
              <a:buAutoNum type="arabicPeriod"/>
              <a:tabLst>
                <a:tab pos="339090" algn="l"/>
              </a:tabLst>
            </a:pPr>
            <a:r>
              <a:rPr lang="en-US" sz="2200" spc="-5" dirty="0">
                <a:latin typeface="Times New Roman" panose="02020603050405020304" pitchFamily="18" charset="0"/>
                <a:cs typeface="Times New Roman" panose="02020603050405020304" pitchFamily="18" charset="0"/>
              </a:rPr>
              <a:t>Focus on the</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customer</a:t>
            </a:r>
            <a:endParaRPr lang="en-US" sz="2200" dirty="0">
              <a:latin typeface="Times New Roman" panose="02020603050405020304" pitchFamily="18" charset="0"/>
              <a:cs typeface="Times New Roman" panose="02020603050405020304" pitchFamily="18" charset="0"/>
            </a:endParaRPr>
          </a:p>
          <a:p>
            <a:pPr>
              <a:lnSpc>
                <a:spcPct val="100000"/>
              </a:lnSpc>
              <a:buFont typeface="Georgia"/>
              <a:buAutoNum type="arabicPeriod"/>
            </a:pPr>
            <a:endParaRPr lang="en-US" sz="2200" dirty="0">
              <a:latin typeface="Times New Roman" panose="02020603050405020304" pitchFamily="18" charset="0"/>
              <a:cs typeface="Times New Roman" panose="02020603050405020304" pitchFamily="18" charset="0"/>
            </a:endParaRPr>
          </a:p>
          <a:p>
            <a:pPr marL="336550" indent="-324485">
              <a:lnSpc>
                <a:spcPct val="100000"/>
              </a:lnSpc>
              <a:buAutoNum type="arabicPeriod"/>
              <a:tabLst>
                <a:tab pos="337185" algn="l"/>
              </a:tabLst>
            </a:pPr>
            <a:r>
              <a:rPr lang="en-US" sz="2200" spc="-5" dirty="0">
                <a:latin typeface="Times New Roman" panose="02020603050405020304" pitchFamily="18" charset="0"/>
                <a:cs typeface="Times New Roman" panose="02020603050405020304" pitchFamily="18" charset="0"/>
              </a:rPr>
              <a:t>Have </a:t>
            </a:r>
            <a:r>
              <a:rPr lang="en-US" sz="2200" dirty="0">
                <a:latin typeface="Times New Roman" panose="02020603050405020304" pitchFamily="18" charset="0"/>
                <a:cs typeface="Times New Roman" panose="02020603050405020304" pitchFamily="18" charset="0"/>
              </a:rPr>
              <a:t>a </a:t>
            </a:r>
            <a:r>
              <a:rPr lang="en-US" sz="2200" spc="-5" dirty="0">
                <a:latin typeface="Times New Roman" panose="02020603050405020304" pitchFamily="18" charset="0"/>
                <a:cs typeface="Times New Roman" panose="02020603050405020304" pitchFamily="18" charset="0"/>
              </a:rPr>
              <a:t>strategic </a:t>
            </a:r>
            <a:r>
              <a:rPr lang="en-US" sz="2200" dirty="0">
                <a:latin typeface="Times New Roman" panose="02020603050405020304" pitchFamily="18" charset="0"/>
                <a:cs typeface="Times New Roman" panose="02020603050405020304" pitchFamily="18" charset="0"/>
              </a:rPr>
              <a:t>approach </a:t>
            </a:r>
            <a:r>
              <a:rPr lang="en-US" sz="2200" spc="-5" dirty="0">
                <a:latin typeface="Times New Roman" panose="02020603050405020304" pitchFamily="18" charset="0"/>
                <a:cs typeface="Times New Roman" panose="02020603050405020304" pitchFamily="18" charset="0"/>
              </a:rPr>
              <a:t>to</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improvement</a:t>
            </a:r>
          </a:p>
          <a:p>
            <a:pPr>
              <a:lnSpc>
                <a:spcPct val="100000"/>
              </a:lnSpc>
              <a:spcBef>
                <a:spcPts val="55"/>
              </a:spcBef>
              <a:buFont typeface="Georgia"/>
              <a:buAutoNum type="arabicPeriod"/>
            </a:pPr>
            <a:endParaRPr lang="en-US" sz="2200" dirty="0">
              <a:latin typeface="Times New Roman" panose="02020603050405020304" pitchFamily="18" charset="0"/>
              <a:cs typeface="Times New Roman" panose="02020603050405020304" pitchFamily="18" charset="0"/>
            </a:endParaRPr>
          </a:p>
          <a:p>
            <a:pPr marL="340360" indent="-328295">
              <a:lnSpc>
                <a:spcPct val="100000"/>
              </a:lnSpc>
              <a:buAutoNum type="arabicPeriod"/>
              <a:tabLst>
                <a:tab pos="340995" algn="l"/>
              </a:tabLst>
            </a:pPr>
            <a:r>
              <a:rPr lang="en-US" sz="2200" spc="-5" dirty="0">
                <a:latin typeface="Times New Roman" panose="02020603050405020304" pitchFamily="18" charset="0"/>
                <a:cs typeface="Times New Roman" panose="02020603050405020304" pitchFamily="18" charset="0"/>
              </a:rPr>
              <a:t>Improve</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continuously</a:t>
            </a:r>
            <a:endParaRPr lang="en-US" sz="2200" dirty="0">
              <a:latin typeface="Times New Roman" panose="02020603050405020304" pitchFamily="18" charset="0"/>
              <a:cs typeface="Times New Roman" panose="02020603050405020304" pitchFamily="18" charset="0"/>
            </a:endParaRPr>
          </a:p>
          <a:p>
            <a:pPr>
              <a:lnSpc>
                <a:spcPct val="100000"/>
              </a:lnSpc>
              <a:buFont typeface="Georgia"/>
              <a:buAutoNum type="arabicPeriod"/>
            </a:pPr>
            <a:endParaRPr lang="en-US" sz="2200" dirty="0">
              <a:latin typeface="Times New Roman" panose="02020603050405020304" pitchFamily="18" charset="0"/>
              <a:cs typeface="Times New Roman" panose="02020603050405020304" pitchFamily="18" charset="0"/>
            </a:endParaRPr>
          </a:p>
          <a:p>
            <a:pPr marL="327660" indent="-315595">
              <a:lnSpc>
                <a:spcPct val="100000"/>
              </a:lnSpc>
              <a:buAutoNum type="arabicPeriod"/>
              <a:tabLst>
                <a:tab pos="328295" algn="l"/>
              </a:tabLst>
            </a:pPr>
            <a:r>
              <a:rPr lang="en-US" sz="2200" spc="-5" dirty="0">
                <a:latin typeface="Times New Roman" panose="02020603050405020304" pitchFamily="18" charset="0"/>
                <a:cs typeface="Times New Roman" panose="02020603050405020304" pitchFamily="18" charset="0"/>
              </a:rPr>
              <a:t>Encourage </a:t>
            </a:r>
            <a:r>
              <a:rPr lang="en-US" sz="2200" dirty="0">
                <a:latin typeface="Times New Roman" panose="02020603050405020304" pitchFamily="18" charset="0"/>
                <a:cs typeface="Times New Roman" panose="02020603050405020304" pitchFamily="18" charset="0"/>
              </a:rPr>
              <a:t>mutual respect and</a:t>
            </a:r>
            <a:r>
              <a:rPr lang="en-US" sz="2200" spc="-5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teamwork</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21</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524000" y="6248415"/>
            <a:ext cx="5791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833436FB-C044-42BD-8708-5C2FAE285B9A}"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30018"/>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Principles of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spcBef>
                <a:spcPts val="100"/>
              </a:spcBef>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Focus </a:t>
            </a:r>
            <a:r>
              <a:rPr lang="en-US" sz="2200" dirty="0">
                <a:latin typeface="Times New Roman" panose="02020603050405020304" pitchFamily="18" charset="0"/>
                <a:cs typeface="Times New Roman" panose="02020603050405020304" pitchFamily="18" charset="0"/>
              </a:rPr>
              <a:t>on </a:t>
            </a:r>
            <a:r>
              <a:rPr lang="en-US" sz="2200" spc="-5" dirty="0">
                <a:latin typeface="Times New Roman" panose="02020603050405020304" pitchFamily="18" charset="0"/>
                <a:cs typeface="Times New Roman" panose="02020603050405020304" pitchFamily="18" charset="0"/>
              </a:rPr>
              <a:t>the</a:t>
            </a:r>
            <a:r>
              <a:rPr lang="en-US" sz="2200" spc="-4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customer</a:t>
            </a:r>
            <a:endParaRPr lang="en-US" sz="2200" dirty="0">
              <a:latin typeface="Times New Roman" panose="02020603050405020304" pitchFamily="18" charset="0"/>
              <a:cs typeface="Times New Roman" panose="02020603050405020304" pitchFamily="18" charset="0"/>
            </a:endParaRPr>
          </a:p>
          <a:p>
            <a:pPr>
              <a:lnSpc>
                <a:spcPct val="100000"/>
              </a:lnSpc>
              <a:spcBef>
                <a:spcPts val="55"/>
              </a:spcBef>
              <a:buFont typeface="Wingdings"/>
              <a:buChar char=""/>
            </a:pPr>
            <a:endParaRPr lang="en-US" sz="2200" dirty="0">
              <a:latin typeface="Times New Roman" panose="02020603050405020304" pitchFamily="18" charset="0"/>
              <a:cs typeface="Times New Roman" panose="02020603050405020304" pitchFamily="18" charset="0"/>
            </a:endParaRPr>
          </a:p>
          <a:p>
            <a:pPr marL="355600">
              <a:buFont typeface="Wingdings"/>
              <a:buChar char=""/>
              <a:tabLst>
                <a:tab pos="355600" algn="l"/>
              </a:tabLst>
            </a:pPr>
            <a:r>
              <a:rPr lang="en-US" sz="2200" dirty="0">
                <a:latin typeface="Times New Roman" panose="02020603050405020304" pitchFamily="18" charset="0"/>
                <a:cs typeface="Times New Roman" panose="02020603050405020304" pitchFamily="18" charset="0"/>
              </a:rPr>
              <a:t>Employee</a:t>
            </a:r>
            <a:r>
              <a:rPr lang="en-US" sz="2200" spc="-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involvement</a:t>
            </a:r>
          </a:p>
          <a:p>
            <a:pPr>
              <a:lnSpc>
                <a:spcPct val="100000"/>
              </a:lnSpc>
              <a:buFont typeface="Wingdings"/>
              <a:buChar char=""/>
            </a:pPr>
            <a:endParaRPr lang="en-US" sz="2200" dirty="0">
              <a:latin typeface="Times New Roman" panose="02020603050405020304" pitchFamily="18" charset="0"/>
              <a:cs typeface="Times New Roman" panose="02020603050405020304" pitchFamily="18" charset="0"/>
            </a:endParaRPr>
          </a:p>
          <a:p>
            <a:pPr marL="355600">
              <a:buFont typeface="Wingdings"/>
              <a:buChar char=""/>
              <a:tabLst>
                <a:tab pos="355600" algn="l"/>
              </a:tabLst>
            </a:pPr>
            <a:r>
              <a:rPr lang="en-US" sz="2200" spc="-5" dirty="0">
                <a:latin typeface="Times New Roman" panose="02020603050405020304" pitchFamily="18" charset="0"/>
                <a:cs typeface="Times New Roman" panose="02020603050405020304" pitchFamily="18" charset="0"/>
              </a:rPr>
              <a:t>Continuous</a:t>
            </a:r>
            <a:r>
              <a:rPr lang="en-US" sz="2200" spc="-9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improvement</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22</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DB48C9B-4CE7-4E75-BE38-08B31953E70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66454" y="23091"/>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The key elements of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spcBef>
                <a:spcPts val="100"/>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It is important </a:t>
            </a:r>
            <a:r>
              <a:rPr lang="en-US" sz="2200" spc="-5" dirty="0">
                <a:latin typeface="Times New Roman" panose="02020603050405020304" pitchFamily="18" charset="0"/>
                <a:cs typeface="Times New Roman" panose="02020603050405020304" pitchFamily="18" charset="0"/>
              </a:rPr>
              <a:t>to identify the organization’s</a:t>
            </a:r>
            <a:r>
              <a:rPr lang="en-US" sz="2200" spc="-6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customers.</a:t>
            </a:r>
            <a:endParaRPr lang="en-US" sz="2200" dirty="0">
              <a:latin typeface="Times New Roman" panose="02020603050405020304" pitchFamily="18" charset="0"/>
              <a:cs typeface="Times New Roman" panose="02020603050405020304" pitchFamily="18" charset="0"/>
            </a:endParaRPr>
          </a:p>
          <a:p>
            <a:pPr>
              <a:spcBef>
                <a:spcPts val="55"/>
              </a:spcBef>
              <a:buFont typeface="Arial"/>
              <a:buChar char="•"/>
            </a:pPr>
            <a:endParaRPr lang="en-US" sz="2200" dirty="0">
              <a:latin typeface="Times New Roman" panose="02020603050405020304" pitchFamily="18" charset="0"/>
              <a:cs typeface="Times New Roman" panose="02020603050405020304" pitchFamily="18" charset="0"/>
            </a:endParaRPr>
          </a:p>
          <a:p>
            <a:pPr marL="428625" indent="-416559">
              <a:buFont typeface="Arial"/>
              <a:buChar char="•"/>
              <a:tabLst>
                <a:tab pos="428625" algn="l"/>
                <a:tab pos="429259" algn="l"/>
                <a:tab pos="1719580" algn="l"/>
                <a:tab pos="3243580" algn="l"/>
                <a:tab pos="4588510" algn="l"/>
                <a:tab pos="5156835" algn="l"/>
                <a:tab pos="7191375" algn="l"/>
              </a:tabLst>
            </a:pPr>
            <a:r>
              <a:rPr lang="en-US" sz="2200" spc="-5" dirty="0">
                <a:latin typeface="Times New Roman" panose="02020603050405020304" pitchFamily="18" charset="0"/>
                <a:cs typeface="Times New Roman" panose="02020603050405020304" pitchFamily="18" charset="0"/>
              </a:rPr>
              <a:t>Externa</a:t>
            </a:r>
            <a:r>
              <a:rPr lang="en-US" sz="2200" dirty="0">
                <a:latin typeface="Times New Roman" panose="02020603050405020304" pitchFamily="18" charset="0"/>
                <a:cs typeface="Times New Roman" panose="02020603050405020304" pitchFamily="18" charset="0"/>
              </a:rPr>
              <a:t>l	</a:t>
            </a:r>
            <a:r>
              <a:rPr lang="en-US" sz="2200" spc="-10" dirty="0">
                <a:latin typeface="Times New Roman" panose="02020603050405020304" pitchFamily="18" charset="0"/>
                <a:cs typeface="Times New Roman" panose="02020603050405020304" pitchFamily="18" charset="0"/>
              </a:rPr>
              <a:t>c</a:t>
            </a:r>
            <a:r>
              <a:rPr lang="en-US" sz="2200" spc="-5" dirty="0">
                <a:latin typeface="Times New Roman" panose="02020603050405020304" pitchFamily="18" charset="0"/>
                <a:cs typeface="Times New Roman" panose="02020603050405020304" pitchFamily="18" charset="0"/>
              </a:rPr>
              <a:t>u</a:t>
            </a:r>
            <a:r>
              <a:rPr lang="en-US" sz="2200" spc="-10" dirty="0">
                <a:latin typeface="Times New Roman" panose="02020603050405020304" pitchFamily="18" charset="0"/>
                <a:cs typeface="Times New Roman" panose="02020603050405020304" pitchFamily="18" charset="0"/>
              </a:rPr>
              <a:t>s</a:t>
            </a:r>
            <a:r>
              <a:rPr lang="en-US" sz="2200" spc="-5" dirty="0">
                <a:latin typeface="Times New Roman" panose="02020603050405020304" pitchFamily="18" charset="0"/>
                <a:cs typeface="Times New Roman" panose="02020603050405020304" pitchFamily="18" charset="0"/>
              </a:rPr>
              <a:t>tomer</a:t>
            </a:r>
            <a:r>
              <a:rPr lang="en-US" sz="2200" dirty="0">
                <a:latin typeface="Times New Roman" panose="02020603050405020304" pitchFamily="18" charset="0"/>
                <a:cs typeface="Times New Roman" panose="02020603050405020304" pitchFamily="18" charset="0"/>
              </a:rPr>
              <a:t>s	</a:t>
            </a:r>
            <a:r>
              <a:rPr lang="en-US" sz="2200" spc="-5" dirty="0">
                <a:latin typeface="Times New Roman" panose="02020603050405020304" pitchFamily="18" charset="0"/>
                <a:cs typeface="Times New Roman" panose="02020603050405020304" pitchFamily="18" charset="0"/>
              </a:rPr>
              <a:t>con</a:t>
            </a:r>
            <a:r>
              <a:rPr lang="en-US" sz="2200" spc="-10" dirty="0">
                <a:latin typeface="Times New Roman" panose="02020603050405020304" pitchFamily="18" charset="0"/>
                <a:cs typeface="Times New Roman" panose="02020603050405020304" pitchFamily="18" charset="0"/>
              </a:rPr>
              <a:t>s</a:t>
            </a:r>
            <a:r>
              <a:rPr lang="en-US" sz="2200" spc="-5" dirty="0">
                <a:latin typeface="Times New Roman" panose="02020603050405020304" pitchFamily="18" charset="0"/>
                <a:cs typeface="Times New Roman" panose="02020603050405020304" pitchFamily="18" charset="0"/>
              </a:rPr>
              <a:t>um</a:t>
            </a:r>
            <a:r>
              <a:rPr lang="en-US" sz="2200" dirty="0">
                <a:latin typeface="Times New Roman" panose="02020603050405020304" pitchFamily="18" charset="0"/>
                <a:cs typeface="Times New Roman" panose="02020603050405020304" pitchFamily="18" charset="0"/>
              </a:rPr>
              <a:t>e	</a:t>
            </a:r>
            <a:r>
              <a:rPr lang="en-US" sz="2200" spc="-5" dirty="0">
                <a:latin typeface="Times New Roman" panose="02020603050405020304" pitchFamily="18" charset="0"/>
                <a:cs typeface="Times New Roman" panose="02020603050405020304" pitchFamily="18" charset="0"/>
              </a:rPr>
              <a:t>th</a:t>
            </a:r>
            <a:r>
              <a:rPr lang="en-US" sz="2200" dirty="0">
                <a:latin typeface="Times New Roman" panose="02020603050405020304" pitchFamily="18" charset="0"/>
                <a:cs typeface="Times New Roman" panose="02020603050405020304" pitchFamily="18" charset="0"/>
              </a:rPr>
              <a:t>e	</a:t>
            </a:r>
            <a:r>
              <a:rPr lang="en-US" sz="2200" spc="-5" dirty="0">
                <a:latin typeface="Times New Roman" panose="02020603050405020304" pitchFamily="18" charset="0"/>
                <a:cs typeface="Times New Roman" panose="02020603050405020304" pitchFamily="18" charset="0"/>
              </a:rPr>
              <a:t>organiza</a:t>
            </a:r>
            <a:r>
              <a:rPr lang="en-US" sz="2200" spc="-10" dirty="0">
                <a:latin typeface="Times New Roman" panose="02020603050405020304" pitchFamily="18" charset="0"/>
                <a:cs typeface="Times New Roman" panose="02020603050405020304" pitchFamily="18" charset="0"/>
              </a:rPr>
              <a:t>t</a:t>
            </a:r>
            <a:r>
              <a:rPr lang="en-US" sz="2200" dirty="0">
                <a:latin typeface="Times New Roman" panose="02020603050405020304" pitchFamily="18" charset="0"/>
                <a:cs typeface="Times New Roman" panose="02020603050405020304" pitchFamily="18" charset="0"/>
              </a:rPr>
              <a:t>ion’s	product or</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service.</a:t>
            </a:r>
            <a:endParaRPr lang="en-US" sz="2200" dirty="0">
              <a:latin typeface="Times New Roman" panose="02020603050405020304" pitchFamily="18" charset="0"/>
              <a:cs typeface="Times New Roman" panose="02020603050405020304" pitchFamily="18" charset="0"/>
            </a:endParaRPr>
          </a:p>
          <a:p>
            <a:pPr>
              <a:lnSpc>
                <a:spcPct val="100000"/>
              </a:lnSpc>
            </a:pPr>
            <a:endParaRPr lang="en-US" sz="2200" dirty="0">
              <a:latin typeface="Times New Roman" panose="02020603050405020304" pitchFamily="18" charset="0"/>
              <a:cs typeface="Times New Roman" panose="02020603050405020304" pitchFamily="18" charset="0"/>
            </a:endParaRPr>
          </a:p>
          <a:p>
            <a:pPr marL="355600" marR="5080">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Internal </a:t>
            </a:r>
            <a:r>
              <a:rPr lang="en-US" sz="2200" spc="-5" dirty="0">
                <a:latin typeface="Times New Roman" panose="02020603050405020304" pitchFamily="18" charset="0"/>
                <a:cs typeface="Times New Roman" panose="02020603050405020304" pitchFamily="18" charset="0"/>
              </a:rPr>
              <a:t>customers </a:t>
            </a:r>
            <a:r>
              <a:rPr lang="en-US" sz="2200" dirty="0">
                <a:latin typeface="Times New Roman" panose="02020603050405020304" pitchFamily="18" charset="0"/>
                <a:cs typeface="Times New Roman" panose="02020603050405020304" pitchFamily="18" charset="0"/>
              </a:rPr>
              <a:t>are </a:t>
            </a:r>
            <a:r>
              <a:rPr lang="en-US" sz="2200" spc="-5" dirty="0">
                <a:latin typeface="Times New Roman" panose="02020603050405020304" pitchFamily="18" charset="0"/>
                <a:cs typeface="Times New Roman" panose="02020603050405020304" pitchFamily="18" charset="0"/>
              </a:rPr>
              <a:t>employees who </a:t>
            </a:r>
            <a:r>
              <a:rPr lang="en-US" sz="2200" dirty="0">
                <a:latin typeface="Times New Roman" panose="02020603050405020304" pitchFamily="18" charset="0"/>
                <a:cs typeface="Times New Roman" panose="02020603050405020304" pitchFamily="18" charset="0"/>
              </a:rPr>
              <a:t>receive </a:t>
            </a:r>
            <a:r>
              <a:rPr lang="en-US" sz="2200" spc="-5" dirty="0">
                <a:latin typeface="Times New Roman" panose="02020603050405020304" pitchFamily="18" charset="0"/>
                <a:cs typeface="Times New Roman" panose="02020603050405020304" pitchFamily="18" charset="0"/>
              </a:rPr>
              <a:t>the output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other employees.</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23</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object 4"/>
          <p:cNvSpPr/>
          <p:nvPr/>
        </p:nvSpPr>
        <p:spPr>
          <a:xfrm>
            <a:off x="5410200" y="3505200"/>
            <a:ext cx="1741932" cy="213360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B557044-9DA8-47CF-963A-A53BAB6F0396}"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Focus on the customer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lnSpc>
                <a:spcPct val="100000"/>
              </a:lnSpc>
              <a:spcBef>
                <a:spcPts val="100"/>
              </a:spcBef>
            </a:pPr>
            <a:r>
              <a:rPr lang="en-US" sz="2200" spc="-5" dirty="0">
                <a:latin typeface="Times New Roman" panose="02020603050405020304" pitchFamily="18" charset="0"/>
                <a:cs typeface="Times New Roman" panose="02020603050405020304" pitchFamily="18" charset="0"/>
              </a:rPr>
              <a:t>Quality is considered	the </a:t>
            </a:r>
            <a:r>
              <a:rPr lang="en-US" sz="2200" dirty="0">
                <a:latin typeface="Times New Roman" panose="02020603050405020304" pitchFamily="18" charset="0"/>
                <a:cs typeface="Times New Roman" panose="02020603050405020304" pitchFamily="18" charset="0"/>
              </a:rPr>
              <a:t>job	of all </a:t>
            </a:r>
            <a:r>
              <a:rPr lang="en-US" sz="2200" spc="-5" dirty="0">
                <a:latin typeface="Times New Roman" panose="02020603050405020304" pitchFamily="18" charset="0"/>
                <a:cs typeface="Times New Roman" panose="02020603050405020304" pitchFamily="18" charset="0"/>
              </a:rPr>
              <a:t>employees employees should </a:t>
            </a:r>
            <a:r>
              <a:rPr lang="en-US" sz="2200" dirty="0">
                <a:latin typeface="Times New Roman" panose="02020603050405020304" pitchFamily="18" charset="0"/>
                <a:cs typeface="Times New Roman" panose="02020603050405020304" pitchFamily="18" charset="0"/>
              </a:rPr>
              <a:t>be involved in quality</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initiatives.</a:t>
            </a:r>
          </a:p>
          <a:p>
            <a:pPr>
              <a:lnSpc>
                <a:spcPct val="100000"/>
              </a:lnSpc>
            </a:pPr>
            <a:endParaRPr lang="en-US" sz="2200" dirty="0">
              <a:latin typeface="Times New Roman" panose="02020603050405020304" pitchFamily="18" charset="0"/>
              <a:cs typeface="Times New Roman" panose="02020603050405020304" pitchFamily="18" charset="0"/>
            </a:endParaRPr>
          </a:p>
          <a:p>
            <a:pPr marL="355600" marR="5080" algn="just">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Front line employees </a:t>
            </a:r>
            <a:r>
              <a:rPr lang="en-US" sz="2200" dirty="0">
                <a:latin typeface="Times New Roman" panose="02020603050405020304" pitchFamily="18" charset="0"/>
                <a:cs typeface="Times New Roman" panose="02020603050405020304" pitchFamily="18" charset="0"/>
              </a:rPr>
              <a:t>are </a:t>
            </a:r>
            <a:r>
              <a:rPr lang="en-US" sz="2200" spc="-5" dirty="0">
                <a:latin typeface="Times New Roman" panose="02020603050405020304" pitchFamily="18" charset="0"/>
                <a:cs typeface="Times New Roman" panose="02020603050405020304" pitchFamily="18" charset="0"/>
              </a:rPr>
              <a:t>likely </a:t>
            </a:r>
            <a:r>
              <a:rPr lang="en-US" sz="2200" spc="5" dirty="0">
                <a:latin typeface="Times New Roman" panose="02020603050405020304" pitchFamily="18" charset="0"/>
                <a:cs typeface="Times New Roman" panose="02020603050405020304" pitchFamily="18" charset="0"/>
              </a:rPr>
              <a:t>to </a:t>
            </a:r>
            <a:r>
              <a:rPr lang="en-US" sz="2200" spc="-5" dirty="0">
                <a:latin typeface="Times New Roman" panose="02020603050405020304" pitchFamily="18" charset="0"/>
                <a:cs typeface="Times New Roman" panose="02020603050405020304" pitchFamily="18" charset="0"/>
              </a:rPr>
              <a:t>have the closest </a:t>
            </a:r>
            <a:r>
              <a:rPr lang="en-US" sz="2200" dirty="0">
                <a:latin typeface="Times New Roman" panose="02020603050405020304" pitchFamily="18" charset="0"/>
                <a:cs typeface="Times New Roman" panose="02020603050405020304" pitchFamily="18" charset="0"/>
              </a:rPr>
              <a:t>contact </a:t>
            </a:r>
            <a:r>
              <a:rPr lang="en-US" sz="2200" spc="-5" dirty="0">
                <a:latin typeface="Times New Roman" panose="02020603050405020304" pitchFamily="18" charset="0"/>
                <a:cs typeface="Times New Roman" panose="02020603050405020304" pitchFamily="18" charset="0"/>
              </a:rPr>
              <a:t>with </a:t>
            </a:r>
            <a:r>
              <a:rPr lang="en-US" sz="2200" spc="56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external customers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thus </a:t>
            </a:r>
            <a:r>
              <a:rPr lang="en-US" sz="2200" dirty="0">
                <a:latin typeface="Times New Roman" panose="02020603050405020304" pitchFamily="18" charset="0"/>
                <a:cs typeface="Times New Roman" panose="02020603050405020304" pitchFamily="18" charset="0"/>
              </a:rPr>
              <a:t>can make </a:t>
            </a:r>
            <a:r>
              <a:rPr lang="en-US" sz="2200" spc="-5" dirty="0">
                <a:latin typeface="Times New Roman" panose="02020603050405020304" pitchFamily="18" charset="0"/>
                <a:cs typeface="Times New Roman" panose="02020603050405020304" pitchFamily="18" charset="0"/>
              </a:rPr>
              <a:t>the </a:t>
            </a:r>
            <a:r>
              <a:rPr lang="en-US" sz="2200" dirty="0">
                <a:latin typeface="Times New Roman" panose="02020603050405020304" pitchFamily="18" charset="0"/>
                <a:cs typeface="Times New Roman" panose="02020603050405020304" pitchFamily="18" charset="0"/>
              </a:rPr>
              <a:t>most valuable  </a:t>
            </a:r>
            <a:r>
              <a:rPr lang="en-US" sz="2200" spc="-5" dirty="0">
                <a:latin typeface="Times New Roman" panose="02020603050405020304" pitchFamily="18" charset="0"/>
                <a:cs typeface="Times New Roman" panose="02020603050405020304" pitchFamily="18" charset="0"/>
              </a:rPr>
              <a:t>contribution to</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quality.</a:t>
            </a:r>
          </a:p>
          <a:p>
            <a:pPr>
              <a:buFont typeface="Arial"/>
              <a:buChar char="•"/>
            </a:pPr>
            <a:endParaRPr lang="en-US" sz="2200" dirty="0">
              <a:latin typeface="Times New Roman" panose="02020603050405020304" pitchFamily="18" charset="0"/>
              <a:cs typeface="Times New Roman" panose="02020603050405020304" pitchFamily="18" charset="0"/>
            </a:endParaRPr>
          </a:p>
          <a:p>
            <a:pPr marL="355600" marR="5715" algn="just">
              <a:buFont typeface="Arial"/>
              <a:buChar char="•"/>
              <a:tabLst>
                <a:tab pos="355600" algn="l"/>
              </a:tabLst>
            </a:pPr>
            <a:r>
              <a:rPr lang="en-US" sz="2200" dirty="0">
                <a:latin typeface="Times New Roman" panose="02020603050405020304" pitchFamily="18" charset="0"/>
                <a:cs typeface="Times New Roman" panose="02020603050405020304" pitchFamily="18" charset="0"/>
              </a:rPr>
              <a:t>Therefore, </a:t>
            </a:r>
            <a:r>
              <a:rPr lang="en-US" sz="2200" spc="-5" dirty="0">
                <a:latin typeface="Times New Roman" panose="02020603050405020304" pitchFamily="18" charset="0"/>
                <a:cs typeface="Times New Roman" panose="02020603050405020304" pitchFamily="18" charset="0"/>
              </a:rPr>
              <a:t>employees must have the </a:t>
            </a:r>
            <a:r>
              <a:rPr lang="en-US" sz="2200" dirty="0">
                <a:latin typeface="Times New Roman" panose="02020603050405020304" pitchFamily="18" charset="0"/>
                <a:cs typeface="Times New Roman" panose="02020603050405020304" pitchFamily="18" charset="0"/>
              </a:rPr>
              <a:t>authority </a:t>
            </a:r>
            <a:r>
              <a:rPr lang="en-US" sz="2200" spc="-5" dirty="0">
                <a:latin typeface="Times New Roman" panose="02020603050405020304" pitchFamily="18" charset="0"/>
                <a:cs typeface="Times New Roman" panose="02020603050405020304" pitchFamily="18" charset="0"/>
              </a:rPr>
              <a:t>to innovate and  </a:t>
            </a:r>
            <a:r>
              <a:rPr lang="en-US" sz="2200" dirty="0">
                <a:latin typeface="Times New Roman" panose="02020603050405020304" pitchFamily="18" charset="0"/>
                <a:cs typeface="Times New Roman" panose="02020603050405020304" pitchFamily="18" charset="0"/>
              </a:rPr>
              <a:t>improve</a:t>
            </a:r>
            <a:r>
              <a:rPr lang="en-US" sz="2200" spc="-5" dirty="0">
                <a:latin typeface="Times New Roman" panose="02020603050405020304" pitchFamily="18" charset="0"/>
                <a:cs typeface="Times New Roman" panose="02020603050405020304" pitchFamily="18" charset="0"/>
              </a:rPr>
              <a:t> quality.</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24</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object 5"/>
          <p:cNvSpPr/>
          <p:nvPr/>
        </p:nvSpPr>
        <p:spPr>
          <a:xfrm>
            <a:off x="4572000" y="4267200"/>
            <a:ext cx="2523743" cy="1661160"/>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66C9614-435B-4212-91BB-522DA4205B2E}"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91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Employee Involvement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12700">
              <a:lnSpc>
                <a:spcPct val="100000"/>
              </a:lnSpc>
              <a:spcBef>
                <a:spcPts val="675"/>
              </a:spcBef>
              <a:buNone/>
            </a:pPr>
            <a:endParaRPr lang="en-US" sz="2200" dirty="0">
              <a:latin typeface="Georgia"/>
              <a:cs typeface="Georgia"/>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9" name="Footer Placeholder 12"/>
          <p:cNvSpPr>
            <a:spLocks noGrp="1"/>
          </p:cNvSpPr>
          <p:nvPr>
            <p:ph type="ftr" sz="quarter" idx="11"/>
          </p:nvPr>
        </p:nvSpPr>
        <p:spPr>
          <a:xfrm>
            <a:off x="20574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object 4"/>
          <p:cNvSpPr/>
          <p:nvPr/>
        </p:nvSpPr>
        <p:spPr>
          <a:xfrm>
            <a:off x="-76200" y="971508"/>
            <a:ext cx="8915400" cy="5029200"/>
          </a:xfrm>
          <a:prstGeom prst="rect">
            <a:avLst/>
          </a:prstGeom>
          <a:blipFill>
            <a:blip r:embed="rId3" cstate="print"/>
            <a:stretch>
              <a:fillRect/>
            </a:stretch>
          </a:blipFill>
        </p:spPr>
        <p:txBody>
          <a:bodyPr wrap="square" lIns="0" tIns="0" rIns="0" bIns="0" rtlCol="0"/>
          <a:lstStyle/>
          <a:p>
            <a:endParaRPr/>
          </a:p>
        </p:txBody>
      </p:sp>
      <p:sp>
        <p:nvSpPr>
          <p:cNvPr id="2" name="Date Placeholder 1"/>
          <p:cNvSpPr>
            <a:spLocks noGrp="1"/>
          </p:cNvSpPr>
          <p:nvPr>
            <p:ph type="dt" sz="half" idx="10"/>
          </p:nvPr>
        </p:nvSpPr>
        <p:spPr/>
        <p:txBody>
          <a:bodyPr/>
          <a:lstStyle/>
          <a:p>
            <a:fld id="{8DF2FA98-8589-4C61-964C-FEBC917E84F6}" type="datetime1">
              <a:rPr lang="en-US" smtClean="0"/>
              <a:t>5/1/2026</a:t>
            </a:fld>
            <a:endParaRPr lang="en-US" dirty="0"/>
          </a:p>
        </p:txBody>
      </p:sp>
      <p:pic>
        <p:nvPicPr>
          <p:cNvPr id="12" name="Picture 11"/>
          <p:cNvPicPr>
            <a:picLocks noChangeAspect="1"/>
          </p:cNvPicPr>
          <p:nvPr/>
        </p:nvPicPr>
        <p:blipFill>
          <a:blip r:embed="rId4"/>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71073"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Continuous Improvement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531D1591-25B8-43F5-B1B5-61B15370215B}" type="datetime1">
              <a:rPr lang="en-US" smtClean="0"/>
              <a:t>5/1/2026</a:t>
            </a:fld>
            <a:endParaRPr lang="en-US"/>
          </a:p>
        </p:txBody>
      </p:sp>
      <p:pic>
        <p:nvPicPr>
          <p:cNvPr id="3" name="Picture 2"/>
          <p:cNvPicPr>
            <a:picLocks noChangeAspect="1"/>
          </p:cNvPicPr>
          <p:nvPr/>
        </p:nvPicPr>
        <p:blipFill>
          <a:blip r:embed="rId3"/>
          <a:stretch>
            <a:fillRect/>
          </a:stretch>
        </p:blipFill>
        <p:spPr>
          <a:xfrm>
            <a:off x="761670" y="1295400"/>
            <a:ext cx="7620660" cy="4151551"/>
          </a:xfrm>
          <a:prstGeom prst="rect">
            <a:avLst/>
          </a:prstGeom>
        </p:spPr>
      </p:pic>
      <p:pic>
        <p:nvPicPr>
          <p:cNvPr id="11" name="Picture 10"/>
          <p:cNvPicPr>
            <a:picLocks noChangeAspect="1"/>
          </p:cNvPicPr>
          <p:nvPr/>
        </p:nvPicPr>
        <p:blipFill>
          <a:blip r:embed="rId4"/>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Continuous Improvement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marR="5715" algn="just">
              <a:spcBef>
                <a:spcPts val="100"/>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The quest </a:t>
            </a:r>
            <a:r>
              <a:rPr lang="en-US" sz="2200" spc="-5" dirty="0">
                <a:latin typeface="Times New Roman" panose="02020603050405020304" pitchFamily="18" charset="0"/>
                <a:cs typeface="Times New Roman" panose="02020603050405020304" pitchFamily="18" charset="0"/>
              </a:rPr>
              <a:t>for quality </a:t>
            </a:r>
            <a:r>
              <a:rPr lang="en-US" sz="2200" dirty="0">
                <a:latin typeface="Times New Roman" panose="02020603050405020304" pitchFamily="18" charset="0"/>
                <a:cs typeface="Times New Roman" panose="02020603050405020304" pitchFamily="18" charset="0"/>
              </a:rPr>
              <a:t>is a </a:t>
            </a:r>
            <a:r>
              <a:rPr lang="en-US" sz="2200" spc="-5" dirty="0">
                <a:latin typeface="Times New Roman" panose="02020603050405020304" pitchFamily="18" charset="0"/>
                <a:cs typeface="Times New Roman" panose="02020603050405020304" pitchFamily="18" charset="0"/>
              </a:rPr>
              <a:t>never-ending process </a:t>
            </a:r>
            <a:r>
              <a:rPr lang="en-US" sz="2200" dirty="0">
                <a:latin typeface="Times New Roman" panose="02020603050405020304" pitchFamily="18" charset="0"/>
                <a:cs typeface="Times New Roman" panose="02020603050405020304" pitchFamily="18" charset="0"/>
              </a:rPr>
              <a:t>in </a:t>
            </a:r>
            <a:r>
              <a:rPr lang="en-US" sz="2200" spc="-5" dirty="0">
                <a:latin typeface="Times New Roman" panose="02020603050405020304" pitchFamily="18" charset="0"/>
                <a:cs typeface="Times New Roman" panose="02020603050405020304" pitchFamily="18" charset="0"/>
              </a:rPr>
              <a:t>which </a:t>
            </a:r>
            <a:r>
              <a:rPr lang="en-US" sz="2200" dirty="0">
                <a:latin typeface="Times New Roman" panose="02020603050405020304" pitchFamily="18" charset="0"/>
                <a:cs typeface="Times New Roman" panose="02020603050405020304" pitchFamily="18" charset="0"/>
              </a:rPr>
              <a:t>people  are </a:t>
            </a:r>
            <a:r>
              <a:rPr lang="en-US" sz="2200" spc="-5" dirty="0">
                <a:latin typeface="Times New Roman" panose="02020603050405020304" pitchFamily="18" charset="0"/>
                <a:cs typeface="Times New Roman" panose="02020603050405020304" pitchFamily="18" charset="0"/>
              </a:rPr>
              <a:t>continuously </a:t>
            </a:r>
            <a:r>
              <a:rPr lang="en-US" sz="2200" dirty="0">
                <a:latin typeface="Times New Roman" panose="02020603050405020304" pitchFamily="18" charset="0"/>
                <a:cs typeface="Times New Roman" panose="02020603050405020304" pitchFamily="18" charset="0"/>
              </a:rPr>
              <a:t>working </a:t>
            </a:r>
            <a:r>
              <a:rPr lang="en-US" sz="2200" spc="-5" dirty="0">
                <a:latin typeface="Times New Roman" panose="02020603050405020304" pitchFamily="18" charset="0"/>
                <a:cs typeface="Times New Roman" panose="02020603050405020304" pitchFamily="18" charset="0"/>
              </a:rPr>
              <a:t>to improve the performance, speed </a:t>
            </a:r>
            <a:r>
              <a:rPr lang="en-US" sz="2200" dirty="0">
                <a:latin typeface="Times New Roman" panose="02020603050405020304" pitchFamily="18" charset="0"/>
                <a:cs typeface="Times New Roman" panose="02020603050405020304" pitchFamily="18" charset="0"/>
              </a:rPr>
              <a:t>and  number of </a:t>
            </a:r>
            <a:r>
              <a:rPr lang="en-US" sz="2200" spc="-5" dirty="0">
                <a:latin typeface="Times New Roman" panose="02020603050405020304" pitchFamily="18" charset="0"/>
                <a:cs typeface="Times New Roman" panose="02020603050405020304" pitchFamily="18" charset="0"/>
              </a:rPr>
              <a:t>features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the product </a:t>
            </a:r>
            <a:r>
              <a:rPr lang="en-US" sz="2200" dirty="0">
                <a:latin typeface="Times New Roman" panose="02020603050405020304" pitchFamily="18" charset="0"/>
                <a:cs typeface="Times New Roman" panose="02020603050405020304" pitchFamily="18" charset="0"/>
              </a:rPr>
              <a:t>or</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service.</a:t>
            </a:r>
            <a:endParaRPr lang="en-US" sz="2200" dirty="0">
              <a:latin typeface="Times New Roman" panose="02020603050405020304" pitchFamily="18" charset="0"/>
              <a:cs typeface="Times New Roman" panose="02020603050405020304" pitchFamily="18" charset="0"/>
            </a:endParaRPr>
          </a:p>
          <a:p>
            <a:pPr marL="355600" marR="5080" algn="just">
              <a:spcBef>
                <a:spcPts val="575"/>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Continuous </a:t>
            </a:r>
            <a:r>
              <a:rPr lang="en-US" sz="2200" dirty="0">
                <a:latin typeface="Times New Roman" panose="02020603050405020304" pitchFamily="18" charset="0"/>
                <a:cs typeface="Times New Roman" panose="02020603050405020304" pitchFamily="18" charset="0"/>
              </a:rPr>
              <a:t>improvement means </a:t>
            </a:r>
            <a:r>
              <a:rPr lang="en-US" sz="2200" spc="-5" dirty="0">
                <a:latin typeface="Times New Roman" panose="02020603050405020304" pitchFamily="18" charset="0"/>
                <a:cs typeface="Times New Roman" panose="02020603050405020304" pitchFamily="18" charset="0"/>
              </a:rPr>
              <a:t>that small, incremental  </a:t>
            </a:r>
            <a:r>
              <a:rPr lang="en-US" sz="2200" dirty="0">
                <a:latin typeface="Times New Roman" panose="02020603050405020304" pitchFamily="18" charset="0"/>
                <a:cs typeface="Times New Roman" panose="02020603050405020304" pitchFamily="18" charset="0"/>
              </a:rPr>
              <a:t>improvement </a:t>
            </a:r>
            <a:r>
              <a:rPr lang="en-US" sz="2200" spc="-5" dirty="0">
                <a:latin typeface="Times New Roman" panose="02020603050405020304" pitchFamily="18" charset="0"/>
                <a:cs typeface="Times New Roman" panose="02020603050405020304" pitchFamily="18" charset="0"/>
              </a:rPr>
              <a:t>that occurs </a:t>
            </a:r>
            <a:r>
              <a:rPr lang="en-US" sz="2200" dirty="0">
                <a:latin typeface="Times New Roman" panose="02020603050405020304" pitchFamily="18" charset="0"/>
                <a:cs typeface="Times New Roman" panose="02020603050405020304" pitchFamily="18" charset="0"/>
              </a:rPr>
              <a:t>on a </a:t>
            </a:r>
            <a:r>
              <a:rPr lang="en-US" sz="2200" spc="-5" dirty="0">
                <a:latin typeface="Times New Roman" panose="02020603050405020304" pitchFamily="18" charset="0"/>
                <a:cs typeface="Times New Roman" panose="02020603050405020304" pitchFamily="18" charset="0"/>
              </a:rPr>
              <a:t>regular basis will eventually </a:t>
            </a:r>
            <a:r>
              <a:rPr lang="en-US" sz="2200" dirty="0">
                <a:latin typeface="Times New Roman" panose="02020603050405020304" pitchFamily="18" charset="0"/>
                <a:cs typeface="Times New Roman" panose="02020603050405020304" pitchFamily="18" charset="0"/>
              </a:rPr>
              <a:t>add </a:t>
            </a:r>
            <a:r>
              <a:rPr lang="en-US" sz="2200" spc="-5" dirty="0">
                <a:latin typeface="Times New Roman" panose="02020603050405020304" pitchFamily="18" charset="0"/>
                <a:cs typeface="Times New Roman" panose="02020603050405020304" pitchFamily="18" charset="0"/>
              </a:rPr>
              <a:t>up  to vast </a:t>
            </a:r>
            <a:r>
              <a:rPr lang="en-US" sz="2200" dirty="0">
                <a:latin typeface="Times New Roman" panose="02020603050405020304" pitchFamily="18" charset="0"/>
                <a:cs typeface="Times New Roman" panose="02020603050405020304" pitchFamily="18" charset="0"/>
              </a:rPr>
              <a:t>improvement in</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quality.</a:t>
            </a:r>
            <a:endParaRPr lang="en-US" sz="2200" dirty="0">
              <a:latin typeface="Times New Roman" panose="02020603050405020304" pitchFamily="18" charset="0"/>
              <a:cs typeface="Times New Roman" panose="02020603050405020304" pitchFamily="18" charset="0"/>
            </a:endParaRPr>
          </a:p>
          <a:p>
            <a:pPr marL="355600" marR="5715" algn="just">
              <a:spcBef>
                <a:spcPts val="575"/>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TQM is the management process </a:t>
            </a:r>
            <a:r>
              <a:rPr lang="en-US" sz="2200" spc="-5" dirty="0">
                <a:latin typeface="Times New Roman" panose="02020603050405020304" pitchFamily="18" charset="0"/>
                <a:cs typeface="Times New Roman" panose="02020603050405020304" pitchFamily="18" charset="0"/>
              </a:rPr>
              <a:t>used to </a:t>
            </a:r>
            <a:r>
              <a:rPr lang="en-US" sz="2200" dirty="0">
                <a:latin typeface="Times New Roman" panose="02020603050405020304" pitchFamily="18" charset="0"/>
                <a:cs typeface="Times New Roman" panose="02020603050405020304" pitchFamily="18" charset="0"/>
              </a:rPr>
              <a:t>make </a:t>
            </a:r>
            <a:r>
              <a:rPr lang="en-US" sz="2200" spc="-10" dirty="0">
                <a:latin typeface="Times New Roman" panose="02020603050405020304" pitchFamily="18" charset="0"/>
                <a:cs typeface="Times New Roman" panose="02020603050405020304" pitchFamily="18" charset="0"/>
              </a:rPr>
              <a:t>continuous  </a:t>
            </a:r>
            <a:r>
              <a:rPr lang="en-US" sz="2200" spc="-5" dirty="0">
                <a:latin typeface="Times New Roman" panose="02020603050405020304" pitchFamily="18" charset="0"/>
                <a:cs typeface="Times New Roman" panose="02020603050405020304" pitchFamily="18" charset="0"/>
              </a:rPr>
              <a:t>improvements </a:t>
            </a:r>
            <a:r>
              <a:rPr lang="en-US" sz="2200" dirty="0">
                <a:latin typeface="Times New Roman" panose="02020603050405020304" pitchFamily="18" charset="0"/>
                <a:cs typeface="Times New Roman" panose="02020603050405020304" pitchFamily="18" charset="0"/>
              </a:rPr>
              <a:t>to all</a:t>
            </a:r>
            <a:r>
              <a:rPr lang="en-US" sz="2200" spc="-1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functions.</a:t>
            </a:r>
            <a:endParaRPr lang="en-US" sz="2200" dirty="0">
              <a:latin typeface="Times New Roman" panose="02020603050405020304" pitchFamily="18" charset="0"/>
              <a:cs typeface="Times New Roman" panose="02020603050405020304" pitchFamily="18" charset="0"/>
            </a:endParaRPr>
          </a:p>
          <a:p>
            <a:pPr marL="355600" marR="6985" algn="just">
              <a:spcBef>
                <a:spcPts val="580"/>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TQM represents an </a:t>
            </a:r>
            <a:r>
              <a:rPr lang="en-US" sz="2200" spc="-5" dirty="0">
                <a:latin typeface="Times New Roman" panose="02020603050405020304" pitchFamily="18" charset="0"/>
                <a:cs typeface="Times New Roman" panose="02020603050405020304" pitchFamily="18" charset="0"/>
              </a:rPr>
              <a:t>ongoing, continuous commitment to  </a:t>
            </a:r>
            <a:r>
              <a:rPr lang="en-US" sz="2200" dirty="0">
                <a:latin typeface="Times New Roman" panose="02020603050405020304" pitchFamily="18" charset="0"/>
                <a:cs typeface="Times New Roman" panose="02020603050405020304" pitchFamily="18" charset="0"/>
              </a:rPr>
              <a:t>improvement.</a:t>
            </a:r>
          </a:p>
          <a:p>
            <a:pPr marL="355600" marR="5080" algn="just">
              <a:spcBef>
                <a:spcPts val="575"/>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The </a:t>
            </a:r>
            <a:r>
              <a:rPr lang="en-US" sz="2200" spc="-5" dirty="0">
                <a:latin typeface="Times New Roman" panose="02020603050405020304" pitchFamily="18" charset="0"/>
                <a:cs typeface="Times New Roman" panose="02020603050405020304" pitchFamily="18" charset="0"/>
              </a:rPr>
              <a:t>foundation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total quality is </a:t>
            </a:r>
            <a:r>
              <a:rPr lang="en-US" sz="2200" dirty="0">
                <a:latin typeface="Times New Roman" panose="02020603050405020304" pitchFamily="18" charset="0"/>
                <a:cs typeface="Times New Roman" panose="02020603050405020304" pitchFamily="18" charset="0"/>
              </a:rPr>
              <a:t>a </a:t>
            </a:r>
            <a:r>
              <a:rPr lang="en-US" sz="2200" spc="-5" dirty="0">
                <a:latin typeface="Times New Roman" panose="02020603050405020304" pitchFamily="18" charset="0"/>
                <a:cs typeface="Times New Roman" panose="02020603050405020304" pitchFamily="18" charset="0"/>
              </a:rPr>
              <a:t>management philosophy that  supports </a:t>
            </a:r>
            <a:r>
              <a:rPr lang="en-US" sz="2200" dirty="0">
                <a:latin typeface="Times New Roman" panose="02020603050405020304" pitchFamily="18" charset="0"/>
                <a:cs typeface="Times New Roman" panose="02020603050405020304" pitchFamily="18" charset="0"/>
              </a:rPr>
              <a:t>meeting </a:t>
            </a:r>
            <a:r>
              <a:rPr lang="en-US" sz="2200" spc="-5" dirty="0">
                <a:latin typeface="Times New Roman" panose="02020603050405020304" pitchFamily="18" charset="0"/>
                <a:cs typeface="Times New Roman" panose="02020603050405020304" pitchFamily="18" charset="0"/>
              </a:rPr>
              <a:t>customer requirements through continuous  </a:t>
            </a:r>
            <a:r>
              <a:rPr lang="en-US" sz="2200" dirty="0">
                <a:latin typeface="Times New Roman" panose="02020603050405020304" pitchFamily="18" charset="0"/>
                <a:cs typeface="Times New Roman" panose="02020603050405020304" pitchFamily="18" charset="0"/>
              </a:rPr>
              <a:t>improvement.</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27</a:t>
            </a:fld>
            <a:endParaRPr lang="en-US" dirty="0">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5D0D626-AFDA-4DE8-A90A-9B5CF8514E7A}"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Continuous Improvement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spcBef>
                <a:spcPts val="100"/>
              </a:spcBef>
              <a:buFont typeface="Wingdings"/>
              <a:buChar char=""/>
              <a:tabLst>
                <a:tab pos="354965" algn="l"/>
                <a:tab pos="355600" algn="l"/>
              </a:tabLst>
            </a:pPr>
            <a:r>
              <a:rPr lang="en-US" sz="2200" dirty="0">
                <a:latin typeface="Times New Roman" panose="02020603050405020304" pitchFamily="18" charset="0"/>
                <a:cs typeface="Times New Roman" panose="02020603050405020304" pitchFamily="18" charset="0"/>
              </a:rPr>
              <a:t>View all </a:t>
            </a:r>
            <a:r>
              <a:rPr lang="en-US" sz="2200" spc="-5" dirty="0">
                <a:latin typeface="Times New Roman" panose="02020603050405020304" pitchFamily="18" charset="0"/>
                <a:cs typeface="Times New Roman" panose="02020603050405020304" pitchFamily="18" charset="0"/>
              </a:rPr>
              <a:t>work </a:t>
            </a:r>
            <a:r>
              <a:rPr lang="en-US" sz="2200" dirty="0">
                <a:latin typeface="Times New Roman" panose="02020603050405020304" pitchFamily="18" charset="0"/>
                <a:cs typeface="Times New Roman" panose="02020603050405020304" pitchFamily="18" charset="0"/>
              </a:rPr>
              <a:t>as </a:t>
            </a:r>
            <a:r>
              <a:rPr lang="en-US" sz="2200" spc="-5" dirty="0">
                <a:latin typeface="Times New Roman" panose="02020603050405020304" pitchFamily="18" charset="0"/>
                <a:cs typeface="Times New Roman" panose="02020603050405020304" pitchFamily="18" charset="0"/>
              </a:rPr>
              <a:t>process </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production </a:t>
            </a:r>
            <a:r>
              <a:rPr lang="en-US" sz="2200" dirty="0">
                <a:latin typeface="Times New Roman" panose="02020603050405020304" pitchFamily="18" charset="0"/>
                <a:cs typeface="Times New Roman" panose="02020603050405020304" pitchFamily="18" charset="0"/>
              </a:rPr>
              <a:t>and</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business.</a:t>
            </a:r>
            <a:endParaRPr lang="en-US" sz="2200" dirty="0">
              <a:latin typeface="Times New Roman" panose="02020603050405020304" pitchFamily="18" charset="0"/>
              <a:cs typeface="Times New Roman" panose="02020603050405020304" pitchFamily="18" charset="0"/>
            </a:endParaRPr>
          </a:p>
          <a:p>
            <a:pPr>
              <a:lnSpc>
                <a:spcPct val="100000"/>
              </a:lnSpc>
              <a:spcBef>
                <a:spcPts val="50"/>
              </a:spcBef>
              <a:buFont typeface="Wingdings"/>
              <a:buChar char=""/>
            </a:pPr>
            <a:endParaRPr lang="en-US" sz="2200" dirty="0">
              <a:latin typeface="Times New Roman" panose="02020603050405020304" pitchFamily="18" charset="0"/>
              <a:cs typeface="Times New Roman" panose="02020603050405020304" pitchFamily="18" charset="0"/>
            </a:endParaRPr>
          </a:p>
          <a:p>
            <a:pPr marL="355600">
              <a:buFont typeface="Wingdings"/>
              <a:buChar char=""/>
              <a:tabLst>
                <a:tab pos="354965" algn="l"/>
                <a:tab pos="355600" algn="l"/>
              </a:tabLst>
            </a:pPr>
            <a:r>
              <a:rPr lang="en-US" sz="2200" dirty="0">
                <a:latin typeface="Times New Roman" panose="02020603050405020304" pitchFamily="18" charset="0"/>
                <a:cs typeface="Times New Roman" panose="02020603050405020304" pitchFamily="18" charset="0"/>
              </a:rPr>
              <a:t>Process – </a:t>
            </a:r>
            <a:r>
              <a:rPr lang="en-US" sz="2200" spc="-5" dirty="0">
                <a:latin typeface="Times New Roman" panose="02020603050405020304" pitchFamily="18" charset="0"/>
                <a:cs typeface="Times New Roman" panose="02020603050405020304" pitchFamily="18" charset="0"/>
              </a:rPr>
              <a:t>purchasing, design, </a:t>
            </a:r>
            <a:r>
              <a:rPr lang="en-US" sz="2200" dirty="0">
                <a:latin typeface="Times New Roman" panose="02020603050405020304" pitchFamily="18" charset="0"/>
                <a:cs typeface="Times New Roman" panose="02020603050405020304" pitchFamily="18" charset="0"/>
              </a:rPr>
              <a:t>invoicing,</a:t>
            </a:r>
            <a:r>
              <a:rPr lang="en-US" sz="2200" spc="-6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etc.</a:t>
            </a:r>
            <a:endParaRPr lang="en-US" sz="2200" dirty="0">
              <a:latin typeface="Times New Roman" panose="02020603050405020304" pitchFamily="18" charset="0"/>
              <a:cs typeface="Times New Roman" panose="02020603050405020304" pitchFamily="18" charset="0"/>
            </a:endParaRPr>
          </a:p>
          <a:p>
            <a:pPr>
              <a:lnSpc>
                <a:spcPct val="100000"/>
              </a:lnSpc>
              <a:spcBef>
                <a:spcPts val="45"/>
              </a:spcBef>
              <a:buFont typeface="Wingdings"/>
              <a:buChar char=""/>
            </a:pPr>
            <a:endParaRPr lang="en-US" sz="2200" dirty="0">
              <a:latin typeface="Times New Roman" panose="02020603050405020304" pitchFamily="18" charset="0"/>
              <a:cs typeface="Times New Roman" panose="02020603050405020304" pitchFamily="18" charset="0"/>
            </a:endParaRPr>
          </a:p>
          <a:p>
            <a:pPr marL="355600">
              <a:buFont typeface="Wingdings"/>
              <a:buChar char=""/>
              <a:tabLst>
                <a:tab pos="354965" algn="l"/>
                <a:tab pos="355600" algn="l"/>
              </a:tabLst>
            </a:pPr>
            <a:r>
              <a:rPr lang="en-US" sz="2200" spc="-5" dirty="0">
                <a:latin typeface="Times New Roman" panose="02020603050405020304" pitchFamily="18" charset="0"/>
                <a:cs typeface="Times New Roman" panose="02020603050405020304" pitchFamily="18" charset="0"/>
              </a:rPr>
              <a:t>Inputs </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process </a:t>
            </a:r>
            <a:r>
              <a:rPr lang="en-US" sz="2200" dirty="0">
                <a:latin typeface="Times New Roman" panose="02020603050405020304" pitchFamily="18" charset="0"/>
                <a:cs typeface="Times New Roman" panose="02020603050405020304" pitchFamily="18" charset="0"/>
              </a:rPr>
              <a:t>–</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outputs.</a:t>
            </a:r>
            <a:endParaRPr lang="en-US" sz="2200" dirty="0">
              <a:latin typeface="Times New Roman" panose="02020603050405020304" pitchFamily="18" charset="0"/>
              <a:cs typeface="Times New Roman" panose="02020603050405020304" pitchFamily="18" charset="0"/>
            </a:endParaRPr>
          </a:p>
          <a:p>
            <a:pPr>
              <a:lnSpc>
                <a:spcPct val="100000"/>
              </a:lnSpc>
              <a:spcBef>
                <a:spcPts val="50"/>
              </a:spcBef>
              <a:buFont typeface="Wingdings"/>
              <a:buChar char=""/>
            </a:pPr>
            <a:endParaRPr lang="en-US" sz="2200" dirty="0">
              <a:latin typeface="Times New Roman" panose="02020603050405020304" pitchFamily="18" charset="0"/>
              <a:cs typeface="Times New Roman" panose="02020603050405020304" pitchFamily="18" charset="0"/>
            </a:endParaRPr>
          </a:p>
          <a:p>
            <a:pPr marL="355600">
              <a:buFont typeface="Wingdings"/>
              <a:buChar char=""/>
              <a:tabLst>
                <a:tab pos="354965" algn="l"/>
                <a:tab pos="355600" algn="l"/>
              </a:tabLst>
            </a:pPr>
            <a:r>
              <a:rPr lang="en-US" sz="2200" dirty="0">
                <a:latin typeface="Times New Roman" panose="02020603050405020304" pitchFamily="18" charset="0"/>
                <a:cs typeface="Times New Roman" panose="02020603050405020304" pitchFamily="18" charset="0"/>
              </a:rPr>
              <a:t>Process improvement – increased </a:t>
            </a:r>
            <a:r>
              <a:rPr lang="en-US" sz="2200" spc="-5" dirty="0">
                <a:latin typeface="Times New Roman" panose="02020603050405020304" pitchFamily="18" charset="0"/>
                <a:cs typeface="Times New Roman" panose="02020603050405020304" pitchFamily="18" charset="0"/>
              </a:rPr>
              <a:t>customer</a:t>
            </a:r>
            <a:r>
              <a:rPr lang="en-US" sz="2200" spc="-8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satisfaction.</a:t>
            </a:r>
            <a:endParaRPr lang="en-US" sz="2200" dirty="0">
              <a:latin typeface="Times New Roman" panose="02020603050405020304" pitchFamily="18" charset="0"/>
              <a:cs typeface="Times New Roman" panose="02020603050405020304" pitchFamily="18" charset="0"/>
            </a:endParaRPr>
          </a:p>
          <a:p>
            <a:pPr>
              <a:lnSpc>
                <a:spcPct val="100000"/>
              </a:lnSpc>
              <a:spcBef>
                <a:spcPts val="45"/>
              </a:spcBef>
              <a:buFont typeface="Wingdings"/>
              <a:buChar char=""/>
            </a:pPr>
            <a:endParaRPr lang="en-US" sz="2200" dirty="0">
              <a:latin typeface="Times New Roman" panose="02020603050405020304" pitchFamily="18" charset="0"/>
              <a:cs typeface="Times New Roman" panose="02020603050405020304" pitchFamily="18" charset="0"/>
            </a:endParaRPr>
          </a:p>
          <a:p>
            <a:pPr marL="355600" algn="just">
              <a:spcBef>
                <a:spcPts val="5"/>
              </a:spcBef>
              <a:buFont typeface="Wingdings"/>
              <a:buChar char=""/>
              <a:tabLst>
                <a:tab pos="355600" algn="l"/>
              </a:tabLst>
            </a:pPr>
            <a:r>
              <a:rPr lang="en-US" sz="2200" dirty="0">
                <a:latin typeface="Times New Roman" panose="02020603050405020304" pitchFamily="18" charset="0"/>
                <a:cs typeface="Times New Roman" panose="02020603050405020304" pitchFamily="18" charset="0"/>
              </a:rPr>
              <a:t>Improvement – 5</a:t>
            </a:r>
            <a:r>
              <a:rPr lang="en-US" sz="2200" spc="-4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ways:</a:t>
            </a:r>
            <a:endParaRPr lang="en-US" sz="2200" dirty="0">
              <a:latin typeface="Times New Roman" panose="02020603050405020304" pitchFamily="18" charset="0"/>
              <a:cs typeface="Times New Roman" panose="02020603050405020304" pitchFamily="18" charset="0"/>
            </a:endParaRPr>
          </a:p>
          <a:p>
            <a:pPr marL="12700" marR="5080" indent="0" algn="just">
              <a:lnSpc>
                <a:spcPts val="2590"/>
              </a:lnSpc>
              <a:spcBef>
                <a:spcPts val="615"/>
              </a:spcBef>
              <a:buNone/>
              <a:tabLst>
                <a:tab pos="355600" algn="l"/>
              </a:tabLst>
            </a:pPr>
            <a:r>
              <a:rPr lang="en-US" sz="2200" spc="-5" dirty="0">
                <a:latin typeface="Times New Roman" panose="02020603050405020304" pitchFamily="18" charset="0"/>
                <a:cs typeface="Times New Roman" panose="02020603050405020304" pitchFamily="18" charset="0"/>
              </a:rPr>
              <a:t>reduce resources, reduce errors, </a:t>
            </a:r>
            <a:r>
              <a:rPr lang="en-US" sz="2200" dirty="0">
                <a:latin typeface="Times New Roman" panose="02020603050405020304" pitchFamily="18" charset="0"/>
                <a:cs typeface="Times New Roman" panose="02020603050405020304" pitchFamily="18" charset="0"/>
              </a:rPr>
              <a:t>meet </a:t>
            </a:r>
            <a:r>
              <a:rPr lang="en-US" sz="2200" spc="-5" dirty="0">
                <a:latin typeface="Times New Roman" panose="02020603050405020304" pitchFamily="18" charset="0"/>
                <a:cs typeface="Times New Roman" panose="02020603050405020304" pitchFamily="18" charset="0"/>
              </a:rPr>
              <a:t>expectations </a:t>
            </a:r>
            <a:r>
              <a:rPr lang="en-US" sz="2200" spc="1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downstream customers, </a:t>
            </a:r>
            <a:r>
              <a:rPr lang="en-US" sz="2200" dirty="0">
                <a:latin typeface="Times New Roman" panose="02020603050405020304" pitchFamily="18" charset="0"/>
                <a:cs typeface="Times New Roman" panose="02020603050405020304" pitchFamily="18" charset="0"/>
              </a:rPr>
              <a:t>make process </a:t>
            </a:r>
            <a:r>
              <a:rPr lang="en-US" sz="2200" spc="-5" dirty="0">
                <a:latin typeface="Times New Roman" panose="02020603050405020304" pitchFamily="18" charset="0"/>
                <a:cs typeface="Times New Roman" panose="02020603050405020304" pitchFamily="18" charset="0"/>
              </a:rPr>
              <a:t>safer, </a:t>
            </a:r>
            <a:r>
              <a:rPr lang="en-US" sz="2200" dirty="0">
                <a:latin typeface="Times New Roman" panose="02020603050405020304" pitchFamily="18" charset="0"/>
                <a:cs typeface="Times New Roman" panose="02020603050405020304" pitchFamily="18" charset="0"/>
              </a:rPr>
              <a:t>make process  more </a:t>
            </a:r>
            <a:r>
              <a:rPr lang="en-US" sz="2200" spc="-5" dirty="0">
                <a:latin typeface="Times New Roman" panose="02020603050405020304" pitchFamily="18" charset="0"/>
                <a:cs typeface="Times New Roman" panose="02020603050405020304" pitchFamily="18" charset="0"/>
              </a:rPr>
              <a:t>satisfying to the person</a:t>
            </a:r>
            <a:r>
              <a:rPr lang="en-US" sz="2200" spc="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doing</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28</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045855" y="6173787"/>
            <a:ext cx="55626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04F7E2F-97BB-4296-ABE1-7D011D1D012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780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Continuous Process Improvement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9" name="Footer Placeholder 12"/>
          <p:cNvSpPr>
            <a:spLocks noGrp="1"/>
          </p:cNvSpPr>
          <p:nvPr>
            <p:ph type="ftr" sz="quarter" idx="11"/>
          </p:nvPr>
        </p:nvSpPr>
        <p:spPr>
          <a:xfrm>
            <a:off x="2286000" y="6248415"/>
            <a:ext cx="5410200" cy="365125"/>
          </a:xfrm>
        </p:spPr>
        <p:txBody>
          <a:bodyPr/>
          <a:lstStyle/>
          <a:p>
            <a:r>
              <a:rPr lang="sv-SE" sz="2000"/>
              <a:t>Mr. Minhaj Nezami   AOE0861    TQM    Unit-2                         </a:t>
            </a:r>
            <a:endParaRPr lang="en-US" sz="2000" dirty="0"/>
          </a:p>
        </p:txBody>
      </p:sp>
      <p:sp>
        <p:nvSpPr>
          <p:cNvPr id="30" name="object 2"/>
          <p:cNvSpPr/>
          <p:nvPr/>
        </p:nvSpPr>
        <p:spPr>
          <a:xfrm>
            <a:off x="3263278" y="1039855"/>
            <a:ext cx="1969135" cy="1219200"/>
          </a:xfrm>
          <a:custGeom>
            <a:avLst/>
            <a:gdLst/>
            <a:ahLst/>
            <a:cxnLst/>
            <a:rect l="l" t="t" r="r" b="b"/>
            <a:pathLst>
              <a:path w="1969135" h="1219200">
                <a:moveTo>
                  <a:pt x="984503" y="0"/>
                </a:moveTo>
                <a:lnTo>
                  <a:pt x="926660" y="1034"/>
                </a:lnTo>
                <a:lnTo>
                  <a:pt x="869697" y="4101"/>
                </a:lnTo>
                <a:lnTo>
                  <a:pt x="813705" y="9141"/>
                </a:lnTo>
                <a:lnTo>
                  <a:pt x="758778" y="16099"/>
                </a:lnTo>
                <a:lnTo>
                  <a:pt x="705008" y="24917"/>
                </a:lnTo>
                <a:lnTo>
                  <a:pt x="652487" y="35538"/>
                </a:lnTo>
                <a:lnTo>
                  <a:pt x="601307" y="47904"/>
                </a:lnTo>
                <a:lnTo>
                  <a:pt x="551561" y="61959"/>
                </a:lnTo>
                <a:lnTo>
                  <a:pt x="503341" y="77645"/>
                </a:lnTo>
                <a:lnTo>
                  <a:pt x="456740" y="94906"/>
                </a:lnTo>
                <a:lnTo>
                  <a:pt x="411850" y="113683"/>
                </a:lnTo>
                <a:lnTo>
                  <a:pt x="368763" y="133920"/>
                </a:lnTo>
                <a:lnTo>
                  <a:pt x="327572" y="155560"/>
                </a:lnTo>
                <a:lnTo>
                  <a:pt x="288369" y="178546"/>
                </a:lnTo>
                <a:lnTo>
                  <a:pt x="251246" y="202819"/>
                </a:lnTo>
                <a:lnTo>
                  <a:pt x="216296" y="228324"/>
                </a:lnTo>
                <a:lnTo>
                  <a:pt x="183612" y="255003"/>
                </a:lnTo>
                <a:lnTo>
                  <a:pt x="153285" y="282798"/>
                </a:lnTo>
                <a:lnTo>
                  <a:pt x="125407" y="311653"/>
                </a:lnTo>
                <a:lnTo>
                  <a:pt x="100073" y="341511"/>
                </a:lnTo>
                <a:lnTo>
                  <a:pt x="77372" y="372314"/>
                </a:lnTo>
                <a:lnTo>
                  <a:pt x="40245" y="436527"/>
                </a:lnTo>
                <a:lnTo>
                  <a:pt x="14765" y="503835"/>
                </a:lnTo>
                <a:lnTo>
                  <a:pt x="1671" y="573780"/>
                </a:lnTo>
                <a:lnTo>
                  <a:pt x="0" y="609600"/>
                </a:lnTo>
                <a:lnTo>
                  <a:pt x="1671" y="645419"/>
                </a:lnTo>
                <a:lnTo>
                  <a:pt x="14765" y="715364"/>
                </a:lnTo>
                <a:lnTo>
                  <a:pt x="40245" y="782672"/>
                </a:lnTo>
                <a:lnTo>
                  <a:pt x="77372" y="846885"/>
                </a:lnTo>
                <a:lnTo>
                  <a:pt x="100073" y="877688"/>
                </a:lnTo>
                <a:lnTo>
                  <a:pt x="125407" y="907546"/>
                </a:lnTo>
                <a:lnTo>
                  <a:pt x="153285" y="936401"/>
                </a:lnTo>
                <a:lnTo>
                  <a:pt x="183612" y="964196"/>
                </a:lnTo>
                <a:lnTo>
                  <a:pt x="216296" y="990875"/>
                </a:lnTo>
                <a:lnTo>
                  <a:pt x="251246" y="1016380"/>
                </a:lnTo>
                <a:lnTo>
                  <a:pt x="288369" y="1040653"/>
                </a:lnTo>
                <a:lnTo>
                  <a:pt x="327572" y="1063639"/>
                </a:lnTo>
                <a:lnTo>
                  <a:pt x="368763" y="1085279"/>
                </a:lnTo>
                <a:lnTo>
                  <a:pt x="411850" y="1105516"/>
                </a:lnTo>
                <a:lnTo>
                  <a:pt x="456740" y="1124293"/>
                </a:lnTo>
                <a:lnTo>
                  <a:pt x="503341" y="1141554"/>
                </a:lnTo>
                <a:lnTo>
                  <a:pt x="551561" y="1157240"/>
                </a:lnTo>
                <a:lnTo>
                  <a:pt x="601307" y="1171295"/>
                </a:lnTo>
                <a:lnTo>
                  <a:pt x="652487" y="1183661"/>
                </a:lnTo>
                <a:lnTo>
                  <a:pt x="705008" y="1194282"/>
                </a:lnTo>
                <a:lnTo>
                  <a:pt x="758778" y="1203100"/>
                </a:lnTo>
                <a:lnTo>
                  <a:pt x="813705" y="1210058"/>
                </a:lnTo>
                <a:lnTo>
                  <a:pt x="869697" y="1215098"/>
                </a:lnTo>
                <a:lnTo>
                  <a:pt x="926660" y="1218165"/>
                </a:lnTo>
                <a:lnTo>
                  <a:pt x="984503" y="1219200"/>
                </a:lnTo>
                <a:lnTo>
                  <a:pt x="1042347" y="1218165"/>
                </a:lnTo>
                <a:lnTo>
                  <a:pt x="1099310" y="1215098"/>
                </a:lnTo>
                <a:lnTo>
                  <a:pt x="1155302" y="1210058"/>
                </a:lnTo>
                <a:lnTo>
                  <a:pt x="1210229" y="1203100"/>
                </a:lnTo>
                <a:lnTo>
                  <a:pt x="1263999" y="1194282"/>
                </a:lnTo>
                <a:lnTo>
                  <a:pt x="1316520" y="1183661"/>
                </a:lnTo>
                <a:lnTo>
                  <a:pt x="1367700" y="1171295"/>
                </a:lnTo>
                <a:lnTo>
                  <a:pt x="1417446" y="1157240"/>
                </a:lnTo>
                <a:lnTo>
                  <a:pt x="1465666" y="1141554"/>
                </a:lnTo>
                <a:lnTo>
                  <a:pt x="1512267" y="1124293"/>
                </a:lnTo>
                <a:lnTo>
                  <a:pt x="1557157" y="1105516"/>
                </a:lnTo>
                <a:lnTo>
                  <a:pt x="1600244" y="1085279"/>
                </a:lnTo>
                <a:lnTo>
                  <a:pt x="1641435" y="1063639"/>
                </a:lnTo>
                <a:lnTo>
                  <a:pt x="1680638" y="1040653"/>
                </a:lnTo>
                <a:lnTo>
                  <a:pt x="1717761" y="1016380"/>
                </a:lnTo>
                <a:lnTo>
                  <a:pt x="1752711" y="990875"/>
                </a:lnTo>
                <a:lnTo>
                  <a:pt x="1785395" y="964196"/>
                </a:lnTo>
                <a:lnTo>
                  <a:pt x="1815722" y="936401"/>
                </a:lnTo>
                <a:lnTo>
                  <a:pt x="1843600" y="907546"/>
                </a:lnTo>
                <a:lnTo>
                  <a:pt x="1868934" y="877688"/>
                </a:lnTo>
                <a:lnTo>
                  <a:pt x="1891635" y="846885"/>
                </a:lnTo>
                <a:lnTo>
                  <a:pt x="1928762" y="782672"/>
                </a:lnTo>
                <a:lnTo>
                  <a:pt x="1954242" y="715364"/>
                </a:lnTo>
                <a:lnTo>
                  <a:pt x="1967336" y="645419"/>
                </a:lnTo>
                <a:lnTo>
                  <a:pt x="1969007" y="609600"/>
                </a:lnTo>
                <a:lnTo>
                  <a:pt x="1967336" y="573780"/>
                </a:lnTo>
                <a:lnTo>
                  <a:pt x="1954242" y="503835"/>
                </a:lnTo>
                <a:lnTo>
                  <a:pt x="1928762" y="436527"/>
                </a:lnTo>
                <a:lnTo>
                  <a:pt x="1891635" y="372314"/>
                </a:lnTo>
                <a:lnTo>
                  <a:pt x="1868934" y="341511"/>
                </a:lnTo>
                <a:lnTo>
                  <a:pt x="1843600" y="311653"/>
                </a:lnTo>
                <a:lnTo>
                  <a:pt x="1815722" y="282798"/>
                </a:lnTo>
                <a:lnTo>
                  <a:pt x="1785395" y="255003"/>
                </a:lnTo>
                <a:lnTo>
                  <a:pt x="1752711" y="228324"/>
                </a:lnTo>
                <a:lnTo>
                  <a:pt x="1717761" y="202819"/>
                </a:lnTo>
                <a:lnTo>
                  <a:pt x="1680638" y="178546"/>
                </a:lnTo>
                <a:lnTo>
                  <a:pt x="1641435" y="155560"/>
                </a:lnTo>
                <a:lnTo>
                  <a:pt x="1600244" y="133920"/>
                </a:lnTo>
                <a:lnTo>
                  <a:pt x="1557157" y="113683"/>
                </a:lnTo>
                <a:lnTo>
                  <a:pt x="1512267" y="94906"/>
                </a:lnTo>
                <a:lnTo>
                  <a:pt x="1465666" y="77645"/>
                </a:lnTo>
                <a:lnTo>
                  <a:pt x="1417446" y="61959"/>
                </a:lnTo>
                <a:lnTo>
                  <a:pt x="1367700" y="47904"/>
                </a:lnTo>
                <a:lnTo>
                  <a:pt x="1316520" y="35538"/>
                </a:lnTo>
                <a:lnTo>
                  <a:pt x="1263999" y="24917"/>
                </a:lnTo>
                <a:lnTo>
                  <a:pt x="1210229" y="16099"/>
                </a:lnTo>
                <a:lnTo>
                  <a:pt x="1155302" y="9141"/>
                </a:lnTo>
                <a:lnTo>
                  <a:pt x="1099310" y="4101"/>
                </a:lnTo>
                <a:lnTo>
                  <a:pt x="1042347" y="1034"/>
                </a:lnTo>
                <a:lnTo>
                  <a:pt x="984503" y="0"/>
                </a:lnTo>
                <a:close/>
              </a:path>
            </a:pathLst>
          </a:custGeom>
          <a:solidFill>
            <a:srgbClr val="C0504D"/>
          </a:solidFill>
        </p:spPr>
        <p:txBody>
          <a:bodyPr wrap="square" lIns="0" tIns="0" rIns="0" bIns="0" rtlCol="0"/>
          <a:lstStyle/>
          <a:p>
            <a:endParaRPr/>
          </a:p>
        </p:txBody>
      </p:sp>
      <p:sp>
        <p:nvSpPr>
          <p:cNvPr id="31" name="object 3"/>
          <p:cNvSpPr/>
          <p:nvPr/>
        </p:nvSpPr>
        <p:spPr>
          <a:xfrm>
            <a:off x="3288665" y="1045763"/>
            <a:ext cx="1969135" cy="1219200"/>
          </a:xfrm>
          <a:custGeom>
            <a:avLst/>
            <a:gdLst/>
            <a:ahLst/>
            <a:cxnLst/>
            <a:rect l="l" t="t" r="r" b="b"/>
            <a:pathLst>
              <a:path w="1969135" h="1219200">
                <a:moveTo>
                  <a:pt x="0" y="609600"/>
                </a:moveTo>
                <a:lnTo>
                  <a:pt x="6624" y="538506"/>
                </a:lnTo>
                <a:lnTo>
                  <a:pt x="26003" y="469822"/>
                </a:lnTo>
                <a:lnTo>
                  <a:pt x="57399" y="404005"/>
                </a:lnTo>
                <a:lnTo>
                  <a:pt x="100073" y="341511"/>
                </a:lnTo>
                <a:lnTo>
                  <a:pt x="125407" y="311653"/>
                </a:lnTo>
                <a:lnTo>
                  <a:pt x="153285" y="282798"/>
                </a:lnTo>
                <a:lnTo>
                  <a:pt x="183612" y="255003"/>
                </a:lnTo>
                <a:lnTo>
                  <a:pt x="216296" y="228324"/>
                </a:lnTo>
                <a:lnTo>
                  <a:pt x="251246" y="202819"/>
                </a:lnTo>
                <a:lnTo>
                  <a:pt x="288369" y="178546"/>
                </a:lnTo>
                <a:lnTo>
                  <a:pt x="327572" y="155560"/>
                </a:lnTo>
                <a:lnTo>
                  <a:pt x="368763" y="133920"/>
                </a:lnTo>
                <a:lnTo>
                  <a:pt x="411850" y="113683"/>
                </a:lnTo>
                <a:lnTo>
                  <a:pt x="456740" y="94906"/>
                </a:lnTo>
                <a:lnTo>
                  <a:pt x="503341" y="77645"/>
                </a:lnTo>
                <a:lnTo>
                  <a:pt x="551561" y="61959"/>
                </a:lnTo>
                <a:lnTo>
                  <a:pt x="601307" y="47904"/>
                </a:lnTo>
                <a:lnTo>
                  <a:pt x="652487" y="35538"/>
                </a:lnTo>
                <a:lnTo>
                  <a:pt x="705008" y="24917"/>
                </a:lnTo>
                <a:lnTo>
                  <a:pt x="758778" y="16099"/>
                </a:lnTo>
                <a:lnTo>
                  <a:pt x="813705" y="9141"/>
                </a:lnTo>
                <a:lnTo>
                  <a:pt x="869697" y="4101"/>
                </a:lnTo>
                <a:lnTo>
                  <a:pt x="926660" y="1034"/>
                </a:lnTo>
                <a:lnTo>
                  <a:pt x="984503" y="0"/>
                </a:lnTo>
                <a:lnTo>
                  <a:pt x="1042347" y="1034"/>
                </a:lnTo>
                <a:lnTo>
                  <a:pt x="1099310" y="4101"/>
                </a:lnTo>
                <a:lnTo>
                  <a:pt x="1155302" y="9141"/>
                </a:lnTo>
                <a:lnTo>
                  <a:pt x="1210229" y="16099"/>
                </a:lnTo>
                <a:lnTo>
                  <a:pt x="1263999" y="24917"/>
                </a:lnTo>
                <a:lnTo>
                  <a:pt x="1316520" y="35538"/>
                </a:lnTo>
                <a:lnTo>
                  <a:pt x="1367700" y="47904"/>
                </a:lnTo>
                <a:lnTo>
                  <a:pt x="1417446" y="61959"/>
                </a:lnTo>
                <a:lnTo>
                  <a:pt x="1465666" y="77645"/>
                </a:lnTo>
                <a:lnTo>
                  <a:pt x="1512267" y="94906"/>
                </a:lnTo>
                <a:lnTo>
                  <a:pt x="1557157" y="113683"/>
                </a:lnTo>
                <a:lnTo>
                  <a:pt x="1600244" y="133920"/>
                </a:lnTo>
                <a:lnTo>
                  <a:pt x="1641435" y="155560"/>
                </a:lnTo>
                <a:lnTo>
                  <a:pt x="1680638" y="178546"/>
                </a:lnTo>
                <a:lnTo>
                  <a:pt x="1717761" y="202819"/>
                </a:lnTo>
                <a:lnTo>
                  <a:pt x="1752711" y="228324"/>
                </a:lnTo>
                <a:lnTo>
                  <a:pt x="1785395" y="255003"/>
                </a:lnTo>
                <a:lnTo>
                  <a:pt x="1815722" y="282798"/>
                </a:lnTo>
                <a:lnTo>
                  <a:pt x="1843600" y="311653"/>
                </a:lnTo>
                <a:lnTo>
                  <a:pt x="1868934" y="341511"/>
                </a:lnTo>
                <a:lnTo>
                  <a:pt x="1891635" y="372314"/>
                </a:lnTo>
                <a:lnTo>
                  <a:pt x="1928762" y="436527"/>
                </a:lnTo>
                <a:lnTo>
                  <a:pt x="1954242" y="503835"/>
                </a:lnTo>
                <a:lnTo>
                  <a:pt x="1967336" y="573780"/>
                </a:lnTo>
                <a:lnTo>
                  <a:pt x="1969007" y="609600"/>
                </a:lnTo>
                <a:lnTo>
                  <a:pt x="1967336" y="645419"/>
                </a:lnTo>
                <a:lnTo>
                  <a:pt x="1954242" y="715364"/>
                </a:lnTo>
                <a:lnTo>
                  <a:pt x="1928762" y="782672"/>
                </a:lnTo>
                <a:lnTo>
                  <a:pt x="1891635" y="846885"/>
                </a:lnTo>
                <a:lnTo>
                  <a:pt x="1868934" y="877688"/>
                </a:lnTo>
                <a:lnTo>
                  <a:pt x="1843600" y="907546"/>
                </a:lnTo>
                <a:lnTo>
                  <a:pt x="1815722" y="936401"/>
                </a:lnTo>
                <a:lnTo>
                  <a:pt x="1785395" y="964196"/>
                </a:lnTo>
                <a:lnTo>
                  <a:pt x="1752711" y="990875"/>
                </a:lnTo>
                <a:lnTo>
                  <a:pt x="1717761" y="1016380"/>
                </a:lnTo>
                <a:lnTo>
                  <a:pt x="1680638" y="1040653"/>
                </a:lnTo>
                <a:lnTo>
                  <a:pt x="1641435" y="1063639"/>
                </a:lnTo>
                <a:lnTo>
                  <a:pt x="1600244" y="1085279"/>
                </a:lnTo>
                <a:lnTo>
                  <a:pt x="1557157" y="1105516"/>
                </a:lnTo>
                <a:lnTo>
                  <a:pt x="1512267" y="1124293"/>
                </a:lnTo>
                <a:lnTo>
                  <a:pt x="1465666" y="1141554"/>
                </a:lnTo>
                <a:lnTo>
                  <a:pt x="1417446" y="1157240"/>
                </a:lnTo>
                <a:lnTo>
                  <a:pt x="1367700" y="1171295"/>
                </a:lnTo>
                <a:lnTo>
                  <a:pt x="1316520" y="1183661"/>
                </a:lnTo>
                <a:lnTo>
                  <a:pt x="1263999" y="1194282"/>
                </a:lnTo>
                <a:lnTo>
                  <a:pt x="1210229" y="1203100"/>
                </a:lnTo>
                <a:lnTo>
                  <a:pt x="1155302" y="1210058"/>
                </a:lnTo>
                <a:lnTo>
                  <a:pt x="1099310" y="1215098"/>
                </a:lnTo>
                <a:lnTo>
                  <a:pt x="1042347" y="1218165"/>
                </a:lnTo>
                <a:lnTo>
                  <a:pt x="984503" y="1219200"/>
                </a:lnTo>
                <a:lnTo>
                  <a:pt x="926660" y="1218165"/>
                </a:lnTo>
                <a:lnTo>
                  <a:pt x="869697" y="1215098"/>
                </a:lnTo>
                <a:lnTo>
                  <a:pt x="813705" y="1210058"/>
                </a:lnTo>
                <a:lnTo>
                  <a:pt x="758778" y="1203100"/>
                </a:lnTo>
                <a:lnTo>
                  <a:pt x="705008" y="1194282"/>
                </a:lnTo>
                <a:lnTo>
                  <a:pt x="652487" y="1183661"/>
                </a:lnTo>
                <a:lnTo>
                  <a:pt x="601307" y="1171295"/>
                </a:lnTo>
                <a:lnTo>
                  <a:pt x="551561" y="1157240"/>
                </a:lnTo>
                <a:lnTo>
                  <a:pt x="503341" y="1141554"/>
                </a:lnTo>
                <a:lnTo>
                  <a:pt x="456740" y="1124293"/>
                </a:lnTo>
                <a:lnTo>
                  <a:pt x="411850" y="1105516"/>
                </a:lnTo>
                <a:lnTo>
                  <a:pt x="368763" y="1085279"/>
                </a:lnTo>
                <a:lnTo>
                  <a:pt x="327572" y="1063639"/>
                </a:lnTo>
                <a:lnTo>
                  <a:pt x="288369" y="1040653"/>
                </a:lnTo>
                <a:lnTo>
                  <a:pt x="251246" y="1016380"/>
                </a:lnTo>
                <a:lnTo>
                  <a:pt x="216296" y="990875"/>
                </a:lnTo>
                <a:lnTo>
                  <a:pt x="183612" y="964196"/>
                </a:lnTo>
                <a:lnTo>
                  <a:pt x="153285" y="936401"/>
                </a:lnTo>
                <a:lnTo>
                  <a:pt x="125407" y="907546"/>
                </a:lnTo>
                <a:lnTo>
                  <a:pt x="100073" y="877688"/>
                </a:lnTo>
                <a:lnTo>
                  <a:pt x="77372" y="846885"/>
                </a:lnTo>
                <a:lnTo>
                  <a:pt x="40245" y="782672"/>
                </a:lnTo>
                <a:lnTo>
                  <a:pt x="14765" y="715364"/>
                </a:lnTo>
                <a:lnTo>
                  <a:pt x="1671" y="645419"/>
                </a:lnTo>
                <a:lnTo>
                  <a:pt x="0" y="609600"/>
                </a:lnTo>
                <a:close/>
              </a:path>
            </a:pathLst>
          </a:custGeom>
          <a:ln w="96012">
            <a:solidFill>
              <a:srgbClr val="EDEBE0"/>
            </a:solidFill>
          </a:ln>
        </p:spPr>
        <p:txBody>
          <a:bodyPr wrap="square" lIns="0" tIns="0" rIns="0" bIns="0" rtlCol="0"/>
          <a:lstStyle/>
          <a:p>
            <a:endParaRPr/>
          </a:p>
        </p:txBody>
      </p:sp>
      <p:sp>
        <p:nvSpPr>
          <p:cNvPr id="32" name="object 5"/>
          <p:cNvSpPr/>
          <p:nvPr/>
        </p:nvSpPr>
        <p:spPr>
          <a:xfrm>
            <a:off x="544528" y="2642653"/>
            <a:ext cx="1131360" cy="690488"/>
          </a:xfrm>
          <a:custGeom>
            <a:avLst/>
            <a:gdLst/>
            <a:ahLst/>
            <a:cxnLst/>
            <a:rect l="l" t="t" r="r" b="b"/>
            <a:pathLst>
              <a:path w="975360" h="896620">
                <a:moveTo>
                  <a:pt x="0" y="896112"/>
                </a:moveTo>
                <a:lnTo>
                  <a:pt x="975359" y="896112"/>
                </a:lnTo>
                <a:lnTo>
                  <a:pt x="975359" y="0"/>
                </a:lnTo>
                <a:lnTo>
                  <a:pt x="0" y="0"/>
                </a:lnTo>
                <a:lnTo>
                  <a:pt x="0" y="896112"/>
                </a:lnTo>
                <a:close/>
              </a:path>
            </a:pathLst>
          </a:custGeom>
          <a:solidFill>
            <a:srgbClr val="FF9966"/>
          </a:solidFill>
        </p:spPr>
        <p:txBody>
          <a:bodyPr wrap="square" lIns="0" tIns="0" rIns="0" bIns="0" rtlCol="0"/>
          <a:lstStyle/>
          <a:p>
            <a:endParaRPr/>
          </a:p>
        </p:txBody>
      </p:sp>
      <p:sp>
        <p:nvSpPr>
          <p:cNvPr id="33" name="object 6"/>
          <p:cNvSpPr txBox="1"/>
          <p:nvPr/>
        </p:nvSpPr>
        <p:spPr>
          <a:xfrm>
            <a:off x="506217" y="2691785"/>
            <a:ext cx="1197991" cy="551433"/>
          </a:xfrm>
          <a:prstGeom prst="rect">
            <a:avLst/>
          </a:prstGeom>
        </p:spPr>
        <p:txBody>
          <a:bodyPr vert="horz" wrap="square" lIns="0" tIns="5080" rIns="0" bIns="0" rtlCol="0">
            <a:spAutoFit/>
          </a:bodyPr>
          <a:lstStyle/>
          <a:p>
            <a:pPr marL="90805" marR="90170">
              <a:lnSpc>
                <a:spcPts val="2160"/>
              </a:lnSpc>
              <a:spcBef>
                <a:spcPts val="40"/>
              </a:spcBef>
            </a:pPr>
            <a:r>
              <a:rPr sz="1800" i="1" spc="-5" dirty="0">
                <a:latin typeface="Arial"/>
                <a:cs typeface="Arial"/>
              </a:rPr>
              <a:t>C</a:t>
            </a:r>
            <a:r>
              <a:rPr sz="1800" i="1" spc="-15" dirty="0">
                <a:latin typeface="Arial"/>
                <a:cs typeface="Arial"/>
              </a:rPr>
              <a:t>u</a:t>
            </a:r>
            <a:r>
              <a:rPr sz="1800" i="1" spc="-5" dirty="0">
                <a:latin typeface="Arial"/>
                <a:cs typeface="Arial"/>
              </a:rPr>
              <a:t>sto</a:t>
            </a:r>
            <a:r>
              <a:rPr lang="en-US" sz="1800" i="1" spc="-5" dirty="0">
                <a:latin typeface="Arial"/>
                <a:cs typeface="Arial"/>
              </a:rPr>
              <a:t>m</a:t>
            </a:r>
            <a:r>
              <a:rPr sz="1800" i="1" spc="-10" dirty="0">
                <a:latin typeface="Arial"/>
                <a:cs typeface="Arial"/>
              </a:rPr>
              <a:t>er  </a:t>
            </a:r>
            <a:r>
              <a:rPr sz="1800" i="1" spc="-5" dirty="0">
                <a:latin typeface="Arial"/>
                <a:cs typeface="Arial"/>
              </a:rPr>
              <a:t>Focus</a:t>
            </a:r>
            <a:endParaRPr sz="1800" dirty="0">
              <a:latin typeface="Arial"/>
              <a:cs typeface="Arial"/>
            </a:endParaRPr>
          </a:p>
        </p:txBody>
      </p:sp>
      <p:sp>
        <p:nvSpPr>
          <p:cNvPr id="34" name="object 7"/>
          <p:cNvSpPr/>
          <p:nvPr/>
        </p:nvSpPr>
        <p:spPr>
          <a:xfrm>
            <a:off x="2046920" y="3244795"/>
            <a:ext cx="1421182" cy="668342"/>
          </a:xfrm>
          <a:custGeom>
            <a:avLst/>
            <a:gdLst/>
            <a:ahLst/>
            <a:cxnLst/>
            <a:rect l="l" t="t" r="r" b="b"/>
            <a:pathLst>
              <a:path w="1259204" h="896620">
                <a:moveTo>
                  <a:pt x="0" y="896112"/>
                </a:moveTo>
                <a:lnTo>
                  <a:pt x="1258824" y="896112"/>
                </a:lnTo>
                <a:lnTo>
                  <a:pt x="1258824" y="0"/>
                </a:lnTo>
                <a:lnTo>
                  <a:pt x="0" y="0"/>
                </a:lnTo>
                <a:lnTo>
                  <a:pt x="0" y="896112"/>
                </a:lnTo>
                <a:close/>
              </a:path>
            </a:pathLst>
          </a:custGeom>
          <a:solidFill>
            <a:srgbClr val="FF9966"/>
          </a:solidFill>
        </p:spPr>
        <p:txBody>
          <a:bodyPr wrap="square" lIns="0" tIns="0" rIns="0" bIns="0" rtlCol="0"/>
          <a:lstStyle/>
          <a:p>
            <a:endParaRPr/>
          </a:p>
        </p:txBody>
      </p:sp>
      <p:sp>
        <p:nvSpPr>
          <p:cNvPr id="35" name="object 8"/>
          <p:cNvSpPr txBox="1"/>
          <p:nvPr/>
        </p:nvSpPr>
        <p:spPr>
          <a:xfrm>
            <a:off x="2002469" y="3281966"/>
            <a:ext cx="1588503" cy="551433"/>
          </a:xfrm>
          <a:prstGeom prst="rect">
            <a:avLst/>
          </a:prstGeom>
        </p:spPr>
        <p:txBody>
          <a:bodyPr vert="horz" wrap="square" lIns="0" tIns="5080" rIns="0" bIns="0" rtlCol="0">
            <a:spAutoFit/>
          </a:bodyPr>
          <a:lstStyle/>
          <a:p>
            <a:pPr marL="91440" marR="144780">
              <a:lnSpc>
                <a:spcPts val="2160"/>
              </a:lnSpc>
              <a:spcBef>
                <a:spcPts val="40"/>
              </a:spcBef>
            </a:pPr>
            <a:r>
              <a:rPr sz="1800" i="1" spc="-5" dirty="0">
                <a:latin typeface="Arial"/>
                <a:cs typeface="Arial"/>
              </a:rPr>
              <a:t>Process  </a:t>
            </a:r>
            <a:r>
              <a:rPr sz="1800" i="1" dirty="0">
                <a:latin typeface="Arial"/>
                <a:cs typeface="Arial"/>
              </a:rPr>
              <a:t>I</a:t>
            </a:r>
            <a:r>
              <a:rPr sz="1800" i="1" spc="-10" dirty="0">
                <a:latin typeface="Arial"/>
                <a:cs typeface="Arial"/>
              </a:rPr>
              <a:t>m</a:t>
            </a:r>
            <a:r>
              <a:rPr sz="1800" i="1" spc="-5" dirty="0">
                <a:latin typeface="Arial"/>
                <a:cs typeface="Arial"/>
              </a:rPr>
              <a:t>pr</a:t>
            </a:r>
            <a:r>
              <a:rPr sz="1800" i="1" spc="-15" dirty="0">
                <a:latin typeface="Arial"/>
                <a:cs typeface="Arial"/>
              </a:rPr>
              <a:t>o</a:t>
            </a:r>
            <a:r>
              <a:rPr sz="1800" i="1" spc="-5" dirty="0">
                <a:latin typeface="Arial"/>
                <a:cs typeface="Arial"/>
              </a:rPr>
              <a:t>vem</a:t>
            </a:r>
            <a:r>
              <a:rPr sz="1800" i="1" spc="-10" dirty="0">
                <a:latin typeface="Arial"/>
                <a:cs typeface="Arial"/>
              </a:rPr>
              <a:t>ent</a:t>
            </a:r>
            <a:endParaRPr sz="1800" dirty="0">
              <a:latin typeface="Arial"/>
              <a:cs typeface="Arial"/>
            </a:endParaRPr>
          </a:p>
        </p:txBody>
      </p:sp>
      <p:sp>
        <p:nvSpPr>
          <p:cNvPr id="36" name="object 9"/>
          <p:cNvSpPr/>
          <p:nvPr/>
        </p:nvSpPr>
        <p:spPr>
          <a:xfrm>
            <a:off x="4073129" y="3221092"/>
            <a:ext cx="1407301" cy="647593"/>
          </a:xfrm>
          <a:custGeom>
            <a:avLst/>
            <a:gdLst/>
            <a:ahLst/>
            <a:cxnLst/>
            <a:rect l="l" t="t" r="r" b="b"/>
            <a:pathLst>
              <a:path w="1170939" h="896620">
                <a:moveTo>
                  <a:pt x="0" y="896112"/>
                </a:moveTo>
                <a:lnTo>
                  <a:pt x="1170432" y="896112"/>
                </a:lnTo>
                <a:lnTo>
                  <a:pt x="1170432" y="0"/>
                </a:lnTo>
                <a:lnTo>
                  <a:pt x="0" y="0"/>
                </a:lnTo>
                <a:lnTo>
                  <a:pt x="0" y="896112"/>
                </a:lnTo>
                <a:close/>
              </a:path>
            </a:pathLst>
          </a:custGeom>
          <a:solidFill>
            <a:srgbClr val="FF9966"/>
          </a:solidFill>
        </p:spPr>
        <p:txBody>
          <a:bodyPr wrap="square" lIns="0" tIns="0" rIns="0" bIns="0" rtlCol="0"/>
          <a:lstStyle/>
          <a:p>
            <a:endParaRPr/>
          </a:p>
        </p:txBody>
      </p:sp>
      <p:sp>
        <p:nvSpPr>
          <p:cNvPr id="37" name="object 10"/>
          <p:cNvSpPr txBox="1"/>
          <p:nvPr/>
        </p:nvSpPr>
        <p:spPr>
          <a:xfrm>
            <a:off x="4083888" y="3261153"/>
            <a:ext cx="1642337" cy="551433"/>
          </a:xfrm>
          <a:prstGeom prst="rect">
            <a:avLst/>
          </a:prstGeom>
        </p:spPr>
        <p:txBody>
          <a:bodyPr vert="horz" wrap="square" lIns="0" tIns="5080" rIns="0" bIns="0" rtlCol="0">
            <a:spAutoFit/>
          </a:bodyPr>
          <a:lstStyle/>
          <a:p>
            <a:pPr marL="91440" marR="158115">
              <a:lnSpc>
                <a:spcPts val="2160"/>
              </a:lnSpc>
              <a:spcBef>
                <a:spcPts val="40"/>
              </a:spcBef>
            </a:pPr>
            <a:r>
              <a:rPr sz="1800" i="1" spc="-40" dirty="0">
                <a:latin typeface="Arial"/>
                <a:cs typeface="Arial"/>
              </a:rPr>
              <a:t>Total  </a:t>
            </a:r>
            <a:r>
              <a:rPr sz="1800" i="1" spc="-5" dirty="0">
                <a:latin typeface="Arial"/>
                <a:cs typeface="Arial"/>
              </a:rPr>
              <a:t>Inv</a:t>
            </a:r>
            <a:r>
              <a:rPr sz="1800" i="1" spc="-15" dirty="0">
                <a:latin typeface="Arial"/>
                <a:cs typeface="Arial"/>
              </a:rPr>
              <a:t>o</a:t>
            </a:r>
            <a:r>
              <a:rPr sz="1800" i="1" spc="-5" dirty="0">
                <a:latin typeface="Arial"/>
                <a:cs typeface="Arial"/>
              </a:rPr>
              <a:t>lv</a:t>
            </a:r>
            <a:r>
              <a:rPr sz="1800" i="1" spc="-15" dirty="0">
                <a:latin typeface="Arial"/>
                <a:cs typeface="Arial"/>
              </a:rPr>
              <a:t>e</a:t>
            </a:r>
            <a:r>
              <a:rPr sz="1800" i="1" dirty="0">
                <a:latin typeface="Arial"/>
                <a:cs typeface="Arial"/>
              </a:rPr>
              <a:t>m</a:t>
            </a:r>
            <a:r>
              <a:rPr sz="1800" i="1" spc="-10" dirty="0">
                <a:latin typeface="Arial"/>
                <a:cs typeface="Arial"/>
              </a:rPr>
              <a:t>ent</a:t>
            </a:r>
            <a:endParaRPr sz="1800" dirty="0">
              <a:latin typeface="Arial"/>
              <a:cs typeface="Arial"/>
            </a:endParaRPr>
          </a:p>
        </p:txBody>
      </p:sp>
      <p:sp>
        <p:nvSpPr>
          <p:cNvPr id="38" name="object 11"/>
          <p:cNvSpPr/>
          <p:nvPr/>
        </p:nvSpPr>
        <p:spPr>
          <a:xfrm>
            <a:off x="2175516" y="4325886"/>
            <a:ext cx="4189730" cy="1755775"/>
          </a:xfrm>
          <a:custGeom>
            <a:avLst/>
            <a:gdLst/>
            <a:ahLst/>
            <a:cxnLst/>
            <a:rect l="l" t="t" r="r" b="b"/>
            <a:pathLst>
              <a:path w="4189729" h="1755775">
                <a:moveTo>
                  <a:pt x="4189476" y="0"/>
                </a:moveTo>
                <a:lnTo>
                  <a:pt x="0" y="0"/>
                </a:lnTo>
                <a:lnTo>
                  <a:pt x="0" y="1755648"/>
                </a:lnTo>
                <a:lnTo>
                  <a:pt x="4189476" y="1755648"/>
                </a:lnTo>
                <a:lnTo>
                  <a:pt x="4189476" y="0"/>
                </a:lnTo>
                <a:close/>
              </a:path>
            </a:pathLst>
          </a:custGeom>
          <a:solidFill>
            <a:srgbClr val="FFFF99"/>
          </a:solidFill>
        </p:spPr>
        <p:txBody>
          <a:bodyPr wrap="square" lIns="0" tIns="0" rIns="0" bIns="0" rtlCol="0"/>
          <a:lstStyle/>
          <a:p>
            <a:endParaRPr/>
          </a:p>
        </p:txBody>
      </p:sp>
      <p:sp>
        <p:nvSpPr>
          <p:cNvPr id="39" name="object 12"/>
          <p:cNvSpPr/>
          <p:nvPr/>
        </p:nvSpPr>
        <p:spPr>
          <a:xfrm>
            <a:off x="2175516" y="4325886"/>
            <a:ext cx="4189730" cy="1755775"/>
          </a:xfrm>
          <a:custGeom>
            <a:avLst/>
            <a:gdLst/>
            <a:ahLst/>
            <a:cxnLst/>
            <a:rect l="l" t="t" r="r" b="b"/>
            <a:pathLst>
              <a:path w="4189729" h="1755775">
                <a:moveTo>
                  <a:pt x="0" y="1755648"/>
                </a:moveTo>
                <a:lnTo>
                  <a:pt x="4189476" y="1755648"/>
                </a:lnTo>
                <a:lnTo>
                  <a:pt x="4189476" y="0"/>
                </a:lnTo>
                <a:lnTo>
                  <a:pt x="0" y="0"/>
                </a:lnTo>
                <a:lnTo>
                  <a:pt x="0" y="1755648"/>
                </a:lnTo>
                <a:close/>
              </a:path>
            </a:pathLst>
          </a:custGeom>
          <a:ln w="96012">
            <a:solidFill>
              <a:srgbClr val="EDEBE0"/>
            </a:solidFill>
          </a:ln>
        </p:spPr>
        <p:txBody>
          <a:bodyPr wrap="square" lIns="0" tIns="0" rIns="0" bIns="0" rtlCol="0"/>
          <a:lstStyle/>
          <a:p>
            <a:endParaRPr/>
          </a:p>
        </p:txBody>
      </p:sp>
      <p:sp>
        <p:nvSpPr>
          <p:cNvPr id="42" name="object 15"/>
          <p:cNvSpPr txBox="1"/>
          <p:nvPr/>
        </p:nvSpPr>
        <p:spPr>
          <a:xfrm>
            <a:off x="2267076" y="4362082"/>
            <a:ext cx="4098169" cy="1674817"/>
          </a:xfrm>
          <a:prstGeom prst="rect">
            <a:avLst/>
          </a:prstGeom>
        </p:spPr>
        <p:txBody>
          <a:bodyPr vert="horz" wrap="square" lIns="0" tIns="12700" rIns="0" bIns="0" rtlCol="0">
            <a:spAutoFit/>
          </a:bodyPr>
          <a:lstStyle/>
          <a:p>
            <a:pPr>
              <a:lnSpc>
                <a:spcPct val="100000"/>
              </a:lnSpc>
              <a:spcBef>
                <a:spcPts val="100"/>
              </a:spcBef>
            </a:pPr>
            <a:r>
              <a:rPr sz="1800" i="1" spc="-5" dirty="0">
                <a:solidFill>
                  <a:srgbClr val="003399"/>
                </a:solidFill>
                <a:latin typeface="Arial"/>
                <a:cs typeface="Arial"/>
              </a:rPr>
              <a:t>Leadership</a:t>
            </a:r>
            <a:endParaRPr sz="1800" dirty="0">
              <a:latin typeface="Arial"/>
              <a:cs typeface="Arial"/>
            </a:endParaRPr>
          </a:p>
          <a:p>
            <a:pPr marR="5080">
              <a:lnSpc>
                <a:spcPct val="100000"/>
              </a:lnSpc>
            </a:pPr>
            <a:r>
              <a:rPr sz="1800" i="1" spc="-5" dirty="0">
                <a:solidFill>
                  <a:srgbClr val="003399"/>
                </a:solidFill>
                <a:latin typeface="Arial"/>
                <a:cs typeface="Arial"/>
              </a:rPr>
              <a:t>Education </a:t>
            </a:r>
            <a:r>
              <a:rPr sz="1800" i="1" spc="-10" dirty="0">
                <a:solidFill>
                  <a:srgbClr val="003399"/>
                </a:solidFill>
                <a:latin typeface="Arial"/>
                <a:cs typeface="Arial"/>
              </a:rPr>
              <a:t>and </a:t>
            </a:r>
            <a:r>
              <a:rPr sz="1800" i="1" spc="-25" dirty="0">
                <a:solidFill>
                  <a:srgbClr val="003399"/>
                </a:solidFill>
                <a:latin typeface="Arial"/>
                <a:cs typeface="Arial"/>
              </a:rPr>
              <a:t>Training  </a:t>
            </a:r>
            <a:endParaRPr lang="en-US" sz="1800" i="1" spc="-25" dirty="0">
              <a:solidFill>
                <a:srgbClr val="003399"/>
              </a:solidFill>
              <a:latin typeface="Arial"/>
              <a:cs typeface="Arial"/>
            </a:endParaRPr>
          </a:p>
          <a:p>
            <a:pPr marR="5080">
              <a:lnSpc>
                <a:spcPct val="100000"/>
              </a:lnSpc>
            </a:pPr>
            <a:r>
              <a:rPr lang="en-US" sz="1800" i="1" spc="-25" dirty="0">
                <a:solidFill>
                  <a:srgbClr val="003399"/>
                </a:solidFill>
                <a:latin typeface="Arial"/>
                <a:cs typeface="Arial"/>
              </a:rPr>
              <a:t>Supportive </a:t>
            </a:r>
            <a:r>
              <a:rPr sz="1800" i="1" spc="-5" dirty="0">
                <a:solidFill>
                  <a:srgbClr val="003399"/>
                </a:solidFill>
                <a:latin typeface="Arial"/>
                <a:cs typeface="Arial"/>
              </a:rPr>
              <a:t>structure  </a:t>
            </a:r>
            <a:endParaRPr lang="en-US" sz="1800" i="1" spc="-5" dirty="0">
              <a:solidFill>
                <a:srgbClr val="003399"/>
              </a:solidFill>
              <a:latin typeface="Arial"/>
              <a:cs typeface="Arial"/>
            </a:endParaRPr>
          </a:p>
          <a:p>
            <a:pPr marR="5080">
              <a:lnSpc>
                <a:spcPct val="100000"/>
              </a:lnSpc>
            </a:pPr>
            <a:r>
              <a:rPr sz="1800" i="1" spc="-10" dirty="0">
                <a:solidFill>
                  <a:srgbClr val="003399"/>
                </a:solidFill>
                <a:latin typeface="Arial"/>
                <a:cs typeface="Arial"/>
              </a:rPr>
              <a:t>Communications  </a:t>
            </a:r>
            <a:endParaRPr lang="en-US" sz="1800" i="1" spc="-10" dirty="0">
              <a:solidFill>
                <a:srgbClr val="003399"/>
              </a:solidFill>
              <a:latin typeface="Arial"/>
              <a:cs typeface="Arial"/>
            </a:endParaRPr>
          </a:p>
          <a:p>
            <a:pPr marR="5080">
              <a:lnSpc>
                <a:spcPct val="100000"/>
              </a:lnSpc>
            </a:pPr>
            <a:r>
              <a:rPr lang="en-US" sz="1800" i="1" spc="-10" dirty="0">
                <a:solidFill>
                  <a:srgbClr val="003399"/>
                </a:solidFill>
                <a:latin typeface="Arial"/>
                <a:cs typeface="Arial"/>
              </a:rPr>
              <a:t>Rewards and </a:t>
            </a:r>
            <a:r>
              <a:rPr sz="1800" i="1" spc="-5" dirty="0">
                <a:solidFill>
                  <a:srgbClr val="003399"/>
                </a:solidFill>
                <a:latin typeface="Arial"/>
                <a:cs typeface="Arial"/>
              </a:rPr>
              <a:t>recognition  </a:t>
            </a:r>
            <a:endParaRPr lang="en-US" sz="1800" i="1" spc="-5" dirty="0">
              <a:solidFill>
                <a:srgbClr val="003399"/>
              </a:solidFill>
              <a:latin typeface="Arial"/>
              <a:cs typeface="Arial"/>
            </a:endParaRPr>
          </a:p>
          <a:p>
            <a:pPr marR="5080">
              <a:lnSpc>
                <a:spcPct val="100000"/>
              </a:lnSpc>
            </a:pPr>
            <a:r>
              <a:rPr sz="1800" i="1" spc="-5" dirty="0">
                <a:solidFill>
                  <a:srgbClr val="003399"/>
                </a:solidFill>
                <a:latin typeface="Arial"/>
                <a:cs typeface="Arial"/>
              </a:rPr>
              <a:t>Measurement</a:t>
            </a:r>
            <a:endParaRPr sz="1800" dirty="0">
              <a:latin typeface="Arial"/>
              <a:cs typeface="Arial"/>
            </a:endParaRPr>
          </a:p>
        </p:txBody>
      </p:sp>
      <p:sp>
        <p:nvSpPr>
          <p:cNvPr id="43" name="object 16"/>
          <p:cNvSpPr/>
          <p:nvPr/>
        </p:nvSpPr>
        <p:spPr>
          <a:xfrm>
            <a:off x="1675888" y="1573594"/>
            <a:ext cx="1588502" cy="1465946"/>
          </a:xfrm>
          <a:custGeom>
            <a:avLst/>
            <a:gdLst/>
            <a:ahLst/>
            <a:cxnLst/>
            <a:rect l="l" t="t" r="r" b="b"/>
            <a:pathLst>
              <a:path w="1506220" h="1371600">
                <a:moveTo>
                  <a:pt x="0" y="1371600"/>
                </a:moveTo>
                <a:lnTo>
                  <a:pt x="1505711" y="0"/>
                </a:lnTo>
              </a:path>
            </a:pathLst>
          </a:custGeom>
          <a:ln w="96012">
            <a:solidFill>
              <a:srgbClr val="EDEBE0"/>
            </a:solidFill>
          </a:ln>
        </p:spPr>
        <p:txBody>
          <a:bodyPr wrap="square" lIns="0" tIns="0" rIns="0" bIns="0" rtlCol="0"/>
          <a:lstStyle/>
          <a:p>
            <a:endParaRPr/>
          </a:p>
        </p:txBody>
      </p:sp>
      <p:sp>
        <p:nvSpPr>
          <p:cNvPr id="46" name="object 19"/>
          <p:cNvSpPr/>
          <p:nvPr/>
        </p:nvSpPr>
        <p:spPr>
          <a:xfrm>
            <a:off x="2918174" y="2175251"/>
            <a:ext cx="868680" cy="1043612"/>
          </a:xfrm>
          <a:custGeom>
            <a:avLst/>
            <a:gdLst/>
            <a:ahLst/>
            <a:cxnLst/>
            <a:rect l="l" t="t" r="r" b="b"/>
            <a:pathLst>
              <a:path w="868679" h="1066800">
                <a:moveTo>
                  <a:pt x="0" y="1066800"/>
                </a:moveTo>
                <a:lnTo>
                  <a:pt x="868680" y="0"/>
                </a:lnTo>
              </a:path>
            </a:pathLst>
          </a:custGeom>
          <a:ln w="96012">
            <a:solidFill>
              <a:srgbClr val="EDEBE0"/>
            </a:solidFill>
          </a:ln>
        </p:spPr>
        <p:txBody>
          <a:bodyPr wrap="square" lIns="0" tIns="0" rIns="0" bIns="0" rtlCol="0"/>
          <a:lstStyle/>
          <a:p>
            <a:endParaRPr/>
          </a:p>
        </p:txBody>
      </p:sp>
      <p:sp>
        <p:nvSpPr>
          <p:cNvPr id="47" name="object 20"/>
          <p:cNvSpPr/>
          <p:nvPr/>
        </p:nvSpPr>
        <p:spPr>
          <a:xfrm>
            <a:off x="4589090" y="2248363"/>
            <a:ext cx="357640" cy="992759"/>
          </a:xfrm>
          <a:custGeom>
            <a:avLst/>
            <a:gdLst/>
            <a:ahLst/>
            <a:cxnLst/>
            <a:rect l="l" t="t" r="r" b="b"/>
            <a:pathLst>
              <a:path w="579120" h="1628139">
                <a:moveTo>
                  <a:pt x="579119" y="1627632"/>
                </a:moveTo>
                <a:lnTo>
                  <a:pt x="0" y="0"/>
                </a:lnTo>
              </a:path>
            </a:pathLst>
          </a:custGeom>
          <a:ln w="96012">
            <a:solidFill>
              <a:srgbClr val="EDEBE0"/>
            </a:solidFill>
          </a:ln>
        </p:spPr>
        <p:txBody>
          <a:bodyPr wrap="square" lIns="0" tIns="0" rIns="0" bIns="0" rtlCol="0"/>
          <a:lstStyle/>
          <a:p>
            <a:endParaRPr/>
          </a:p>
        </p:txBody>
      </p:sp>
      <p:sp>
        <p:nvSpPr>
          <p:cNvPr id="49" name="object 22"/>
          <p:cNvSpPr txBox="1"/>
          <p:nvPr/>
        </p:nvSpPr>
        <p:spPr>
          <a:xfrm>
            <a:off x="3776222" y="1337311"/>
            <a:ext cx="1354456" cy="566822"/>
          </a:xfrm>
          <a:prstGeom prst="rect">
            <a:avLst/>
          </a:prstGeom>
        </p:spPr>
        <p:txBody>
          <a:bodyPr vert="horz" wrap="square" lIns="0" tIns="12700" rIns="0" bIns="0" rtlCol="0">
            <a:spAutoFit/>
          </a:bodyPr>
          <a:lstStyle/>
          <a:p>
            <a:pPr marL="12700" marR="5080">
              <a:lnSpc>
                <a:spcPct val="100000"/>
              </a:lnSpc>
              <a:spcBef>
                <a:spcPts val="100"/>
              </a:spcBef>
            </a:pPr>
            <a:r>
              <a:rPr sz="1800" i="1" spc="-5" dirty="0">
                <a:latin typeface="Arial"/>
                <a:cs typeface="Arial"/>
              </a:rPr>
              <a:t>Continuous  </a:t>
            </a:r>
            <a:r>
              <a:rPr sz="1800" i="1" dirty="0">
                <a:latin typeface="Arial"/>
                <a:cs typeface="Arial"/>
              </a:rPr>
              <a:t>I</a:t>
            </a:r>
            <a:r>
              <a:rPr sz="1800" i="1" spc="-10" dirty="0">
                <a:latin typeface="Arial"/>
                <a:cs typeface="Arial"/>
              </a:rPr>
              <a:t>m</a:t>
            </a:r>
            <a:r>
              <a:rPr sz="1800" i="1" spc="-5" dirty="0">
                <a:latin typeface="Arial"/>
                <a:cs typeface="Arial"/>
              </a:rPr>
              <a:t>pr</a:t>
            </a:r>
            <a:r>
              <a:rPr sz="1800" i="1" spc="-15" dirty="0">
                <a:latin typeface="Arial"/>
                <a:cs typeface="Arial"/>
              </a:rPr>
              <a:t>o</a:t>
            </a:r>
            <a:r>
              <a:rPr sz="1800" i="1" spc="-5" dirty="0">
                <a:latin typeface="Arial"/>
                <a:cs typeface="Arial"/>
              </a:rPr>
              <a:t>ve</a:t>
            </a:r>
            <a:r>
              <a:rPr sz="1800" i="1" spc="-25" dirty="0">
                <a:latin typeface="Arial"/>
                <a:cs typeface="Arial"/>
              </a:rPr>
              <a:t>m</a:t>
            </a:r>
            <a:r>
              <a:rPr sz="1800" i="1" spc="-5" dirty="0">
                <a:latin typeface="Arial"/>
                <a:cs typeface="Arial"/>
              </a:rPr>
              <a:t>e</a:t>
            </a:r>
            <a:r>
              <a:rPr sz="1800" i="1" spc="-15" dirty="0">
                <a:latin typeface="Arial"/>
                <a:cs typeface="Arial"/>
              </a:rPr>
              <a:t>n</a:t>
            </a:r>
            <a:r>
              <a:rPr sz="1800" i="1" dirty="0">
                <a:latin typeface="Arial"/>
                <a:cs typeface="Arial"/>
              </a:rPr>
              <a:t>t</a:t>
            </a:r>
            <a:endParaRPr sz="1800" dirty="0">
              <a:latin typeface="Arial"/>
              <a:cs typeface="Arial"/>
            </a:endParaRPr>
          </a:p>
        </p:txBody>
      </p:sp>
      <p:sp>
        <p:nvSpPr>
          <p:cNvPr id="2" name="Date Placeholder 1"/>
          <p:cNvSpPr>
            <a:spLocks noGrp="1"/>
          </p:cNvSpPr>
          <p:nvPr>
            <p:ph type="dt" sz="half" idx="10"/>
          </p:nvPr>
        </p:nvSpPr>
        <p:spPr/>
        <p:txBody>
          <a:bodyPr/>
          <a:lstStyle/>
          <a:p>
            <a:fld id="{AF690426-27D6-4AB2-8823-A4169FC1CF66}" type="datetime1">
              <a:rPr lang="en-US" smtClean="0"/>
              <a:t>5/1/2026</a:t>
            </a:fld>
            <a:endParaRPr lang="en-US"/>
          </a:p>
        </p:txBody>
      </p:sp>
      <p:pic>
        <p:nvPicPr>
          <p:cNvPr id="25" name="Picture 24"/>
          <p:cNvPicPr>
            <a:picLocks noChangeAspect="1"/>
          </p:cNvPicPr>
          <p:nvPr/>
        </p:nvPicPr>
        <p:blipFill>
          <a:blip r:embed="rId2"/>
          <a:stretch>
            <a:fillRect/>
          </a:stretch>
        </p:blipFill>
        <p:spPr>
          <a:xfrm>
            <a:off x="0" y="-5047"/>
            <a:ext cx="1752600" cy="1024530"/>
          </a:xfrm>
          <a:prstGeom prst="rect">
            <a:avLst/>
          </a:prstGeom>
        </p:spPr>
      </p:pic>
      <p:sp>
        <p:nvSpPr>
          <p:cNvPr id="26" name="Title 1">
            <a:extLst>
              <a:ext uri="{FF2B5EF4-FFF2-40B4-BE49-F238E27FC236}">
                <a16:creationId xmlns:a16="http://schemas.microsoft.com/office/drawing/2014/main" id="{1C7BBAA3-263A-8FE5-5AA3-E40EF73A5AE9}"/>
              </a:ext>
            </a:extLst>
          </p:cNvPr>
          <p:cNvSpPr txBox="1">
            <a:spLocks/>
          </p:cNvSpPr>
          <p:nvPr/>
        </p:nvSpPr>
        <p:spPr>
          <a:xfrm>
            <a:off x="1780309" y="7275"/>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TQM System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078EC824-4B73-47DE-89E8-D7615471D15F}" type="datetime1">
              <a:rPr lang="en-US" smtClean="0"/>
              <a:t>5/1/2026</a:t>
            </a:fld>
            <a:endParaRPr lang="en-US"/>
          </a:p>
        </p:txBody>
      </p:sp>
      <p:pic>
        <p:nvPicPr>
          <p:cNvPr id="3" name="Picture 2"/>
          <p:cNvPicPr>
            <a:picLocks noChangeAspect="1"/>
          </p:cNvPicPr>
          <p:nvPr/>
        </p:nvPicPr>
        <p:blipFill>
          <a:blip r:embed="rId2"/>
          <a:stretch>
            <a:fillRect/>
          </a:stretch>
        </p:blipFill>
        <p:spPr>
          <a:xfrm>
            <a:off x="456843" y="1026968"/>
            <a:ext cx="8230313" cy="4804064"/>
          </a:xfrm>
          <a:prstGeom prst="rect">
            <a:avLst/>
          </a:prstGeom>
        </p:spPr>
      </p:pic>
      <p:pic>
        <p:nvPicPr>
          <p:cNvPr id="10" name="Picture 9"/>
          <p:cNvPicPr>
            <a:picLocks noChangeAspect="1"/>
          </p:cNvPicPr>
          <p:nvPr/>
        </p:nvPicPr>
        <p:blipFill>
          <a:blip r:embed="rId3"/>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1312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A model for organization management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0E41D12A-678E-4105-B1BF-33248ADA4824}" type="datetime1">
              <a:rPr lang="en-US" smtClean="0"/>
              <a:t>5/1/2026</a:t>
            </a:fld>
            <a:endParaRPr lang="en-US"/>
          </a:p>
        </p:txBody>
      </p:sp>
      <p:pic>
        <p:nvPicPr>
          <p:cNvPr id="3" name="Picture 2"/>
          <p:cNvPicPr>
            <a:picLocks noChangeAspect="1"/>
          </p:cNvPicPr>
          <p:nvPr/>
        </p:nvPicPr>
        <p:blipFill>
          <a:blip r:embed="rId2"/>
          <a:stretch>
            <a:fillRect/>
          </a:stretch>
        </p:blipFill>
        <p:spPr>
          <a:xfrm>
            <a:off x="456843" y="1030016"/>
            <a:ext cx="8230313" cy="4797968"/>
          </a:xfrm>
          <a:prstGeom prst="rect">
            <a:avLst/>
          </a:prstGeom>
        </p:spPr>
      </p:pic>
      <p:pic>
        <p:nvPicPr>
          <p:cNvPr id="10" name="Picture 9"/>
          <p:cNvPicPr>
            <a:picLocks noChangeAspect="1"/>
          </p:cNvPicPr>
          <p:nvPr/>
        </p:nvPicPr>
        <p:blipFill>
          <a:blip r:embed="rId3"/>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5782"/>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Models of TQM (CO2)</a:t>
            </a: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a:spcBef>
                <a:spcPts val="67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Improved</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quality</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Employee</a:t>
            </a:r>
            <a:r>
              <a:rPr lang="en-US" sz="2200" spc="-5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participation</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Team</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work</a:t>
            </a:r>
            <a:endParaRPr lang="en-US" sz="2200" dirty="0">
              <a:latin typeface="Times New Roman" panose="02020603050405020304" pitchFamily="18" charset="0"/>
              <a:cs typeface="Times New Roman" panose="02020603050405020304" pitchFamily="18" charset="0"/>
            </a:endParaRPr>
          </a:p>
          <a:p>
            <a:pPr marL="355600">
              <a:spcBef>
                <a:spcPts val="580"/>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Working</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relationships</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Customer</a:t>
            </a:r>
            <a:r>
              <a:rPr lang="en-US" sz="2200" spc="-8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satisfaction</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dirty="0">
                <a:latin typeface="Times New Roman" panose="02020603050405020304" pitchFamily="18" charset="0"/>
                <a:cs typeface="Times New Roman" panose="02020603050405020304" pitchFamily="18" charset="0"/>
              </a:rPr>
              <a:t>Employee</a:t>
            </a:r>
            <a:r>
              <a:rPr lang="en-US" sz="2200" spc="-8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satisfaction</a:t>
            </a:r>
            <a:endParaRPr lang="en-US" sz="2200" dirty="0">
              <a:latin typeface="Times New Roman" panose="02020603050405020304" pitchFamily="18" charset="0"/>
              <a:cs typeface="Times New Roman" panose="02020603050405020304" pitchFamily="18" charset="0"/>
            </a:endParaRPr>
          </a:p>
          <a:p>
            <a:pPr marL="355600">
              <a:spcBef>
                <a:spcPts val="580"/>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Productivity</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Communication</a:t>
            </a:r>
            <a:endParaRPr lang="en-US" sz="2200" dirty="0">
              <a:latin typeface="Times New Roman" panose="02020603050405020304" pitchFamily="18" charset="0"/>
              <a:cs typeface="Times New Roman" panose="02020603050405020304" pitchFamily="18" charset="0"/>
            </a:endParaRPr>
          </a:p>
          <a:p>
            <a:pPr marL="355600">
              <a:spcBef>
                <a:spcPts val="580"/>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Profitability</a:t>
            </a:r>
            <a:endParaRPr lang="en-US" sz="2200" dirty="0">
              <a:latin typeface="Times New Roman" panose="02020603050405020304" pitchFamily="18" charset="0"/>
              <a:cs typeface="Times New Roman" panose="02020603050405020304" pitchFamily="18" charset="0"/>
            </a:endParaRPr>
          </a:p>
          <a:p>
            <a:pPr marL="355600">
              <a:spcBef>
                <a:spcPts val="575"/>
              </a:spcBef>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Market share</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32</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638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B67DCDDE-E3AD-4BE0-8366-EC96AD66C25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Benefits Of TQM (CO2)</a:t>
            </a:r>
          </a:p>
        </p:txBody>
      </p:sp>
    </p:spTree>
    <p:extLst>
      <p:ext uri="{BB962C8B-B14F-4D97-AF65-F5344CB8AC3E}">
        <p14:creationId xmlns:p14="http://schemas.microsoft.com/office/powerpoint/2010/main" val="39193118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6985" algn="just">
              <a:spcBef>
                <a:spcPts val="10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Financial benefits include lower costs, higher </a:t>
            </a:r>
            <a:r>
              <a:rPr lang="en-US" sz="2200" dirty="0">
                <a:latin typeface="Times New Roman" panose="02020603050405020304" pitchFamily="18" charset="0"/>
                <a:cs typeface="Times New Roman" panose="02020603050405020304" pitchFamily="18" charset="0"/>
              </a:rPr>
              <a:t>returns </a:t>
            </a:r>
            <a:r>
              <a:rPr lang="en-US" sz="2200" spc="-5" dirty="0">
                <a:latin typeface="Times New Roman" panose="02020603050405020304" pitchFamily="18" charset="0"/>
                <a:cs typeface="Times New Roman" panose="02020603050405020304" pitchFamily="18" charset="0"/>
              </a:rPr>
              <a:t>on sales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investment,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the ability to charge higher </a:t>
            </a:r>
            <a:r>
              <a:rPr lang="en-US" sz="2200" dirty="0">
                <a:latin typeface="Times New Roman" panose="02020603050405020304" pitchFamily="18" charset="0"/>
                <a:cs typeface="Times New Roman" panose="02020603050405020304" pitchFamily="18" charset="0"/>
              </a:rPr>
              <a:t>rather </a:t>
            </a:r>
            <a:r>
              <a:rPr lang="en-US" sz="2200" spc="-5" dirty="0">
                <a:latin typeface="Times New Roman" panose="02020603050405020304" pitchFamily="18" charset="0"/>
                <a:cs typeface="Times New Roman" panose="02020603050405020304" pitchFamily="18" charset="0"/>
              </a:rPr>
              <a:t>than  competitive</a:t>
            </a:r>
            <a:r>
              <a:rPr lang="en-US" sz="2200" spc="-2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prices.</a:t>
            </a:r>
            <a:endParaRPr lang="en-US" sz="2200" dirty="0">
              <a:latin typeface="Times New Roman" panose="02020603050405020304" pitchFamily="18" charset="0"/>
              <a:cs typeface="Times New Roman" panose="02020603050405020304" pitchFamily="18" charset="0"/>
            </a:endParaRPr>
          </a:p>
          <a:p>
            <a:pPr marL="354965" marR="5080" algn="just">
              <a:spcBef>
                <a:spcPts val="58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Improved access to global </a:t>
            </a:r>
            <a:r>
              <a:rPr lang="en-US" sz="2200" dirty="0">
                <a:latin typeface="Times New Roman" panose="02020603050405020304" pitchFamily="18" charset="0"/>
                <a:cs typeface="Times New Roman" panose="02020603050405020304" pitchFamily="18" charset="0"/>
              </a:rPr>
              <a:t>markets, </a:t>
            </a:r>
            <a:r>
              <a:rPr lang="en-US" sz="2200" spc="-5" dirty="0">
                <a:latin typeface="Times New Roman" panose="02020603050405020304" pitchFamily="18" charset="0"/>
                <a:cs typeface="Times New Roman" panose="02020603050405020304" pitchFamily="18" charset="0"/>
              </a:rPr>
              <a:t>higher customer retention  levels,</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less</a:t>
            </a:r>
            <a:endParaRPr lang="en-US" sz="2200" dirty="0">
              <a:latin typeface="Times New Roman" panose="02020603050405020304" pitchFamily="18" charset="0"/>
              <a:cs typeface="Times New Roman" panose="02020603050405020304" pitchFamily="18" charset="0"/>
            </a:endParaRPr>
          </a:p>
          <a:p>
            <a:pPr marL="354965" marR="5080" algn="just">
              <a:spcBef>
                <a:spcPts val="575"/>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Time </a:t>
            </a:r>
            <a:r>
              <a:rPr lang="en-US" sz="2200" spc="-5" dirty="0">
                <a:latin typeface="Times New Roman" panose="02020603050405020304" pitchFamily="18" charset="0"/>
                <a:cs typeface="Times New Roman" panose="02020603050405020304" pitchFamily="18" charset="0"/>
              </a:rPr>
              <a:t>required to develop </a:t>
            </a:r>
            <a:r>
              <a:rPr lang="en-US" sz="2200" dirty="0">
                <a:latin typeface="Times New Roman" panose="02020603050405020304" pitchFamily="18" charset="0"/>
                <a:cs typeface="Times New Roman" panose="02020603050405020304" pitchFamily="18" charset="0"/>
              </a:rPr>
              <a:t>new </a:t>
            </a:r>
            <a:r>
              <a:rPr lang="en-US" sz="2200" spc="-5" dirty="0">
                <a:latin typeface="Times New Roman" panose="02020603050405020304" pitchFamily="18" charset="0"/>
                <a:cs typeface="Times New Roman" panose="02020603050405020304" pitchFamily="18" charset="0"/>
              </a:rPr>
              <a:t>innovations, </a:t>
            </a:r>
            <a:r>
              <a:rPr lang="en-US" sz="2200" dirty="0">
                <a:latin typeface="Times New Roman" panose="02020603050405020304" pitchFamily="18" charset="0"/>
                <a:cs typeface="Times New Roman" panose="02020603050405020304" pitchFamily="18" charset="0"/>
              </a:rPr>
              <a:t>and a reputation as a  quality</a:t>
            </a:r>
            <a:r>
              <a:rPr lang="en-US" sz="2200" spc="-3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firm.</a:t>
            </a:r>
            <a:endParaRPr lang="en-US" sz="2200" dirty="0">
              <a:latin typeface="Times New Roman" panose="02020603050405020304" pitchFamily="18" charset="0"/>
              <a:cs typeface="Times New Roman" panose="02020603050405020304" pitchFamily="18" charset="0"/>
            </a:endParaRPr>
          </a:p>
          <a:p>
            <a:pPr marL="354965" marR="7620" algn="just">
              <a:spcBef>
                <a:spcPts val="575"/>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Total </a:t>
            </a:r>
            <a:r>
              <a:rPr lang="en-US" sz="2200" spc="-5" dirty="0">
                <a:latin typeface="Times New Roman" panose="02020603050405020304" pitchFamily="18" charset="0"/>
                <a:cs typeface="Times New Roman" panose="02020603050405020304" pitchFamily="18" charset="0"/>
              </a:rPr>
              <a:t>quality </a:t>
            </a:r>
            <a:r>
              <a:rPr lang="en-US" sz="2200" dirty="0">
                <a:latin typeface="Times New Roman" panose="02020603050405020304" pitchFamily="18" charset="0"/>
                <a:cs typeface="Times New Roman" panose="02020603050405020304" pitchFamily="18" charset="0"/>
              </a:rPr>
              <a:t>management </a:t>
            </a:r>
            <a:r>
              <a:rPr lang="en-US" sz="2200" spc="-5" dirty="0">
                <a:latin typeface="Times New Roman" panose="02020603050405020304" pitchFamily="18" charset="0"/>
                <a:cs typeface="Times New Roman" panose="02020603050405020304" pitchFamily="18" charset="0"/>
              </a:rPr>
              <a:t>(TQM) </a:t>
            </a:r>
            <a:r>
              <a:rPr lang="en-US" sz="2200" dirty="0">
                <a:latin typeface="Times New Roman" panose="02020603050405020304" pitchFamily="18" charset="0"/>
                <a:cs typeface="Times New Roman" panose="02020603050405020304" pitchFamily="18" charset="0"/>
              </a:rPr>
              <a:t>is </a:t>
            </a:r>
            <a:r>
              <a:rPr lang="en-US" sz="2200" spc="-5" dirty="0">
                <a:latin typeface="Times New Roman" panose="02020603050405020304" pitchFamily="18" charset="0"/>
                <a:cs typeface="Times New Roman" panose="02020603050405020304" pitchFamily="18" charset="0"/>
              </a:rPr>
              <a:t>one such approach that seeks  to </a:t>
            </a:r>
            <a:r>
              <a:rPr lang="en-US" sz="2200" dirty="0">
                <a:latin typeface="Times New Roman" panose="02020603050405020304" pitchFamily="18" charset="0"/>
                <a:cs typeface="Times New Roman" panose="02020603050405020304" pitchFamily="18" charset="0"/>
              </a:rPr>
              <a:t>improve quality</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p>
          <a:p>
            <a:pPr marL="355600" algn="just">
              <a:spcBef>
                <a:spcPts val="575"/>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Performance </a:t>
            </a:r>
            <a:r>
              <a:rPr lang="en-US" sz="2200" spc="-5" dirty="0">
                <a:latin typeface="Times New Roman" panose="02020603050405020304" pitchFamily="18" charset="0"/>
                <a:cs typeface="Times New Roman" panose="02020603050405020304" pitchFamily="18" charset="0"/>
              </a:rPr>
              <a:t>which will </a:t>
            </a:r>
            <a:r>
              <a:rPr lang="en-US" sz="2200" dirty="0">
                <a:latin typeface="Times New Roman" panose="02020603050405020304" pitchFamily="18" charset="0"/>
                <a:cs typeface="Times New Roman" panose="02020603050405020304" pitchFamily="18" charset="0"/>
              </a:rPr>
              <a:t>meet or </a:t>
            </a:r>
            <a:r>
              <a:rPr lang="en-US" sz="2200" spc="-5" dirty="0">
                <a:latin typeface="Times New Roman" panose="02020603050405020304" pitchFamily="18" charset="0"/>
                <a:cs typeface="Times New Roman" panose="02020603050405020304" pitchFamily="18" charset="0"/>
              </a:rPr>
              <a:t>exceed customer</a:t>
            </a:r>
            <a:r>
              <a:rPr lang="en-US" sz="2200" spc="-2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expectations.</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33</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676400" y="6248415"/>
            <a:ext cx="5638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7F00466B-D381-44C3-82D3-6D5AF7B55B0A}"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61836"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Benefits of  Total Quality Management (CO2)</a:t>
            </a:r>
          </a:p>
        </p:txBody>
      </p:sp>
    </p:spTree>
    <p:extLst>
      <p:ext uri="{BB962C8B-B14F-4D97-AF65-F5344CB8AC3E}">
        <p14:creationId xmlns:p14="http://schemas.microsoft.com/office/powerpoint/2010/main" val="39193118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marR="5715" algn="just">
              <a:spcBef>
                <a:spcPts val="100"/>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Improves </a:t>
            </a:r>
            <a:r>
              <a:rPr lang="en-US" sz="2200" spc="-5" dirty="0">
                <a:latin typeface="Times New Roman" panose="02020603050405020304" pitchFamily="18" charset="0"/>
                <a:cs typeface="Times New Roman" panose="02020603050405020304" pitchFamily="18" charset="0"/>
              </a:rPr>
              <a:t>reputation- faults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problems </a:t>
            </a:r>
            <a:r>
              <a:rPr lang="en-US" sz="2200" dirty="0">
                <a:latin typeface="Times New Roman" panose="02020603050405020304" pitchFamily="18" charset="0"/>
                <a:cs typeface="Times New Roman" panose="02020603050405020304" pitchFamily="18" charset="0"/>
              </a:rPr>
              <a:t>are </a:t>
            </a:r>
            <a:r>
              <a:rPr lang="en-US" sz="2200" spc="-5" dirty="0">
                <a:latin typeface="Times New Roman" panose="02020603050405020304" pitchFamily="18" charset="0"/>
                <a:cs typeface="Times New Roman" panose="02020603050405020304" pitchFamily="18" charset="0"/>
              </a:rPr>
              <a:t>spotted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sorted</a:t>
            </a:r>
            <a:r>
              <a:rPr lang="en-US" sz="2200" spc="-1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quicker.</a:t>
            </a:r>
          </a:p>
          <a:p>
            <a:pPr>
              <a:buFont typeface="Arial"/>
              <a:buChar char="•"/>
            </a:pPr>
            <a:endParaRPr lang="en-US" sz="2200" dirty="0">
              <a:latin typeface="Times New Roman" panose="02020603050405020304" pitchFamily="18" charset="0"/>
              <a:cs typeface="Times New Roman" panose="02020603050405020304" pitchFamily="18" charset="0"/>
            </a:endParaRPr>
          </a:p>
          <a:p>
            <a:pPr marL="355600" marR="5080" algn="just">
              <a:buFont typeface="Arial"/>
              <a:buChar char="•"/>
              <a:tabLst>
                <a:tab pos="355600" algn="l"/>
              </a:tabLst>
            </a:pPr>
            <a:r>
              <a:rPr lang="en-US" sz="2200" dirty="0">
                <a:latin typeface="Times New Roman" panose="02020603050405020304" pitchFamily="18" charset="0"/>
                <a:cs typeface="Times New Roman" panose="02020603050405020304" pitchFamily="18" charset="0"/>
              </a:rPr>
              <a:t>Higher </a:t>
            </a:r>
            <a:r>
              <a:rPr lang="en-US" sz="2200" spc="-5" dirty="0">
                <a:latin typeface="Times New Roman" panose="02020603050405020304" pitchFamily="18" charset="0"/>
                <a:cs typeface="Times New Roman" panose="02020603050405020304" pitchFamily="18" charset="0"/>
              </a:rPr>
              <a:t>employee </a:t>
            </a:r>
            <a:r>
              <a:rPr lang="en-US" sz="2200" dirty="0">
                <a:latin typeface="Times New Roman" panose="02020603050405020304" pitchFamily="18" charset="0"/>
                <a:cs typeface="Times New Roman" panose="02020603050405020304" pitchFamily="18" charset="0"/>
              </a:rPr>
              <a:t>morale- </a:t>
            </a:r>
            <a:r>
              <a:rPr lang="en-US" sz="2200" spc="-5" dirty="0">
                <a:latin typeface="Times New Roman" panose="02020603050405020304" pitchFamily="18" charset="0"/>
                <a:cs typeface="Times New Roman" panose="02020603050405020304" pitchFamily="18" charset="0"/>
              </a:rPr>
              <a:t>workers </a:t>
            </a:r>
            <a:r>
              <a:rPr lang="en-US" sz="2200" dirty="0">
                <a:latin typeface="Times New Roman" panose="02020603050405020304" pitchFamily="18" charset="0"/>
                <a:cs typeface="Times New Roman" panose="02020603050405020304" pitchFamily="18" charset="0"/>
              </a:rPr>
              <a:t>motivated </a:t>
            </a:r>
            <a:r>
              <a:rPr lang="en-US" sz="2200" spc="-5" dirty="0">
                <a:latin typeface="Times New Roman" panose="02020603050405020304" pitchFamily="18" charset="0"/>
                <a:cs typeface="Times New Roman" panose="02020603050405020304" pitchFamily="18" charset="0"/>
              </a:rPr>
              <a:t>by extra  responsibility</a:t>
            </a:r>
            <a:r>
              <a:rPr lang="en-US" sz="2200" dirty="0">
                <a:latin typeface="Times New Roman" panose="02020603050405020304" pitchFamily="18" charset="0"/>
                <a:cs typeface="Times New Roman" panose="02020603050405020304" pitchFamily="18" charset="0"/>
              </a:rPr>
              <a:t>, team </a:t>
            </a:r>
            <a:r>
              <a:rPr lang="en-US" sz="2200" spc="-5" dirty="0">
                <a:latin typeface="Times New Roman" panose="02020603050405020304" pitchFamily="18" charset="0"/>
                <a:cs typeface="Times New Roman" panose="02020603050405020304" pitchFamily="18" charset="0"/>
              </a:rPr>
              <a:t>work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involvement indecisions </a:t>
            </a:r>
            <a:r>
              <a:rPr lang="en-US" sz="2200" dirty="0">
                <a:latin typeface="Times New Roman" panose="02020603050405020304" pitchFamily="18" charset="0"/>
                <a:cs typeface="Times New Roman" panose="02020603050405020304" pitchFamily="18" charset="0"/>
              </a:rPr>
              <a:t>of  </a:t>
            </a:r>
            <a:r>
              <a:rPr lang="en-US" sz="2200" spc="-5" dirty="0">
                <a:latin typeface="Times New Roman" panose="02020603050405020304" pitchFamily="18" charset="0"/>
                <a:cs typeface="Times New Roman" panose="02020603050405020304" pitchFamily="18" charset="0"/>
              </a:rPr>
              <a:t>TQM.</a:t>
            </a:r>
            <a:endParaRPr lang="en-US" sz="2200" dirty="0">
              <a:latin typeface="Times New Roman" panose="02020603050405020304" pitchFamily="18" charset="0"/>
              <a:cs typeface="Times New Roman" panose="02020603050405020304" pitchFamily="18" charset="0"/>
            </a:endParaRPr>
          </a:p>
          <a:p>
            <a:pPr>
              <a:buFont typeface="Arial"/>
              <a:buChar char="•"/>
            </a:pPr>
            <a:endParaRPr lang="en-US" sz="2200" dirty="0">
              <a:latin typeface="Times New Roman" panose="02020603050405020304" pitchFamily="18" charset="0"/>
              <a:cs typeface="Times New Roman" panose="02020603050405020304" pitchFamily="18" charset="0"/>
            </a:endParaRPr>
          </a:p>
          <a:p>
            <a:pPr marL="355600">
              <a:buFont typeface="Arial"/>
              <a:buChar char="•"/>
              <a:tabLst>
                <a:tab pos="354965" algn="l"/>
                <a:tab pos="355600" algn="l"/>
              </a:tabLst>
            </a:pPr>
            <a:r>
              <a:rPr lang="en-US" sz="2200" spc="-5" dirty="0">
                <a:latin typeface="Times New Roman" panose="02020603050405020304" pitchFamily="18" charset="0"/>
                <a:cs typeface="Times New Roman" panose="02020603050405020304" pitchFamily="18" charset="0"/>
              </a:rPr>
              <a:t>Lower</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cost.</a:t>
            </a:r>
            <a:endParaRPr lang="en-US" sz="2200" dirty="0">
              <a:latin typeface="Times New Roman" panose="02020603050405020304" pitchFamily="18" charset="0"/>
              <a:cs typeface="Times New Roman" panose="02020603050405020304" pitchFamily="18" charset="0"/>
            </a:endParaRPr>
          </a:p>
          <a:p>
            <a:pPr>
              <a:buFont typeface="Arial"/>
              <a:buChar char="•"/>
            </a:pPr>
            <a:endParaRPr lang="en-US" sz="2200" dirty="0">
              <a:latin typeface="Times New Roman" panose="02020603050405020304" pitchFamily="18" charset="0"/>
              <a:cs typeface="Times New Roman" panose="02020603050405020304" pitchFamily="18" charset="0"/>
            </a:endParaRPr>
          </a:p>
          <a:p>
            <a:pPr marL="355600" marR="7620" algn="just">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Decrease waste </a:t>
            </a:r>
            <a:r>
              <a:rPr lang="en-US" sz="2200" spc="5" dirty="0">
                <a:latin typeface="Times New Roman" panose="02020603050405020304" pitchFamily="18" charset="0"/>
                <a:cs typeface="Times New Roman" panose="02020603050405020304" pitchFamily="18" charset="0"/>
              </a:rPr>
              <a:t>as </a:t>
            </a:r>
            <a:r>
              <a:rPr lang="en-US" sz="2200" spc="-5" dirty="0">
                <a:latin typeface="Times New Roman" panose="02020603050405020304" pitchFamily="18" charset="0"/>
                <a:cs typeface="Times New Roman" panose="02020603050405020304" pitchFamily="18" charset="0"/>
              </a:rPr>
              <a:t>fewer defective products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no </a:t>
            </a:r>
            <a:r>
              <a:rPr lang="en-US" sz="2200" dirty="0">
                <a:latin typeface="Times New Roman" panose="02020603050405020304" pitchFamily="18" charset="0"/>
                <a:cs typeface="Times New Roman" panose="02020603050405020304" pitchFamily="18" charset="0"/>
              </a:rPr>
              <a:t>need  </a:t>
            </a:r>
            <a:r>
              <a:rPr lang="en-US" sz="2200" spc="-5" dirty="0">
                <a:latin typeface="Times New Roman" panose="02020603050405020304" pitchFamily="18" charset="0"/>
                <a:cs typeface="Times New Roman" panose="02020603050405020304" pitchFamily="18" charset="0"/>
              </a:rPr>
              <a:t>for</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separate.</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34</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8288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F0BA4F4-71C7-4EF0-A884-58E1D924C47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2618" y="-8644"/>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endParaRPr lang="en-IN" sz="2800" b="1" dirty="0">
              <a:latin typeface="Times New Roman" panose="02020603050405020304" pitchFamily="18" charset="0"/>
              <a:cs typeface="Times New Roman" panose="02020603050405020304" pitchFamily="18" charset="0"/>
            </a:endParaRPr>
          </a:p>
          <a:p>
            <a:pPr>
              <a:defRPr/>
            </a:pPr>
            <a:r>
              <a:rPr lang="en-IN" sz="2800" b="1" dirty="0">
                <a:latin typeface="Times New Roman" panose="02020603050405020304" pitchFamily="18" charset="0"/>
                <a:cs typeface="Times New Roman" panose="02020603050405020304" pitchFamily="18" charset="0"/>
              </a:rPr>
              <a:t>Advantages of TQM (CO2)</a:t>
            </a:r>
          </a:p>
          <a:p>
            <a:pPr>
              <a:defRPr/>
            </a:pPr>
            <a:endParaRPr lang="en-US" sz="2800" dirty="0"/>
          </a:p>
        </p:txBody>
      </p:sp>
    </p:spTree>
    <p:extLst>
      <p:ext uri="{BB962C8B-B14F-4D97-AF65-F5344CB8AC3E}">
        <p14:creationId xmlns:p14="http://schemas.microsoft.com/office/powerpoint/2010/main" val="3919311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5600" indent="-343535">
              <a:spcBef>
                <a:spcPts val="100"/>
              </a:spcBef>
              <a:buFont typeface="Arial"/>
              <a:buChar char="•"/>
              <a:tabLst>
                <a:tab pos="355600" algn="l"/>
                <a:tab pos="356235" algn="l"/>
              </a:tabLst>
            </a:pPr>
            <a:r>
              <a:rPr lang="en-US" sz="2200" dirty="0">
                <a:latin typeface="Times New Roman" panose="02020603050405020304" pitchFamily="18" charset="0"/>
                <a:cs typeface="Times New Roman" panose="02020603050405020304" pitchFamily="18" charset="0"/>
              </a:rPr>
              <a:t>Initial </a:t>
            </a:r>
            <a:r>
              <a:rPr lang="en-US" sz="2200" spc="-5" dirty="0">
                <a:latin typeface="Times New Roman" panose="02020603050405020304" pitchFamily="18" charset="0"/>
                <a:cs typeface="Times New Roman" panose="02020603050405020304" pitchFamily="18" charset="0"/>
              </a:rPr>
              <a:t>introduction</a:t>
            </a:r>
            <a:r>
              <a:rPr lang="en-US" sz="2200" spc="-5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cost.</a:t>
            </a:r>
            <a:endParaRPr lang="en-US" sz="2200" dirty="0">
              <a:latin typeface="Times New Roman" panose="02020603050405020304" pitchFamily="18" charset="0"/>
              <a:cs typeface="Times New Roman" panose="02020603050405020304" pitchFamily="18" charset="0"/>
            </a:endParaRPr>
          </a:p>
          <a:p>
            <a:pPr>
              <a:buFont typeface="Arial"/>
              <a:buChar char="•"/>
            </a:pPr>
            <a:endParaRPr lang="en-US" sz="2200" dirty="0">
              <a:latin typeface="Times New Roman" panose="02020603050405020304" pitchFamily="18" charset="0"/>
              <a:cs typeface="Times New Roman" panose="02020603050405020304" pitchFamily="18" charset="0"/>
            </a:endParaRPr>
          </a:p>
          <a:p>
            <a:pPr marL="355600" indent="-343535">
              <a:buFont typeface="Arial"/>
              <a:buChar char="•"/>
              <a:tabLst>
                <a:tab pos="355600" algn="l"/>
                <a:tab pos="356235" algn="l"/>
              </a:tabLst>
            </a:pPr>
            <a:r>
              <a:rPr lang="en-US" sz="2200" dirty="0">
                <a:latin typeface="Times New Roman" panose="02020603050405020304" pitchFamily="18" charset="0"/>
                <a:cs typeface="Times New Roman" panose="02020603050405020304" pitchFamily="18" charset="0"/>
              </a:rPr>
              <a:t>Benefits may not </a:t>
            </a:r>
            <a:r>
              <a:rPr lang="en-US" sz="2200" spc="-5" dirty="0">
                <a:latin typeface="Times New Roman" panose="02020603050405020304" pitchFamily="18" charset="0"/>
                <a:cs typeface="Times New Roman" panose="02020603050405020304" pitchFamily="18" charset="0"/>
              </a:rPr>
              <a:t>be seen for several</a:t>
            </a:r>
            <a:r>
              <a:rPr lang="en-US" sz="2200" spc="-9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years.</a:t>
            </a:r>
            <a:endParaRPr lang="en-US" sz="2200" dirty="0">
              <a:latin typeface="Times New Roman" panose="02020603050405020304" pitchFamily="18" charset="0"/>
              <a:cs typeface="Times New Roman" panose="02020603050405020304" pitchFamily="18" charset="0"/>
            </a:endParaRPr>
          </a:p>
          <a:p>
            <a:pPr>
              <a:spcBef>
                <a:spcPts val="55"/>
              </a:spcBef>
              <a:buFont typeface="Arial"/>
              <a:buChar char="•"/>
            </a:pPr>
            <a:endParaRPr lang="en-US" sz="2200" dirty="0">
              <a:latin typeface="Times New Roman" panose="02020603050405020304" pitchFamily="18" charset="0"/>
              <a:cs typeface="Times New Roman" panose="02020603050405020304" pitchFamily="18" charset="0"/>
            </a:endParaRPr>
          </a:p>
          <a:p>
            <a:pPr marL="355600" indent="-343535">
              <a:buFont typeface="Arial"/>
              <a:buChar char="•"/>
              <a:tabLst>
                <a:tab pos="355600" algn="l"/>
                <a:tab pos="356235" algn="l"/>
              </a:tabLst>
            </a:pPr>
            <a:r>
              <a:rPr lang="en-US" sz="2200" spc="-5" dirty="0">
                <a:latin typeface="Times New Roman" panose="02020603050405020304" pitchFamily="18" charset="0"/>
                <a:cs typeface="Times New Roman" panose="02020603050405020304" pitchFamily="18" charset="0"/>
              </a:rPr>
              <a:t>Workers </a:t>
            </a:r>
            <a:r>
              <a:rPr lang="en-US" sz="2200" dirty="0">
                <a:latin typeface="Times New Roman" panose="02020603050405020304" pitchFamily="18" charset="0"/>
                <a:cs typeface="Times New Roman" panose="02020603050405020304" pitchFamily="18" charset="0"/>
              </a:rPr>
              <a:t>may </a:t>
            </a:r>
            <a:r>
              <a:rPr lang="en-US" sz="2200" spc="-5" dirty="0">
                <a:latin typeface="Times New Roman" panose="02020603050405020304" pitchFamily="18" charset="0"/>
                <a:cs typeface="Times New Roman" panose="02020603050405020304" pitchFamily="18" charset="0"/>
              </a:rPr>
              <a:t>be resistant to</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change</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35</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057400" y="6212464"/>
            <a:ext cx="6019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A6C4B08B-85B9-4EC3-B909-D039E0EB0E54}"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Disadvantages of TQM (CO2)</a:t>
            </a:r>
          </a:p>
        </p:txBody>
      </p:sp>
    </p:spTree>
    <p:extLst>
      <p:ext uri="{BB962C8B-B14F-4D97-AF65-F5344CB8AC3E}">
        <p14:creationId xmlns:p14="http://schemas.microsoft.com/office/powerpoint/2010/main" val="3919311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36</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05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990600" y="16764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spc="-5" dirty="0">
                <a:latin typeface="Times New Roman" panose="02020603050405020304" pitchFamily="18" charset="0"/>
                <a:cs typeface="Times New Roman" panose="02020603050405020304" pitchFamily="18" charset="0"/>
              </a:rPr>
              <a:t>TQM </a:t>
            </a:r>
            <a:r>
              <a:rPr lang="en-US" sz="2200" dirty="0">
                <a:latin typeface="Times New Roman" panose="02020603050405020304" pitchFamily="18" charset="0"/>
                <a:cs typeface="Times New Roman" panose="02020603050405020304" pitchFamily="18" charset="0"/>
              </a:rPr>
              <a:t>is frame work for </a:t>
            </a:r>
            <a:r>
              <a:rPr lang="en-US" sz="2200" spc="-5" dirty="0">
                <a:latin typeface="Times New Roman" panose="02020603050405020304" pitchFamily="18" charset="0"/>
                <a:cs typeface="Times New Roman" panose="02020603050405020304" pitchFamily="18" charset="0"/>
              </a:rPr>
              <a:t>customer  satisfaction</a:t>
            </a:r>
            <a:r>
              <a:rPr lang="en-US" sz="2200" spc="9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10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benefits</a:t>
            </a:r>
            <a:r>
              <a:rPr lang="en-US" sz="2200" spc="1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to</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all</a:t>
            </a:r>
            <a:r>
              <a:rPr lang="en-US" sz="2200" spc="1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members</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the</a:t>
            </a:r>
            <a:r>
              <a:rPr lang="en-US" sz="2200" spc="105"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organization</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 society. </a:t>
            </a:r>
          </a:p>
        </p:txBody>
      </p:sp>
      <p:sp>
        <p:nvSpPr>
          <p:cNvPr id="2" name="Date Placeholder 1"/>
          <p:cNvSpPr>
            <a:spLocks noGrp="1"/>
          </p:cNvSpPr>
          <p:nvPr>
            <p:ph type="dt" sz="half" idx="10"/>
          </p:nvPr>
        </p:nvSpPr>
        <p:spPr/>
        <p:txBody>
          <a:bodyPr/>
          <a:lstStyle/>
          <a:p>
            <a:fld id="{A4361E83-B5D5-431D-AA86-146522D8372C}"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TQM</a:t>
            </a:r>
          </a:p>
        </p:txBody>
      </p:sp>
    </p:spTree>
    <p:extLst>
      <p:ext uri="{BB962C8B-B14F-4D97-AF65-F5344CB8AC3E}">
        <p14:creationId xmlns:p14="http://schemas.microsoft.com/office/powerpoint/2010/main" val="39193118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37</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81200" y="6193799"/>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1104900" y="1828800"/>
            <a:ext cx="7391400" cy="14478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Develop the strategic long-term plan with goals and the annual quality improvement program with objectives</a:t>
            </a:r>
          </a:p>
        </p:txBody>
      </p:sp>
      <p:sp>
        <p:nvSpPr>
          <p:cNvPr id="2" name="Date Placeholder 1"/>
          <p:cNvSpPr>
            <a:spLocks noGrp="1"/>
          </p:cNvSpPr>
          <p:nvPr>
            <p:ph type="dt" sz="half" idx="10"/>
          </p:nvPr>
        </p:nvSpPr>
        <p:spPr/>
        <p:txBody>
          <a:bodyPr/>
          <a:lstStyle/>
          <a:p>
            <a:fld id="{7274A7FE-E1AC-46F0-A1F2-E8E02C0536B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2618"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Quality Council</a:t>
            </a:r>
          </a:p>
        </p:txBody>
      </p:sp>
    </p:spTree>
    <p:extLst>
      <p:ext uri="{BB962C8B-B14F-4D97-AF65-F5344CB8AC3E}">
        <p14:creationId xmlns:p14="http://schemas.microsoft.com/office/powerpoint/2010/main" val="3919311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99"/>
            <a:ext cx="8001000" cy="5202651"/>
          </a:xfrm>
        </p:spPr>
        <p:txBody>
          <a:bodyPr>
            <a:normAutofit fontScale="77500" lnSpcReduction="20000"/>
          </a:bodyPr>
          <a:lstStyle/>
          <a:p>
            <a:pPr algn="just"/>
            <a:r>
              <a:rPr lang="en-US" dirty="0">
                <a:latin typeface="Times New Roman" pitchFamily="18" charset="0"/>
                <a:cs typeface="Times New Roman" pitchFamily="18" charset="0"/>
              </a:rPr>
              <a:t>A body of senior managers representing the main functional areas and departments within a firm and quality specialists who meet periodically to identify quality problems and devise appropriate solutions to these problems. This may include setting-up a quality improvement</a:t>
            </a:r>
          </a:p>
          <a:p>
            <a:pPr algn="just"/>
            <a:r>
              <a:rPr lang="en-US" dirty="0">
                <a:latin typeface="Times New Roman" pitchFamily="18" charset="0"/>
                <a:cs typeface="Times New Roman" pitchFamily="18" charset="0"/>
              </a:rPr>
              <a:t>To deal with a particular quality problem. Organizations need to build quality culture in the organization. For this purpose, Quality council is established to provide over all direction. Quality Council is the instrument for maintaining the idea of never-ending quality improvement. It is driver for the TQM engine.</a:t>
            </a:r>
          </a:p>
          <a:p>
            <a:pPr algn="just">
              <a:buNone/>
            </a:pPr>
            <a:endParaRPr lang="en-US" sz="2800" dirty="0">
              <a:latin typeface="Times New Roman" pitchFamily="18" charset="0"/>
              <a:cs typeface="Times New Roman" pitchFamily="18" charset="0"/>
            </a:endParaRPr>
          </a:p>
          <a:p>
            <a:pPr algn="just">
              <a:buNone/>
            </a:pPr>
            <a:endParaRPr lang="en-US" sz="2800" dirty="0">
              <a:latin typeface="Times New Roman" pitchFamily="18" charset="0"/>
              <a:cs typeface="Times New Roman" pitchFamily="18" charset="0"/>
            </a:endParaRPr>
          </a:p>
          <a:p>
            <a:pPr marL="12065" indent="0">
              <a:spcBef>
                <a:spcPts val="100"/>
              </a:spcBef>
              <a:buNone/>
              <a:tabLst>
                <a:tab pos="355600" algn="l"/>
                <a:tab pos="356235" algn="l"/>
              </a:tabLst>
            </a:pP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38</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34047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5E7C675E-E470-45C5-9A66-CC897C08A490}"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10886"/>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Tree>
    <p:extLst>
      <p:ext uri="{BB962C8B-B14F-4D97-AF65-F5344CB8AC3E}">
        <p14:creationId xmlns:p14="http://schemas.microsoft.com/office/powerpoint/2010/main" val="39193118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2999"/>
            <a:ext cx="8001000" cy="5202651"/>
          </a:xfrm>
        </p:spPr>
        <p:txBody>
          <a:bodyPr>
            <a:normAutofit/>
          </a:bodyPr>
          <a:lstStyle/>
          <a:p>
            <a:pPr algn="just">
              <a:buNone/>
            </a:pPr>
            <a:endParaRPr lang="en-US" sz="2800" dirty="0">
              <a:latin typeface="Times New Roman" pitchFamily="18" charset="0"/>
              <a:cs typeface="Times New Roman" pitchFamily="18" charset="0"/>
            </a:endParaRPr>
          </a:p>
          <a:p>
            <a:pPr marL="12065" indent="0">
              <a:spcBef>
                <a:spcPts val="100"/>
              </a:spcBef>
              <a:buNone/>
              <a:tabLst>
                <a:tab pos="355600" algn="l"/>
                <a:tab pos="356235" algn="l"/>
              </a:tabLst>
            </a:pPr>
            <a:r>
              <a:rPr lang="en-US" sz="2400" b="1" dirty="0">
                <a:latin typeface="Times New Roman" pitchFamily="18" charset="0"/>
                <a:cs typeface="Times New Roman" pitchFamily="18" charset="0"/>
              </a:rPr>
              <a:t>STRUCTURE OF QC: </a:t>
            </a:r>
          </a:p>
          <a:p>
            <a:pPr marL="12065" indent="0">
              <a:spcBef>
                <a:spcPts val="100"/>
              </a:spcBef>
              <a:buNone/>
              <a:tabLst>
                <a:tab pos="355600" algn="l"/>
                <a:tab pos="356235" algn="l"/>
              </a:tabLst>
            </a:pPr>
            <a:endParaRPr lang="en-US" sz="2400" b="1" dirty="0">
              <a:latin typeface="Times New Roman" pitchFamily="18" charset="0"/>
              <a:cs typeface="Times New Roman" pitchFamily="18" charset="0"/>
            </a:endParaRP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Quality council is composed of,</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1.Chief Executive Officer</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2.Senior managers of functional areas (marketing, finance, HR, </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   Quality)</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3.Coordinator/consultant (big organizations prefer coordinator</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   while small organizations prefer consultant)</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4.Union representative</a:t>
            </a:r>
          </a:p>
          <a:p>
            <a:pPr marL="355600" indent="-343535">
              <a:spcBef>
                <a:spcPts val="100"/>
              </a:spcBef>
              <a:buNone/>
              <a:tabLst>
                <a:tab pos="355600" algn="l"/>
                <a:tab pos="356235" algn="l"/>
              </a:tabLst>
            </a:pPr>
            <a:r>
              <a:rPr lang="en-US" sz="2400" dirty="0">
                <a:latin typeface="Times New Roman" pitchFamily="18" charset="0"/>
                <a:cs typeface="Times New Roman" pitchFamily="18" charset="0"/>
              </a:rPr>
              <a:t>5.Front-line representatives</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39</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34047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C7823F7C-9A4E-40E4-A15F-145627EEA61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10886"/>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Tree>
    <p:extLst>
      <p:ext uri="{BB962C8B-B14F-4D97-AF65-F5344CB8AC3E}">
        <p14:creationId xmlns:p14="http://schemas.microsoft.com/office/powerpoint/2010/main" val="34670257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48200"/>
          </a:xfrm>
        </p:spPr>
        <p:txBody>
          <a:bodyPr>
            <a:noAutofit/>
          </a:bodyPr>
          <a:lstStyle/>
          <a:p>
            <a:pPr algn="just" fontAlgn="base">
              <a:buNone/>
            </a:pPr>
            <a:r>
              <a:rPr lang="en-US" sz="2200" b="1" dirty="0">
                <a:latin typeface="Times New Roman" pitchFamily="18" charset="0"/>
                <a:cs typeface="Times New Roman" pitchFamily="18" charset="0"/>
              </a:rPr>
              <a:t>COORDINATOR</a:t>
            </a:r>
          </a:p>
          <a:p>
            <a:pPr marL="0" indent="0" algn="just" fontAlgn="base">
              <a:buNone/>
            </a:pPr>
            <a:r>
              <a:rPr lang="en-US" sz="2000" dirty="0">
                <a:latin typeface="Times New Roman" pitchFamily="18" charset="0"/>
                <a:cs typeface="Times New Roman" pitchFamily="18" charset="0"/>
              </a:rPr>
              <a:t>Coordinator is necessary to perform some of the important duties. The person selected for this position should be social, active and resourceful. He will report to CEO.</a:t>
            </a:r>
          </a:p>
          <a:p>
            <a:pPr algn="just" fontAlgn="base">
              <a:buNone/>
            </a:pPr>
            <a:r>
              <a:rPr lang="en-US" sz="2200" b="1" dirty="0">
                <a:latin typeface="Times New Roman" pitchFamily="18" charset="0"/>
                <a:cs typeface="Times New Roman" pitchFamily="18" charset="0"/>
              </a:rPr>
              <a:t>Duties of coordinator </a:t>
            </a:r>
          </a:p>
          <a:p>
            <a:pPr algn="just" fontAlgn="base"/>
            <a:r>
              <a:rPr lang="en-US" sz="2000" dirty="0">
                <a:latin typeface="Times New Roman" pitchFamily="18" charset="0"/>
                <a:cs typeface="Times New Roman" pitchFamily="18" charset="0"/>
              </a:rPr>
              <a:t>Coordinator's duties are to, build two way trust convey team needs to the council and convey expectations of council to teams brief the council on progress of teams ensure that the teams are empowered and know their duties assist the team leaders share the lessons learned among the teams</a:t>
            </a:r>
          </a:p>
          <a:p>
            <a:pPr algn="just"/>
            <a:r>
              <a:rPr lang="en-US" sz="2000" dirty="0">
                <a:latin typeface="Times New Roman" pitchFamily="18" charset="0"/>
                <a:cs typeface="Times New Roman" pitchFamily="18" charset="0"/>
              </a:rPr>
              <a:t>In smaller organizations where managers may be responsible for more than one functional area, the number of members will be smaller. Also, a consultant would most likely be employed rather than a coordinator.</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2C6C93C8-3F1F-4F00-B94C-A7EB7621788A}"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113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Tree>
    <p:extLst>
      <p:ext uri="{BB962C8B-B14F-4D97-AF65-F5344CB8AC3E}">
        <p14:creationId xmlns:p14="http://schemas.microsoft.com/office/powerpoint/2010/main" val="39193118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buNone/>
            </a:pPr>
            <a:r>
              <a:rPr lang="en-US" sz="2200" b="1" dirty="0"/>
              <a:t>   </a:t>
            </a:r>
            <a:r>
              <a:rPr lang="en-US" sz="2200" b="1" dirty="0">
                <a:latin typeface="Times New Roman" pitchFamily="18" charset="0"/>
                <a:cs typeface="Times New Roman" pitchFamily="18" charset="0"/>
              </a:rPr>
              <a:t>In general, the duties of the quality council are to:</a:t>
            </a:r>
          </a:p>
          <a:p>
            <a:pPr algn="just">
              <a:lnSpc>
                <a:spcPct val="150000"/>
              </a:lnSpc>
            </a:pPr>
            <a:r>
              <a:rPr lang="en-US" sz="2200" dirty="0">
                <a:latin typeface="Times New Roman" pitchFamily="18" charset="0"/>
                <a:cs typeface="Times New Roman" pitchFamily="18" charset="0"/>
              </a:rPr>
              <a:t>Develop, with input from all personnel, the core values, vision statement, mission statement, and quality policy statement.</a:t>
            </a:r>
          </a:p>
          <a:p>
            <a:pPr algn="just">
              <a:lnSpc>
                <a:spcPct val="150000"/>
              </a:lnSpc>
            </a:pPr>
            <a:r>
              <a:rPr lang="en-US" sz="2200" dirty="0">
                <a:latin typeface="Times New Roman" pitchFamily="18" charset="0"/>
                <a:cs typeface="Times New Roman" pitchFamily="18" charset="0"/>
              </a:rPr>
              <a:t>Develop the strategic long-term plan with goals and the annual quality improvement program with objectives.</a:t>
            </a:r>
          </a:p>
          <a:p>
            <a:pPr algn="just">
              <a:lnSpc>
                <a:spcPct val="150000"/>
              </a:lnSpc>
            </a:pPr>
            <a:r>
              <a:rPr lang="en-US" sz="2200" dirty="0">
                <a:latin typeface="Times New Roman" pitchFamily="18" charset="0"/>
                <a:cs typeface="Times New Roman" pitchFamily="18" charset="0"/>
              </a:rPr>
              <a:t>Create the total education and training plan.</a:t>
            </a:r>
          </a:p>
          <a:p>
            <a:pPr algn="just">
              <a:lnSpc>
                <a:spcPct val="150000"/>
              </a:lnSpc>
            </a:pPr>
            <a:r>
              <a:rPr lang="en-US" sz="2200" dirty="0">
                <a:latin typeface="Times New Roman" pitchFamily="18" charset="0"/>
                <a:cs typeface="Times New Roman" pitchFamily="18" charset="0"/>
              </a:rPr>
              <a:t>Determine and continually monitor the cost of poor quality.</a:t>
            </a:r>
          </a:p>
          <a:p>
            <a:pPr algn="just">
              <a:lnSpc>
                <a:spcPct val="150000"/>
              </a:lnSpc>
            </a:pPr>
            <a:r>
              <a:rPr lang="en-US" sz="2200" dirty="0">
                <a:latin typeface="Times New Roman" pitchFamily="18" charset="0"/>
                <a:cs typeface="Times New Roman" pitchFamily="18" charset="0"/>
              </a:rPr>
              <a:t>Determine the performance measures for the organization, approve those for the functional area, and monitor them.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1FC611F9-9A98-4FB6-B412-185DEAC1FFCB}"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Tree>
    <p:extLst>
      <p:ext uri="{BB962C8B-B14F-4D97-AF65-F5344CB8AC3E}">
        <p14:creationId xmlns:p14="http://schemas.microsoft.com/office/powerpoint/2010/main" val="39193118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gn="just">
              <a:lnSpc>
                <a:spcPct val="150000"/>
              </a:lnSpc>
            </a:pPr>
            <a:r>
              <a:rPr lang="en-US" sz="2200" dirty="0">
                <a:latin typeface="Times New Roman" pitchFamily="18" charset="0"/>
                <a:cs typeface="Times New Roman" pitchFamily="18" charset="0"/>
              </a:rPr>
              <a:t>Continually determine those projects that improve the processes, particularly those that affect external and internal customer satisfaction.</a:t>
            </a:r>
          </a:p>
          <a:p>
            <a:pPr algn="just">
              <a:lnSpc>
                <a:spcPct val="150000"/>
              </a:lnSpc>
            </a:pPr>
            <a:r>
              <a:rPr lang="en-US" sz="2200" dirty="0">
                <a:latin typeface="Times New Roman" pitchFamily="18" charset="0"/>
                <a:cs typeface="Times New Roman" pitchFamily="18" charset="0"/>
              </a:rPr>
              <a:t>Establish multifunctional project and departmental or work group teams and monitor their progress.</a:t>
            </a:r>
          </a:p>
          <a:p>
            <a:pPr algn="just">
              <a:lnSpc>
                <a:spcPct val="150000"/>
              </a:lnSpc>
            </a:pPr>
            <a:r>
              <a:rPr lang="en-US" sz="2200" dirty="0">
                <a:latin typeface="Times New Roman" pitchFamily="18" charset="0"/>
                <a:cs typeface="Times New Roman" pitchFamily="18" charset="0"/>
              </a:rPr>
              <a:t>Establish or revise the recognition and reward system to account for the new way of doing business.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9480416C-B15A-4B97-BEF3-C15D5E489BCA}"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188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Councils (CO2)</a:t>
            </a:r>
          </a:p>
        </p:txBody>
      </p:sp>
    </p:spTree>
    <p:extLst>
      <p:ext uri="{BB962C8B-B14F-4D97-AF65-F5344CB8AC3E}">
        <p14:creationId xmlns:p14="http://schemas.microsoft.com/office/powerpoint/2010/main" val="3919311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800600"/>
          </a:xfrm>
        </p:spPr>
        <p:txBody>
          <a:bodyPr>
            <a:normAutofit/>
          </a:bodyPr>
          <a:lstStyle/>
          <a:p>
            <a:pPr algn="just"/>
            <a:r>
              <a:rPr lang="en-US" sz="2000" dirty="0">
                <a:latin typeface="Times New Roman" pitchFamily="18" charset="0"/>
                <a:cs typeface="Times New Roman" pitchFamily="18" charset="0"/>
              </a:rPr>
              <a:t>Empowerment means giving people authority to make decisions based on what they feel is right, have control over their work, take risks and learn from mistakes, and promote change.</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Empowerment is the process of enabling or authorizing an individual to think, behaves, take action, and control work and decision making in autonomous ways. This means leaders and managers relinquishing some of their powers that they previously held in terms of decision-making. </a:t>
            </a:r>
          </a:p>
          <a:p>
            <a:pPr algn="just"/>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Empowerment diffuses decision making to employees so that employees make decisions regarding what they do and how they do it. Empowering employees is giving employees ‘ownership of their job.</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4412B484-1965-4562-B059-F37784D4F1D6}"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26761"/>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EMPLOYEE EMPOWERMENT</a:t>
            </a:r>
            <a:r>
              <a:rPr lang="en-US" sz="2800" dirty="0">
                <a:solidFill>
                  <a:schemeClr val="tx1"/>
                </a:solidFill>
                <a:latin typeface="Times New Roman" panose="02020603050405020304" pitchFamily="18" charset="0"/>
                <a:cs typeface="Times New Roman" panose="02020603050405020304" pitchFamily="18" charset="0"/>
              </a:rPr>
              <a:t>(CO2)</a:t>
            </a:r>
          </a:p>
        </p:txBody>
      </p:sp>
    </p:spTree>
    <p:extLst>
      <p:ext uri="{BB962C8B-B14F-4D97-AF65-F5344CB8AC3E}">
        <p14:creationId xmlns:p14="http://schemas.microsoft.com/office/powerpoint/2010/main" val="39193118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7418"/>
            <a:ext cx="8229600" cy="5044782"/>
          </a:xfrm>
        </p:spPr>
        <p:txBody>
          <a:bodyPr>
            <a:normAutofit fontScale="85000" lnSpcReduction="20000"/>
          </a:bodyPr>
          <a:lstStyle/>
          <a:p>
            <a:pPr marL="0" indent="0" algn="just">
              <a:buNone/>
            </a:pPr>
            <a:r>
              <a:rPr lang="en-US" sz="2600" b="1" dirty="0">
                <a:latin typeface="Times New Roman" pitchFamily="18" charset="0"/>
                <a:cs typeface="Times New Roman" pitchFamily="18" charset="0"/>
              </a:rPr>
              <a:t>Benefits of employee empowerment</a:t>
            </a:r>
          </a:p>
          <a:p>
            <a:pPr marL="0" indent="0" algn="just">
              <a:buNone/>
            </a:pPr>
            <a:endParaRPr lang="en-US" sz="2600" dirty="0">
              <a:latin typeface="Times New Roman" pitchFamily="18" charset="0"/>
              <a:cs typeface="Times New Roman" pitchFamily="18" charset="0"/>
            </a:endParaRPr>
          </a:p>
          <a:p>
            <a:pPr algn="just"/>
            <a:r>
              <a:rPr lang="en-US" sz="2400" b="1" i="1" dirty="0">
                <a:latin typeface="Times New Roman" pitchFamily="18" charset="0"/>
                <a:cs typeface="Times New Roman" pitchFamily="18" charset="0"/>
              </a:rPr>
              <a:t>Improved morale       </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Involving employees in decisions and policy changes that directly affect their job while also empowering employees to be more autonomous greatly improves company morale at large.  </a:t>
            </a:r>
          </a:p>
          <a:p>
            <a:pPr algn="just"/>
            <a:r>
              <a:rPr lang="en-US" sz="2400" dirty="0">
                <a:latin typeface="Times New Roman" pitchFamily="18" charset="0"/>
                <a:cs typeface="Times New Roman" pitchFamily="18" charset="0"/>
              </a:rPr>
              <a:t> </a:t>
            </a:r>
            <a:r>
              <a:rPr lang="en-US" sz="2400" b="1" i="1" dirty="0">
                <a:latin typeface="Times New Roman" pitchFamily="18" charset="0"/>
                <a:cs typeface="Times New Roman" pitchFamily="18" charset="0"/>
              </a:rPr>
              <a:t>Increased productivity</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Quality management practices also translate into increased productivity</a:t>
            </a:r>
          </a:p>
          <a:p>
            <a:pPr algn="just"/>
            <a:r>
              <a:rPr lang="en-US" sz="2400" dirty="0">
                <a:latin typeface="Times New Roman" pitchFamily="18" charset="0"/>
                <a:cs typeface="Times New Roman" pitchFamily="18" charset="0"/>
              </a:rPr>
              <a:t> </a:t>
            </a:r>
            <a:r>
              <a:rPr lang="en-US" sz="2400" b="1" i="1" dirty="0">
                <a:latin typeface="Times New Roman" pitchFamily="18" charset="0"/>
                <a:cs typeface="Times New Roman" pitchFamily="18" charset="0"/>
              </a:rPr>
              <a:t>Team cohesion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Employee empowerment fosters better relationships between employees and with their managers, as employees that are given more independence tend to form better working relationships.</a:t>
            </a:r>
          </a:p>
          <a:p>
            <a:pPr algn="just"/>
            <a:r>
              <a:rPr lang="en-US" sz="2400" b="1" i="1" dirty="0">
                <a:latin typeface="Times New Roman" pitchFamily="18" charset="0"/>
                <a:cs typeface="Times New Roman" pitchFamily="18" charset="0"/>
              </a:rPr>
              <a:t>Innovation</a:t>
            </a:r>
            <a:endParaRPr lang="en-US" sz="2400" dirty="0">
              <a:latin typeface="Times New Roman" pitchFamily="18" charset="0"/>
              <a:cs typeface="Times New Roman" pitchFamily="18" charset="0"/>
            </a:endParaRPr>
          </a:p>
          <a:p>
            <a:pPr algn="just">
              <a:buNone/>
            </a:pPr>
            <a:r>
              <a:rPr lang="en-US" sz="2400" dirty="0">
                <a:latin typeface="Times New Roman" pitchFamily="18" charset="0"/>
                <a:cs typeface="Times New Roman" pitchFamily="18" charset="0"/>
              </a:rPr>
              <a:t>     Employee empowerment cultivates innovation as employees that have a stake in company growth and sustainability will offer more ideas and problem solving solutions when solutions arise.</a:t>
            </a:r>
          </a:p>
          <a:p>
            <a:endParaRPr lang="en-US" sz="2200" dirty="0">
              <a:cs typeface="Georgia"/>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0702EC0E-C5FA-4A62-B62F-0B863D3D9565}"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52600"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EMPLOYEE EMPOWERMENT</a:t>
            </a:r>
            <a:r>
              <a:rPr lang="en-US" sz="2800" dirty="0">
                <a:solidFill>
                  <a:schemeClr val="tx1"/>
                </a:solidFill>
                <a:latin typeface="Times New Roman" panose="02020603050405020304" pitchFamily="18" charset="0"/>
                <a:cs typeface="Times New Roman" panose="02020603050405020304" pitchFamily="18" charset="0"/>
              </a:rPr>
              <a:t>(CO2)</a:t>
            </a:r>
          </a:p>
        </p:txBody>
      </p:sp>
    </p:spTree>
    <p:extLst>
      <p:ext uri="{BB962C8B-B14F-4D97-AF65-F5344CB8AC3E}">
        <p14:creationId xmlns:p14="http://schemas.microsoft.com/office/powerpoint/2010/main" val="39193118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45</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990600" y="1752600"/>
            <a:ext cx="7391400" cy="1447800"/>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latin typeface="Times New Roman" panose="02020603050405020304" pitchFamily="18" charset="0"/>
                <a:cs typeface="Times New Roman" panose="02020603050405020304" pitchFamily="18" charset="0"/>
              </a:rPr>
              <a:t>Quality council is established to provide over all direction. Quality Council is the instrument for maintaining the idea of never-ending quality improvement. It is driver for the TQM engine.</a:t>
            </a:r>
          </a:p>
        </p:txBody>
      </p:sp>
      <p:sp>
        <p:nvSpPr>
          <p:cNvPr id="2" name="Date Placeholder 1"/>
          <p:cNvSpPr>
            <a:spLocks noGrp="1"/>
          </p:cNvSpPr>
          <p:nvPr>
            <p:ph type="dt" sz="half" idx="10"/>
          </p:nvPr>
        </p:nvSpPr>
        <p:spPr/>
        <p:txBody>
          <a:bodyPr/>
          <a:lstStyle/>
          <a:p>
            <a:fld id="{2713F9C6-CF7F-4302-88D0-5E631F19902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a:latin typeface="Times New Roman" panose="02020603050405020304" pitchFamily="18" charset="0"/>
                <a:cs typeface="Times New Roman" panose="02020603050405020304" pitchFamily="18" charset="0"/>
              </a:rPr>
              <a:t>Recap  of  quality council</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93118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46</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914400" y="1828800"/>
            <a:ext cx="7391400" cy="14478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latin typeface="Times New Roman" panose="02020603050405020304" pitchFamily="18" charset="0"/>
                <a:cs typeface="Times New Roman" panose="02020603050405020304" pitchFamily="18" charset="0"/>
              </a:rPr>
              <a:t>The aim of quality cost is to preventing, detecting, and remediating product issues related to quality.</a:t>
            </a:r>
          </a:p>
        </p:txBody>
      </p:sp>
      <p:sp>
        <p:nvSpPr>
          <p:cNvPr id="2" name="Date Placeholder 1"/>
          <p:cNvSpPr>
            <a:spLocks noGrp="1"/>
          </p:cNvSpPr>
          <p:nvPr>
            <p:ph type="dt" sz="half" idx="10"/>
          </p:nvPr>
        </p:nvSpPr>
        <p:spPr/>
        <p:txBody>
          <a:bodyPr/>
          <a:lstStyle/>
          <a:p>
            <a:fld id="{A7C6A910-284C-40CA-9121-F960E14B0E7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Quality Cost</a:t>
            </a:r>
          </a:p>
        </p:txBody>
      </p:sp>
    </p:spTree>
    <p:extLst>
      <p:ext uri="{BB962C8B-B14F-4D97-AF65-F5344CB8AC3E}">
        <p14:creationId xmlns:p14="http://schemas.microsoft.com/office/powerpoint/2010/main" val="39193118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47800"/>
            <a:ext cx="8229600" cy="4648200"/>
          </a:xfrm>
        </p:spPr>
        <p:txBody>
          <a:bodyPr>
            <a:normAutofit/>
          </a:bodyPr>
          <a:lstStyle/>
          <a:p>
            <a:pPr algn="just"/>
            <a:r>
              <a:rPr lang="en-US" sz="2200" dirty="0">
                <a:latin typeface="Times New Roman" pitchFamily="18" charset="0"/>
                <a:cs typeface="Times New Roman" pitchFamily="18" charset="0"/>
              </a:rPr>
              <a:t>Quality costs are the costs associated with preventing, detecting, and remediating product issues related to quality. Quality costs </a:t>
            </a:r>
            <a:r>
              <a:rPr lang="en-US" sz="2200" i="1" dirty="0">
                <a:latin typeface="Times New Roman" pitchFamily="18" charset="0"/>
                <a:cs typeface="Times New Roman" pitchFamily="18" charset="0"/>
              </a:rPr>
              <a:t>do not</a:t>
            </a:r>
            <a:r>
              <a:rPr lang="en-US" sz="2200" dirty="0">
                <a:latin typeface="Times New Roman" pitchFamily="18" charset="0"/>
                <a:cs typeface="Times New Roman" pitchFamily="18" charset="0"/>
              </a:rPr>
              <a:t> involve simply upgrading the perceived value of a product to a higher standard.</a:t>
            </a:r>
          </a:p>
          <a:p>
            <a:pPr algn="just"/>
            <a:r>
              <a:rPr lang="en-US" sz="2200" dirty="0">
                <a:latin typeface="Times New Roman" pitchFamily="18" charset="0"/>
                <a:cs typeface="Times New Roman" pitchFamily="18" charset="0"/>
              </a:rPr>
              <a:t> Instead, quality involves creating and delivering a product that meets the expectations of a customer. Thus, if a customer spends very little for an automobile, he will not expect leather seats and air conditioning - but he will expect the vehicle to run properly. In this case, quality is considered to be a vehicle that functions, rather than a luxury experience.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E01D0E87-FE05-4AB9-BA64-692C349402DD}"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30134"/>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Cost (CO2)</a:t>
            </a:r>
          </a:p>
        </p:txBody>
      </p:sp>
    </p:spTree>
    <p:extLst>
      <p:ext uri="{BB962C8B-B14F-4D97-AF65-F5344CB8AC3E}">
        <p14:creationId xmlns:p14="http://schemas.microsoft.com/office/powerpoint/2010/main" val="39193118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029200"/>
          </a:xfrm>
        </p:spPr>
        <p:txBody>
          <a:bodyPr>
            <a:normAutofit/>
          </a:bodyPr>
          <a:lstStyle/>
          <a:p>
            <a:pPr marL="0" indent="0" algn="just">
              <a:buNone/>
            </a:pPr>
            <a:r>
              <a:rPr lang="en-US" sz="2200" b="1" dirty="0">
                <a:latin typeface="Times New Roman" pitchFamily="18" charset="0"/>
                <a:cs typeface="Times New Roman" pitchFamily="18" charset="0"/>
              </a:rPr>
              <a:t>Quality costs fall into four categories, which are:</a:t>
            </a:r>
          </a:p>
          <a:p>
            <a:pPr algn="just"/>
            <a:r>
              <a:rPr lang="en-US" sz="2200" b="1" dirty="0">
                <a:latin typeface="Times New Roman" pitchFamily="18" charset="0"/>
                <a:cs typeface="Times New Roman" pitchFamily="18" charset="0"/>
              </a:rPr>
              <a:t>Prevention costs</a:t>
            </a:r>
            <a:r>
              <a:rPr lang="en-US" sz="2200" dirty="0">
                <a:latin typeface="Times New Roman" pitchFamily="18" charset="0"/>
                <a:cs typeface="Times New Roman" pitchFamily="18" charset="0"/>
              </a:rPr>
              <a:t>. You incur a prevention cost in order to keep a quality problem from occurring. It is the least expensive type of quality cost, and so is highly recommended. </a:t>
            </a:r>
          </a:p>
          <a:p>
            <a:pPr algn="just"/>
            <a:r>
              <a:rPr lang="en-US" sz="2200" dirty="0">
                <a:latin typeface="Times New Roman" pitchFamily="18" charset="0"/>
                <a:cs typeface="Times New Roman" pitchFamily="18" charset="0"/>
              </a:rPr>
              <a:t>Prevention costs can include proper employee training in assembling products and statistical process control (for spotting processes that are beginning to generate defective goods), as well as a robust product design and supplier certification. </a:t>
            </a:r>
          </a:p>
          <a:p>
            <a:pPr algn="just"/>
            <a:r>
              <a:rPr lang="en-US" sz="2200" dirty="0">
                <a:latin typeface="Times New Roman" pitchFamily="18" charset="0"/>
                <a:cs typeface="Times New Roman" pitchFamily="18" charset="0"/>
              </a:rPr>
              <a:t>A focus on prevention tends to reduce preventable scrap costs, because the scrap never occurs.</a:t>
            </a:r>
          </a:p>
          <a:p>
            <a:pPr algn="just"/>
            <a:r>
              <a:rPr lang="en-US" sz="2200" b="1" dirty="0">
                <a:latin typeface="Times New Roman" pitchFamily="18" charset="0"/>
                <a:cs typeface="Times New Roman" pitchFamily="18" charset="0"/>
              </a:rPr>
              <a:t>Appraisal costs</a:t>
            </a:r>
            <a:r>
              <a:rPr lang="en-US" sz="2200" dirty="0">
                <a:latin typeface="Times New Roman" pitchFamily="18" charset="0"/>
                <a:cs typeface="Times New Roman" pitchFamily="18" charset="0"/>
              </a:rPr>
              <a:t>. As was the case with a prevention cost, an appraisal cost is incurred in order to keep a quality problem from occurring. This is done through a variety of inspections.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DD635BCF-AABF-4823-B121-7AA150BF8C2B}"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4" name="Picture 3"/>
          <p:cNvPicPr>
            <a:picLocks noChangeAspect="1"/>
          </p:cNvPicPr>
          <p:nvPr/>
        </p:nvPicPr>
        <p:blipFill>
          <a:blip r:embed="rId3"/>
          <a:stretch>
            <a:fillRect/>
          </a:stretch>
        </p:blipFill>
        <p:spPr>
          <a:xfrm>
            <a:off x="1707249" y="-17804"/>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953000"/>
          </a:xfrm>
        </p:spPr>
        <p:txBody>
          <a:bodyPr>
            <a:noAutofit/>
          </a:bodyPr>
          <a:lstStyle/>
          <a:p>
            <a:pPr algn="just"/>
            <a:r>
              <a:rPr lang="en-US" sz="2200" dirty="0">
                <a:latin typeface="Times New Roman" pitchFamily="18" charset="0"/>
                <a:cs typeface="Times New Roman" pitchFamily="18" charset="0"/>
              </a:rPr>
              <a:t>The least expensive is having production workers inspect both incoming and outgoing parts to and from their workstations, which catches problems faster than other types of inspection. Other appraisal costs include the destruction of goods as part of the testing process, the depreciation of test equipment, and supervision of the testing staff. </a:t>
            </a:r>
          </a:p>
          <a:p>
            <a:pPr algn="just"/>
            <a:r>
              <a:rPr lang="en-US" sz="2200" b="1" dirty="0">
                <a:latin typeface="Times New Roman" pitchFamily="18" charset="0"/>
                <a:cs typeface="Times New Roman" pitchFamily="18" charset="0"/>
              </a:rPr>
              <a:t>Internal failure costs. </a:t>
            </a:r>
            <a:r>
              <a:rPr lang="en-US" sz="2200" dirty="0">
                <a:latin typeface="Times New Roman" pitchFamily="18" charset="0"/>
                <a:cs typeface="Times New Roman" pitchFamily="18" charset="0"/>
              </a:rPr>
              <a:t>An internal failure cost is incurred when a defective product is produced. This appears in the form of scrapped or reworked goods. The cost of reworking goods is part of this cost.</a:t>
            </a:r>
          </a:p>
          <a:p>
            <a:pPr algn="just"/>
            <a:r>
              <a:rPr lang="en-US" sz="2200" b="1" dirty="0">
                <a:latin typeface="Times New Roman" pitchFamily="18" charset="0"/>
                <a:cs typeface="Times New Roman" pitchFamily="18" charset="0"/>
              </a:rPr>
              <a:t>External failure costs</a:t>
            </a:r>
            <a:r>
              <a:rPr lang="en-US" sz="2200" dirty="0">
                <a:latin typeface="Times New Roman" pitchFamily="18" charset="0"/>
                <a:cs typeface="Times New Roman" pitchFamily="18" charset="0"/>
              </a:rPr>
              <a:t>. You also incur an external failure cost when a defective product was produced, but now the cost is much more extensive, because it includes the cost of product recalls, warranty claims, field service, and potentially even the legal costs associated with customer lawsuits. It also includes a relatively unquantifiable cost, which is the cost of losing customers.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3017C4F1-1B21-4C0C-8DC2-ECE778DA2C19}"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5" name="Picture 4"/>
          <p:cNvPicPr>
            <a:picLocks noChangeAspect="1"/>
          </p:cNvPicPr>
          <p:nvPr/>
        </p:nvPicPr>
        <p:blipFill>
          <a:blip r:embed="rId3"/>
          <a:stretch>
            <a:fillRect/>
          </a:stretch>
        </p:blipFill>
        <p:spPr>
          <a:xfrm>
            <a:off x="1715655" y="0"/>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lnSpcReduction="10000"/>
          </a:bodyPr>
          <a:lstStyle/>
          <a:p>
            <a:pPr algn="just"/>
            <a:r>
              <a:rPr lang="en-US" sz="2400" dirty="0">
                <a:latin typeface="Times New Roman" pitchFamily="18" charset="0"/>
                <a:cs typeface="Times New Roman" pitchFamily="18" charset="0"/>
              </a:rPr>
              <a:t>Quality costs can arise anywhere in a company. There may be product design issues that begin in the engineering department, as well as manufacturing problems that can create product flaws. Further, the procurement department may acquire substandard components that result in product flaws. </a:t>
            </a:r>
          </a:p>
          <a:p>
            <a:pPr algn="just"/>
            <a:r>
              <a:rPr lang="en-US" sz="2400" dirty="0">
                <a:latin typeface="Times New Roman" pitchFamily="18" charset="0"/>
                <a:cs typeface="Times New Roman" pitchFamily="18" charset="0"/>
              </a:rPr>
              <a:t>In addition, the order entry department may have incorrectly entered a customer order, so that the customer receives the wrong product. These issues all result in quality costs.</a:t>
            </a:r>
          </a:p>
          <a:p>
            <a:pPr algn="just"/>
            <a:r>
              <a:rPr lang="en-US" sz="2400" dirty="0">
                <a:latin typeface="Times New Roman" pitchFamily="18" charset="0"/>
                <a:cs typeface="Times New Roman" pitchFamily="18" charset="0"/>
              </a:rPr>
              <a:t>Quality costs can comprise a major portion of the total expenses of a business, though they are hidden within its normal cost recording system, which is oriented more toward recording by responsibility center than by quality issue. The mitigation of quality issues can greatly increase the profitability of a business, as well as enhance the level of customer retention.</a:t>
            </a:r>
          </a:p>
          <a:p>
            <a:endParaRPr lang="en-US" sz="2200" dirty="0">
              <a:cs typeface="Georgia"/>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2" name="Date Placeholder 1"/>
          <p:cNvSpPr>
            <a:spLocks noGrp="1"/>
          </p:cNvSpPr>
          <p:nvPr>
            <p:ph type="dt" sz="half" idx="10"/>
          </p:nvPr>
        </p:nvSpPr>
        <p:spPr/>
        <p:txBody>
          <a:bodyPr/>
          <a:lstStyle/>
          <a:p>
            <a:fld id="{14162EF1-3E91-4B9D-9F64-6F0C43B91EB4}" type="datetime1">
              <a:rPr lang="en-US" smtClean="0"/>
              <a:t>5/1/2026</a:t>
            </a:fld>
            <a:endParaRPr lang="en-US"/>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4" name="Picture 3"/>
          <p:cNvPicPr>
            <a:picLocks noChangeAspect="1"/>
          </p:cNvPicPr>
          <p:nvPr/>
        </p:nvPicPr>
        <p:blipFill>
          <a:blip r:embed="rId3"/>
          <a:stretch>
            <a:fillRect/>
          </a:stretch>
        </p:blipFill>
        <p:spPr>
          <a:xfrm>
            <a:off x="1754909" y="-8337"/>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5800" y="944962"/>
            <a:ext cx="7620000" cy="2220544"/>
          </a:xfrm>
          <a:prstGeom prst="rect">
            <a:avLst/>
          </a:prstGeom>
        </p:spPr>
        <p:txBody>
          <a:bodyPr vert="horz" wrap="square" lIns="0" tIns="10795" rIns="0" bIns="0" rtlCol="0">
            <a:spAutoFit/>
          </a:bodyPr>
          <a:lstStyle/>
          <a:p>
            <a:pPr marL="12700" marR="5080" algn="just">
              <a:lnSpc>
                <a:spcPct val="100800"/>
              </a:lnSpc>
              <a:spcBef>
                <a:spcPts val="85"/>
              </a:spcBef>
            </a:pPr>
            <a:r>
              <a:rPr sz="2000" b="1" spc="-10" dirty="0">
                <a:latin typeface="Times New Roman"/>
                <a:cs typeface="Times New Roman"/>
              </a:rPr>
              <a:t>Example: </a:t>
            </a:r>
            <a:r>
              <a:rPr sz="2000" spc="-20" dirty="0">
                <a:latin typeface="Times New Roman"/>
                <a:cs typeface="Times New Roman"/>
              </a:rPr>
              <a:t>The </a:t>
            </a:r>
            <a:r>
              <a:rPr sz="2000" spc="20" dirty="0">
                <a:latin typeface="Times New Roman"/>
                <a:cs typeface="Times New Roman"/>
              </a:rPr>
              <a:t>H&amp;S </a:t>
            </a:r>
            <a:r>
              <a:rPr sz="2000" spc="-5" dirty="0">
                <a:latin typeface="Times New Roman"/>
                <a:cs typeface="Times New Roman"/>
              </a:rPr>
              <a:t>Motor </a:t>
            </a:r>
            <a:r>
              <a:rPr sz="2000" spc="5" dirty="0">
                <a:latin typeface="Times New Roman"/>
                <a:cs typeface="Times New Roman"/>
              </a:rPr>
              <a:t>Company </a:t>
            </a:r>
            <a:r>
              <a:rPr sz="2000" dirty="0">
                <a:latin typeface="Times New Roman"/>
                <a:cs typeface="Times New Roman"/>
              </a:rPr>
              <a:t>manufactures </a:t>
            </a:r>
            <a:r>
              <a:rPr sz="2000" spc="-25" dirty="0">
                <a:latin typeface="Times New Roman"/>
                <a:cs typeface="Times New Roman"/>
              </a:rPr>
              <a:t>small </a:t>
            </a:r>
            <a:r>
              <a:rPr sz="2000" spc="-5" dirty="0">
                <a:latin typeface="Times New Roman"/>
                <a:cs typeface="Times New Roman"/>
              </a:rPr>
              <a:t>motors </a:t>
            </a:r>
            <a:r>
              <a:rPr sz="2000" spc="-10" dirty="0">
                <a:latin typeface="Times New Roman"/>
                <a:cs typeface="Times New Roman"/>
              </a:rPr>
              <a:t>(e.g.,3hp) </a:t>
            </a:r>
            <a:r>
              <a:rPr sz="2000" dirty="0">
                <a:latin typeface="Times New Roman"/>
                <a:cs typeface="Times New Roman"/>
              </a:rPr>
              <a:t>for </a:t>
            </a:r>
            <a:r>
              <a:rPr sz="2000" spc="-10" dirty="0">
                <a:latin typeface="Times New Roman"/>
                <a:cs typeface="Times New Roman"/>
              </a:rPr>
              <a:t>use </a:t>
            </a:r>
            <a:r>
              <a:rPr sz="2000" spc="-55" dirty="0">
                <a:latin typeface="Times New Roman"/>
                <a:cs typeface="Times New Roman"/>
              </a:rPr>
              <a:t>in </a:t>
            </a:r>
            <a:r>
              <a:rPr sz="2000" spc="-50" dirty="0">
                <a:latin typeface="Times New Roman"/>
                <a:cs typeface="Times New Roman"/>
              </a:rPr>
              <a:t> </a:t>
            </a:r>
            <a:r>
              <a:rPr sz="2000" spc="-15" dirty="0">
                <a:latin typeface="Times New Roman"/>
                <a:cs typeface="Times New Roman"/>
              </a:rPr>
              <a:t>lawn </a:t>
            </a:r>
            <a:r>
              <a:rPr sz="2000" dirty="0">
                <a:latin typeface="Times New Roman"/>
                <a:cs typeface="Times New Roman"/>
              </a:rPr>
              <a:t>mowers </a:t>
            </a:r>
            <a:r>
              <a:rPr sz="2000" spc="5" dirty="0">
                <a:latin typeface="Times New Roman"/>
                <a:cs typeface="Times New Roman"/>
              </a:rPr>
              <a:t>and </a:t>
            </a:r>
            <a:r>
              <a:rPr sz="2000" spc="-10" dirty="0">
                <a:latin typeface="Times New Roman"/>
                <a:cs typeface="Times New Roman"/>
              </a:rPr>
              <a:t>garden </a:t>
            </a:r>
            <a:r>
              <a:rPr sz="2000" dirty="0">
                <a:latin typeface="Times New Roman"/>
                <a:cs typeface="Times New Roman"/>
              </a:rPr>
              <a:t>equipment. </a:t>
            </a:r>
            <a:r>
              <a:rPr sz="2000" spc="-20" dirty="0">
                <a:latin typeface="Times New Roman"/>
                <a:cs typeface="Times New Roman"/>
              </a:rPr>
              <a:t>The </a:t>
            </a:r>
            <a:r>
              <a:rPr sz="2000" dirty="0">
                <a:latin typeface="Times New Roman"/>
                <a:cs typeface="Times New Roman"/>
              </a:rPr>
              <a:t>company </a:t>
            </a:r>
            <a:r>
              <a:rPr sz="2000" spc="5" dirty="0">
                <a:latin typeface="Times New Roman"/>
                <a:cs typeface="Times New Roman"/>
              </a:rPr>
              <a:t>instituted </a:t>
            </a:r>
            <a:r>
              <a:rPr sz="2000" dirty="0">
                <a:latin typeface="Times New Roman"/>
                <a:cs typeface="Times New Roman"/>
              </a:rPr>
              <a:t>a </a:t>
            </a:r>
            <a:r>
              <a:rPr sz="2000" spc="-10" dirty="0">
                <a:latin typeface="Times New Roman"/>
                <a:cs typeface="Times New Roman"/>
              </a:rPr>
              <a:t>quality management </a:t>
            </a:r>
            <a:r>
              <a:rPr sz="2000" spc="-5" dirty="0">
                <a:latin typeface="Times New Roman"/>
                <a:cs typeface="Times New Roman"/>
              </a:rPr>
              <a:t> </a:t>
            </a:r>
            <a:r>
              <a:rPr sz="2000" spc="-10" dirty="0">
                <a:latin typeface="Times New Roman"/>
                <a:cs typeface="Times New Roman"/>
              </a:rPr>
              <a:t>program</a:t>
            </a:r>
            <a:r>
              <a:rPr sz="2000" spc="-5" dirty="0">
                <a:latin typeface="Times New Roman"/>
                <a:cs typeface="Times New Roman"/>
              </a:rPr>
              <a:t> </a:t>
            </a:r>
            <a:r>
              <a:rPr sz="2000" spc="-30" dirty="0">
                <a:latin typeface="Times New Roman"/>
                <a:cs typeface="Times New Roman"/>
              </a:rPr>
              <a:t>in</a:t>
            </a:r>
            <a:r>
              <a:rPr sz="2000" spc="-25" dirty="0">
                <a:latin typeface="Times New Roman"/>
                <a:cs typeface="Times New Roman"/>
              </a:rPr>
              <a:t> </a:t>
            </a:r>
            <a:r>
              <a:rPr sz="2000" spc="-5" dirty="0">
                <a:latin typeface="Times New Roman"/>
                <a:cs typeface="Times New Roman"/>
              </a:rPr>
              <a:t>2004 </a:t>
            </a:r>
            <a:r>
              <a:rPr sz="2000" spc="5" dirty="0">
                <a:latin typeface="Times New Roman"/>
                <a:cs typeface="Times New Roman"/>
              </a:rPr>
              <a:t>and</a:t>
            </a:r>
            <a:r>
              <a:rPr sz="2000" spc="10" dirty="0">
                <a:latin typeface="Times New Roman"/>
                <a:cs typeface="Times New Roman"/>
              </a:rPr>
              <a:t> </a:t>
            </a:r>
            <a:r>
              <a:rPr sz="2000" spc="5" dirty="0">
                <a:latin typeface="Times New Roman"/>
                <a:cs typeface="Times New Roman"/>
              </a:rPr>
              <a:t>has </a:t>
            </a:r>
            <a:r>
              <a:rPr sz="2000" spc="10" dirty="0">
                <a:latin typeface="Times New Roman"/>
                <a:cs typeface="Times New Roman"/>
              </a:rPr>
              <a:t>recorded </a:t>
            </a:r>
            <a:r>
              <a:rPr sz="2000" spc="5" dirty="0">
                <a:latin typeface="Times New Roman"/>
                <a:cs typeface="Times New Roman"/>
              </a:rPr>
              <a:t>the </a:t>
            </a:r>
            <a:r>
              <a:rPr sz="2000" dirty="0">
                <a:latin typeface="Times New Roman"/>
                <a:cs typeface="Times New Roman"/>
              </a:rPr>
              <a:t>following quality cost</a:t>
            </a:r>
            <a:r>
              <a:rPr sz="2000" spc="5" dirty="0">
                <a:latin typeface="Times New Roman"/>
                <a:cs typeface="Times New Roman"/>
              </a:rPr>
              <a:t> </a:t>
            </a:r>
            <a:r>
              <a:rPr sz="2000" spc="10" dirty="0">
                <a:latin typeface="Times New Roman"/>
                <a:cs typeface="Times New Roman"/>
              </a:rPr>
              <a:t>data </a:t>
            </a:r>
            <a:r>
              <a:rPr sz="2000" spc="5" dirty="0">
                <a:latin typeface="Times New Roman"/>
                <a:cs typeface="Times New Roman"/>
              </a:rPr>
              <a:t>and </a:t>
            </a:r>
            <a:r>
              <a:rPr sz="2000" dirty="0">
                <a:latin typeface="Times New Roman"/>
                <a:cs typeface="Times New Roman"/>
              </a:rPr>
              <a:t>accounting </a:t>
            </a:r>
            <a:r>
              <a:rPr sz="2000" spc="5" dirty="0">
                <a:latin typeface="Times New Roman"/>
                <a:cs typeface="Times New Roman"/>
              </a:rPr>
              <a:t> </a:t>
            </a:r>
            <a:r>
              <a:rPr sz="2000" spc="-5" dirty="0">
                <a:latin typeface="Times New Roman"/>
                <a:cs typeface="Times New Roman"/>
              </a:rPr>
              <a:t>measures</a:t>
            </a:r>
            <a:r>
              <a:rPr sz="2000" spc="-20" dirty="0">
                <a:latin typeface="Times New Roman"/>
                <a:cs typeface="Times New Roman"/>
              </a:rPr>
              <a:t> </a:t>
            </a:r>
            <a:r>
              <a:rPr sz="2000" dirty="0">
                <a:latin typeface="Times New Roman"/>
                <a:cs typeface="Times New Roman"/>
              </a:rPr>
              <a:t>for four years.</a:t>
            </a:r>
          </a:p>
          <a:p>
            <a:pPr marL="12700" marR="13335" algn="just">
              <a:lnSpc>
                <a:spcPct val="100800"/>
              </a:lnSpc>
              <a:spcBef>
                <a:spcPts val="375"/>
              </a:spcBef>
            </a:pPr>
            <a:r>
              <a:rPr sz="2000" spc="-20" dirty="0">
                <a:latin typeface="Times New Roman"/>
                <a:cs typeface="Times New Roman"/>
              </a:rPr>
              <a:t>The </a:t>
            </a:r>
            <a:r>
              <a:rPr sz="2000" dirty="0">
                <a:latin typeface="Times New Roman"/>
                <a:cs typeface="Times New Roman"/>
              </a:rPr>
              <a:t>company </a:t>
            </a:r>
            <a:r>
              <a:rPr sz="2000" spc="5" dirty="0">
                <a:latin typeface="Times New Roman"/>
                <a:cs typeface="Times New Roman"/>
              </a:rPr>
              <a:t>wants </a:t>
            </a:r>
            <a:r>
              <a:rPr sz="2000" spc="10" dirty="0">
                <a:latin typeface="Times New Roman"/>
                <a:cs typeface="Times New Roman"/>
              </a:rPr>
              <a:t>to </a:t>
            </a:r>
            <a:r>
              <a:rPr sz="2000" spc="5" dirty="0">
                <a:latin typeface="Times New Roman"/>
                <a:cs typeface="Times New Roman"/>
              </a:rPr>
              <a:t>assess </a:t>
            </a:r>
            <a:r>
              <a:rPr sz="2000" spc="-15" dirty="0">
                <a:latin typeface="Times New Roman"/>
                <a:cs typeface="Times New Roman"/>
              </a:rPr>
              <a:t>its </a:t>
            </a:r>
            <a:r>
              <a:rPr sz="2000" dirty="0">
                <a:latin typeface="Times New Roman"/>
                <a:cs typeface="Times New Roman"/>
              </a:rPr>
              <a:t>quality–assurance </a:t>
            </a:r>
            <a:r>
              <a:rPr sz="2000" spc="-10" dirty="0">
                <a:latin typeface="Times New Roman"/>
                <a:cs typeface="Times New Roman"/>
              </a:rPr>
              <a:t>program </a:t>
            </a:r>
            <a:r>
              <a:rPr sz="2000" spc="5" dirty="0">
                <a:latin typeface="Times New Roman"/>
                <a:cs typeface="Times New Roman"/>
              </a:rPr>
              <a:t>and </a:t>
            </a:r>
            <a:r>
              <a:rPr sz="2000" spc="-5" dirty="0">
                <a:latin typeface="Times New Roman"/>
                <a:cs typeface="Times New Roman"/>
              </a:rPr>
              <a:t>develop </a:t>
            </a:r>
            <a:r>
              <a:rPr sz="2000" dirty="0">
                <a:latin typeface="Times New Roman"/>
                <a:cs typeface="Times New Roman"/>
              </a:rPr>
              <a:t>quality </a:t>
            </a:r>
            <a:r>
              <a:rPr sz="2000" spc="-10" dirty="0">
                <a:latin typeface="Times New Roman"/>
                <a:cs typeface="Times New Roman"/>
              </a:rPr>
              <a:t>index </a:t>
            </a:r>
            <a:r>
              <a:rPr sz="2000" spc="-5" dirty="0">
                <a:latin typeface="Times New Roman"/>
                <a:cs typeface="Times New Roman"/>
              </a:rPr>
              <a:t> numbers</a:t>
            </a:r>
            <a:r>
              <a:rPr sz="2000" spc="55" dirty="0">
                <a:latin typeface="Times New Roman"/>
                <a:cs typeface="Times New Roman"/>
              </a:rPr>
              <a:t> </a:t>
            </a:r>
            <a:r>
              <a:rPr sz="2000" spc="-20" dirty="0">
                <a:latin typeface="Times New Roman"/>
                <a:cs typeface="Times New Roman"/>
              </a:rPr>
              <a:t>using</a:t>
            </a:r>
            <a:r>
              <a:rPr sz="2000" spc="75" dirty="0">
                <a:latin typeface="Times New Roman"/>
                <a:cs typeface="Times New Roman"/>
              </a:rPr>
              <a:t> </a:t>
            </a:r>
            <a:r>
              <a:rPr sz="2000" spc="-10" dirty="0">
                <a:latin typeface="Times New Roman"/>
                <a:cs typeface="Times New Roman"/>
              </a:rPr>
              <a:t>sales</a:t>
            </a:r>
            <a:r>
              <a:rPr sz="2000" spc="-25" dirty="0">
                <a:latin typeface="Times New Roman"/>
                <a:cs typeface="Times New Roman"/>
              </a:rPr>
              <a:t> </a:t>
            </a:r>
            <a:r>
              <a:rPr sz="2000" spc="5" dirty="0">
                <a:latin typeface="Times New Roman"/>
                <a:cs typeface="Times New Roman"/>
              </a:rPr>
              <a:t>and </a:t>
            </a:r>
            <a:r>
              <a:rPr sz="2000" spc="-5" dirty="0">
                <a:latin typeface="Times New Roman"/>
                <a:cs typeface="Times New Roman"/>
              </a:rPr>
              <a:t>manufacturing</a:t>
            </a:r>
            <a:r>
              <a:rPr sz="2000" spc="15" dirty="0">
                <a:latin typeface="Times New Roman"/>
                <a:cs typeface="Times New Roman"/>
              </a:rPr>
              <a:t> </a:t>
            </a:r>
            <a:r>
              <a:rPr sz="2000" spc="-5" dirty="0">
                <a:latin typeface="Times New Roman"/>
                <a:cs typeface="Times New Roman"/>
              </a:rPr>
              <a:t>cost</a:t>
            </a:r>
            <a:r>
              <a:rPr sz="2000" spc="25" dirty="0">
                <a:latin typeface="Times New Roman"/>
                <a:cs typeface="Times New Roman"/>
              </a:rPr>
              <a:t> </a:t>
            </a:r>
            <a:r>
              <a:rPr sz="2000" spc="5" dirty="0">
                <a:latin typeface="Times New Roman"/>
                <a:cs typeface="Times New Roman"/>
              </a:rPr>
              <a:t>bases</a:t>
            </a:r>
            <a:r>
              <a:rPr sz="2000" spc="-25" dirty="0">
                <a:latin typeface="Times New Roman"/>
                <a:cs typeface="Times New Roman"/>
              </a:rPr>
              <a:t> </a:t>
            </a:r>
            <a:r>
              <a:rPr sz="2000" dirty="0">
                <a:latin typeface="Times New Roman"/>
                <a:cs typeface="Times New Roman"/>
              </a:rPr>
              <a:t>for </a:t>
            </a:r>
            <a:r>
              <a:rPr sz="2000" spc="5" dirty="0">
                <a:latin typeface="Times New Roman"/>
                <a:cs typeface="Times New Roman"/>
              </a:rPr>
              <a:t>the</a:t>
            </a:r>
            <a:r>
              <a:rPr sz="2000" spc="-50" dirty="0">
                <a:latin typeface="Times New Roman"/>
                <a:cs typeface="Times New Roman"/>
              </a:rPr>
              <a:t> </a:t>
            </a:r>
            <a:r>
              <a:rPr sz="2000" dirty="0">
                <a:latin typeface="Times New Roman"/>
                <a:cs typeface="Times New Roman"/>
              </a:rPr>
              <a:t>four </a:t>
            </a:r>
            <a:r>
              <a:rPr sz="2000" spc="10" dirty="0">
                <a:latin typeface="Times New Roman"/>
                <a:cs typeface="Times New Roman"/>
              </a:rPr>
              <a:t>year</a:t>
            </a:r>
            <a:r>
              <a:rPr sz="2000" spc="-65" dirty="0">
                <a:latin typeface="Times New Roman"/>
                <a:cs typeface="Times New Roman"/>
              </a:rPr>
              <a:t> </a:t>
            </a:r>
            <a:r>
              <a:rPr sz="2000" spc="-5" dirty="0">
                <a:latin typeface="Times New Roman"/>
                <a:cs typeface="Times New Roman"/>
              </a:rPr>
              <a:t>period.</a:t>
            </a:r>
            <a:endParaRPr sz="2000" dirty="0">
              <a:latin typeface="Times New Roman"/>
              <a:cs typeface="Times New Roman"/>
            </a:endParaRPr>
          </a:p>
        </p:txBody>
      </p:sp>
      <p:pic>
        <p:nvPicPr>
          <p:cNvPr id="10" name="object 10"/>
          <p:cNvPicPr/>
          <p:nvPr/>
        </p:nvPicPr>
        <p:blipFill>
          <a:blip r:embed="rId3" cstate="print"/>
          <a:stretch>
            <a:fillRect/>
          </a:stretch>
        </p:blipFill>
        <p:spPr>
          <a:xfrm>
            <a:off x="1066800" y="3218230"/>
            <a:ext cx="7239000" cy="2725370"/>
          </a:xfrm>
          <a:prstGeom prst="rect">
            <a:avLst/>
          </a:prstGeom>
        </p:spPr>
      </p:pic>
      <p:sp>
        <p:nvSpPr>
          <p:cNvPr id="11" name="object 11"/>
          <p:cNvSpPr txBox="1">
            <a:spLocks noGrp="1"/>
          </p:cNvSpPr>
          <p:nvPr>
            <p:ph type="ftr" sz="quarter" idx="4294967295"/>
          </p:nvPr>
        </p:nvSpPr>
        <p:spPr>
          <a:xfrm>
            <a:off x="536574" y="6451049"/>
            <a:ext cx="73882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7" name="Slide Number Placeholder 16"/>
          <p:cNvSpPr>
            <a:spLocks noGrp="1"/>
          </p:cNvSpPr>
          <p:nvPr>
            <p:ph type="sldNum" sz="quarter" idx="12"/>
          </p:nvPr>
        </p:nvSpPr>
        <p:spPr/>
        <p:txBody>
          <a:bodyPr/>
          <a:lstStyle/>
          <a:p>
            <a:fld id="{98942D1A-943E-4A86-8308-2F95E8B419B7}" type="slidenum">
              <a:rPr lang="en-US" smtClean="0"/>
              <a:pPr/>
              <a:t>51</a:t>
            </a:fld>
            <a:endParaRPr lang="en-US"/>
          </a:p>
        </p:txBody>
      </p:sp>
      <p:sp>
        <p:nvSpPr>
          <p:cNvPr id="12" name="Date Placeholder 11"/>
          <p:cNvSpPr>
            <a:spLocks noGrp="1"/>
          </p:cNvSpPr>
          <p:nvPr>
            <p:ph type="dt" sz="half" idx="10"/>
          </p:nvPr>
        </p:nvSpPr>
        <p:spPr/>
        <p:txBody>
          <a:bodyPr/>
          <a:lstStyle/>
          <a:p>
            <a:fld id="{FABF7FD2-5155-44EB-B154-66FBCE26549F}" type="datetime1">
              <a:rPr lang="en-US" smtClean="0"/>
              <a:t>5/1/2026</a:t>
            </a:fld>
            <a:endParaRPr lang="en-US"/>
          </a:p>
        </p:txBody>
      </p:sp>
      <p:pic>
        <p:nvPicPr>
          <p:cNvPr id="15" name="Picture 14"/>
          <p:cNvPicPr>
            <a:picLocks noChangeAspect="1"/>
          </p:cNvPicPr>
          <p:nvPr/>
        </p:nvPicPr>
        <p:blipFill>
          <a:blip r:embed="rId4"/>
          <a:stretch>
            <a:fillRect/>
          </a:stretch>
        </p:blipFill>
        <p:spPr>
          <a:xfrm>
            <a:off x="0" y="-5047"/>
            <a:ext cx="1752600" cy="1024530"/>
          </a:xfrm>
          <a:prstGeom prst="rect">
            <a:avLst/>
          </a:prstGeom>
        </p:spPr>
      </p:pic>
      <p:pic>
        <p:nvPicPr>
          <p:cNvPr id="9" name="Picture 8"/>
          <p:cNvPicPr>
            <a:picLocks noChangeAspect="1"/>
          </p:cNvPicPr>
          <p:nvPr/>
        </p:nvPicPr>
        <p:blipFill>
          <a:blip r:embed="rId5"/>
          <a:stretch>
            <a:fillRect/>
          </a:stretch>
        </p:blipFill>
        <p:spPr>
          <a:xfrm>
            <a:off x="1722996" y="0"/>
            <a:ext cx="7462151" cy="944962"/>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775" y="1108773"/>
            <a:ext cx="5361940" cy="1017905"/>
          </a:xfrm>
          <a:prstGeom prst="rect">
            <a:avLst/>
          </a:prstGeom>
        </p:spPr>
        <p:txBody>
          <a:bodyPr vert="horz" wrap="square" lIns="0" tIns="72390" rIns="0" bIns="0" rtlCol="0">
            <a:spAutoFit/>
          </a:bodyPr>
          <a:lstStyle/>
          <a:p>
            <a:pPr marL="12700">
              <a:lnSpc>
                <a:spcPct val="100000"/>
              </a:lnSpc>
              <a:spcBef>
                <a:spcPts val="570"/>
              </a:spcBef>
            </a:pPr>
            <a:r>
              <a:rPr sz="1800" spc="-15" dirty="0">
                <a:latin typeface="Times New Roman"/>
                <a:cs typeface="Times New Roman"/>
              </a:rPr>
              <a:t>Quality</a:t>
            </a:r>
            <a:r>
              <a:rPr sz="1800" spc="75" dirty="0">
                <a:latin typeface="Times New Roman"/>
                <a:cs typeface="Times New Roman"/>
              </a:rPr>
              <a:t> </a:t>
            </a:r>
            <a:r>
              <a:rPr sz="1800" spc="5" dirty="0">
                <a:latin typeface="Times New Roman"/>
                <a:cs typeface="Times New Roman"/>
              </a:rPr>
              <a:t>Index</a:t>
            </a:r>
            <a:r>
              <a:rPr sz="1800" spc="-5" dirty="0">
                <a:latin typeface="Times New Roman"/>
                <a:cs typeface="Times New Roman"/>
              </a:rPr>
              <a:t> </a:t>
            </a:r>
            <a:r>
              <a:rPr sz="1800" dirty="0">
                <a:latin typeface="Times New Roman"/>
                <a:cs typeface="Times New Roman"/>
              </a:rPr>
              <a:t>=</a:t>
            </a:r>
            <a:r>
              <a:rPr sz="1800" spc="-35" dirty="0">
                <a:latin typeface="Times New Roman"/>
                <a:cs typeface="Times New Roman"/>
              </a:rPr>
              <a:t> </a:t>
            </a:r>
            <a:r>
              <a:rPr sz="1800" spc="-25" dirty="0">
                <a:latin typeface="Times New Roman"/>
                <a:cs typeface="Times New Roman"/>
              </a:rPr>
              <a:t>[(Total</a:t>
            </a:r>
            <a:r>
              <a:rPr sz="1800" spc="30" dirty="0">
                <a:latin typeface="Times New Roman"/>
                <a:cs typeface="Times New Roman"/>
              </a:rPr>
              <a:t> </a:t>
            </a:r>
            <a:r>
              <a:rPr sz="1800" spc="-15" dirty="0">
                <a:latin typeface="Times New Roman"/>
                <a:cs typeface="Times New Roman"/>
              </a:rPr>
              <a:t>Quality</a:t>
            </a:r>
            <a:r>
              <a:rPr sz="1800" spc="75" dirty="0">
                <a:latin typeface="Times New Roman"/>
                <a:cs typeface="Times New Roman"/>
              </a:rPr>
              <a:t> </a:t>
            </a:r>
            <a:r>
              <a:rPr sz="1800" spc="-10" dirty="0">
                <a:latin typeface="Times New Roman"/>
                <a:cs typeface="Times New Roman"/>
              </a:rPr>
              <a:t>Costs)</a:t>
            </a:r>
            <a:r>
              <a:rPr sz="1800" spc="10" dirty="0">
                <a:latin typeface="Times New Roman"/>
                <a:cs typeface="Times New Roman"/>
              </a:rPr>
              <a:t> </a:t>
            </a:r>
            <a:r>
              <a:rPr sz="1800" dirty="0">
                <a:latin typeface="Times New Roman"/>
                <a:cs typeface="Times New Roman"/>
              </a:rPr>
              <a:t>/</a:t>
            </a:r>
            <a:r>
              <a:rPr sz="1800" spc="20" dirty="0">
                <a:latin typeface="Times New Roman"/>
                <a:cs typeface="Times New Roman"/>
              </a:rPr>
              <a:t> </a:t>
            </a:r>
            <a:r>
              <a:rPr sz="1800" dirty="0">
                <a:latin typeface="Times New Roman"/>
                <a:cs typeface="Times New Roman"/>
              </a:rPr>
              <a:t>Base]*100</a:t>
            </a:r>
            <a:endParaRPr sz="1800">
              <a:latin typeface="Times New Roman"/>
              <a:cs typeface="Times New Roman"/>
            </a:endParaRPr>
          </a:p>
          <a:p>
            <a:pPr marL="12700">
              <a:lnSpc>
                <a:spcPct val="100000"/>
              </a:lnSpc>
              <a:spcBef>
                <a:spcPts val="470"/>
              </a:spcBef>
            </a:pPr>
            <a:r>
              <a:rPr sz="1800" spc="-20" dirty="0">
                <a:latin typeface="Times New Roman"/>
                <a:cs typeface="Times New Roman"/>
              </a:rPr>
              <a:t>The</a:t>
            </a:r>
            <a:r>
              <a:rPr sz="1800" spc="20" dirty="0">
                <a:latin typeface="Times New Roman"/>
                <a:cs typeface="Times New Roman"/>
              </a:rPr>
              <a:t> </a:t>
            </a:r>
            <a:r>
              <a:rPr sz="1800" spc="5" dirty="0">
                <a:latin typeface="Times New Roman"/>
                <a:cs typeface="Times New Roman"/>
              </a:rPr>
              <a:t>Index</a:t>
            </a:r>
            <a:r>
              <a:rPr sz="1800" spc="-5" dirty="0">
                <a:latin typeface="Times New Roman"/>
                <a:cs typeface="Times New Roman"/>
              </a:rPr>
              <a:t> </a:t>
            </a:r>
            <a:r>
              <a:rPr sz="1800" spc="-10" dirty="0">
                <a:latin typeface="Times New Roman"/>
                <a:cs typeface="Times New Roman"/>
              </a:rPr>
              <a:t>Number</a:t>
            </a:r>
            <a:r>
              <a:rPr sz="1800" spc="75" dirty="0">
                <a:latin typeface="Times New Roman"/>
                <a:cs typeface="Times New Roman"/>
              </a:rPr>
              <a:t> </a:t>
            </a:r>
            <a:r>
              <a:rPr sz="1800" dirty="0">
                <a:latin typeface="Times New Roman"/>
                <a:cs typeface="Times New Roman"/>
              </a:rPr>
              <a:t>for </a:t>
            </a:r>
            <a:r>
              <a:rPr sz="1800" spc="-5" dirty="0">
                <a:latin typeface="Times New Roman"/>
                <a:cs typeface="Times New Roman"/>
              </a:rPr>
              <a:t>2004</a:t>
            </a:r>
            <a:r>
              <a:rPr sz="1800" spc="5" dirty="0">
                <a:latin typeface="Times New Roman"/>
                <a:cs typeface="Times New Roman"/>
              </a:rPr>
              <a:t> </a:t>
            </a:r>
            <a:r>
              <a:rPr sz="1800" spc="-10" dirty="0">
                <a:latin typeface="Times New Roman"/>
                <a:cs typeface="Times New Roman"/>
              </a:rPr>
              <a:t>sales</a:t>
            </a:r>
            <a:r>
              <a:rPr sz="1800" spc="-25" dirty="0">
                <a:latin typeface="Times New Roman"/>
                <a:cs typeface="Times New Roman"/>
              </a:rPr>
              <a:t> </a:t>
            </a:r>
            <a:r>
              <a:rPr sz="1800" spc="-30" dirty="0">
                <a:latin typeface="Times New Roman"/>
                <a:cs typeface="Times New Roman"/>
              </a:rPr>
              <a:t>is:</a:t>
            </a:r>
            <a:r>
              <a:rPr sz="1800" spc="105" dirty="0">
                <a:latin typeface="Times New Roman"/>
                <a:cs typeface="Times New Roman"/>
              </a:rPr>
              <a:t> </a:t>
            </a:r>
            <a:r>
              <a:rPr sz="1800" spc="-15" dirty="0">
                <a:latin typeface="Times New Roman"/>
                <a:cs typeface="Times New Roman"/>
              </a:rPr>
              <a:t>Quality</a:t>
            </a:r>
            <a:r>
              <a:rPr sz="1800" spc="75" dirty="0">
                <a:latin typeface="Times New Roman"/>
                <a:cs typeface="Times New Roman"/>
              </a:rPr>
              <a:t> </a:t>
            </a:r>
            <a:r>
              <a:rPr sz="1800" spc="-10" dirty="0">
                <a:latin typeface="Times New Roman"/>
                <a:cs typeface="Times New Roman"/>
              </a:rPr>
              <a:t>Cost</a:t>
            </a:r>
            <a:r>
              <a:rPr sz="1800" spc="30" dirty="0">
                <a:latin typeface="Times New Roman"/>
                <a:cs typeface="Times New Roman"/>
              </a:rPr>
              <a:t> </a:t>
            </a:r>
            <a:r>
              <a:rPr sz="1800" spc="5" dirty="0">
                <a:latin typeface="Times New Roman"/>
                <a:cs typeface="Times New Roman"/>
              </a:rPr>
              <a:t>per</a:t>
            </a:r>
            <a:r>
              <a:rPr sz="1800" dirty="0">
                <a:latin typeface="Times New Roman"/>
                <a:cs typeface="Times New Roman"/>
              </a:rPr>
              <a:t> </a:t>
            </a:r>
            <a:r>
              <a:rPr sz="1800" spc="-15" dirty="0">
                <a:latin typeface="Times New Roman"/>
                <a:cs typeface="Times New Roman"/>
              </a:rPr>
              <a:t>sale</a:t>
            </a:r>
            <a:endParaRPr sz="1800">
              <a:latin typeface="Times New Roman"/>
              <a:cs typeface="Times New Roman"/>
            </a:endParaRPr>
          </a:p>
          <a:p>
            <a:pPr marL="12700">
              <a:lnSpc>
                <a:spcPct val="100000"/>
              </a:lnSpc>
              <a:spcBef>
                <a:spcPts val="390"/>
              </a:spcBef>
            </a:pPr>
            <a:r>
              <a:rPr sz="1800" dirty="0">
                <a:latin typeface="Times New Roman"/>
                <a:cs typeface="Times New Roman"/>
              </a:rPr>
              <a:t>=</a:t>
            </a:r>
            <a:r>
              <a:rPr sz="1800" spc="-40" dirty="0">
                <a:latin typeface="Times New Roman"/>
                <a:cs typeface="Times New Roman"/>
              </a:rPr>
              <a:t> </a:t>
            </a:r>
            <a:r>
              <a:rPr sz="1800" spc="-5" dirty="0">
                <a:latin typeface="Times New Roman"/>
                <a:cs typeface="Times New Roman"/>
              </a:rPr>
              <a:t>[(810,400/4,360,000)]*100</a:t>
            </a:r>
            <a:r>
              <a:rPr sz="1800" spc="5" dirty="0">
                <a:latin typeface="Times New Roman"/>
                <a:cs typeface="Times New Roman"/>
              </a:rPr>
              <a:t> </a:t>
            </a:r>
            <a:r>
              <a:rPr sz="1800" dirty="0">
                <a:latin typeface="Times New Roman"/>
                <a:cs typeface="Times New Roman"/>
              </a:rPr>
              <a:t>=</a:t>
            </a:r>
            <a:r>
              <a:rPr sz="1800" spc="45" dirty="0">
                <a:latin typeface="Times New Roman"/>
                <a:cs typeface="Times New Roman"/>
              </a:rPr>
              <a:t> </a:t>
            </a:r>
            <a:r>
              <a:rPr sz="1800" spc="-5" dirty="0">
                <a:latin typeface="Times New Roman"/>
                <a:cs typeface="Times New Roman"/>
              </a:rPr>
              <a:t>18.58%</a:t>
            </a:r>
            <a:endParaRPr sz="1800">
              <a:latin typeface="Times New Roman"/>
              <a:cs typeface="Times New Roman"/>
            </a:endParaRPr>
          </a:p>
        </p:txBody>
      </p:sp>
      <p:sp>
        <p:nvSpPr>
          <p:cNvPr id="3" name="object 3"/>
          <p:cNvSpPr txBox="1"/>
          <p:nvPr/>
        </p:nvSpPr>
        <p:spPr>
          <a:xfrm>
            <a:off x="612775" y="4115371"/>
            <a:ext cx="8087359" cy="1948814"/>
          </a:xfrm>
          <a:prstGeom prst="rect">
            <a:avLst/>
          </a:prstGeom>
        </p:spPr>
        <p:txBody>
          <a:bodyPr vert="horz" wrap="square" lIns="0" tIns="25400" rIns="0" bIns="0" rtlCol="0">
            <a:spAutoFit/>
          </a:bodyPr>
          <a:lstStyle/>
          <a:p>
            <a:pPr marL="355600" marR="5080" indent="-343535">
              <a:lnSpc>
                <a:spcPts val="2030"/>
              </a:lnSpc>
              <a:spcBef>
                <a:spcPts val="200"/>
              </a:spcBef>
              <a:buFont typeface="Arial MT"/>
              <a:buChar char="•"/>
              <a:tabLst>
                <a:tab pos="355600" algn="l"/>
                <a:tab pos="356235" algn="l"/>
              </a:tabLst>
            </a:pPr>
            <a:r>
              <a:rPr sz="1700" spc="-5" dirty="0">
                <a:latin typeface="Times New Roman"/>
                <a:cs typeface="Times New Roman"/>
              </a:rPr>
              <a:t>“The </a:t>
            </a:r>
            <a:r>
              <a:rPr sz="1700" spc="-25" dirty="0">
                <a:latin typeface="Times New Roman"/>
                <a:cs typeface="Times New Roman"/>
              </a:rPr>
              <a:t>H&amp;S </a:t>
            </a:r>
            <a:r>
              <a:rPr sz="1700" spc="10" dirty="0">
                <a:latin typeface="Times New Roman"/>
                <a:cs typeface="Times New Roman"/>
              </a:rPr>
              <a:t>Company </a:t>
            </a:r>
            <a:r>
              <a:rPr sz="1700" spc="-5" dirty="0">
                <a:latin typeface="Times New Roman"/>
                <a:cs typeface="Times New Roman"/>
              </a:rPr>
              <a:t>quality </a:t>
            </a:r>
            <a:r>
              <a:rPr sz="1700" spc="15" dirty="0">
                <a:latin typeface="Times New Roman"/>
                <a:cs typeface="Times New Roman"/>
              </a:rPr>
              <a:t>index </a:t>
            </a:r>
            <a:r>
              <a:rPr sz="1700" spc="5" dirty="0">
                <a:latin typeface="Times New Roman"/>
                <a:cs typeface="Times New Roman"/>
              </a:rPr>
              <a:t>numbers </a:t>
            </a:r>
            <a:r>
              <a:rPr sz="1700" dirty="0">
                <a:latin typeface="Times New Roman"/>
                <a:cs typeface="Times New Roman"/>
              </a:rPr>
              <a:t>reflect </a:t>
            </a:r>
            <a:r>
              <a:rPr sz="1700" spc="-10" dirty="0">
                <a:latin typeface="Times New Roman"/>
                <a:cs typeface="Times New Roman"/>
              </a:rPr>
              <a:t>dramatically </a:t>
            </a:r>
            <a:r>
              <a:rPr sz="1700" spc="5" dirty="0">
                <a:latin typeface="Times New Roman"/>
                <a:cs typeface="Times New Roman"/>
              </a:rPr>
              <a:t>improved </a:t>
            </a:r>
            <a:r>
              <a:rPr sz="1700" spc="-5" dirty="0">
                <a:latin typeface="Times New Roman"/>
                <a:cs typeface="Times New Roman"/>
              </a:rPr>
              <a:t>quality </a:t>
            </a:r>
            <a:r>
              <a:rPr sz="1700" spc="15" dirty="0">
                <a:latin typeface="Times New Roman"/>
                <a:cs typeface="Times New Roman"/>
              </a:rPr>
              <a:t>during </a:t>
            </a:r>
            <a:r>
              <a:rPr sz="1700" spc="-409" dirty="0">
                <a:latin typeface="Times New Roman"/>
                <a:cs typeface="Times New Roman"/>
              </a:rPr>
              <a:t> </a:t>
            </a:r>
            <a:r>
              <a:rPr sz="1700" spc="10" dirty="0">
                <a:latin typeface="Times New Roman"/>
                <a:cs typeface="Times New Roman"/>
              </a:rPr>
              <a:t>the</a:t>
            </a:r>
            <a:r>
              <a:rPr sz="1700" spc="-70" dirty="0">
                <a:latin typeface="Times New Roman"/>
                <a:cs typeface="Times New Roman"/>
              </a:rPr>
              <a:t> </a:t>
            </a:r>
            <a:r>
              <a:rPr sz="1700" spc="30" dirty="0">
                <a:latin typeface="Times New Roman"/>
                <a:cs typeface="Times New Roman"/>
              </a:rPr>
              <a:t>four</a:t>
            </a:r>
            <a:r>
              <a:rPr sz="1700" spc="-95" dirty="0">
                <a:latin typeface="Times New Roman"/>
                <a:cs typeface="Times New Roman"/>
              </a:rPr>
              <a:t> </a:t>
            </a:r>
            <a:r>
              <a:rPr sz="1700" spc="-10" dirty="0">
                <a:latin typeface="Times New Roman"/>
                <a:cs typeface="Times New Roman"/>
              </a:rPr>
              <a:t>year</a:t>
            </a:r>
            <a:r>
              <a:rPr sz="1700" spc="-25" dirty="0">
                <a:latin typeface="Times New Roman"/>
                <a:cs typeface="Times New Roman"/>
              </a:rPr>
              <a:t> </a:t>
            </a:r>
            <a:r>
              <a:rPr sz="1700" spc="15" dirty="0">
                <a:latin typeface="Times New Roman"/>
                <a:cs typeface="Times New Roman"/>
              </a:rPr>
              <a:t>period”</a:t>
            </a:r>
            <a:endParaRPr sz="1700">
              <a:latin typeface="Times New Roman"/>
              <a:cs typeface="Times New Roman"/>
            </a:endParaRPr>
          </a:p>
          <a:p>
            <a:pPr marL="355600" indent="-343535">
              <a:lnSpc>
                <a:spcPts val="2035"/>
              </a:lnSpc>
              <a:spcBef>
                <a:spcPts val="370"/>
              </a:spcBef>
              <a:buFont typeface="Arial MT"/>
              <a:buChar char="•"/>
              <a:tabLst>
                <a:tab pos="355600" algn="l"/>
                <a:tab pos="356235" algn="l"/>
                <a:tab pos="1165860" algn="l"/>
                <a:tab pos="1804670" algn="l"/>
                <a:tab pos="2138680" algn="l"/>
                <a:tab pos="2386330" algn="l"/>
                <a:tab pos="3463925" algn="l"/>
                <a:tab pos="3797300" algn="l"/>
                <a:tab pos="4340860" algn="l"/>
                <a:tab pos="4922520" algn="l"/>
                <a:tab pos="5247005" algn="l"/>
                <a:tab pos="6657975" algn="l"/>
                <a:tab pos="7249159" algn="l"/>
              </a:tabLst>
            </a:pPr>
            <a:r>
              <a:rPr sz="1700" dirty="0">
                <a:latin typeface="Times New Roman"/>
                <a:cs typeface="Times New Roman"/>
              </a:rPr>
              <a:t>Quality	</a:t>
            </a:r>
            <a:r>
              <a:rPr sz="1700" spc="5" dirty="0">
                <a:latin typeface="Times New Roman"/>
                <a:cs typeface="Times New Roman"/>
              </a:rPr>
              <a:t>Costs	</a:t>
            </a:r>
            <a:r>
              <a:rPr sz="1700" dirty="0">
                <a:latin typeface="Times New Roman"/>
                <a:cs typeface="Times New Roman"/>
              </a:rPr>
              <a:t>as	</a:t>
            </a:r>
            <a:r>
              <a:rPr sz="1700" spc="10" dirty="0">
                <a:latin typeface="Times New Roman"/>
                <a:cs typeface="Times New Roman"/>
              </a:rPr>
              <a:t>a	</a:t>
            </a:r>
            <a:r>
              <a:rPr sz="1700" dirty="0">
                <a:latin typeface="Times New Roman"/>
                <a:cs typeface="Times New Roman"/>
              </a:rPr>
              <a:t>Proportion	</a:t>
            </a:r>
            <a:r>
              <a:rPr sz="1700" spc="25" dirty="0">
                <a:latin typeface="Times New Roman"/>
                <a:cs typeface="Times New Roman"/>
              </a:rPr>
              <a:t>of	</a:t>
            </a:r>
            <a:r>
              <a:rPr sz="1700" dirty="0">
                <a:latin typeface="Times New Roman"/>
                <a:cs typeface="Times New Roman"/>
              </a:rPr>
              <a:t>both	</a:t>
            </a:r>
            <a:r>
              <a:rPr sz="1700" spc="-5" dirty="0">
                <a:latin typeface="Times New Roman"/>
                <a:cs typeface="Times New Roman"/>
              </a:rPr>
              <a:t>sales	</a:t>
            </a:r>
            <a:r>
              <a:rPr sz="1700" spc="20" dirty="0">
                <a:latin typeface="Times New Roman"/>
                <a:cs typeface="Times New Roman"/>
              </a:rPr>
              <a:t>&amp;	</a:t>
            </a:r>
            <a:r>
              <a:rPr sz="1700" spc="-5" dirty="0">
                <a:latin typeface="Times New Roman"/>
                <a:cs typeface="Times New Roman"/>
              </a:rPr>
              <a:t>manufacturing	</a:t>
            </a:r>
            <a:r>
              <a:rPr sz="1700" spc="-10" dirty="0">
                <a:latin typeface="Times New Roman"/>
                <a:cs typeface="Times New Roman"/>
              </a:rPr>
              <a:t>costs	improved</a:t>
            </a:r>
            <a:endParaRPr sz="1700">
              <a:latin typeface="Times New Roman"/>
              <a:cs typeface="Times New Roman"/>
            </a:endParaRPr>
          </a:p>
          <a:p>
            <a:pPr marL="355600">
              <a:lnSpc>
                <a:spcPts val="2035"/>
              </a:lnSpc>
            </a:pPr>
            <a:r>
              <a:rPr sz="1700" spc="-5" dirty="0">
                <a:latin typeface="Times New Roman"/>
                <a:cs typeface="Times New Roman"/>
              </a:rPr>
              <a:t>significantly</a:t>
            </a:r>
            <a:endParaRPr sz="1700">
              <a:latin typeface="Times New Roman"/>
              <a:cs typeface="Times New Roman"/>
            </a:endParaRPr>
          </a:p>
          <a:p>
            <a:pPr marL="355600" marR="5080" indent="-343535" algn="just">
              <a:lnSpc>
                <a:spcPct val="101200"/>
              </a:lnSpc>
              <a:spcBef>
                <a:spcPts val="340"/>
              </a:spcBef>
              <a:buFont typeface="Arial MT"/>
              <a:buChar char="•"/>
              <a:tabLst>
                <a:tab pos="356235" algn="l"/>
              </a:tabLst>
            </a:pPr>
            <a:r>
              <a:rPr sz="1700" dirty="0">
                <a:latin typeface="Times New Roman"/>
                <a:cs typeface="Times New Roman"/>
              </a:rPr>
              <a:t>Quality </a:t>
            </a:r>
            <a:r>
              <a:rPr sz="1700" spc="5" dirty="0">
                <a:latin typeface="Times New Roman"/>
                <a:cs typeface="Times New Roman"/>
              </a:rPr>
              <a:t>Index </a:t>
            </a:r>
            <a:r>
              <a:rPr sz="1700" spc="-5" dirty="0">
                <a:latin typeface="Times New Roman"/>
                <a:cs typeface="Times New Roman"/>
              </a:rPr>
              <a:t>Numbers </a:t>
            </a:r>
            <a:r>
              <a:rPr sz="1700" spc="-15" dirty="0">
                <a:latin typeface="Times New Roman"/>
                <a:cs typeface="Times New Roman"/>
              </a:rPr>
              <a:t>are </a:t>
            </a:r>
            <a:r>
              <a:rPr sz="1700" spc="10" dirty="0">
                <a:latin typeface="Times New Roman"/>
                <a:cs typeface="Times New Roman"/>
              </a:rPr>
              <a:t>useful </a:t>
            </a:r>
            <a:r>
              <a:rPr sz="1700" spc="-45" dirty="0">
                <a:latin typeface="Times New Roman"/>
                <a:cs typeface="Times New Roman"/>
              </a:rPr>
              <a:t>in </a:t>
            </a:r>
            <a:r>
              <a:rPr sz="1700" spc="-10" dirty="0">
                <a:latin typeface="Times New Roman"/>
                <a:cs typeface="Times New Roman"/>
              </a:rPr>
              <a:t>showing </a:t>
            </a:r>
            <a:r>
              <a:rPr sz="1700" dirty="0">
                <a:latin typeface="Times New Roman"/>
                <a:cs typeface="Times New Roman"/>
              </a:rPr>
              <a:t>trends </a:t>
            </a:r>
            <a:r>
              <a:rPr sz="1700" spc="-10" dirty="0">
                <a:latin typeface="Times New Roman"/>
                <a:cs typeface="Times New Roman"/>
              </a:rPr>
              <a:t>in </a:t>
            </a:r>
            <a:r>
              <a:rPr sz="1700" spc="-5" dirty="0">
                <a:latin typeface="Times New Roman"/>
                <a:cs typeface="Times New Roman"/>
              </a:rPr>
              <a:t>product </a:t>
            </a:r>
            <a:r>
              <a:rPr sz="1700" dirty="0">
                <a:latin typeface="Times New Roman"/>
                <a:cs typeface="Times New Roman"/>
              </a:rPr>
              <a:t>quality </a:t>
            </a:r>
            <a:r>
              <a:rPr sz="1700" spc="5" dirty="0">
                <a:latin typeface="Times New Roman"/>
                <a:cs typeface="Times New Roman"/>
              </a:rPr>
              <a:t>over </a:t>
            </a:r>
            <a:r>
              <a:rPr sz="1700" spc="-10" dirty="0">
                <a:latin typeface="Times New Roman"/>
                <a:cs typeface="Times New Roman"/>
              </a:rPr>
              <a:t>time and </a:t>
            </a:r>
            <a:r>
              <a:rPr sz="1700" spc="-5" dirty="0">
                <a:latin typeface="Times New Roman"/>
                <a:cs typeface="Times New Roman"/>
              </a:rPr>
              <a:t> </a:t>
            </a:r>
            <a:r>
              <a:rPr sz="1700" dirty="0">
                <a:latin typeface="Times New Roman"/>
                <a:cs typeface="Times New Roman"/>
              </a:rPr>
              <a:t>reflecting </a:t>
            </a:r>
            <a:r>
              <a:rPr sz="1700" spc="10" dirty="0">
                <a:latin typeface="Times New Roman"/>
                <a:cs typeface="Times New Roman"/>
              </a:rPr>
              <a:t>the </a:t>
            </a:r>
            <a:r>
              <a:rPr sz="1700" spc="-5" dirty="0">
                <a:latin typeface="Times New Roman"/>
                <a:cs typeface="Times New Roman"/>
              </a:rPr>
              <a:t>impact </a:t>
            </a:r>
            <a:r>
              <a:rPr sz="1700" spc="25" dirty="0">
                <a:latin typeface="Times New Roman"/>
                <a:cs typeface="Times New Roman"/>
              </a:rPr>
              <a:t>of </a:t>
            </a:r>
            <a:r>
              <a:rPr sz="1700" spc="-5" dirty="0">
                <a:latin typeface="Times New Roman"/>
                <a:cs typeface="Times New Roman"/>
              </a:rPr>
              <a:t>product </a:t>
            </a:r>
            <a:r>
              <a:rPr sz="1700" dirty="0">
                <a:latin typeface="Times New Roman"/>
                <a:cs typeface="Times New Roman"/>
              </a:rPr>
              <a:t>quality relative </a:t>
            </a:r>
            <a:r>
              <a:rPr sz="1700" spc="-10" dirty="0">
                <a:latin typeface="Times New Roman"/>
                <a:cs typeface="Times New Roman"/>
              </a:rPr>
              <a:t>to</a:t>
            </a:r>
            <a:r>
              <a:rPr sz="1700" spc="-5" dirty="0">
                <a:latin typeface="Times New Roman"/>
                <a:cs typeface="Times New Roman"/>
              </a:rPr>
              <a:t> accounting </a:t>
            </a:r>
            <a:r>
              <a:rPr sz="1700" dirty="0">
                <a:latin typeface="Times New Roman"/>
                <a:cs typeface="Times New Roman"/>
              </a:rPr>
              <a:t>measures with </a:t>
            </a:r>
            <a:r>
              <a:rPr sz="1700" spc="-5" dirty="0">
                <a:latin typeface="Times New Roman"/>
                <a:cs typeface="Times New Roman"/>
              </a:rPr>
              <a:t>which </a:t>
            </a:r>
            <a:r>
              <a:rPr sz="1700" dirty="0">
                <a:latin typeface="Times New Roman"/>
                <a:cs typeface="Times New Roman"/>
              </a:rPr>
              <a:t> </a:t>
            </a:r>
            <a:r>
              <a:rPr sz="1700" spc="5" dirty="0">
                <a:latin typeface="Times New Roman"/>
                <a:cs typeface="Times New Roman"/>
              </a:rPr>
              <a:t>managers</a:t>
            </a:r>
            <a:r>
              <a:rPr sz="1700" spc="-120" dirty="0">
                <a:latin typeface="Times New Roman"/>
                <a:cs typeface="Times New Roman"/>
              </a:rPr>
              <a:t> </a:t>
            </a:r>
            <a:r>
              <a:rPr sz="1700" spc="10" dirty="0">
                <a:latin typeface="Times New Roman"/>
                <a:cs typeface="Times New Roman"/>
              </a:rPr>
              <a:t>are</a:t>
            </a:r>
            <a:r>
              <a:rPr sz="1700" spc="-65" dirty="0">
                <a:latin typeface="Times New Roman"/>
                <a:cs typeface="Times New Roman"/>
              </a:rPr>
              <a:t> </a:t>
            </a:r>
            <a:r>
              <a:rPr sz="1700" spc="5" dirty="0">
                <a:latin typeface="Times New Roman"/>
                <a:cs typeface="Times New Roman"/>
              </a:rPr>
              <a:t>usually</a:t>
            </a:r>
            <a:r>
              <a:rPr sz="1700" spc="-5" dirty="0">
                <a:latin typeface="Times New Roman"/>
                <a:cs typeface="Times New Roman"/>
              </a:rPr>
              <a:t> </a:t>
            </a:r>
            <a:r>
              <a:rPr sz="1700" spc="-10" dirty="0">
                <a:latin typeface="Times New Roman"/>
                <a:cs typeface="Times New Roman"/>
              </a:rPr>
              <a:t>familiar.</a:t>
            </a:r>
            <a:endParaRPr sz="1700">
              <a:latin typeface="Times New Roman"/>
              <a:cs typeface="Times New Roman"/>
            </a:endParaRPr>
          </a:p>
        </p:txBody>
      </p:sp>
      <p:pic>
        <p:nvPicPr>
          <p:cNvPr id="11" name="object 11"/>
          <p:cNvPicPr/>
          <p:nvPr/>
        </p:nvPicPr>
        <p:blipFill>
          <a:blip r:embed="rId2" cstate="print"/>
          <a:stretch>
            <a:fillRect/>
          </a:stretch>
        </p:blipFill>
        <p:spPr>
          <a:xfrm>
            <a:off x="2095500" y="2162175"/>
            <a:ext cx="4943475" cy="1876425"/>
          </a:xfrm>
          <a:prstGeom prst="rect">
            <a:avLst/>
          </a:prstGeom>
        </p:spPr>
      </p:pic>
      <p:sp>
        <p:nvSpPr>
          <p:cNvPr id="12" name="object 12"/>
          <p:cNvSpPr txBox="1">
            <a:spLocks noGrp="1"/>
          </p:cNvSpPr>
          <p:nvPr>
            <p:ph type="ftr" sz="quarter" idx="4294967295"/>
          </p:nvPr>
        </p:nvSpPr>
        <p:spPr>
          <a:xfrm>
            <a:off x="536574" y="6451049"/>
            <a:ext cx="77692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9" name="Slide Number Placeholder 18"/>
          <p:cNvSpPr>
            <a:spLocks noGrp="1"/>
          </p:cNvSpPr>
          <p:nvPr>
            <p:ph type="sldNum" sz="quarter" idx="12"/>
          </p:nvPr>
        </p:nvSpPr>
        <p:spPr/>
        <p:txBody>
          <a:bodyPr/>
          <a:lstStyle/>
          <a:p>
            <a:fld id="{98942D1A-943E-4A86-8308-2F95E8B419B7}" type="slidenum">
              <a:rPr lang="en-US" smtClean="0"/>
              <a:pPr/>
              <a:t>52</a:t>
            </a:fld>
            <a:endParaRPr lang="en-US"/>
          </a:p>
        </p:txBody>
      </p:sp>
      <p:sp>
        <p:nvSpPr>
          <p:cNvPr id="9" name="Date Placeholder 8"/>
          <p:cNvSpPr>
            <a:spLocks noGrp="1"/>
          </p:cNvSpPr>
          <p:nvPr>
            <p:ph type="dt" sz="half" idx="10"/>
          </p:nvPr>
        </p:nvSpPr>
        <p:spPr/>
        <p:txBody>
          <a:bodyPr/>
          <a:lstStyle/>
          <a:p>
            <a:fld id="{014A47B2-1EDD-4761-9192-3658584271EC}" type="datetime1">
              <a:rPr lang="en-US" smtClean="0"/>
              <a:t>5/1/2026</a:t>
            </a:fld>
            <a:endParaRPr lang="en-US"/>
          </a:p>
        </p:txBody>
      </p:sp>
      <p:pic>
        <p:nvPicPr>
          <p:cNvPr id="16" name="Picture 15"/>
          <p:cNvPicPr>
            <a:picLocks noChangeAspect="1"/>
          </p:cNvPicPr>
          <p:nvPr/>
        </p:nvPicPr>
        <p:blipFill>
          <a:blip r:embed="rId3"/>
          <a:stretch>
            <a:fillRect/>
          </a:stretch>
        </p:blipFill>
        <p:spPr>
          <a:xfrm>
            <a:off x="0" y="-5047"/>
            <a:ext cx="1752600" cy="1024530"/>
          </a:xfrm>
          <a:prstGeom prst="rect">
            <a:avLst/>
          </a:prstGeom>
        </p:spPr>
      </p:pic>
      <p:pic>
        <p:nvPicPr>
          <p:cNvPr id="10" name="Picture 9"/>
          <p:cNvPicPr>
            <a:picLocks noChangeAspect="1"/>
          </p:cNvPicPr>
          <p:nvPr/>
        </p:nvPicPr>
        <p:blipFill>
          <a:blip r:embed="rId4"/>
          <a:stretch>
            <a:fillRect/>
          </a:stretch>
        </p:blipFill>
        <p:spPr>
          <a:xfrm>
            <a:off x="1707249" y="-25822"/>
            <a:ext cx="7462151" cy="944962"/>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53</a:t>
            </a:fld>
            <a:endParaRPr lang="en-US" dirty="0">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1104900" y="1484711"/>
            <a:ext cx="7391400" cy="21336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Quality costs can comprise a major portion of the total expenses of a business, though they are hidden within its normal cost recording system, which is oriented more toward recording by responsibility center than by quality issue.</a:t>
            </a:r>
          </a:p>
        </p:txBody>
      </p:sp>
      <p:sp>
        <p:nvSpPr>
          <p:cNvPr id="2" name="Date Placeholder 1"/>
          <p:cNvSpPr>
            <a:spLocks noGrp="1"/>
          </p:cNvSpPr>
          <p:nvPr>
            <p:ph type="dt" sz="half" idx="10"/>
          </p:nvPr>
        </p:nvSpPr>
        <p:spPr/>
        <p:txBody>
          <a:bodyPr/>
          <a:lstStyle/>
          <a:p>
            <a:fld id="{C9B3A104-4B6A-4E65-BCBE-BBE9B58ED8D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27285"/>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Recap of Quality cost</a:t>
            </a:r>
          </a:p>
        </p:txBody>
      </p:sp>
    </p:spTree>
    <p:extLst>
      <p:ext uri="{BB962C8B-B14F-4D97-AF65-F5344CB8AC3E}">
        <p14:creationId xmlns:p14="http://schemas.microsoft.com/office/powerpoint/2010/main" val="39193118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54</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029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10" name="Rectangle 9"/>
          <p:cNvSpPr/>
          <p:nvPr/>
        </p:nvSpPr>
        <p:spPr>
          <a:xfrm>
            <a:off x="990600" y="1524000"/>
            <a:ext cx="7391400" cy="175260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latin typeface="Times New Roman" panose="02020603050405020304" pitchFamily="18" charset="0"/>
                <a:cs typeface="Times New Roman" panose="02020603050405020304" pitchFamily="18" charset="0"/>
              </a:rPr>
              <a:t>Teamwork is a fundamental element of total quality because it is organizations not individuals that produce products and provide services which makes peak performance and continual improvements.</a:t>
            </a:r>
          </a:p>
        </p:txBody>
      </p:sp>
      <p:sp>
        <p:nvSpPr>
          <p:cNvPr id="2" name="Date Placeholder 1"/>
          <p:cNvSpPr>
            <a:spLocks noGrp="1"/>
          </p:cNvSpPr>
          <p:nvPr>
            <p:ph type="dt" sz="half" idx="10"/>
          </p:nvPr>
        </p:nvSpPr>
        <p:spPr/>
        <p:txBody>
          <a:bodyPr/>
          <a:lstStyle/>
          <a:p>
            <a:fld id="{B6ABCD0F-026F-4CFB-AD32-ACC0054FAC43}"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52600"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Objective of Teamwork</a:t>
            </a:r>
          </a:p>
        </p:txBody>
      </p:sp>
    </p:spTree>
    <p:extLst>
      <p:ext uri="{BB962C8B-B14F-4D97-AF65-F5344CB8AC3E}">
        <p14:creationId xmlns:p14="http://schemas.microsoft.com/office/powerpoint/2010/main" val="39193118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599"/>
            <a:ext cx="8229600" cy="5203199"/>
          </a:xfrm>
        </p:spPr>
        <p:txBody>
          <a:bodyPr>
            <a:normAutofit/>
          </a:bodyPr>
          <a:lstStyle/>
          <a:p>
            <a:pPr algn="just"/>
            <a:r>
              <a:rPr lang="en-US" sz="2400" b="1" dirty="0">
                <a:latin typeface="Times New Roman" pitchFamily="18" charset="0"/>
                <a:cs typeface="Times New Roman" pitchFamily="18" charset="0"/>
              </a:rPr>
              <a:t>Definition of a team</a:t>
            </a:r>
          </a:p>
          <a:p>
            <a:pPr marL="0" indent="0" algn="just">
              <a:buNone/>
            </a:pPr>
            <a:r>
              <a:rPr lang="en-US" sz="2200" dirty="0">
                <a:latin typeface="Times New Roman" pitchFamily="18" charset="0"/>
                <a:cs typeface="Times New Roman" pitchFamily="18" charset="0"/>
              </a:rPr>
              <a:t>A team is defined as a group of people with a common, collective goal. This goal aspect is very critical in the team. An example of teamwork succeeding over individualism is the No Name Defense of the Miami Dolphins of the National Football League during the early years of the franchise. </a:t>
            </a:r>
          </a:p>
          <a:p>
            <a:pPr marL="0" indent="0" algn="just">
              <a:buNone/>
            </a:pPr>
            <a:r>
              <a:rPr lang="en-US" sz="2200" dirty="0">
                <a:latin typeface="Times New Roman" pitchFamily="18" charset="0"/>
                <a:cs typeface="Times New Roman" pitchFamily="18" charset="0"/>
              </a:rPr>
              <a:t>In this team no member stood out above the others. In fact, although it was arguably the best defenses in the league at the time, individual team members were not well known hence the name No Name Defense.</a:t>
            </a:r>
          </a:p>
          <a:p>
            <a:pPr algn="just"/>
            <a:r>
              <a:rPr lang="en-US" sz="2400" b="1" dirty="0">
                <a:latin typeface="Times New Roman" pitchFamily="18" charset="0"/>
                <a:cs typeface="Times New Roman" pitchFamily="18" charset="0"/>
              </a:rPr>
              <a:t>Teamwork</a:t>
            </a:r>
            <a:r>
              <a:rPr lang="en-US" sz="2400" dirty="0">
                <a:latin typeface="Times New Roman" pitchFamily="18" charset="0"/>
                <a:cs typeface="Times New Roman" pitchFamily="18" charset="0"/>
              </a:rPr>
              <a:t> </a:t>
            </a:r>
            <a:r>
              <a:rPr lang="en-US" sz="2200" dirty="0">
                <a:latin typeface="Times New Roman" pitchFamily="18" charset="0"/>
                <a:cs typeface="Times New Roman" pitchFamily="18" charset="0"/>
              </a:rPr>
              <a:t>is a fundamental element of total quality because it is organizations not individuals that produce products and provide services. This consequently makes peak performance and continual improvements are ground, not individual endeavors.</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6474D75-03A1-4328-BB61-B80DF63B1BA6}" type="datetime1">
              <a:rPr lang="en-US" smtClean="0"/>
              <a:t>5/1/2026</a:t>
            </a:fld>
            <a:endParaRPr lang="en-US" b="1" dirty="0"/>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IN" sz="2800" b="1" dirty="0">
                <a:latin typeface="Times New Roman" panose="02020603050405020304" pitchFamily="18" charset="0"/>
                <a:cs typeface="Times New Roman" panose="02020603050405020304" pitchFamily="18" charset="0"/>
              </a:rPr>
              <a:t>Team (CO2)</a:t>
            </a:r>
          </a:p>
        </p:txBody>
      </p:sp>
    </p:spTree>
    <p:extLst>
      <p:ext uri="{BB962C8B-B14F-4D97-AF65-F5344CB8AC3E}">
        <p14:creationId xmlns:p14="http://schemas.microsoft.com/office/powerpoint/2010/main" val="3919311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0" indent="0" algn="just">
              <a:buNone/>
            </a:pPr>
            <a:r>
              <a:rPr lang="en-US" sz="2400" b="1" dirty="0">
                <a:latin typeface="Times New Roman" pitchFamily="18" charset="0"/>
                <a:cs typeface="Times New Roman" pitchFamily="18" charset="0"/>
              </a:rPr>
              <a:t>The Need for Teams</a:t>
            </a:r>
            <a:endParaRPr lang="en-US" sz="24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In the above example, the team’s ability was more than the sum of the abilities of individual members. This is the major reason for advocating teamwork. The rationale for teamwork therefore is:</a:t>
            </a:r>
          </a:p>
          <a:p>
            <a:pPr algn="just">
              <a:lnSpc>
                <a:spcPct val="150000"/>
              </a:lnSpc>
            </a:pPr>
            <a:r>
              <a:rPr lang="en-US" sz="2200" dirty="0">
                <a:latin typeface="Times New Roman" pitchFamily="18" charset="0"/>
                <a:cs typeface="Times New Roman" pitchFamily="18" charset="0"/>
              </a:rPr>
              <a:t>Teams satisfy the human social need to belong</a:t>
            </a:r>
          </a:p>
          <a:p>
            <a:pPr algn="just">
              <a:lnSpc>
                <a:spcPct val="150000"/>
              </a:lnSpc>
            </a:pPr>
            <a:r>
              <a:rPr lang="en-US" sz="2200" dirty="0">
                <a:latin typeface="Times New Roman" pitchFamily="18" charset="0"/>
                <a:cs typeface="Times New Roman" pitchFamily="18" charset="0"/>
              </a:rPr>
              <a:t>  It promotes better communication</a:t>
            </a:r>
          </a:p>
          <a:p>
            <a:pPr algn="just">
              <a:lnSpc>
                <a:spcPct val="150000"/>
              </a:lnSpc>
            </a:pPr>
            <a:r>
              <a:rPr lang="en-US" sz="2200" dirty="0">
                <a:latin typeface="Times New Roman" pitchFamily="18" charset="0"/>
                <a:cs typeface="Times New Roman" pitchFamily="18" charset="0"/>
              </a:rPr>
              <a:t>  It multiplies the potential of individual members</a:t>
            </a:r>
          </a:p>
          <a:p>
            <a:pPr algn="just">
              <a:lnSpc>
                <a:spcPct val="150000"/>
              </a:lnSpc>
            </a:pPr>
            <a:r>
              <a:rPr lang="en-US" sz="2200" dirty="0">
                <a:latin typeface="Times New Roman" pitchFamily="18" charset="0"/>
                <a:cs typeface="Times New Roman" pitchFamily="18" charset="0"/>
              </a:rPr>
              <a:t>  It produces positive peer pressure</a:t>
            </a:r>
          </a:p>
          <a:p>
            <a:endParaRPr lang="en-US" sz="24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9" name="Footer Placeholder 12"/>
          <p:cNvSpPr>
            <a:spLocks noGrp="1"/>
          </p:cNvSpPr>
          <p:nvPr>
            <p:ph type="ftr" sz="quarter" idx="11"/>
          </p:nvPr>
        </p:nvSpPr>
        <p:spPr>
          <a:xfrm>
            <a:off x="2286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46313092-1CA5-4684-883A-F94B171E3056}" type="datetime1">
              <a:rPr lang="en-US" smtClean="0"/>
              <a:t>5/1/2026</a:t>
            </a:fld>
            <a:endParaRPr lang="en-US" dirty="0"/>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5" name="Picture 4"/>
          <p:cNvPicPr>
            <a:picLocks noChangeAspect="1"/>
          </p:cNvPicPr>
          <p:nvPr/>
        </p:nvPicPr>
        <p:blipFill>
          <a:blip r:embed="rId3"/>
          <a:stretch>
            <a:fillRect/>
          </a:stretch>
        </p:blipFill>
        <p:spPr>
          <a:xfrm>
            <a:off x="1681849" y="-8337"/>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Advantages of Teams</a:t>
            </a:r>
          </a:p>
          <a:p>
            <a:pPr algn="just"/>
            <a:r>
              <a:rPr lang="en-US" sz="2200" dirty="0">
                <a:latin typeface="Times New Roman" panose="02020603050405020304" pitchFamily="18" charset="0"/>
                <a:cs typeface="Times New Roman" panose="02020603050405020304" pitchFamily="18" charset="0"/>
              </a:rPr>
              <a:t>The main advantage is that a team brings together different people with diverse skills and allows them to make something that nobody could do alone.</a:t>
            </a:r>
          </a:p>
          <a:p>
            <a:pPr algn="just"/>
            <a:r>
              <a:rPr lang="en-US" sz="2200" dirty="0">
                <a:latin typeface="Times New Roman" panose="02020603050405020304" pitchFamily="18" charset="0"/>
                <a:cs typeface="Times New Roman" panose="02020603050405020304" pitchFamily="18" charset="0"/>
              </a:rPr>
              <a:t>Communication level is higher on teams. Effective teams can discover new approaches and improve product and service quality.</a:t>
            </a:r>
          </a:p>
          <a:p>
            <a:pPr algn="just"/>
            <a:r>
              <a:rPr lang="en-US" sz="2200" dirty="0">
                <a:latin typeface="Times New Roman" panose="02020603050405020304" pitchFamily="18" charset="0"/>
                <a:cs typeface="Times New Roman" panose="02020603050405020304" pitchFamily="18" charset="0"/>
              </a:rPr>
              <a:t>One more team’s advantage is the efficiency in product development within the traditional hierarchy. Team members are able to analyze and identify dependent tasks, sometimes applying great improvements.</a:t>
            </a:r>
          </a:p>
          <a:p>
            <a:pPr marL="0" indent="0">
              <a:buNone/>
            </a:pPr>
            <a:r>
              <a:rPr lang="en-US" sz="2200" dirty="0">
                <a:latin typeface="Times New Roman" panose="02020603050405020304" pitchFamily="18" charset="0"/>
                <a:cs typeface="Times New Roman" panose="02020603050405020304" pitchFamily="18" charset="0"/>
              </a:rPr>
              <a:t> </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57</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057400" y="6035676"/>
            <a:ext cx="5306291"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9043AACE-16E4-4646-9C74-13FA6FC89CDA}"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5" name="Picture 4"/>
          <p:cNvPicPr>
            <a:picLocks noChangeAspect="1"/>
          </p:cNvPicPr>
          <p:nvPr/>
        </p:nvPicPr>
        <p:blipFill>
          <a:blip r:embed="rId3"/>
          <a:stretch>
            <a:fillRect/>
          </a:stretch>
        </p:blipFill>
        <p:spPr>
          <a:xfrm>
            <a:off x="1752600" y="-67105"/>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27418"/>
            <a:ext cx="8229600" cy="4892382"/>
          </a:xfrm>
        </p:spPr>
        <p:txBody>
          <a:bodyPr>
            <a:noAutofit/>
          </a:bodyPr>
          <a:lstStyle/>
          <a:p>
            <a:pPr marL="0" indent="0" algn="just">
              <a:buNone/>
            </a:pPr>
            <a:r>
              <a:rPr lang="en-US" sz="2200" b="1" dirty="0">
                <a:latin typeface="Times New Roman" panose="02020603050405020304" pitchFamily="18" charset="0"/>
                <a:cs typeface="Times New Roman" panose="02020603050405020304" pitchFamily="18" charset="0"/>
              </a:rPr>
              <a:t>Disadvantages of Teams</a:t>
            </a:r>
          </a:p>
          <a:p>
            <a:pPr algn="just"/>
            <a:r>
              <a:rPr lang="en-US" sz="2200" dirty="0">
                <a:latin typeface="Times New Roman" panose="02020603050405020304" pitchFamily="18" charset="0"/>
                <a:cs typeface="Times New Roman" panose="02020603050405020304" pitchFamily="18" charset="0"/>
              </a:rPr>
              <a:t>Unfortunately, not all teams perform successfully. When managers do not care about creating and supporting strong teams, the members may become discouraged and leave the company.</a:t>
            </a:r>
          </a:p>
          <a:p>
            <a:pPr algn="just"/>
            <a:r>
              <a:rPr lang="en-US" sz="2200" dirty="0">
                <a:latin typeface="Times New Roman" panose="02020603050405020304" pitchFamily="18" charset="0"/>
                <a:cs typeface="Times New Roman" panose="02020603050405020304" pitchFamily="18" charset="0"/>
              </a:rPr>
              <a:t>An important point is the reluctance to speak out against the majority opinion. It’s about fear of upsetting other members and disrupting social cohesion.</a:t>
            </a:r>
          </a:p>
          <a:p>
            <a:pPr algn="just"/>
            <a:r>
              <a:rPr lang="en-US" sz="2200" dirty="0">
                <a:latin typeface="Times New Roman" panose="02020603050405020304" pitchFamily="18" charset="0"/>
                <a:cs typeface="Times New Roman" panose="02020603050405020304" pitchFamily="18" charset="0"/>
              </a:rPr>
              <a:t>Teams can be ineffective if they lack leadership, expertise and necessary skills: the team members do not feel accountable, and the team fails. Teams can not also work well if they have no defined purposes and resources required.</a:t>
            </a:r>
          </a:p>
          <a:p>
            <a:pPr algn="just"/>
            <a:r>
              <a:rPr lang="en-US" sz="2200" dirty="0">
                <a:latin typeface="Times New Roman" panose="02020603050405020304" pitchFamily="18" charset="0"/>
                <a:cs typeface="Times New Roman" panose="02020603050405020304" pitchFamily="18" charset="0"/>
              </a:rPr>
              <a:t>Employees are more productive when they work together and this is the main idea of team collaboration. Although many different types of teams may benefit a company, 5 of them are particularly relevant</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58</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812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64BE7214-1A7B-421A-A216-B99792B4EA8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45673"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Team (CO2)</a:t>
            </a:r>
          </a:p>
        </p:txBody>
      </p:sp>
    </p:spTree>
    <p:extLst>
      <p:ext uri="{BB962C8B-B14F-4D97-AF65-F5344CB8AC3E}">
        <p14:creationId xmlns:p14="http://schemas.microsoft.com/office/powerpoint/2010/main" val="39193118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0" indent="0" algn="just">
              <a:buNone/>
            </a:pPr>
            <a:r>
              <a:rPr lang="en-US" sz="2200" b="1" dirty="0">
                <a:latin typeface="Times New Roman" panose="02020603050405020304" pitchFamily="18" charset="0"/>
                <a:cs typeface="Times New Roman" panose="02020603050405020304" pitchFamily="18" charset="0"/>
              </a:rPr>
              <a:t>How to make your team successful?</a:t>
            </a:r>
          </a:p>
          <a:p>
            <a:pPr algn="just"/>
            <a:r>
              <a:rPr lang="en-US" sz="2200" dirty="0">
                <a:latin typeface="Times New Roman" panose="02020603050405020304" pitchFamily="18" charset="0"/>
                <a:cs typeface="Times New Roman" panose="02020603050405020304" pitchFamily="18" charset="0"/>
              </a:rPr>
              <a:t>Do not forget about team collaboration tools that assist to make communication and management processes easier. There are numerous benefits of such online tools, including:</a:t>
            </a:r>
          </a:p>
          <a:p>
            <a:pPr algn="just"/>
            <a:r>
              <a:rPr lang="en-US" sz="2200" dirty="0">
                <a:latin typeface="Times New Roman" panose="02020603050405020304" pitchFamily="18" charset="0"/>
                <a:cs typeface="Times New Roman" panose="02020603050405020304" pitchFamily="18" charset="0"/>
              </a:rPr>
              <a:t>The precise and clear delegation of work</a:t>
            </a:r>
          </a:p>
          <a:p>
            <a:pPr algn="just"/>
            <a:r>
              <a:rPr lang="en-US" sz="2200" dirty="0">
                <a:latin typeface="Times New Roman" panose="02020603050405020304" pitchFamily="18" charset="0"/>
                <a:cs typeface="Times New Roman" panose="02020603050405020304" pitchFamily="18" charset="0"/>
              </a:rPr>
              <a:t>Increased productivity</a:t>
            </a:r>
          </a:p>
          <a:p>
            <a:pPr algn="just"/>
            <a:r>
              <a:rPr lang="en-US" sz="2200" dirty="0">
                <a:latin typeface="Times New Roman" panose="02020603050405020304" pitchFamily="18" charset="0"/>
                <a:cs typeface="Times New Roman" panose="02020603050405020304" pitchFamily="18" charset="0"/>
              </a:rPr>
              <a:t>Work across geographic locations</a:t>
            </a:r>
          </a:p>
          <a:p>
            <a:pPr algn="just"/>
            <a:r>
              <a:rPr lang="en-US" sz="2200" dirty="0">
                <a:latin typeface="Times New Roman" panose="02020603050405020304" pitchFamily="18" charset="0"/>
                <a:cs typeface="Times New Roman" panose="02020603050405020304" pitchFamily="18" charset="0"/>
              </a:rPr>
              <a:t>The faster way to work across departments</a:t>
            </a:r>
          </a:p>
          <a:p>
            <a:pPr algn="just"/>
            <a:r>
              <a:rPr lang="en-US" sz="2200" dirty="0">
                <a:latin typeface="Times New Roman" panose="02020603050405020304" pitchFamily="18" charset="0"/>
                <a:cs typeface="Times New Roman" panose="02020603050405020304" pitchFamily="18" charset="0"/>
              </a:rPr>
              <a:t>Better reporting and tracking issues</a:t>
            </a:r>
          </a:p>
          <a:p>
            <a:pPr algn="just"/>
            <a:r>
              <a:rPr lang="en-US" sz="2200" dirty="0">
                <a:latin typeface="Times New Roman" panose="02020603050405020304" pitchFamily="18" charset="0"/>
                <a:cs typeface="Times New Roman" panose="02020603050405020304" pitchFamily="18" charset="0"/>
              </a:rPr>
              <a:t>Better organization of workplace docs, etc.</a:t>
            </a:r>
          </a:p>
          <a:p>
            <a:endParaRPr lang="en-US" sz="1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59</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812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E0EEA11-4E75-4308-8845-610B888DDBCD}"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5" name="Picture 4"/>
          <p:cNvPicPr>
            <a:picLocks noChangeAspect="1"/>
          </p:cNvPicPr>
          <p:nvPr/>
        </p:nvPicPr>
        <p:blipFill>
          <a:blip r:embed="rId3"/>
          <a:stretch>
            <a:fillRect/>
          </a:stretch>
        </p:blipFill>
        <p:spPr>
          <a:xfrm>
            <a:off x="1714176" y="-9665"/>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029200"/>
          </a:xfrm>
        </p:spPr>
        <p:txBody>
          <a:bodyPr>
            <a:noAutofit/>
          </a:bodyPr>
          <a:lstStyle/>
          <a:p>
            <a:pPr algn="just">
              <a:buNone/>
            </a:pPr>
            <a:r>
              <a:rPr lang="en-US" sz="2400" b="1" dirty="0">
                <a:latin typeface="Times New Roman" panose="02020603050405020304" pitchFamily="18" charset="0"/>
                <a:cs typeface="Times New Roman" panose="02020603050405020304" pitchFamily="18" charset="0"/>
              </a:rPr>
              <a:t>Types of team</a:t>
            </a:r>
          </a:p>
          <a:p>
            <a:pPr algn="just">
              <a:buNone/>
            </a:pPr>
            <a:r>
              <a:rPr lang="en-US" sz="2200" b="1" dirty="0">
                <a:latin typeface="Times New Roman" panose="02020603050405020304" pitchFamily="18" charset="0"/>
                <a:cs typeface="Times New Roman" panose="02020603050405020304" pitchFamily="18" charset="0"/>
              </a:rPr>
              <a:t>1. Functional team</a:t>
            </a:r>
          </a:p>
          <a:p>
            <a:pPr algn="just"/>
            <a:r>
              <a:rPr lang="en-US" sz="2200" dirty="0">
                <a:latin typeface="Times New Roman" panose="02020603050405020304" pitchFamily="18" charset="0"/>
                <a:cs typeface="Times New Roman" panose="02020603050405020304" pitchFamily="18" charset="0"/>
              </a:rPr>
              <a:t>A functional team is permanent. It includes members of the same department with different responsibilities. There is a manager who is responsible for everything. Everyone in the team reports to him.</a:t>
            </a:r>
          </a:p>
          <a:p>
            <a:pPr algn="just"/>
            <a:r>
              <a:rPr lang="en-US" sz="2200" dirty="0">
                <a:latin typeface="Times New Roman" panose="02020603050405020304" pitchFamily="18" charset="0"/>
                <a:cs typeface="Times New Roman" panose="02020603050405020304" pitchFamily="18" charset="0"/>
              </a:rPr>
              <a:t>A functional team can be usually recognized in traditional project management companies.</a:t>
            </a:r>
          </a:p>
          <a:p>
            <a:pPr algn="just"/>
            <a:r>
              <a:rPr lang="en-US" sz="2200" dirty="0">
                <a:latin typeface="Times New Roman" panose="02020603050405020304" pitchFamily="18" charset="0"/>
                <a:cs typeface="Times New Roman" panose="02020603050405020304" pitchFamily="18" charset="0"/>
              </a:rPr>
              <a:t>This type requires a manager who ensures that there are no obstacles when it comes to transferring work from one team to another.</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60</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97055"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913B23E0-6A1A-407E-8CC4-C306433D39C0}"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4" name="Picture 3"/>
          <p:cNvPicPr>
            <a:picLocks noChangeAspect="1"/>
          </p:cNvPicPr>
          <p:nvPr/>
        </p:nvPicPr>
        <p:blipFill>
          <a:blip r:embed="rId3"/>
          <a:stretch>
            <a:fillRect/>
          </a:stretch>
        </p:blipFill>
        <p:spPr>
          <a:xfrm>
            <a:off x="1717964" y="-17804"/>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029200"/>
          </a:xfrm>
        </p:spPr>
        <p:txBody>
          <a:bodyPr>
            <a:noAutofit/>
          </a:bodyPr>
          <a:lstStyle/>
          <a:p>
            <a:pPr algn="just">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2. Cross-functional team</a:t>
            </a:r>
          </a:p>
          <a:p>
            <a:pPr algn="just"/>
            <a:r>
              <a:rPr lang="en-US" sz="2200" dirty="0">
                <a:latin typeface="Times New Roman" panose="02020603050405020304" pitchFamily="18" charset="0"/>
                <a:cs typeface="Times New Roman" panose="02020603050405020304" pitchFamily="18" charset="0"/>
              </a:rPr>
              <a:t>A cross-functional team consists of members from different departments. This kind of team tackles specific tasks that require different expertise and inputs.</a:t>
            </a:r>
          </a:p>
          <a:p>
            <a:pPr algn="just"/>
            <a:r>
              <a:rPr lang="en-US" sz="2200" dirty="0">
                <a:latin typeface="Times New Roman" panose="02020603050405020304" pitchFamily="18" charset="0"/>
                <a:cs typeface="Times New Roman" panose="02020603050405020304" pitchFamily="18" charset="0"/>
              </a:rPr>
              <a:t>Cross-functional teams are becoming increasingly popular all over the world. However, there is an opinion that the whopping number of all cross-functional teams are dysfunctional.</a:t>
            </a:r>
          </a:p>
          <a:p>
            <a:pPr algn="just">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 3. Matrix team</a:t>
            </a:r>
          </a:p>
          <a:p>
            <a:pPr algn="just"/>
            <a:r>
              <a:rPr lang="en-US" sz="2200" dirty="0">
                <a:latin typeface="Times New Roman" panose="02020603050405020304" pitchFamily="18" charset="0"/>
                <a:cs typeface="Times New Roman" panose="02020603050405020304" pitchFamily="18" charset="0"/>
              </a:rPr>
              <a:t>A matrix team is a “2-boss system”. Here an individual reports to a different manager for his/her work. A matrix team is the product of a Matrix management approach.</a:t>
            </a:r>
          </a:p>
          <a:p>
            <a:pPr algn="just"/>
            <a:r>
              <a:rPr lang="en-US" sz="2200" dirty="0">
                <a:latin typeface="Times New Roman" panose="02020603050405020304" pitchFamily="18" charset="0"/>
                <a:cs typeface="Times New Roman" panose="02020603050405020304" pitchFamily="18" charset="0"/>
              </a:rPr>
              <a:t>It helps top managers to retain control over the project without being involved in decisions.</a:t>
            </a: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61</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A60F680A-EFFF-470B-9E3E-7C54DDD2F3D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4" name="Picture 3"/>
          <p:cNvPicPr>
            <a:picLocks noChangeAspect="1"/>
          </p:cNvPicPr>
          <p:nvPr/>
        </p:nvPicPr>
        <p:blipFill>
          <a:blip r:embed="rId3"/>
          <a:stretch>
            <a:fillRect/>
          </a:stretch>
        </p:blipFill>
        <p:spPr>
          <a:xfrm>
            <a:off x="1677231" y="-30562"/>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105400"/>
          </a:xfrm>
        </p:spPr>
        <p:txBody>
          <a:bodyPr>
            <a:normAutofit lnSpcReduction="10000"/>
          </a:bodyPr>
          <a:lstStyle/>
          <a:p>
            <a:pPr algn="just">
              <a:buNone/>
            </a:pPr>
            <a:r>
              <a:rPr lang="en-US" sz="2200"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4. Contract team</a:t>
            </a:r>
          </a:p>
          <a:p>
            <a:pPr algn="just"/>
            <a:r>
              <a:rPr lang="en-US" sz="2200" dirty="0">
                <a:latin typeface="Times New Roman" panose="02020603050405020304" pitchFamily="18" charset="0"/>
                <a:cs typeface="Times New Roman" panose="02020603050405020304" pitchFamily="18" charset="0"/>
              </a:rPr>
              <a:t>A contract team is an outsourced team where the members are tied down by a contract.</a:t>
            </a:r>
          </a:p>
          <a:p>
            <a:pPr algn="just"/>
            <a:r>
              <a:rPr lang="en-US" sz="2200" dirty="0">
                <a:latin typeface="Times New Roman" panose="02020603050405020304" pitchFamily="18" charset="0"/>
                <a:cs typeface="Times New Roman" panose="02020603050405020304" pitchFamily="18" charset="0"/>
              </a:rPr>
              <a:t>The client can easily cut all ties to the team after the project is completed and the contract has ended. In this kind of team, the role of project managers is crucial. They have to maintain constant communication between the customer and team members, to compensate for the lack of the team’s physical presence, to bear full responsibility for project success or failure.</a:t>
            </a:r>
          </a:p>
          <a:p>
            <a:pPr algn="just">
              <a:buNone/>
            </a:pPr>
            <a:endParaRPr lang="en-US" sz="2200" b="1" dirty="0">
              <a:latin typeface="Times New Roman" panose="02020603050405020304" pitchFamily="18" charset="0"/>
              <a:cs typeface="Times New Roman" panose="02020603050405020304" pitchFamily="18" charset="0"/>
            </a:endParaRPr>
          </a:p>
          <a:p>
            <a:pPr algn="just">
              <a:buNone/>
            </a:pPr>
            <a:r>
              <a:rPr lang="en-US" sz="2200" b="1" dirty="0">
                <a:latin typeface="Times New Roman" panose="02020603050405020304" pitchFamily="18" charset="0"/>
                <a:cs typeface="Times New Roman" panose="02020603050405020304" pitchFamily="18" charset="0"/>
              </a:rPr>
              <a:t>5. Operational team</a:t>
            </a:r>
          </a:p>
          <a:p>
            <a:pPr algn="just"/>
            <a:r>
              <a:rPr lang="en-US" sz="2200" dirty="0">
                <a:latin typeface="Times New Roman" panose="02020603050405020304" pitchFamily="18" charset="0"/>
                <a:cs typeface="Times New Roman" panose="02020603050405020304" pitchFamily="18" charset="0"/>
              </a:rPr>
              <a:t>An operational team deal with supporting other types of teams. It is formed to make sure that all office processes go smoothly.</a:t>
            </a:r>
          </a:p>
          <a:p>
            <a:pPr algn="just"/>
            <a:r>
              <a:rPr lang="en-US" sz="2200" dirty="0">
                <a:latin typeface="Times New Roman" panose="02020603050405020304" pitchFamily="18" charset="0"/>
                <a:cs typeface="Times New Roman" panose="02020603050405020304" pitchFamily="18" charset="0"/>
              </a:rPr>
              <a:t>Operational teams may have their own projects and function as they also have well-defined roles and responsibilities.</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62</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8722D7D8-BCDA-4E83-99FB-BCD4E9E1022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5" name="Picture 4"/>
          <p:cNvPicPr>
            <a:picLocks noChangeAspect="1"/>
          </p:cNvPicPr>
          <p:nvPr/>
        </p:nvPicPr>
        <p:blipFill>
          <a:blip r:embed="rId3"/>
          <a:stretch>
            <a:fillRect/>
          </a:stretch>
        </p:blipFill>
        <p:spPr>
          <a:xfrm>
            <a:off x="1731818" y="-37489"/>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775" y="1129664"/>
            <a:ext cx="8075295" cy="4571764"/>
          </a:xfrm>
          <a:prstGeom prst="rect">
            <a:avLst/>
          </a:prstGeom>
        </p:spPr>
        <p:txBody>
          <a:bodyPr vert="horz" wrap="square" lIns="0" tIns="49530" rIns="0" bIns="0" rtlCol="0">
            <a:spAutoFit/>
          </a:bodyPr>
          <a:lstStyle/>
          <a:p>
            <a:pPr marL="12700" marR="5080" algn="just">
              <a:lnSpc>
                <a:spcPct val="90000"/>
              </a:lnSpc>
              <a:spcBef>
                <a:spcPts val="390"/>
              </a:spcBef>
            </a:pPr>
            <a:r>
              <a:rPr sz="2200" dirty="0">
                <a:latin typeface="Times New Roman" panose="02020603050405020304" pitchFamily="18" charset="0"/>
                <a:cs typeface="Times New Roman" panose="02020603050405020304" pitchFamily="18" charset="0"/>
              </a:rPr>
              <a:t>Quality </a:t>
            </a:r>
            <a:r>
              <a:rPr sz="2200" spc="-25" dirty="0">
                <a:latin typeface="Times New Roman" panose="02020603050405020304" pitchFamily="18" charset="0"/>
                <a:cs typeface="Times New Roman" panose="02020603050405020304" pitchFamily="18" charset="0"/>
              </a:rPr>
              <a:t>Circle </a:t>
            </a:r>
            <a:r>
              <a:rPr sz="2200" dirty="0">
                <a:latin typeface="Times New Roman" panose="02020603050405020304" pitchFamily="18" charset="0"/>
                <a:cs typeface="Times New Roman" panose="02020603050405020304" pitchFamily="18" charset="0"/>
              </a:rPr>
              <a:t>is a </a:t>
            </a:r>
            <a:r>
              <a:rPr sz="2200" spc="-10" dirty="0">
                <a:latin typeface="Times New Roman" panose="02020603050405020304" pitchFamily="18" charset="0"/>
                <a:cs typeface="Times New Roman" panose="02020603050405020304" pitchFamily="18" charset="0"/>
              </a:rPr>
              <a:t>small </a:t>
            </a:r>
            <a:r>
              <a:rPr sz="2200" spc="-25" dirty="0">
                <a:latin typeface="Times New Roman" panose="02020603050405020304" pitchFamily="18" charset="0"/>
                <a:cs typeface="Times New Roman" panose="02020603050405020304" pitchFamily="18" charset="0"/>
              </a:rPr>
              <a:t>group </a:t>
            </a:r>
            <a:r>
              <a:rPr sz="2200" spc="-5" dirty="0">
                <a:latin typeface="Times New Roman" panose="02020603050405020304" pitchFamily="18" charset="0"/>
                <a:cs typeface="Times New Roman" panose="02020603050405020304" pitchFamily="18" charset="0"/>
              </a:rPr>
              <a:t>of </a:t>
            </a:r>
            <a:r>
              <a:rPr sz="2200" spc="-10" dirty="0">
                <a:latin typeface="Times New Roman" panose="02020603050405020304" pitchFamily="18" charset="0"/>
                <a:cs typeface="Times New Roman" panose="02020603050405020304" pitchFamily="18" charset="0"/>
              </a:rPr>
              <a:t>employees working </a:t>
            </a:r>
            <a:r>
              <a:rPr sz="2200" dirty="0">
                <a:latin typeface="Times New Roman" panose="02020603050405020304" pitchFamily="18" charset="0"/>
                <a:cs typeface="Times New Roman" panose="02020603050405020304" pitchFamily="18" charset="0"/>
              </a:rPr>
              <a:t>in the </a:t>
            </a:r>
            <a:r>
              <a:rPr sz="2200" spc="-10" dirty="0">
                <a:latin typeface="Times New Roman" panose="02020603050405020304" pitchFamily="18" charset="0"/>
                <a:cs typeface="Times New Roman" panose="02020603050405020304" pitchFamily="18" charset="0"/>
              </a:rPr>
              <a:t>same </a:t>
            </a:r>
            <a:r>
              <a:rPr sz="2200" spc="-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work </a:t>
            </a:r>
            <a:r>
              <a:rPr sz="2200" spc="-35" dirty="0">
                <a:latin typeface="Times New Roman" panose="02020603050405020304" pitchFamily="18" charset="0"/>
                <a:cs typeface="Times New Roman" panose="02020603050405020304" pitchFamily="18" charset="0"/>
              </a:rPr>
              <a:t>area </a:t>
            </a:r>
            <a:r>
              <a:rPr sz="2200" spc="35" dirty="0">
                <a:latin typeface="Times New Roman" panose="02020603050405020304" pitchFamily="18" charset="0"/>
                <a:cs typeface="Times New Roman" panose="02020603050405020304" pitchFamily="18" charset="0"/>
              </a:rPr>
              <a:t>or </a:t>
            </a:r>
            <a:r>
              <a:rPr sz="2200" dirty="0">
                <a:latin typeface="Times New Roman" panose="02020603050405020304" pitchFamily="18" charset="0"/>
                <a:cs typeface="Times New Roman" panose="02020603050405020304" pitchFamily="18" charset="0"/>
              </a:rPr>
              <a:t>doing a </a:t>
            </a:r>
            <a:r>
              <a:rPr sz="2200" spc="-5" dirty="0">
                <a:latin typeface="Times New Roman" panose="02020603050405020304" pitchFamily="18" charset="0"/>
                <a:cs typeface="Times New Roman" panose="02020603050405020304" pitchFamily="18" charset="0"/>
              </a:rPr>
              <a:t>similar type </a:t>
            </a:r>
            <a:r>
              <a:rPr sz="2200" dirty="0">
                <a:latin typeface="Times New Roman" panose="02020603050405020304" pitchFamily="18" charset="0"/>
                <a:cs typeface="Times New Roman" panose="02020603050405020304" pitchFamily="18" charset="0"/>
              </a:rPr>
              <a:t>of </a:t>
            </a:r>
            <a:r>
              <a:rPr sz="2200" spc="-35" dirty="0">
                <a:latin typeface="Times New Roman" panose="02020603050405020304" pitchFamily="18" charset="0"/>
                <a:cs typeface="Times New Roman" panose="02020603050405020304" pitchFamily="18" charset="0"/>
              </a:rPr>
              <a:t>work who </a:t>
            </a:r>
            <a:r>
              <a:rPr sz="2200" dirty="0">
                <a:latin typeface="Times New Roman" panose="02020603050405020304" pitchFamily="18" charset="0"/>
                <a:cs typeface="Times New Roman" panose="02020603050405020304" pitchFamily="18" charset="0"/>
              </a:rPr>
              <a:t>voluntarily </a:t>
            </a:r>
            <a:r>
              <a:rPr sz="2200" spc="-10" dirty="0">
                <a:latin typeface="Times New Roman" panose="02020603050405020304" pitchFamily="18" charset="0"/>
                <a:cs typeface="Times New Roman" panose="02020603050405020304" pitchFamily="18" charset="0"/>
              </a:rPr>
              <a:t>meet </a:t>
            </a:r>
            <a:r>
              <a:rPr sz="2200" spc="-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regularly </a:t>
            </a:r>
            <a:r>
              <a:rPr sz="2200" dirty="0">
                <a:latin typeface="Times New Roman" panose="02020603050405020304" pitchFamily="18" charset="0"/>
                <a:cs typeface="Times New Roman" panose="02020603050405020304" pitchFamily="18" charset="0"/>
              </a:rPr>
              <a:t>to </a:t>
            </a:r>
            <a:r>
              <a:rPr sz="2200" spc="-20" dirty="0">
                <a:latin typeface="Times New Roman" panose="02020603050405020304" pitchFamily="18" charset="0"/>
                <a:cs typeface="Times New Roman" panose="02020603050405020304" pitchFamily="18" charset="0"/>
              </a:rPr>
              <a:t>identify, </a:t>
            </a:r>
            <a:r>
              <a:rPr sz="2200" dirty="0">
                <a:latin typeface="Times New Roman" panose="02020603050405020304" pitchFamily="18" charset="0"/>
                <a:cs typeface="Times New Roman" panose="02020603050405020304" pitchFamily="18" charset="0"/>
              </a:rPr>
              <a:t>analyze </a:t>
            </a:r>
            <a:r>
              <a:rPr sz="2200" spc="-5" dirty="0">
                <a:latin typeface="Times New Roman" panose="02020603050405020304" pitchFamily="18" charset="0"/>
                <a:cs typeface="Times New Roman" panose="02020603050405020304" pitchFamily="18" charset="0"/>
              </a:rPr>
              <a:t>and </a:t>
            </a:r>
            <a:r>
              <a:rPr sz="2200" spc="-15" dirty="0">
                <a:latin typeface="Times New Roman" panose="02020603050405020304" pitchFamily="18" charset="0"/>
                <a:cs typeface="Times New Roman" panose="02020603050405020304" pitchFamily="18" charset="0"/>
              </a:rPr>
              <a:t>resolve work-related </a:t>
            </a:r>
            <a:r>
              <a:rPr sz="2200" spc="-10" dirty="0">
                <a:latin typeface="Times New Roman" panose="02020603050405020304" pitchFamily="18" charset="0"/>
                <a:cs typeface="Times New Roman" panose="02020603050405020304" pitchFamily="18" charset="0"/>
              </a:rPr>
              <a:t>problems, </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leading</a:t>
            </a:r>
            <a:r>
              <a:rPr sz="2200" spc="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to</a:t>
            </a:r>
            <a:r>
              <a:rPr sz="2200" spc="5"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improvement</a:t>
            </a:r>
            <a:r>
              <a:rPr sz="2200" spc="-1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in</a:t>
            </a:r>
            <a:r>
              <a:rPr sz="2200" spc="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their</a:t>
            </a:r>
            <a:r>
              <a:rPr sz="2200" dirty="0">
                <a:latin typeface="Times New Roman" panose="02020603050405020304" pitchFamily="18" charset="0"/>
                <a:cs typeface="Times New Roman" panose="02020603050405020304" pitchFamily="18" charset="0"/>
              </a:rPr>
              <a:t> total</a:t>
            </a:r>
            <a:r>
              <a:rPr sz="2200" spc="5"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performance,</a:t>
            </a:r>
            <a:r>
              <a:rPr sz="2200" spc="57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and </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enrichment</a:t>
            </a:r>
            <a:r>
              <a:rPr sz="2200" spc="7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of</a:t>
            </a:r>
            <a:r>
              <a:rPr sz="2200" spc="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their</a:t>
            </a:r>
            <a:r>
              <a:rPr sz="2200" spc="-25" dirty="0">
                <a:latin typeface="Times New Roman" panose="02020603050405020304" pitchFamily="18" charset="0"/>
                <a:cs typeface="Times New Roman" panose="02020603050405020304" pitchFamily="18" charset="0"/>
              </a:rPr>
              <a:t> </a:t>
            </a:r>
            <a:r>
              <a:rPr sz="2200" spc="-40" dirty="0">
                <a:latin typeface="Times New Roman" panose="02020603050405020304" pitchFamily="18" charset="0"/>
                <a:cs typeface="Times New Roman" panose="02020603050405020304" pitchFamily="18" charset="0"/>
              </a:rPr>
              <a:t>work</a:t>
            </a:r>
            <a:r>
              <a:rPr sz="2200" spc="13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life.</a:t>
            </a:r>
          </a:p>
          <a:p>
            <a:pPr>
              <a:lnSpc>
                <a:spcPct val="100000"/>
              </a:lnSpc>
            </a:pPr>
            <a:endParaRPr sz="2200" dirty="0">
              <a:latin typeface="Times New Roman" panose="02020603050405020304" pitchFamily="18" charset="0"/>
              <a:cs typeface="Times New Roman" panose="02020603050405020304" pitchFamily="18" charset="0"/>
            </a:endParaRPr>
          </a:p>
          <a:p>
            <a:pPr marL="12700">
              <a:lnSpc>
                <a:spcPct val="100000"/>
              </a:lnSpc>
            </a:pPr>
            <a:r>
              <a:rPr sz="2200" b="1" spc="-10" dirty="0">
                <a:latin typeface="Times New Roman" panose="02020603050405020304" pitchFamily="18" charset="0"/>
                <a:cs typeface="Times New Roman" panose="02020603050405020304" pitchFamily="18" charset="0"/>
              </a:rPr>
              <a:t>Features:</a:t>
            </a:r>
            <a:endParaRPr sz="2200" dirty="0">
              <a:latin typeface="Times New Roman" panose="02020603050405020304" pitchFamily="18" charset="0"/>
              <a:cs typeface="Times New Roman" panose="02020603050405020304" pitchFamily="18" charset="0"/>
            </a:endParaRPr>
          </a:p>
          <a:p>
            <a:pPr marL="355600" indent="-343535">
              <a:lnSpc>
                <a:spcPct val="100000"/>
              </a:lnSpc>
              <a:spcBef>
                <a:spcPts val="944"/>
              </a:spcBef>
              <a:buFont typeface="Arial MT"/>
              <a:buChar char="•"/>
              <a:tabLst>
                <a:tab pos="355600" algn="l"/>
                <a:tab pos="356235" algn="l"/>
              </a:tabLst>
            </a:pPr>
            <a:r>
              <a:rPr sz="2200" spc="-15" dirty="0">
                <a:latin typeface="Times New Roman" panose="02020603050405020304" pitchFamily="18" charset="0"/>
                <a:cs typeface="Times New Roman" panose="02020603050405020304" pitchFamily="18" charset="0"/>
              </a:rPr>
              <a:t>Quality</a:t>
            </a:r>
            <a:r>
              <a:rPr sz="2200" spc="8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circle</a:t>
            </a:r>
            <a:r>
              <a:rPr sz="2200" spc="25"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is</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a</a:t>
            </a:r>
            <a:r>
              <a:rPr sz="2200" spc="25"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small</a:t>
            </a:r>
            <a:r>
              <a:rPr sz="2200" spc="10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group</a:t>
            </a:r>
            <a:r>
              <a:rPr sz="2200" spc="7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of </a:t>
            </a:r>
            <a:r>
              <a:rPr sz="2200" spc="-10" dirty="0">
                <a:latin typeface="Times New Roman" panose="02020603050405020304" pitchFamily="18" charset="0"/>
                <a:cs typeface="Times New Roman" panose="02020603050405020304" pitchFamily="18" charset="0"/>
              </a:rPr>
              <a:t>employees.</a:t>
            </a:r>
            <a:endParaRPr sz="2200" dirty="0">
              <a:latin typeface="Times New Roman" panose="02020603050405020304" pitchFamily="18" charset="0"/>
              <a:cs typeface="Times New Roman" panose="02020603050405020304" pitchFamily="18" charset="0"/>
            </a:endParaRPr>
          </a:p>
          <a:p>
            <a:pPr marL="355600" indent="-343535">
              <a:lnSpc>
                <a:spcPct val="100000"/>
              </a:lnSpc>
              <a:spcBef>
                <a:spcPts val="1295"/>
              </a:spcBef>
              <a:buFont typeface="Arial MT"/>
              <a:buChar char="•"/>
              <a:tabLst>
                <a:tab pos="355600" algn="l"/>
                <a:tab pos="356235" algn="l"/>
              </a:tabLst>
            </a:pPr>
            <a:r>
              <a:rPr sz="2200" spc="-15" dirty="0">
                <a:latin typeface="Times New Roman" panose="02020603050405020304" pitchFamily="18" charset="0"/>
                <a:cs typeface="Times New Roman" panose="02020603050405020304" pitchFamily="18" charset="0"/>
              </a:rPr>
              <a:t>Quality</a:t>
            </a:r>
            <a:r>
              <a:rPr sz="2200" spc="8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circle</a:t>
            </a:r>
            <a:r>
              <a:rPr sz="2200" spc="30" dirty="0">
                <a:latin typeface="Times New Roman" panose="02020603050405020304" pitchFamily="18" charset="0"/>
                <a:cs typeface="Times New Roman" panose="02020603050405020304" pitchFamily="18" charset="0"/>
              </a:rPr>
              <a:t> </a:t>
            </a:r>
            <a:r>
              <a:rPr sz="2200" spc="-25" dirty="0">
                <a:latin typeface="Times New Roman" panose="02020603050405020304" pitchFamily="18" charset="0"/>
                <a:cs typeface="Times New Roman" panose="02020603050405020304" pitchFamily="18" charset="0"/>
              </a:rPr>
              <a:t>is</a:t>
            </a:r>
            <a:r>
              <a:rPr sz="2200" spc="50" dirty="0">
                <a:latin typeface="Times New Roman" panose="02020603050405020304" pitchFamily="18" charset="0"/>
                <a:cs typeface="Times New Roman" panose="02020603050405020304" pitchFamily="18" charset="0"/>
              </a:rPr>
              <a:t> </a:t>
            </a:r>
            <a:r>
              <a:rPr sz="2200" spc="-20" dirty="0">
                <a:latin typeface="Times New Roman" panose="02020603050405020304" pitchFamily="18" charset="0"/>
                <a:cs typeface="Times New Roman" panose="02020603050405020304" pitchFamily="18" charset="0"/>
              </a:rPr>
              <a:t>organized</a:t>
            </a:r>
            <a:r>
              <a:rPr sz="2200" spc="160" dirty="0">
                <a:latin typeface="Times New Roman" panose="02020603050405020304" pitchFamily="18" charset="0"/>
                <a:cs typeface="Times New Roman" panose="02020603050405020304" pitchFamily="18" charset="0"/>
              </a:rPr>
              <a:t> </a:t>
            </a:r>
            <a:r>
              <a:rPr sz="2200" spc="-30" dirty="0">
                <a:latin typeface="Times New Roman" panose="02020603050405020304" pitchFamily="18" charset="0"/>
                <a:cs typeface="Times New Roman" panose="02020603050405020304" pitchFamily="18" charset="0"/>
              </a:rPr>
              <a:t>in</a:t>
            </a:r>
            <a:r>
              <a:rPr sz="2200"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the</a:t>
            </a:r>
            <a:r>
              <a:rPr sz="2200" spc="3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same</a:t>
            </a:r>
            <a:r>
              <a:rPr sz="2200" spc="3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work</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area</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or</a:t>
            </a:r>
            <a:r>
              <a:rPr sz="220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doing</a:t>
            </a:r>
            <a:r>
              <a:rPr sz="2200" spc="80" dirty="0">
                <a:latin typeface="Times New Roman" panose="02020603050405020304" pitchFamily="18" charset="0"/>
                <a:cs typeface="Times New Roman" panose="02020603050405020304" pitchFamily="18" charset="0"/>
              </a:rPr>
              <a:t> </a:t>
            </a:r>
            <a:r>
              <a:rPr sz="2200" spc="-35" dirty="0">
                <a:latin typeface="Times New Roman" panose="02020603050405020304" pitchFamily="18" charset="0"/>
                <a:cs typeface="Times New Roman" panose="02020603050405020304" pitchFamily="18" charset="0"/>
              </a:rPr>
              <a:t>similar</a:t>
            </a:r>
            <a:r>
              <a:rPr sz="2200" spc="23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type</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of </a:t>
            </a:r>
            <a:r>
              <a:rPr sz="2200" spc="-5" dirty="0">
                <a:latin typeface="Times New Roman" panose="02020603050405020304" pitchFamily="18" charset="0"/>
                <a:cs typeface="Times New Roman" panose="02020603050405020304" pitchFamily="18" charset="0"/>
              </a:rPr>
              <a:t>work.</a:t>
            </a:r>
            <a:endParaRPr sz="2200" dirty="0">
              <a:latin typeface="Times New Roman" panose="02020603050405020304" pitchFamily="18" charset="0"/>
              <a:cs typeface="Times New Roman" panose="02020603050405020304" pitchFamily="18" charset="0"/>
            </a:endParaRPr>
          </a:p>
          <a:p>
            <a:pPr marL="355600" indent="-343535">
              <a:lnSpc>
                <a:spcPct val="100000"/>
              </a:lnSpc>
              <a:spcBef>
                <a:spcPts val="1295"/>
              </a:spcBef>
              <a:buFont typeface="Arial MT"/>
              <a:buChar char="•"/>
              <a:tabLst>
                <a:tab pos="355600" algn="l"/>
                <a:tab pos="356235" algn="l"/>
              </a:tabLst>
            </a:pPr>
            <a:r>
              <a:rPr sz="2200" spc="-15" dirty="0">
                <a:latin typeface="Times New Roman" panose="02020603050405020304" pitchFamily="18" charset="0"/>
                <a:cs typeface="Times New Roman" panose="02020603050405020304" pitchFamily="18" charset="0"/>
              </a:rPr>
              <a:t>Quality</a:t>
            </a:r>
            <a:r>
              <a:rPr sz="2200" spc="6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circles</a:t>
            </a:r>
            <a:r>
              <a:rPr sz="2200" spc="45" dirty="0">
                <a:latin typeface="Times New Roman" panose="02020603050405020304" pitchFamily="18" charset="0"/>
                <a:cs typeface="Times New Roman" panose="02020603050405020304" pitchFamily="18" charset="0"/>
              </a:rPr>
              <a:t> </a:t>
            </a:r>
            <a:r>
              <a:rPr sz="2200" spc="5" dirty="0">
                <a:latin typeface="Times New Roman" panose="02020603050405020304" pitchFamily="18" charset="0"/>
                <a:cs typeface="Times New Roman" panose="02020603050405020304" pitchFamily="18" charset="0"/>
              </a:rPr>
              <a:t>are</a:t>
            </a:r>
            <a:r>
              <a:rPr sz="2200" spc="-6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voluntary.</a:t>
            </a:r>
            <a:endParaRPr sz="2200" dirty="0">
              <a:latin typeface="Times New Roman" panose="02020603050405020304" pitchFamily="18" charset="0"/>
              <a:cs typeface="Times New Roman" panose="02020603050405020304" pitchFamily="18" charset="0"/>
            </a:endParaRPr>
          </a:p>
          <a:p>
            <a:pPr marL="355600" indent="-343535">
              <a:lnSpc>
                <a:spcPct val="100000"/>
              </a:lnSpc>
              <a:spcBef>
                <a:spcPts val="1370"/>
              </a:spcBef>
              <a:buFont typeface="Arial MT"/>
              <a:buChar char="•"/>
              <a:tabLst>
                <a:tab pos="355600" algn="l"/>
                <a:tab pos="356235" algn="l"/>
              </a:tabLst>
            </a:pPr>
            <a:r>
              <a:rPr sz="2200" spc="-15" dirty="0">
                <a:latin typeface="Times New Roman" panose="02020603050405020304" pitchFamily="18" charset="0"/>
                <a:cs typeface="Times New Roman" panose="02020603050405020304" pitchFamily="18" charset="0"/>
              </a:rPr>
              <a:t>Quality</a:t>
            </a:r>
            <a:r>
              <a:rPr sz="2200" spc="80" dirty="0">
                <a:latin typeface="Times New Roman" panose="02020603050405020304" pitchFamily="18" charset="0"/>
                <a:cs typeface="Times New Roman" panose="02020603050405020304" pitchFamily="18" charset="0"/>
              </a:rPr>
              <a:t> </a:t>
            </a:r>
            <a:r>
              <a:rPr sz="2200" spc="-15" dirty="0">
                <a:latin typeface="Times New Roman" panose="02020603050405020304" pitchFamily="18" charset="0"/>
                <a:cs typeface="Times New Roman" panose="02020603050405020304" pitchFamily="18" charset="0"/>
              </a:rPr>
              <a:t>circle</a:t>
            </a:r>
            <a:r>
              <a:rPr sz="2200" spc="30"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leads</a:t>
            </a:r>
            <a:r>
              <a:rPr sz="2200" spc="45"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to</a:t>
            </a:r>
            <a:r>
              <a:rPr sz="2200" spc="-70" dirty="0">
                <a:latin typeface="Times New Roman" panose="02020603050405020304" pitchFamily="18" charset="0"/>
                <a:cs typeface="Times New Roman" panose="02020603050405020304" pitchFamily="18" charset="0"/>
              </a:rPr>
              <a:t> </a:t>
            </a:r>
            <a:r>
              <a:rPr sz="2200" spc="10" dirty="0">
                <a:latin typeface="Times New Roman" panose="02020603050405020304" pitchFamily="18" charset="0"/>
                <a:cs typeface="Times New Roman" panose="02020603050405020304" pitchFamily="18" charset="0"/>
              </a:rPr>
              <a:t>total</a:t>
            </a:r>
            <a:r>
              <a:rPr sz="2200" spc="-45" dirty="0">
                <a:latin typeface="Times New Roman" panose="02020603050405020304" pitchFamily="18" charset="0"/>
                <a:cs typeface="Times New Roman" panose="02020603050405020304" pitchFamily="18" charset="0"/>
              </a:rPr>
              <a:t> </a:t>
            </a:r>
            <a:r>
              <a:rPr sz="2200" dirty="0">
                <a:latin typeface="Times New Roman" panose="02020603050405020304" pitchFamily="18" charset="0"/>
                <a:cs typeface="Times New Roman" panose="02020603050405020304" pitchFamily="18" charset="0"/>
              </a:rPr>
              <a:t>performance.</a:t>
            </a:r>
          </a:p>
        </p:txBody>
      </p:sp>
      <p:sp>
        <p:nvSpPr>
          <p:cNvPr id="10" name="object 10"/>
          <p:cNvSpPr txBox="1">
            <a:spLocks noGrp="1"/>
          </p:cNvSpPr>
          <p:nvPr>
            <p:ph type="ftr" sz="quarter" idx="4294967295"/>
          </p:nvPr>
        </p:nvSpPr>
        <p:spPr>
          <a:xfrm>
            <a:off x="691030" y="6356350"/>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63</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F0483EDD-6D17-4CE0-8BDE-DBF969EEFA3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circle (CO2)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2775" y="1167764"/>
            <a:ext cx="5010150" cy="3537507"/>
          </a:xfrm>
          <a:prstGeom prst="rect">
            <a:avLst/>
          </a:prstGeom>
        </p:spPr>
        <p:txBody>
          <a:bodyPr vert="horz" wrap="square" lIns="0" tIns="13335" rIns="0" bIns="0" rtlCol="0">
            <a:spAutoFit/>
          </a:bodyPr>
          <a:lstStyle/>
          <a:p>
            <a:pPr marL="12700">
              <a:lnSpc>
                <a:spcPct val="100000"/>
              </a:lnSpc>
              <a:spcBef>
                <a:spcPts val="105"/>
              </a:spcBef>
            </a:pPr>
            <a:r>
              <a:rPr sz="2200" b="1" spc="10" dirty="0">
                <a:latin typeface="Times New Roman" panose="02020603050405020304" pitchFamily="18" charset="0"/>
                <a:cs typeface="Times New Roman" panose="02020603050405020304" pitchFamily="18" charset="0"/>
              </a:rPr>
              <a:t>Functions</a:t>
            </a:r>
            <a:r>
              <a:rPr sz="2200" b="1" spc="-125" dirty="0">
                <a:latin typeface="Times New Roman" panose="02020603050405020304" pitchFamily="18" charset="0"/>
                <a:cs typeface="Times New Roman" panose="02020603050405020304" pitchFamily="18" charset="0"/>
              </a:rPr>
              <a:t> </a:t>
            </a:r>
            <a:r>
              <a:rPr sz="2200" b="1" spc="-5" dirty="0">
                <a:latin typeface="Times New Roman" panose="02020603050405020304" pitchFamily="18" charset="0"/>
                <a:cs typeface="Times New Roman" panose="02020603050405020304" pitchFamily="18" charset="0"/>
              </a:rPr>
              <a:t>of</a:t>
            </a:r>
            <a:r>
              <a:rPr sz="2200" b="1" dirty="0">
                <a:latin typeface="Times New Roman" panose="02020603050405020304" pitchFamily="18" charset="0"/>
                <a:cs typeface="Times New Roman" panose="02020603050405020304" pitchFamily="18" charset="0"/>
              </a:rPr>
              <a:t> member:</a:t>
            </a:r>
            <a:endParaRPr sz="2200" dirty="0">
              <a:latin typeface="Times New Roman" panose="02020603050405020304" pitchFamily="18" charset="0"/>
              <a:cs typeface="Times New Roman" panose="02020603050405020304" pitchFamily="18" charset="0"/>
            </a:endParaRPr>
          </a:p>
          <a:p>
            <a:pPr marL="355600" indent="-343535">
              <a:lnSpc>
                <a:spcPct val="100000"/>
              </a:lnSpc>
              <a:spcBef>
                <a:spcPts val="1739"/>
              </a:spcBef>
              <a:buFont typeface="Arial MT"/>
              <a:buChar char="•"/>
              <a:tabLst>
                <a:tab pos="355600" algn="l"/>
                <a:tab pos="356235" algn="l"/>
              </a:tabLst>
            </a:pPr>
            <a:r>
              <a:rPr sz="2000" spc="-20" dirty="0">
                <a:latin typeface="Times New Roman" panose="02020603050405020304" pitchFamily="18" charset="0"/>
                <a:cs typeface="Times New Roman" panose="02020603050405020304" pitchFamily="18" charset="0"/>
              </a:rPr>
              <a:t>A</a:t>
            </a:r>
            <a:r>
              <a:rPr sz="2000" spc="35" dirty="0">
                <a:latin typeface="Times New Roman" panose="02020603050405020304" pitchFamily="18" charset="0"/>
                <a:cs typeface="Times New Roman" panose="02020603050405020304" pitchFamily="18" charset="0"/>
              </a:rPr>
              <a:t>tt</a:t>
            </a:r>
            <a:r>
              <a:rPr sz="2000" spc="10" dirty="0">
                <a:latin typeface="Times New Roman" panose="02020603050405020304" pitchFamily="18" charset="0"/>
                <a:cs typeface="Times New Roman" panose="02020603050405020304" pitchFamily="18" charset="0"/>
              </a:rPr>
              <a:t>e</a:t>
            </a:r>
            <a:r>
              <a:rPr sz="2000" spc="50" dirty="0">
                <a:latin typeface="Times New Roman" panose="02020603050405020304" pitchFamily="18" charset="0"/>
                <a:cs typeface="Times New Roman" panose="02020603050405020304" pitchFamily="18" charset="0"/>
              </a:rPr>
              <a:t>n</a:t>
            </a:r>
            <a:r>
              <a:rPr sz="2000" spc="15" dirty="0">
                <a:latin typeface="Times New Roman" panose="02020603050405020304" pitchFamily="18" charset="0"/>
                <a:cs typeface="Times New Roman" panose="02020603050405020304" pitchFamily="18" charset="0"/>
              </a:rPr>
              <a:t>d</a:t>
            </a:r>
            <a:r>
              <a:rPr sz="2000" spc="-16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a</a:t>
            </a:r>
            <a:r>
              <a:rPr sz="2000" spc="35" dirty="0">
                <a:latin typeface="Times New Roman" panose="02020603050405020304" pitchFamily="18" charset="0"/>
                <a:cs typeface="Times New Roman" panose="02020603050405020304" pitchFamily="18" charset="0"/>
              </a:rPr>
              <a:t>l</a:t>
            </a:r>
            <a:r>
              <a:rPr sz="2000" spc="5" dirty="0">
                <a:latin typeface="Times New Roman" panose="02020603050405020304" pitchFamily="18" charset="0"/>
                <a:cs typeface="Times New Roman" panose="02020603050405020304" pitchFamily="18" charset="0"/>
              </a:rPr>
              <a:t>l</a:t>
            </a:r>
            <a:r>
              <a:rPr sz="2000" spc="-85" dirty="0">
                <a:latin typeface="Times New Roman" panose="02020603050405020304" pitchFamily="18" charset="0"/>
                <a:cs typeface="Times New Roman" panose="02020603050405020304" pitchFamily="18" charset="0"/>
              </a:rPr>
              <a:t> </a:t>
            </a:r>
            <a:r>
              <a:rPr sz="2000" spc="-60" dirty="0">
                <a:latin typeface="Times New Roman" panose="02020603050405020304" pitchFamily="18" charset="0"/>
                <a:cs typeface="Times New Roman" panose="02020603050405020304" pitchFamily="18" charset="0"/>
              </a:rPr>
              <a:t>m</a:t>
            </a:r>
            <a:r>
              <a:rPr sz="2000" spc="10" dirty="0">
                <a:latin typeface="Times New Roman" panose="02020603050405020304" pitchFamily="18" charset="0"/>
                <a:cs typeface="Times New Roman" panose="02020603050405020304" pitchFamily="18" charset="0"/>
              </a:rPr>
              <a:t>ee</a:t>
            </a:r>
            <a:r>
              <a:rPr sz="2000" spc="35" dirty="0">
                <a:latin typeface="Times New Roman" panose="02020603050405020304" pitchFamily="18" charset="0"/>
                <a:cs typeface="Times New Roman" panose="02020603050405020304" pitchFamily="18" charset="0"/>
              </a:rPr>
              <a:t>t</a:t>
            </a:r>
            <a:r>
              <a:rPr sz="2000" spc="-35" dirty="0">
                <a:latin typeface="Times New Roman" panose="02020603050405020304" pitchFamily="18" charset="0"/>
                <a:cs typeface="Times New Roman" panose="02020603050405020304" pitchFamily="18" charset="0"/>
              </a:rPr>
              <a:t>i</a:t>
            </a:r>
            <a:r>
              <a:rPr sz="2000" spc="45" dirty="0">
                <a:latin typeface="Times New Roman" panose="02020603050405020304" pitchFamily="18" charset="0"/>
                <a:cs typeface="Times New Roman" panose="02020603050405020304" pitchFamily="18" charset="0"/>
              </a:rPr>
              <a:t>n</a:t>
            </a:r>
            <a:r>
              <a:rPr sz="2000" spc="-105" dirty="0">
                <a:latin typeface="Times New Roman" panose="02020603050405020304" pitchFamily="18" charset="0"/>
                <a:cs typeface="Times New Roman" panose="02020603050405020304" pitchFamily="18" charset="0"/>
              </a:rPr>
              <a:t>g</a:t>
            </a:r>
            <a:r>
              <a:rPr sz="2000" spc="10" dirty="0">
                <a:latin typeface="Times New Roman" panose="02020603050405020304" pitchFamily="18" charset="0"/>
                <a:cs typeface="Times New Roman" panose="02020603050405020304" pitchFamily="18" charset="0"/>
              </a:rPr>
              <a:t>s</a:t>
            </a:r>
            <a:r>
              <a:rPr sz="2000" spc="70"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o</a:t>
            </a:r>
            <a:r>
              <a:rPr sz="2000" spc="15" dirty="0">
                <a:latin typeface="Times New Roman" panose="02020603050405020304" pitchFamily="18" charset="0"/>
                <a:cs typeface="Times New Roman" panose="02020603050405020304" pitchFamily="18" charset="0"/>
              </a:rPr>
              <a:t>n</a:t>
            </a:r>
            <a:r>
              <a:rPr sz="2000" spc="-90"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t</a:t>
            </a:r>
            <a:r>
              <a:rPr sz="2000" spc="-35" dirty="0">
                <a:latin typeface="Times New Roman" panose="02020603050405020304" pitchFamily="18" charset="0"/>
                <a:cs typeface="Times New Roman" panose="02020603050405020304" pitchFamily="18" charset="0"/>
              </a:rPr>
              <a:t>i</a:t>
            </a:r>
            <a:r>
              <a:rPr sz="2000" spc="-60" dirty="0">
                <a:latin typeface="Times New Roman" panose="02020603050405020304" pitchFamily="18" charset="0"/>
                <a:cs typeface="Times New Roman" panose="02020603050405020304" pitchFamily="18" charset="0"/>
              </a:rPr>
              <a:t>m</a:t>
            </a:r>
            <a:r>
              <a:rPr sz="2000" spc="5" dirty="0">
                <a:latin typeface="Times New Roman" panose="02020603050405020304" pitchFamily="18" charset="0"/>
                <a:cs typeface="Times New Roman" panose="02020603050405020304" pitchFamily="18" charset="0"/>
              </a:rPr>
              <a:t>e.</a:t>
            </a:r>
            <a:endParaRPr sz="2000" dirty="0">
              <a:latin typeface="Times New Roman" panose="02020603050405020304" pitchFamily="18" charset="0"/>
              <a:cs typeface="Times New Roman" panose="02020603050405020304" pitchFamily="18" charset="0"/>
            </a:endParaRPr>
          </a:p>
          <a:p>
            <a:pPr marL="355600" indent="-343535">
              <a:lnSpc>
                <a:spcPct val="100000"/>
              </a:lnSpc>
              <a:spcBef>
                <a:spcPts val="1655"/>
              </a:spcBef>
              <a:buFont typeface="Arial MT"/>
              <a:buChar char="•"/>
              <a:tabLst>
                <a:tab pos="355600" algn="l"/>
                <a:tab pos="356235" algn="l"/>
              </a:tabLst>
            </a:pPr>
            <a:r>
              <a:rPr sz="2000" dirty="0">
                <a:latin typeface="Times New Roman" panose="02020603050405020304" pitchFamily="18" charset="0"/>
                <a:cs typeface="Times New Roman" panose="02020603050405020304" pitchFamily="18" charset="0"/>
              </a:rPr>
              <a:t>Learn</a:t>
            </a:r>
            <a:r>
              <a:rPr sz="2000" spc="-15" dirty="0">
                <a:latin typeface="Times New Roman" panose="02020603050405020304" pitchFamily="18" charset="0"/>
                <a:cs typeface="Times New Roman" panose="02020603050405020304" pitchFamily="18" charset="0"/>
              </a:rPr>
              <a:t> </a:t>
            </a:r>
            <a:r>
              <a:rPr sz="2000" spc="30" dirty="0">
                <a:latin typeface="Times New Roman" panose="02020603050405020304" pitchFamily="18" charset="0"/>
                <a:cs typeface="Times New Roman" panose="02020603050405020304" pitchFamily="18" charset="0"/>
              </a:rPr>
              <a:t>problemsolving</a:t>
            </a:r>
            <a:r>
              <a:rPr sz="2000" spc="-15" dirty="0">
                <a:latin typeface="Times New Roman" panose="02020603050405020304" pitchFamily="18" charset="0"/>
                <a:cs typeface="Times New Roman" panose="02020603050405020304" pitchFamily="18" charset="0"/>
              </a:rPr>
              <a:t> </a:t>
            </a:r>
            <a:r>
              <a:rPr sz="2000" spc="15" dirty="0">
                <a:latin typeface="Times New Roman" panose="02020603050405020304" pitchFamily="18" charset="0"/>
                <a:cs typeface="Times New Roman" panose="02020603050405020304" pitchFamily="18" charset="0"/>
              </a:rPr>
              <a:t>techniques.</a:t>
            </a:r>
            <a:endParaRPr sz="2000" dirty="0">
              <a:latin typeface="Times New Roman" panose="02020603050405020304" pitchFamily="18" charset="0"/>
              <a:cs typeface="Times New Roman" panose="02020603050405020304" pitchFamily="18" charset="0"/>
            </a:endParaRPr>
          </a:p>
          <a:p>
            <a:pPr marL="355600" indent="-343535">
              <a:lnSpc>
                <a:spcPct val="100000"/>
              </a:lnSpc>
              <a:spcBef>
                <a:spcPts val="1730"/>
              </a:spcBef>
              <a:buFont typeface="Arial MT"/>
              <a:buChar char="•"/>
              <a:tabLst>
                <a:tab pos="355600" algn="l"/>
                <a:tab pos="356235" algn="l"/>
              </a:tabLst>
            </a:pPr>
            <a:r>
              <a:rPr sz="2000" spc="15" dirty="0">
                <a:latin typeface="Times New Roman" panose="02020603050405020304" pitchFamily="18" charset="0"/>
                <a:cs typeface="Times New Roman" panose="02020603050405020304" pitchFamily="18" charset="0"/>
              </a:rPr>
              <a:t>Stay</a:t>
            </a:r>
            <a:r>
              <a:rPr sz="2000" spc="-85"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within </a:t>
            </a:r>
            <a:r>
              <a:rPr sz="2000" spc="20" dirty="0">
                <a:latin typeface="Times New Roman" panose="02020603050405020304" pitchFamily="18" charset="0"/>
                <a:cs typeface="Times New Roman" panose="02020603050405020304" pitchFamily="18" charset="0"/>
              </a:rPr>
              <a:t>all</a:t>
            </a:r>
            <a:r>
              <a:rPr sz="2000" spc="-8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quality</a:t>
            </a:r>
            <a:r>
              <a:rPr sz="2000" spc="-229"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circle</a:t>
            </a:r>
            <a:r>
              <a:rPr sz="2000" spc="-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policy/rules</a:t>
            </a:r>
            <a:r>
              <a:rPr sz="2000" spc="-220" dirty="0">
                <a:latin typeface="Times New Roman" panose="02020603050405020304" pitchFamily="18" charset="0"/>
                <a:cs typeface="Times New Roman" panose="02020603050405020304" pitchFamily="18" charset="0"/>
              </a:rPr>
              <a:t> </a:t>
            </a:r>
            <a:r>
              <a:rPr sz="2000" spc="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55600" indent="-343535">
              <a:lnSpc>
                <a:spcPct val="100000"/>
              </a:lnSpc>
              <a:spcBef>
                <a:spcPts val="1655"/>
              </a:spcBef>
              <a:buFont typeface="Arial MT"/>
              <a:buChar char="•"/>
              <a:tabLst>
                <a:tab pos="355600" algn="l"/>
                <a:tab pos="356235" algn="l"/>
              </a:tabLst>
            </a:pPr>
            <a:r>
              <a:rPr sz="2000" spc="10" dirty="0">
                <a:latin typeface="Times New Roman" panose="02020603050405020304" pitchFamily="18" charset="0"/>
                <a:cs typeface="Times New Roman" panose="02020603050405020304" pitchFamily="18" charset="0"/>
              </a:rPr>
              <a:t>Pr</a:t>
            </a:r>
            <a:r>
              <a:rPr sz="2000" spc="45" dirty="0">
                <a:latin typeface="Times New Roman" panose="02020603050405020304" pitchFamily="18" charset="0"/>
                <a:cs typeface="Times New Roman" panose="02020603050405020304" pitchFamily="18" charset="0"/>
              </a:rPr>
              <a:t>o</a:t>
            </a:r>
            <a:r>
              <a:rPr sz="2000" spc="-55" dirty="0">
                <a:latin typeface="Times New Roman" panose="02020603050405020304" pitchFamily="18" charset="0"/>
                <a:cs typeface="Times New Roman" panose="02020603050405020304" pitchFamily="18" charset="0"/>
              </a:rPr>
              <a:t>m</a:t>
            </a:r>
            <a:r>
              <a:rPr sz="2000" spc="45" dirty="0">
                <a:latin typeface="Times New Roman" panose="02020603050405020304" pitchFamily="18" charset="0"/>
                <a:cs typeface="Times New Roman" panose="02020603050405020304" pitchFamily="18" charset="0"/>
              </a:rPr>
              <a:t>o</a:t>
            </a:r>
            <a:r>
              <a:rPr sz="2000" spc="35" dirty="0">
                <a:latin typeface="Times New Roman" panose="02020603050405020304" pitchFamily="18" charset="0"/>
                <a:cs typeface="Times New Roman" panose="02020603050405020304" pitchFamily="18" charset="0"/>
              </a:rPr>
              <a:t>t</a:t>
            </a:r>
            <a:r>
              <a:rPr sz="2000" spc="10" dirty="0">
                <a:latin typeface="Times New Roman" panose="02020603050405020304" pitchFamily="18" charset="0"/>
                <a:cs typeface="Times New Roman" panose="02020603050405020304" pitchFamily="18" charset="0"/>
              </a:rPr>
              <a:t>e</a:t>
            </a:r>
            <a:r>
              <a:rPr sz="2000" spc="-125"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t</a:t>
            </a:r>
            <a:r>
              <a:rPr sz="2000" spc="45" dirty="0">
                <a:latin typeface="Times New Roman" panose="02020603050405020304" pitchFamily="18" charset="0"/>
                <a:cs typeface="Times New Roman" panose="02020603050405020304" pitchFamily="18" charset="0"/>
              </a:rPr>
              <a:t>h</a:t>
            </a:r>
            <a:r>
              <a:rPr sz="2000" spc="10" dirty="0">
                <a:latin typeface="Times New Roman" panose="02020603050405020304" pitchFamily="18" charset="0"/>
                <a:cs typeface="Times New Roman" panose="02020603050405020304" pitchFamily="18" charset="0"/>
              </a:rPr>
              <a:t>e</a:t>
            </a:r>
            <a:r>
              <a:rPr sz="2000" spc="-125"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qu</a:t>
            </a:r>
            <a:r>
              <a:rPr sz="2000" spc="10" dirty="0">
                <a:latin typeface="Times New Roman" panose="02020603050405020304" pitchFamily="18" charset="0"/>
                <a:cs typeface="Times New Roman" panose="02020603050405020304" pitchFamily="18" charset="0"/>
              </a:rPr>
              <a:t>a</a:t>
            </a:r>
            <a:r>
              <a:rPr sz="2000" spc="40" dirty="0">
                <a:latin typeface="Times New Roman" panose="02020603050405020304" pitchFamily="18" charset="0"/>
                <a:cs typeface="Times New Roman" panose="02020603050405020304" pitchFamily="18" charset="0"/>
              </a:rPr>
              <a:t>l</a:t>
            </a:r>
            <a:r>
              <a:rPr sz="2000" spc="-35" dirty="0">
                <a:latin typeface="Times New Roman" panose="02020603050405020304" pitchFamily="18" charset="0"/>
                <a:cs typeface="Times New Roman" panose="02020603050405020304" pitchFamily="18" charset="0"/>
              </a:rPr>
              <a:t>i</a:t>
            </a:r>
            <a:r>
              <a:rPr sz="2000" spc="40" dirty="0">
                <a:latin typeface="Times New Roman" panose="02020603050405020304" pitchFamily="18" charset="0"/>
                <a:cs typeface="Times New Roman" panose="02020603050405020304" pitchFamily="18" charset="0"/>
              </a:rPr>
              <a:t>t</a:t>
            </a:r>
            <a:r>
              <a:rPr sz="2000" spc="10" dirty="0">
                <a:latin typeface="Times New Roman" panose="02020603050405020304" pitchFamily="18" charset="0"/>
                <a:cs typeface="Times New Roman" panose="02020603050405020304" pitchFamily="18" charset="0"/>
              </a:rPr>
              <a:t>y</a:t>
            </a:r>
            <a:r>
              <a:rPr sz="2000" spc="-240"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t>
            </a:r>
            <a:r>
              <a:rPr sz="2000" spc="-35" dirty="0">
                <a:latin typeface="Times New Roman" panose="02020603050405020304" pitchFamily="18" charset="0"/>
                <a:cs typeface="Times New Roman" panose="02020603050405020304" pitchFamily="18" charset="0"/>
              </a:rPr>
              <a:t>i</a:t>
            </a:r>
            <a:r>
              <a:rPr sz="2000" spc="10" dirty="0">
                <a:latin typeface="Times New Roman" panose="02020603050405020304" pitchFamily="18" charset="0"/>
                <a:cs typeface="Times New Roman" panose="02020603050405020304" pitchFamily="18" charset="0"/>
              </a:rPr>
              <a:t>rc</a:t>
            </a:r>
            <a:r>
              <a:rPr sz="2000" spc="35" dirty="0">
                <a:latin typeface="Times New Roman" panose="02020603050405020304" pitchFamily="18" charset="0"/>
                <a:cs typeface="Times New Roman" panose="02020603050405020304" pitchFamily="18" charset="0"/>
              </a:rPr>
              <a:t>l</a:t>
            </a:r>
            <a:r>
              <a:rPr sz="2000" spc="10" dirty="0">
                <a:latin typeface="Times New Roman" panose="02020603050405020304" pitchFamily="18" charset="0"/>
                <a:cs typeface="Times New Roman" panose="02020603050405020304" pitchFamily="18" charset="0"/>
              </a:rPr>
              <a:t>e</a:t>
            </a:r>
            <a:r>
              <a:rPr sz="2000" spc="-45"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p</a:t>
            </a:r>
            <a:r>
              <a:rPr sz="2000" spc="5" dirty="0">
                <a:latin typeface="Times New Roman" panose="02020603050405020304" pitchFamily="18" charset="0"/>
                <a:cs typeface="Times New Roman" panose="02020603050405020304" pitchFamily="18" charset="0"/>
              </a:rPr>
              <a:t>r</a:t>
            </a:r>
            <a:r>
              <a:rPr sz="2000" spc="40" dirty="0">
                <a:latin typeface="Times New Roman" panose="02020603050405020304" pitchFamily="18" charset="0"/>
                <a:cs typeface="Times New Roman" panose="02020603050405020304" pitchFamily="18" charset="0"/>
              </a:rPr>
              <a:t>o</a:t>
            </a:r>
            <a:r>
              <a:rPr sz="2000" spc="-105" dirty="0">
                <a:latin typeface="Times New Roman" panose="02020603050405020304" pitchFamily="18" charset="0"/>
                <a:cs typeface="Times New Roman" panose="02020603050405020304" pitchFamily="18" charset="0"/>
              </a:rPr>
              <a:t>g</a:t>
            </a:r>
            <a:r>
              <a:rPr sz="2000" spc="10" dirty="0">
                <a:latin typeface="Times New Roman" panose="02020603050405020304" pitchFamily="18" charset="0"/>
                <a:cs typeface="Times New Roman" panose="02020603050405020304" pitchFamily="18" charset="0"/>
              </a:rPr>
              <a:t>ra</a:t>
            </a:r>
            <a:r>
              <a:rPr sz="2000" spc="-50" dirty="0">
                <a:latin typeface="Times New Roman" panose="02020603050405020304" pitchFamily="18" charset="0"/>
                <a:cs typeface="Times New Roman" panose="02020603050405020304" pitchFamily="18" charset="0"/>
              </a:rPr>
              <a:t>m</a:t>
            </a:r>
            <a:r>
              <a:rPr sz="2000" spc="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a:p>
            <a:pPr marL="355600" indent="-343535">
              <a:lnSpc>
                <a:spcPct val="100000"/>
              </a:lnSpc>
              <a:spcBef>
                <a:spcPts val="1655"/>
              </a:spcBef>
              <a:buFont typeface="Arial MT"/>
              <a:buChar char="•"/>
              <a:tabLst>
                <a:tab pos="355600" algn="l"/>
                <a:tab pos="356235" algn="l"/>
              </a:tabLst>
            </a:pPr>
            <a:r>
              <a:rPr sz="2000" spc="-20" dirty="0">
                <a:latin typeface="Times New Roman" panose="02020603050405020304" pitchFamily="18" charset="0"/>
                <a:cs typeface="Times New Roman" panose="02020603050405020304" pitchFamily="18" charset="0"/>
              </a:rPr>
              <a:t>H</a:t>
            </a:r>
            <a:r>
              <a:rPr sz="2000" spc="10" dirty="0">
                <a:latin typeface="Times New Roman" panose="02020603050405020304" pitchFamily="18" charset="0"/>
                <a:cs typeface="Times New Roman" panose="02020603050405020304" pitchFamily="18" charset="0"/>
              </a:rPr>
              <a:t>e</a:t>
            </a:r>
            <a:r>
              <a:rPr sz="2000" spc="35" dirty="0">
                <a:latin typeface="Times New Roman" panose="02020603050405020304" pitchFamily="18" charset="0"/>
                <a:cs typeface="Times New Roman" panose="02020603050405020304" pitchFamily="18" charset="0"/>
              </a:rPr>
              <a:t>l</a:t>
            </a:r>
            <a:r>
              <a:rPr sz="2000" spc="15" dirty="0">
                <a:latin typeface="Times New Roman" panose="02020603050405020304" pitchFamily="18" charset="0"/>
                <a:cs typeface="Times New Roman" panose="02020603050405020304" pitchFamily="18" charset="0"/>
              </a:rPr>
              <a:t>p</a:t>
            </a:r>
            <a:r>
              <a:rPr sz="2000" spc="-90"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oth</a:t>
            </a:r>
            <a:r>
              <a:rPr sz="2000" spc="10" dirty="0">
                <a:latin typeface="Times New Roman" panose="02020603050405020304" pitchFamily="18" charset="0"/>
                <a:cs typeface="Times New Roman" panose="02020603050405020304" pitchFamily="18" charset="0"/>
              </a:rPr>
              <a:t>er</a:t>
            </a:r>
            <a:r>
              <a:rPr sz="2000" spc="-114" dirty="0">
                <a:latin typeface="Times New Roman" panose="02020603050405020304" pitchFamily="18" charset="0"/>
                <a:cs typeface="Times New Roman" panose="02020603050405020304" pitchFamily="18" charset="0"/>
              </a:rPr>
              <a:t> </a:t>
            </a:r>
            <a:r>
              <a:rPr sz="2000" spc="-60" dirty="0">
                <a:latin typeface="Times New Roman" panose="02020603050405020304" pitchFamily="18" charset="0"/>
                <a:cs typeface="Times New Roman" panose="02020603050405020304" pitchFamily="18" charset="0"/>
              </a:rPr>
              <a:t>m</a:t>
            </a:r>
            <a:r>
              <a:rPr sz="2000" spc="10" dirty="0">
                <a:latin typeface="Times New Roman" panose="02020603050405020304" pitchFamily="18" charset="0"/>
                <a:cs typeface="Times New Roman" panose="02020603050405020304" pitchFamily="18" charset="0"/>
              </a:rPr>
              <a:t>e</a:t>
            </a:r>
            <a:r>
              <a:rPr sz="2000" spc="-60" dirty="0">
                <a:latin typeface="Times New Roman" panose="02020603050405020304" pitchFamily="18" charset="0"/>
                <a:cs typeface="Times New Roman" panose="02020603050405020304" pitchFamily="18" charset="0"/>
              </a:rPr>
              <a:t>m</a:t>
            </a:r>
            <a:r>
              <a:rPr sz="2000" spc="45" dirty="0">
                <a:latin typeface="Times New Roman" panose="02020603050405020304" pitchFamily="18" charset="0"/>
                <a:cs typeface="Times New Roman" panose="02020603050405020304" pitchFamily="18" charset="0"/>
              </a:rPr>
              <a:t>b</a:t>
            </a:r>
            <a:r>
              <a:rPr sz="2000" spc="10" dirty="0">
                <a:latin typeface="Times New Roman" panose="02020603050405020304" pitchFamily="18" charset="0"/>
                <a:cs typeface="Times New Roman" panose="02020603050405020304" pitchFamily="18" charset="0"/>
              </a:rPr>
              <a:t>ers</a:t>
            </a:r>
            <a:r>
              <a:rPr sz="2000" spc="-15"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i</a:t>
            </a:r>
            <a:r>
              <a:rPr sz="2000" spc="15" dirty="0">
                <a:latin typeface="Times New Roman" panose="02020603050405020304" pitchFamily="18" charset="0"/>
                <a:cs typeface="Times New Roman" panose="02020603050405020304" pitchFamily="18" charset="0"/>
              </a:rPr>
              <a:t>n</a:t>
            </a:r>
            <a:r>
              <a:rPr sz="2000" spc="-15"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th</a:t>
            </a:r>
            <a:r>
              <a:rPr sz="2000" spc="10" dirty="0">
                <a:latin typeface="Times New Roman" panose="02020603050405020304" pitchFamily="18" charset="0"/>
                <a:cs typeface="Times New Roman" panose="02020603050405020304" pitchFamily="18" charset="0"/>
              </a:rPr>
              <a:t>e</a:t>
            </a:r>
            <a:r>
              <a:rPr sz="2000" spc="-125" dirty="0">
                <a:latin typeface="Times New Roman" panose="02020603050405020304" pitchFamily="18" charset="0"/>
                <a:cs typeface="Times New Roman" panose="02020603050405020304" pitchFamily="18" charset="0"/>
              </a:rPr>
              <a:t> </a:t>
            </a:r>
            <a:r>
              <a:rPr sz="2000" spc="-20" dirty="0">
                <a:latin typeface="Times New Roman" panose="02020603050405020304" pitchFamily="18" charset="0"/>
                <a:cs typeface="Times New Roman" panose="02020603050405020304" pitchFamily="18" charset="0"/>
              </a:rPr>
              <a:t>w</a:t>
            </a:r>
            <a:r>
              <a:rPr sz="2000" spc="45" dirty="0">
                <a:latin typeface="Times New Roman" panose="02020603050405020304" pitchFamily="18" charset="0"/>
                <a:cs typeface="Times New Roman" panose="02020603050405020304" pitchFamily="18" charset="0"/>
              </a:rPr>
              <a:t>o</a:t>
            </a:r>
            <a:r>
              <a:rPr sz="2000" spc="10" dirty="0">
                <a:latin typeface="Times New Roman" panose="02020603050405020304" pitchFamily="18" charset="0"/>
                <a:cs typeface="Times New Roman" panose="02020603050405020304" pitchFamily="18" charset="0"/>
              </a:rPr>
              <a:t>rk</a:t>
            </a:r>
            <a:r>
              <a:rPr sz="2000" spc="-1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o</a:t>
            </a:r>
            <a:r>
              <a:rPr sz="2000" spc="10" dirty="0">
                <a:latin typeface="Times New Roman" panose="02020603050405020304" pitchFamily="18" charset="0"/>
                <a:cs typeface="Times New Roman" panose="02020603050405020304" pitchFamily="18" charset="0"/>
              </a:rPr>
              <a:t>f</a:t>
            </a:r>
            <a:r>
              <a:rPr sz="2000" spc="-55"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th</a:t>
            </a:r>
            <a:r>
              <a:rPr sz="2000" spc="10" dirty="0">
                <a:latin typeface="Times New Roman" panose="02020603050405020304" pitchFamily="18" charset="0"/>
                <a:cs typeface="Times New Roman" panose="02020603050405020304" pitchFamily="18" charset="0"/>
              </a:rPr>
              <a:t>e</a:t>
            </a:r>
            <a:r>
              <a:rPr sz="2000" spc="-125" dirty="0">
                <a:latin typeface="Times New Roman" panose="02020603050405020304" pitchFamily="18" charset="0"/>
                <a:cs typeface="Times New Roman" panose="02020603050405020304" pitchFamily="18" charset="0"/>
              </a:rPr>
              <a:t> </a:t>
            </a:r>
            <a:r>
              <a:rPr sz="2000" spc="10" dirty="0">
                <a:latin typeface="Times New Roman" panose="02020603050405020304" pitchFamily="18" charset="0"/>
                <a:cs typeface="Times New Roman" panose="02020603050405020304" pitchFamily="18" charset="0"/>
              </a:rPr>
              <a:t>c</a:t>
            </a:r>
            <a:r>
              <a:rPr sz="2000" spc="-35" dirty="0">
                <a:latin typeface="Times New Roman" panose="02020603050405020304" pitchFamily="18" charset="0"/>
                <a:cs typeface="Times New Roman" panose="02020603050405020304" pitchFamily="18" charset="0"/>
              </a:rPr>
              <a:t>i</a:t>
            </a:r>
            <a:r>
              <a:rPr sz="2000" spc="10" dirty="0">
                <a:latin typeface="Times New Roman" panose="02020603050405020304" pitchFamily="18" charset="0"/>
                <a:cs typeface="Times New Roman" panose="02020603050405020304" pitchFamily="18" charset="0"/>
              </a:rPr>
              <a:t>rc</a:t>
            </a:r>
            <a:r>
              <a:rPr sz="2000" spc="35" dirty="0">
                <a:latin typeface="Times New Roman" panose="02020603050405020304" pitchFamily="18" charset="0"/>
                <a:cs typeface="Times New Roman" panose="02020603050405020304" pitchFamily="18" charset="0"/>
              </a:rPr>
              <a:t>l</a:t>
            </a:r>
            <a:r>
              <a:rPr sz="2000" spc="10" dirty="0">
                <a:latin typeface="Times New Roman" panose="02020603050405020304" pitchFamily="18" charset="0"/>
                <a:cs typeface="Times New Roman" panose="02020603050405020304" pitchFamily="18" charset="0"/>
              </a:rPr>
              <a:t>e.</a:t>
            </a:r>
            <a:endParaRPr sz="2000" dirty="0">
              <a:latin typeface="Times New Roman" panose="02020603050405020304" pitchFamily="18" charset="0"/>
              <a:cs typeface="Times New Roman" panose="02020603050405020304" pitchFamily="18" charset="0"/>
            </a:endParaRPr>
          </a:p>
          <a:p>
            <a:pPr marL="355600" indent="-343535">
              <a:lnSpc>
                <a:spcPct val="100000"/>
              </a:lnSpc>
              <a:spcBef>
                <a:spcPts val="1735"/>
              </a:spcBef>
              <a:buFont typeface="Arial MT"/>
              <a:buChar char="•"/>
              <a:tabLst>
                <a:tab pos="355600" algn="l"/>
                <a:tab pos="356235" algn="l"/>
              </a:tabLst>
            </a:pPr>
            <a:r>
              <a:rPr sz="2000" spc="10" dirty="0">
                <a:latin typeface="Times New Roman" panose="02020603050405020304" pitchFamily="18" charset="0"/>
                <a:cs typeface="Times New Roman" panose="02020603050405020304" pitchFamily="18" charset="0"/>
              </a:rPr>
              <a:t>Par</a:t>
            </a:r>
            <a:r>
              <a:rPr sz="2000" spc="40" dirty="0">
                <a:latin typeface="Times New Roman" panose="02020603050405020304" pitchFamily="18" charset="0"/>
                <a:cs typeface="Times New Roman" panose="02020603050405020304" pitchFamily="18" charset="0"/>
              </a:rPr>
              <a:t>t</a:t>
            </a:r>
            <a:r>
              <a:rPr sz="2000" spc="-35" dirty="0">
                <a:latin typeface="Times New Roman" panose="02020603050405020304" pitchFamily="18" charset="0"/>
                <a:cs typeface="Times New Roman" panose="02020603050405020304" pitchFamily="18" charset="0"/>
              </a:rPr>
              <a:t>i</a:t>
            </a:r>
            <a:r>
              <a:rPr sz="2000" spc="10" dirty="0">
                <a:latin typeface="Times New Roman" panose="02020603050405020304" pitchFamily="18" charset="0"/>
                <a:cs typeface="Times New Roman" panose="02020603050405020304" pitchFamily="18" charset="0"/>
              </a:rPr>
              <a:t>c</a:t>
            </a:r>
            <a:r>
              <a:rPr sz="2000" spc="-35" dirty="0">
                <a:latin typeface="Times New Roman" panose="02020603050405020304" pitchFamily="18" charset="0"/>
                <a:cs typeface="Times New Roman" panose="02020603050405020304" pitchFamily="18" charset="0"/>
              </a:rPr>
              <a:t>i</a:t>
            </a:r>
            <a:r>
              <a:rPr sz="2000" spc="45" dirty="0">
                <a:latin typeface="Times New Roman" panose="02020603050405020304" pitchFamily="18" charset="0"/>
                <a:cs typeface="Times New Roman" panose="02020603050405020304" pitchFamily="18" charset="0"/>
              </a:rPr>
              <a:t>p</a:t>
            </a:r>
            <a:r>
              <a:rPr sz="2000" spc="10" dirty="0">
                <a:latin typeface="Times New Roman" panose="02020603050405020304" pitchFamily="18" charset="0"/>
                <a:cs typeface="Times New Roman" panose="02020603050405020304" pitchFamily="18" charset="0"/>
              </a:rPr>
              <a:t>a</a:t>
            </a:r>
            <a:r>
              <a:rPr sz="2000" spc="40" dirty="0">
                <a:latin typeface="Times New Roman" panose="02020603050405020304" pitchFamily="18" charset="0"/>
                <a:cs typeface="Times New Roman" panose="02020603050405020304" pitchFamily="18" charset="0"/>
              </a:rPr>
              <a:t>t</a:t>
            </a:r>
            <a:r>
              <a:rPr sz="2000" spc="10" dirty="0">
                <a:latin typeface="Times New Roman" panose="02020603050405020304" pitchFamily="18" charset="0"/>
                <a:cs typeface="Times New Roman" panose="02020603050405020304" pitchFamily="18" charset="0"/>
              </a:rPr>
              <a:t>e</a:t>
            </a:r>
            <a:r>
              <a:rPr sz="2000" spc="-195" dirty="0">
                <a:latin typeface="Times New Roman" panose="02020603050405020304" pitchFamily="18" charset="0"/>
                <a:cs typeface="Times New Roman" panose="02020603050405020304" pitchFamily="18" charset="0"/>
              </a:rPr>
              <a:t> </a:t>
            </a:r>
            <a:r>
              <a:rPr sz="2000" spc="-35" dirty="0">
                <a:latin typeface="Times New Roman" panose="02020603050405020304" pitchFamily="18" charset="0"/>
                <a:cs typeface="Times New Roman" panose="02020603050405020304" pitchFamily="18" charset="0"/>
              </a:rPr>
              <a:t>i</a:t>
            </a:r>
            <a:r>
              <a:rPr sz="2000" spc="10" dirty="0">
                <a:latin typeface="Times New Roman" panose="02020603050405020304" pitchFamily="18" charset="0"/>
                <a:cs typeface="Times New Roman" panose="02020603050405020304" pitchFamily="18" charset="0"/>
              </a:rPr>
              <a:t>n</a:t>
            </a:r>
            <a:r>
              <a:rPr sz="2000" spc="60" dirty="0">
                <a:latin typeface="Times New Roman" panose="02020603050405020304" pitchFamily="18" charset="0"/>
                <a:cs typeface="Times New Roman" panose="02020603050405020304" pitchFamily="18" charset="0"/>
              </a:rPr>
              <a:t> </a:t>
            </a:r>
            <a:r>
              <a:rPr sz="2000" spc="-30" dirty="0">
                <a:latin typeface="Times New Roman" panose="02020603050405020304" pitchFamily="18" charset="0"/>
                <a:cs typeface="Times New Roman" panose="02020603050405020304" pitchFamily="18" charset="0"/>
              </a:rPr>
              <a:t>s</a:t>
            </a:r>
            <a:r>
              <a:rPr sz="2000" spc="40" dirty="0">
                <a:latin typeface="Times New Roman" panose="02020603050405020304" pitchFamily="18" charset="0"/>
                <a:cs typeface="Times New Roman" panose="02020603050405020304" pitchFamily="18" charset="0"/>
              </a:rPr>
              <a:t>ol</a:t>
            </a:r>
            <a:r>
              <a:rPr sz="2000" spc="-105" dirty="0">
                <a:latin typeface="Times New Roman" panose="02020603050405020304" pitchFamily="18" charset="0"/>
                <a:cs typeface="Times New Roman" panose="02020603050405020304" pitchFamily="18" charset="0"/>
              </a:rPr>
              <a:t>v</a:t>
            </a:r>
            <a:r>
              <a:rPr sz="2000" spc="-35" dirty="0">
                <a:latin typeface="Times New Roman" panose="02020603050405020304" pitchFamily="18" charset="0"/>
                <a:cs typeface="Times New Roman" panose="02020603050405020304" pitchFamily="18" charset="0"/>
              </a:rPr>
              <a:t>i</a:t>
            </a:r>
            <a:r>
              <a:rPr sz="2000" spc="40" dirty="0">
                <a:latin typeface="Times New Roman" panose="02020603050405020304" pitchFamily="18" charset="0"/>
                <a:cs typeface="Times New Roman" panose="02020603050405020304" pitchFamily="18" charset="0"/>
              </a:rPr>
              <a:t>n</a:t>
            </a:r>
            <a:r>
              <a:rPr sz="2000" spc="10" dirty="0">
                <a:latin typeface="Times New Roman" panose="02020603050405020304" pitchFamily="18" charset="0"/>
                <a:cs typeface="Times New Roman" panose="02020603050405020304" pitchFamily="18" charset="0"/>
              </a:rPr>
              <a:t>g</a:t>
            </a:r>
            <a:r>
              <a:rPr sz="2000" spc="-5"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p</a:t>
            </a:r>
            <a:r>
              <a:rPr sz="2000" spc="5" dirty="0">
                <a:latin typeface="Times New Roman" panose="02020603050405020304" pitchFamily="18" charset="0"/>
                <a:cs typeface="Times New Roman" panose="02020603050405020304" pitchFamily="18" charset="0"/>
              </a:rPr>
              <a:t>r</a:t>
            </a:r>
            <a:r>
              <a:rPr sz="2000" spc="45" dirty="0">
                <a:latin typeface="Times New Roman" panose="02020603050405020304" pitchFamily="18" charset="0"/>
                <a:cs typeface="Times New Roman" panose="02020603050405020304" pitchFamily="18" charset="0"/>
              </a:rPr>
              <a:t>obl</a:t>
            </a:r>
            <a:r>
              <a:rPr sz="2000" spc="10" dirty="0">
                <a:latin typeface="Times New Roman" panose="02020603050405020304" pitchFamily="18" charset="0"/>
                <a:cs typeface="Times New Roman" panose="02020603050405020304" pitchFamily="18" charset="0"/>
              </a:rPr>
              <a:t>e</a:t>
            </a:r>
            <a:r>
              <a:rPr sz="2000" spc="-55" dirty="0">
                <a:latin typeface="Times New Roman" panose="02020603050405020304" pitchFamily="18" charset="0"/>
                <a:cs typeface="Times New Roman" panose="02020603050405020304" pitchFamily="18" charset="0"/>
              </a:rPr>
              <a:t>m</a:t>
            </a:r>
            <a:r>
              <a:rPr sz="2000" spc="-30" dirty="0">
                <a:latin typeface="Times New Roman" panose="02020603050405020304" pitchFamily="18" charset="0"/>
                <a:cs typeface="Times New Roman" panose="02020603050405020304" pitchFamily="18" charset="0"/>
              </a:rPr>
              <a:t>s</a:t>
            </a:r>
            <a:r>
              <a:rPr sz="2000" spc="5" dirty="0">
                <a:latin typeface="Times New Roman" panose="02020603050405020304" pitchFamily="18" charset="0"/>
                <a:cs typeface="Times New Roman" panose="02020603050405020304" pitchFamily="18" charset="0"/>
              </a:rPr>
              <a:t>.</a:t>
            </a:r>
            <a:endParaRPr sz="2000"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14400" y="6018013"/>
            <a:ext cx="7235826"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64</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2AA9B49-2591-4CF6-99EA-F4E0B126A2A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2"/>
          <a:stretch>
            <a:fillRect/>
          </a:stretch>
        </p:blipFill>
        <p:spPr>
          <a:xfrm>
            <a:off x="0" y="-5047"/>
            <a:ext cx="1752600" cy="1024530"/>
          </a:xfrm>
          <a:prstGeom prst="rect">
            <a:avLst/>
          </a:prstGeom>
        </p:spPr>
      </p:pic>
      <p:pic>
        <p:nvPicPr>
          <p:cNvPr id="9" name="Picture 8"/>
          <p:cNvPicPr>
            <a:picLocks noChangeAspect="1"/>
          </p:cNvPicPr>
          <p:nvPr/>
        </p:nvPicPr>
        <p:blipFill>
          <a:blip r:embed="rId3"/>
          <a:stretch>
            <a:fillRect/>
          </a:stretch>
        </p:blipFill>
        <p:spPr>
          <a:xfrm>
            <a:off x="1704940" y="-14283"/>
            <a:ext cx="7462151" cy="944962"/>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74172" y="1348607"/>
            <a:ext cx="6710844" cy="4579273"/>
          </a:xfrm>
          <a:prstGeom prst="rect">
            <a:avLst/>
          </a:prstGeom>
        </p:spPr>
      </p:pic>
      <p:sp>
        <p:nvSpPr>
          <p:cNvPr id="11" name="object 11"/>
          <p:cNvSpPr txBox="1">
            <a:spLocks noGrp="1"/>
          </p:cNvSpPr>
          <p:nvPr>
            <p:ph type="ftr" sz="quarter" idx="4294967295"/>
          </p:nvPr>
        </p:nvSpPr>
        <p:spPr>
          <a:xfrm>
            <a:off x="536574" y="6451049"/>
            <a:ext cx="7616826" cy="179536"/>
          </a:xfrm>
          <a:prstGeom prst="rect">
            <a:avLst/>
          </a:prstGeom>
        </p:spPr>
        <p:txBody>
          <a:bodyPr vert="horz" wrap="square" lIns="0" tIns="0" rIns="0" bIns="0" rtlCol="0">
            <a:spAutoFit/>
          </a:bodyPr>
          <a:lstStyle/>
          <a:p>
            <a:pPr marL="12700">
              <a:lnSpc>
                <a:spcPts val="1410"/>
              </a:lnSpc>
            </a:pPr>
            <a:r>
              <a:rPr lang="sv-SE"/>
              <a:t>Mr. Minhaj Nezami   AOE0861    TQM    Unit-2                         </a:t>
            </a:r>
            <a:endParaRPr dirty="0"/>
          </a:p>
        </p:txBody>
      </p:sp>
      <p:sp>
        <p:nvSpPr>
          <p:cNvPr id="16" name="Slide Number Placeholder 15"/>
          <p:cNvSpPr>
            <a:spLocks noGrp="1"/>
          </p:cNvSpPr>
          <p:nvPr>
            <p:ph type="sldNum" sz="quarter" idx="12"/>
          </p:nvPr>
        </p:nvSpPr>
        <p:spPr/>
        <p:txBody>
          <a:bodyPr/>
          <a:lstStyle/>
          <a:p>
            <a:fld id="{98942D1A-943E-4A86-8308-2F95E8B419B7}" type="slidenum">
              <a:rPr lang="en-US" smtClean="0"/>
              <a:pPr/>
              <a:t>65</a:t>
            </a:fld>
            <a:endParaRPr lang="en-US"/>
          </a:p>
        </p:txBody>
      </p:sp>
      <p:sp>
        <p:nvSpPr>
          <p:cNvPr id="12" name="Date Placeholder 11"/>
          <p:cNvSpPr>
            <a:spLocks noGrp="1"/>
          </p:cNvSpPr>
          <p:nvPr>
            <p:ph type="dt" sz="half" idx="10"/>
          </p:nvPr>
        </p:nvSpPr>
        <p:spPr/>
        <p:txBody>
          <a:bodyPr/>
          <a:lstStyle/>
          <a:p>
            <a:fld id="{B5ADB3CA-E382-4C21-AB75-E116654AEF2D}" type="datetime1">
              <a:rPr lang="en-US" smtClean="0"/>
              <a:t>5/1/2026</a:t>
            </a:fld>
            <a:endParaRPr lang="en-US"/>
          </a:p>
        </p:txBody>
      </p:sp>
      <p:pic>
        <p:nvPicPr>
          <p:cNvPr id="15" name="Picture 14"/>
          <p:cNvPicPr>
            <a:picLocks noChangeAspect="1"/>
          </p:cNvPicPr>
          <p:nvPr/>
        </p:nvPicPr>
        <p:blipFill>
          <a:blip r:embed="rId3"/>
          <a:stretch>
            <a:fillRect/>
          </a:stretch>
        </p:blipFill>
        <p:spPr>
          <a:xfrm>
            <a:off x="0" y="-5047"/>
            <a:ext cx="1752600" cy="1024530"/>
          </a:xfrm>
          <a:prstGeom prst="rect">
            <a:avLst/>
          </a:prstGeom>
        </p:spPr>
      </p:pic>
      <p:pic>
        <p:nvPicPr>
          <p:cNvPr id="10" name="Picture 9"/>
          <p:cNvPicPr>
            <a:picLocks noChangeAspect="1"/>
          </p:cNvPicPr>
          <p:nvPr/>
        </p:nvPicPr>
        <p:blipFill>
          <a:blip r:embed="rId4"/>
          <a:stretch>
            <a:fillRect/>
          </a:stretch>
        </p:blipFill>
        <p:spPr>
          <a:xfrm>
            <a:off x="1752600" y="-24825"/>
            <a:ext cx="7462151" cy="94496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71600" y="1000125"/>
            <a:ext cx="7343775" cy="5172075"/>
          </a:xfrm>
          <a:prstGeom prst="rect">
            <a:avLst/>
          </a:prstGeom>
        </p:spPr>
      </p:pic>
      <p:sp>
        <p:nvSpPr>
          <p:cNvPr id="10" name="object 10"/>
          <p:cNvSpPr txBox="1">
            <a:spLocks noGrp="1"/>
          </p:cNvSpPr>
          <p:nvPr>
            <p:ph type="ftr" sz="quarter" idx="4294967295"/>
          </p:nvPr>
        </p:nvSpPr>
        <p:spPr>
          <a:xfrm>
            <a:off x="941388" y="6393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66</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12014F76-AEDC-4955-8986-983245806C6F}"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52600" y="1436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circle (TQM Circle) (CO2)</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15988" y="6339879"/>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67</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FC22E37-6E7C-4EF2-9343-7F24FB128431}"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2"/>
          <a:stretch>
            <a:fillRect/>
          </a:stretch>
        </p:blipFill>
        <p:spPr>
          <a:xfrm>
            <a:off x="0" y="-5047"/>
            <a:ext cx="1752600" cy="1024530"/>
          </a:xfrm>
          <a:prstGeom prst="rect">
            <a:avLst/>
          </a:prstGeom>
        </p:spPr>
      </p:pic>
      <p:sp>
        <p:nvSpPr>
          <p:cNvPr id="17"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Recognition and Reward (CO2)</a:t>
            </a:r>
          </a:p>
        </p:txBody>
      </p:sp>
      <p:sp>
        <p:nvSpPr>
          <p:cNvPr id="2" name="Rectangle 1"/>
          <p:cNvSpPr/>
          <p:nvPr/>
        </p:nvSpPr>
        <p:spPr>
          <a:xfrm>
            <a:off x="838200" y="1219201"/>
            <a:ext cx="7620000" cy="2677656"/>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Recognition acknowledges contributions, effort, and adherence to company values, often through informal praise or formal certificates. Rewards are tangible incentives, such as bonuses, gifts, or promotions, given for achieving specific quality goals or benchmarks. Both are essential for increasing employee engagement, improving morale, and aligning individuals with organizational quality objectives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5000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68</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57229E4-7319-4237-B5E6-C9DC1F98483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5S-Kaizen</a:t>
            </a:r>
          </a:p>
        </p:txBody>
      </p:sp>
      <p:sp>
        <p:nvSpPr>
          <p:cNvPr id="9" name="Rectangle 8"/>
          <p:cNvSpPr/>
          <p:nvPr/>
        </p:nvSpPr>
        <p:spPr>
          <a:xfrm>
            <a:off x="914400" y="1228212"/>
            <a:ext cx="7467600" cy="3046988"/>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Kaizen 5S is a Lean Manufacturing methodology that uses five Japanese words starting with 'S' to foster continuous improvement and a more efficient, organized workplace. The five principles are Sort (eliminate unnecessary items), Set in Order (arrange needed items logically), Shine (clean and maintain the area), Standardize (create consistent processes for the first three S's), and Sustain (make the practices a permanent part of the work culture).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25593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69</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303E21E6-DECF-4879-BC61-EE44EAB6715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5S-Kaizen</a:t>
            </a:r>
          </a:p>
        </p:txBody>
      </p:sp>
      <p:sp>
        <p:nvSpPr>
          <p:cNvPr id="13" name="Rectangle 12"/>
          <p:cNvSpPr/>
          <p:nvPr/>
        </p:nvSpPr>
        <p:spPr>
          <a:xfrm>
            <a:off x="539460" y="1036395"/>
            <a:ext cx="7994939" cy="4401205"/>
          </a:xfrm>
          <a:prstGeom prst="rect">
            <a:avLst/>
          </a:prstGeom>
        </p:spPr>
        <p:txBody>
          <a:bodyPr wrap="square">
            <a:spAutoFit/>
          </a:bodyPr>
          <a:lstStyle/>
          <a:p>
            <a:r>
              <a:rPr lang="en-US" sz="2000" dirty="0">
                <a:latin typeface="Times New Roman" panose="02020603050405020304" pitchFamily="18" charset="0"/>
                <a:cs typeface="Times New Roman" panose="02020603050405020304" pitchFamily="18" charset="0"/>
              </a:rPr>
              <a:t>Sort (</a:t>
            </a:r>
            <a:r>
              <a:rPr lang="en-US" sz="2000" dirty="0" err="1">
                <a:latin typeface="Times New Roman" panose="02020603050405020304" pitchFamily="18" charset="0"/>
                <a:cs typeface="Times New Roman" panose="02020603050405020304" pitchFamily="18" charset="0"/>
              </a:rPr>
              <a:t>Seiri</a:t>
            </a:r>
            <a:r>
              <a:rPr lang="en-US" sz="2000" dirty="0">
                <a:latin typeface="Times New Roman" panose="02020603050405020304" pitchFamily="18" charset="0"/>
                <a:cs typeface="Times New Roman" panose="02020603050405020304" pitchFamily="18" charset="0"/>
              </a:rPr>
              <a:t>):Go through your workspace and remove any clutter, keeping only what is necessary for daily operations.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Set in Order (</a:t>
            </a:r>
            <a:r>
              <a:rPr lang="en-US" sz="2000" dirty="0" err="1">
                <a:latin typeface="Times New Roman" panose="02020603050405020304" pitchFamily="18" charset="0"/>
                <a:cs typeface="Times New Roman" panose="02020603050405020304" pitchFamily="18" charset="0"/>
              </a:rPr>
              <a:t>Seiton</a:t>
            </a:r>
            <a:r>
              <a:rPr lang="en-US" sz="2000" dirty="0">
                <a:latin typeface="Times New Roman" panose="02020603050405020304" pitchFamily="18" charset="0"/>
                <a:cs typeface="Times New Roman" panose="02020603050405020304" pitchFamily="18" charset="0"/>
              </a:rPr>
              <a:t>):Arrange all necessary items in an organized, logical, and efficient manner so they are easy to find and access.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Shine (</a:t>
            </a:r>
            <a:r>
              <a:rPr lang="en-US" sz="2000" dirty="0" err="1">
                <a:latin typeface="Times New Roman" panose="02020603050405020304" pitchFamily="18" charset="0"/>
                <a:cs typeface="Times New Roman" panose="02020603050405020304" pitchFamily="18" charset="0"/>
              </a:rPr>
              <a:t>Seiso</a:t>
            </a:r>
            <a:r>
              <a:rPr lang="en-US" sz="2000" dirty="0">
                <a:latin typeface="Times New Roman" panose="02020603050405020304" pitchFamily="18" charset="0"/>
                <a:cs typeface="Times New Roman" panose="02020603050405020304" pitchFamily="18" charset="0"/>
              </a:rPr>
              <a:t>):Clean the workplace and equipment thoroughly, which also helps in inspecting for maintenance issues.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Standardize (</a:t>
            </a:r>
            <a:r>
              <a:rPr lang="en-US" sz="2000" dirty="0" err="1">
                <a:latin typeface="Times New Roman" panose="02020603050405020304" pitchFamily="18" charset="0"/>
                <a:cs typeface="Times New Roman" panose="02020603050405020304" pitchFamily="18" charset="0"/>
              </a:rPr>
              <a:t>Seiketsu</a:t>
            </a:r>
            <a:r>
              <a:rPr lang="en-US" sz="2000" dirty="0">
                <a:latin typeface="Times New Roman" panose="02020603050405020304" pitchFamily="18" charset="0"/>
                <a:cs typeface="Times New Roman" panose="02020603050405020304" pitchFamily="18" charset="0"/>
              </a:rPr>
              <a:t>):Establish standard procedures and schedules to maintain the first three S's, ensuring consistency.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Sustain (</a:t>
            </a:r>
            <a:r>
              <a:rPr lang="en-US" sz="2000" dirty="0" err="1">
                <a:latin typeface="Times New Roman" panose="02020603050405020304" pitchFamily="18" charset="0"/>
                <a:cs typeface="Times New Roman" panose="02020603050405020304" pitchFamily="18" charset="0"/>
              </a:rPr>
              <a:t>Shitsuke</a:t>
            </a:r>
            <a:r>
              <a:rPr lang="en-US" sz="2000" dirty="0">
                <a:latin typeface="Times New Roman" panose="02020603050405020304" pitchFamily="18" charset="0"/>
                <a:cs typeface="Times New Roman" panose="02020603050405020304" pitchFamily="18" charset="0"/>
              </a:rPr>
              <a:t>):Make the 5S system a permanent part of the company culture, encouraging ongoing self-discipline to maintain standards.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9573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70</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5CFEF93-7A7E-4C66-91E7-8503E70B858E}"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5S-Kaizen</a:t>
            </a:r>
          </a:p>
        </p:txBody>
      </p:sp>
      <p:sp>
        <p:nvSpPr>
          <p:cNvPr id="2" name="Rectangle 1"/>
          <p:cNvSpPr/>
          <p:nvPr/>
        </p:nvSpPr>
        <p:spPr>
          <a:xfrm>
            <a:off x="762000" y="1447800"/>
            <a:ext cx="7772400" cy="1938992"/>
          </a:xfrm>
          <a:prstGeom prst="rect">
            <a:avLst/>
          </a:prstGeom>
        </p:spPr>
        <p:txBody>
          <a:bodyPr wrap="square">
            <a:spAutoFit/>
          </a:bodyPr>
          <a:lstStyle/>
          <a:p>
            <a:pPr algn="just"/>
            <a:r>
              <a:rPr lang="en-US" sz="2000" dirty="0">
                <a:latin typeface="Times New Roman" panose="02020603050405020304" pitchFamily="18" charset="0"/>
                <a:cs typeface="Times New Roman" panose="02020603050405020304" pitchFamily="18" charset="0"/>
              </a:rPr>
              <a:t>Kaizen Connection</a:t>
            </a:r>
          </a:p>
          <a:p>
            <a:pPr algn="just"/>
            <a:r>
              <a:rPr lang="en-US" sz="2000" dirty="0">
                <a:latin typeface="Times New Roman" panose="02020603050405020304" pitchFamily="18" charset="0"/>
                <a:cs typeface="Times New Roman" panose="02020603050405020304" pitchFamily="18" charset="0"/>
              </a:rPr>
              <a:t>Kaizen means "good change" and refers to the ongoing, incremental improvement of processes, products, or services. The 5S methodology is a foundational tool within the larger Kaizen philosophy, as it creates a structured, clutter-free environment from which further continuous improvements can be made</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20419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21830" y="6384730"/>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71</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8A2297E-9C64-4B14-90DF-2A7F84F9B5B9}" type="datetime1">
              <a:rPr lang="en-US" smtClean="0">
                <a:latin typeface="Times New Roman" panose="02020603050405020304" pitchFamily="18" charset="0"/>
                <a:cs typeface="Times New Roman" panose="02020603050405020304" pitchFamily="18" charset="0"/>
              </a:rPr>
              <a:t>5/1/2026</a:t>
            </a:fld>
            <a:endParaRPr lang="en-US" dirty="0">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TQM Gurus</a:t>
            </a:r>
          </a:p>
        </p:txBody>
      </p:sp>
      <p:sp>
        <p:nvSpPr>
          <p:cNvPr id="16" name="Rectangle 3"/>
          <p:cNvSpPr txBox="1">
            <a:spLocks noChangeArrowheads="1"/>
          </p:cNvSpPr>
          <p:nvPr/>
        </p:nvSpPr>
        <p:spPr bwMode="auto">
          <a:xfrm>
            <a:off x="463042" y="1221438"/>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222250" marR="0" lvl="0" indent="-222250"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Quality Gurus</a:t>
            </a:r>
          </a:p>
          <a:p>
            <a:pPr marL="515938" marR="0" lvl="1"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Individuals who have been identified as making a significant contribution to improving the quality of goods and services.</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Walter A. </a:t>
            </a:r>
            <a:r>
              <a:rPr kumimoji="0" lang="en-US" alt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Shewhart</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 Edwards </a:t>
            </a: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Deming</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Joseph M. </a:t>
            </a:r>
            <a:r>
              <a:rPr kumimoji="0" lang="en-US" altLang="en-US" sz="2000" b="1"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Juran</a:t>
            </a:r>
            <a:endPar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Armand </a:t>
            </a:r>
            <a:r>
              <a:rPr kumimoji="0" lang="en-US" alt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Feigenbaum</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Philip </a:t>
            </a:r>
            <a:r>
              <a:rPr kumimoji="0" lang="en-US" altLang="en-US" sz="2000" b="1"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Crosby</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Genichi</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Taguchi</a:t>
            </a:r>
          </a:p>
          <a:p>
            <a:pPr marL="803275" marR="0" lvl="2" indent="-173038" algn="l" defTabSz="914400" rtl="0" eaLnBrk="1" fontAlgn="base" latinLnBrk="0" hangingPunct="1">
              <a:lnSpc>
                <a:spcPct val="100000"/>
              </a:lnSpc>
              <a:spcBef>
                <a:spcPct val="35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Kaoru Ishikawa</a:t>
            </a:r>
          </a:p>
        </p:txBody>
      </p:sp>
    </p:spTree>
    <p:extLst>
      <p:ext uri="{BB962C8B-B14F-4D97-AF65-F5344CB8AC3E}">
        <p14:creationId xmlns:p14="http://schemas.microsoft.com/office/powerpoint/2010/main" val="30954717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41388" y="630657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72</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9480235-CF2F-4BA4-A9BB-BDDAEE8F0F5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3"/>
          <a:stretch>
            <a:fillRect/>
          </a:stretch>
        </p:blipFill>
        <p:spPr>
          <a:xfrm>
            <a:off x="0" y="-5047"/>
            <a:ext cx="1752600" cy="1024530"/>
          </a:xfrm>
          <a:prstGeom prst="rect">
            <a:avLst/>
          </a:prstGeom>
        </p:spPr>
      </p:pic>
      <p:pic>
        <p:nvPicPr>
          <p:cNvPr id="2" name="Picture 1"/>
          <p:cNvPicPr>
            <a:picLocks noChangeAspect="1"/>
          </p:cNvPicPr>
          <p:nvPr/>
        </p:nvPicPr>
        <p:blipFill>
          <a:blip r:embed="rId4"/>
          <a:stretch>
            <a:fillRect/>
          </a:stretch>
        </p:blipFill>
        <p:spPr>
          <a:xfrm>
            <a:off x="304801" y="1076856"/>
            <a:ext cx="8534400" cy="5036233"/>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73382" y="4"/>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anose="02020603050405020304" pitchFamily="18" charset="0"/>
                <a:cs typeface="Times New Roman" panose="02020603050405020304" pitchFamily="18" charset="0"/>
              </a:rPr>
              <a:t>Three of the Quality Gurus Compared</a:t>
            </a:r>
          </a:p>
        </p:txBody>
      </p:sp>
    </p:spTree>
    <p:extLst>
      <p:ext uri="{BB962C8B-B14F-4D97-AF65-F5344CB8AC3E}">
        <p14:creationId xmlns:p14="http://schemas.microsoft.com/office/powerpoint/2010/main" val="5141710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73</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95F98C15-19BC-4ADC-928E-21917B2DA322}"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anose="02020603050405020304" pitchFamily="18" charset="0"/>
                <a:cs typeface="Times New Roman" panose="02020603050405020304" pitchFamily="18" charset="0"/>
              </a:rPr>
              <a:t>Three of the Quality Gurus Compared</a:t>
            </a:r>
            <a:endParaRPr lang="en-US" sz="28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6"/>
          <a:stretch>
            <a:fillRect/>
          </a:stretch>
        </p:blipFill>
        <p:spPr>
          <a:xfrm>
            <a:off x="381000" y="1152525"/>
            <a:ext cx="8305800" cy="4780052"/>
          </a:xfrm>
          <a:prstGeom prst="rect">
            <a:avLst/>
          </a:prstGeom>
        </p:spPr>
      </p:pic>
    </p:spTree>
    <p:extLst>
      <p:ext uri="{BB962C8B-B14F-4D97-AF65-F5344CB8AC3E}">
        <p14:creationId xmlns:p14="http://schemas.microsoft.com/office/powerpoint/2010/main" val="5013769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74</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1DEEDED0-4AF5-44EC-A62B-51B76263FE2B}"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pic>
        <p:nvPicPr>
          <p:cNvPr id="2" name="Picture 1"/>
          <p:cNvPicPr>
            <a:picLocks noChangeAspect="1"/>
          </p:cNvPicPr>
          <p:nvPr/>
        </p:nvPicPr>
        <p:blipFill>
          <a:blip r:embed="rId3"/>
          <a:stretch>
            <a:fillRect/>
          </a:stretch>
        </p:blipFill>
        <p:spPr>
          <a:xfrm>
            <a:off x="381000" y="1204526"/>
            <a:ext cx="8458200" cy="4924984"/>
          </a:xfrm>
          <a:prstGeom prst="rect">
            <a:avLst/>
          </a:prstGeom>
        </p:spPr>
      </p:pic>
      <p:sp>
        <p:nvSpPr>
          <p:cNvPr id="21"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a:latin typeface="Times New Roman" panose="02020603050405020304" pitchFamily="18" charset="0"/>
                <a:cs typeface="Times New Roman" panose="02020603050405020304" pitchFamily="18" charset="0"/>
              </a:rPr>
              <a:t>Three of the Quality Gurus Compared</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98282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object 3"/>
          <p:cNvGrpSpPr/>
          <p:nvPr/>
        </p:nvGrpSpPr>
        <p:grpSpPr>
          <a:xfrm>
            <a:off x="1343025" y="0"/>
            <a:ext cx="7806055" cy="776605"/>
            <a:chOff x="1343025" y="0"/>
            <a:chExt cx="7806055" cy="776605"/>
          </a:xfrm>
        </p:grpSpPr>
        <p:pic>
          <p:nvPicPr>
            <p:cNvPr id="4" name="object 4"/>
            <p:cNvPicPr/>
            <p:nvPr/>
          </p:nvPicPr>
          <p:blipFill>
            <a:blip r:embed="rId2" cstate="print"/>
            <a:stretch>
              <a:fillRect/>
            </a:stretch>
          </p:blipFill>
          <p:spPr>
            <a:xfrm>
              <a:off x="1343025" y="0"/>
              <a:ext cx="7800975" cy="747999"/>
            </a:xfrm>
            <a:prstGeom prst="rect">
              <a:avLst/>
            </a:prstGeom>
          </p:spPr>
        </p:pic>
        <p:pic>
          <p:nvPicPr>
            <p:cNvPr id="5" name="object 5"/>
            <p:cNvPicPr/>
            <p:nvPr/>
          </p:nvPicPr>
          <p:blipFill>
            <a:blip r:embed="rId3" cstate="print"/>
            <a:stretch>
              <a:fillRect/>
            </a:stretch>
          </p:blipFill>
          <p:spPr>
            <a:xfrm>
              <a:off x="3305175" y="28511"/>
              <a:ext cx="3910076" cy="747712"/>
            </a:xfrm>
            <a:prstGeom prst="rect">
              <a:avLst/>
            </a:prstGeom>
          </p:spPr>
        </p:pic>
        <p:pic>
          <p:nvPicPr>
            <p:cNvPr id="6" name="object 6"/>
            <p:cNvPicPr/>
            <p:nvPr/>
          </p:nvPicPr>
          <p:blipFill>
            <a:blip r:embed="rId4" cstate="print"/>
            <a:stretch>
              <a:fillRect/>
            </a:stretch>
          </p:blipFill>
          <p:spPr>
            <a:xfrm>
              <a:off x="1376426" y="4825"/>
              <a:ext cx="7767574" cy="685800"/>
            </a:xfrm>
            <a:prstGeom prst="rect">
              <a:avLst/>
            </a:prstGeom>
          </p:spPr>
        </p:pic>
        <p:sp>
          <p:nvSpPr>
            <p:cNvPr id="7" name="object 7"/>
            <p:cNvSpPr/>
            <p:nvPr/>
          </p:nvSpPr>
          <p:spPr>
            <a:xfrm>
              <a:off x="1376426" y="4825"/>
              <a:ext cx="7767955" cy="685800"/>
            </a:xfrm>
            <a:custGeom>
              <a:avLst/>
              <a:gdLst/>
              <a:ahLst/>
              <a:cxnLst/>
              <a:rect l="l" t="t" r="r" b="b"/>
              <a:pathLst>
                <a:path w="7767955" h="685800">
                  <a:moveTo>
                    <a:pt x="0" y="685800"/>
                  </a:moveTo>
                  <a:lnTo>
                    <a:pt x="7767574" y="685800"/>
                  </a:lnTo>
                </a:path>
                <a:path w="7767955" h="685800">
                  <a:moveTo>
                    <a:pt x="7767574" y="0"/>
                  </a:moveTo>
                  <a:lnTo>
                    <a:pt x="0" y="0"/>
                  </a:lnTo>
                  <a:lnTo>
                    <a:pt x="0" y="685800"/>
                  </a:lnTo>
                </a:path>
              </a:pathLst>
            </a:custGeom>
            <a:ln w="9525">
              <a:solidFill>
                <a:srgbClr val="46AAC5"/>
              </a:solidFill>
            </a:ln>
          </p:spPr>
          <p:txBody>
            <a:bodyPr wrap="square" lIns="0" tIns="0" rIns="0" bIns="0" rtlCol="0"/>
            <a:lstStyle/>
            <a:p>
              <a:endParaRPr>
                <a:latin typeface="Times New Roman" panose="02020603050405020304" pitchFamily="18" charset="0"/>
                <a:cs typeface="Times New Roman" panose="02020603050405020304" pitchFamily="18" charset="0"/>
              </a:endParaRPr>
            </a:p>
          </p:txBody>
        </p:sp>
      </p:grpSp>
      <p:sp>
        <p:nvSpPr>
          <p:cNvPr id="8" name="object 8"/>
          <p:cNvSpPr txBox="1">
            <a:spLocks noGrp="1"/>
          </p:cNvSpPr>
          <p:nvPr>
            <p:ph type="title"/>
          </p:nvPr>
        </p:nvSpPr>
        <p:spPr>
          <a:xfrm>
            <a:off x="1600200" y="213554"/>
            <a:ext cx="7239000" cy="382156"/>
          </a:xfrm>
          <a:prstGeom prst="rect">
            <a:avLst/>
          </a:prstGeom>
        </p:spPr>
        <p:txBody>
          <a:bodyPr vert="horz" wrap="square" lIns="0" tIns="12700" rIns="0" bIns="0" rtlCol="0">
            <a:spAutoFit/>
          </a:bodyPr>
          <a:lstStyle/>
          <a:p>
            <a:pPr marL="12700">
              <a:lnSpc>
                <a:spcPct val="100000"/>
              </a:lnSpc>
              <a:spcBef>
                <a:spcPts val="100"/>
              </a:spcBef>
            </a:pPr>
            <a:r>
              <a:rPr sz="2400" spc="-15" dirty="0">
                <a:latin typeface="Times New Roman" panose="02020603050405020304" pitchFamily="18" charset="0"/>
                <a:cs typeface="Times New Roman" panose="02020603050405020304" pitchFamily="18" charset="0"/>
              </a:rPr>
              <a:t>Quality</a:t>
            </a:r>
            <a:r>
              <a:rPr sz="2400" spc="5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(TQM</a:t>
            </a:r>
            <a:r>
              <a:rPr sz="2400" spc="-5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Circle)</a:t>
            </a:r>
            <a:r>
              <a:rPr lang="en-US" sz="2400" spc="-5"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(CO2)</a:t>
            </a:r>
            <a:endParaRPr sz="2400" spc="-5" dirty="0">
              <a:latin typeface="Times New Roman" panose="02020603050405020304" pitchFamily="18" charset="0"/>
              <a:cs typeface="Times New Roman" panose="02020603050405020304" pitchFamily="18" charset="0"/>
            </a:endParaRPr>
          </a:p>
        </p:txBody>
      </p:sp>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75</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917F1D86-30B3-4954-B20C-8379FE1DAC8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5"/>
          <a:stretch>
            <a:fillRect/>
          </a:stretch>
        </p:blipFill>
        <p:spPr>
          <a:xfrm>
            <a:off x="0" y="-5047"/>
            <a:ext cx="1752600" cy="1024530"/>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16" name="Rectangle 3"/>
          <p:cNvSpPr txBox="1">
            <a:spLocks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222250" marR="0" lvl="0" indent="-222250" algn="l" defTabSz="914400" rtl="0" eaLnBrk="1" fontAlgn="base" latinLnBrk="0" hangingPunct="1">
              <a:lnSpc>
                <a:spcPct val="100000"/>
              </a:lnSpc>
              <a:spcBef>
                <a:spcPct val="5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Walter A. </a:t>
            </a:r>
            <a:r>
              <a:rPr kumimoji="0" lang="en-US" alt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Shewhart</a:t>
            </a:r>
            <a:endPar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515938" marR="0" lvl="1" indent="-173038" algn="l" defTabSz="914400" rtl="0" eaLnBrk="1" fontAlgn="base" latinLnBrk="0" hangingPunct="1">
              <a:lnSpc>
                <a:spcPct val="100000"/>
              </a:lnSpc>
              <a:spcBef>
                <a:spcPct val="5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Statistician at Bell Laboratories</a:t>
            </a:r>
          </a:p>
          <a:p>
            <a:pPr marL="803275" marR="0" lvl="2" indent="-173038" algn="l" defTabSz="914400" rtl="0" eaLnBrk="1" fontAlgn="base" latinLnBrk="0" hangingPunct="1">
              <a:lnSpc>
                <a:spcPct val="100000"/>
              </a:lnSpc>
              <a:spcBef>
                <a:spcPct val="5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Developed statistical control process methods to distinguish between random and nonrandom variation in industrial processes to keep processes under control.</a:t>
            </a:r>
          </a:p>
          <a:p>
            <a:pPr marL="803275" marR="0" lvl="2" indent="-173038" algn="l" defTabSz="914400" rtl="0" eaLnBrk="1" fontAlgn="base" latinLnBrk="0" hangingPunct="1">
              <a:lnSpc>
                <a:spcPct val="100000"/>
              </a:lnSpc>
              <a:spcBef>
                <a:spcPct val="5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Developed the “plan-do-check-act” (PDCA) cycle that emphasizes the need for continuous improvement.</a:t>
            </a:r>
          </a:p>
          <a:p>
            <a:pPr marL="803275" marR="0" lvl="2" indent="-173038" algn="l" defTabSz="914400" rtl="0" eaLnBrk="1" fontAlgn="base" latinLnBrk="0" hangingPunct="1">
              <a:lnSpc>
                <a:spcPct val="100000"/>
              </a:lnSpc>
              <a:spcBef>
                <a:spcPct val="5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Strongly influenced Deming and </a:t>
            </a:r>
            <a:r>
              <a:rPr kumimoji="0" lang="en-US" altLang="en-US" sz="20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Juran</a:t>
            </a: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535006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76</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9EB1A5F5-7E25-4BD3-AD29-1AC48A7D4BA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17" name="Rectangle 2"/>
          <p:cNvSpPr txBox="1">
            <a:spLocks noChangeArrowheads="1"/>
          </p:cNvSpPr>
          <p:nvPr/>
        </p:nvSpPr>
        <p:spPr bwMode="auto">
          <a:xfrm>
            <a:off x="443345" y="86068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400" b="0" i="0" u="none" strike="noStrike" kern="0" cap="none" spc="0" normalizeH="0" baseline="0" noProof="0" dirty="0" err="1">
                <a:ln>
                  <a:noFill/>
                </a:ln>
                <a:solidFill>
                  <a:srgbClr val="000000"/>
                </a:solidFill>
                <a:effectLst/>
                <a:uLnTx/>
                <a:uFillTx/>
                <a:latin typeface="Times New Roman" panose="02020603050405020304" pitchFamily="18" charset="0"/>
                <a:cs typeface="Times New Roman" panose="02020603050405020304" pitchFamily="18" charset="0"/>
              </a:rPr>
              <a:t>Shewhart’s</a:t>
            </a:r>
            <a:r>
              <a:rPr kumimoji="0" lang="en-US"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 Plan-Do-Check-Act (PDCA) Cycle</a:t>
            </a:r>
          </a:p>
        </p:txBody>
      </p:sp>
      <p:pic>
        <p:nvPicPr>
          <p:cNvPr id="9" name="Picture 8"/>
          <p:cNvPicPr>
            <a:picLocks noChangeAspect="1"/>
          </p:cNvPicPr>
          <p:nvPr/>
        </p:nvPicPr>
        <p:blipFill>
          <a:blip r:embed="rId3"/>
          <a:stretch>
            <a:fillRect/>
          </a:stretch>
        </p:blipFill>
        <p:spPr>
          <a:xfrm>
            <a:off x="2819400" y="1982903"/>
            <a:ext cx="3810330" cy="3810330"/>
          </a:xfrm>
          <a:prstGeom prst="rect">
            <a:avLst/>
          </a:prstGeom>
        </p:spPr>
      </p:pic>
    </p:spTree>
    <p:extLst>
      <p:ext uri="{BB962C8B-B14F-4D97-AF65-F5344CB8AC3E}">
        <p14:creationId xmlns:p14="http://schemas.microsoft.com/office/powerpoint/2010/main" val="21051606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77</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29C596FF-1310-4DCE-9014-85CD6616A3ED}"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3"/>
          <p:cNvSpPr txBox="1">
            <a:spLocks noChangeArrowheads="1"/>
          </p:cNvSpPr>
          <p:nvPr/>
        </p:nvSpPr>
        <p:spPr bwMode="auto">
          <a:xfrm>
            <a:off x="609600" y="1219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222250" marR="0" lvl="0" indent="-222250"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 Edwards Deming</a:t>
            </a:r>
          </a:p>
          <a:p>
            <a:pPr marL="515938" marR="0" lvl="1"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Advocated Statistical Process Control (SPC)</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Methods which signal shifts in a process that will likely lead to products and/or services not meeting customer requirements.</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Emphasized an overall organizational approach to managing quality.</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Demonstrated that quality products are less costly than poor quality products.</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Identified 14 points critical for improving quality.</a:t>
            </a:r>
          </a:p>
          <a:p>
            <a:pPr marL="515938" marR="0" lvl="1"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The Deming Prize</a:t>
            </a:r>
          </a:p>
          <a:p>
            <a:pPr marL="803275" marR="0" lvl="2" indent="-173038" algn="l" defTabSz="914400" rtl="0" eaLnBrk="1" fontAlgn="base" latinLnBrk="0" hangingPunct="1">
              <a:lnSpc>
                <a:spcPct val="100000"/>
              </a:lnSpc>
              <a:spcBef>
                <a:spcPct val="20000"/>
              </a:spcBef>
              <a:spcAft>
                <a:spcPct val="0"/>
              </a:spcAft>
              <a:buClrTx/>
              <a:buSzTx/>
              <a:buFontTx/>
              <a:buChar char="•"/>
              <a:tabLst/>
              <a:defRPr/>
            </a:pPr>
            <a:r>
              <a:rPr kumimoji="0" lang="en-US" altLang="en-US" sz="20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Highest award for industrial excellence in Japan.</a:t>
            </a:r>
          </a:p>
        </p:txBody>
      </p:sp>
    </p:spTree>
    <p:extLst>
      <p:ext uri="{BB962C8B-B14F-4D97-AF65-F5344CB8AC3E}">
        <p14:creationId xmlns:p14="http://schemas.microsoft.com/office/powerpoint/2010/main" val="42170768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78</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748FA582-27F9-45B0-A558-63CAA3E0B51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7" name="Rectangle 2"/>
          <p:cNvSpPr>
            <a:spLocks noGrp="1" noChangeArrowheads="1"/>
          </p:cNvSpPr>
          <p:nvPr>
            <p:ph type="title"/>
          </p:nvPr>
        </p:nvSpPr>
        <p:spPr>
          <a:xfrm>
            <a:off x="304800" y="381000"/>
            <a:ext cx="8229600" cy="1380457"/>
          </a:xfrm>
        </p:spPr>
        <p:txBody>
          <a:bodyPr>
            <a:normAutofit/>
          </a:bodyPr>
          <a:lstStyle/>
          <a:p>
            <a:pPr eaLnBrk="1" hangingPunct="1"/>
            <a:r>
              <a:rPr lang="en-US" altLang="en-US" sz="2400" dirty="0">
                <a:solidFill>
                  <a:schemeClr val="tx1"/>
                </a:solidFill>
                <a:latin typeface="Times New Roman" panose="02020603050405020304" pitchFamily="18" charset="0"/>
                <a:cs typeface="Times New Roman" panose="02020603050405020304" pitchFamily="18" charset="0"/>
              </a:rPr>
              <a:t>Deming’s 14-Point Program for Improving Quality</a:t>
            </a:r>
          </a:p>
        </p:txBody>
      </p:sp>
      <p:sp>
        <p:nvSpPr>
          <p:cNvPr id="8" name="Rectangle 6"/>
          <p:cNvSpPr>
            <a:spLocks noChangeArrowheads="1"/>
          </p:cNvSpPr>
          <p:nvPr/>
        </p:nvSpPr>
        <p:spPr bwMode="auto">
          <a:xfrm>
            <a:off x="731838" y="1326999"/>
            <a:ext cx="7954962" cy="482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tabLst>
                <a:tab pos="225425" algn="dec"/>
                <a:tab pos="398463" algn="l"/>
              </a:tabLst>
              <a:defRPr sz="3200">
                <a:solidFill>
                  <a:schemeClr val="tx1"/>
                </a:solidFill>
                <a:latin typeface="Arial" panose="020B0604020202020204" pitchFamily="34" charset="0"/>
              </a:defRPr>
            </a:lvl1pPr>
            <a:lvl2pPr marL="742950" indent="-285750">
              <a:spcBef>
                <a:spcPct val="20000"/>
              </a:spcBef>
              <a:buChar char="–"/>
              <a:tabLst>
                <a:tab pos="225425" algn="dec"/>
                <a:tab pos="398463" algn="l"/>
              </a:tabLst>
              <a:defRPr sz="2800">
                <a:solidFill>
                  <a:schemeClr val="tx1"/>
                </a:solidFill>
                <a:latin typeface="Arial" panose="020B0604020202020204" pitchFamily="34" charset="0"/>
              </a:defRPr>
            </a:lvl2pPr>
            <a:lvl3pPr marL="1143000" indent="-228600">
              <a:spcBef>
                <a:spcPct val="20000"/>
              </a:spcBef>
              <a:buChar char="•"/>
              <a:tabLst>
                <a:tab pos="225425" algn="dec"/>
                <a:tab pos="398463" algn="l"/>
              </a:tabLst>
              <a:defRPr sz="2400">
                <a:solidFill>
                  <a:schemeClr val="tx1"/>
                </a:solidFill>
                <a:latin typeface="Arial" panose="020B0604020202020204" pitchFamily="34" charset="0"/>
              </a:defRPr>
            </a:lvl3pPr>
            <a:lvl4pPr marL="1600200" indent="-228600">
              <a:spcBef>
                <a:spcPct val="20000"/>
              </a:spcBef>
              <a:buChar char="–"/>
              <a:tabLst>
                <a:tab pos="225425" algn="dec"/>
                <a:tab pos="398463" algn="l"/>
              </a:tabLst>
              <a:defRPr sz="2000">
                <a:solidFill>
                  <a:schemeClr val="tx1"/>
                </a:solidFill>
                <a:latin typeface="Arial" panose="020B0604020202020204" pitchFamily="34" charset="0"/>
              </a:defRPr>
            </a:lvl4pPr>
            <a:lvl5pPr marL="2057400" indent="-228600">
              <a:spcBef>
                <a:spcPct val="20000"/>
              </a:spcBef>
              <a:buChar char="»"/>
              <a:tabLst>
                <a:tab pos="225425" algn="dec"/>
                <a:tab pos="398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25425" algn="dec"/>
                <a:tab pos="398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25425" algn="dec"/>
                <a:tab pos="398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25425" algn="dec"/>
                <a:tab pos="398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25425" algn="dec"/>
                <a:tab pos="398463" algn="l"/>
              </a:tabLst>
              <a:defRPr sz="2000">
                <a:solidFill>
                  <a:schemeClr val="tx1"/>
                </a:solidFill>
                <a:latin typeface="Arial" panose="020B0604020202020204" pitchFamily="34" charset="0"/>
              </a:defRPr>
            </a:lvl9pPr>
          </a:lstStyle>
          <a:p>
            <a:pPr eaLnBrk="1" hangingPunct="1">
              <a:spcBef>
                <a:spcPct val="25000"/>
              </a:spcBef>
              <a:buFontTx/>
              <a:buNone/>
            </a:pPr>
            <a:r>
              <a:rPr lang="en-US" altLang="en-US" sz="1800" dirty="0"/>
              <a:t>	1.	</a:t>
            </a:r>
            <a:r>
              <a:rPr lang="en-US" altLang="en-US" sz="1800" dirty="0">
                <a:latin typeface="Times New Roman" panose="02020603050405020304" pitchFamily="18" charset="0"/>
                <a:cs typeface="Times New Roman" panose="02020603050405020304" pitchFamily="18" charset="0"/>
              </a:rPr>
              <a:t>Create constancy of purpose for improvement of product and service.</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2.	Adopt the new philosophy.</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3.	Cease dependence on mass inspection.</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4.	End the practice of awarding business on the price tag alone.</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5.	Improve constantly and forever the system of production and training.</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6.	Institute training.</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7.	Institute leadership.</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8.	Drive out fear.</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9.	Break down barriers between staff areas.</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10.	Eliminate slogans, exhortations, and targets for the workforce.</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11.	Eliminate numerical quotas.</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12.	Remove barriers to pride in workmanship.</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13.	Institute a vigorous program of education and retraining.</a:t>
            </a:r>
          </a:p>
          <a:p>
            <a:pPr eaLnBrk="1" hangingPunct="1">
              <a:spcBef>
                <a:spcPct val="25000"/>
              </a:spcBef>
              <a:buFontTx/>
              <a:buNone/>
            </a:pPr>
            <a:r>
              <a:rPr lang="en-US" altLang="en-US" sz="1800" dirty="0">
                <a:latin typeface="Times New Roman" panose="02020603050405020304" pitchFamily="18" charset="0"/>
                <a:cs typeface="Times New Roman" panose="02020603050405020304" pitchFamily="18" charset="0"/>
              </a:rPr>
              <a:t>	14.	Take action to accomplish the program.</a:t>
            </a:r>
          </a:p>
        </p:txBody>
      </p:sp>
    </p:spTree>
    <p:extLst>
      <p:ext uri="{BB962C8B-B14F-4D97-AF65-F5344CB8AC3E}">
        <p14:creationId xmlns:p14="http://schemas.microsoft.com/office/powerpoint/2010/main" val="4482053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79</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64DE7313-7205-4101-90CA-FA1C0101F89C}"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2"/>
          <p:cNvSpPr>
            <a:spLocks noGrp="1" noChangeArrowheads="1"/>
          </p:cNvSpPr>
          <p:nvPr>
            <p:ph type="title"/>
          </p:nvPr>
        </p:nvSpPr>
        <p:spPr>
          <a:xfrm>
            <a:off x="457200" y="565764"/>
            <a:ext cx="8229600" cy="114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The Deming philosophy</a:t>
            </a:r>
          </a:p>
        </p:txBody>
      </p:sp>
      <p:sp>
        <p:nvSpPr>
          <p:cNvPr id="9"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3400" indent="-533400">
              <a:buFontTx/>
              <a:buNone/>
            </a:pPr>
            <a:r>
              <a:rPr lang="en-US" altLang="en-US" sz="2000" dirty="0">
                <a:latin typeface="Times New Roman" panose="02020603050405020304" pitchFamily="18" charset="0"/>
              </a:rPr>
              <a:t>14 points for management: </a:t>
            </a:r>
          </a:p>
          <a:p>
            <a:pPr marL="533400" indent="-533400">
              <a:buFontTx/>
              <a:buAutoNum type="arabicPeriod"/>
            </a:pPr>
            <a:r>
              <a:rPr lang="en-US" altLang="en-US" sz="2000" dirty="0">
                <a:latin typeface="Times New Roman" panose="02020603050405020304" pitchFamily="18" charset="0"/>
              </a:rPr>
              <a:t>Create and publish to all employees a </a:t>
            </a:r>
            <a:r>
              <a:rPr lang="en-US" altLang="en-US" sz="2000" i="1" dirty="0">
                <a:solidFill>
                  <a:srgbClr val="5B6BFF"/>
                </a:solidFill>
                <a:latin typeface="Times New Roman" panose="02020603050405020304" pitchFamily="18" charset="0"/>
              </a:rPr>
              <a:t>statement of the aims and purposes</a:t>
            </a:r>
            <a:r>
              <a:rPr lang="en-US" altLang="en-US" sz="2000" dirty="0">
                <a:latin typeface="Times New Roman" panose="02020603050405020304" pitchFamily="18" charset="0"/>
              </a:rPr>
              <a:t> of the company. The management must demonstrate their commitment to this statement.</a:t>
            </a:r>
          </a:p>
          <a:p>
            <a:pPr marL="533400" indent="-533400">
              <a:buFontTx/>
              <a:buAutoNum type="arabicPeriod"/>
            </a:pPr>
            <a:r>
              <a:rPr lang="en-US" altLang="en-US" sz="2000" i="1" dirty="0">
                <a:latin typeface="Times New Roman" panose="02020603050405020304" pitchFamily="18" charset="0"/>
              </a:rPr>
              <a:t>Learn</a:t>
            </a:r>
            <a:r>
              <a:rPr lang="en-US" altLang="en-US" sz="2000" dirty="0">
                <a:latin typeface="Times New Roman" panose="02020603050405020304" pitchFamily="18" charset="0"/>
              </a:rPr>
              <a:t> the new philosophy.</a:t>
            </a:r>
          </a:p>
          <a:p>
            <a:pPr marL="533400" indent="-533400">
              <a:buFontTx/>
              <a:buAutoNum type="arabicPeriod"/>
            </a:pPr>
            <a:r>
              <a:rPr lang="en-US" altLang="en-US" sz="2000" dirty="0">
                <a:latin typeface="Times New Roman" panose="02020603050405020304" pitchFamily="18" charset="0"/>
              </a:rPr>
              <a:t>Understand the </a:t>
            </a:r>
            <a:r>
              <a:rPr lang="en-US" altLang="en-US" sz="2000" i="1" dirty="0">
                <a:solidFill>
                  <a:srgbClr val="5B6BFF"/>
                </a:solidFill>
                <a:latin typeface="Times New Roman" panose="02020603050405020304" pitchFamily="18" charset="0"/>
              </a:rPr>
              <a:t>purpose of inspection</a:t>
            </a:r>
            <a:r>
              <a:rPr lang="en-US" altLang="en-US" sz="2000" dirty="0">
                <a:latin typeface="Times New Roman" panose="02020603050405020304" pitchFamily="18" charset="0"/>
              </a:rPr>
              <a:t> – to reduce the cost and improve the processes.</a:t>
            </a:r>
          </a:p>
          <a:p>
            <a:pPr marL="533400" indent="-533400">
              <a:buFontTx/>
              <a:buAutoNum type="arabicPeriod"/>
            </a:pPr>
            <a:r>
              <a:rPr lang="en-US" altLang="en-US" sz="2000" i="1" dirty="0">
                <a:solidFill>
                  <a:srgbClr val="5B6BFF"/>
                </a:solidFill>
                <a:latin typeface="Times New Roman" panose="02020603050405020304" pitchFamily="18" charset="0"/>
              </a:rPr>
              <a:t>End</a:t>
            </a:r>
            <a:r>
              <a:rPr lang="en-US" altLang="en-US" sz="2000" dirty="0">
                <a:latin typeface="Times New Roman" panose="02020603050405020304" pitchFamily="18" charset="0"/>
              </a:rPr>
              <a:t> the practice of awarding business on the </a:t>
            </a:r>
            <a:r>
              <a:rPr lang="en-US" altLang="en-US" sz="2000" i="1" dirty="0">
                <a:solidFill>
                  <a:srgbClr val="5B6BFF"/>
                </a:solidFill>
                <a:latin typeface="Times New Roman" panose="02020603050405020304" pitchFamily="18" charset="0"/>
              </a:rPr>
              <a:t>basis of price tag</a:t>
            </a:r>
            <a:r>
              <a:rPr lang="en-US" altLang="en-US" sz="2000" dirty="0">
                <a:latin typeface="Times New Roman" panose="02020603050405020304" pitchFamily="18" charset="0"/>
              </a:rPr>
              <a:t> alone.</a:t>
            </a:r>
          </a:p>
          <a:p>
            <a:pPr marL="533400" indent="-533400">
              <a:buFontTx/>
              <a:buAutoNum type="arabicPeriod"/>
            </a:pPr>
            <a:r>
              <a:rPr lang="en-US" altLang="en-US" sz="2000" i="1" dirty="0">
                <a:solidFill>
                  <a:srgbClr val="5B6BFF"/>
                </a:solidFill>
                <a:latin typeface="Times New Roman" panose="02020603050405020304" pitchFamily="18" charset="0"/>
              </a:rPr>
              <a:t>Improve constantly</a:t>
            </a:r>
            <a:r>
              <a:rPr lang="en-US" altLang="en-US" sz="2000" dirty="0">
                <a:latin typeface="Times New Roman" panose="02020603050405020304" pitchFamily="18" charset="0"/>
              </a:rPr>
              <a:t> and forever the system of production and service.</a:t>
            </a:r>
          </a:p>
        </p:txBody>
      </p:sp>
    </p:spTree>
    <p:extLst>
      <p:ext uri="{BB962C8B-B14F-4D97-AF65-F5344CB8AC3E}">
        <p14:creationId xmlns:p14="http://schemas.microsoft.com/office/powerpoint/2010/main" val="42905170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80</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081BBE54-2E2F-4A1F-A3F1-54F988318B1D}"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7"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buClr>
                <a:schemeClr val="tx1"/>
              </a:buClr>
              <a:buFontTx/>
              <a:buAutoNum type="arabicPeriod" startAt="6"/>
            </a:pPr>
            <a:r>
              <a:rPr lang="en-US" altLang="en-US" sz="2000" dirty="0">
                <a:latin typeface="Times New Roman" panose="02020603050405020304" pitchFamily="18" charset="0"/>
              </a:rPr>
              <a:t>Institute training</a:t>
            </a:r>
          </a:p>
          <a:p>
            <a:pPr marL="609600" indent="-609600">
              <a:buClr>
                <a:schemeClr val="tx1"/>
              </a:buClr>
              <a:buFontTx/>
              <a:buAutoNum type="arabicPeriod" startAt="6"/>
            </a:pPr>
            <a:r>
              <a:rPr lang="en-US" altLang="en-US" sz="2000" dirty="0">
                <a:latin typeface="Times New Roman" panose="02020603050405020304" pitchFamily="18" charset="0"/>
              </a:rPr>
              <a:t>Teach and institute </a:t>
            </a:r>
            <a:r>
              <a:rPr lang="en-US" altLang="en-US" sz="2000" i="1" dirty="0">
                <a:solidFill>
                  <a:srgbClr val="5B6BFF"/>
                </a:solidFill>
                <a:latin typeface="Times New Roman" panose="02020603050405020304" pitchFamily="18" charset="0"/>
              </a:rPr>
              <a:t>leadership</a:t>
            </a:r>
            <a:r>
              <a:rPr lang="en-US" altLang="en-US" sz="2000" dirty="0">
                <a:latin typeface="Times New Roman" panose="02020603050405020304" pitchFamily="18" charset="0"/>
              </a:rPr>
              <a:t>.</a:t>
            </a:r>
          </a:p>
          <a:p>
            <a:pPr marL="609600" indent="-609600">
              <a:buClr>
                <a:schemeClr val="tx1"/>
              </a:buClr>
              <a:buFontTx/>
              <a:buAutoNum type="arabicPeriod" startAt="6"/>
            </a:pPr>
            <a:r>
              <a:rPr lang="en-US" altLang="en-US" sz="2000" dirty="0">
                <a:latin typeface="Times New Roman" panose="02020603050405020304" pitchFamily="18" charset="0"/>
              </a:rPr>
              <a:t>Drive out fear. Create an </a:t>
            </a:r>
            <a:r>
              <a:rPr lang="en-US" altLang="en-US" sz="2000" i="1" dirty="0">
                <a:solidFill>
                  <a:srgbClr val="5B6BFF"/>
                </a:solidFill>
                <a:latin typeface="Times New Roman" panose="02020603050405020304" pitchFamily="18" charset="0"/>
              </a:rPr>
              <a:t>environment of innovation</a:t>
            </a:r>
            <a:r>
              <a:rPr lang="en-US" altLang="en-US" sz="2000" dirty="0">
                <a:latin typeface="Times New Roman" panose="02020603050405020304" pitchFamily="18" charset="0"/>
              </a:rPr>
              <a:t>.</a:t>
            </a:r>
          </a:p>
          <a:p>
            <a:pPr marL="609600" indent="-609600">
              <a:buClr>
                <a:schemeClr val="tx1"/>
              </a:buClr>
              <a:buFontTx/>
              <a:buAutoNum type="arabicPeriod" startAt="6"/>
            </a:pPr>
            <a:r>
              <a:rPr lang="en-US" altLang="en-US" sz="2000" i="1" dirty="0">
                <a:solidFill>
                  <a:srgbClr val="5B6BFF"/>
                </a:solidFill>
                <a:latin typeface="Times New Roman" panose="02020603050405020304" pitchFamily="18" charset="0"/>
              </a:rPr>
              <a:t>Optimize the team efforts</a:t>
            </a:r>
            <a:r>
              <a:rPr lang="en-US" altLang="en-US" sz="2000" dirty="0">
                <a:latin typeface="Times New Roman" panose="02020603050405020304" pitchFamily="18" charset="0"/>
              </a:rPr>
              <a:t> towards the aims and purposes of the company.</a:t>
            </a:r>
          </a:p>
          <a:p>
            <a:pPr marL="609600" indent="-609600">
              <a:buClr>
                <a:schemeClr val="tx1"/>
              </a:buClr>
              <a:buFontTx/>
              <a:buAutoNum type="arabicPeriod" startAt="6"/>
            </a:pPr>
            <a:r>
              <a:rPr lang="en-US" altLang="en-US" sz="2000" dirty="0">
                <a:latin typeface="Times New Roman" panose="02020603050405020304" pitchFamily="18" charset="0"/>
              </a:rPr>
              <a:t>Eliminate exhortations for the workforce.</a:t>
            </a:r>
          </a:p>
          <a:p>
            <a:pPr marL="609600" indent="-609600">
              <a:buClr>
                <a:schemeClr val="tx1"/>
              </a:buClr>
              <a:buFontTx/>
              <a:buAutoNum type="arabicPeriod" startAt="6"/>
            </a:pPr>
            <a:r>
              <a:rPr lang="en-US" altLang="en-US" sz="2000" dirty="0">
                <a:latin typeface="Times New Roman" panose="02020603050405020304" pitchFamily="18" charset="0"/>
              </a:rPr>
              <a:t>Eliminate </a:t>
            </a:r>
            <a:r>
              <a:rPr lang="en-US" altLang="en-US" sz="2000" i="1" dirty="0">
                <a:solidFill>
                  <a:srgbClr val="5B6BFF"/>
                </a:solidFill>
                <a:latin typeface="Times New Roman" panose="02020603050405020304" pitchFamily="18" charset="0"/>
              </a:rPr>
              <a:t>numerical quotas</a:t>
            </a:r>
            <a:r>
              <a:rPr lang="en-US" altLang="en-US" sz="2000" dirty="0">
                <a:latin typeface="Times New Roman" panose="02020603050405020304" pitchFamily="18" charset="0"/>
              </a:rPr>
              <a:t> for production.</a:t>
            </a:r>
          </a:p>
          <a:p>
            <a:pPr marL="609600" indent="-609600">
              <a:buClr>
                <a:schemeClr val="tx1"/>
              </a:buClr>
              <a:buFontTx/>
              <a:buAutoNum type="arabicPeriod" startAt="6"/>
            </a:pPr>
            <a:r>
              <a:rPr lang="en-US" altLang="en-US" sz="2000" dirty="0">
                <a:latin typeface="Times New Roman" panose="02020603050405020304" pitchFamily="18" charset="0"/>
              </a:rPr>
              <a:t>Remove the barriers that rob </a:t>
            </a:r>
            <a:r>
              <a:rPr lang="en-US" altLang="en-US" sz="2000" i="1" dirty="0">
                <a:solidFill>
                  <a:srgbClr val="5B6BFF"/>
                </a:solidFill>
                <a:latin typeface="Times New Roman" panose="02020603050405020304" pitchFamily="18" charset="0"/>
              </a:rPr>
              <a:t>pride of workmanship</a:t>
            </a:r>
            <a:r>
              <a:rPr lang="en-US" altLang="en-US" sz="2000" dirty="0">
                <a:latin typeface="Times New Roman" panose="02020603050405020304" pitchFamily="18" charset="0"/>
              </a:rPr>
              <a:t>.</a:t>
            </a:r>
          </a:p>
          <a:p>
            <a:pPr marL="609600" indent="-609600">
              <a:buClr>
                <a:schemeClr val="tx1"/>
              </a:buClr>
              <a:buFontTx/>
              <a:buAutoNum type="arabicPeriod" startAt="6"/>
            </a:pPr>
            <a:r>
              <a:rPr lang="en-US" altLang="en-US" sz="2000" dirty="0">
                <a:latin typeface="Times New Roman" panose="02020603050405020304" pitchFamily="18" charset="0"/>
              </a:rPr>
              <a:t>Encourage </a:t>
            </a:r>
            <a:r>
              <a:rPr lang="en-US" altLang="en-US" sz="2000" i="1" dirty="0">
                <a:solidFill>
                  <a:srgbClr val="5B6BFF"/>
                </a:solidFill>
                <a:latin typeface="Times New Roman" panose="02020603050405020304" pitchFamily="18" charset="0"/>
              </a:rPr>
              <a:t>learning and self-improvement</a:t>
            </a:r>
            <a:r>
              <a:rPr lang="en-US" altLang="en-US" sz="2000" dirty="0">
                <a:latin typeface="Times New Roman" panose="02020603050405020304" pitchFamily="18" charset="0"/>
              </a:rPr>
              <a:t>.</a:t>
            </a:r>
          </a:p>
          <a:p>
            <a:pPr marL="609600" indent="-609600">
              <a:buClr>
                <a:schemeClr val="tx1"/>
              </a:buClr>
              <a:buFontTx/>
              <a:buAutoNum type="arabicPeriod" startAt="6"/>
            </a:pPr>
            <a:r>
              <a:rPr lang="en-US" altLang="en-US" sz="2000" dirty="0">
                <a:latin typeface="Times New Roman" panose="02020603050405020304" pitchFamily="18" charset="0"/>
              </a:rPr>
              <a:t>Take action to accomplish the transformation</a:t>
            </a:r>
            <a:r>
              <a:rPr lang="en-US" altLang="en-US" sz="2400" dirty="0">
                <a:latin typeface="Times New Roman" panose="02020603050405020304" pitchFamily="18" charset="0"/>
              </a:rPr>
              <a:t>.</a:t>
            </a:r>
          </a:p>
        </p:txBody>
      </p:sp>
    </p:spTree>
    <p:extLst>
      <p:ext uri="{BB962C8B-B14F-4D97-AF65-F5344CB8AC3E}">
        <p14:creationId xmlns:p14="http://schemas.microsoft.com/office/powerpoint/2010/main" val="10845760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81</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8874928E-FC98-43E5-9EEA-93AAA9225F4B}"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7" name="Rectangle 2"/>
          <p:cNvSpPr>
            <a:spLocks noGrp="1" noChangeArrowheads="1"/>
          </p:cNvSpPr>
          <p:nvPr>
            <p:ph type="title"/>
          </p:nvPr>
        </p:nvSpPr>
        <p:spPr>
          <a:xfrm>
            <a:off x="304800" y="898145"/>
            <a:ext cx="8229600" cy="114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The Deming philosophy</a:t>
            </a:r>
          </a:p>
        </p:txBody>
      </p:sp>
      <p:sp>
        <p:nvSpPr>
          <p:cNvPr id="8" name="Rectangle 3"/>
          <p:cNvSpPr txBox="1">
            <a:spLocks noChangeArrowheads="1"/>
          </p:cNvSpPr>
          <p:nvPr/>
        </p:nvSpPr>
        <p:spPr>
          <a:xfrm>
            <a:off x="584200" y="1907542"/>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gn="just"/>
            <a:r>
              <a:rPr lang="en-US" altLang="en-US" sz="2000" dirty="0">
                <a:latin typeface="Times New Roman" panose="02020603050405020304" pitchFamily="18" charset="0"/>
              </a:rPr>
              <a:t>“A System of Profound Knowledge”</a:t>
            </a:r>
          </a:p>
          <a:p>
            <a:pPr marL="609600" indent="-609600" algn="just">
              <a:buFontTx/>
              <a:buAutoNum type="arabicPeriod"/>
            </a:pPr>
            <a:r>
              <a:rPr lang="en-US" altLang="en-US" sz="2000" dirty="0">
                <a:solidFill>
                  <a:srgbClr val="FF3300"/>
                </a:solidFill>
                <a:latin typeface="Times New Roman" panose="02020603050405020304" pitchFamily="18" charset="0"/>
              </a:rPr>
              <a:t>Appreciation for a system</a:t>
            </a:r>
            <a:r>
              <a:rPr lang="en-US" altLang="en-US" sz="2000" dirty="0">
                <a:latin typeface="Times New Roman" panose="02020603050405020304" pitchFamily="18" charset="0"/>
              </a:rPr>
              <a:t> - A system is a set of functions or activities within an organization that work together to achieve organizational goals. Management’s job is to </a:t>
            </a:r>
            <a:r>
              <a:rPr lang="en-US" altLang="en-US" sz="2000" i="1" dirty="0">
                <a:solidFill>
                  <a:srgbClr val="5B6BFF"/>
                </a:solidFill>
                <a:latin typeface="Times New Roman" panose="02020603050405020304" pitchFamily="18" charset="0"/>
              </a:rPr>
              <a:t>optimize the system</a:t>
            </a:r>
            <a:r>
              <a:rPr lang="en-US" altLang="en-US" sz="2000" dirty="0">
                <a:latin typeface="Times New Roman" panose="02020603050405020304" pitchFamily="18" charset="0"/>
              </a:rPr>
              <a:t>. (not parts of system, but the whole!). System requires </a:t>
            </a:r>
            <a:r>
              <a:rPr lang="en-US" altLang="en-US" sz="2000" i="1" dirty="0">
                <a:solidFill>
                  <a:schemeClr val="accent2"/>
                </a:solidFill>
                <a:latin typeface="Times New Roman" panose="02020603050405020304" pitchFamily="18" charset="0"/>
              </a:rPr>
              <a:t>co-operation</a:t>
            </a:r>
            <a:r>
              <a:rPr lang="en-US" altLang="en-US" sz="2000" dirty="0">
                <a:latin typeface="Times New Roman" panose="02020603050405020304" pitchFamily="18" charset="0"/>
              </a:rPr>
              <a:t>.</a:t>
            </a:r>
          </a:p>
          <a:p>
            <a:pPr marL="609600" indent="-609600" algn="just">
              <a:buClr>
                <a:srgbClr val="FF3300"/>
              </a:buClr>
              <a:buFontTx/>
              <a:buAutoNum type="arabicPeriod"/>
            </a:pPr>
            <a:r>
              <a:rPr lang="en-US" altLang="en-US" sz="2000" dirty="0">
                <a:solidFill>
                  <a:srgbClr val="FF3300"/>
                </a:solidFill>
                <a:latin typeface="Times New Roman" panose="02020603050405020304" pitchFamily="18" charset="0"/>
              </a:rPr>
              <a:t>Psychology</a:t>
            </a:r>
            <a:r>
              <a:rPr lang="en-US" altLang="en-US" sz="2000" dirty="0">
                <a:latin typeface="Times New Roman" panose="02020603050405020304" pitchFamily="18" charset="0"/>
              </a:rPr>
              <a:t> – The designers and implementers of decisions are </a:t>
            </a:r>
            <a:r>
              <a:rPr lang="en-US" altLang="en-US" sz="2000" i="1" dirty="0">
                <a:solidFill>
                  <a:srgbClr val="5B6BFF"/>
                </a:solidFill>
                <a:latin typeface="Times New Roman" panose="02020603050405020304" pitchFamily="18" charset="0"/>
              </a:rPr>
              <a:t>people</a:t>
            </a:r>
            <a:r>
              <a:rPr lang="en-US" altLang="en-US" sz="2000" dirty="0">
                <a:latin typeface="Times New Roman" panose="02020603050405020304" pitchFamily="18" charset="0"/>
              </a:rPr>
              <a:t>. Hence understanding their psychology is important. </a:t>
            </a:r>
          </a:p>
          <a:p>
            <a:pPr marL="609600" indent="-609600">
              <a:buFontTx/>
              <a:buNone/>
            </a:pPr>
            <a:endParaRPr lang="en-US" altLang="en-US" sz="2000" dirty="0">
              <a:latin typeface="Times New Roman" panose="02020603050405020304" pitchFamily="18" charset="0"/>
            </a:endParaRPr>
          </a:p>
        </p:txBody>
      </p:sp>
    </p:spTree>
    <p:extLst>
      <p:ext uri="{BB962C8B-B14F-4D97-AF65-F5344CB8AC3E}">
        <p14:creationId xmlns:p14="http://schemas.microsoft.com/office/powerpoint/2010/main" val="85234571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p:cNvSpPr txBox="1">
            <a:spLocks noGrp="1"/>
          </p:cNvSpPr>
          <p:nvPr>
            <p:ph type="ftr" sz="quarter" idx="4294967295"/>
          </p:nvPr>
        </p:nvSpPr>
        <p:spPr>
          <a:xfrm>
            <a:off x="990600" y="6335724"/>
            <a:ext cx="7312025" cy="179536"/>
          </a:xfrm>
          <a:prstGeom prst="rect">
            <a:avLst/>
          </a:prstGeom>
        </p:spPr>
        <p:txBody>
          <a:bodyPr vert="horz" wrap="square" lIns="0" tIns="0" rIns="0" bIns="0" rtlCol="0">
            <a:spAutoFit/>
          </a:bodyPr>
          <a:lstStyle/>
          <a:p>
            <a:pPr marL="12700">
              <a:lnSpc>
                <a:spcPts val="1410"/>
              </a:lnSpc>
            </a:pPr>
            <a:r>
              <a:rPr lang="sv-SE" sz="2000">
                <a:latin typeface="Times New Roman" panose="02020603050405020304" pitchFamily="18" charset="0"/>
                <a:cs typeface="Times New Roman" panose="02020603050405020304" pitchFamily="18" charset="0"/>
              </a:rPr>
              <a:t>Mr. Minhaj Nezami   AOE0861    TQM    Unit-2                         </a:t>
            </a:r>
            <a:endParaRPr sz="2000" dirty="0">
              <a:latin typeface="Times New Roman" panose="02020603050405020304" pitchFamily="18" charset="0"/>
              <a:cs typeface="Times New Roman" panose="02020603050405020304" pitchFamily="18" charset="0"/>
            </a:endParaRPr>
          </a:p>
        </p:txBody>
      </p:sp>
      <p:sp>
        <p:nvSpPr>
          <p:cNvPr id="15" name="Slide Number Placeholder 14"/>
          <p:cNvSpPr>
            <a:spLocks noGrp="1"/>
          </p:cNvSpPr>
          <p:nvPr>
            <p:ph type="sldNum" sz="quarter" idx="12"/>
          </p:nvPr>
        </p:nvSpPr>
        <p:spPr/>
        <p:txBody>
          <a:bodyPr/>
          <a:lstStyle/>
          <a:p>
            <a:fld id="{98942D1A-943E-4A86-8308-2F95E8B419B7}" type="slidenum">
              <a:rPr lang="en-US" smtClean="0">
                <a:latin typeface="Times New Roman" panose="02020603050405020304" pitchFamily="18" charset="0"/>
                <a:cs typeface="Times New Roman" panose="02020603050405020304" pitchFamily="18" charset="0"/>
              </a:rPr>
              <a:pPr/>
              <a:t>82</a:t>
            </a:fld>
            <a:endParaRPr lang="en-US">
              <a:latin typeface="Times New Roman" panose="02020603050405020304" pitchFamily="18" charset="0"/>
              <a:cs typeface="Times New Roman" panose="02020603050405020304" pitchFamily="18" charset="0"/>
            </a:endParaRPr>
          </a:p>
        </p:txBody>
      </p:sp>
      <p:sp>
        <p:nvSpPr>
          <p:cNvPr id="11" name="Date Placeholder 10"/>
          <p:cNvSpPr>
            <a:spLocks noGrp="1"/>
          </p:cNvSpPr>
          <p:nvPr>
            <p:ph type="dt" sz="half" idx="10"/>
          </p:nvPr>
        </p:nvSpPr>
        <p:spPr/>
        <p:txBody>
          <a:bodyPr/>
          <a:lstStyle/>
          <a:p>
            <a:fld id="{4FB03C5A-DBE0-4E19-9587-14A6971A2259}"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2" name="Picture 11"/>
          <p:cNvPicPr>
            <a:picLocks noChangeAspect="1"/>
          </p:cNvPicPr>
          <p:nvPr/>
        </p:nvPicPr>
        <p:blipFill>
          <a:blip r:embed="rId2"/>
          <a:stretch>
            <a:fillRect/>
          </a:stretch>
        </p:blipFill>
        <p:spPr>
          <a:xfrm>
            <a:off x="0" y="-5047"/>
            <a:ext cx="1752600" cy="1024530"/>
          </a:xfrm>
          <a:prstGeom prst="rect">
            <a:avLst/>
          </a:prstGeom>
        </p:spPr>
      </p:pic>
      <p:sp>
        <p:nvSpPr>
          <p:cNvPr id="16" name="Rectangle 3"/>
          <p:cNvSpPr txBox="1">
            <a:spLocks noChangeArrowheads="1"/>
          </p:cNvSpPr>
          <p:nvPr/>
        </p:nvSpPr>
        <p:spPr>
          <a:xfrm>
            <a:off x="457200" y="1965784"/>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gn="just">
              <a:buClr>
                <a:srgbClr val="FF3300"/>
              </a:buClr>
              <a:buFontTx/>
              <a:buAutoNum type="arabicPeriod" startAt="3"/>
            </a:pPr>
            <a:r>
              <a:rPr lang="en-US" altLang="en-US" sz="2000" dirty="0">
                <a:solidFill>
                  <a:srgbClr val="FF3300"/>
                </a:solidFill>
                <a:latin typeface="Times New Roman" panose="02020603050405020304" pitchFamily="18" charset="0"/>
              </a:rPr>
              <a:t>Understanding process variation</a:t>
            </a:r>
            <a:r>
              <a:rPr lang="en-US" altLang="en-US" sz="2000" dirty="0">
                <a:latin typeface="Times New Roman" panose="02020603050405020304" pitchFamily="18" charset="0"/>
              </a:rPr>
              <a:t> – A production process contains many sources of variation. </a:t>
            </a:r>
            <a:r>
              <a:rPr lang="en-US" altLang="en-US" sz="2000" i="1" dirty="0">
                <a:solidFill>
                  <a:srgbClr val="5B6BFF"/>
                </a:solidFill>
                <a:latin typeface="Times New Roman" panose="02020603050405020304" pitchFamily="18" charset="0"/>
              </a:rPr>
              <a:t>Reduction in variation improves quality</a:t>
            </a:r>
            <a:r>
              <a:rPr lang="en-US" altLang="en-US" sz="2000" dirty="0">
                <a:latin typeface="Times New Roman" panose="02020603050405020304" pitchFamily="18" charset="0"/>
              </a:rPr>
              <a:t>. Two types of variations- </a:t>
            </a:r>
            <a:r>
              <a:rPr lang="en-US" altLang="en-US" sz="2000" i="1" dirty="0">
                <a:solidFill>
                  <a:srgbClr val="5B6BFF"/>
                </a:solidFill>
                <a:latin typeface="Times New Roman" panose="02020603050405020304" pitchFamily="18" charset="0"/>
              </a:rPr>
              <a:t>common causes and special causes</a:t>
            </a:r>
            <a:r>
              <a:rPr lang="en-US" altLang="en-US" sz="2000" dirty="0">
                <a:latin typeface="Times New Roman" panose="02020603050405020304" pitchFamily="18" charset="0"/>
              </a:rPr>
              <a:t>. Focus on the special causes. Common causes can be reduced only by change of technology.</a:t>
            </a:r>
            <a:endParaRPr lang="en-US" altLang="en-US" sz="2000" dirty="0">
              <a:solidFill>
                <a:srgbClr val="FF3300"/>
              </a:solidFill>
              <a:latin typeface="Times New Roman" panose="02020603050405020304" pitchFamily="18" charset="0"/>
            </a:endParaRPr>
          </a:p>
          <a:p>
            <a:pPr marL="609600" indent="-609600" algn="just">
              <a:buClr>
                <a:srgbClr val="FF3300"/>
              </a:buClr>
              <a:buFontTx/>
              <a:buAutoNum type="arabicPeriod" startAt="3"/>
            </a:pPr>
            <a:r>
              <a:rPr lang="en-US" altLang="en-US" sz="2000" dirty="0">
                <a:solidFill>
                  <a:srgbClr val="FF3300"/>
                </a:solidFill>
                <a:latin typeface="Times New Roman" panose="02020603050405020304" pitchFamily="18" charset="0"/>
              </a:rPr>
              <a:t>Theory of knowledge</a:t>
            </a:r>
            <a:r>
              <a:rPr lang="en-US" altLang="en-US" sz="2000" dirty="0">
                <a:latin typeface="Times New Roman" panose="02020603050405020304" pitchFamily="18" charset="0"/>
              </a:rPr>
              <a:t> – Management decisions should be driven by </a:t>
            </a:r>
            <a:r>
              <a:rPr lang="en-US" altLang="en-US" sz="2000" i="1" dirty="0">
                <a:solidFill>
                  <a:srgbClr val="5B6BFF"/>
                </a:solidFill>
                <a:latin typeface="Times New Roman" panose="02020603050405020304" pitchFamily="18" charset="0"/>
              </a:rPr>
              <a:t>facts, data and justifiable theories</a:t>
            </a:r>
            <a:r>
              <a:rPr lang="en-US" altLang="en-US" sz="2000" dirty="0">
                <a:latin typeface="Times New Roman" panose="02020603050405020304" pitchFamily="18" charset="0"/>
              </a:rPr>
              <a:t>. Don’t follow the managements fads!</a:t>
            </a:r>
          </a:p>
        </p:txBody>
      </p:sp>
      <p:sp>
        <p:nvSpPr>
          <p:cNvPr id="17" name="Rectangle 2"/>
          <p:cNvSpPr>
            <a:spLocks noGrp="1" noChangeArrowheads="1"/>
          </p:cNvSpPr>
          <p:nvPr>
            <p:ph type="title"/>
          </p:nvPr>
        </p:nvSpPr>
        <p:spPr>
          <a:xfrm>
            <a:off x="304800" y="898145"/>
            <a:ext cx="8229600" cy="114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The Deming philosophy</a:t>
            </a:r>
          </a:p>
        </p:txBody>
      </p:sp>
      <p:sp>
        <p:nvSpPr>
          <p:cNvPr id="18"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Tree>
    <p:extLst>
      <p:ext uri="{BB962C8B-B14F-4D97-AF65-F5344CB8AC3E}">
        <p14:creationId xmlns:p14="http://schemas.microsoft.com/office/powerpoint/2010/main" val="420095029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8596C43-0C5D-4BDB-9CD5-5B43AA16C108}"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83</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2250" indent="-222250">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Joseph M. </a:t>
            </a:r>
            <a:r>
              <a:rPr lang="en-US" altLang="en-US" sz="2000" dirty="0" err="1">
                <a:latin typeface="Times New Roman" panose="02020603050405020304" pitchFamily="18" charset="0"/>
                <a:cs typeface="Times New Roman" panose="02020603050405020304" pitchFamily="18" charset="0"/>
              </a:rPr>
              <a:t>Juran</a:t>
            </a:r>
            <a:endParaRPr lang="en-US" altLang="en-US" sz="2000" dirty="0">
              <a:latin typeface="Times New Roman" panose="02020603050405020304" pitchFamily="18" charset="0"/>
              <a:cs typeface="Times New Roman" panose="02020603050405020304" pitchFamily="18" charset="0"/>
            </a:endParaRPr>
          </a:p>
          <a:p>
            <a:pPr marL="515938" lvl="1"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Emphasized the importance of producing quality products through an approach focused on quality planning, control, and improvement.</a:t>
            </a:r>
          </a:p>
          <a:p>
            <a:pPr marL="515938" lvl="1"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Defined product quality as “fitness for use” as viewed by the customer in:</a:t>
            </a:r>
          </a:p>
          <a:p>
            <a:pPr marL="803275" lvl="2"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Quality of design	• Quality of conformance</a:t>
            </a:r>
          </a:p>
          <a:p>
            <a:pPr marL="803275" lvl="2"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Availability	• Safety	• Field use</a:t>
            </a:r>
          </a:p>
          <a:p>
            <a:pPr marL="515938" lvl="1"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Categorized the cost of quality as:</a:t>
            </a:r>
          </a:p>
          <a:p>
            <a:pPr marL="803275" lvl="2"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Cost of prevention</a:t>
            </a:r>
          </a:p>
          <a:p>
            <a:pPr marL="803275" lvl="2"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Cost of detection/appraisal</a:t>
            </a:r>
          </a:p>
          <a:p>
            <a:pPr marL="803275" lvl="2" indent="-173038">
              <a:tabLst>
                <a:tab pos="2511425" algn="l"/>
                <a:tab pos="3376613" algn="l"/>
                <a:tab pos="3773488" algn="l"/>
              </a:tabLst>
            </a:pPr>
            <a:r>
              <a:rPr lang="en-US" altLang="en-US" sz="2000" dirty="0">
                <a:latin typeface="Times New Roman" panose="02020603050405020304" pitchFamily="18" charset="0"/>
                <a:cs typeface="Times New Roman" panose="02020603050405020304" pitchFamily="18" charset="0"/>
              </a:rPr>
              <a:t>Cost of failure</a:t>
            </a:r>
          </a:p>
        </p:txBody>
      </p:sp>
    </p:spTree>
    <p:extLst>
      <p:ext uri="{BB962C8B-B14F-4D97-AF65-F5344CB8AC3E}">
        <p14:creationId xmlns:p14="http://schemas.microsoft.com/office/powerpoint/2010/main" val="42215286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EB18DC5-BA04-4669-98FA-A2AB6DCAC866}"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84</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80309" y="-5047"/>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2"/>
          <p:cNvSpPr>
            <a:spLocks noGrp="1" noChangeArrowheads="1"/>
          </p:cNvSpPr>
          <p:nvPr>
            <p:ph type="title"/>
          </p:nvPr>
        </p:nvSpPr>
        <p:spPr>
          <a:xfrm>
            <a:off x="381000" y="609600"/>
            <a:ext cx="8229600" cy="1143000"/>
          </a:xfrm>
        </p:spPr>
        <p:txBody>
          <a:bodyPr/>
          <a:lstStyle/>
          <a:p>
            <a:pPr eaLnBrk="1" hangingPunct="1"/>
            <a:r>
              <a:rPr lang="en-US" altLang="en-US" sz="3600" dirty="0">
                <a:latin typeface="Times New Roman" panose="02020603050405020304" pitchFamily="18" charset="0"/>
                <a:cs typeface="Times New Roman" panose="02020603050405020304" pitchFamily="18" charset="0"/>
              </a:rPr>
              <a:t>The </a:t>
            </a:r>
            <a:r>
              <a:rPr lang="en-US" altLang="en-US" sz="3600" dirty="0" err="1">
                <a:latin typeface="Times New Roman" panose="02020603050405020304" pitchFamily="18" charset="0"/>
                <a:cs typeface="Times New Roman" panose="02020603050405020304" pitchFamily="18" charset="0"/>
              </a:rPr>
              <a:t>Juran</a:t>
            </a:r>
            <a:r>
              <a:rPr lang="en-US" altLang="en-US" sz="3600" dirty="0">
                <a:latin typeface="Times New Roman" panose="02020603050405020304" pitchFamily="18" charset="0"/>
                <a:cs typeface="Times New Roman" panose="02020603050405020304" pitchFamily="18" charset="0"/>
              </a:rPr>
              <a:t> philosophy</a:t>
            </a:r>
          </a:p>
        </p:txBody>
      </p:sp>
      <p:sp>
        <p:nvSpPr>
          <p:cNvPr id="9"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nSpc>
                <a:spcPct val="80000"/>
              </a:lnSpc>
            </a:pPr>
            <a:r>
              <a:rPr lang="en-US" altLang="en-US" sz="2000" dirty="0">
                <a:latin typeface="Times New Roman" panose="02020603050405020304" pitchFamily="18" charset="0"/>
              </a:rPr>
              <a:t>Pursue quality on two levels:</a:t>
            </a:r>
          </a:p>
          <a:p>
            <a:pPr marL="609600" indent="-609600">
              <a:lnSpc>
                <a:spcPct val="80000"/>
              </a:lnSpc>
              <a:buClr>
                <a:schemeClr val="tx1"/>
              </a:buClr>
              <a:buFontTx/>
              <a:buAutoNum type="arabicPeriod"/>
            </a:pPr>
            <a:r>
              <a:rPr lang="en-US" altLang="en-US" sz="2000" dirty="0">
                <a:latin typeface="Times New Roman" panose="02020603050405020304" pitchFamily="18" charset="0"/>
              </a:rPr>
              <a:t>The </a:t>
            </a:r>
            <a:r>
              <a:rPr lang="en-US" altLang="en-US" sz="2000" i="1" dirty="0">
                <a:solidFill>
                  <a:srgbClr val="5B6BFF"/>
                </a:solidFill>
                <a:latin typeface="Times New Roman" panose="02020603050405020304" pitchFamily="18" charset="0"/>
              </a:rPr>
              <a:t>mission of the firm</a:t>
            </a:r>
            <a:r>
              <a:rPr lang="en-US" altLang="en-US" sz="2000" dirty="0">
                <a:latin typeface="Times New Roman" panose="02020603050405020304" pitchFamily="18" charset="0"/>
              </a:rPr>
              <a:t> as a whole is to achieve high </a:t>
            </a:r>
            <a:r>
              <a:rPr lang="en-US" altLang="en-US" sz="2000" i="1" dirty="0">
                <a:solidFill>
                  <a:srgbClr val="5B6BFF"/>
                </a:solidFill>
                <a:latin typeface="Times New Roman" panose="02020603050405020304" pitchFamily="18" charset="0"/>
              </a:rPr>
              <a:t>product quality</a:t>
            </a:r>
            <a:r>
              <a:rPr lang="en-US" altLang="en-US" sz="2000" dirty="0">
                <a:latin typeface="Times New Roman" panose="02020603050405020304" pitchFamily="18" charset="0"/>
              </a:rPr>
              <a:t>.</a:t>
            </a:r>
          </a:p>
          <a:p>
            <a:pPr marL="609600" indent="-609600">
              <a:lnSpc>
                <a:spcPct val="80000"/>
              </a:lnSpc>
              <a:buClr>
                <a:schemeClr val="tx1"/>
              </a:buClr>
              <a:buFontTx/>
              <a:buAutoNum type="arabicPeriod"/>
            </a:pPr>
            <a:r>
              <a:rPr lang="en-US" altLang="en-US" sz="2000" dirty="0">
                <a:latin typeface="Times New Roman" panose="02020603050405020304" pitchFamily="18" charset="0"/>
              </a:rPr>
              <a:t>The </a:t>
            </a:r>
            <a:r>
              <a:rPr lang="en-US" altLang="en-US" sz="2000" i="1" dirty="0">
                <a:solidFill>
                  <a:srgbClr val="5B6BFF"/>
                </a:solidFill>
                <a:latin typeface="Times New Roman" panose="02020603050405020304" pitchFamily="18" charset="0"/>
              </a:rPr>
              <a:t>mission of each individual department</a:t>
            </a:r>
            <a:r>
              <a:rPr lang="en-US" altLang="en-US" sz="2000" dirty="0">
                <a:latin typeface="Times New Roman" panose="02020603050405020304" pitchFamily="18" charset="0"/>
              </a:rPr>
              <a:t> is to achieve high </a:t>
            </a:r>
            <a:r>
              <a:rPr lang="en-US" altLang="en-US" sz="2000" i="1" dirty="0">
                <a:solidFill>
                  <a:srgbClr val="5B6BFF"/>
                </a:solidFill>
                <a:latin typeface="Times New Roman" panose="02020603050405020304" pitchFamily="18" charset="0"/>
              </a:rPr>
              <a:t>production quality</a:t>
            </a:r>
            <a:r>
              <a:rPr lang="en-US" altLang="en-US" sz="2000" dirty="0">
                <a:latin typeface="Times New Roman" panose="02020603050405020304" pitchFamily="18" charset="0"/>
              </a:rPr>
              <a:t>.</a:t>
            </a:r>
          </a:p>
          <a:p>
            <a:pPr marL="609600" indent="-609600">
              <a:lnSpc>
                <a:spcPct val="80000"/>
              </a:lnSpc>
              <a:buClr>
                <a:schemeClr val="tx1"/>
              </a:buClr>
              <a:buFontTx/>
              <a:buNone/>
            </a:pPr>
            <a:endParaRPr lang="en-US" altLang="en-US" sz="2000" dirty="0">
              <a:latin typeface="Times New Roman" panose="02020603050405020304" pitchFamily="18" charset="0"/>
            </a:endParaRPr>
          </a:p>
          <a:p>
            <a:pPr marL="609600" indent="-609600">
              <a:lnSpc>
                <a:spcPct val="80000"/>
              </a:lnSpc>
            </a:pPr>
            <a:r>
              <a:rPr lang="en-US" altLang="en-US" sz="2000" dirty="0">
                <a:latin typeface="Times New Roman" panose="02020603050405020304" pitchFamily="18" charset="0"/>
              </a:rPr>
              <a:t>Quality should be talked about in a language senior management understands: </a:t>
            </a:r>
            <a:r>
              <a:rPr lang="en-US" altLang="en-US" sz="2000" dirty="0">
                <a:solidFill>
                  <a:srgbClr val="FF3300"/>
                </a:solidFill>
                <a:latin typeface="Times New Roman" panose="02020603050405020304" pitchFamily="18" charset="0"/>
              </a:rPr>
              <a:t>money (cost of poor quality)</a:t>
            </a:r>
            <a:r>
              <a:rPr lang="en-US" altLang="en-US" sz="2000" dirty="0">
                <a:latin typeface="Times New Roman" panose="02020603050405020304" pitchFamily="18" charset="0"/>
              </a:rPr>
              <a:t>.</a:t>
            </a:r>
          </a:p>
          <a:p>
            <a:pPr marL="609600" indent="-609600">
              <a:lnSpc>
                <a:spcPct val="80000"/>
              </a:lnSpc>
            </a:pPr>
            <a:r>
              <a:rPr lang="en-US" altLang="en-US" sz="2000" dirty="0">
                <a:latin typeface="Times New Roman" panose="02020603050405020304" pitchFamily="18" charset="0"/>
              </a:rPr>
              <a:t>At operational level, focus should be on conformance to specifications through elimination of defects- use of statistical methods.</a:t>
            </a:r>
          </a:p>
        </p:txBody>
      </p:sp>
    </p:spTree>
    <p:extLst>
      <p:ext uri="{BB962C8B-B14F-4D97-AF65-F5344CB8AC3E}">
        <p14:creationId xmlns:p14="http://schemas.microsoft.com/office/powerpoint/2010/main" val="163558103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0C67585-06E3-413F-8D78-87664F7CA603}"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85</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2"/>
          <p:cNvSpPr>
            <a:spLocks noGrp="1" noChangeArrowheads="1"/>
          </p:cNvSpPr>
          <p:nvPr>
            <p:ph type="title"/>
          </p:nvPr>
        </p:nvSpPr>
        <p:spPr>
          <a:xfrm>
            <a:off x="685800" y="685800"/>
            <a:ext cx="8229600" cy="114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The </a:t>
            </a:r>
            <a:r>
              <a:rPr lang="en-US" altLang="en-US" sz="2400" dirty="0" err="1">
                <a:latin typeface="Times New Roman" panose="02020603050405020304" pitchFamily="18" charset="0"/>
                <a:cs typeface="Times New Roman" panose="02020603050405020304" pitchFamily="18" charset="0"/>
              </a:rPr>
              <a:t>Juran</a:t>
            </a:r>
            <a:r>
              <a:rPr lang="en-US" altLang="en-US" sz="2400" dirty="0">
                <a:latin typeface="Times New Roman" panose="02020603050405020304" pitchFamily="18" charset="0"/>
                <a:cs typeface="Times New Roman" panose="02020603050405020304" pitchFamily="18" charset="0"/>
              </a:rPr>
              <a:t> philosophy</a:t>
            </a:r>
          </a:p>
        </p:txBody>
      </p:sp>
      <p:sp>
        <p:nvSpPr>
          <p:cNvPr id="9"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609600" indent="-609600" algn="just">
              <a:buFontTx/>
              <a:buNone/>
            </a:pPr>
            <a:r>
              <a:rPr lang="en-US" altLang="en-US" sz="2000" dirty="0">
                <a:latin typeface="Times New Roman" panose="02020603050405020304" pitchFamily="18" charset="0"/>
              </a:rPr>
              <a:t>Quality Trilogy – </a:t>
            </a:r>
          </a:p>
          <a:p>
            <a:pPr marL="609600" indent="-609600" algn="just">
              <a:buClr>
                <a:schemeClr val="tx1"/>
              </a:buClr>
              <a:buFontTx/>
              <a:buAutoNum type="arabicPeriod"/>
            </a:pPr>
            <a:r>
              <a:rPr lang="en-US" altLang="en-US" sz="2000" i="1" dirty="0">
                <a:solidFill>
                  <a:srgbClr val="5B6BFF"/>
                </a:solidFill>
                <a:latin typeface="Times New Roman" panose="02020603050405020304" pitchFamily="18" charset="0"/>
              </a:rPr>
              <a:t>Quality planning</a:t>
            </a:r>
            <a:r>
              <a:rPr lang="en-US" altLang="en-US" sz="2000" dirty="0">
                <a:latin typeface="Times New Roman" panose="02020603050405020304" pitchFamily="18" charset="0"/>
              </a:rPr>
              <a:t>: Process of preparing to meet quality goals. Involves understanding customer needs and developing product features.</a:t>
            </a:r>
          </a:p>
          <a:p>
            <a:pPr marL="609600" indent="-609600" algn="just">
              <a:buClr>
                <a:schemeClr val="tx1"/>
              </a:buClr>
              <a:buFontTx/>
              <a:buAutoNum type="arabicPeriod"/>
            </a:pPr>
            <a:r>
              <a:rPr lang="en-US" altLang="en-US" sz="2000" i="1" dirty="0">
                <a:solidFill>
                  <a:srgbClr val="5B6BFF"/>
                </a:solidFill>
                <a:latin typeface="Times New Roman" panose="02020603050405020304" pitchFamily="18" charset="0"/>
              </a:rPr>
              <a:t>Quality control</a:t>
            </a:r>
            <a:r>
              <a:rPr lang="en-US" altLang="en-US" sz="2000" dirty="0">
                <a:latin typeface="Times New Roman" panose="02020603050405020304" pitchFamily="18" charset="0"/>
              </a:rPr>
              <a:t>: Process of meeting quality goals during operations. Control parameters. Measuring the deviation and taking action.</a:t>
            </a:r>
          </a:p>
          <a:p>
            <a:pPr marL="609600" indent="-609600" algn="just">
              <a:buClr>
                <a:schemeClr val="tx1"/>
              </a:buClr>
              <a:buFontTx/>
              <a:buAutoNum type="arabicPeriod"/>
            </a:pPr>
            <a:r>
              <a:rPr lang="en-US" altLang="en-US" sz="2000" i="1" dirty="0">
                <a:solidFill>
                  <a:srgbClr val="5B6BFF"/>
                </a:solidFill>
                <a:latin typeface="Times New Roman" panose="02020603050405020304" pitchFamily="18" charset="0"/>
              </a:rPr>
              <a:t>Quality improvement</a:t>
            </a:r>
            <a:r>
              <a:rPr lang="en-US" altLang="en-US" sz="2000" dirty="0">
                <a:latin typeface="Times New Roman" panose="02020603050405020304" pitchFamily="18" charset="0"/>
              </a:rPr>
              <a:t>: Process for breaking through to unprecedented levels of performance. Identify areas of improvement and get the right people to bring about the change.</a:t>
            </a:r>
          </a:p>
        </p:txBody>
      </p:sp>
    </p:spTree>
    <p:extLst>
      <p:ext uri="{BB962C8B-B14F-4D97-AF65-F5344CB8AC3E}">
        <p14:creationId xmlns:p14="http://schemas.microsoft.com/office/powerpoint/2010/main" val="4595125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55A3D41-36E8-4C27-9BAE-6B054E4C012D}"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86</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2250" indent="-222250"/>
            <a:r>
              <a:rPr lang="en-US" altLang="en-US" sz="2000" dirty="0">
                <a:latin typeface="Times New Roman" panose="02020603050405020304" pitchFamily="18" charset="0"/>
                <a:cs typeface="Times New Roman" panose="02020603050405020304" pitchFamily="18" charset="0"/>
              </a:rPr>
              <a:t>Armand </a:t>
            </a:r>
            <a:r>
              <a:rPr lang="en-US" altLang="en-US" sz="2000" dirty="0" err="1">
                <a:latin typeface="Times New Roman" panose="02020603050405020304" pitchFamily="18" charset="0"/>
                <a:cs typeface="Times New Roman" panose="02020603050405020304" pitchFamily="18" charset="0"/>
              </a:rPr>
              <a:t>Feigenbaum</a:t>
            </a:r>
            <a:endParaRPr lang="en-US" altLang="en-US" sz="2000" dirty="0">
              <a:latin typeface="Times New Roman" panose="02020603050405020304" pitchFamily="18" charset="0"/>
              <a:cs typeface="Times New Roman" panose="02020603050405020304" pitchFamily="18" charset="0"/>
            </a:endParaRPr>
          </a:p>
          <a:p>
            <a:pPr marL="515938" lvl="1" indent="-173038"/>
            <a:r>
              <a:rPr lang="en-US" altLang="en-US" sz="2000" dirty="0">
                <a:latin typeface="Times New Roman" panose="02020603050405020304" pitchFamily="18" charset="0"/>
                <a:cs typeface="Times New Roman" panose="02020603050405020304" pitchFamily="18" charset="0"/>
              </a:rPr>
              <a:t>Proposed the concept of “total quality control,” making quality everyone’s responsibility.</a:t>
            </a:r>
          </a:p>
          <a:p>
            <a:pPr marL="803275" lvl="2" indent="-173038"/>
            <a:r>
              <a:rPr lang="en-US" altLang="en-US" sz="2000" dirty="0">
                <a:latin typeface="Times New Roman" panose="02020603050405020304" pitchFamily="18" charset="0"/>
                <a:cs typeface="Times New Roman" panose="02020603050405020304" pitchFamily="18" charset="0"/>
              </a:rPr>
              <a:t>Stressed interdepartmental communication.</a:t>
            </a:r>
          </a:p>
          <a:p>
            <a:pPr marL="803275" lvl="2" indent="-173038"/>
            <a:r>
              <a:rPr lang="en-US" altLang="en-US" sz="2000" dirty="0">
                <a:latin typeface="Times New Roman" panose="02020603050405020304" pitchFamily="18" charset="0"/>
                <a:cs typeface="Times New Roman" panose="02020603050405020304" pitchFamily="18" charset="0"/>
              </a:rPr>
              <a:t>Emphasized careful measurement and report of quality costs</a:t>
            </a:r>
          </a:p>
          <a:p>
            <a:pPr marL="222250" indent="-222250"/>
            <a:r>
              <a:rPr lang="en-US" altLang="en-US" sz="2000" dirty="0">
                <a:latin typeface="Times New Roman" panose="02020603050405020304" pitchFamily="18" charset="0"/>
                <a:cs typeface="Times New Roman" panose="02020603050405020304" pitchFamily="18" charset="0"/>
              </a:rPr>
              <a:t>Philip Crosby</a:t>
            </a:r>
          </a:p>
          <a:p>
            <a:pPr marL="515938" lvl="1" indent="-173038"/>
            <a:r>
              <a:rPr lang="en-US" altLang="en-US" sz="2000" dirty="0">
                <a:latin typeface="Times New Roman" panose="02020603050405020304" pitchFamily="18" charset="0"/>
                <a:cs typeface="Times New Roman" panose="02020603050405020304" pitchFamily="18" charset="0"/>
              </a:rPr>
              <a:t>Preached that “quality is free.”</a:t>
            </a:r>
          </a:p>
          <a:p>
            <a:pPr marL="515938" lvl="1" indent="-173038"/>
            <a:r>
              <a:rPr lang="en-US" altLang="en-US" sz="2000" dirty="0">
                <a:latin typeface="Times New Roman" panose="02020603050405020304" pitchFamily="18" charset="0"/>
                <a:cs typeface="Times New Roman" panose="02020603050405020304" pitchFamily="18" charset="0"/>
              </a:rPr>
              <a:t>Believed that an organization can reduce overall costs by improving the overall quality of its processes.</a:t>
            </a:r>
          </a:p>
        </p:txBody>
      </p:sp>
    </p:spTree>
    <p:extLst>
      <p:ext uri="{BB962C8B-B14F-4D97-AF65-F5344CB8AC3E}">
        <p14:creationId xmlns:p14="http://schemas.microsoft.com/office/powerpoint/2010/main" val="6112072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27505BAC-F36D-4566-9F34-B7D4FA3C2EDF}"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87</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80309" y="-2540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2"/>
          <p:cNvSpPr>
            <a:spLocks noGrp="1" noChangeArrowheads="1"/>
          </p:cNvSpPr>
          <p:nvPr>
            <p:ph type="title"/>
          </p:nvPr>
        </p:nvSpPr>
        <p:spPr>
          <a:xfrm>
            <a:off x="510309" y="823686"/>
            <a:ext cx="8229600" cy="1143000"/>
          </a:xfrm>
        </p:spPr>
        <p:txBody>
          <a:bodyPr>
            <a:normAutofit/>
          </a:bodyPr>
          <a:lstStyle/>
          <a:p>
            <a:pPr eaLnBrk="1" hangingPunct="1"/>
            <a:r>
              <a:rPr lang="en-US" altLang="en-US" sz="2400" dirty="0">
                <a:latin typeface="Times New Roman" panose="02020603050405020304" pitchFamily="18" charset="0"/>
                <a:cs typeface="Times New Roman" panose="02020603050405020304" pitchFamily="18" charset="0"/>
              </a:rPr>
              <a:t>The Crosby philosophy</a:t>
            </a:r>
          </a:p>
        </p:txBody>
      </p:sp>
      <p:sp>
        <p:nvSpPr>
          <p:cNvPr id="9"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90000"/>
              </a:lnSpc>
              <a:buFontTx/>
              <a:buNone/>
            </a:pPr>
            <a:r>
              <a:rPr lang="en-US" altLang="en-US" sz="2000" dirty="0">
                <a:solidFill>
                  <a:srgbClr val="FF3300"/>
                </a:solidFill>
                <a:latin typeface="Times New Roman" panose="02020603050405020304" pitchFamily="18" charset="0"/>
              </a:rPr>
              <a:t>Absolute’s of Management</a:t>
            </a:r>
          </a:p>
          <a:p>
            <a:pPr>
              <a:lnSpc>
                <a:spcPct val="90000"/>
              </a:lnSpc>
            </a:pPr>
            <a:r>
              <a:rPr lang="en-US" altLang="en-US" sz="2000" dirty="0">
                <a:latin typeface="Times New Roman" panose="02020603050405020304" pitchFamily="18" charset="0"/>
              </a:rPr>
              <a:t>Quality means </a:t>
            </a:r>
            <a:r>
              <a:rPr lang="en-US" altLang="en-US" sz="2000" i="1" dirty="0">
                <a:solidFill>
                  <a:srgbClr val="5B6BFF"/>
                </a:solidFill>
                <a:latin typeface="Times New Roman" panose="02020603050405020304" pitchFamily="18" charset="0"/>
              </a:rPr>
              <a:t>conformance to requirements</a:t>
            </a:r>
            <a:r>
              <a:rPr lang="en-US" altLang="en-US" sz="2000" dirty="0">
                <a:latin typeface="Times New Roman" panose="02020603050405020304" pitchFamily="18" charset="0"/>
              </a:rPr>
              <a:t> not elegance.</a:t>
            </a:r>
          </a:p>
          <a:p>
            <a:pPr>
              <a:lnSpc>
                <a:spcPct val="90000"/>
              </a:lnSpc>
            </a:pPr>
            <a:r>
              <a:rPr lang="en-US" altLang="en-US" sz="2000" dirty="0">
                <a:latin typeface="Times New Roman" panose="02020603050405020304" pitchFamily="18" charset="0"/>
              </a:rPr>
              <a:t>There is no such thing as </a:t>
            </a:r>
            <a:r>
              <a:rPr lang="en-US" altLang="en-US" sz="2000" i="1" dirty="0">
                <a:solidFill>
                  <a:srgbClr val="5B6BFF"/>
                </a:solidFill>
                <a:latin typeface="Times New Roman" panose="02020603050405020304" pitchFamily="18" charset="0"/>
              </a:rPr>
              <a:t>quality problem</a:t>
            </a:r>
            <a:r>
              <a:rPr lang="en-US" altLang="en-US" sz="2000" dirty="0">
                <a:latin typeface="Times New Roman" panose="02020603050405020304" pitchFamily="18" charset="0"/>
              </a:rPr>
              <a:t>.</a:t>
            </a:r>
          </a:p>
          <a:p>
            <a:pPr>
              <a:lnSpc>
                <a:spcPct val="90000"/>
              </a:lnSpc>
            </a:pPr>
            <a:r>
              <a:rPr lang="en-US" altLang="en-US" sz="2000" dirty="0">
                <a:latin typeface="Times New Roman" panose="02020603050405020304" pitchFamily="18" charset="0"/>
              </a:rPr>
              <a:t>There is no such thing as economics of quality: it is always cheaper to do the </a:t>
            </a:r>
            <a:r>
              <a:rPr lang="en-US" altLang="en-US" sz="2000" i="1" dirty="0">
                <a:solidFill>
                  <a:srgbClr val="5B6BFF"/>
                </a:solidFill>
                <a:latin typeface="Times New Roman" panose="02020603050405020304" pitchFamily="18" charset="0"/>
              </a:rPr>
              <a:t>job right the first time</a:t>
            </a:r>
            <a:r>
              <a:rPr lang="en-US" altLang="en-US" sz="2000" dirty="0">
                <a:latin typeface="Times New Roman" panose="02020603050405020304" pitchFamily="18" charset="0"/>
              </a:rPr>
              <a:t>.</a:t>
            </a:r>
          </a:p>
          <a:p>
            <a:pPr>
              <a:lnSpc>
                <a:spcPct val="90000"/>
              </a:lnSpc>
            </a:pPr>
            <a:r>
              <a:rPr lang="en-US" altLang="en-US" sz="2000" dirty="0">
                <a:latin typeface="Times New Roman" panose="02020603050405020304" pitchFamily="18" charset="0"/>
              </a:rPr>
              <a:t>The only performance measurement is the </a:t>
            </a:r>
            <a:r>
              <a:rPr lang="en-US" altLang="en-US" sz="2000" i="1" dirty="0">
                <a:solidFill>
                  <a:srgbClr val="5B6BFF"/>
                </a:solidFill>
                <a:latin typeface="Times New Roman" panose="02020603050405020304" pitchFamily="18" charset="0"/>
              </a:rPr>
              <a:t>cost of quality</a:t>
            </a:r>
            <a:r>
              <a:rPr lang="en-US" altLang="en-US" sz="2000" dirty="0">
                <a:latin typeface="Times New Roman" panose="02020603050405020304" pitchFamily="18" charset="0"/>
              </a:rPr>
              <a:t>: the cost of non-conformance.</a:t>
            </a:r>
          </a:p>
          <a:p>
            <a:pPr>
              <a:lnSpc>
                <a:spcPct val="90000"/>
              </a:lnSpc>
              <a:buFontTx/>
              <a:buNone/>
            </a:pPr>
            <a:r>
              <a:rPr lang="en-US" altLang="en-US" sz="2000" dirty="0">
                <a:solidFill>
                  <a:srgbClr val="FF3300"/>
                </a:solidFill>
                <a:latin typeface="Times New Roman" panose="02020603050405020304" pitchFamily="18" charset="0"/>
              </a:rPr>
              <a:t>Basic Elements of Improvement</a:t>
            </a:r>
            <a:r>
              <a:rPr lang="en-US" altLang="en-US" sz="2000" dirty="0">
                <a:latin typeface="Times New Roman" panose="02020603050405020304" pitchFamily="18" charset="0"/>
              </a:rPr>
              <a:t> </a:t>
            </a:r>
          </a:p>
          <a:p>
            <a:pPr>
              <a:lnSpc>
                <a:spcPct val="90000"/>
              </a:lnSpc>
            </a:pPr>
            <a:r>
              <a:rPr lang="en-US" altLang="en-US" sz="2000" i="1" dirty="0">
                <a:solidFill>
                  <a:srgbClr val="5B6BFF"/>
                </a:solidFill>
                <a:latin typeface="Times New Roman" panose="02020603050405020304" pitchFamily="18" charset="0"/>
              </a:rPr>
              <a:t>Determination</a:t>
            </a:r>
            <a:r>
              <a:rPr lang="en-US" altLang="en-US" sz="2000" dirty="0">
                <a:solidFill>
                  <a:srgbClr val="5B6BFF"/>
                </a:solidFill>
                <a:latin typeface="Times New Roman" panose="02020603050405020304" pitchFamily="18" charset="0"/>
              </a:rPr>
              <a:t> </a:t>
            </a:r>
            <a:r>
              <a:rPr lang="en-US" altLang="en-US" sz="2000" dirty="0">
                <a:latin typeface="Times New Roman" panose="02020603050405020304" pitchFamily="18" charset="0"/>
              </a:rPr>
              <a:t>(commitment by the top management)</a:t>
            </a:r>
          </a:p>
          <a:p>
            <a:pPr>
              <a:lnSpc>
                <a:spcPct val="90000"/>
              </a:lnSpc>
            </a:pPr>
            <a:r>
              <a:rPr lang="en-US" altLang="en-US" sz="2000" i="1" dirty="0">
                <a:solidFill>
                  <a:srgbClr val="5B6BFF"/>
                </a:solidFill>
                <a:latin typeface="Times New Roman" panose="02020603050405020304" pitchFamily="18" charset="0"/>
              </a:rPr>
              <a:t>Education</a:t>
            </a:r>
            <a:r>
              <a:rPr lang="en-US" altLang="en-US" sz="2000" dirty="0">
                <a:latin typeface="Times New Roman" panose="02020603050405020304" pitchFamily="18" charset="0"/>
              </a:rPr>
              <a:t> (of the employees towards Zero Defects (ZD))</a:t>
            </a:r>
          </a:p>
          <a:p>
            <a:pPr>
              <a:lnSpc>
                <a:spcPct val="90000"/>
              </a:lnSpc>
            </a:pPr>
            <a:r>
              <a:rPr lang="en-US" altLang="en-US" sz="2000" i="1" dirty="0">
                <a:solidFill>
                  <a:srgbClr val="5B6BFF"/>
                </a:solidFill>
                <a:latin typeface="Times New Roman" panose="02020603050405020304" pitchFamily="18" charset="0"/>
              </a:rPr>
              <a:t>Implementation</a:t>
            </a:r>
            <a:r>
              <a:rPr lang="en-US" altLang="en-US" sz="2000" dirty="0">
                <a:latin typeface="Times New Roman" panose="02020603050405020304" pitchFamily="18" charset="0"/>
              </a:rPr>
              <a:t> (of the organizational processes towards ZD)</a:t>
            </a:r>
          </a:p>
        </p:txBody>
      </p:sp>
    </p:spTree>
    <p:extLst>
      <p:ext uri="{BB962C8B-B14F-4D97-AF65-F5344CB8AC3E}">
        <p14:creationId xmlns:p14="http://schemas.microsoft.com/office/powerpoint/2010/main" val="29001752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1D604B5-4FBF-405D-8B80-08B668DC7BC0}" type="datetime1">
              <a:rPr lang="en-US" smtClean="0"/>
              <a:t>5/1/2026</a:t>
            </a:fld>
            <a:endParaRPr lang="en-US"/>
          </a:p>
        </p:txBody>
      </p:sp>
      <p:sp>
        <p:nvSpPr>
          <p:cNvPr id="4" name="Footer Placeholder 3"/>
          <p:cNvSpPr>
            <a:spLocks noGrp="1"/>
          </p:cNvSpPr>
          <p:nvPr>
            <p:ph type="ftr" sz="quarter" idx="11"/>
          </p:nvPr>
        </p:nvSpPr>
        <p:spPr/>
        <p:txBody>
          <a:bodyPr/>
          <a:lstStyle/>
          <a:p>
            <a:r>
              <a:rPr lang="sv-SE"/>
              <a:t>Mr. Minhaj Nezami   AOE0861    TQM    Unit-2                         </a:t>
            </a:r>
            <a:endParaRPr lang="en-US" dirty="0"/>
          </a:p>
        </p:txBody>
      </p:sp>
      <p:sp>
        <p:nvSpPr>
          <p:cNvPr id="5" name="Slide Number Placeholder 4"/>
          <p:cNvSpPr>
            <a:spLocks noGrp="1"/>
          </p:cNvSpPr>
          <p:nvPr>
            <p:ph type="sldNum" sz="quarter" idx="12"/>
          </p:nvPr>
        </p:nvSpPr>
        <p:spPr/>
        <p:txBody>
          <a:bodyPr/>
          <a:lstStyle/>
          <a:p>
            <a:fld id="{98942D1A-943E-4A86-8308-2F95E8B419B7}" type="slidenum">
              <a:rPr lang="en-US" smtClean="0"/>
              <a:pPr/>
              <a:t>88</a:t>
            </a:fld>
            <a:endParaRPr lang="en-US"/>
          </a:p>
        </p:txBody>
      </p:sp>
      <p:pic>
        <p:nvPicPr>
          <p:cNvPr id="6" name="Picture 5"/>
          <p:cNvPicPr>
            <a:picLocks noChangeAspect="1"/>
          </p:cNvPicPr>
          <p:nvPr/>
        </p:nvPicPr>
        <p:blipFill>
          <a:blip r:embed="rId2"/>
          <a:stretch>
            <a:fillRect/>
          </a:stretch>
        </p:blipFill>
        <p:spPr>
          <a:xfrm>
            <a:off x="0" y="-5047"/>
            <a:ext cx="1752600" cy="1024530"/>
          </a:xfrm>
          <a:prstGeom prst="rect">
            <a:avLst/>
          </a:prstGeom>
        </p:spPr>
      </p:pic>
      <p:sp>
        <p:nvSpPr>
          <p:cNvPr id="7" name="Title 1">
            <a:extLst>
              <a:ext uri="{FF2B5EF4-FFF2-40B4-BE49-F238E27FC236}">
                <a16:creationId xmlns:a16="http://schemas.microsoft.com/office/drawing/2014/main" id="{1C7BBAA3-263A-8FE5-5AA3-E40EF73A5AE9}"/>
              </a:ext>
            </a:extLst>
          </p:cNvPr>
          <p:cNvSpPr txBox="1">
            <a:spLocks/>
          </p:cNvSpPr>
          <p:nvPr/>
        </p:nvSpPr>
        <p:spPr>
          <a:xfrm>
            <a:off x="1761836" y="11599"/>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Quality Gurus (Cont’d)</a:t>
            </a:r>
          </a:p>
        </p:txBody>
      </p:sp>
      <p:sp>
        <p:nvSpPr>
          <p:cNvPr id="8" name="Rectangle 3"/>
          <p:cNvSpPr txBox="1">
            <a:spLocks noChangeArrowheads="1"/>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2250" indent="-222250"/>
            <a:r>
              <a:rPr lang="en-US" altLang="en-US" sz="2000" dirty="0" err="1">
                <a:latin typeface="Times New Roman" panose="02020603050405020304" pitchFamily="18" charset="0"/>
                <a:cs typeface="Times New Roman" panose="02020603050405020304" pitchFamily="18" charset="0"/>
              </a:rPr>
              <a:t>Genichi</a:t>
            </a:r>
            <a:r>
              <a:rPr lang="en-US" altLang="en-US" sz="2000" dirty="0">
                <a:latin typeface="Times New Roman" panose="02020603050405020304" pitchFamily="18" charset="0"/>
                <a:cs typeface="Times New Roman" panose="02020603050405020304" pitchFamily="18" charset="0"/>
              </a:rPr>
              <a:t> Taguchi</a:t>
            </a:r>
          </a:p>
          <a:p>
            <a:pPr marL="515938" lvl="1" indent="-173038"/>
            <a:r>
              <a:rPr lang="en-US" altLang="en-US" sz="2000" dirty="0">
                <a:latin typeface="Times New Roman" panose="02020603050405020304" pitchFamily="18" charset="0"/>
                <a:cs typeface="Times New Roman" panose="02020603050405020304" pitchFamily="18" charset="0"/>
              </a:rPr>
              <a:t>Emphasized the minimization of variation.</a:t>
            </a:r>
          </a:p>
          <a:p>
            <a:pPr marL="803275" lvl="2" indent="-173038"/>
            <a:r>
              <a:rPr lang="en-US" altLang="en-US" sz="2000" dirty="0">
                <a:latin typeface="Times New Roman" panose="02020603050405020304" pitchFamily="18" charset="0"/>
                <a:cs typeface="Times New Roman" panose="02020603050405020304" pitchFamily="18" charset="0"/>
              </a:rPr>
              <a:t>Concerned with the cost of quality to society.</a:t>
            </a:r>
          </a:p>
          <a:p>
            <a:pPr marL="803275" lvl="2" indent="-173038"/>
            <a:r>
              <a:rPr lang="en-US" altLang="en-US" sz="2000" dirty="0">
                <a:latin typeface="Times New Roman" panose="02020603050405020304" pitchFamily="18" charset="0"/>
                <a:cs typeface="Times New Roman" panose="02020603050405020304" pitchFamily="18" charset="0"/>
              </a:rPr>
              <a:t>Extended </a:t>
            </a:r>
            <a:r>
              <a:rPr lang="en-US" altLang="en-US" sz="2000" dirty="0" err="1">
                <a:latin typeface="Times New Roman" panose="02020603050405020304" pitchFamily="18" charset="0"/>
                <a:cs typeface="Times New Roman" panose="02020603050405020304" pitchFamily="18" charset="0"/>
              </a:rPr>
              <a:t>Juran’s</a:t>
            </a:r>
            <a:r>
              <a:rPr lang="en-US" altLang="en-US" sz="2000" dirty="0">
                <a:latin typeface="Times New Roman" panose="02020603050405020304" pitchFamily="18" charset="0"/>
                <a:cs typeface="Times New Roman" panose="02020603050405020304" pitchFamily="18" charset="0"/>
              </a:rPr>
              <a:t> concept of external failure.</a:t>
            </a:r>
          </a:p>
          <a:p>
            <a:pPr marL="222250" indent="-222250"/>
            <a:r>
              <a:rPr lang="en-US" altLang="en-US" sz="2000" dirty="0">
                <a:latin typeface="Times New Roman" panose="02020603050405020304" pitchFamily="18" charset="0"/>
                <a:cs typeface="Times New Roman" panose="02020603050405020304" pitchFamily="18" charset="0"/>
              </a:rPr>
              <a:t>Kaoru Ishikawa</a:t>
            </a:r>
          </a:p>
          <a:p>
            <a:pPr marL="515938" lvl="1" indent="-173038"/>
            <a:r>
              <a:rPr lang="en-US" altLang="en-US" sz="2000" dirty="0">
                <a:latin typeface="Times New Roman" panose="02020603050405020304" pitchFamily="18" charset="0"/>
                <a:cs typeface="Times New Roman" panose="02020603050405020304" pitchFamily="18" charset="0"/>
              </a:rPr>
              <a:t>Developed problem-solving tools such as the cause-and-effect (</a:t>
            </a:r>
            <a:r>
              <a:rPr lang="en-US" altLang="en-US" sz="2000" i="1" dirty="0">
                <a:latin typeface="Times New Roman" panose="02020603050405020304" pitchFamily="18" charset="0"/>
                <a:cs typeface="Times New Roman" panose="02020603050405020304" pitchFamily="18" charset="0"/>
              </a:rPr>
              <a:t>fishbone</a:t>
            </a:r>
            <a:r>
              <a:rPr lang="en-US" altLang="en-US" sz="2000" dirty="0">
                <a:latin typeface="Times New Roman" panose="02020603050405020304" pitchFamily="18" charset="0"/>
                <a:cs typeface="Times New Roman" panose="02020603050405020304" pitchFamily="18" charset="0"/>
              </a:rPr>
              <a:t>) diagram.</a:t>
            </a:r>
          </a:p>
          <a:p>
            <a:pPr marL="515938" lvl="1" indent="-173038"/>
            <a:r>
              <a:rPr lang="en-US" altLang="en-US" sz="2000" dirty="0">
                <a:latin typeface="Times New Roman" panose="02020603050405020304" pitchFamily="18" charset="0"/>
                <a:cs typeface="Times New Roman" panose="02020603050405020304" pitchFamily="18" charset="0"/>
              </a:rPr>
              <a:t>Called the father of quality circles.</a:t>
            </a:r>
          </a:p>
        </p:txBody>
      </p:sp>
    </p:spTree>
    <p:extLst>
      <p:ext uri="{BB962C8B-B14F-4D97-AF65-F5344CB8AC3E}">
        <p14:creationId xmlns:p14="http://schemas.microsoft.com/office/powerpoint/2010/main" val="86385020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lvl="0">
              <a:defRPr/>
            </a:pPr>
            <a:r>
              <a:rPr lang="en-US" sz="2400" dirty="0">
                <a:latin typeface="Times New Roman" panose="02020603050405020304" pitchFamily="18" charset="0"/>
                <a:cs typeface="Times New Roman" panose="02020603050405020304" pitchFamily="18" charset="0"/>
                <a:hlinkClick r:id="rId2"/>
              </a:rPr>
              <a:t>https://www.youtube.com/watch?v=Q3EOCAuExJU</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3"/>
              </a:rPr>
              <a:t>https://www.youtube.com/watch?v=yWlAOFs04go</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4"/>
              </a:rPr>
              <a:t>https://www.youtube.com/watch?v=QifqIoUNTJM</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5"/>
              </a:rPr>
              <a:t>https://www.youtube.com/watch?v=qb3mvJ1gb9g</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6"/>
              </a:rPr>
              <a:t>https://www.youtube.com/watch?v=2ePeXePNLrs</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7"/>
              </a:rPr>
              <a:t>https://www.youtube.com/watch?v=HkdoR-NNEoI</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8"/>
              </a:rPr>
              <a:t>https://www.researchgate.net/publication/318654507_Total_Quality_Management_Notes</a:t>
            </a:r>
            <a:endParaRPr lang="en-US" sz="2400" dirty="0">
              <a:latin typeface="Times New Roman" panose="02020603050405020304" pitchFamily="18" charset="0"/>
              <a:cs typeface="Times New Roman" panose="02020603050405020304" pitchFamily="18" charset="0"/>
            </a:endParaRPr>
          </a:p>
          <a:p>
            <a:pPr lvl="0">
              <a:defRPr/>
            </a:pPr>
            <a:r>
              <a:rPr lang="en-US" sz="2400" dirty="0">
                <a:latin typeface="Times New Roman" panose="02020603050405020304" pitchFamily="18" charset="0"/>
                <a:cs typeface="Times New Roman" panose="02020603050405020304" pitchFamily="18" charset="0"/>
                <a:hlinkClick r:id="rId9"/>
              </a:rPr>
              <a:t>http://www.mescenter.ru/images/abook_file/Total_Quality_Management_and_Six_Sigma.pdf</a:t>
            </a:r>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89</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82842532-4F5F-4DE5-A65E-14756144FA9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10"/>
          <a:stretch>
            <a:fillRect/>
          </a:stretch>
        </p:blipFill>
        <p:spPr>
          <a:xfrm>
            <a:off x="0" y="-5047"/>
            <a:ext cx="1752600" cy="10245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80309" y="-17828"/>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400" b="1" dirty="0">
                <a:latin typeface="Times New Roman" panose="02020603050405020304" pitchFamily="18" charset="0"/>
                <a:cs typeface="Times New Roman" panose="02020603050405020304" pitchFamily="18" charset="0"/>
              </a:rPr>
              <a:t>FACULTY VIDEO LINKS, YOUTUBE &amp; NPTEL VIDEO LINKS AND ONLINE COURSES DETAILS </a:t>
            </a:r>
          </a:p>
        </p:txBody>
      </p:sp>
    </p:spTree>
    <p:extLst>
      <p:ext uri="{BB962C8B-B14F-4D97-AF65-F5344CB8AC3E}">
        <p14:creationId xmlns:p14="http://schemas.microsoft.com/office/powerpoint/2010/main" val="391931189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Autofit/>
          </a:bodyPr>
          <a:lstStyle/>
          <a:p>
            <a:pPr>
              <a:lnSpc>
                <a:spcPct val="150000"/>
              </a:lnSpc>
            </a:pPr>
            <a:r>
              <a:rPr lang="en-US" sz="2200" dirty="0">
                <a:latin typeface="Times New Roman" panose="02020603050405020304" pitchFamily="18" charset="0"/>
                <a:cs typeface="Times New Roman" panose="02020603050405020304" pitchFamily="18" charset="0"/>
              </a:rPr>
              <a:t>What do you understand by quality audit?</a:t>
            </a:r>
          </a:p>
          <a:p>
            <a:pPr>
              <a:lnSpc>
                <a:spcPct val="150000"/>
              </a:lnSpc>
            </a:pPr>
            <a:r>
              <a:rPr lang="en-US" sz="2200" dirty="0">
                <a:latin typeface="Times New Roman" panose="02020603050405020304" pitchFamily="18" charset="0"/>
                <a:cs typeface="Times New Roman" panose="02020603050405020304" pitchFamily="18" charset="0"/>
              </a:rPr>
              <a:t>Briefly explain the term TQM?</a:t>
            </a:r>
          </a:p>
          <a:p>
            <a:pPr>
              <a:lnSpc>
                <a:spcPct val="150000"/>
              </a:lnSpc>
            </a:pPr>
            <a:r>
              <a:rPr lang="en-US" sz="2200" dirty="0">
                <a:latin typeface="Times New Roman" panose="02020603050405020304" pitchFamily="18" charset="0"/>
                <a:cs typeface="Times New Roman" panose="02020603050405020304" pitchFamily="18" charset="0"/>
              </a:rPr>
              <a:t>Explain the different Dimensions of Quality?</a:t>
            </a:r>
          </a:p>
          <a:p>
            <a:pPr>
              <a:lnSpc>
                <a:spcPct val="150000"/>
              </a:lnSpc>
            </a:pPr>
            <a:r>
              <a:rPr lang="en-US" sz="2200" dirty="0">
                <a:latin typeface="Times New Roman" panose="02020603050405020304" pitchFamily="18" charset="0"/>
                <a:cs typeface="Times New Roman" panose="02020603050405020304" pitchFamily="18" charset="0"/>
              </a:rPr>
              <a:t>Give the Basic Concepts of TQM?</a:t>
            </a:r>
          </a:p>
          <a:p>
            <a:pPr>
              <a:lnSpc>
                <a:spcPct val="150000"/>
              </a:lnSpc>
            </a:pPr>
            <a:r>
              <a:rPr lang="en-US" sz="2200" dirty="0">
                <a:latin typeface="Times New Roman" panose="02020603050405020304" pitchFamily="18" charset="0"/>
                <a:cs typeface="Times New Roman" panose="02020603050405020304" pitchFamily="18" charset="0"/>
              </a:rPr>
              <a:t>Give the Principles of TQM?</a:t>
            </a:r>
          </a:p>
          <a:p>
            <a:pPr>
              <a:lnSpc>
                <a:spcPct val="150000"/>
              </a:lnSpc>
            </a:pP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90</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8288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00261455-4E0A-4FBB-91A0-12B609B5DA59}"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47982"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DAILY QUIZ</a:t>
            </a:r>
          </a:p>
        </p:txBody>
      </p:sp>
    </p:spTree>
    <p:extLst>
      <p:ext uri="{BB962C8B-B14F-4D97-AF65-F5344CB8AC3E}">
        <p14:creationId xmlns:p14="http://schemas.microsoft.com/office/powerpoint/2010/main" val="39193118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257800"/>
          </a:xfrm>
        </p:spPr>
        <p:txBody>
          <a:bodyPr>
            <a:normAutofit fontScale="62500" lnSpcReduction="20000"/>
          </a:bodyPr>
          <a:lstStyle/>
          <a:p>
            <a:pPr marL="514350" lvl="0" indent="-514350" algn="just">
              <a:buNone/>
            </a:pPr>
            <a:r>
              <a:rPr lang="en-US" sz="3300" dirty="0">
                <a:latin typeface="Times New Roman" panose="02020603050405020304" pitchFamily="18" charset="0"/>
                <a:cs typeface="Times New Roman" panose="02020603050405020304" pitchFamily="18" charset="0"/>
              </a:rPr>
              <a:t>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the importance of quality culture?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the difference between traditional and modern quality cultures?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How do you understand who is a customer?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customer defined value, value analysis and retention.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product innovation models for customer retention?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employee empowerment? 								</a:t>
            </a:r>
          </a:p>
          <a:p>
            <a:pPr marL="514350" lvl="0" indent="-514350" algn="just">
              <a:buFont typeface="+mj-lt"/>
              <a:buAutoNum type="arabicPeriod"/>
            </a:pPr>
            <a:r>
              <a:rPr lang="en-US" sz="3500" dirty="0">
                <a:latin typeface="Times New Roman" panose="02020603050405020304" pitchFamily="18" charset="0"/>
                <a:cs typeface="Times New Roman" panose="02020603050405020304" pitchFamily="18" charset="0"/>
              </a:rPr>
              <a:t>Discuss leadership for quality? 								</a:t>
            </a:r>
          </a:p>
          <a:p>
            <a:pPr marL="514350" indent="-514350" algn="just">
              <a:buFont typeface="+mj-lt"/>
              <a:buAutoNum type="arabicPeriod"/>
            </a:pPr>
            <a:r>
              <a:rPr lang="en-US" sz="3500" dirty="0">
                <a:latin typeface="Times New Roman" panose="02020603050405020304" pitchFamily="18" charset="0"/>
                <a:cs typeface="Times New Roman" panose="02020603050405020304" pitchFamily="18" charset="0"/>
              </a:rPr>
              <a:t>Explain why continual quality   improvement is important. </a:t>
            </a:r>
            <a:r>
              <a:rPr lang="en-US"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91</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05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24B11DD6-59B5-4BB8-A92A-FEC98F0B5ED2}"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sp>
        <p:nvSpPr>
          <p:cNvPr id="12" name="Title 1">
            <a:extLst>
              <a:ext uri="{FF2B5EF4-FFF2-40B4-BE49-F238E27FC236}">
                <a16:creationId xmlns:a16="http://schemas.microsoft.com/office/drawing/2014/main" id="{1C7BBAA3-263A-8FE5-5AA3-E40EF73A5AE9}"/>
              </a:ext>
            </a:extLst>
          </p:cNvPr>
          <p:cNvSpPr txBox="1">
            <a:spLocks/>
          </p:cNvSpPr>
          <p:nvPr/>
        </p:nvSpPr>
        <p:spPr>
          <a:xfrm>
            <a:off x="1768764"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WEEKLY ASSIGNMENT</a:t>
            </a:r>
          </a:p>
        </p:txBody>
      </p:sp>
    </p:spTree>
    <p:extLst>
      <p:ext uri="{BB962C8B-B14F-4D97-AF65-F5344CB8AC3E}">
        <p14:creationId xmlns:p14="http://schemas.microsoft.com/office/powerpoint/2010/main" val="391931189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38737"/>
            <a:ext cx="8229600" cy="5308500"/>
          </a:xfrm>
        </p:spPr>
        <p:txBody>
          <a:bodyPr>
            <a:normAutofit fontScale="85000" lnSpcReduction="20000"/>
          </a:bodyPr>
          <a:lstStyle/>
          <a:p>
            <a:r>
              <a:rPr lang="en-US" sz="2400" b="1"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What is the aim of fool proof technique used for total quality management?</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pPr>
              <a:buNone/>
            </a:pPr>
            <a:r>
              <a:rPr lang="en-US" sz="2600" b="1" dirty="0">
                <a:latin typeface="Times New Roman" panose="02020603050405020304" pitchFamily="18" charset="0"/>
                <a:cs typeface="Times New Roman" panose="02020603050405020304" pitchFamily="18" charset="0"/>
              </a:rPr>
              <a:t>     a.</a:t>
            </a:r>
            <a:r>
              <a:rPr lang="en-US" sz="2600" dirty="0">
                <a:latin typeface="Times New Roman" panose="02020603050405020304" pitchFamily="18" charset="0"/>
                <a:cs typeface="Times New Roman" panose="02020603050405020304" pitchFamily="18" charset="0"/>
              </a:rPr>
              <a:t> to achieve zero defects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b.</a:t>
            </a:r>
            <a:r>
              <a:rPr lang="en-US" sz="2600" dirty="0">
                <a:latin typeface="Times New Roman" panose="02020603050405020304" pitchFamily="18" charset="0"/>
                <a:cs typeface="Times New Roman" panose="02020603050405020304" pitchFamily="18" charset="0"/>
              </a:rPr>
              <a:t> to specify time schedules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to specify targets</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none of the above</a:t>
            </a:r>
          </a:p>
          <a:p>
            <a:r>
              <a:rPr lang="en-US" sz="2600" b="1" dirty="0">
                <a:latin typeface="Times New Roman" panose="02020603050405020304" pitchFamily="18" charset="0"/>
                <a:cs typeface="Times New Roman" panose="02020603050405020304" pitchFamily="18" charset="0"/>
              </a:rPr>
              <a:t>  Match the following group 1 items with group 2 items</a:t>
            </a:r>
            <a:br>
              <a:rPr lang="en-US" sz="2600" b="1" dirty="0">
                <a:latin typeface="Times New Roman" panose="02020603050405020304" pitchFamily="18" charset="0"/>
                <a:cs typeface="Times New Roman" panose="02020603050405020304" pitchFamily="18" charset="0"/>
              </a:rPr>
            </a:b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1. Sort -------------------------------------------------- A. </a:t>
            </a:r>
            <a:r>
              <a:rPr lang="en-US" sz="2600" b="1" dirty="0" err="1">
                <a:latin typeface="Times New Roman" panose="02020603050405020304" pitchFamily="18" charset="0"/>
                <a:cs typeface="Times New Roman" panose="02020603050405020304" pitchFamily="18" charset="0"/>
              </a:rPr>
              <a:t>Seitan</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2. Set in order -----------------------------------------B. </a:t>
            </a:r>
            <a:r>
              <a:rPr lang="en-US" sz="2600" b="1" dirty="0" err="1">
                <a:latin typeface="Times New Roman" panose="02020603050405020304" pitchFamily="18" charset="0"/>
                <a:cs typeface="Times New Roman" panose="02020603050405020304" pitchFamily="18" charset="0"/>
              </a:rPr>
              <a:t>Seiketsu</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3. Shine ------------------------------------------------ C. </a:t>
            </a:r>
            <a:r>
              <a:rPr lang="en-US" sz="2600" b="1" dirty="0" err="1">
                <a:latin typeface="Times New Roman" panose="02020603050405020304" pitchFamily="18" charset="0"/>
                <a:cs typeface="Times New Roman" panose="02020603050405020304" pitchFamily="18" charset="0"/>
              </a:rPr>
              <a:t>Seiri</a:t>
            </a:r>
            <a:br>
              <a:rPr lang="en-US" sz="2600" b="1"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4. Standardize -----------------------------------------D. </a:t>
            </a:r>
            <a:r>
              <a:rPr lang="en-US" sz="2600" b="1" dirty="0" err="1">
                <a:latin typeface="Times New Roman" panose="02020603050405020304" pitchFamily="18" charset="0"/>
                <a:cs typeface="Times New Roman" panose="02020603050405020304" pitchFamily="18" charset="0"/>
              </a:rPr>
              <a:t>Seiso</a:t>
            </a:r>
            <a:br>
              <a:rPr lang="en-US" sz="2600" dirty="0">
                <a:latin typeface="Times New Roman" panose="02020603050405020304" pitchFamily="18" charset="0"/>
                <a:cs typeface="Times New Roman" panose="02020603050405020304" pitchFamily="18" charset="0"/>
              </a:rPr>
            </a:br>
            <a:endParaRPr lang="en-US" sz="2600" dirty="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a.</a:t>
            </a:r>
            <a:r>
              <a:rPr lang="en-US" sz="2600" dirty="0">
                <a:latin typeface="Times New Roman" panose="02020603050405020304" pitchFamily="18" charset="0"/>
                <a:cs typeface="Times New Roman" panose="02020603050405020304" pitchFamily="18" charset="0"/>
              </a:rPr>
              <a:t> 1 – D, 2 – A, 3 – B, 4 – C</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b.</a:t>
            </a:r>
            <a:r>
              <a:rPr lang="en-US" sz="2600" dirty="0">
                <a:latin typeface="Times New Roman" panose="02020603050405020304" pitchFamily="18" charset="0"/>
                <a:cs typeface="Times New Roman" panose="02020603050405020304" pitchFamily="18" charset="0"/>
              </a:rPr>
              <a:t> 1 – C, 2 – A, 3 – D, 4 – B</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c.</a:t>
            </a:r>
            <a:r>
              <a:rPr lang="en-US" sz="2600" dirty="0">
                <a:latin typeface="Times New Roman" panose="02020603050405020304" pitchFamily="18" charset="0"/>
                <a:cs typeface="Times New Roman" panose="02020603050405020304" pitchFamily="18" charset="0"/>
              </a:rPr>
              <a:t> 1 – B, 2 – C, 3 – A, 4 – D</a:t>
            </a:r>
            <a:br>
              <a:rPr lang="en-US" sz="2600" dirty="0">
                <a:latin typeface="Times New Roman" panose="02020603050405020304" pitchFamily="18" charset="0"/>
                <a:cs typeface="Times New Roman" panose="02020603050405020304" pitchFamily="18" charset="0"/>
              </a:rPr>
            </a:br>
            <a:r>
              <a:rPr lang="en-US" sz="2600" b="1" dirty="0">
                <a:latin typeface="Times New Roman" panose="02020603050405020304" pitchFamily="18" charset="0"/>
                <a:cs typeface="Times New Roman" panose="02020603050405020304" pitchFamily="18" charset="0"/>
              </a:rPr>
              <a:t>d.</a:t>
            </a:r>
            <a:r>
              <a:rPr lang="en-US" sz="2600" dirty="0">
                <a:latin typeface="Times New Roman" panose="02020603050405020304" pitchFamily="18" charset="0"/>
                <a:cs typeface="Times New Roman" panose="02020603050405020304" pitchFamily="18" charset="0"/>
              </a:rPr>
              <a:t> 1 –A, 2 – C, 3 – D, 4 – B</a:t>
            </a: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92</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752600" y="6248415"/>
            <a:ext cx="55626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BECF03C1-28D2-42B9-818C-CB20102109CD}"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pic>
        <p:nvPicPr>
          <p:cNvPr id="10" name="Picture 9"/>
          <p:cNvPicPr>
            <a:picLocks noChangeAspect="1"/>
          </p:cNvPicPr>
          <p:nvPr/>
        </p:nvPicPr>
        <p:blipFill>
          <a:blip r:embed="rId3"/>
          <a:stretch>
            <a:fillRect/>
          </a:stretch>
        </p:blipFill>
        <p:spPr>
          <a:xfrm>
            <a:off x="1752600" y="-30504"/>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Which quality management program is related to the maintenance of plants and equipments?</a:t>
            </a:r>
            <a:br>
              <a:rPr lang="en-US" sz="2200" dirty="0">
                <a:latin typeface="Times New Roman" panose="02020603050405020304" pitchFamily="18" charset="0"/>
                <a:cs typeface="Times New Roman" panose="02020603050405020304" pitchFamily="18" charset="0"/>
              </a:rPr>
            </a:b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a.</a:t>
            </a:r>
            <a:r>
              <a:rPr lang="en-US" sz="2200" dirty="0">
                <a:latin typeface="Times New Roman" panose="02020603050405020304" pitchFamily="18" charset="0"/>
                <a:cs typeface="Times New Roman" panose="02020603050405020304" pitchFamily="18" charset="0"/>
              </a:rPr>
              <a:t> Environmental management systems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b.</a:t>
            </a:r>
            <a:r>
              <a:rPr lang="en-US" sz="2200" dirty="0">
                <a:latin typeface="Times New Roman" panose="02020603050405020304" pitchFamily="18" charset="0"/>
                <a:cs typeface="Times New Roman" panose="02020603050405020304" pitchFamily="18" charset="0"/>
              </a:rPr>
              <a:t> Fault tree analysis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 Failure mode effect analysis</a:t>
            </a:r>
            <a:br>
              <a:rPr lang="en-US" sz="2200"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d.</a:t>
            </a:r>
            <a:r>
              <a:rPr lang="en-US" sz="2200" dirty="0">
                <a:latin typeface="Times New Roman" panose="02020603050405020304" pitchFamily="18" charset="0"/>
                <a:cs typeface="Times New Roman" panose="02020603050405020304" pitchFamily="18" charset="0"/>
              </a:rPr>
              <a:t> Total productive maintenance</a:t>
            </a:r>
          </a:p>
          <a:p>
            <a:r>
              <a:rPr lang="en-US" sz="2400" b="1" dirty="0">
                <a:latin typeface="Times New Roman" panose="02020603050405020304" pitchFamily="18" charset="0"/>
                <a:cs typeface="Times New Roman" panose="02020603050405020304" pitchFamily="18" charset="0"/>
              </a:rPr>
              <a:t> </a:t>
            </a:r>
            <a:r>
              <a:rPr lang="en-US" sz="2200" b="1" dirty="0">
                <a:latin typeface="Times New Roman" panose="02020603050405020304" pitchFamily="18" charset="0"/>
                <a:cs typeface="Times New Roman" panose="02020603050405020304" pitchFamily="18" charset="0"/>
              </a:rPr>
              <a:t>Which part in quality management is the critical part?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Process thinking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Performance measurement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Customer’s view</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Systematic approach</a:t>
            </a:r>
          </a:p>
          <a:p>
            <a:endParaRPr lang="en-US" sz="24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93</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MCQs</a:t>
            </a:r>
          </a:p>
        </p:txBody>
      </p:sp>
      <p:sp>
        <p:nvSpPr>
          <p:cNvPr id="9" name="Footer Placeholder 12"/>
          <p:cNvSpPr>
            <a:spLocks noGrp="1"/>
          </p:cNvSpPr>
          <p:nvPr>
            <p:ph type="ftr" sz="quarter" idx="11"/>
          </p:nvPr>
        </p:nvSpPr>
        <p:spPr>
          <a:xfrm>
            <a:off x="1981200" y="6248415"/>
            <a:ext cx="53340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F477380F-E168-41F1-9E45-3DDAFE581D29}"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3045C4E-A651-0061-4FBB-4D9A2009BDCA}"/>
              </a:ext>
            </a:extLst>
          </p:cNvPr>
          <p:cNvSpPr txBox="1">
            <a:spLocks/>
          </p:cNvSpPr>
          <p:nvPr/>
        </p:nvSpPr>
        <p:spPr>
          <a:xfrm>
            <a:off x="1335878" y="21757"/>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MCQs</a:t>
            </a: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sp>
        <p:nvSpPr>
          <p:cNvPr id="8" name="Rectangle 7"/>
          <p:cNvSpPr/>
          <p:nvPr/>
        </p:nvSpPr>
        <p:spPr>
          <a:xfrm>
            <a:off x="4197762" y="3244334"/>
            <a:ext cx="748475" cy="369332"/>
          </a:xfrm>
          <a:prstGeom prst="rect">
            <a:avLst/>
          </a:prstGeom>
        </p:spPr>
        <p:txBody>
          <a:bodyPr wrap="none">
            <a:spAutoFit/>
          </a:bodyPr>
          <a:lstStyle/>
          <a:p>
            <a:r>
              <a:rPr lang="en-IN" dirty="0"/>
              <a:t>MCQs</a:t>
            </a:r>
          </a:p>
        </p:txBody>
      </p:sp>
      <p:sp>
        <p:nvSpPr>
          <p:cNvPr id="14" name="Title 1">
            <a:extLst>
              <a:ext uri="{FF2B5EF4-FFF2-40B4-BE49-F238E27FC236}">
                <a16:creationId xmlns:a16="http://schemas.microsoft.com/office/drawing/2014/main" id="{1C7BBAA3-263A-8FE5-5AA3-E40EF73A5AE9}"/>
              </a:ext>
            </a:extLst>
          </p:cNvPr>
          <p:cNvSpPr txBox="1">
            <a:spLocks/>
          </p:cNvSpPr>
          <p:nvPr/>
        </p:nvSpPr>
        <p:spPr>
          <a:xfrm>
            <a:off x="1768764"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MCQ</a:t>
            </a:r>
          </a:p>
        </p:txBody>
      </p:sp>
    </p:spTree>
    <p:extLst>
      <p:ext uri="{BB962C8B-B14F-4D97-AF65-F5344CB8AC3E}">
        <p14:creationId xmlns:p14="http://schemas.microsoft.com/office/powerpoint/2010/main" val="391931189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b="1" dirty="0">
                <a:latin typeface="Times New Roman" panose="02020603050405020304" pitchFamily="18" charset="0"/>
                <a:cs typeface="Times New Roman" panose="02020603050405020304" pitchFamily="18" charset="0"/>
              </a:rPr>
              <a:t> What is the full form of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True quality machining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Total quality management</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True quantitative machining</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Total queue management</a:t>
            </a:r>
          </a:p>
          <a:p>
            <a:r>
              <a:rPr lang="en-US" sz="2200" b="1" dirty="0">
                <a:latin typeface="Times New Roman" panose="02020603050405020304" pitchFamily="18" charset="0"/>
                <a:cs typeface="Times New Roman" panose="02020603050405020304" pitchFamily="18" charset="0"/>
              </a:rPr>
              <a:t>  Which of the following is correct for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Quality strategy in TQM emanates from top</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TQM is a static process</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It is a management approach to short-term success through customer</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It is used to improve processes not products</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94</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8288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1759E87-54D7-48EB-AB97-26700E7D2D68}"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13" name="Picture 12"/>
          <p:cNvPicPr>
            <a:picLocks noChangeAspect="1"/>
          </p:cNvPicPr>
          <p:nvPr/>
        </p:nvPicPr>
        <p:blipFill>
          <a:blip r:embed="rId3"/>
          <a:stretch>
            <a:fillRect/>
          </a:stretch>
        </p:blipFill>
        <p:spPr>
          <a:xfrm>
            <a:off x="1743364" y="-88304"/>
            <a:ext cx="7462151" cy="944962"/>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b="1" dirty="0">
                <a:latin typeface="Times New Roman" panose="02020603050405020304" pitchFamily="18" charset="0"/>
                <a:cs typeface="Times New Roman" panose="02020603050405020304" pitchFamily="18" charset="0"/>
              </a:rPr>
              <a:t> Which factor is the basis of Decision making in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Facts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Opinions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Facts and opinions both</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Neither facts nor opinions</a:t>
            </a:r>
          </a:p>
          <a:p>
            <a:pPr>
              <a:buNone/>
            </a:pPr>
            <a:r>
              <a:rPr lang="en-US" sz="2200" dirty="0">
                <a:latin typeface="Times New Roman" panose="02020603050405020304" pitchFamily="18" charset="0"/>
                <a:cs typeface="Times New Roman" panose="02020603050405020304" pitchFamily="18" charset="0"/>
              </a:rPr>
              <a:t> </a:t>
            </a:r>
          </a:p>
          <a:p>
            <a:pPr fontAlgn="base"/>
            <a:r>
              <a:rPr lang="en-US" sz="2200" b="1" dirty="0">
                <a:latin typeface="Times New Roman" panose="02020603050405020304" pitchFamily="18" charset="0"/>
                <a:cs typeface="Times New Roman" panose="02020603050405020304" pitchFamily="18" charset="0"/>
              </a:rPr>
              <a:t>According to Deming, Quality problems are</a:t>
            </a:r>
            <a:endParaRPr lang="en-US" sz="2200" dirty="0">
              <a:latin typeface="Times New Roman" panose="02020603050405020304" pitchFamily="18" charset="0"/>
              <a:cs typeface="Times New Roman" panose="02020603050405020304" pitchFamily="18" charset="0"/>
            </a:endParaRPr>
          </a:p>
          <a:p>
            <a:pPr fontAlgn="base">
              <a:buNone/>
            </a:pPr>
            <a:r>
              <a:rPr lang="en-US" sz="2200" dirty="0">
                <a:latin typeface="Times New Roman" panose="02020603050405020304" pitchFamily="18" charset="0"/>
                <a:cs typeface="Times New Roman" panose="02020603050405020304" pitchFamily="18" charset="0"/>
              </a:rPr>
              <a:t> a. Due to management</a:t>
            </a:r>
          </a:p>
          <a:p>
            <a:pPr fontAlgn="base">
              <a:buNone/>
            </a:pPr>
            <a:r>
              <a:rPr lang="en-US" sz="2200" dirty="0">
                <a:latin typeface="Times New Roman" panose="02020603050405020304" pitchFamily="18" charset="0"/>
                <a:cs typeface="Times New Roman" panose="02020603050405020304" pitchFamily="18" charset="0"/>
              </a:rPr>
              <a:t> b. Due to method</a:t>
            </a:r>
          </a:p>
          <a:p>
            <a:pPr fontAlgn="base">
              <a:buNone/>
            </a:pPr>
            <a:r>
              <a:rPr lang="en-US" sz="2200" dirty="0">
                <a:latin typeface="Times New Roman" panose="02020603050405020304" pitchFamily="18" charset="0"/>
                <a:cs typeface="Times New Roman" panose="02020603050405020304" pitchFamily="18" charset="0"/>
              </a:rPr>
              <a:t>C . Due to machine</a:t>
            </a:r>
          </a:p>
          <a:p>
            <a:pPr fontAlgn="base">
              <a:buNone/>
            </a:pPr>
            <a:r>
              <a:rPr lang="en-US" sz="2200" dirty="0">
                <a:latin typeface="Times New Roman" panose="02020603050405020304" pitchFamily="18" charset="0"/>
                <a:cs typeface="Times New Roman" panose="02020603050405020304" pitchFamily="18" charset="0"/>
              </a:rPr>
              <a:t> d. Due to material</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95</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905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134B8412-66BC-4322-B2C2-667B9A44CF6E}"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10" name="Picture 9"/>
          <p:cNvPicPr>
            <a:picLocks noChangeAspect="1"/>
          </p:cNvPicPr>
          <p:nvPr/>
        </p:nvPicPr>
        <p:blipFill>
          <a:blip r:embed="rId3"/>
          <a:stretch>
            <a:fillRect/>
          </a:stretch>
        </p:blipFill>
        <p:spPr>
          <a:xfrm>
            <a:off x="1752600" y="-30562"/>
            <a:ext cx="7462151" cy="944962"/>
          </a:xfrm>
          <a:prstGeom prst="rect">
            <a:avLst/>
          </a:prstGeom>
        </p:spPr>
      </p:pic>
    </p:spTree>
    <p:extLst>
      <p:ext uri="{BB962C8B-B14F-4D97-AF65-F5344CB8AC3E}">
        <p14:creationId xmlns:p14="http://schemas.microsoft.com/office/powerpoint/2010/main" val="33646886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r>
              <a:rPr lang="en-US" sz="2200" b="1" dirty="0">
                <a:latin typeface="Times New Roman" panose="02020603050405020304" pitchFamily="18" charset="0"/>
                <a:cs typeface="Times New Roman" panose="02020603050405020304" pitchFamily="18" charset="0"/>
              </a:rPr>
              <a:t> Which factor is the basis of Decision making in TQM?</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a) Facts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b) Opinions only</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c) Facts and opinions both</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d) Neither facts nor opinions</a:t>
            </a:r>
          </a:p>
          <a:p>
            <a:pPr>
              <a:buNone/>
            </a:pPr>
            <a:r>
              <a:rPr lang="en-US" sz="2200" dirty="0">
                <a:latin typeface="Times New Roman" panose="02020603050405020304" pitchFamily="18" charset="0"/>
                <a:cs typeface="Times New Roman" panose="02020603050405020304" pitchFamily="18" charset="0"/>
              </a:rPr>
              <a:t> </a:t>
            </a:r>
          </a:p>
          <a:p>
            <a:pPr fontAlgn="base"/>
            <a:r>
              <a:rPr lang="en-US" sz="2200" b="1" dirty="0">
                <a:latin typeface="Times New Roman" panose="02020603050405020304" pitchFamily="18" charset="0"/>
                <a:cs typeface="Times New Roman" panose="02020603050405020304" pitchFamily="18" charset="0"/>
              </a:rPr>
              <a:t>According to Deming, Quality problems are</a:t>
            </a:r>
            <a:endParaRPr lang="en-US" sz="2200" dirty="0">
              <a:latin typeface="Times New Roman" panose="02020603050405020304" pitchFamily="18" charset="0"/>
              <a:cs typeface="Times New Roman" panose="02020603050405020304" pitchFamily="18" charset="0"/>
            </a:endParaRPr>
          </a:p>
          <a:p>
            <a:pPr fontAlgn="base">
              <a:buNone/>
            </a:pPr>
            <a:r>
              <a:rPr lang="en-US" sz="2200" dirty="0">
                <a:latin typeface="Times New Roman" panose="02020603050405020304" pitchFamily="18" charset="0"/>
                <a:cs typeface="Times New Roman" panose="02020603050405020304" pitchFamily="18" charset="0"/>
              </a:rPr>
              <a:t> a. Due to management</a:t>
            </a:r>
          </a:p>
          <a:p>
            <a:pPr fontAlgn="base">
              <a:buNone/>
            </a:pPr>
            <a:r>
              <a:rPr lang="en-US" sz="2200" dirty="0">
                <a:latin typeface="Times New Roman" panose="02020603050405020304" pitchFamily="18" charset="0"/>
                <a:cs typeface="Times New Roman" panose="02020603050405020304" pitchFamily="18" charset="0"/>
              </a:rPr>
              <a:t> b. Due to method</a:t>
            </a:r>
          </a:p>
          <a:p>
            <a:pPr fontAlgn="base">
              <a:buNone/>
            </a:pPr>
            <a:r>
              <a:rPr lang="en-US" sz="2200" dirty="0">
                <a:latin typeface="Times New Roman" panose="02020603050405020304" pitchFamily="18" charset="0"/>
                <a:cs typeface="Times New Roman" panose="02020603050405020304" pitchFamily="18" charset="0"/>
              </a:rPr>
              <a:t>C . Due to machine</a:t>
            </a:r>
          </a:p>
          <a:p>
            <a:pPr fontAlgn="base">
              <a:buNone/>
            </a:pPr>
            <a:r>
              <a:rPr lang="en-US" sz="2200" dirty="0">
                <a:latin typeface="Times New Roman" panose="02020603050405020304" pitchFamily="18" charset="0"/>
                <a:cs typeface="Times New Roman" panose="02020603050405020304" pitchFamily="18" charset="0"/>
              </a:rPr>
              <a:t> d. Due to material</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9" name="Footer Placeholder 12"/>
          <p:cNvSpPr>
            <a:spLocks noGrp="1"/>
          </p:cNvSpPr>
          <p:nvPr>
            <p:ph type="ftr" sz="quarter" idx="11"/>
          </p:nvPr>
        </p:nvSpPr>
        <p:spPr>
          <a:xfrm>
            <a:off x="1981200" y="6248415"/>
            <a:ext cx="53340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sv-SE" sz="20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Mr. Minhaj Nezami   AOE0861    TQM    Unit-2                         </a:t>
            </a:r>
            <a:endParaRPr kumimoji="0" lang="en-US" sz="2000" b="0" i="0" u="none" strike="noStrike" kern="1200" cap="none" spc="0" normalizeH="0" baseline="0" noProof="0" dirty="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47096505-0EB8-4994-8C44-228D87C0AE9D}" type="datetime1">
              <a:rPr kumimoji="0" lang="en-US" sz="1200" b="0" i="0" u="none" strike="noStrike" kern="1200" cap="none" spc="0" normalizeH="0" baseline="0" noProof="0" smtClean="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t>5/1/2026</a:t>
            </a:fld>
            <a:endParaRPr kumimoji="0" lang="en-US"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10" name="Picture 9"/>
          <p:cNvPicPr>
            <a:picLocks noChangeAspect="1"/>
          </p:cNvPicPr>
          <p:nvPr/>
        </p:nvPicPr>
        <p:blipFill>
          <a:blip r:embed="rId3"/>
          <a:stretch>
            <a:fillRect/>
          </a:stretch>
        </p:blipFill>
        <p:spPr>
          <a:xfrm>
            <a:off x="1752600" y="-30562"/>
            <a:ext cx="7462151" cy="944962"/>
          </a:xfrm>
          <a:prstGeom prst="rect">
            <a:avLst/>
          </a:prstGeom>
        </p:spPr>
      </p:pic>
    </p:spTree>
    <p:extLst>
      <p:ext uri="{BB962C8B-B14F-4D97-AF65-F5344CB8AC3E}">
        <p14:creationId xmlns:p14="http://schemas.microsoft.com/office/powerpoint/2010/main" val="111810930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0940A8DC-5AD5-4EA4-942E-F8801E8D6BFB}"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97</a:t>
            </a:fld>
            <a:endParaRPr lang="en-US"/>
          </a:p>
        </p:txBody>
      </p:sp>
      <p:pic>
        <p:nvPicPr>
          <p:cNvPr id="14" name="Picture 13"/>
          <p:cNvPicPr>
            <a:picLocks noChangeAspect="1"/>
          </p:cNvPicPr>
          <p:nvPr/>
        </p:nvPicPr>
        <p:blipFill>
          <a:blip r:embed="rId3"/>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4"/>
          <a:stretch>
            <a:fillRect/>
          </a:stretch>
        </p:blipFill>
        <p:spPr>
          <a:xfrm>
            <a:off x="835429" y="1220597"/>
            <a:ext cx="7564582" cy="4728707"/>
          </a:xfrm>
          <a:prstGeom prst="rect">
            <a:avLst/>
          </a:prstGeom>
        </p:spPr>
      </p:pic>
    </p:spTree>
    <p:extLst>
      <p:ext uri="{BB962C8B-B14F-4D97-AF65-F5344CB8AC3E}">
        <p14:creationId xmlns:p14="http://schemas.microsoft.com/office/powerpoint/2010/main" val="20556595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018" y="1135222"/>
            <a:ext cx="9000772"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2EB59719-80F1-42AA-A5BB-26C941C5D0C6}"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98</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0" y="1038499"/>
            <a:ext cx="9144000" cy="5091907"/>
          </a:xfrm>
          <a:prstGeom prst="rect">
            <a:avLst/>
          </a:prstGeom>
        </p:spPr>
      </p:pic>
    </p:spTree>
    <p:extLst>
      <p:ext uri="{BB962C8B-B14F-4D97-AF65-F5344CB8AC3E}">
        <p14:creationId xmlns:p14="http://schemas.microsoft.com/office/powerpoint/2010/main" val="36524842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524BF48A-F2A9-4A83-9CE9-28E9CB80ABD7}"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99</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1"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143000"/>
            <a:ext cx="9113982" cy="4997480"/>
          </a:xfrm>
          <a:prstGeom prst="rect">
            <a:avLst/>
          </a:prstGeom>
        </p:spPr>
      </p:pic>
    </p:spTree>
    <p:extLst>
      <p:ext uri="{BB962C8B-B14F-4D97-AF65-F5344CB8AC3E}">
        <p14:creationId xmlns:p14="http://schemas.microsoft.com/office/powerpoint/2010/main" val="311208811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B8DD3DFC-AEDB-412C-A4BA-E0E6425882E8}"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8" y="1049617"/>
            <a:ext cx="9113982" cy="5090863"/>
          </a:xfrm>
          <a:prstGeom prst="rect">
            <a:avLst/>
          </a:prstGeom>
        </p:spPr>
      </p:pic>
    </p:spTree>
    <p:extLst>
      <p:ext uri="{BB962C8B-B14F-4D97-AF65-F5344CB8AC3E}">
        <p14:creationId xmlns:p14="http://schemas.microsoft.com/office/powerpoint/2010/main" val="96795822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a:p>
          <a:p>
            <a:endParaRPr lang="en-US" sz="22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0031ED1-6E9D-4EFD-8CEC-F420BCB474D5}"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101</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0" y="1042987"/>
            <a:ext cx="9143999" cy="5097493"/>
          </a:xfrm>
          <a:prstGeom prst="rect">
            <a:avLst/>
          </a:prstGeom>
        </p:spPr>
      </p:pic>
    </p:spTree>
    <p:extLst>
      <p:ext uri="{BB962C8B-B14F-4D97-AF65-F5344CB8AC3E}">
        <p14:creationId xmlns:p14="http://schemas.microsoft.com/office/powerpoint/2010/main" val="750627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A0E99ED8-114A-4D2C-8A56-4E1932479F51}"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102</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5" name="Picture 4"/>
          <p:cNvPicPr>
            <a:picLocks noChangeAspect="1"/>
          </p:cNvPicPr>
          <p:nvPr/>
        </p:nvPicPr>
        <p:blipFill>
          <a:blip r:embed="rId3"/>
          <a:stretch>
            <a:fillRect/>
          </a:stretch>
        </p:blipFill>
        <p:spPr>
          <a:xfrm>
            <a:off x="30018" y="930564"/>
            <a:ext cx="9113982" cy="5317851"/>
          </a:xfrm>
          <a:prstGeom prst="rect">
            <a:avLst/>
          </a:prstGeom>
        </p:spPr>
      </p:pic>
    </p:spTree>
    <p:extLst>
      <p:ext uri="{BB962C8B-B14F-4D97-AF65-F5344CB8AC3E}">
        <p14:creationId xmlns:p14="http://schemas.microsoft.com/office/powerpoint/2010/main" val="248217517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buNone/>
            </a:pPr>
            <a:endParaRPr lang="en-US" sz="2200" dirty="0"/>
          </a:p>
          <a:p>
            <a:endParaRPr lang="en-US" sz="2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DAECBBD4-7AA9-4C46-9CE7-30C0F1FAE606}" type="datetime1">
              <a:rPr lang="en-US" smtClean="0"/>
              <a:t>5/1/2026</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103</a:t>
            </a:fld>
            <a:endParaRPr lang="en-US"/>
          </a:p>
        </p:txBody>
      </p:sp>
      <p:pic>
        <p:nvPicPr>
          <p:cNvPr id="14" name="Picture 13"/>
          <p:cNvPicPr>
            <a:picLocks noChangeAspect="1"/>
          </p:cNvPicPr>
          <p:nvPr/>
        </p:nvPicPr>
        <p:blipFill>
          <a:blip r:embed="rId2"/>
          <a:stretch>
            <a:fillRect/>
          </a:stretch>
        </p:blipFill>
        <p:spPr>
          <a:xfrm>
            <a:off x="30018" y="25400"/>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25400"/>
            <a:ext cx="7391400" cy="90516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2400" b="1"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lvl="0">
              <a:defRPr/>
            </a:pP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a:p>
            <a:pPr>
              <a:defRPr/>
            </a:pPr>
            <a:r>
              <a:rPr lang="en-US" sz="2000" dirty="0">
                <a:latin typeface="Times New Roman" panose="02020603050405020304" pitchFamily="18" charset="0"/>
                <a:cs typeface="Times New Roman" panose="02020603050405020304" pitchFamily="18" charset="0"/>
              </a:rPr>
              <a:t>OLD QUESTION PAPERS</a:t>
            </a:r>
          </a:p>
          <a:p>
            <a:pPr lvl="0">
              <a:defRPr/>
            </a:pPr>
            <a:r>
              <a:rPr lang="en-US" sz="2000" dirty="0">
                <a:solidFill>
                  <a:prstClr val="black"/>
                </a:solidFill>
                <a:latin typeface="Times New Roman" panose="02020603050405020304" pitchFamily="18" charset="0"/>
                <a:cs typeface="Times New Roman" panose="02020603050405020304" pitchFamily="18" charset="0"/>
              </a:rPr>
              <a:t>  </a:t>
            </a:r>
          </a:p>
          <a:p>
            <a:pPr>
              <a:defRPr/>
            </a:pPr>
            <a:br>
              <a:rPr lang="en-US" sz="2800" dirty="0">
                <a:latin typeface="Times New Roman" panose="02020603050405020304" pitchFamily="18" charset="0"/>
                <a:cs typeface="Times New Roman" panose="02020603050405020304" pitchFamily="18" charset="0"/>
              </a:rPr>
            </a:br>
            <a:endParaRPr lang="en-US" sz="2800" dirty="0"/>
          </a:p>
        </p:txBody>
      </p:sp>
      <p:pic>
        <p:nvPicPr>
          <p:cNvPr id="2" name="Picture 1"/>
          <p:cNvPicPr>
            <a:picLocks noChangeAspect="1"/>
          </p:cNvPicPr>
          <p:nvPr/>
        </p:nvPicPr>
        <p:blipFill>
          <a:blip r:embed="rId3"/>
          <a:stretch>
            <a:fillRect/>
          </a:stretch>
        </p:blipFill>
        <p:spPr>
          <a:xfrm>
            <a:off x="30019" y="1157552"/>
            <a:ext cx="8974644" cy="4879431"/>
          </a:xfrm>
          <a:prstGeom prst="rect">
            <a:avLst/>
          </a:prstGeom>
        </p:spPr>
      </p:pic>
    </p:spTree>
    <p:extLst>
      <p:ext uri="{BB962C8B-B14F-4D97-AF65-F5344CB8AC3E}">
        <p14:creationId xmlns:p14="http://schemas.microsoft.com/office/powerpoint/2010/main" val="327318811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lnSpcReduction="10000"/>
          </a:bodyPr>
          <a:lstStyle/>
          <a:p>
            <a:pPr marL="457200" indent="-457200">
              <a:lnSpc>
                <a:spcPct val="150000"/>
              </a:lnSpc>
              <a:buFont typeface="+mj-lt"/>
              <a:buAutoNum type="arabicPeriod"/>
            </a:pPr>
            <a:r>
              <a:rPr lang="en-US" sz="2200" dirty="0"/>
              <a:t>Explain the implementation and documentation of Quality System? Implementation steps.</a:t>
            </a:r>
          </a:p>
          <a:p>
            <a:pPr marL="457200" indent="-457200">
              <a:lnSpc>
                <a:spcPct val="150000"/>
              </a:lnSpc>
              <a:buFont typeface="+mj-lt"/>
              <a:buAutoNum type="arabicPeriod"/>
            </a:pPr>
            <a:r>
              <a:rPr lang="en-US" sz="2200" dirty="0"/>
              <a:t>Explain the Benefits of ISO 14000?</a:t>
            </a:r>
          </a:p>
          <a:p>
            <a:pPr marL="457200" indent="-457200">
              <a:lnSpc>
                <a:spcPct val="150000"/>
              </a:lnSpc>
              <a:buFont typeface="+mj-lt"/>
              <a:buAutoNum type="arabicPeriod"/>
            </a:pPr>
            <a:r>
              <a:rPr lang="en-US" sz="2200" dirty="0"/>
              <a:t>Why is ISO 9000 important?</a:t>
            </a:r>
          </a:p>
          <a:p>
            <a:pPr marL="457200" indent="-457200">
              <a:lnSpc>
                <a:spcPct val="150000"/>
              </a:lnSpc>
              <a:buFont typeface="+mj-lt"/>
              <a:buAutoNum type="arabicPeriod"/>
            </a:pPr>
            <a:r>
              <a:rPr lang="en-US" sz="2200" dirty="0"/>
              <a:t>What are the objectives of reliability and how we can evaluate for a product?</a:t>
            </a:r>
          </a:p>
          <a:p>
            <a:pPr marL="457200" indent="-457200">
              <a:lnSpc>
                <a:spcPct val="150000"/>
              </a:lnSpc>
              <a:buFont typeface="+mj-lt"/>
              <a:buAutoNum type="arabicPeriod"/>
            </a:pPr>
            <a:r>
              <a:rPr lang="en-US" sz="2200" dirty="0"/>
              <a:t>State the objectives and benefits of JIT.</a:t>
            </a:r>
          </a:p>
          <a:p>
            <a:pPr marL="457200" indent="-457200">
              <a:lnSpc>
                <a:spcPct val="150000"/>
              </a:lnSpc>
              <a:buFont typeface="+mj-lt"/>
              <a:buAutoNum type="arabicPeriod"/>
            </a:pPr>
            <a:r>
              <a:rPr lang="en-US" sz="2200" dirty="0"/>
              <a:t>Explain the step followed to get ISO 9000 certification for educational institute.</a:t>
            </a:r>
          </a:p>
        </p:txBody>
      </p:sp>
      <p:sp>
        <p:nvSpPr>
          <p:cNvPr id="4" name="Date Placeholder 3"/>
          <p:cNvSpPr>
            <a:spLocks noGrp="1"/>
          </p:cNvSpPr>
          <p:nvPr>
            <p:ph type="dt" sz="half" idx="10"/>
          </p:nvPr>
        </p:nvSpPr>
        <p:spPr/>
        <p:txBody>
          <a:bodyPr/>
          <a:lstStyle/>
          <a:p>
            <a:fld id="{2CAA29CB-37FD-4A73-9DE8-E6352BF6D811}" type="datetime1">
              <a:rPr lang="en-US" smtClean="0"/>
              <a:t>5/1/2026</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104</a:t>
            </a:fld>
            <a:endParaRPr lang="en-US"/>
          </a:p>
        </p:txBody>
      </p:sp>
      <p:sp>
        <p:nvSpPr>
          <p:cNvPr id="9" name="Footer Placeholder 12"/>
          <p:cNvSpPr>
            <a:spLocks noGrp="1"/>
          </p:cNvSpPr>
          <p:nvPr>
            <p:ph type="ftr" sz="quarter" idx="11"/>
          </p:nvPr>
        </p:nvSpPr>
        <p:spPr>
          <a:xfrm>
            <a:off x="2286000" y="6248415"/>
            <a:ext cx="5029200" cy="365125"/>
          </a:xfrm>
        </p:spPr>
        <p:txBody>
          <a:bodyPr/>
          <a:lstStyle/>
          <a:p>
            <a:r>
              <a:rPr lang="sv-SE" sz="2000"/>
              <a:t>Mr. Minhaj Nezami   AOE0861    TQM    Unit-2                         </a:t>
            </a:r>
            <a:endParaRPr lang="en-US" sz="2000" dirty="0"/>
          </a:p>
        </p:txBody>
      </p:sp>
      <p:pic>
        <p:nvPicPr>
          <p:cNvPr id="8" name="Picture 7"/>
          <p:cNvPicPr>
            <a:picLocks noChangeAspect="1"/>
          </p:cNvPicPr>
          <p:nvPr/>
        </p:nvPicPr>
        <p:blipFill>
          <a:blip r:embed="rId2"/>
          <a:stretch>
            <a:fillRect/>
          </a:stretch>
        </p:blipFill>
        <p:spPr>
          <a:xfrm>
            <a:off x="0" y="7779"/>
            <a:ext cx="1755800" cy="1024217"/>
          </a:xfrm>
          <a:prstGeom prst="rect">
            <a:avLst/>
          </a:prstGeom>
        </p:spPr>
      </p:pic>
      <p:sp>
        <p:nvSpPr>
          <p:cNvPr id="10" name="Title 1">
            <a:extLst>
              <a:ext uri="{FF2B5EF4-FFF2-40B4-BE49-F238E27FC236}">
                <a16:creationId xmlns:a16="http://schemas.microsoft.com/office/drawing/2014/main" id="{1C7BBAA3-263A-8FE5-5AA3-E40EF73A5AE9}"/>
              </a:ext>
            </a:extLst>
          </p:cNvPr>
          <p:cNvSpPr txBox="1">
            <a:spLocks/>
          </p:cNvSpPr>
          <p:nvPr/>
        </p:nvSpPr>
        <p:spPr>
          <a:xfrm>
            <a:off x="1752600" y="-53114"/>
            <a:ext cx="7391400" cy="861994"/>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br>
              <a:rPr lang="en-US" sz="2000" b="1">
                <a:latin typeface="Times New Roman" panose="02020603050405020304" pitchFamily="18" charset="0"/>
                <a:cs typeface="Times New Roman" panose="02020603050405020304" pitchFamily="18" charset="0"/>
              </a:rPr>
            </a:br>
            <a:r>
              <a:rPr lang="en-US" sz="2000" b="1">
                <a:latin typeface="Times New Roman" panose="02020603050405020304" pitchFamily="18" charset="0"/>
                <a:cs typeface="Times New Roman" panose="02020603050405020304" pitchFamily="18" charset="0"/>
              </a:rPr>
              <a:t>EXPECTED QUESTIONS FOR UNIVERSITY EXAM </a:t>
            </a:r>
            <a:br>
              <a:rPr lang="en-US" sz="2800" b="1">
                <a:latin typeface="Times New Roman" panose="02020603050405020304" pitchFamily="18" charset="0"/>
                <a:cs typeface="Times New Roman" panose="02020603050405020304" pitchFamily="18" charset="0"/>
              </a:rPr>
            </a:br>
            <a:endParaRPr lang="en-US" sz="2800" dirty="0"/>
          </a:p>
        </p:txBody>
      </p:sp>
    </p:spTree>
    <p:extLst>
      <p:ext uri="{BB962C8B-B14F-4D97-AF65-F5344CB8AC3E}">
        <p14:creationId xmlns:p14="http://schemas.microsoft.com/office/powerpoint/2010/main" val="198143201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Explain the different Dimensions of Quality?</a:t>
            </a:r>
          </a:p>
          <a:p>
            <a:pPr>
              <a:lnSpc>
                <a:spcPct val="150000"/>
              </a:lnSpc>
            </a:pPr>
            <a:r>
              <a:rPr lang="en-US" sz="2200" dirty="0">
                <a:latin typeface="Times New Roman" panose="02020603050405020304" pitchFamily="18" charset="0"/>
                <a:cs typeface="Times New Roman" panose="02020603050405020304" pitchFamily="18" charset="0"/>
              </a:rPr>
              <a:t>Give the Basic Concepts of TQM?</a:t>
            </a:r>
          </a:p>
          <a:p>
            <a:pPr>
              <a:lnSpc>
                <a:spcPct val="150000"/>
              </a:lnSpc>
            </a:pPr>
            <a:r>
              <a:rPr lang="en-US" sz="2200" dirty="0">
                <a:latin typeface="Times New Roman" panose="02020603050405020304" pitchFamily="18" charset="0"/>
                <a:cs typeface="Times New Roman" panose="02020603050405020304" pitchFamily="18" charset="0"/>
              </a:rPr>
              <a:t>Give the Principles of TQM?</a:t>
            </a:r>
          </a:p>
          <a:p>
            <a:pPr>
              <a:lnSpc>
                <a:spcPct val="150000"/>
              </a:lnSpc>
            </a:pPr>
            <a:r>
              <a:rPr lang="en-US" sz="2200" dirty="0">
                <a:latin typeface="Times New Roman" panose="02020603050405020304" pitchFamily="18" charset="0"/>
                <a:cs typeface="Times New Roman" panose="02020603050405020304" pitchFamily="18" charset="0"/>
              </a:rPr>
              <a:t>Explain the Obstacles associated with TQM Implementation?</a:t>
            </a:r>
          </a:p>
          <a:p>
            <a:pPr>
              <a:lnSpc>
                <a:spcPct val="150000"/>
              </a:lnSpc>
            </a:pPr>
            <a:r>
              <a:rPr lang="en-US" sz="2200" dirty="0">
                <a:latin typeface="Times New Roman" panose="02020603050405020304" pitchFamily="18" charset="0"/>
                <a:cs typeface="Times New Roman" panose="02020603050405020304" pitchFamily="18" charset="0"/>
              </a:rPr>
              <a:t>What is needed for a leader to be effective?</a:t>
            </a:r>
          </a:p>
          <a:p>
            <a:pPr>
              <a:lnSpc>
                <a:spcPct val="150000"/>
              </a:lnSpc>
            </a:pPr>
            <a:r>
              <a:rPr lang="en-US" sz="2200" dirty="0">
                <a:latin typeface="Times New Roman" panose="02020603050405020304" pitchFamily="18" charset="0"/>
                <a:cs typeface="Times New Roman" panose="02020603050405020304" pitchFamily="18" charset="0"/>
              </a:rPr>
              <a:t>What are the general duties of a quality council?</a:t>
            </a:r>
          </a:p>
          <a:p>
            <a:pPr>
              <a:lnSpc>
                <a:spcPct val="150000"/>
              </a:lnSpc>
            </a:pPr>
            <a:r>
              <a:rPr lang="en-US" sz="2200" dirty="0">
                <a:latin typeface="Times New Roman" panose="02020603050405020304" pitchFamily="18" charset="0"/>
                <a:cs typeface="Times New Roman" panose="02020603050405020304" pitchFamily="18" charset="0"/>
              </a:rPr>
              <a:t>Explain the important factors that influence customer purchases?</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105</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2578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5C3F4407-F9CC-4D6B-A738-2CE821EB19E3}"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sp>
        <p:nvSpPr>
          <p:cNvPr id="16"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Expected Questions for University Exam</a:t>
            </a:r>
          </a:p>
        </p:txBody>
      </p:sp>
    </p:spTree>
    <p:extLst>
      <p:ext uri="{BB962C8B-B14F-4D97-AF65-F5344CB8AC3E}">
        <p14:creationId xmlns:p14="http://schemas.microsoft.com/office/powerpoint/2010/main" val="391931189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a:lnSpc>
                <a:spcPct val="150000"/>
              </a:lnSpc>
            </a:pPr>
            <a:r>
              <a:rPr lang="en-US" sz="2200" dirty="0">
                <a:latin typeface="Times New Roman" panose="02020603050405020304" pitchFamily="18" charset="0"/>
                <a:cs typeface="Times New Roman" panose="02020603050405020304" pitchFamily="18" charset="0"/>
              </a:rPr>
              <a:t>What are the types of teams?</a:t>
            </a:r>
          </a:p>
          <a:p>
            <a:pPr>
              <a:lnSpc>
                <a:spcPct val="150000"/>
              </a:lnSpc>
            </a:pPr>
            <a:r>
              <a:rPr lang="en-US" sz="2200" dirty="0">
                <a:latin typeface="Times New Roman" panose="02020603050405020304" pitchFamily="18" charset="0"/>
                <a:cs typeface="Times New Roman" panose="02020603050405020304" pitchFamily="18" charset="0"/>
              </a:rPr>
              <a:t>What are the stages of team development?</a:t>
            </a:r>
          </a:p>
          <a:p>
            <a:pPr>
              <a:lnSpc>
                <a:spcPct val="150000"/>
              </a:lnSpc>
            </a:pPr>
            <a:r>
              <a:rPr lang="en-US" sz="2200" dirty="0">
                <a:latin typeface="Times New Roman" panose="02020603050405020304" pitchFamily="18" charset="0"/>
                <a:cs typeface="Times New Roman" panose="02020603050405020304" pitchFamily="18" charset="0"/>
              </a:rPr>
              <a:t>Give some common team problems?</a:t>
            </a:r>
          </a:p>
          <a:p>
            <a:pPr>
              <a:lnSpc>
                <a:spcPct val="150000"/>
              </a:lnSpc>
            </a:pPr>
            <a:r>
              <a:rPr lang="en-US" sz="2200" dirty="0">
                <a:latin typeface="Times New Roman" panose="02020603050405020304" pitchFamily="18" charset="0"/>
                <a:cs typeface="Times New Roman" panose="02020603050405020304" pitchFamily="18" charset="0"/>
              </a:rPr>
              <a:t>Give the steps involved in training process?</a:t>
            </a:r>
          </a:p>
          <a:p>
            <a:pPr>
              <a:lnSpc>
                <a:spcPct val="150000"/>
              </a:lnSpc>
            </a:pPr>
            <a:r>
              <a:rPr lang="en-US" sz="2200" dirty="0">
                <a:latin typeface="Times New Roman" panose="02020603050405020304" pitchFamily="18" charset="0"/>
                <a:cs typeface="Times New Roman" panose="02020603050405020304" pitchFamily="18" charset="0"/>
              </a:rPr>
              <a:t>What are the three components of the </a:t>
            </a:r>
            <a:r>
              <a:rPr lang="en-US" sz="2200" dirty="0" err="1">
                <a:latin typeface="Times New Roman" panose="02020603050405020304" pitchFamily="18" charset="0"/>
                <a:cs typeface="Times New Roman" panose="02020603050405020304" pitchFamily="18" charset="0"/>
              </a:rPr>
              <a:t>Juran</a:t>
            </a:r>
            <a:r>
              <a:rPr lang="en-US" sz="2200" dirty="0">
                <a:latin typeface="Times New Roman" panose="02020603050405020304" pitchFamily="18" charset="0"/>
                <a:cs typeface="Times New Roman" panose="02020603050405020304" pitchFamily="18" charset="0"/>
              </a:rPr>
              <a:t> Trilogy?</a:t>
            </a:r>
          </a:p>
          <a:p>
            <a:pPr>
              <a:lnSpc>
                <a:spcPct val="150000"/>
              </a:lnSpc>
            </a:pPr>
            <a:r>
              <a:rPr lang="en-US" sz="2200" dirty="0">
                <a:latin typeface="Times New Roman" panose="02020603050405020304" pitchFamily="18" charset="0"/>
                <a:cs typeface="Times New Roman" panose="02020603050405020304" pitchFamily="18" charset="0"/>
              </a:rPr>
              <a:t>What are the phases of a Continuous Process Improvement Cycle?</a:t>
            </a:r>
          </a:p>
          <a:p>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106</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EXPECTED QUESTIONS FOR UNIVERSITY EXAM </a:t>
            </a:r>
          </a:p>
        </p:txBody>
      </p:sp>
      <p:sp>
        <p:nvSpPr>
          <p:cNvPr id="9" name="Footer Placeholder 12"/>
          <p:cNvSpPr>
            <a:spLocks noGrp="1"/>
          </p:cNvSpPr>
          <p:nvPr>
            <p:ph type="ftr" sz="quarter" idx="11"/>
          </p:nvPr>
        </p:nvSpPr>
        <p:spPr>
          <a:xfrm>
            <a:off x="18288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91CAFEFA-D13F-44B7-9B18-4D36F17107E6}"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C016DAE0-C6B3-EB96-DB37-5C8B6D37D53E}"/>
              </a:ext>
            </a:extLst>
          </p:cNvPr>
          <p:cNvSpPr txBox="1">
            <a:spLocks/>
          </p:cNvSpPr>
          <p:nvPr/>
        </p:nvSpPr>
        <p:spPr>
          <a:xfrm>
            <a:off x="1374665" y="44451"/>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EXPECTED QUESTIONS FOR UNIVERSITY EXAM </a:t>
            </a: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12" name="Picture 11"/>
          <p:cNvPicPr>
            <a:picLocks noChangeAspect="1"/>
          </p:cNvPicPr>
          <p:nvPr/>
        </p:nvPicPr>
        <p:blipFill>
          <a:blip r:embed="rId2"/>
          <a:stretch>
            <a:fillRect/>
          </a:stretch>
        </p:blipFill>
        <p:spPr>
          <a:xfrm>
            <a:off x="0" y="-9236"/>
            <a:ext cx="1752600" cy="1024530"/>
          </a:xfrm>
          <a:prstGeom prst="rect">
            <a:avLst/>
          </a:prstGeom>
        </p:spPr>
      </p:pic>
      <p:sp>
        <p:nvSpPr>
          <p:cNvPr id="13" name="Title 1">
            <a:extLst>
              <a:ext uri="{FF2B5EF4-FFF2-40B4-BE49-F238E27FC236}">
                <a16:creationId xmlns:a16="http://schemas.microsoft.com/office/drawing/2014/main" id="{1C7BBAA3-263A-8FE5-5AA3-E40EF73A5AE9}"/>
              </a:ext>
            </a:extLst>
          </p:cNvPr>
          <p:cNvSpPr txBox="1">
            <a:spLocks/>
          </p:cNvSpPr>
          <p:nvPr/>
        </p:nvSpPr>
        <p:spPr>
          <a:xfrm>
            <a:off x="1780309"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Expected Questions for University Exam</a:t>
            </a:r>
          </a:p>
        </p:txBody>
      </p:sp>
    </p:spTree>
    <p:extLst>
      <p:ext uri="{BB962C8B-B14F-4D97-AF65-F5344CB8AC3E}">
        <p14:creationId xmlns:p14="http://schemas.microsoft.com/office/powerpoint/2010/main" val="39193118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6350" algn="just">
              <a:spcBef>
                <a:spcPts val="105"/>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TQM encourages </a:t>
            </a:r>
            <a:r>
              <a:rPr lang="en-US" sz="2200" dirty="0">
                <a:latin typeface="Times New Roman" panose="02020603050405020304" pitchFamily="18" charset="0"/>
                <a:cs typeface="Times New Roman" panose="02020603050405020304" pitchFamily="18" charset="0"/>
              </a:rPr>
              <a:t>participation amongst </a:t>
            </a:r>
            <a:r>
              <a:rPr lang="en-US" sz="2200" spc="-10" dirty="0">
                <a:latin typeface="Times New Roman" panose="02020603050405020304" pitchFamily="18" charset="0"/>
                <a:cs typeface="Times New Roman" panose="02020603050405020304" pitchFamily="18" charset="0"/>
              </a:rPr>
              <a:t>employees, </a:t>
            </a:r>
            <a:r>
              <a:rPr lang="en-US" sz="2200" dirty="0">
                <a:latin typeface="Times New Roman" panose="02020603050405020304" pitchFamily="18" charset="0"/>
                <a:cs typeface="Times New Roman" panose="02020603050405020304" pitchFamily="18" charset="0"/>
              </a:rPr>
              <a:t>managers and  </a:t>
            </a:r>
            <a:r>
              <a:rPr lang="en-US" sz="2200" spc="-5" dirty="0">
                <a:latin typeface="Times New Roman" panose="02020603050405020304" pitchFamily="18" charset="0"/>
                <a:cs typeface="Times New Roman" panose="02020603050405020304" pitchFamily="18" charset="0"/>
              </a:rPr>
              <a:t>organization as</a:t>
            </a:r>
            <a:r>
              <a:rPr lang="en-US" sz="2200" spc="1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whole.</a:t>
            </a:r>
            <a:endParaRPr lang="en-US" sz="2200" dirty="0">
              <a:latin typeface="Times New Roman" panose="02020603050405020304" pitchFamily="18" charset="0"/>
              <a:cs typeface="Times New Roman" panose="02020603050405020304" pitchFamily="18" charset="0"/>
            </a:endParaRPr>
          </a:p>
          <a:p>
            <a:pPr marL="354965" marR="5080" algn="just">
              <a:spcBef>
                <a:spcPts val="480"/>
              </a:spcBef>
              <a:buFont typeface="Arial"/>
              <a:buChar char="•"/>
              <a:tabLst>
                <a:tab pos="416559" algn="l"/>
              </a:tabLst>
            </a:pP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Using Quality </a:t>
            </a:r>
            <a:r>
              <a:rPr lang="en-US" sz="2200" dirty="0">
                <a:latin typeface="Times New Roman" panose="02020603050405020304" pitchFamily="18" charset="0"/>
                <a:cs typeface="Times New Roman" panose="02020603050405020304" pitchFamily="18" charset="0"/>
              </a:rPr>
              <a:t>management reduces rework nearly to zero in </a:t>
            </a:r>
            <a:r>
              <a:rPr lang="en-US" sz="2200" spc="-5" dirty="0">
                <a:latin typeface="Times New Roman" panose="02020603050405020304" pitchFamily="18" charset="0"/>
                <a:cs typeface="Times New Roman" panose="02020603050405020304" pitchFamily="18" charset="0"/>
              </a:rPr>
              <a:t>an </a:t>
            </a:r>
            <a:r>
              <a:rPr lang="en-US" sz="2200" dirty="0">
                <a:latin typeface="Times New Roman" panose="02020603050405020304" pitchFamily="18" charset="0"/>
                <a:cs typeface="Times New Roman" panose="02020603050405020304" pitchFamily="18" charset="0"/>
              </a:rPr>
              <a:t>achievable  </a:t>
            </a:r>
            <a:r>
              <a:rPr lang="en-US" sz="2200" spc="-5" dirty="0">
                <a:latin typeface="Times New Roman" panose="02020603050405020304" pitchFamily="18" charset="0"/>
                <a:cs typeface="Times New Roman" panose="02020603050405020304" pitchFamily="18" charset="0"/>
              </a:rPr>
              <a:t>goal .The responsibilities either </a:t>
            </a:r>
            <a:r>
              <a:rPr lang="en-US" sz="2200" dirty="0">
                <a:latin typeface="Times New Roman" panose="02020603050405020304" pitchFamily="18" charset="0"/>
                <a:cs typeface="Times New Roman" panose="02020603050405020304" pitchFamily="18" charset="0"/>
              </a:rPr>
              <a:t>its </a:t>
            </a:r>
            <a:r>
              <a:rPr lang="en-US" sz="2200" spc="-5" dirty="0">
                <a:latin typeface="Times New Roman" panose="02020603050405020304" pitchFamily="18" charset="0"/>
                <a:cs typeface="Times New Roman" panose="02020603050405020304" pitchFamily="18" charset="0"/>
              </a:rPr>
              <a:t>professional, social, legal </a:t>
            </a:r>
            <a:r>
              <a:rPr lang="en-US" sz="2200" dirty="0">
                <a:latin typeface="Times New Roman" panose="02020603050405020304" pitchFamily="18" charset="0"/>
                <a:cs typeface="Times New Roman" panose="02020603050405020304" pitchFamily="18" charset="0"/>
              </a:rPr>
              <a:t>one </a:t>
            </a:r>
            <a:r>
              <a:rPr lang="en-US" sz="2200" spc="-5" dirty="0">
                <a:latin typeface="Times New Roman" panose="02020603050405020304" pitchFamily="18" charset="0"/>
                <a:cs typeface="Times New Roman" panose="02020603050405020304" pitchFamily="18" charset="0"/>
              </a:rPr>
              <a:t>that rest with  the pharmaceutical </a:t>
            </a:r>
            <a:r>
              <a:rPr lang="en-US" sz="2200" dirty="0">
                <a:latin typeface="Times New Roman" panose="02020603050405020304" pitchFamily="18" charset="0"/>
                <a:cs typeface="Times New Roman" panose="02020603050405020304" pitchFamily="18" charset="0"/>
              </a:rPr>
              <a:t>manufacturer </a:t>
            </a:r>
            <a:r>
              <a:rPr lang="en-US" sz="2200" spc="-5" dirty="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the assurance </a:t>
            </a:r>
            <a:r>
              <a:rPr lang="en-US" sz="2200" spc="-5" dirty="0">
                <a:latin typeface="Times New Roman" panose="02020603050405020304" pitchFamily="18" charset="0"/>
                <a:cs typeface="Times New Roman" panose="02020603050405020304" pitchFamily="18" charset="0"/>
              </a:rPr>
              <a:t>of quality of product are  tremendous </a:t>
            </a:r>
            <a:r>
              <a:rPr lang="en-US" sz="2200" dirty="0">
                <a:latin typeface="Times New Roman" panose="02020603050405020304" pitchFamily="18" charset="0"/>
                <a:cs typeface="Times New Roman" panose="02020603050405020304" pitchFamily="18" charset="0"/>
              </a:rPr>
              <a:t>and it </a:t>
            </a:r>
            <a:r>
              <a:rPr lang="en-US" sz="2200" spc="-5" dirty="0">
                <a:latin typeface="Times New Roman" panose="02020603050405020304" pitchFamily="18" charset="0"/>
                <a:cs typeface="Times New Roman" panose="02020603050405020304" pitchFamily="18" charset="0"/>
              </a:rPr>
              <a:t>can only </a:t>
            </a:r>
            <a:r>
              <a:rPr lang="en-US" sz="2200" dirty="0">
                <a:latin typeface="Times New Roman" panose="02020603050405020304" pitchFamily="18" charset="0"/>
                <a:cs typeface="Times New Roman" panose="02020603050405020304" pitchFamily="18" charset="0"/>
              </a:rPr>
              <a:t>be achieved by well</a:t>
            </a:r>
            <a:r>
              <a:rPr lang="en-US" sz="2200" spc="-15" dirty="0">
                <a:latin typeface="Times New Roman" panose="02020603050405020304" pitchFamily="18" charset="0"/>
                <a:cs typeface="Times New Roman" panose="02020603050405020304" pitchFamily="18" charset="0"/>
              </a:rPr>
              <a:t> </a:t>
            </a:r>
            <a:r>
              <a:rPr lang="en-US" sz="2200" spc="-5" dirty="0" err="1">
                <a:latin typeface="Times New Roman" panose="02020603050405020304" pitchFamily="18" charset="0"/>
                <a:cs typeface="Times New Roman" panose="02020603050405020304" pitchFamily="18" charset="0"/>
              </a:rPr>
              <a:t>organised</a:t>
            </a:r>
            <a:r>
              <a:rPr lang="en-US" sz="2200" spc="-5"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354965" marR="5080" algn="just">
              <a:spcBef>
                <a:spcPts val="480"/>
              </a:spcBef>
              <a:buFont typeface="Arial"/>
              <a:buChar char="•"/>
              <a:tabLst>
                <a:tab pos="355600" algn="l"/>
              </a:tabLst>
            </a:pPr>
            <a:r>
              <a:rPr lang="en-US" sz="2200" dirty="0">
                <a:latin typeface="Times New Roman" panose="02020603050405020304" pitchFamily="18" charset="0"/>
                <a:cs typeface="Times New Roman" panose="02020603050405020304" pitchFamily="18" charset="0"/>
              </a:rPr>
              <a:t>Work </a:t>
            </a:r>
            <a:r>
              <a:rPr lang="en-US" sz="2200" spc="-5" dirty="0">
                <a:latin typeface="Times New Roman" panose="02020603050405020304" pitchFamily="18" charset="0"/>
                <a:cs typeface="Times New Roman" panose="02020603050405020304" pitchFamily="18" charset="0"/>
              </a:rPr>
              <a:t>culture </a:t>
            </a:r>
            <a:r>
              <a:rPr lang="en-US" sz="2200" dirty="0">
                <a:latin typeface="Times New Roman" panose="02020603050405020304" pitchFamily="18" charset="0"/>
                <a:cs typeface="Times New Roman" panose="02020603050405020304" pitchFamily="18" charset="0"/>
              </a:rPr>
              <a:t>and </a:t>
            </a:r>
            <a:r>
              <a:rPr lang="en-US" sz="2200" spc="-5" dirty="0">
                <a:latin typeface="Times New Roman" panose="02020603050405020304" pitchFamily="18" charset="0"/>
                <a:cs typeface="Times New Roman" panose="02020603050405020304" pitchFamily="18" charset="0"/>
              </a:rPr>
              <a:t>complete engagement of the employees at the work </a:t>
            </a:r>
            <a:r>
              <a:rPr lang="en-US" sz="2200" dirty="0">
                <a:latin typeface="Times New Roman" panose="02020603050405020304" pitchFamily="18" charset="0"/>
                <a:cs typeface="Times New Roman" panose="02020603050405020304" pitchFamily="18" charset="0"/>
              </a:rPr>
              <a:t>place. </a:t>
            </a:r>
            <a:r>
              <a:rPr lang="en-US" sz="2200" spc="-5" dirty="0">
                <a:latin typeface="Times New Roman" panose="02020603050405020304" pitchFamily="18" charset="0"/>
                <a:cs typeface="Times New Roman" panose="02020603050405020304" pitchFamily="18" charset="0"/>
              </a:rPr>
              <a:t>It  should </a:t>
            </a:r>
            <a:r>
              <a:rPr lang="en-US" sz="2200" dirty="0">
                <a:latin typeface="Times New Roman" panose="02020603050405020304" pitchFamily="18" charset="0"/>
                <a:cs typeface="Times New Roman" panose="02020603050405020304" pitchFamily="18" charset="0"/>
              </a:rPr>
              <a:t>be </a:t>
            </a:r>
            <a:r>
              <a:rPr lang="en-US" sz="2200" dirty="0" err="1">
                <a:latin typeface="Times New Roman" panose="02020603050405020304" pitchFamily="18" charset="0"/>
                <a:cs typeface="Times New Roman" panose="02020603050405020304" pitchFamily="18" charset="0"/>
              </a:rPr>
              <a:t>realised</a:t>
            </a:r>
            <a:r>
              <a:rPr lang="en-US" sz="220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that </a:t>
            </a:r>
            <a:r>
              <a:rPr lang="en-US" sz="2200" dirty="0">
                <a:latin typeface="Times New Roman" panose="02020603050405020304" pitchFamily="18" charset="0"/>
                <a:cs typeface="Times New Roman" panose="02020603050405020304" pitchFamily="18" charset="0"/>
              </a:rPr>
              <a:t>national &amp; </a:t>
            </a:r>
            <a:r>
              <a:rPr lang="en-US" sz="2200" spc="-5" dirty="0">
                <a:latin typeface="Times New Roman" panose="02020603050405020304" pitchFamily="18" charset="0"/>
                <a:cs typeface="Times New Roman" panose="02020603050405020304" pitchFamily="18" charset="0"/>
              </a:rPr>
              <a:t>international regulations </a:t>
            </a:r>
            <a:r>
              <a:rPr lang="en-US" sz="2200" dirty="0">
                <a:latin typeface="Times New Roman" panose="02020603050405020304" pitchFamily="18" charset="0"/>
                <a:cs typeface="Times New Roman" panose="02020603050405020304" pitchFamily="18" charset="0"/>
              </a:rPr>
              <a:t>must </a:t>
            </a:r>
            <a:r>
              <a:rPr lang="en-US" sz="2200" spc="5" dirty="0">
                <a:latin typeface="Times New Roman" panose="02020603050405020304" pitchFamily="18" charset="0"/>
                <a:cs typeface="Times New Roman" panose="02020603050405020304" pitchFamily="18" charset="0"/>
              </a:rPr>
              <a:t>be  </a:t>
            </a:r>
            <a:r>
              <a:rPr lang="en-US" sz="2200" spc="-5" dirty="0">
                <a:latin typeface="Times New Roman" panose="02020603050405020304" pitchFamily="18" charset="0"/>
                <a:cs typeface="Times New Roman" panose="02020603050405020304" pitchFamily="18" charset="0"/>
              </a:rPr>
              <a:t>implemented systematically </a:t>
            </a:r>
            <a:r>
              <a:rPr lang="en-US" sz="2200" dirty="0">
                <a:latin typeface="Times New Roman" panose="02020603050405020304" pitchFamily="18" charset="0"/>
                <a:cs typeface="Times New Roman" panose="02020603050405020304" pitchFamily="18" charset="0"/>
              </a:rPr>
              <a:t>and</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process.</a:t>
            </a:r>
            <a:endParaRPr lang="en-US" sz="2200" dirty="0">
              <a:latin typeface="Times New Roman" panose="02020603050405020304" pitchFamily="18" charset="0"/>
              <a:cs typeface="Times New Roman" panose="02020603050405020304" pitchFamily="18" charset="0"/>
            </a:endParaRPr>
          </a:p>
          <a:p>
            <a:pPr marL="355600" algn="just">
              <a:spcBef>
                <a:spcPts val="48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Control should </a:t>
            </a:r>
            <a:r>
              <a:rPr lang="en-US" sz="2200" dirty="0">
                <a:latin typeface="Times New Roman" panose="02020603050405020304" pitchFamily="18" charset="0"/>
                <a:cs typeface="Times New Roman" panose="02020603050405020304" pitchFamily="18" charset="0"/>
              </a:rPr>
              <a:t>be </a:t>
            </a:r>
            <a:r>
              <a:rPr lang="en-US" sz="2200" spc="-5" dirty="0">
                <a:latin typeface="Times New Roman" panose="02020603050405020304" pitchFamily="18" charset="0"/>
                <a:cs typeface="Times New Roman" panose="02020603050405020304" pitchFamily="18" charset="0"/>
              </a:rPr>
              <a:t>practiced rigorously.</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107</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2286000" y="6248415"/>
            <a:ext cx="54864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B561075D-37E7-4F86-986A-61BA09D3C1E7}"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pic>
        <p:nvPicPr>
          <p:cNvPr id="4" name="Picture 3"/>
          <p:cNvPicPr>
            <a:picLocks noChangeAspect="1"/>
          </p:cNvPicPr>
          <p:nvPr/>
        </p:nvPicPr>
        <p:blipFill>
          <a:blip r:embed="rId3"/>
          <a:stretch>
            <a:fillRect/>
          </a:stretch>
        </p:blipFill>
        <p:spPr>
          <a:xfrm>
            <a:off x="1752600" y="-42577"/>
            <a:ext cx="7462151" cy="944962"/>
          </a:xfrm>
          <a:prstGeom prst="rect">
            <a:avLst/>
          </a:prstGeom>
        </p:spPr>
      </p:pic>
      <p:pic>
        <p:nvPicPr>
          <p:cNvPr id="10" name="Picture 9"/>
          <p:cNvPicPr>
            <a:picLocks noChangeAspect="1"/>
          </p:cNvPicPr>
          <p:nvPr/>
        </p:nvPicPr>
        <p:blipFill>
          <a:blip r:embed="rId4"/>
          <a:stretch>
            <a:fillRect/>
          </a:stretch>
        </p:blipFill>
        <p:spPr>
          <a:xfrm>
            <a:off x="4038600" y="54967"/>
            <a:ext cx="2322777" cy="749873"/>
          </a:xfrm>
          <a:prstGeom prst="rect">
            <a:avLst/>
          </a:prstGeom>
        </p:spPr>
      </p:pic>
    </p:spTree>
    <p:extLst>
      <p:ext uri="{BB962C8B-B14F-4D97-AF65-F5344CB8AC3E}">
        <p14:creationId xmlns:p14="http://schemas.microsoft.com/office/powerpoint/2010/main" val="39193118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a:bodyPr>
          <a:lstStyle/>
          <a:p>
            <a:pPr marL="354965" marR="5080" algn="just">
              <a:spcBef>
                <a:spcPts val="480"/>
              </a:spcBef>
              <a:buFont typeface="Arial"/>
              <a:buChar char="•"/>
              <a:tabLst>
                <a:tab pos="355600" algn="l"/>
              </a:tabLst>
            </a:pPr>
            <a:r>
              <a:rPr lang="en-US" sz="2200" spc="-5" dirty="0">
                <a:latin typeface="Times New Roman" panose="02020603050405020304" pitchFamily="18" charset="0"/>
                <a:cs typeface="Times New Roman" panose="02020603050405020304" pitchFamily="18" charset="0"/>
              </a:rPr>
              <a:t>Thus </a:t>
            </a:r>
            <a:r>
              <a:rPr lang="en-US" sz="2200" dirty="0">
                <a:latin typeface="Times New Roman" panose="02020603050405020304" pitchFamily="18" charset="0"/>
                <a:cs typeface="Times New Roman" panose="02020603050405020304" pitchFamily="18" charset="0"/>
              </a:rPr>
              <a:t>quality is critically important ingredient to </a:t>
            </a:r>
            <a:r>
              <a:rPr lang="en-US" sz="2200" spc="-5" dirty="0">
                <a:latin typeface="Times New Roman" panose="02020603050405020304" pitchFamily="18" charset="0"/>
                <a:cs typeface="Times New Roman" panose="02020603050405020304" pitchFamily="18" charset="0"/>
              </a:rPr>
              <a:t>organizational success today  which can </a:t>
            </a:r>
            <a:r>
              <a:rPr lang="en-US" sz="2200" dirty="0">
                <a:latin typeface="Times New Roman" panose="02020603050405020304" pitchFamily="18" charset="0"/>
                <a:cs typeface="Times New Roman" panose="02020603050405020304" pitchFamily="18" charset="0"/>
              </a:rPr>
              <a:t>be achieved by </a:t>
            </a:r>
            <a:r>
              <a:rPr lang="en-US" sz="2200" spc="-5" dirty="0">
                <a:latin typeface="Times New Roman" panose="02020603050405020304" pitchFamily="18" charset="0"/>
                <a:cs typeface="Times New Roman" panose="02020603050405020304" pitchFamily="18" charset="0"/>
              </a:rPr>
              <a:t>TQM, an </a:t>
            </a:r>
            <a:r>
              <a:rPr lang="en-US" sz="2200" dirty="0">
                <a:latin typeface="Times New Roman" panose="02020603050405020304" pitchFamily="18" charset="0"/>
                <a:cs typeface="Times New Roman" panose="02020603050405020304" pitchFamily="18" charset="0"/>
              </a:rPr>
              <a:t>organizational </a:t>
            </a:r>
            <a:r>
              <a:rPr lang="en-US" sz="2200" spc="-5" dirty="0">
                <a:latin typeface="Times New Roman" panose="02020603050405020304" pitchFamily="18" charset="0"/>
                <a:cs typeface="Times New Roman" panose="02020603050405020304" pitchFamily="18" charset="0"/>
              </a:rPr>
              <a:t>approach that focuses </a:t>
            </a:r>
            <a:r>
              <a:rPr lang="en-US" sz="2200" dirty="0">
                <a:latin typeface="Times New Roman" panose="02020603050405020304" pitchFamily="18" charset="0"/>
                <a:cs typeface="Times New Roman" panose="02020603050405020304" pitchFamily="18" charset="0"/>
              </a:rPr>
              <a:t>on  </a:t>
            </a:r>
            <a:r>
              <a:rPr lang="en-US" sz="2200" spc="-5" dirty="0">
                <a:latin typeface="Times New Roman" panose="02020603050405020304" pitchFamily="18" charset="0"/>
                <a:cs typeface="Times New Roman" panose="02020603050405020304" pitchFamily="18" charset="0"/>
              </a:rPr>
              <a:t>quality as an over </a:t>
            </a:r>
            <a:r>
              <a:rPr lang="en-US" sz="2200" dirty="0">
                <a:latin typeface="Times New Roman" panose="02020603050405020304" pitchFamily="18" charset="0"/>
                <a:cs typeface="Times New Roman" panose="02020603050405020304" pitchFamily="18" charset="0"/>
              </a:rPr>
              <a:t>achieving </a:t>
            </a:r>
            <a:r>
              <a:rPr lang="en-US" sz="2200" spc="-5" dirty="0">
                <a:latin typeface="Times New Roman" panose="02020603050405020304" pitchFamily="18" charset="0"/>
                <a:cs typeface="Times New Roman" panose="02020603050405020304" pitchFamily="18" charset="0"/>
              </a:rPr>
              <a:t>goals, aimed at </a:t>
            </a:r>
            <a:r>
              <a:rPr lang="en-US" sz="2200" dirty="0">
                <a:latin typeface="Times New Roman" panose="02020603050405020304" pitchFamily="18" charset="0"/>
                <a:cs typeface="Times New Roman" panose="02020603050405020304" pitchFamily="18" charset="0"/>
              </a:rPr>
              <a:t>aimed </a:t>
            </a:r>
            <a:r>
              <a:rPr lang="en-US" sz="2200" spc="-5" dirty="0">
                <a:latin typeface="Times New Roman" panose="02020603050405020304" pitchFamily="18" charset="0"/>
                <a:cs typeface="Times New Roman" panose="02020603050405020304" pitchFamily="18" charset="0"/>
              </a:rPr>
              <a:t>at the prevention of defects  </a:t>
            </a:r>
            <a:r>
              <a:rPr lang="en-US" sz="2200" dirty="0">
                <a:latin typeface="Times New Roman" panose="02020603050405020304" pitchFamily="18" charset="0"/>
                <a:cs typeface="Times New Roman" panose="02020603050405020304" pitchFamily="18" charset="0"/>
              </a:rPr>
              <a:t>rather </a:t>
            </a:r>
            <a:r>
              <a:rPr lang="en-US" sz="2200" spc="-5" dirty="0">
                <a:latin typeface="Times New Roman" panose="02020603050405020304" pitchFamily="18" charset="0"/>
                <a:cs typeface="Times New Roman" panose="02020603050405020304" pitchFamily="18" charset="0"/>
              </a:rPr>
              <a:t>than </a:t>
            </a:r>
            <a:r>
              <a:rPr lang="en-US" sz="2200" dirty="0">
                <a:latin typeface="Times New Roman" panose="02020603050405020304" pitchFamily="18" charset="0"/>
                <a:cs typeface="Times New Roman" panose="02020603050405020304" pitchFamily="18" charset="0"/>
              </a:rPr>
              <a:t>detection of</a:t>
            </a:r>
            <a:r>
              <a:rPr lang="en-US" sz="2200" spc="-30" dirty="0">
                <a:latin typeface="Times New Roman" panose="02020603050405020304" pitchFamily="18" charset="0"/>
                <a:cs typeface="Times New Roman" panose="02020603050405020304" pitchFamily="18" charset="0"/>
              </a:rPr>
              <a:t> </a:t>
            </a:r>
            <a:r>
              <a:rPr lang="en-US" sz="2200" spc="-5" dirty="0">
                <a:latin typeface="Times New Roman" panose="02020603050405020304" pitchFamily="18" charset="0"/>
                <a:cs typeface="Times New Roman" panose="02020603050405020304" pitchFamily="18" charset="0"/>
              </a:rPr>
              <a:t>defects </a:t>
            </a:r>
            <a:endParaRPr lang="en-US" sz="22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108</a:t>
            </a:fld>
            <a:endParaRPr lang="en-US">
              <a:latin typeface="Times New Roman" panose="02020603050405020304" pitchFamily="18" charset="0"/>
              <a:cs typeface="Times New Roman" panose="02020603050405020304" pitchFamily="18" charset="0"/>
            </a:endParaRPr>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latin typeface="Times New Roman" panose="02020603050405020304" pitchFamily="18" charset="0"/>
                <a:cs typeface="Times New Roman" panose="02020603050405020304" pitchFamily="18" charset="0"/>
              </a:rPr>
              <a:t>SUMMARY</a:t>
            </a:r>
          </a:p>
        </p:txBody>
      </p:sp>
      <p:sp>
        <p:nvSpPr>
          <p:cNvPr id="9" name="Footer Placeholder 12"/>
          <p:cNvSpPr>
            <a:spLocks noGrp="1"/>
          </p:cNvSpPr>
          <p:nvPr>
            <p:ph type="ftr" sz="quarter" idx="11"/>
          </p:nvPr>
        </p:nvSpPr>
        <p:spPr>
          <a:xfrm>
            <a:off x="1905000" y="6248415"/>
            <a:ext cx="54102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AE0D29EA-9375-4404-8815-BDA1B152AC95}"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FF23DEE9-48CF-5160-0403-0873EB65B99B}"/>
              </a:ext>
            </a:extLst>
          </p:cNvPr>
          <p:cNvSpPr txBox="1">
            <a:spLocks/>
          </p:cNvSpPr>
          <p:nvPr/>
        </p:nvSpPr>
        <p:spPr>
          <a:xfrm>
            <a:off x="1371600" y="-5449"/>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SUMMARY</a:t>
            </a:r>
          </a:p>
        </p:txBody>
      </p:sp>
      <p:pic>
        <p:nvPicPr>
          <p:cNvPr id="11" name="Picture 10"/>
          <p:cNvPicPr>
            <a:picLocks noChangeAspect="1"/>
          </p:cNvPicPr>
          <p:nvPr/>
        </p:nvPicPr>
        <p:blipFill>
          <a:blip r:embed="rId2"/>
          <a:stretch>
            <a:fillRect/>
          </a:stretch>
        </p:blipFill>
        <p:spPr>
          <a:xfrm>
            <a:off x="0" y="-5047"/>
            <a:ext cx="1752600" cy="1024530"/>
          </a:xfrm>
          <a:prstGeom prst="rect">
            <a:avLst/>
          </a:prstGeom>
        </p:spPr>
      </p:pic>
      <p:pic>
        <p:nvPicPr>
          <p:cNvPr id="13" name="Picture 12"/>
          <p:cNvPicPr>
            <a:picLocks noChangeAspect="1"/>
          </p:cNvPicPr>
          <p:nvPr/>
        </p:nvPicPr>
        <p:blipFill>
          <a:blip r:embed="rId3"/>
          <a:stretch>
            <a:fillRect/>
          </a:stretch>
        </p:blipFill>
        <p:spPr>
          <a:xfrm>
            <a:off x="1752600" y="-42577"/>
            <a:ext cx="7462151" cy="944962"/>
          </a:xfrm>
          <a:prstGeom prst="rect">
            <a:avLst/>
          </a:prstGeom>
        </p:spPr>
      </p:pic>
      <p:sp>
        <p:nvSpPr>
          <p:cNvPr id="14" name="Title 1">
            <a:extLst>
              <a:ext uri="{FF2B5EF4-FFF2-40B4-BE49-F238E27FC236}">
                <a16:creationId xmlns:a16="http://schemas.microsoft.com/office/drawing/2014/main" id="{1C7BBAA3-263A-8FE5-5AA3-E40EF73A5AE9}"/>
              </a:ext>
            </a:extLst>
          </p:cNvPr>
          <p:cNvSpPr txBox="1">
            <a:spLocks/>
          </p:cNvSpPr>
          <p:nvPr/>
        </p:nvSpPr>
        <p:spPr>
          <a:xfrm>
            <a:off x="1768764" y="0"/>
            <a:ext cx="7363691" cy="849086"/>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a:ln>
            <a:solidFill>
              <a:srgbClr val="FFFFFF"/>
            </a:solidFill>
          </a:ln>
        </p:spPr>
        <p:style>
          <a:lnRef idx="1">
            <a:schemeClr val="accent5"/>
          </a:lnRef>
          <a:fillRef idx="2">
            <a:schemeClr val="accent5"/>
          </a:fillRef>
          <a:effectRef idx="1">
            <a:schemeClr val="accent5"/>
          </a:effectRef>
          <a:fontRef idx="minor">
            <a:schemeClr val="dk1"/>
          </a:fontRef>
        </p:style>
        <p:txBody>
          <a:bodyPr vert="horz" lIns="99276" tIns="49638" rIns="99276" bIns="49638"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defRPr/>
            </a:pPr>
            <a:r>
              <a:rPr lang="en-US" sz="2800" b="1" dirty="0">
                <a:latin typeface="Times New Roman" panose="02020603050405020304" pitchFamily="18" charset="0"/>
                <a:cs typeface="Times New Roman" panose="02020603050405020304" pitchFamily="18" charset="0"/>
              </a:rPr>
              <a:t>Summary</a:t>
            </a:r>
          </a:p>
        </p:txBody>
      </p:sp>
    </p:spTree>
    <p:extLst>
      <p:ext uri="{BB962C8B-B14F-4D97-AF65-F5344CB8AC3E}">
        <p14:creationId xmlns:p14="http://schemas.microsoft.com/office/powerpoint/2010/main" val="391931189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800600"/>
          </a:xfrm>
        </p:spPr>
        <p:txBody>
          <a:bodyPr>
            <a:normAutofit fontScale="92500"/>
          </a:bodyPr>
          <a:lstStyle/>
          <a:p>
            <a:pPr marL="0" lvl="0" indent="0">
              <a:buNone/>
            </a:pPr>
            <a:r>
              <a:rPr lang="en-US" sz="2400" dirty="0">
                <a:latin typeface="Times New Roman" panose="02020603050405020304" pitchFamily="18" charset="0"/>
                <a:cs typeface="Times New Roman" panose="02020603050405020304" pitchFamily="18" charset="0"/>
              </a:rPr>
              <a:t>Text Book</a:t>
            </a:r>
          </a:p>
          <a:p>
            <a:pPr lvl="0"/>
            <a:r>
              <a:rPr lang="en-US" sz="2400" dirty="0">
                <a:latin typeface="Times New Roman" panose="02020603050405020304" pitchFamily="18" charset="0"/>
                <a:cs typeface="Times New Roman" panose="02020603050405020304" pitchFamily="18" charset="0"/>
              </a:rPr>
              <a:t>Lt. Gen. H. Lal, “Total Quality Management”, Eastern Limited</a:t>
            </a:r>
          </a:p>
          <a:p>
            <a:pPr lvl="0"/>
            <a:r>
              <a:rPr lang="en-US" sz="2400" dirty="0">
                <a:latin typeface="Times New Roman" panose="02020603050405020304" pitchFamily="18" charset="0"/>
                <a:cs typeface="Times New Roman" panose="02020603050405020304" pitchFamily="18" charset="0"/>
              </a:rPr>
              <a:t> Greg Bounds, “Beyond Total Quality Management”, McGraw Hill </a:t>
            </a:r>
          </a:p>
          <a:p>
            <a:pPr lvl="0"/>
            <a:r>
              <a:rPr lang="en-US" sz="2400" dirty="0">
                <a:latin typeface="Times New Roman" panose="02020603050405020304" pitchFamily="18" charset="0"/>
                <a:cs typeface="Times New Roman" panose="02020603050405020304" pitchFamily="18" charset="0"/>
              </a:rPr>
              <a:t>Menon, H.G, “TQM in New Product manufacturing”, McGraw Hill</a:t>
            </a:r>
          </a:p>
          <a:p>
            <a:pPr marL="0" lvl="0" indent="0">
              <a:buNone/>
            </a:pPr>
            <a:r>
              <a:rPr lang="en-US" sz="2400" dirty="0">
                <a:latin typeface="Times New Roman" panose="02020603050405020304" pitchFamily="18" charset="0"/>
                <a:cs typeface="Times New Roman" panose="02020603050405020304" pitchFamily="18" charset="0"/>
              </a:rPr>
              <a:t>Reference Book </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Besterfield</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Mukherjee</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by </a:t>
            </a:r>
            <a:r>
              <a:rPr lang="en-US" sz="2400" i="1" dirty="0" err="1">
                <a:latin typeface="Times New Roman" panose="02020603050405020304" pitchFamily="18" charset="0"/>
                <a:cs typeface="Times New Roman" panose="02020603050405020304" pitchFamily="18" charset="0"/>
              </a:rPr>
              <a:t>Vijayan</a:t>
            </a:r>
            <a:endParaRPr lang="en-US" sz="2400" i="1" dirty="0">
              <a:latin typeface="Times New Roman" panose="02020603050405020304" pitchFamily="18" charset="0"/>
              <a:cs typeface="Times New Roman" panose="02020603050405020304" pitchFamily="18" charset="0"/>
            </a:endParaRPr>
          </a:p>
          <a:p>
            <a:r>
              <a:rPr lang="en-US" sz="2400" i="1" dirty="0">
                <a:latin typeface="Times New Roman" panose="02020603050405020304" pitchFamily="18" charset="0"/>
                <a:cs typeface="Times New Roman" panose="02020603050405020304" pitchFamily="18" charset="0"/>
              </a:rPr>
              <a:t>“Total Quality Management- Text and Cases” by </a:t>
            </a:r>
            <a:r>
              <a:rPr lang="en-US" sz="2400" i="1" dirty="0" err="1">
                <a:latin typeface="Times New Roman" panose="02020603050405020304" pitchFamily="18" charset="0"/>
                <a:cs typeface="Times New Roman" panose="02020603050405020304" pitchFamily="18" charset="0"/>
              </a:rPr>
              <a:t>Janakiraman</a:t>
            </a:r>
            <a:r>
              <a:rPr lang="en-US" sz="2400" i="1" dirty="0">
                <a:latin typeface="Times New Roman" panose="02020603050405020304" pitchFamily="18" charset="0"/>
                <a:cs typeface="Times New Roman" panose="02020603050405020304" pitchFamily="18" charset="0"/>
              </a:rPr>
              <a:t> B and </a:t>
            </a:r>
            <a:r>
              <a:rPr lang="en-US" sz="2400" i="1" dirty="0" err="1">
                <a:latin typeface="Times New Roman" panose="02020603050405020304" pitchFamily="18" charset="0"/>
                <a:cs typeface="Times New Roman" panose="02020603050405020304" pitchFamily="18" charset="0"/>
              </a:rPr>
              <a:t>Gopal</a:t>
            </a:r>
            <a:r>
              <a:rPr lang="en-US" sz="2400" i="1" dirty="0">
                <a:latin typeface="Times New Roman" panose="02020603050405020304" pitchFamily="18" charset="0"/>
                <a:cs typeface="Times New Roman" panose="02020603050405020304" pitchFamily="18" charset="0"/>
              </a:rPr>
              <a:t> R K</a:t>
            </a:r>
          </a:p>
          <a:p>
            <a:pPr lvl="0"/>
            <a:r>
              <a:rPr lang="en-US" sz="2400" dirty="0">
                <a:latin typeface="Times New Roman" panose="02020603050405020304" pitchFamily="18" charset="0"/>
                <a:cs typeface="Times New Roman" panose="02020603050405020304" pitchFamily="18" charset="0"/>
                <a:hlinkClick r:id="rId2"/>
              </a:rPr>
              <a:t>https://www.researchgate.net/publication/318654507_Total_Quality_Management_Notes</a:t>
            </a:r>
            <a:endParaRPr lang="en-US" sz="2400" dirty="0">
              <a:latin typeface="Times New Roman" panose="02020603050405020304" pitchFamily="18" charset="0"/>
              <a:cs typeface="Times New Roman" panose="02020603050405020304" pitchFamily="18" charset="0"/>
            </a:endParaRPr>
          </a:p>
          <a:p>
            <a:endParaRPr lang="en-US" sz="2200" i="1"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43965FEA-D2CC-4CA2-923C-2CE7238D598E}" type="datetime1">
              <a:rPr lang="en-US" smtClean="0">
                <a:latin typeface="Times New Roman" panose="02020603050405020304" pitchFamily="18" charset="0"/>
                <a:cs typeface="Times New Roman" panose="02020603050405020304" pitchFamily="18" charset="0"/>
              </a:rPr>
              <a:t>5/1/2026</a:t>
            </a:fld>
            <a:endParaRPr lang="en-US">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latin typeface="Times New Roman" panose="02020603050405020304" pitchFamily="18" charset="0"/>
                <a:cs typeface="Times New Roman" panose="02020603050405020304" pitchFamily="18" charset="0"/>
              </a:rPr>
              <a:pPr/>
              <a:t>109</a:t>
            </a:fld>
            <a:endParaRPr lang="en-US">
              <a:latin typeface="Times New Roman" panose="02020603050405020304" pitchFamily="18" charset="0"/>
              <a:cs typeface="Times New Roman" panose="02020603050405020304" pitchFamily="18" charset="0"/>
            </a:endParaRPr>
          </a:p>
        </p:txBody>
      </p:sp>
      <p:sp>
        <p:nvSpPr>
          <p:cNvPr id="9" name="Footer Placeholder 12"/>
          <p:cNvSpPr>
            <a:spLocks noGrp="1"/>
          </p:cNvSpPr>
          <p:nvPr>
            <p:ph type="ftr" sz="quarter" idx="11"/>
          </p:nvPr>
        </p:nvSpPr>
        <p:spPr>
          <a:xfrm>
            <a:off x="1752600" y="6248415"/>
            <a:ext cx="5562600" cy="365125"/>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3"/>
          <a:stretch>
            <a:fillRect/>
          </a:stretch>
        </p:blipFill>
        <p:spPr>
          <a:xfrm>
            <a:off x="0" y="-5047"/>
            <a:ext cx="1752600" cy="1024530"/>
          </a:xfrm>
          <a:prstGeom prst="rect">
            <a:avLst/>
          </a:prstGeom>
        </p:spPr>
      </p:pic>
      <p:pic>
        <p:nvPicPr>
          <p:cNvPr id="2" name="Picture 1"/>
          <p:cNvPicPr>
            <a:picLocks noChangeAspect="1"/>
          </p:cNvPicPr>
          <p:nvPr/>
        </p:nvPicPr>
        <p:blipFill>
          <a:blip r:embed="rId4"/>
          <a:stretch>
            <a:fillRect/>
          </a:stretch>
        </p:blipFill>
        <p:spPr>
          <a:xfrm>
            <a:off x="1759527" y="-5047"/>
            <a:ext cx="7462151" cy="941672"/>
          </a:xfrm>
          <a:prstGeom prst="rect">
            <a:avLst/>
          </a:prstGeom>
        </p:spPr>
      </p:pic>
      <p:pic>
        <p:nvPicPr>
          <p:cNvPr id="10" name="Picture 9"/>
          <p:cNvPicPr>
            <a:picLocks noChangeAspect="1"/>
          </p:cNvPicPr>
          <p:nvPr/>
        </p:nvPicPr>
        <p:blipFill>
          <a:blip r:embed="rId5"/>
          <a:stretch>
            <a:fillRect/>
          </a:stretch>
        </p:blipFill>
        <p:spPr>
          <a:xfrm>
            <a:off x="3962400" y="90852"/>
            <a:ext cx="2822693" cy="749873"/>
          </a:xfrm>
          <a:prstGeom prst="rect">
            <a:avLst/>
          </a:prstGeom>
        </p:spPr>
      </p:pic>
    </p:spTree>
    <p:extLst>
      <p:ext uri="{BB962C8B-B14F-4D97-AF65-F5344CB8AC3E}">
        <p14:creationId xmlns:p14="http://schemas.microsoft.com/office/powerpoint/2010/main" val="3362679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110</a:t>
            </a:fld>
            <a:endParaRPr lang="en-US"/>
          </a:p>
        </p:txBody>
      </p:sp>
      <p:sp>
        <p:nvSpPr>
          <p:cNvPr id="9" name="Content Placeholder 8"/>
          <p:cNvSpPr>
            <a:spLocks noGrp="1"/>
          </p:cNvSpPr>
          <p:nvPr>
            <p:ph idx="1"/>
          </p:nvPr>
        </p:nvSpPr>
        <p:spPr>
          <a:xfrm>
            <a:off x="713664" y="2133600"/>
            <a:ext cx="7762125" cy="2215991"/>
          </a:xfrm>
          <a:prstGeom prst="rect">
            <a:avLst/>
          </a:prstGeom>
          <a:noFill/>
        </p:spPr>
        <p:txBody>
          <a:bodyPr wrap="none" lIns="91440" tIns="45720" rIns="91440" bIns="45720">
            <a:spAutoFit/>
          </a:bodyPr>
          <a:lstStyle/>
          <a:p>
            <a:pPr algn="ctr">
              <a:buNone/>
            </a:pPr>
            <a:r>
              <a:rPr lang="en-US" sz="13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10" name="Footer Placeholder 12"/>
          <p:cNvSpPr>
            <a:spLocks noGrp="1"/>
          </p:cNvSpPr>
          <p:nvPr>
            <p:ph type="ftr" sz="quarter" idx="11"/>
          </p:nvPr>
        </p:nvSpPr>
        <p:spPr>
          <a:xfrm>
            <a:off x="1981200" y="6096000"/>
            <a:ext cx="5334000" cy="517541"/>
          </a:xfrm>
        </p:spPr>
        <p:txBody>
          <a:bodyPr/>
          <a:lstStyle/>
          <a:p>
            <a:r>
              <a:rPr lang="sv-SE" sz="2000">
                <a:latin typeface="Times New Roman" panose="02020603050405020304" pitchFamily="18" charset="0"/>
                <a:cs typeface="Times New Roman" panose="02020603050405020304" pitchFamily="18" charset="0"/>
              </a:rPr>
              <a:t>Mr. Minhaj Nezami   AOE0861    TQM    Unit-2                         </a:t>
            </a:r>
            <a:endParaRPr lang="en-US" sz="2000" dirty="0">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E10D4F28-85E3-47DB-856A-897B656967B4}" type="datetime1">
              <a:rPr lang="en-US" smtClean="0"/>
              <a:t>5/1/2026</a:t>
            </a:fld>
            <a:endParaRPr lang="en-US" dirty="0"/>
          </a:p>
        </p:txBody>
      </p:sp>
      <p:pic>
        <p:nvPicPr>
          <p:cNvPr id="8" name="Picture 7"/>
          <p:cNvPicPr>
            <a:picLocks noChangeAspect="1"/>
          </p:cNvPicPr>
          <p:nvPr/>
        </p:nvPicPr>
        <p:blipFill>
          <a:blip r:embed="rId2"/>
          <a:stretch>
            <a:fillRect/>
          </a:stretch>
        </p:blipFill>
        <p:spPr>
          <a:xfrm>
            <a:off x="0" y="-5047"/>
            <a:ext cx="1752600" cy="1024530"/>
          </a:xfrm>
          <a:prstGeom prst="rect">
            <a:avLst/>
          </a:prstGeom>
        </p:spPr>
      </p:pic>
      <p:pic>
        <p:nvPicPr>
          <p:cNvPr id="3" name="Picture 2"/>
          <p:cNvPicPr>
            <a:picLocks noChangeAspect="1"/>
          </p:cNvPicPr>
          <p:nvPr/>
        </p:nvPicPr>
        <p:blipFill>
          <a:blip r:embed="rId3"/>
          <a:stretch>
            <a:fillRect/>
          </a:stretch>
        </p:blipFill>
        <p:spPr>
          <a:xfrm>
            <a:off x="1686467" y="-5047"/>
            <a:ext cx="7462151" cy="944962"/>
          </a:xfrm>
          <a:prstGeom prst="rect">
            <a:avLst/>
          </a:prstGeom>
        </p:spPr>
      </p:pic>
    </p:spTree>
    <p:extLst>
      <p:ext uri="{BB962C8B-B14F-4D97-AF65-F5344CB8AC3E}">
        <p14:creationId xmlns:p14="http://schemas.microsoft.com/office/powerpoint/2010/main" val="4102396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10EB66973E9294FAC88E302AED0D4BB" ma:contentTypeVersion="5" ma:contentTypeDescription="Create a new document." ma:contentTypeScope="" ma:versionID="a86ab2d4ba2caba11e26356378a7097c">
  <xsd:schema xmlns:xsd="http://www.w3.org/2001/XMLSchema" xmlns:xs="http://www.w3.org/2001/XMLSchema" xmlns:p="http://schemas.microsoft.com/office/2006/metadata/properties" xmlns:ns2="e932ca28-9566-489e-9fb7-fd3ef7d89fed" targetNamespace="http://schemas.microsoft.com/office/2006/metadata/properties" ma:root="true" ma:fieldsID="eb63a5825f1f3d8e91dff0465dfe6477" ns2:_="">
    <xsd:import namespace="e932ca28-9566-489e-9fb7-fd3ef7d89fe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32ca28-9566-489e-9fb7-fd3ef7d89f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992BE4-E921-4DE0-9966-88328CBCE839}">
  <ds:schemaRefs>
    <ds:schemaRef ds:uri="http://schemas.microsoft.com/sharepoint/v3/contenttype/forms"/>
  </ds:schemaRefs>
</ds:datastoreItem>
</file>

<file path=customXml/itemProps2.xml><?xml version="1.0" encoding="utf-8"?>
<ds:datastoreItem xmlns:ds="http://schemas.openxmlformats.org/officeDocument/2006/customXml" ds:itemID="{BBDA7B5F-4D1B-4135-A7D6-829BF435DD90}">
  <ds:schemaRefs>
    <ds:schemaRef ds:uri="http://schemas.microsoft.com/office/2006/metadata/properties"/>
    <ds:schemaRef ds:uri="http://schemas.microsoft.com/office/infopath/2007/PartnerControls"/>
    <ds:schemaRef ds:uri="http://purl.org/dc/dcmitype/"/>
    <ds:schemaRef ds:uri="http://www.w3.org/XML/1998/namespace"/>
    <ds:schemaRef ds:uri="http://schemas.microsoft.com/office/2006/documentManagement/types"/>
    <ds:schemaRef ds:uri="http://schemas.openxmlformats.org/package/2006/metadata/core-properties"/>
    <ds:schemaRef ds:uri="http://purl.org/dc/elements/1.1/"/>
    <ds:schemaRef ds:uri="http://purl.org/dc/terms/"/>
    <ds:schemaRef ds:uri="e932ca28-9566-489e-9fb7-fd3ef7d89fed"/>
  </ds:schemaRefs>
</ds:datastoreItem>
</file>

<file path=customXml/itemProps3.xml><?xml version="1.0" encoding="utf-8"?>
<ds:datastoreItem xmlns:ds="http://schemas.openxmlformats.org/officeDocument/2006/customXml" ds:itemID="{CB3E8F31-30F6-401F-AD12-455BC94F4FF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32ca28-9566-489e-9fb7-fd3ef7d89fe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3446</TotalTime>
  <Words>7842</Words>
  <Application>Microsoft Office PowerPoint</Application>
  <PresentationFormat>On-screen Show (4:3)</PresentationFormat>
  <Paragraphs>1131</Paragraphs>
  <Slides>110</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110</vt:i4>
      </vt:variant>
    </vt:vector>
  </HeadingPairs>
  <TitlesOfParts>
    <vt:vector size="117" baseType="lpstr">
      <vt:lpstr>Arial</vt:lpstr>
      <vt:lpstr>Arial MT</vt:lpstr>
      <vt:lpstr>Calibri</vt:lpstr>
      <vt:lpstr>Georgia</vt:lpstr>
      <vt:lpstr>Times New Roman</vt:lpstr>
      <vt:lpstr>Wingdings</vt:lpstr>
      <vt:lpstr>Office Theme</vt:lpstr>
      <vt:lpstr>PowerPoint Presentation</vt:lpstr>
      <vt:lpstr>PowerPoint Presentation</vt:lpstr>
      <vt:lpstr>Contents</vt:lpstr>
      <vt:lpstr>PowerPoint Presentation</vt:lpstr>
      <vt:lpstr>Course Objectives</vt:lpstr>
      <vt:lpstr>Course Outcomes</vt:lpstr>
      <vt:lpstr>Program Outcomes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Quality circle (TQM Circle) (CO2)</vt:lpstr>
      <vt:lpstr>Quality circle (TQM Circle) (CO2)</vt:lpstr>
      <vt:lpstr>Quality circle (TQM Circle) (CO2)</vt:lpstr>
      <vt:lpstr>Quality circle (TQM Circle) (CO2)</vt:lpstr>
      <vt:lpstr>Quality circle (TQM Circle) (CO2)</vt:lpstr>
      <vt:lpstr>Quality circle (TQM Circle) (CO2)</vt:lpstr>
      <vt:lpstr>PowerPoint Presentation</vt:lpstr>
      <vt:lpstr>Quality circle (TQM Circle) (CO2)</vt:lpstr>
      <vt:lpstr>PowerPoint Presentation</vt:lpstr>
      <vt:lpstr>PowerPoint Presentation</vt:lpstr>
      <vt:lpstr>Deming’s 14-Point Program for Improving Quality</vt:lpstr>
      <vt:lpstr>The Deming philosophy</vt:lpstr>
      <vt:lpstr>PowerPoint Presentation</vt:lpstr>
      <vt:lpstr>The Deming philosophy</vt:lpstr>
      <vt:lpstr>The Deming philosophy</vt:lpstr>
      <vt:lpstr>PowerPoint Presentation</vt:lpstr>
      <vt:lpstr>The Juran philosophy</vt:lpstr>
      <vt:lpstr>The Juran philosophy</vt:lpstr>
      <vt:lpstr>PowerPoint Presentation</vt:lpstr>
      <vt:lpstr>The Crosby philosophy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ndc</dc:creator>
  <cp:lastModifiedBy>Mr. Minhaj Nezami</cp:lastModifiedBy>
  <cp:revision>241</cp:revision>
  <dcterms:created xsi:type="dcterms:W3CDTF">2020-05-17T04:03:04Z</dcterms:created>
  <dcterms:modified xsi:type="dcterms:W3CDTF">2026-05-01T06:31:51Z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0x010100810EB66973E9294FAC88E302AED0D4BB</vt:lpwstr>
  </property>
</Properties>
</file>