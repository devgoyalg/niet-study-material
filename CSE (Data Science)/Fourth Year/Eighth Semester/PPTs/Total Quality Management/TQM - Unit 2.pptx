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3"/>
  </p:notesMasterIdLst>
  <p:sldIdLst>
    <p:sldId id="347" r:id="rId5"/>
    <p:sldId id="356" r:id="rId6"/>
    <p:sldId id="258" r:id="rId7"/>
    <p:sldId id="266" r:id="rId8"/>
    <p:sldId id="260" r:id="rId9"/>
    <p:sldId id="261" r:id="rId10"/>
    <p:sldId id="354" r:id="rId11"/>
    <p:sldId id="262" r:id="rId12"/>
    <p:sldId id="355" r:id="rId13"/>
    <p:sldId id="308" r:id="rId14"/>
    <p:sldId id="357" r:id="rId15"/>
    <p:sldId id="340" r:id="rId16"/>
    <p:sldId id="309" r:id="rId17"/>
    <p:sldId id="310" r:id="rId18"/>
    <p:sldId id="312" r:id="rId19"/>
    <p:sldId id="311" r:id="rId20"/>
    <p:sldId id="321" r:id="rId21"/>
    <p:sldId id="319" r:id="rId22"/>
    <p:sldId id="358" r:id="rId23"/>
    <p:sldId id="359" r:id="rId24"/>
    <p:sldId id="360" r:id="rId25"/>
    <p:sldId id="361" r:id="rId26"/>
    <p:sldId id="362" r:id="rId27"/>
    <p:sldId id="363" r:id="rId28"/>
    <p:sldId id="364" r:id="rId29"/>
    <p:sldId id="365" r:id="rId30"/>
    <p:sldId id="366" r:id="rId31"/>
    <p:sldId id="367" r:id="rId32"/>
    <p:sldId id="368" r:id="rId33"/>
    <p:sldId id="369" r:id="rId34"/>
    <p:sldId id="370" r:id="rId35"/>
    <p:sldId id="371" r:id="rId36"/>
    <p:sldId id="372" r:id="rId37"/>
    <p:sldId id="373" r:id="rId38"/>
    <p:sldId id="374" r:id="rId39"/>
    <p:sldId id="375" r:id="rId40"/>
    <p:sldId id="376" r:id="rId41"/>
    <p:sldId id="377" r:id="rId42"/>
    <p:sldId id="378" r:id="rId43"/>
    <p:sldId id="379" r:id="rId44"/>
    <p:sldId id="380" r:id="rId45"/>
    <p:sldId id="381" r:id="rId46"/>
    <p:sldId id="382" r:id="rId47"/>
    <p:sldId id="383" r:id="rId48"/>
    <p:sldId id="384" r:id="rId49"/>
    <p:sldId id="385" r:id="rId50"/>
    <p:sldId id="386" r:id="rId51"/>
    <p:sldId id="387" r:id="rId52"/>
    <p:sldId id="388" r:id="rId53"/>
    <p:sldId id="389" r:id="rId54"/>
    <p:sldId id="390" r:id="rId55"/>
    <p:sldId id="391" r:id="rId56"/>
    <p:sldId id="291" r:id="rId57"/>
    <p:sldId id="292" r:id="rId58"/>
    <p:sldId id="293" r:id="rId59"/>
    <p:sldId id="294" r:id="rId60"/>
    <p:sldId id="295" r:id="rId61"/>
    <p:sldId id="296" r:id="rId62"/>
    <p:sldId id="297" r:id="rId63"/>
    <p:sldId id="298" r:id="rId64"/>
    <p:sldId id="299" r:id="rId65"/>
    <p:sldId id="306" r:id="rId66"/>
    <p:sldId id="300" r:id="rId67"/>
    <p:sldId id="301" r:id="rId68"/>
    <p:sldId id="302" r:id="rId69"/>
    <p:sldId id="305" r:id="rId70"/>
    <p:sldId id="353" r:id="rId71"/>
    <p:sldId id="304" r:id="rId7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3E0089-4D21-4FAD-8B7D-A047DBB121AF}" v="25" dt="2024-02-20T09:24:49.074"/>
  </p1510:revLst>
</p1510:revInfo>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536"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presProps" Target="presProps.xml"/><Relationship Id="rId79"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notesMaster" Target="notesMasters/notesMaster1.xml"/><Relationship Id="rId78"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IF ANAS(FW)" userId="S::1813310043@niet.co.in::c52b9bee-2e4b-4706-92ed-87ba6846bf7e" providerId="AD" clId="Web-{D0E18338-1AD8-42B6-8E0D-82451EED340D}"/>
    <pc:docChg chg="modSld">
      <pc:chgData name="ASIF ANAS(FW)" userId="S::1813310043@niet.co.in::c52b9bee-2e4b-4706-92ed-87ba6846bf7e" providerId="AD" clId="Web-{D0E18338-1AD8-42B6-8E0D-82451EED340D}" dt="2022-06-04T20:37:24.933" v="0" actId="1076"/>
      <pc:docMkLst>
        <pc:docMk/>
      </pc:docMkLst>
      <pc:sldChg chg="modSp">
        <pc:chgData name="ASIF ANAS(FW)" userId="S::1813310043@niet.co.in::c52b9bee-2e4b-4706-92ed-87ba6846bf7e" providerId="AD" clId="Web-{D0E18338-1AD8-42B6-8E0D-82451EED340D}" dt="2022-06-04T20:37:24.933" v="0" actId="1076"/>
        <pc:sldMkLst>
          <pc:docMk/>
          <pc:sldMk cId="3919311891" sldId="276"/>
        </pc:sldMkLst>
        <pc:spChg chg="mod">
          <ac:chgData name="ASIF ANAS(FW)" userId="S::1813310043@niet.co.in::c52b9bee-2e4b-4706-92ed-87ba6846bf7e" providerId="AD" clId="Web-{D0E18338-1AD8-42B6-8E0D-82451EED340D}" dt="2022-06-04T20:37:24.933" v="0" actId="1076"/>
          <ac:spMkLst>
            <pc:docMk/>
            <pc:sldMk cId="3919311891" sldId="276"/>
            <ac:spMk id="12" creationId="{00000000-0000-0000-0000-000000000000}"/>
          </ac:spMkLst>
        </pc:spChg>
      </pc:sldChg>
    </pc:docChg>
  </pc:docChgLst>
  <pc:docChgLst>
    <pc:chgData name="MADNEETA SINGH" userId="ba487e41d220043c" providerId="LiveId" clId="{F93E0089-4D21-4FAD-8B7D-A047DBB121AF}"/>
    <pc:docChg chg="undo custSel addSld delSld modSld sldOrd">
      <pc:chgData name="MADNEETA SINGH" userId="ba487e41d220043c" providerId="LiveId" clId="{F93E0089-4D21-4FAD-8B7D-A047DBB121AF}" dt="2024-02-20T09:55:09.382" v="472" actId="2696"/>
      <pc:docMkLst>
        <pc:docMk/>
      </pc:docMkLst>
      <pc:sldChg chg="delSp mod">
        <pc:chgData name="MADNEETA SINGH" userId="ba487e41d220043c" providerId="LiveId" clId="{F93E0089-4D21-4FAD-8B7D-A047DBB121AF}" dt="2024-02-17T12:31:35.487" v="22" actId="478"/>
        <pc:sldMkLst>
          <pc:docMk/>
          <pc:sldMk cId="0" sldId="257"/>
        </pc:sldMkLst>
        <pc:picChg chg="del">
          <ac:chgData name="MADNEETA SINGH" userId="ba487e41d220043c" providerId="LiveId" clId="{F93E0089-4D21-4FAD-8B7D-A047DBB121AF}" dt="2024-02-17T12:31:35.487" v="22" actId="478"/>
          <ac:picMkLst>
            <pc:docMk/>
            <pc:sldMk cId="0" sldId="257"/>
            <ac:picMk id="7" creationId="{41DCC336-C813-2CF4-7655-E9EEAB9246B1}"/>
          </ac:picMkLst>
        </pc:picChg>
      </pc:sldChg>
      <pc:sldChg chg="del">
        <pc:chgData name="MADNEETA SINGH" userId="ba487e41d220043c" providerId="LiveId" clId="{F93E0089-4D21-4FAD-8B7D-A047DBB121AF}" dt="2024-02-13T04:43:13.402" v="3" actId="2696"/>
        <pc:sldMkLst>
          <pc:docMk/>
          <pc:sldMk cId="4192245201" sldId="263"/>
        </pc:sldMkLst>
      </pc:sldChg>
      <pc:sldChg chg="del">
        <pc:chgData name="MADNEETA SINGH" userId="ba487e41d220043c" providerId="LiveId" clId="{F93E0089-4D21-4FAD-8B7D-A047DBB121AF}" dt="2024-02-13T04:41:19.626" v="0" actId="2696"/>
        <pc:sldMkLst>
          <pc:docMk/>
          <pc:sldMk cId="3919311891" sldId="264"/>
        </pc:sldMkLst>
      </pc:sldChg>
      <pc:sldChg chg="del">
        <pc:chgData name="MADNEETA SINGH" userId="ba487e41d220043c" providerId="LiveId" clId="{F93E0089-4D21-4FAD-8B7D-A047DBB121AF}" dt="2024-02-13T04:43:13.402" v="3" actId="2696"/>
        <pc:sldMkLst>
          <pc:docMk/>
          <pc:sldMk cId="3919311891" sldId="265"/>
        </pc:sldMkLst>
      </pc:sldChg>
      <pc:sldChg chg="del">
        <pc:chgData name="MADNEETA SINGH" userId="ba487e41d220043c" providerId="LiveId" clId="{F93E0089-4D21-4FAD-8B7D-A047DBB121AF}" dt="2024-02-13T04:43:13.402" v="3" actId="2696"/>
        <pc:sldMkLst>
          <pc:docMk/>
          <pc:sldMk cId="3919311891" sldId="267"/>
        </pc:sldMkLst>
      </pc:sldChg>
      <pc:sldChg chg="del">
        <pc:chgData name="MADNEETA SINGH" userId="ba487e41d220043c" providerId="LiveId" clId="{F93E0089-4D21-4FAD-8B7D-A047DBB121AF}" dt="2024-02-13T04:43:13.402" v="3" actId="2696"/>
        <pc:sldMkLst>
          <pc:docMk/>
          <pc:sldMk cId="3919311891" sldId="268"/>
        </pc:sldMkLst>
      </pc:sldChg>
      <pc:sldChg chg="del">
        <pc:chgData name="MADNEETA SINGH" userId="ba487e41d220043c" providerId="LiveId" clId="{F93E0089-4D21-4FAD-8B7D-A047DBB121AF}" dt="2024-02-13T04:43:13.402" v="3" actId="2696"/>
        <pc:sldMkLst>
          <pc:docMk/>
          <pc:sldMk cId="3919311891" sldId="269"/>
        </pc:sldMkLst>
      </pc:sldChg>
      <pc:sldChg chg="del">
        <pc:chgData name="MADNEETA SINGH" userId="ba487e41d220043c" providerId="LiveId" clId="{F93E0089-4D21-4FAD-8B7D-A047DBB121AF}" dt="2024-02-13T04:43:13.402" v="3" actId="2696"/>
        <pc:sldMkLst>
          <pc:docMk/>
          <pc:sldMk cId="3919311891" sldId="270"/>
        </pc:sldMkLst>
      </pc:sldChg>
      <pc:sldChg chg="del">
        <pc:chgData name="MADNEETA SINGH" userId="ba487e41d220043c" providerId="LiveId" clId="{F93E0089-4D21-4FAD-8B7D-A047DBB121AF}" dt="2024-02-13T04:43:13.402" v="3" actId="2696"/>
        <pc:sldMkLst>
          <pc:docMk/>
          <pc:sldMk cId="3919311891" sldId="271"/>
        </pc:sldMkLst>
      </pc:sldChg>
      <pc:sldChg chg="del">
        <pc:chgData name="MADNEETA SINGH" userId="ba487e41d220043c" providerId="LiveId" clId="{F93E0089-4D21-4FAD-8B7D-A047DBB121AF}" dt="2024-02-13T04:43:13.402" v="3" actId="2696"/>
        <pc:sldMkLst>
          <pc:docMk/>
          <pc:sldMk cId="3919311891" sldId="272"/>
        </pc:sldMkLst>
      </pc:sldChg>
      <pc:sldChg chg="del">
        <pc:chgData name="MADNEETA SINGH" userId="ba487e41d220043c" providerId="LiveId" clId="{F93E0089-4D21-4FAD-8B7D-A047DBB121AF}" dt="2024-02-13T04:43:13.402" v="3" actId="2696"/>
        <pc:sldMkLst>
          <pc:docMk/>
          <pc:sldMk cId="3919311891" sldId="273"/>
        </pc:sldMkLst>
      </pc:sldChg>
      <pc:sldChg chg="del">
        <pc:chgData name="MADNEETA SINGH" userId="ba487e41d220043c" providerId="LiveId" clId="{F93E0089-4D21-4FAD-8B7D-A047DBB121AF}" dt="2024-02-13T04:43:13.402" v="3" actId="2696"/>
        <pc:sldMkLst>
          <pc:docMk/>
          <pc:sldMk cId="3919311891" sldId="274"/>
        </pc:sldMkLst>
      </pc:sldChg>
      <pc:sldChg chg="del">
        <pc:chgData name="MADNEETA SINGH" userId="ba487e41d220043c" providerId="LiveId" clId="{F93E0089-4D21-4FAD-8B7D-A047DBB121AF}" dt="2024-02-13T04:43:13.402" v="3" actId="2696"/>
        <pc:sldMkLst>
          <pc:docMk/>
          <pc:sldMk cId="3919311891" sldId="275"/>
        </pc:sldMkLst>
      </pc:sldChg>
      <pc:sldChg chg="del">
        <pc:chgData name="MADNEETA SINGH" userId="ba487e41d220043c" providerId="LiveId" clId="{F93E0089-4D21-4FAD-8B7D-A047DBB121AF}" dt="2024-02-13T04:43:13.402" v="3" actId="2696"/>
        <pc:sldMkLst>
          <pc:docMk/>
          <pc:sldMk cId="3919311891" sldId="276"/>
        </pc:sldMkLst>
      </pc:sldChg>
      <pc:sldChg chg="del">
        <pc:chgData name="MADNEETA SINGH" userId="ba487e41d220043c" providerId="LiveId" clId="{F93E0089-4D21-4FAD-8B7D-A047DBB121AF}" dt="2024-02-13T04:43:13.402" v="3" actId="2696"/>
        <pc:sldMkLst>
          <pc:docMk/>
          <pc:sldMk cId="3919311891" sldId="277"/>
        </pc:sldMkLst>
      </pc:sldChg>
      <pc:sldChg chg="del">
        <pc:chgData name="MADNEETA SINGH" userId="ba487e41d220043c" providerId="LiveId" clId="{F93E0089-4D21-4FAD-8B7D-A047DBB121AF}" dt="2024-02-13T04:43:13.402" v="3" actId="2696"/>
        <pc:sldMkLst>
          <pc:docMk/>
          <pc:sldMk cId="3919311891" sldId="278"/>
        </pc:sldMkLst>
      </pc:sldChg>
      <pc:sldChg chg="del">
        <pc:chgData name="MADNEETA SINGH" userId="ba487e41d220043c" providerId="LiveId" clId="{F93E0089-4D21-4FAD-8B7D-A047DBB121AF}" dt="2024-02-13T04:43:13.402" v="3" actId="2696"/>
        <pc:sldMkLst>
          <pc:docMk/>
          <pc:sldMk cId="3919311891" sldId="280"/>
        </pc:sldMkLst>
      </pc:sldChg>
      <pc:sldChg chg="del">
        <pc:chgData name="MADNEETA SINGH" userId="ba487e41d220043c" providerId="LiveId" clId="{F93E0089-4D21-4FAD-8B7D-A047DBB121AF}" dt="2024-02-13T04:43:13.402" v="3" actId="2696"/>
        <pc:sldMkLst>
          <pc:docMk/>
          <pc:sldMk cId="3919311891" sldId="282"/>
        </pc:sldMkLst>
      </pc:sldChg>
      <pc:sldChg chg="del">
        <pc:chgData name="MADNEETA SINGH" userId="ba487e41d220043c" providerId="LiveId" clId="{F93E0089-4D21-4FAD-8B7D-A047DBB121AF}" dt="2024-02-13T04:43:13.402" v="3" actId="2696"/>
        <pc:sldMkLst>
          <pc:docMk/>
          <pc:sldMk cId="3919311891" sldId="283"/>
        </pc:sldMkLst>
      </pc:sldChg>
      <pc:sldChg chg="del">
        <pc:chgData name="MADNEETA SINGH" userId="ba487e41d220043c" providerId="LiveId" clId="{F93E0089-4D21-4FAD-8B7D-A047DBB121AF}" dt="2024-02-13T04:43:13.402" v="3" actId="2696"/>
        <pc:sldMkLst>
          <pc:docMk/>
          <pc:sldMk cId="3919311891" sldId="289"/>
        </pc:sldMkLst>
      </pc:sldChg>
      <pc:sldChg chg="modSp mod">
        <pc:chgData name="MADNEETA SINGH" userId="ba487e41d220043c" providerId="LiveId" clId="{F93E0089-4D21-4FAD-8B7D-A047DBB121AF}" dt="2024-02-13T04:44:21.671" v="9" actId="14100"/>
        <pc:sldMkLst>
          <pc:docMk/>
          <pc:sldMk cId="3919311891" sldId="309"/>
        </pc:sldMkLst>
        <pc:spChg chg="mod">
          <ac:chgData name="MADNEETA SINGH" userId="ba487e41d220043c" providerId="LiveId" clId="{F93E0089-4D21-4FAD-8B7D-A047DBB121AF}" dt="2024-02-13T04:44:21.671" v="9" actId="14100"/>
          <ac:spMkLst>
            <pc:docMk/>
            <pc:sldMk cId="3919311891" sldId="309"/>
            <ac:spMk id="3" creationId="{00000000-0000-0000-0000-000000000000}"/>
          </ac:spMkLst>
        </pc:spChg>
      </pc:sldChg>
      <pc:sldChg chg="del ord">
        <pc:chgData name="MADNEETA SINGH" userId="ba487e41d220043c" providerId="LiveId" clId="{F93E0089-4D21-4FAD-8B7D-A047DBB121AF}" dt="2024-02-20T09:54:10.859" v="465" actId="2696"/>
        <pc:sldMkLst>
          <pc:docMk/>
          <pc:sldMk cId="3919311891" sldId="313"/>
        </pc:sldMkLst>
      </pc:sldChg>
      <pc:sldChg chg="del">
        <pc:chgData name="MADNEETA SINGH" userId="ba487e41d220043c" providerId="LiveId" clId="{F93E0089-4D21-4FAD-8B7D-A047DBB121AF}" dt="2024-02-20T09:54:23.490" v="466" actId="2696"/>
        <pc:sldMkLst>
          <pc:docMk/>
          <pc:sldMk cId="3919311891" sldId="314"/>
        </pc:sldMkLst>
      </pc:sldChg>
      <pc:sldChg chg="del">
        <pc:chgData name="MADNEETA SINGH" userId="ba487e41d220043c" providerId="LiveId" clId="{F93E0089-4D21-4FAD-8B7D-A047DBB121AF}" dt="2024-02-20T09:54:23.490" v="466" actId="2696"/>
        <pc:sldMkLst>
          <pc:docMk/>
          <pc:sldMk cId="3919311891" sldId="315"/>
        </pc:sldMkLst>
      </pc:sldChg>
      <pc:sldChg chg="del">
        <pc:chgData name="MADNEETA SINGH" userId="ba487e41d220043c" providerId="LiveId" clId="{F93E0089-4D21-4FAD-8B7D-A047DBB121AF}" dt="2024-02-20T09:54:23.490" v="466" actId="2696"/>
        <pc:sldMkLst>
          <pc:docMk/>
          <pc:sldMk cId="3919311891" sldId="316"/>
        </pc:sldMkLst>
      </pc:sldChg>
      <pc:sldChg chg="del">
        <pc:chgData name="MADNEETA SINGH" userId="ba487e41d220043c" providerId="LiveId" clId="{F93E0089-4D21-4FAD-8B7D-A047DBB121AF}" dt="2024-02-20T09:54:40.434" v="468" actId="2696"/>
        <pc:sldMkLst>
          <pc:docMk/>
          <pc:sldMk cId="3919311891" sldId="317"/>
        </pc:sldMkLst>
      </pc:sldChg>
      <pc:sldChg chg="del">
        <pc:chgData name="MADNEETA SINGH" userId="ba487e41d220043c" providerId="LiveId" clId="{F93E0089-4D21-4FAD-8B7D-A047DBB121AF}" dt="2024-02-20T09:54:57.297" v="470" actId="2696"/>
        <pc:sldMkLst>
          <pc:docMk/>
          <pc:sldMk cId="3919311891" sldId="318"/>
        </pc:sldMkLst>
      </pc:sldChg>
      <pc:sldChg chg="del">
        <pc:chgData name="MADNEETA SINGH" userId="ba487e41d220043c" providerId="LiveId" clId="{F93E0089-4D21-4FAD-8B7D-A047DBB121AF}" dt="2024-02-20T09:54:52.517" v="469" actId="2696"/>
        <pc:sldMkLst>
          <pc:docMk/>
          <pc:sldMk cId="3919311891" sldId="322"/>
        </pc:sldMkLst>
      </pc:sldChg>
      <pc:sldChg chg="del">
        <pc:chgData name="MADNEETA SINGH" userId="ba487e41d220043c" providerId="LiveId" clId="{F93E0089-4D21-4FAD-8B7D-A047DBB121AF}" dt="2024-02-20T09:54:52.517" v="469" actId="2696"/>
        <pc:sldMkLst>
          <pc:docMk/>
          <pc:sldMk cId="3919311891" sldId="323"/>
        </pc:sldMkLst>
      </pc:sldChg>
      <pc:sldChg chg="del">
        <pc:chgData name="MADNEETA SINGH" userId="ba487e41d220043c" providerId="LiveId" clId="{F93E0089-4D21-4FAD-8B7D-A047DBB121AF}" dt="2024-02-20T09:54:52.517" v="469" actId="2696"/>
        <pc:sldMkLst>
          <pc:docMk/>
          <pc:sldMk cId="3919311891" sldId="324"/>
        </pc:sldMkLst>
      </pc:sldChg>
      <pc:sldChg chg="del">
        <pc:chgData name="MADNEETA SINGH" userId="ba487e41d220043c" providerId="LiveId" clId="{F93E0089-4D21-4FAD-8B7D-A047DBB121AF}" dt="2024-02-20T09:54:52.517" v="469" actId="2696"/>
        <pc:sldMkLst>
          <pc:docMk/>
          <pc:sldMk cId="3919311891" sldId="325"/>
        </pc:sldMkLst>
      </pc:sldChg>
      <pc:sldChg chg="del">
        <pc:chgData name="MADNEETA SINGH" userId="ba487e41d220043c" providerId="LiveId" clId="{F93E0089-4D21-4FAD-8B7D-A047DBB121AF}" dt="2024-02-20T09:55:02.397" v="471" actId="2696"/>
        <pc:sldMkLst>
          <pc:docMk/>
          <pc:sldMk cId="3919311891" sldId="326"/>
        </pc:sldMkLst>
      </pc:sldChg>
      <pc:sldChg chg="del">
        <pc:chgData name="MADNEETA SINGH" userId="ba487e41d220043c" providerId="LiveId" clId="{F93E0089-4D21-4FAD-8B7D-A047DBB121AF}" dt="2024-02-20T09:54:57.297" v="470" actId="2696"/>
        <pc:sldMkLst>
          <pc:docMk/>
          <pc:sldMk cId="3919311891" sldId="327"/>
        </pc:sldMkLst>
      </pc:sldChg>
      <pc:sldChg chg="del">
        <pc:chgData name="MADNEETA SINGH" userId="ba487e41d220043c" providerId="LiveId" clId="{F93E0089-4D21-4FAD-8B7D-A047DBB121AF}" dt="2024-02-13T04:43:13.402" v="3" actId="2696"/>
        <pc:sldMkLst>
          <pc:docMk/>
          <pc:sldMk cId="3919311891" sldId="329"/>
        </pc:sldMkLst>
      </pc:sldChg>
      <pc:sldChg chg="del">
        <pc:chgData name="MADNEETA SINGH" userId="ba487e41d220043c" providerId="LiveId" clId="{F93E0089-4D21-4FAD-8B7D-A047DBB121AF}" dt="2024-02-13T04:43:13.402" v="3" actId="2696"/>
        <pc:sldMkLst>
          <pc:docMk/>
          <pc:sldMk cId="3919311891" sldId="331"/>
        </pc:sldMkLst>
      </pc:sldChg>
      <pc:sldChg chg="del">
        <pc:chgData name="MADNEETA SINGH" userId="ba487e41d220043c" providerId="LiveId" clId="{F93E0089-4D21-4FAD-8B7D-A047DBB121AF}" dt="2024-02-13T04:43:13.402" v="3" actId="2696"/>
        <pc:sldMkLst>
          <pc:docMk/>
          <pc:sldMk cId="3919311891" sldId="332"/>
        </pc:sldMkLst>
      </pc:sldChg>
      <pc:sldChg chg="del">
        <pc:chgData name="MADNEETA SINGH" userId="ba487e41d220043c" providerId="LiveId" clId="{F93E0089-4D21-4FAD-8B7D-A047DBB121AF}" dt="2024-02-13T04:41:24.847" v="1" actId="2696"/>
        <pc:sldMkLst>
          <pc:docMk/>
          <pc:sldMk cId="3919311891" sldId="334"/>
        </pc:sldMkLst>
      </pc:sldChg>
      <pc:sldChg chg="del">
        <pc:chgData name="MADNEETA SINGH" userId="ba487e41d220043c" providerId="LiveId" clId="{F93E0089-4D21-4FAD-8B7D-A047DBB121AF}" dt="2024-02-13T04:41:30.719" v="2" actId="2696"/>
        <pc:sldMkLst>
          <pc:docMk/>
          <pc:sldMk cId="3919311891" sldId="336"/>
        </pc:sldMkLst>
      </pc:sldChg>
      <pc:sldChg chg="del">
        <pc:chgData name="MADNEETA SINGH" userId="ba487e41d220043c" providerId="LiveId" clId="{F93E0089-4D21-4FAD-8B7D-A047DBB121AF}" dt="2024-02-13T04:43:21.564" v="4" actId="2696"/>
        <pc:sldMkLst>
          <pc:docMk/>
          <pc:sldMk cId="3919311891" sldId="338"/>
        </pc:sldMkLst>
      </pc:sldChg>
      <pc:sldChg chg="del">
        <pc:chgData name="MADNEETA SINGH" userId="ba487e41d220043c" providerId="LiveId" clId="{F93E0089-4D21-4FAD-8B7D-A047DBB121AF}" dt="2024-02-13T04:45:23.066" v="10" actId="2696"/>
        <pc:sldMkLst>
          <pc:docMk/>
          <pc:sldMk cId="3919311891" sldId="342"/>
        </pc:sldMkLst>
      </pc:sldChg>
      <pc:sldChg chg="del ord">
        <pc:chgData name="MADNEETA SINGH" userId="ba487e41d220043c" providerId="LiveId" clId="{F93E0089-4D21-4FAD-8B7D-A047DBB121AF}" dt="2024-02-20T09:54:23.490" v="466" actId="2696"/>
        <pc:sldMkLst>
          <pc:docMk/>
          <pc:sldMk cId="3919311891" sldId="343"/>
        </pc:sldMkLst>
      </pc:sldChg>
      <pc:sldChg chg="del">
        <pc:chgData name="MADNEETA SINGH" userId="ba487e41d220043c" providerId="LiveId" clId="{F93E0089-4D21-4FAD-8B7D-A047DBB121AF}" dt="2024-02-20T09:54:33.549" v="467" actId="2696"/>
        <pc:sldMkLst>
          <pc:docMk/>
          <pc:sldMk cId="3919311891" sldId="345"/>
        </pc:sldMkLst>
      </pc:sldChg>
      <pc:sldChg chg="del">
        <pc:chgData name="MADNEETA SINGH" userId="ba487e41d220043c" providerId="LiveId" clId="{F93E0089-4D21-4FAD-8B7D-A047DBB121AF}" dt="2024-02-20T09:54:40.434" v="468" actId="2696"/>
        <pc:sldMkLst>
          <pc:docMk/>
          <pc:sldMk cId="3919311891" sldId="346"/>
        </pc:sldMkLst>
      </pc:sldChg>
      <pc:sldChg chg="del">
        <pc:chgData name="MADNEETA SINGH" userId="ba487e41d220043c" providerId="LiveId" clId="{F93E0089-4D21-4FAD-8B7D-A047DBB121AF}" dt="2024-02-20T09:54:23.490" v="466" actId="2696"/>
        <pc:sldMkLst>
          <pc:docMk/>
          <pc:sldMk cId="2587570158" sldId="347"/>
        </pc:sldMkLst>
      </pc:sldChg>
      <pc:sldChg chg="del">
        <pc:chgData name="MADNEETA SINGH" userId="ba487e41d220043c" providerId="LiveId" clId="{F93E0089-4D21-4FAD-8B7D-A047DBB121AF}" dt="2024-02-20T09:54:33.549" v="467" actId="2696"/>
        <pc:sldMkLst>
          <pc:docMk/>
          <pc:sldMk cId="0" sldId="348"/>
        </pc:sldMkLst>
      </pc:sldChg>
      <pc:sldChg chg="del">
        <pc:chgData name="MADNEETA SINGH" userId="ba487e41d220043c" providerId="LiveId" clId="{F93E0089-4D21-4FAD-8B7D-A047DBB121AF}" dt="2024-02-20T09:55:02.397" v="471" actId="2696"/>
        <pc:sldMkLst>
          <pc:docMk/>
          <pc:sldMk cId="0" sldId="349"/>
        </pc:sldMkLst>
      </pc:sldChg>
      <pc:sldChg chg="del">
        <pc:chgData name="MADNEETA SINGH" userId="ba487e41d220043c" providerId="LiveId" clId="{F93E0089-4D21-4FAD-8B7D-A047DBB121AF}" dt="2024-02-20T09:55:09.382" v="472" actId="2696"/>
        <pc:sldMkLst>
          <pc:docMk/>
          <pc:sldMk cId="0" sldId="350"/>
        </pc:sldMkLst>
      </pc:sldChg>
      <pc:sldChg chg="del">
        <pc:chgData name="MADNEETA SINGH" userId="ba487e41d220043c" providerId="LiveId" clId="{F93E0089-4D21-4FAD-8B7D-A047DBB121AF}" dt="2024-02-20T09:55:09.382" v="472" actId="2696"/>
        <pc:sldMkLst>
          <pc:docMk/>
          <pc:sldMk cId="0" sldId="351"/>
        </pc:sldMkLst>
      </pc:sldChg>
      <pc:sldChg chg="del">
        <pc:chgData name="MADNEETA SINGH" userId="ba487e41d220043c" providerId="LiveId" clId="{F93E0089-4D21-4FAD-8B7D-A047DBB121AF}" dt="2024-02-20T09:55:09.382" v="472" actId="2696"/>
        <pc:sldMkLst>
          <pc:docMk/>
          <pc:sldMk cId="0" sldId="352"/>
        </pc:sldMkLst>
      </pc:sldChg>
      <pc:sldChg chg="addSp new mod">
        <pc:chgData name="MADNEETA SINGH" userId="ba487e41d220043c" providerId="LiveId" clId="{F93E0089-4D21-4FAD-8B7D-A047DBB121AF}" dt="2024-02-17T12:29:10.384" v="12" actId="22"/>
        <pc:sldMkLst>
          <pc:docMk/>
          <pc:sldMk cId="551159150" sldId="358"/>
        </pc:sldMkLst>
        <pc:picChg chg="add">
          <ac:chgData name="MADNEETA SINGH" userId="ba487e41d220043c" providerId="LiveId" clId="{F93E0089-4D21-4FAD-8B7D-A047DBB121AF}" dt="2024-02-17T12:29:10.384" v="12" actId="22"/>
          <ac:picMkLst>
            <pc:docMk/>
            <pc:sldMk cId="551159150" sldId="358"/>
            <ac:picMk id="6" creationId="{3681797E-E359-7117-2114-18F7385150B3}"/>
          </ac:picMkLst>
        </pc:picChg>
      </pc:sldChg>
      <pc:sldChg chg="addSp new mod">
        <pc:chgData name="MADNEETA SINGH" userId="ba487e41d220043c" providerId="LiveId" clId="{F93E0089-4D21-4FAD-8B7D-A047DBB121AF}" dt="2024-02-17T12:29:44.029" v="14" actId="22"/>
        <pc:sldMkLst>
          <pc:docMk/>
          <pc:sldMk cId="249817699" sldId="359"/>
        </pc:sldMkLst>
        <pc:picChg chg="add">
          <ac:chgData name="MADNEETA SINGH" userId="ba487e41d220043c" providerId="LiveId" clId="{F93E0089-4D21-4FAD-8B7D-A047DBB121AF}" dt="2024-02-17T12:29:44.029" v="14" actId="22"/>
          <ac:picMkLst>
            <pc:docMk/>
            <pc:sldMk cId="249817699" sldId="359"/>
            <ac:picMk id="6" creationId="{1A757F67-18EF-65FB-61D3-7CE983E07F8A}"/>
          </ac:picMkLst>
        </pc:picChg>
      </pc:sldChg>
      <pc:sldChg chg="addSp modSp new mod">
        <pc:chgData name="MADNEETA SINGH" userId="ba487e41d220043c" providerId="LiveId" clId="{F93E0089-4D21-4FAD-8B7D-A047DBB121AF}" dt="2024-02-17T12:31:10.574" v="21" actId="1076"/>
        <pc:sldMkLst>
          <pc:docMk/>
          <pc:sldMk cId="3363464106" sldId="360"/>
        </pc:sldMkLst>
        <pc:picChg chg="add mod">
          <ac:chgData name="MADNEETA SINGH" userId="ba487e41d220043c" providerId="LiveId" clId="{F93E0089-4D21-4FAD-8B7D-A047DBB121AF}" dt="2024-02-17T12:30:28.342" v="17" actId="1076"/>
          <ac:picMkLst>
            <pc:docMk/>
            <pc:sldMk cId="3363464106" sldId="360"/>
            <ac:picMk id="6" creationId="{1D2814A6-5272-F462-04EF-C415F1231E2A}"/>
          </ac:picMkLst>
        </pc:picChg>
        <pc:picChg chg="add mod">
          <ac:chgData name="MADNEETA SINGH" userId="ba487e41d220043c" providerId="LiveId" clId="{F93E0089-4D21-4FAD-8B7D-A047DBB121AF}" dt="2024-02-17T12:31:10.574" v="21" actId="1076"/>
          <ac:picMkLst>
            <pc:docMk/>
            <pc:sldMk cId="3363464106" sldId="360"/>
            <ac:picMk id="8" creationId="{4FBCBCBA-B2FB-A3DA-8E32-D37F39F8DC73}"/>
          </ac:picMkLst>
        </pc:picChg>
      </pc:sldChg>
      <pc:sldChg chg="addSp modSp new mod">
        <pc:chgData name="MADNEETA SINGH" userId="ba487e41d220043c" providerId="LiveId" clId="{F93E0089-4D21-4FAD-8B7D-A047DBB121AF}" dt="2024-02-17T12:32:45.209" v="27" actId="1076"/>
        <pc:sldMkLst>
          <pc:docMk/>
          <pc:sldMk cId="3855563556" sldId="361"/>
        </pc:sldMkLst>
        <pc:picChg chg="add mod">
          <ac:chgData name="MADNEETA SINGH" userId="ba487e41d220043c" providerId="LiveId" clId="{F93E0089-4D21-4FAD-8B7D-A047DBB121AF}" dt="2024-02-17T12:32:25.485" v="25" actId="1076"/>
          <ac:picMkLst>
            <pc:docMk/>
            <pc:sldMk cId="3855563556" sldId="361"/>
            <ac:picMk id="6" creationId="{F2DE6633-EB93-B52E-385B-C1A01E6E47F6}"/>
          </ac:picMkLst>
        </pc:picChg>
        <pc:picChg chg="add mod">
          <ac:chgData name="MADNEETA SINGH" userId="ba487e41d220043c" providerId="LiveId" clId="{F93E0089-4D21-4FAD-8B7D-A047DBB121AF}" dt="2024-02-17T12:32:45.209" v="27" actId="1076"/>
          <ac:picMkLst>
            <pc:docMk/>
            <pc:sldMk cId="3855563556" sldId="361"/>
            <ac:picMk id="8" creationId="{9A9FEBFF-AC89-1851-9BF2-CBFF6FF2178B}"/>
          </ac:picMkLst>
        </pc:picChg>
      </pc:sldChg>
      <pc:sldChg chg="addSp new mod">
        <pc:chgData name="MADNEETA SINGH" userId="ba487e41d220043c" providerId="LiveId" clId="{F93E0089-4D21-4FAD-8B7D-A047DBB121AF}" dt="2024-02-17T12:34:30.882" v="29" actId="22"/>
        <pc:sldMkLst>
          <pc:docMk/>
          <pc:sldMk cId="3451620085" sldId="362"/>
        </pc:sldMkLst>
        <pc:picChg chg="add">
          <ac:chgData name="MADNEETA SINGH" userId="ba487e41d220043c" providerId="LiveId" clId="{F93E0089-4D21-4FAD-8B7D-A047DBB121AF}" dt="2024-02-17T12:34:30.882" v="29" actId="22"/>
          <ac:picMkLst>
            <pc:docMk/>
            <pc:sldMk cId="3451620085" sldId="362"/>
            <ac:picMk id="6" creationId="{E13D7D79-E911-EA6C-9F16-59CB8DD99FD3}"/>
          </ac:picMkLst>
        </pc:picChg>
      </pc:sldChg>
      <pc:sldChg chg="addSp modSp new mod">
        <pc:chgData name="MADNEETA SINGH" userId="ba487e41d220043c" providerId="LiveId" clId="{F93E0089-4D21-4FAD-8B7D-A047DBB121AF}" dt="2024-02-17T12:37:15.182" v="48" actId="14100"/>
        <pc:sldMkLst>
          <pc:docMk/>
          <pc:sldMk cId="3947558876" sldId="363"/>
        </pc:sldMkLst>
        <pc:picChg chg="add mod">
          <ac:chgData name="MADNEETA SINGH" userId="ba487e41d220043c" providerId="LiveId" clId="{F93E0089-4D21-4FAD-8B7D-A047DBB121AF}" dt="2024-02-17T12:35:30.439" v="37" actId="14100"/>
          <ac:picMkLst>
            <pc:docMk/>
            <pc:sldMk cId="3947558876" sldId="363"/>
            <ac:picMk id="6" creationId="{C203A1E4-6279-5B3A-679D-4C8188C1501F}"/>
          </ac:picMkLst>
        </pc:picChg>
        <pc:picChg chg="add mod">
          <ac:chgData name="MADNEETA SINGH" userId="ba487e41d220043c" providerId="LiveId" clId="{F93E0089-4D21-4FAD-8B7D-A047DBB121AF}" dt="2024-02-17T12:36:28.284" v="44" actId="1076"/>
          <ac:picMkLst>
            <pc:docMk/>
            <pc:sldMk cId="3947558876" sldId="363"/>
            <ac:picMk id="8" creationId="{BA7D12CD-1E53-C271-C5EB-10CD547FF358}"/>
          </ac:picMkLst>
        </pc:picChg>
        <pc:picChg chg="add mod">
          <ac:chgData name="MADNEETA SINGH" userId="ba487e41d220043c" providerId="LiveId" clId="{F93E0089-4D21-4FAD-8B7D-A047DBB121AF}" dt="2024-02-17T12:37:15.182" v="48" actId="14100"/>
          <ac:picMkLst>
            <pc:docMk/>
            <pc:sldMk cId="3947558876" sldId="363"/>
            <ac:picMk id="10" creationId="{B94DCF49-3217-1929-B099-9910A1161267}"/>
          </ac:picMkLst>
        </pc:picChg>
      </pc:sldChg>
      <pc:sldChg chg="addSp modSp new mod">
        <pc:chgData name="MADNEETA SINGH" userId="ba487e41d220043c" providerId="LiveId" clId="{F93E0089-4D21-4FAD-8B7D-A047DBB121AF}" dt="2024-02-17T12:38:45.661" v="53" actId="1076"/>
        <pc:sldMkLst>
          <pc:docMk/>
          <pc:sldMk cId="2673817182" sldId="364"/>
        </pc:sldMkLst>
        <pc:picChg chg="add mod">
          <ac:chgData name="MADNEETA SINGH" userId="ba487e41d220043c" providerId="LiveId" clId="{F93E0089-4D21-4FAD-8B7D-A047DBB121AF}" dt="2024-02-17T12:38:29.726" v="51" actId="1076"/>
          <ac:picMkLst>
            <pc:docMk/>
            <pc:sldMk cId="2673817182" sldId="364"/>
            <ac:picMk id="6" creationId="{CC74D091-5636-751C-F484-9229EB929CED}"/>
          </ac:picMkLst>
        </pc:picChg>
        <pc:picChg chg="add mod">
          <ac:chgData name="MADNEETA SINGH" userId="ba487e41d220043c" providerId="LiveId" clId="{F93E0089-4D21-4FAD-8B7D-A047DBB121AF}" dt="2024-02-17T12:38:45.661" v="53" actId="1076"/>
          <ac:picMkLst>
            <pc:docMk/>
            <pc:sldMk cId="2673817182" sldId="364"/>
            <ac:picMk id="8" creationId="{8D1C17AC-4C47-49DB-6581-0C6360D8649C}"/>
          </ac:picMkLst>
        </pc:picChg>
      </pc:sldChg>
      <pc:sldChg chg="addSp modSp new mod">
        <pc:chgData name="MADNEETA SINGH" userId="ba487e41d220043c" providerId="LiveId" clId="{F93E0089-4D21-4FAD-8B7D-A047DBB121AF}" dt="2024-02-17T12:39:18.886" v="56" actId="1076"/>
        <pc:sldMkLst>
          <pc:docMk/>
          <pc:sldMk cId="2644404758" sldId="365"/>
        </pc:sldMkLst>
        <pc:picChg chg="add mod">
          <ac:chgData name="MADNEETA SINGH" userId="ba487e41d220043c" providerId="LiveId" clId="{F93E0089-4D21-4FAD-8B7D-A047DBB121AF}" dt="2024-02-17T12:39:18.886" v="56" actId="1076"/>
          <ac:picMkLst>
            <pc:docMk/>
            <pc:sldMk cId="2644404758" sldId="365"/>
            <ac:picMk id="6" creationId="{6973DDB5-E130-95B2-5D8E-4A426FC4F505}"/>
          </ac:picMkLst>
        </pc:picChg>
      </pc:sldChg>
      <pc:sldChg chg="addSp modSp new mod">
        <pc:chgData name="MADNEETA SINGH" userId="ba487e41d220043c" providerId="LiveId" clId="{F93E0089-4D21-4FAD-8B7D-A047DBB121AF}" dt="2024-02-17T12:41:29.488" v="59" actId="1076"/>
        <pc:sldMkLst>
          <pc:docMk/>
          <pc:sldMk cId="269647606" sldId="366"/>
        </pc:sldMkLst>
        <pc:picChg chg="add mod">
          <ac:chgData name="MADNEETA SINGH" userId="ba487e41d220043c" providerId="LiveId" clId="{F93E0089-4D21-4FAD-8B7D-A047DBB121AF}" dt="2024-02-17T12:41:29.488" v="59" actId="1076"/>
          <ac:picMkLst>
            <pc:docMk/>
            <pc:sldMk cId="269647606" sldId="366"/>
            <ac:picMk id="6" creationId="{FD10DAEF-A406-71E6-7227-A8F3D15EAB98}"/>
          </ac:picMkLst>
        </pc:picChg>
      </pc:sldChg>
      <pc:sldChg chg="addSp new mod">
        <pc:chgData name="MADNEETA SINGH" userId="ba487e41d220043c" providerId="LiveId" clId="{F93E0089-4D21-4FAD-8B7D-A047DBB121AF}" dt="2024-02-17T12:41:53.153" v="61" actId="22"/>
        <pc:sldMkLst>
          <pc:docMk/>
          <pc:sldMk cId="3180051750" sldId="367"/>
        </pc:sldMkLst>
        <pc:picChg chg="add">
          <ac:chgData name="MADNEETA SINGH" userId="ba487e41d220043c" providerId="LiveId" clId="{F93E0089-4D21-4FAD-8B7D-A047DBB121AF}" dt="2024-02-17T12:41:53.153" v="61" actId="22"/>
          <ac:picMkLst>
            <pc:docMk/>
            <pc:sldMk cId="3180051750" sldId="367"/>
            <ac:picMk id="6" creationId="{B49915A8-1393-3784-89A8-45B0D86B2549}"/>
          </ac:picMkLst>
        </pc:picChg>
      </pc:sldChg>
      <pc:sldChg chg="addSp modSp new mod">
        <pc:chgData name="MADNEETA SINGH" userId="ba487e41d220043c" providerId="LiveId" clId="{F93E0089-4D21-4FAD-8B7D-A047DBB121AF}" dt="2024-02-17T12:43:51.666" v="72" actId="14100"/>
        <pc:sldMkLst>
          <pc:docMk/>
          <pc:sldMk cId="3221520584" sldId="368"/>
        </pc:sldMkLst>
        <pc:picChg chg="add mod">
          <ac:chgData name="MADNEETA SINGH" userId="ba487e41d220043c" providerId="LiveId" clId="{F93E0089-4D21-4FAD-8B7D-A047DBB121AF}" dt="2024-02-17T12:43:10.587" v="64" actId="1076"/>
          <ac:picMkLst>
            <pc:docMk/>
            <pc:sldMk cId="3221520584" sldId="368"/>
            <ac:picMk id="6" creationId="{81F074C2-2843-82F0-D4AA-82998C71E41B}"/>
          </ac:picMkLst>
        </pc:picChg>
        <pc:picChg chg="add mod">
          <ac:chgData name="MADNEETA SINGH" userId="ba487e41d220043c" providerId="LiveId" clId="{F93E0089-4D21-4FAD-8B7D-A047DBB121AF}" dt="2024-02-17T12:43:51.666" v="72" actId="14100"/>
          <ac:picMkLst>
            <pc:docMk/>
            <pc:sldMk cId="3221520584" sldId="368"/>
            <ac:picMk id="8" creationId="{DE38F3F7-20F1-F8D7-C9CF-D408BB6CBC5E}"/>
          </ac:picMkLst>
        </pc:picChg>
      </pc:sldChg>
      <pc:sldChg chg="addSp new mod">
        <pc:chgData name="MADNEETA SINGH" userId="ba487e41d220043c" providerId="LiveId" clId="{F93E0089-4D21-4FAD-8B7D-A047DBB121AF}" dt="2024-02-17T12:44:25.999" v="74" actId="22"/>
        <pc:sldMkLst>
          <pc:docMk/>
          <pc:sldMk cId="2267660266" sldId="369"/>
        </pc:sldMkLst>
        <pc:picChg chg="add">
          <ac:chgData name="MADNEETA SINGH" userId="ba487e41d220043c" providerId="LiveId" clId="{F93E0089-4D21-4FAD-8B7D-A047DBB121AF}" dt="2024-02-17T12:44:25.999" v="74" actId="22"/>
          <ac:picMkLst>
            <pc:docMk/>
            <pc:sldMk cId="2267660266" sldId="369"/>
            <ac:picMk id="6" creationId="{D2862818-8A7A-E2BD-6061-66FF545A2B8F}"/>
          </ac:picMkLst>
        </pc:picChg>
      </pc:sldChg>
      <pc:sldChg chg="addSp modSp new mod">
        <pc:chgData name="MADNEETA SINGH" userId="ba487e41d220043c" providerId="LiveId" clId="{F93E0089-4D21-4FAD-8B7D-A047DBB121AF}" dt="2024-02-17T12:44:56.459" v="77" actId="1076"/>
        <pc:sldMkLst>
          <pc:docMk/>
          <pc:sldMk cId="2994635946" sldId="370"/>
        </pc:sldMkLst>
        <pc:picChg chg="add mod">
          <ac:chgData name="MADNEETA SINGH" userId="ba487e41d220043c" providerId="LiveId" clId="{F93E0089-4D21-4FAD-8B7D-A047DBB121AF}" dt="2024-02-17T12:44:56.459" v="77" actId="1076"/>
          <ac:picMkLst>
            <pc:docMk/>
            <pc:sldMk cId="2994635946" sldId="370"/>
            <ac:picMk id="6" creationId="{39BE6A8A-BC33-8E11-D368-D00BB93C161A}"/>
          </ac:picMkLst>
        </pc:picChg>
      </pc:sldChg>
      <pc:sldChg chg="addSp modSp new mod">
        <pc:chgData name="MADNEETA SINGH" userId="ba487e41d220043c" providerId="LiveId" clId="{F93E0089-4D21-4FAD-8B7D-A047DBB121AF}" dt="2024-02-17T12:46:20.171" v="85" actId="1076"/>
        <pc:sldMkLst>
          <pc:docMk/>
          <pc:sldMk cId="1132456008" sldId="371"/>
        </pc:sldMkLst>
        <pc:picChg chg="add mod">
          <ac:chgData name="MADNEETA SINGH" userId="ba487e41d220043c" providerId="LiveId" clId="{F93E0089-4D21-4FAD-8B7D-A047DBB121AF}" dt="2024-02-17T12:45:29.120" v="81" actId="1076"/>
          <ac:picMkLst>
            <pc:docMk/>
            <pc:sldMk cId="1132456008" sldId="371"/>
            <ac:picMk id="6" creationId="{5D529DA6-D555-36BA-33C0-F3E0787EAD90}"/>
          </ac:picMkLst>
        </pc:picChg>
        <pc:picChg chg="add mod">
          <ac:chgData name="MADNEETA SINGH" userId="ba487e41d220043c" providerId="LiveId" clId="{F93E0089-4D21-4FAD-8B7D-A047DBB121AF}" dt="2024-02-17T12:45:53.090" v="83" actId="1076"/>
          <ac:picMkLst>
            <pc:docMk/>
            <pc:sldMk cId="1132456008" sldId="371"/>
            <ac:picMk id="8" creationId="{79F803E4-C8B6-42A0-CEEB-BC77A7DD6789}"/>
          </ac:picMkLst>
        </pc:picChg>
        <pc:picChg chg="add mod">
          <ac:chgData name="MADNEETA SINGH" userId="ba487e41d220043c" providerId="LiveId" clId="{F93E0089-4D21-4FAD-8B7D-A047DBB121AF}" dt="2024-02-17T12:46:20.171" v="85" actId="1076"/>
          <ac:picMkLst>
            <pc:docMk/>
            <pc:sldMk cId="1132456008" sldId="371"/>
            <ac:picMk id="10" creationId="{46FB7C47-F9E1-621E-E549-EA3E22B07F7F}"/>
          </ac:picMkLst>
        </pc:picChg>
      </pc:sldChg>
      <pc:sldChg chg="addSp delSp modSp new mod">
        <pc:chgData name="MADNEETA SINGH" userId="ba487e41d220043c" providerId="LiveId" clId="{F93E0089-4D21-4FAD-8B7D-A047DBB121AF}" dt="2024-02-17T12:56:07.371" v="105" actId="207"/>
        <pc:sldMkLst>
          <pc:docMk/>
          <pc:sldMk cId="217004804" sldId="372"/>
        </pc:sldMkLst>
        <pc:spChg chg="mod">
          <ac:chgData name="MADNEETA SINGH" userId="ba487e41d220043c" providerId="LiveId" clId="{F93E0089-4D21-4FAD-8B7D-A047DBB121AF}" dt="2024-02-17T12:55:53.030" v="104" actId="207"/>
          <ac:spMkLst>
            <pc:docMk/>
            <pc:sldMk cId="217004804" sldId="372"/>
            <ac:spMk id="2" creationId="{0BC7D101-794C-AC7F-08AC-0B96E7F194CC}"/>
          </ac:spMkLst>
        </pc:spChg>
        <pc:spChg chg="mod">
          <ac:chgData name="MADNEETA SINGH" userId="ba487e41d220043c" providerId="LiveId" clId="{F93E0089-4D21-4FAD-8B7D-A047DBB121AF}" dt="2024-02-17T12:56:07.371" v="105" actId="207"/>
          <ac:spMkLst>
            <pc:docMk/>
            <pc:sldMk cId="217004804" sldId="372"/>
            <ac:spMk id="3" creationId="{0897240E-10F4-B955-BA09-63B9F8D22445}"/>
          </ac:spMkLst>
        </pc:spChg>
        <pc:spChg chg="mod">
          <ac:chgData name="MADNEETA SINGH" userId="ba487e41d220043c" providerId="LiveId" clId="{F93E0089-4D21-4FAD-8B7D-A047DBB121AF}" dt="2024-02-17T12:55:53.030" v="104" actId="207"/>
          <ac:spMkLst>
            <pc:docMk/>
            <pc:sldMk cId="217004804" sldId="372"/>
            <ac:spMk id="4" creationId="{29652507-C7B2-B2A9-BF56-EF717826908B}"/>
          </ac:spMkLst>
        </pc:spChg>
        <pc:spChg chg="add mod">
          <ac:chgData name="MADNEETA SINGH" userId="ba487e41d220043c" providerId="LiveId" clId="{F93E0089-4D21-4FAD-8B7D-A047DBB121AF}" dt="2024-02-17T12:55:53.030" v="104" actId="207"/>
          <ac:spMkLst>
            <pc:docMk/>
            <pc:sldMk cId="217004804" sldId="372"/>
            <ac:spMk id="6" creationId="{835A0C5D-8FA0-BDB3-3CA3-635024D0B61A}"/>
          </ac:spMkLst>
        </pc:spChg>
        <pc:spChg chg="add del mod">
          <ac:chgData name="MADNEETA SINGH" userId="ba487e41d220043c" providerId="LiveId" clId="{F93E0089-4D21-4FAD-8B7D-A047DBB121AF}" dt="2024-02-17T12:54:11.656" v="93" actId="478"/>
          <ac:spMkLst>
            <pc:docMk/>
            <pc:sldMk cId="217004804" sldId="372"/>
            <ac:spMk id="8" creationId="{F8763186-8398-8358-59B6-381BDA3BC306}"/>
          </ac:spMkLst>
        </pc:spChg>
        <pc:spChg chg="add mod">
          <ac:chgData name="MADNEETA SINGH" userId="ba487e41d220043c" providerId="LiveId" clId="{F93E0089-4D21-4FAD-8B7D-A047DBB121AF}" dt="2024-02-17T12:55:53.030" v="104" actId="207"/>
          <ac:spMkLst>
            <pc:docMk/>
            <pc:sldMk cId="217004804" sldId="372"/>
            <ac:spMk id="9" creationId="{6BBAA566-30E3-1F55-71AD-57D57F4B8608}"/>
          </ac:spMkLst>
        </pc:spChg>
      </pc:sldChg>
      <pc:sldChg chg="addSp modSp new mod">
        <pc:chgData name="MADNEETA SINGH" userId="ba487e41d220043c" providerId="LiveId" clId="{F93E0089-4D21-4FAD-8B7D-A047DBB121AF}" dt="2024-02-17T12:56:54.792" v="111" actId="1076"/>
        <pc:sldMkLst>
          <pc:docMk/>
          <pc:sldMk cId="1134328585" sldId="373"/>
        </pc:sldMkLst>
        <pc:spChg chg="add mod">
          <ac:chgData name="MADNEETA SINGH" userId="ba487e41d220043c" providerId="LiveId" clId="{F93E0089-4D21-4FAD-8B7D-A047DBB121AF}" dt="2024-02-17T12:56:54.792" v="111" actId="1076"/>
          <ac:spMkLst>
            <pc:docMk/>
            <pc:sldMk cId="1134328585" sldId="373"/>
            <ac:spMk id="5" creationId="{7395328D-D57C-D518-F6C0-B14767EFC72F}"/>
          </ac:spMkLst>
        </pc:spChg>
      </pc:sldChg>
      <pc:sldChg chg="addSp modSp new mod">
        <pc:chgData name="MADNEETA SINGH" userId="ba487e41d220043c" providerId="LiveId" clId="{F93E0089-4D21-4FAD-8B7D-A047DBB121AF}" dt="2024-02-17T13:00:51.549" v="162" actId="1076"/>
        <pc:sldMkLst>
          <pc:docMk/>
          <pc:sldMk cId="3807361604" sldId="374"/>
        </pc:sldMkLst>
        <pc:spChg chg="add mod">
          <ac:chgData name="MADNEETA SINGH" userId="ba487e41d220043c" providerId="LiveId" clId="{F93E0089-4D21-4FAD-8B7D-A047DBB121AF}" dt="2024-02-17T13:00:51.549" v="162" actId="1076"/>
          <ac:spMkLst>
            <pc:docMk/>
            <pc:sldMk cId="3807361604" sldId="374"/>
            <ac:spMk id="5" creationId="{A3B394D9-5B24-6D52-FD82-510219C7E131}"/>
          </ac:spMkLst>
        </pc:spChg>
      </pc:sldChg>
      <pc:sldChg chg="addSp modSp new mod">
        <pc:chgData name="MADNEETA SINGH" userId="ba487e41d220043c" providerId="LiveId" clId="{F93E0089-4D21-4FAD-8B7D-A047DBB121AF}" dt="2024-02-17T13:00:38.136" v="157"/>
        <pc:sldMkLst>
          <pc:docMk/>
          <pc:sldMk cId="3397658343" sldId="375"/>
        </pc:sldMkLst>
        <pc:spChg chg="add mod">
          <ac:chgData name="MADNEETA SINGH" userId="ba487e41d220043c" providerId="LiveId" clId="{F93E0089-4D21-4FAD-8B7D-A047DBB121AF}" dt="2024-02-17T13:00:38.136" v="157"/>
          <ac:spMkLst>
            <pc:docMk/>
            <pc:sldMk cId="3397658343" sldId="375"/>
            <ac:spMk id="6" creationId="{EB4727B5-EB61-971D-09A9-9F55112179C0}"/>
          </ac:spMkLst>
        </pc:spChg>
      </pc:sldChg>
      <pc:sldChg chg="addSp modSp new mod">
        <pc:chgData name="MADNEETA SINGH" userId="ba487e41d220043c" providerId="LiveId" clId="{F93E0089-4D21-4FAD-8B7D-A047DBB121AF}" dt="2024-02-17T13:02:06.319" v="170" actId="207"/>
        <pc:sldMkLst>
          <pc:docMk/>
          <pc:sldMk cId="237601277" sldId="376"/>
        </pc:sldMkLst>
        <pc:spChg chg="add mod">
          <ac:chgData name="MADNEETA SINGH" userId="ba487e41d220043c" providerId="LiveId" clId="{F93E0089-4D21-4FAD-8B7D-A047DBB121AF}" dt="2024-02-17T13:02:06.319" v="170" actId="207"/>
          <ac:spMkLst>
            <pc:docMk/>
            <pc:sldMk cId="237601277" sldId="376"/>
            <ac:spMk id="5" creationId="{D5217FB4-B75B-1AAF-2736-79F3F26C8816}"/>
          </ac:spMkLst>
        </pc:spChg>
      </pc:sldChg>
      <pc:sldChg chg="addSp modSp new mod">
        <pc:chgData name="MADNEETA SINGH" userId="ba487e41d220043c" providerId="LiveId" clId="{F93E0089-4D21-4FAD-8B7D-A047DBB121AF}" dt="2024-02-20T09:09:03.413" v="177" actId="1076"/>
        <pc:sldMkLst>
          <pc:docMk/>
          <pc:sldMk cId="3318164010" sldId="377"/>
        </pc:sldMkLst>
        <pc:picChg chg="add mod">
          <ac:chgData name="MADNEETA SINGH" userId="ba487e41d220043c" providerId="LiveId" clId="{F93E0089-4D21-4FAD-8B7D-A047DBB121AF}" dt="2024-02-20T09:08:27.890" v="175" actId="14100"/>
          <ac:picMkLst>
            <pc:docMk/>
            <pc:sldMk cId="3318164010" sldId="377"/>
            <ac:picMk id="6" creationId="{C67A5A52-6174-FF7F-865C-2B44E0AA280A}"/>
          </ac:picMkLst>
        </pc:picChg>
        <pc:picChg chg="add mod">
          <ac:chgData name="MADNEETA SINGH" userId="ba487e41d220043c" providerId="LiveId" clId="{F93E0089-4D21-4FAD-8B7D-A047DBB121AF}" dt="2024-02-20T09:09:03.413" v="177" actId="1076"/>
          <ac:picMkLst>
            <pc:docMk/>
            <pc:sldMk cId="3318164010" sldId="377"/>
            <ac:picMk id="8" creationId="{7E219B1E-049D-B8D6-103F-B81299CC60CE}"/>
          </ac:picMkLst>
        </pc:picChg>
      </pc:sldChg>
      <pc:sldChg chg="addSp modSp new mod">
        <pc:chgData name="MADNEETA SINGH" userId="ba487e41d220043c" providerId="LiveId" clId="{F93E0089-4D21-4FAD-8B7D-A047DBB121AF}" dt="2024-02-20T09:11:03.301" v="184" actId="1076"/>
        <pc:sldMkLst>
          <pc:docMk/>
          <pc:sldMk cId="933791836" sldId="378"/>
        </pc:sldMkLst>
        <pc:picChg chg="add mod">
          <ac:chgData name="MADNEETA SINGH" userId="ba487e41d220043c" providerId="LiveId" clId="{F93E0089-4D21-4FAD-8B7D-A047DBB121AF}" dt="2024-02-20T09:10:07.693" v="180" actId="1076"/>
          <ac:picMkLst>
            <pc:docMk/>
            <pc:sldMk cId="933791836" sldId="378"/>
            <ac:picMk id="6" creationId="{A1EFB22C-D082-4D7E-2594-B06859E39B93}"/>
          </ac:picMkLst>
        </pc:picChg>
        <pc:picChg chg="add mod">
          <ac:chgData name="MADNEETA SINGH" userId="ba487e41d220043c" providerId="LiveId" clId="{F93E0089-4D21-4FAD-8B7D-A047DBB121AF}" dt="2024-02-20T09:10:36.381" v="182" actId="1076"/>
          <ac:picMkLst>
            <pc:docMk/>
            <pc:sldMk cId="933791836" sldId="378"/>
            <ac:picMk id="8" creationId="{13FA05A8-E833-2EDA-053F-EBCE152B8B63}"/>
          </ac:picMkLst>
        </pc:picChg>
        <pc:picChg chg="add mod">
          <ac:chgData name="MADNEETA SINGH" userId="ba487e41d220043c" providerId="LiveId" clId="{F93E0089-4D21-4FAD-8B7D-A047DBB121AF}" dt="2024-02-20T09:11:03.301" v="184" actId="1076"/>
          <ac:picMkLst>
            <pc:docMk/>
            <pc:sldMk cId="933791836" sldId="378"/>
            <ac:picMk id="10" creationId="{6A0304E1-51B6-F306-A0FF-7649A381BB92}"/>
          </ac:picMkLst>
        </pc:picChg>
      </pc:sldChg>
      <pc:sldChg chg="addSp modSp new mod">
        <pc:chgData name="MADNEETA SINGH" userId="ba487e41d220043c" providerId="LiveId" clId="{F93E0089-4D21-4FAD-8B7D-A047DBB121AF}" dt="2024-02-20T09:12:26.331" v="187" actId="1076"/>
        <pc:sldMkLst>
          <pc:docMk/>
          <pc:sldMk cId="945380817" sldId="379"/>
        </pc:sldMkLst>
        <pc:picChg chg="add mod">
          <ac:chgData name="MADNEETA SINGH" userId="ba487e41d220043c" providerId="LiveId" clId="{F93E0089-4D21-4FAD-8B7D-A047DBB121AF}" dt="2024-02-20T09:12:26.331" v="187" actId="1076"/>
          <ac:picMkLst>
            <pc:docMk/>
            <pc:sldMk cId="945380817" sldId="379"/>
            <ac:picMk id="6" creationId="{11A0FD23-429C-3932-BC0B-6560AA943DFC}"/>
          </ac:picMkLst>
        </pc:picChg>
      </pc:sldChg>
      <pc:sldChg chg="addSp modSp new mod">
        <pc:chgData name="MADNEETA SINGH" userId="ba487e41d220043c" providerId="LiveId" clId="{F93E0089-4D21-4FAD-8B7D-A047DBB121AF}" dt="2024-02-20T09:34:11.743" v="306" actId="20577"/>
        <pc:sldMkLst>
          <pc:docMk/>
          <pc:sldMk cId="138056206" sldId="380"/>
        </pc:sldMkLst>
        <pc:spChg chg="add mod">
          <ac:chgData name="MADNEETA SINGH" userId="ba487e41d220043c" providerId="LiveId" clId="{F93E0089-4D21-4FAD-8B7D-A047DBB121AF}" dt="2024-02-20T09:34:11.743" v="306" actId="20577"/>
          <ac:spMkLst>
            <pc:docMk/>
            <pc:sldMk cId="138056206" sldId="380"/>
            <ac:spMk id="7" creationId="{60338D1C-C585-73B4-1FD2-F9F2B7B15B7D}"/>
          </ac:spMkLst>
        </pc:spChg>
        <pc:picChg chg="add mod">
          <ac:chgData name="MADNEETA SINGH" userId="ba487e41d220043c" providerId="LiveId" clId="{F93E0089-4D21-4FAD-8B7D-A047DBB121AF}" dt="2024-02-20T09:24:32.850" v="192" actId="1076"/>
          <ac:picMkLst>
            <pc:docMk/>
            <pc:sldMk cId="138056206" sldId="380"/>
            <ac:picMk id="6" creationId="{451E007E-ADD0-D29A-C703-0FD3D58A2BA9}"/>
          </ac:picMkLst>
        </pc:picChg>
      </pc:sldChg>
      <pc:sldChg chg="addSp new mod">
        <pc:chgData name="MADNEETA SINGH" userId="ba487e41d220043c" providerId="LiveId" clId="{F93E0089-4D21-4FAD-8B7D-A047DBB121AF}" dt="2024-02-20T09:28:43.162" v="286" actId="22"/>
        <pc:sldMkLst>
          <pc:docMk/>
          <pc:sldMk cId="1893357354" sldId="381"/>
        </pc:sldMkLst>
        <pc:picChg chg="add">
          <ac:chgData name="MADNEETA SINGH" userId="ba487e41d220043c" providerId="LiveId" clId="{F93E0089-4D21-4FAD-8B7D-A047DBB121AF}" dt="2024-02-20T09:28:43.162" v="286" actId="22"/>
          <ac:picMkLst>
            <pc:docMk/>
            <pc:sldMk cId="1893357354" sldId="381"/>
            <ac:picMk id="6" creationId="{B14F81C4-AF13-7693-D810-ECCDF547A923}"/>
          </ac:picMkLst>
        </pc:picChg>
      </pc:sldChg>
      <pc:sldChg chg="addSp new mod">
        <pc:chgData name="MADNEETA SINGH" userId="ba487e41d220043c" providerId="LiveId" clId="{F93E0089-4D21-4FAD-8B7D-A047DBB121AF}" dt="2024-02-20T09:30:29.846" v="288" actId="22"/>
        <pc:sldMkLst>
          <pc:docMk/>
          <pc:sldMk cId="2362809333" sldId="382"/>
        </pc:sldMkLst>
        <pc:picChg chg="add">
          <ac:chgData name="MADNEETA SINGH" userId="ba487e41d220043c" providerId="LiveId" clId="{F93E0089-4D21-4FAD-8B7D-A047DBB121AF}" dt="2024-02-20T09:30:29.846" v="288" actId="22"/>
          <ac:picMkLst>
            <pc:docMk/>
            <pc:sldMk cId="2362809333" sldId="382"/>
            <ac:picMk id="6" creationId="{133B844D-1CB5-84C0-B9A6-B28368BBEF44}"/>
          </ac:picMkLst>
        </pc:picChg>
      </pc:sldChg>
      <pc:sldChg chg="addSp new mod">
        <pc:chgData name="MADNEETA SINGH" userId="ba487e41d220043c" providerId="LiveId" clId="{F93E0089-4D21-4FAD-8B7D-A047DBB121AF}" dt="2024-02-20T09:32:17.204" v="290" actId="22"/>
        <pc:sldMkLst>
          <pc:docMk/>
          <pc:sldMk cId="1976799058" sldId="383"/>
        </pc:sldMkLst>
        <pc:picChg chg="add">
          <ac:chgData name="MADNEETA SINGH" userId="ba487e41d220043c" providerId="LiveId" clId="{F93E0089-4D21-4FAD-8B7D-A047DBB121AF}" dt="2024-02-20T09:32:17.204" v="290" actId="22"/>
          <ac:picMkLst>
            <pc:docMk/>
            <pc:sldMk cId="1976799058" sldId="383"/>
            <ac:picMk id="6" creationId="{4B574486-40E1-3CC4-D298-A8B9DCFDEA75}"/>
          </ac:picMkLst>
        </pc:picChg>
      </pc:sldChg>
      <pc:sldChg chg="addSp new mod">
        <pc:chgData name="MADNEETA SINGH" userId="ba487e41d220043c" providerId="LiveId" clId="{F93E0089-4D21-4FAD-8B7D-A047DBB121AF}" dt="2024-02-20T09:32:39.972" v="292" actId="22"/>
        <pc:sldMkLst>
          <pc:docMk/>
          <pc:sldMk cId="996393884" sldId="384"/>
        </pc:sldMkLst>
        <pc:picChg chg="add">
          <ac:chgData name="MADNEETA SINGH" userId="ba487e41d220043c" providerId="LiveId" clId="{F93E0089-4D21-4FAD-8B7D-A047DBB121AF}" dt="2024-02-20T09:32:39.972" v="292" actId="22"/>
          <ac:picMkLst>
            <pc:docMk/>
            <pc:sldMk cId="996393884" sldId="384"/>
            <ac:picMk id="6" creationId="{014C545B-88DF-360C-DBFC-D6505F3FF5DC}"/>
          </ac:picMkLst>
        </pc:picChg>
      </pc:sldChg>
      <pc:sldChg chg="addSp new mod">
        <pc:chgData name="MADNEETA SINGH" userId="ba487e41d220043c" providerId="LiveId" clId="{F93E0089-4D21-4FAD-8B7D-A047DBB121AF}" dt="2024-02-20T09:33:08.658" v="294" actId="22"/>
        <pc:sldMkLst>
          <pc:docMk/>
          <pc:sldMk cId="1983479391" sldId="385"/>
        </pc:sldMkLst>
        <pc:picChg chg="add">
          <ac:chgData name="MADNEETA SINGH" userId="ba487e41d220043c" providerId="LiveId" clId="{F93E0089-4D21-4FAD-8B7D-A047DBB121AF}" dt="2024-02-20T09:33:08.658" v="294" actId="22"/>
          <ac:picMkLst>
            <pc:docMk/>
            <pc:sldMk cId="1983479391" sldId="385"/>
            <ac:picMk id="6" creationId="{799C397F-EAC2-29B9-A08E-31C3C853D6C4}"/>
          </ac:picMkLst>
        </pc:picChg>
      </pc:sldChg>
      <pc:sldChg chg="addSp new mod">
        <pc:chgData name="MADNEETA SINGH" userId="ba487e41d220043c" providerId="LiveId" clId="{F93E0089-4D21-4FAD-8B7D-A047DBB121AF}" dt="2024-02-20T09:33:58.022" v="296" actId="22"/>
        <pc:sldMkLst>
          <pc:docMk/>
          <pc:sldMk cId="1753888316" sldId="386"/>
        </pc:sldMkLst>
        <pc:picChg chg="add">
          <ac:chgData name="MADNEETA SINGH" userId="ba487e41d220043c" providerId="LiveId" clId="{F93E0089-4D21-4FAD-8B7D-A047DBB121AF}" dt="2024-02-20T09:33:58.022" v="296" actId="22"/>
          <ac:picMkLst>
            <pc:docMk/>
            <pc:sldMk cId="1753888316" sldId="386"/>
            <ac:picMk id="6" creationId="{B00B47EE-2D3C-5B2D-4EB3-8D09C3541D98}"/>
          </ac:picMkLst>
        </pc:picChg>
      </pc:sldChg>
      <pc:sldChg chg="addSp new mod">
        <pc:chgData name="MADNEETA SINGH" userId="ba487e41d220043c" providerId="LiveId" clId="{F93E0089-4D21-4FAD-8B7D-A047DBB121AF}" dt="2024-02-20T09:34:32.852" v="308" actId="22"/>
        <pc:sldMkLst>
          <pc:docMk/>
          <pc:sldMk cId="3692789402" sldId="387"/>
        </pc:sldMkLst>
        <pc:picChg chg="add">
          <ac:chgData name="MADNEETA SINGH" userId="ba487e41d220043c" providerId="LiveId" clId="{F93E0089-4D21-4FAD-8B7D-A047DBB121AF}" dt="2024-02-20T09:34:32.852" v="308" actId="22"/>
          <ac:picMkLst>
            <pc:docMk/>
            <pc:sldMk cId="3692789402" sldId="387"/>
            <ac:picMk id="6" creationId="{FAB9362B-BE30-2E71-3C2C-DB5C669466F3}"/>
          </ac:picMkLst>
        </pc:picChg>
      </pc:sldChg>
      <pc:sldChg chg="addSp modSp new mod">
        <pc:chgData name="MADNEETA SINGH" userId="ba487e41d220043c" providerId="LiveId" clId="{F93E0089-4D21-4FAD-8B7D-A047DBB121AF}" dt="2024-02-20T09:51:58.359" v="426" actId="20577"/>
        <pc:sldMkLst>
          <pc:docMk/>
          <pc:sldMk cId="814430595" sldId="388"/>
        </pc:sldMkLst>
        <pc:spChg chg="add mod">
          <ac:chgData name="MADNEETA SINGH" userId="ba487e41d220043c" providerId="LiveId" clId="{F93E0089-4D21-4FAD-8B7D-A047DBB121AF}" dt="2024-02-20T09:51:32.701" v="415" actId="255"/>
          <ac:spMkLst>
            <pc:docMk/>
            <pc:sldMk cId="814430595" sldId="388"/>
            <ac:spMk id="6" creationId="{3365698B-8A34-0BA6-86FE-6FCAA694508F}"/>
          </ac:spMkLst>
        </pc:spChg>
        <pc:spChg chg="add mod">
          <ac:chgData name="MADNEETA SINGH" userId="ba487e41d220043c" providerId="LiveId" clId="{F93E0089-4D21-4FAD-8B7D-A047DBB121AF}" dt="2024-02-20T09:51:58.359" v="426" actId="20577"/>
          <ac:spMkLst>
            <pc:docMk/>
            <pc:sldMk cId="814430595" sldId="388"/>
            <ac:spMk id="8" creationId="{C81A5DFE-DA4F-D954-AB4D-7C86F2CFE14A}"/>
          </ac:spMkLst>
        </pc:spChg>
      </pc:sldChg>
      <pc:sldChg chg="addSp modSp new mod">
        <pc:chgData name="MADNEETA SINGH" userId="ba487e41d220043c" providerId="LiveId" clId="{F93E0089-4D21-4FAD-8B7D-A047DBB121AF}" dt="2024-02-20T09:51:05.762" v="411" actId="113"/>
        <pc:sldMkLst>
          <pc:docMk/>
          <pc:sldMk cId="460751576" sldId="389"/>
        </pc:sldMkLst>
        <pc:spChg chg="add mod">
          <ac:chgData name="MADNEETA SINGH" userId="ba487e41d220043c" providerId="LiveId" clId="{F93E0089-4D21-4FAD-8B7D-A047DBB121AF}" dt="2024-02-20T09:51:05.762" v="411" actId="113"/>
          <ac:spMkLst>
            <pc:docMk/>
            <pc:sldMk cId="460751576" sldId="389"/>
            <ac:spMk id="6" creationId="{6E344B09-6E74-2061-AF18-FAFF7155D475}"/>
          </ac:spMkLst>
        </pc:spChg>
      </pc:sldChg>
      <pc:sldChg chg="addSp modSp new mod">
        <pc:chgData name="MADNEETA SINGH" userId="ba487e41d220043c" providerId="LiveId" clId="{F93E0089-4D21-4FAD-8B7D-A047DBB121AF}" dt="2024-02-20T09:53:00.641" v="450" actId="20577"/>
        <pc:sldMkLst>
          <pc:docMk/>
          <pc:sldMk cId="3149371324" sldId="390"/>
        </pc:sldMkLst>
        <pc:spChg chg="add mod">
          <ac:chgData name="MADNEETA SINGH" userId="ba487e41d220043c" providerId="LiveId" clId="{F93E0089-4D21-4FAD-8B7D-A047DBB121AF}" dt="2024-02-20T09:53:00.641" v="450" actId="20577"/>
          <ac:spMkLst>
            <pc:docMk/>
            <pc:sldMk cId="3149371324" sldId="390"/>
            <ac:spMk id="6" creationId="{ADED0C87-AF55-B906-E477-C27B47792AB9}"/>
          </ac:spMkLst>
        </pc:spChg>
      </pc:sldChg>
      <pc:sldChg chg="addSp modSp new mod">
        <pc:chgData name="MADNEETA SINGH" userId="ba487e41d220043c" providerId="LiveId" clId="{F93E0089-4D21-4FAD-8B7D-A047DBB121AF}" dt="2024-02-20T09:53:42.635" v="462" actId="20577"/>
        <pc:sldMkLst>
          <pc:docMk/>
          <pc:sldMk cId="1088546803" sldId="391"/>
        </pc:sldMkLst>
        <pc:spChg chg="add mod">
          <ac:chgData name="MADNEETA SINGH" userId="ba487e41d220043c" providerId="LiveId" clId="{F93E0089-4D21-4FAD-8B7D-A047DBB121AF}" dt="2024-02-20T09:53:42.635" v="462" actId="20577"/>
          <ac:spMkLst>
            <pc:docMk/>
            <pc:sldMk cId="1088546803" sldId="391"/>
            <ac:spMk id="6" creationId="{01ED1ABE-C992-C03D-165A-75FD30A4D4A0}"/>
          </ac:spMkLst>
        </pc:spChg>
      </pc:sldChg>
    </pc:docChg>
  </pc:docChgLst>
  <pc:docChgLst>
    <pc:chgData name="MADNEETA SINGH" userId="ba487e41d220043c" providerId="LiveId" clId="{822806B2-9B34-42BB-8709-C780576C86F1}"/>
    <pc:docChg chg="modSld">
      <pc:chgData name="MADNEETA SINGH" userId="ba487e41d220043c" providerId="LiveId" clId="{822806B2-9B34-42BB-8709-C780576C86F1}" dt="2023-03-21T05:41:19.031" v="3"/>
      <pc:docMkLst>
        <pc:docMk/>
      </pc:docMkLst>
      <pc:sldChg chg="addSp delSp modSp">
        <pc:chgData name="MADNEETA SINGH" userId="ba487e41d220043c" providerId="LiveId" clId="{822806B2-9B34-42BB-8709-C780576C86F1}" dt="2023-03-21T05:41:19.031" v="3"/>
        <pc:sldMkLst>
          <pc:docMk/>
          <pc:sldMk cId="977377963" sldId="356"/>
        </pc:sldMkLst>
        <pc:spChg chg="mod">
          <ac:chgData name="MADNEETA SINGH" userId="ba487e41d220043c" providerId="LiveId" clId="{822806B2-9B34-42BB-8709-C780576C86F1}" dt="2023-03-21T05:41:19.031" v="3"/>
          <ac:spMkLst>
            <pc:docMk/>
            <pc:sldMk cId="977377963" sldId="356"/>
            <ac:spMk id="3" creationId="{00000000-0000-0000-0000-000000000000}"/>
          </ac:spMkLst>
        </pc:spChg>
        <pc:spChg chg="add del mod">
          <ac:chgData name="MADNEETA SINGH" userId="ba487e41d220043c" providerId="LiveId" clId="{822806B2-9B34-42BB-8709-C780576C86F1}" dt="2023-03-21T05:41:19.031" v="3"/>
          <ac:spMkLst>
            <pc:docMk/>
            <pc:sldMk cId="977377963" sldId="356"/>
            <ac:spMk id="4" creationId="{3C93E5D2-75B6-37BA-F782-80B5F626DF0A}"/>
          </ac:spMkLst>
        </pc:spChg>
        <pc:spChg chg="add del mod">
          <ac:chgData name="MADNEETA SINGH" userId="ba487e41d220043c" providerId="LiveId" clId="{822806B2-9B34-42BB-8709-C780576C86F1}" dt="2023-03-21T05:41:19.031" v="3"/>
          <ac:spMkLst>
            <pc:docMk/>
            <pc:sldMk cId="977377963" sldId="356"/>
            <ac:spMk id="5" creationId="{63E8A757-129F-F9C7-4536-7C6F07590428}"/>
          </ac:spMkLst>
        </pc:spChg>
        <pc:spChg chg="mod">
          <ac:chgData name="MADNEETA SINGH" userId="ba487e41d220043c" providerId="LiveId" clId="{822806B2-9B34-42BB-8709-C780576C86F1}" dt="2023-03-21T05:41:19.031" v="3"/>
          <ac:spMkLst>
            <pc:docMk/>
            <pc:sldMk cId="977377963" sldId="356"/>
            <ac:spMk id="6" creationId="{00000000-0000-0000-0000-000000000000}"/>
          </ac:spMkLst>
        </pc:spChg>
        <pc:spChg chg="mod">
          <ac:chgData name="MADNEETA SINGH" userId="ba487e41d220043c" providerId="LiveId" clId="{822806B2-9B34-42BB-8709-C780576C86F1}" dt="2023-03-21T05:41:19.031" v="3"/>
          <ac:spMkLst>
            <pc:docMk/>
            <pc:sldMk cId="977377963" sldId="356"/>
            <ac:spMk id="7" creationId="{00000000-0000-0000-0000-000000000000}"/>
          </ac:spMkLst>
        </pc:spChg>
        <pc:spChg chg="add del mod">
          <ac:chgData name="MADNEETA SINGH" userId="ba487e41d220043c" providerId="LiveId" clId="{822806B2-9B34-42BB-8709-C780576C86F1}" dt="2023-03-21T05:41:19.031" v="3"/>
          <ac:spMkLst>
            <pc:docMk/>
            <pc:sldMk cId="977377963" sldId="356"/>
            <ac:spMk id="9" creationId="{C5C81D36-3A95-67C0-B25B-5A0AE5F629F0}"/>
          </ac:spMkLst>
        </pc:spChg>
        <pc:spChg chg="add del mod">
          <ac:chgData name="MADNEETA SINGH" userId="ba487e41d220043c" providerId="LiveId" clId="{822806B2-9B34-42BB-8709-C780576C86F1}" dt="2023-03-21T05:41:19.031" v="3"/>
          <ac:spMkLst>
            <pc:docMk/>
            <pc:sldMk cId="977377963" sldId="356"/>
            <ac:spMk id="11" creationId="{CD5D5C68-5E4A-66BB-41C9-A00F82125171}"/>
          </ac:spMkLst>
        </pc:spChg>
        <pc:spChg chg="add del mod">
          <ac:chgData name="MADNEETA SINGH" userId="ba487e41d220043c" providerId="LiveId" clId="{822806B2-9B34-42BB-8709-C780576C86F1}" dt="2023-03-21T05:41:19.031" v="3"/>
          <ac:spMkLst>
            <pc:docMk/>
            <pc:sldMk cId="977377963" sldId="356"/>
            <ac:spMk id="12" creationId="{B2AF3373-817D-9313-B32A-02817E38F948}"/>
          </ac:spMkLst>
        </pc:spChg>
        <pc:spChg chg="mod">
          <ac:chgData name="MADNEETA SINGH" userId="ba487e41d220043c" providerId="LiveId" clId="{822806B2-9B34-42BB-8709-C780576C86F1}" dt="2023-03-21T05:41:19.031" v="3"/>
          <ac:spMkLst>
            <pc:docMk/>
            <pc:sldMk cId="977377963" sldId="356"/>
            <ac:spMk id="13" creationId="{00000000-0000-0000-0000-000000000000}"/>
          </ac:spMkLst>
        </pc:spChg>
        <pc:spChg chg="add del mod">
          <ac:chgData name="MADNEETA SINGH" userId="ba487e41d220043c" providerId="LiveId" clId="{822806B2-9B34-42BB-8709-C780576C86F1}" dt="2023-03-21T05:41:16.013" v="2"/>
          <ac:spMkLst>
            <pc:docMk/>
            <pc:sldMk cId="977377963" sldId="356"/>
            <ac:spMk id="14" creationId="{6D33A222-335F-A553-D2B5-B0D0C82D1B7D}"/>
          </ac:spMkLst>
        </pc:spChg>
        <pc:spChg chg="add del mod">
          <ac:chgData name="MADNEETA SINGH" userId="ba487e41d220043c" providerId="LiveId" clId="{822806B2-9B34-42BB-8709-C780576C86F1}" dt="2023-03-21T05:41:16.013" v="2"/>
          <ac:spMkLst>
            <pc:docMk/>
            <pc:sldMk cId="977377963" sldId="356"/>
            <ac:spMk id="15" creationId="{3F470CD7-2716-35FA-321E-83A4E386FA31}"/>
          </ac:spMkLst>
        </pc:spChg>
        <pc:spChg chg="add del mod">
          <ac:chgData name="MADNEETA SINGH" userId="ba487e41d220043c" providerId="LiveId" clId="{822806B2-9B34-42BB-8709-C780576C86F1}" dt="2023-03-21T05:41:16.013" v="2"/>
          <ac:spMkLst>
            <pc:docMk/>
            <pc:sldMk cId="977377963" sldId="356"/>
            <ac:spMk id="16" creationId="{A04E7DFC-1534-F1FA-7F47-DC49308F0694}"/>
          </ac:spMkLst>
        </pc:spChg>
        <pc:spChg chg="add del mod">
          <ac:chgData name="MADNEETA SINGH" userId="ba487e41d220043c" providerId="LiveId" clId="{822806B2-9B34-42BB-8709-C780576C86F1}" dt="2023-03-21T05:41:16.013" v="2"/>
          <ac:spMkLst>
            <pc:docMk/>
            <pc:sldMk cId="977377963" sldId="356"/>
            <ac:spMk id="17" creationId="{2A02A1F6-0BB0-EC2E-29EE-B6D827ED877F}"/>
          </ac:spMkLst>
        </pc:spChg>
        <pc:spChg chg="add del mod">
          <ac:chgData name="MADNEETA SINGH" userId="ba487e41d220043c" providerId="LiveId" clId="{822806B2-9B34-42BB-8709-C780576C86F1}" dt="2023-03-21T05:41:16.013" v="2"/>
          <ac:spMkLst>
            <pc:docMk/>
            <pc:sldMk cId="977377963" sldId="356"/>
            <ac:spMk id="18" creationId="{335F208D-038E-5679-AD52-1B4D5A22EC1C}"/>
          </ac:spMkLst>
        </pc:spChg>
      </pc:sldChg>
    </pc:docChg>
  </pc:docChgLst>
  <pc:docChgLst>
    <pc:chgData name="MADNEETA SINGH" userId="ba487e41d220043c" providerId="LiveId" clId="{DE82443B-C9EC-4E90-9B5E-7A9485DD1C05}"/>
    <pc:docChg chg="custSel modSld modMainMaster">
      <pc:chgData name="MADNEETA SINGH" userId="ba487e41d220043c" providerId="LiveId" clId="{DE82443B-C9EC-4E90-9B5E-7A9485DD1C05}" dt="2024-01-08T02:56:10.250" v="50" actId="20577"/>
      <pc:docMkLst>
        <pc:docMk/>
      </pc:docMkLst>
      <pc:sldChg chg="modSp mod">
        <pc:chgData name="MADNEETA SINGH" userId="ba487e41d220043c" providerId="LiveId" clId="{DE82443B-C9EC-4E90-9B5E-7A9485DD1C05}" dt="2024-01-08T02:56:10.250" v="50" actId="20577"/>
        <pc:sldMkLst>
          <pc:docMk/>
          <pc:sldMk cId="0" sldId="257"/>
        </pc:sldMkLst>
        <pc:spChg chg="mod">
          <ac:chgData name="MADNEETA SINGH" userId="ba487e41d220043c" providerId="LiveId" clId="{DE82443B-C9EC-4E90-9B5E-7A9485DD1C05}" dt="2024-01-08T02:56:10.250" v="50" actId="20577"/>
          <ac:spMkLst>
            <pc:docMk/>
            <pc:sldMk cId="0" sldId="257"/>
            <ac:spMk id="3" creationId="{00000000-0000-0000-0000-000000000000}"/>
          </ac:spMkLst>
        </pc:spChg>
        <pc:spChg chg="mod">
          <ac:chgData name="MADNEETA SINGH" userId="ba487e41d220043c" providerId="LiveId" clId="{DE82443B-C9EC-4E90-9B5E-7A9485DD1C05}" dt="2024-01-08T02:51:07.172" v="3"/>
          <ac:spMkLst>
            <pc:docMk/>
            <pc:sldMk cId="0" sldId="257"/>
            <ac:spMk id="13" creationId="{00000000-0000-0000-0000-000000000000}"/>
          </ac:spMkLst>
        </pc:spChg>
      </pc:sldChg>
      <pc:sldChg chg="modSp">
        <pc:chgData name="MADNEETA SINGH" userId="ba487e41d220043c" providerId="LiveId" clId="{DE82443B-C9EC-4E90-9B5E-7A9485DD1C05}" dt="2024-01-08T02:51:07.172" v="3"/>
        <pc:sldMkLst>
          <pc:docMk/>
          <pc:sldMk cId="0" sldId="258"/>
        </pc:sldMkLst>
        <pc:spChg chg="mod">
          <ac:chgData name="MADNEETA SINGH" userId="ba487e41d220043c" providerId="LiveId" clId="{DE82443B-C9EC-4E90-9B5E-7A9485DD1C05}" dt="2024-01-08T02:51:07.172" v="3"/>
          <ac:spMkLst>
            <pc:docMk/>
            <pc:sldMk cId="0" sldId="258"/>
            <ac:spMk id="13" creationId="{00000000-0000-0000-0000-000000000000}"/>
          </ac:spMkLst>
        </pc:spChg>
      </pc:sldChg>
      <pc:sldChg chg="modSp">
        <pc:chgData name="MADNEETA SINGH" userId="ba487e41d220043c" providerId="LiveId" clId="{DE82443B-C9EC-4E90-9B5E-7A9485DD1C05}" dt="2024-01-08T02:51:07.172" v="3"/>
        <pc:sldMkLst>
          <pc:docMk/>
          <pc:sldMk cId="0" sldId="260"/>
        </pc:sldMkLst>
        <pc:spChg chg="mod">
          <ac:chgData name="MADNEETA SINGH" userId="ba487e41d220043c" providerId="LiveId" clId="{DE82443B-C9EC-4E90-9B5E-7A9485DD1C05}" dt="2024-01-08T02:51:07.172" v="3"/>
          <ac:spMkLst>
            <pc:docMk/>
            <pc:sldMk cId="0" sldId="260"/>
            <ac:spMk id="10" creationId="{00000000-0000-0000-0000-000000000000}"/>
          </ac:spMkLst>
        </pc:spChg>
        <pc:graphicFrameChg chg="mod">
          <ac:chgData name="MADNEETA SINGH" userId="ba487e41d220043c" providerId="LiveId" clId="{DE82443B-C9EC-4E90-9B5E-7A9485DD1C05}" dt="2024-01-08T02:51:07.172" v="3"/>
          <ac:graphicFrameMkLst>
            <pc:docMk/>
            <pc:sldMk cId="0" sldId="260"/>
            <ac:graphicFrameMk id="9" creationId="{00000000-0000-0000-0000-000000000000}"/>
          </ac:graphicFrameMkLst>
        </pc:graphicFrameChg>
      </pc:sldChg>
      <pc:sldChg chg="modSp">
        <pc:chgData name="MADNEETA SINGH" userId="ba487e41d220043c" providerId="LiveId" clId="{DE82443B-C9EC-4E90-9B5E-7A9485DD1C05}" dt="2024-01-08T02:51:07.172" v="3"/>
        <pc:sldMkLst>
          <pc:docMk/>
          <pc:sldMk cId="0" sldId="261"/>
        </pc:sldMkLst>
        <pc:spChg chg="mod">
          <ac:chgData name="MADNEETA SINGH" userId="ba487e41d220043c" providerId="LiveId" clId="{DE82443B-C9EC-4E90-9B5E-7A9485DD1C05}" dt="2024-01-08T02:51:07.172" v="3"/>
          <ac:spMkLst>
            <pc:docMk/>
            <pc:sldMk cId="0" sldId="261"/>
            <ac:spMk id="10" creationId="{00000000-0000-0000-0000-000000000000}"/>
          </ac:spMkLst>
        </pc:spChg>
        <pc:graphicFrameChg chg="mod">
          <ac:chgData name="MADNEETA SINGH" userId="ba487e41d220043c" providerId="LiveId" clId="{DE82443B-C9EC-4E90-9B5E-7A9485DD1C05}" dt="2024-01-08T02:51:07.172" v="3"/>
          <ac:graphicFrameMkLst>
            <pc:docMk/>
            <pc:sldMk cId="0" sldId="261"/>
            <ac:graphicFrameMk id="9" creationId="{00000000-0000-0000-0000-000000000000}"/>
          </ac:graphicFrameMkLst>
        </pc:graphicFrameChg>
      </pc:sldChg>
      <pc:sldChg chg="modSp">
        <pc:chgData name="MADNEETA SINGH" userId="ba487e41d220043c" providerId="LiveId" clId="{DE82443B-C9EC-4E90-9B5E-7A9485DD1C05}" dt="2024-01-08T02:51:07.172" v="3"/>
        <pc:sldMkLst>
          <pc:docMk/>
          <pc:sldMk cId="0" sldId="262"/>
        </pc:sldMkLst>
        <pc:spChg chg="mod">
          <ac:chgData name="MADNEETA SINGH" userId="ba487e41d220043c" providerId="LiveId" clId="{DE82443B-C9EC-4E90-9B5E-7A9485DD1C05}" dt="2024-01-08T02:51:07.172" v="3"/>
          <ac:spMkLst>
            <pc:docMk/>
            <pc:sldMk cId="0" sldId="262"/>
            <ac:spMk id="5" creationId="{00000000-0000-0000-0000-000000000000}"/>
          </ac:spMkLst>
        </pc:spChg>
        <pc:graphicFrameChg chg="mod">
          <ac:chgData name="MADNEETA SINGH" userId="ba487e41d220043c" providerId="LiveId" clId="{DE82443B-C9EC-4E90-9B5E-7A9485DD1C05}" dt="2024-01-08T02:51:07.172" v="3"/>
          <ac:graphicFrameMkLst>
            <pc:docMk/>
            <pc:sldMk cId="0" sldId="262"/>
            <ac:graphicFrameMk id="12" creationId="{00000000-0000-0000-0000-000000000000}"/>
          </ac:graphicFrameMkLst>
        </pc:graphicFrameChg>
      </pc:sldChg>
      <pc:sldChg chg="modSp">
        <pc:chgData name="MADNEETA SINGH" userId="ba487e41d220043c" providerId="LiveId" clId="{DE82443B-C9EC-4E90-9B5E-7A9485DD1C05}" dt="2024-01-08T02:51:07.172" v="3"/>
        <pc:sldMkLst>
          <pc:docMk/>
          <pc:sldMk cId="4192245201" sldId="263"/>
        </pc:sldMkLst>
        <pc:spChg chg="mod">
          <ac:chgData name="MADNEETA SINGH" userId="ba487e41d220043c" providerId="LiveId" clId="{DE82443B-C9EC-4E90-9B5E-7A9485DD1C05}" dt="2024-01-08T02:51:07.172" v="3"/>
          <ac:spMkLst>
            <pc:docMk/>
            <pc:sldMk cId="4192245201" sldId="263"/>
            <ac:spMk id="12" creationId="{00000000-0000-0000-0000-000000000000}"/>
          </ac:spMkLst>
        </pc:spChg>
      </pc:sldChg>
      <pc:sldChg chg="modSp">
        <pc:chgData name="MADNEETA SINGH" userId="ba487e41d220043c" providerId="LiveId" clId="{DE82443B-C9EC-4E90-9B5E-7A9485DD1C05}" dt="2024-01-08T02:51:07.172" v="3"/>
        <pc:sldMkLst>
          <pc:docMk/>
          <pc:sldMk cId="3919311891" sldId="264"/>
        </pc:sldMkLst>
        <pc:spChg chg="mod">
          <ac:chgData name="MADNEETA SINGH" userId="ba487e41d220043c" providerId="LiveId" clId="{DE82443B-C9EC-4E90-9B5E-7A9485DD1C05}" dt="2024-01-08T02:51:07.172" v="3"/>
          <ac:spMkLst>
            <pc:docMk/>
            <pc:sldMk cId="3919311891" sldId="264"/>
            <ac:spMk id="9" creationId="{00000000-0000-0000-0000-000000000000}"/>
          </ac:spMkLst>
        </pc:spChg>
      </pc:sldChg>
      <pc:sldChg chg="modSp">
        <pc:chgData name="MADNEETA SINGH" userId="ba487e41d220043c" providerId="LiveId" clId="{DE82443B-C9EC-4E90-9B5E-7A9485DD1C05}" dt="2024-01-08T02:51:07.172" v="3"/>
        <pc:sldMkLst>
          <pc:docMk/>
          <pc:sldMk cId="3919311891" sldId="265"/>
        </pc:sldMkLst>
        <pc:spChg chg="mod">
          <ac:chgData name="MADNEETA SINGH" userId="ba487e41d220043c" providerId="LiveId" clId="{DE82443B-C9EC-4E90-9B5E-7A9485DD1C05}" dt="2024-01-08T02:51:07.172" v="3"/>
          <ac:spMkLst>
            <pc:docMk/>
            <pc:sldMk cId="3919311891" sldId="265"/>
            <ac:spMk id="9" creationId="{00000000-0000-0000-0000-000000000000}"/>
          </ac:spMkLst>
        </pc:spChg>
      </pc:sldChg>
      <pc:sldChg chg="modSp">
        <pc:chgData name="MADNEETA SINGH" userId="ba487e41d220043c" providerId="LiveId" clId="{DE82443B-C9EC-4E90-9B5E-7A9485DD1C05}" dt="2024-01-08T02:51:07.172" v="3"/>
        <pc:sldMkLst>
          <pc:docMk/>
          <pc:sldMk cId="0" sldId="266"/>
        </pc:sldMkLst>
        <pc:spChg chg="mod">
          <ac:chgData name="MADNEETA SINGH" userId="ba487e41d220043c" providerId="LiveId" clId="{DE82443B-C9EC-4E90-9B5E-7A9485DD1C05}" dt="2024-01-08T02:51:07.172" v="3"/>
          <ac:spMkLst>
            <pc:docMk/>
            <pc:sldMk cId="0" sldId="266"/>
            <ac:spMk id="13" creationId="{00000000-0000-0000-0000-000000000000}"/>
          </ac:spMkLst>
        </pc:spChg>
      </pc:sldChg>
      <pc:sldChg chg="modSp">
        <pc:chgData name="MADNEETA SINGH" userId="ba487e41d220043c" providerId="LiveId" clId="{DE82443B-C9EC-4E90-9B5E-7A9485DD1C05}" dt="2024-01-08T02:51:07.172" v="3"/>
        <pc:sldMkLst>
          <pc:docMk/>
          <pc:sldMk cId="3919311891" sldId="267"/>
        </pc:sldMkLst>
        <pc:spChg chg="mod">
          <ac:chgData name="MADNEETA SINGH" userId="ba487e41d220043c" providerId="LiveId" clId="{DE82443B-C9EC-4E90-9B5E-7A9485DD1C05}" dt="2024-01-08T02:51:07.172" v="3"/>
          <ac:spMkLst>
            <pc:docMk/>
            <pc:sldMk cId="3919311891" sldId="267"/>
            <ac:spMk id="9" creationId="{00000000-0000-0000-0000-000000000000}"/>
          </ac:spMkLst>
        </pc:spChg>
      </pc:sldChg>
      <pc:sldChg chg="modSp">
        <pc:chgData name="MADNEETA SINGH" userId="ba487e41d220043c" providerId="LiveId" clId="{DE82443B-C9EC-4E90-9B5E-7A9485DD1C05}" dt="2024-01-08T02:51:07.172" v="3"/>
        <pc:sldMkLst>
          <pc:docMk/>
          <pc:sldMk cId="3919311891" sldId="268"/>
        </pc:sldMkLst>
        <pc:spChg chg="mod">
          <ac:chgData name="MADNEETA SINGH" userId="ba487e41d220043c" providerId="LiveId" clId="{DE82443B-C9EC-4E90-9B5E-7A9485DD1C05}" dt="2024-01-08T02:51:07.172" v="3"/>
          <ac:spMkLst>
            <pc:docMk/>
            <pc:sldMk cId="3919311891" sldId="268"/>
            <ac:spMk id="9" creationId="{00000000-0000-0000-0000-000000000000}"/>
          </ac:spMkLst>
        </pc:spChg>
      </pc:sldChg>
      <pc:sldChg chg="modSp">
        <pc:chgData name="MADNEETA SINGH" userId="ba487e41d220043c" providerId="LiveId" clId="{DE82443B-C9EC-4E90-9B5E-7A9485DD1C05}" dt="2024-01-08T02:51:07.172" v="3"/>
        <pc:sldMkLst>
          <pc:docMk/>
          <pc:sldMk cId="3919311891" sldId="269"/>
        </pc:sldMkLst>
        <pc:spChg chg="mod">
          <ac:chgData name="MADNEETA SINGH" userId="ba487e41d220043c" providerId="LiveId" clId="{DE82443B-C9EC-4E90-9B5E-7A9485DD1C05}" dt="2024-01-08T02:51:07.172" v="3"/>
          <ac:spMkLst>
            <pc:docMk/>
            <pc:sldMk cId="3919311891" sldId="269"/>
            <ac:spMk id="9" creationId="{00000000-0000-0000-0000-000000000000}"/>
          </ac:spMkLst>
        </pc:spChg>
      </pc:sldChg>
      <pc:sldChg chg="modSp">
        <pc:chgData name="MADNEETA SINGH" userId="ba487e41d220043c" providerId="LiveId" clId="{DE82443B-C9EC-4E90-9B5E-7A9485DD1C05}" dt="2024-01-08T02:51:07.172" v="3"/>
        <pc:sldMkLst>
          <pc:docMk/>
          <pc:sldMk cId="3919311891" sldId="270"/>
        </pc:sldMkLst>
        <pc:spChg chg="mod">
          <ac:chgData name="MADNEETA SINGH" userId="ba487e41d220043c" providerId="LiveId" clId="{DE82443B-C9EC-4E90-9B5E-7A9485DD1C05}" dt="2024-01-08T02:51:07.172" v="3"/>
          <ac:spMkLst>
            <pc:docMk/>
            <pc:sldMk cId="3919311891" sldId="270"/>
            <ac:spMk id="9" creationId="{00000000-0000-0000-0000-000000000000}"/>
          </ac:spMkLst>
        </pc:spChg>
      </pc:sldChg>
      <pc:sldChg chg="modSp">
        <pc:chgData name="MADNEETA SINGH" userId="ba487e41d220043c" providerId="LiveId" clId="{DE82443B-C9EC-4E90-9B5E-7A9485DD1C05}" dt="2024-01-08T02:51:07.172" v="3"/>
        <pc:sldMkLst>
          <pc:docMk/>
          <pc:sldMk cId="3919311891" sldId="271"/>
        </pc:sldMkLst>
        <pc:spChg chg="mod">
          <ac:chgData name="MADNEETA SINGH" userId="ba487e41d220043c" providerId="LiveId" clId="{DE82443B-C9EC-4E90-9B5E-7A9485DD1C05}" dt="2024-01-08T02:51:07.172" v="3"/>
          <ac:spMkLst>
            <pc:docMk/>
            <pc:sldMk cId="3919311891" sldId="271"/>
            <ac:spMk id="9" creationId="{00000000-0000-0000-0000-000000000000}"/>
          </ac:spMkLst>
        </pc:spChg>
      </pc:sldChg>
      <pc:sldChg chg="modSp">
        <pc:chgData name="MADNEETA SINGH" userId="ba487e41d220043c" providerId="LiveId" clId="{DE82443B-C9EC-4E90-9B5E-7A9485DD1C05}" dt="2024-01-08T02:51:07.172" v="3"/>
        <pc:sldMkLst>
          <pc:docMk/>
          <pc:sldMk cId="3919311891" sldId="272"/>
        </pc:sldMkLst>
        <pc:spChg chg="mod">
          <ac:chgData name="MADNEETA SINGH" userId="ba487e41d220043c" providerId="LiveId" clId="{DE82443B-C9EC-4E90-9B5E-7A9485DD1C05}" dt="2024-01-08T02:51:07.172" v="3"/>
          <ac:spMkLst>
            <pc:docMk/>
            <pc:sldMk cId="3919311891" sldId="272"/>
            <ac:spMk id="9" creationId="{00000000-0000-0000-0000-000000000000}"/>
          </ac:spMkLst>
        </pc:spChg>
      </pc:sldChg>
      <pc:sldChg chg="modSp">
        <pc:chgData name="MADNEETA SINGH" userId="ba487e41d220043c" providerId="LiveId" clId="{DE82443B-C9EC-4E90-9B5E-7A9485DD1C05}" dt="2024-01-08T02:51:07.172" v="3"/>
        <pc:sldMkLst>
          <pc:docMk/>
          <pc:sldMk cId="3919311891" sldId="273"/>
        </pc:sldMkLst>
        <pc:spChg chg="mod">
          <ac:chgData name="MADNEETA SINGH" userId="ba487e41d220043c" providerId="LiveId" clId="{DE82443B-C9EC-4E90-9B5E-7A9485DD1C05}" dt="2024-01-08T02:51:07.172" v="3"/>
          <ac:spMkLst>
            <pc:docMk/>
            <pc:sldMk cId="3919311891" sldId="273"/>
            <ac:spMk id="9" creationId="{00000000-0000-0000-0000-000000000000}"/>
          </ac:spMkLst>
        </pc:spChg>
      </pc:sldChg>
      <pc:sldChg chg="modSp">
        <pc:chgData name="MADNEETA SINGH" userId="ba487e41d220043c" providerId="LiveId" clId="{DE82443B-C9EC-4E90-9B5E-7A9485DD1C05}" dt="2024-01-08T02:51:07.172" v="3"/>
        <pc:sldMkLst>
          <pc:docMk/>
          <pc:sldMk cId="3919311891" sldId="274"/>
        </pc:sldMkLst>
        <pc:spChg chg="mod">
          <ac:chgData name="MADNEETA SINGH" userId="ba487e41d220043c" providerId="LiveId" clId="{DE82443B-C9EC-4E90-9B5E-7A9485DD1C05}" dt="2024-01-08T02:51:07.172" v="3"/>
          <ac:spMkLst>
            <pc:docMk/>
            <pc:sldMk cId="3919311891" sldId="274"/>
            <ac:spMk id="9" creationId="{00000000-0000-0000-0000-000000000000}"/>
          </ac:spMkLst>
        </pc:spChg>
      </pc:sldChg>
      <pc:sldChg chg="modSp">
        <pc:chgData name="MADNEETA SINGH" userId="ba487e41d220043c" providerId="LiveId" clId="{DE82443B-C9EC-4E90-9B5E-7A9485DD1C05}" dt="2024-01-08T02:51:07.172" v="3"/>
        <pc:sldMkLst>
          <pc:docMk/>
          <pc:sldMk cId="3919311891" sldId="275"/>
        </pc:sldMkLst>
        <pc:spChg chg="mod">
          <ac:chgData name="MADNEETA SINGH" userId="ba487e41d220043c" providerId="LiveId" clId="{DE82443B-C9EC-4E90-9B5E-7A9485DD1C05}" dt="2024-01-08T02:51:07.172" v="3"/>
          <ac:spMkLst>
            <pc:docMk/>
            <pc:sldMk cId="3919311891" sldId="275"/>
            <ac:spMk id="9" creationId="{00000000-0000-0000-0000-000000000000}"/>
          </ac:spMkLst>
        </pc:spChg>
      </pc:sldChg>
      <pc:sldChg chg="modSp">
        <pc:chgData name="MADNEETA SINGH" userId="ba487e41d220043c" providerId="LiveId" clId="{DE82443B-C9EC-4E90-9B5E-7A9485DD1C05}" dt="2024-01-08T02:51:07.172" v="3"/>
        <pc:sldMkLst>
          <pc:docMk/>
          <pc:sldMk cId="3919311891" sldId="276"/>
        </pc:sldMkLst>
        <pc:spChg chg="mod">
          <ac:chgData name="MADNEETA SINGH" userId="ba487e41d220043c" providerId="LiveId" clId="{DE82443B-C9EC-4E90-9B5E-7A9485DD1C05}" dt="2024-01-08T02:51:07.172" v="3"/>
          <ac:spMkLst>
            <pc:docMk/>
            <pc:sldMk cId="3919311891" sldId="276"/>
            <ac:spMk id="9" creationId="{00000000-0000-0000-0000-000000000000}"/>
          </ac:spMkLst>
        </pc:spChg>
      </pc:sldChg>
      <pc:sldChg chg="modSp">
        <pc:chgData name="MADNEETA SINGH" userId="ba487e41d220043c" providerId="LiveId" clId="{DE82443B-C9EC-4E90-9B5E-7A9485DD1C05}" dt="2024-01-08T02:51:07.172" v="3"/>
        <pc:sldMkLst>
          <pc:docMk/>
          <pc:sldMk cId="3919311891" sldId="277"/>
        </pc:sldMkLst>
        <pc:spChg chg="mod">
          <ac:chgData name="MADNEETA SINGH" userId="ba487e41d220043c" providerId="LiveId" clId="{DE82443B-C9EC-4E90-9B5E-7A9485DD1C05}" dt="2024-01-08T02:51:07.172" v="3"/>
          <ac:spMkLst>
            <pc:docMk/>
            <pc:sldMk cId="3919311891" sldId="277"/>
            <ac:spMk id="9" creationId="{00000000-0000-0000-0000-000000000000}"/>
          </ac:spMkLst>
        </pc:spChg>
      </pc:sldChg>
      <pc:sldChg chg="modSp">
        <pc:chgData name="MADNEETA SINGH" userId="ba487e41d220043c" providerId="LiveId" clId="{DE82443B-C9EC-4E90-9B5E-7A9485DD1C05}" dt="2024-01-08T02:51:07.172" v="3"/>
        <pc:sldMkLst>
          <pc:docMk/>
          <pc:sldMk cId="3919311891" sldId="278"/>
        </pc:sldMkLst>
        <pc:spChg chg="mod">
          <ac:chgData name="MADNEETA SINGH" userId="ba487e41d220043c" providerId="LiveId" clId="{DE82443B-C9EC-4E90-9B5E-7A9485DD1C05}" dt="2024-01-08T02:51:07.172" v="3"/>
          <ac:spMkLst>
            <pc:docMk/>
            <pc:sldMk cId="3919311891" sldId="278"/>
            <ac:spMk id="9" creationId="{00000000-0000-0000-0000-000000000000}"/>
          </ac:spMkLst>
        </pc:spChg>
      </pc:sldChg>
      <pc:sldChg chg="modSp">
        <pc:chgData name="MADNEETA SINGH" userId="ba487e41d220043c" providerId="LiveId" clId="{DE82443B-C9EC-4E90-9B5E-7A9485DD1C05}" dt="2024-01-08T02:51:07.172" v="3"/>
        <pc:sldMkLst>
          <pc:docMk/>
          <pc:sldMk cId="3919311891" sldId="280"/>
        </pc:sldMkLst>
        <pc:spChg chg="mod">
          <ac:chgData name="MADNEETA SINGH" userId="ba487e41d220043c" providerId="LiveId" clId="{DE82443B-C9EC-4E90-9B5E-7A9485DD1C05}" dt="2024-01-08T02:51:07.172" v="3"/>
          <ac:spMkLst>
            <pc:docMk/>
            <pc:sldMk cId="3919311891" sldId="280"/>
            <ac:spMk id="9" creationId="{00000000-0000-0000-0000-000000000000}"/>
          </ac:spMkLst>
        </pc:spChg>
      </pc:sldChg>
      <pc:sldChg chg="modSp">
        <pc:chgData name="MADNEETA SINGH" userId="ba487e41d220043c" providerId="LiveId" clId="{DE82443B-C9EC-4E90-9B5E-7A9485DD1C05}" dt="2024-01-08T02:51:07.172" v="3"/>
        <pc:sldMkLst>
          <pc:docMk/>
          <pc:sldMk cId="3919311891" sldId="282"/>
        </pc:sldMkLst>
        <pc:spChg chg="mod">
          <ac:chgData name="MADNEETA SINGH" userId="ba487e41d220043c" providerId="LiveId" clId="{DE82443B-C9EC-4E90-9B5E-7A9485DD1C05}" dt="2024-01-08T02:51:07.172" v="3"/>
          <ac:spMkLst>
            <pc:docMk/>
            <pc:sldMk cId="3919311891" sldId="282"/>
            <ac:spMk id="9" creationId="{00000000-0000-0000-0000-000000000000}"/>
          </ac:spMkLst>
        </pc:spChg>
      </pc:sldChg>
      <pc:sldChg chg="modSp">
        <pc:chgData name="MADNEETA SINGH" userId="ba487e41d220043c" providerId="LiveId" clId="{DE82443B-C9EC-4E90-9B5E-7A9485DD1C05}" dt="2024-01-08T02:51:07.172" v="3"/>
        <pc:sldMkLst>
          <pc:docMk/>
          <pc:sldMk cId="3919311891" sldId="283"/>
        </pc:sldMkLst>
        <pc:spChg chg="mod">
          <ac:chgData name="MADNEETA SINGH" userId="ba487e41d220043c" providerId="LiveId" clId="{DE82443B-C9EC-4E90-9B5E-7A9485DD1C05}" dt="2024-01-08T02:51:07.172" v="3"/>
          <ac:spMkLst>
            <pc:docMk/>
            <pc:sldMk cId="3919311891" sldId="283"/>
            <ac:spMk id="9" creationId="{00000000-0000-0000-0000-000000000000}"/>
          </ac:spMkLst>
        </pc:spChg>
      </pc:sldChg>
      <pc:sldChg chg="modSp">
        <pc:chgData name="MADNEETA SINGH" userId="ba487e41d220043c" providerId="LiveId" clId="{DE82443B-C9EC-4E90-9B5E-7A9485DD1C05}" dt="2024-01-08T02:51:07.172" v="3"/>
        <pc:sldMkLst>
          <pc:docMk/>
          <pc:sldMk cId="3919311891" sldId="289"/>
        </pc:sldMkLst>
        <pc:spChg chg="mod">
          <ac:chgData name="MADNEETA SINGH" userId="ba487e41d220043c" providerId="LiveId" clId="{DE82443B-C9EC-4E90-9B5E-7A9485DD1C05}" dt="2024-01-08T02:51:07.172" v="3"/>
          <ac:spMkLst>
            <pc:docMk/>
            <pc:sldMk cId="3919311891" sldId="289"/>
            <ac:spMk id="9" creationId="{00000000-0000-0000-0000-000000000000}"/>
          </ac:spMkLst>
        </pc:spChg>
      </pc:sldChg>
      <pc:sldChg chg="modSp">
        <pc:chgData name="MADNEETA SINGH" userId="ba487e41d220043c" providerId="LiveId" clId="{DE82443B-C9EC-4E90-9B5E-7A9485DD1C05}" dt="2024-01-08T02:51:07.172" v="3"/>
        <pc:sldMkLst>
          <pc:docMk/>
          <pc:sldMk cId="3919311891" sldId="291"/>
        </pc:sldMkLst>
        <pc:spChg chg="mod">
          <ac:chgData name="MADNEETA SINGH" userId="ba487e41d220043c" providerId="LiveId" clId="{DE82443B-C9EC-4E90-9B5E-7A9485DD1C05}" dt="2024-01-08T02:51:07.172" v="3"/>
          <ac:spMkLst>
            <pc:docMk/>
            <pc:sldMk cId="3919311891" sldId="291"/>
            <ac:spMk id="9" creationId="{00000000-0000-0000-0000-000000000000}"/>
          </ac:spMkLst>
        </pc:spChg>
      </pc:sldChg>
      <pc:sldChg chg="modSp">
        <pc:chgData name="MADNEETA SINGH" userId="ba487e41d220043c" providerId="LiveId" clId="{DE82443B-C9EC-4E90-9B5E-7A9485DD1C05}" dt="2024-01-08T02:51:07.172" v="3"/>
        <pc:sldMkLst>
          <pc:docMk/>
          <pc:sldMk cId="3919311891" sldId="292"/>
        </pc:sldMkLst>
        <pc:spChg chg="mod">
          <ac:chgData name="MADNEETA SINGH" userId="ba487e41d220043c" providerId="LiveId" clId="{DE82443B-C9EC-4E90-9B5E-7A9485DD1C05}" dt="2024-01-08T02:51:07.172" v="3"/>
          <ac:spMkLst>
            <pc:docMk/>
            <pc:sldMk cId="3919311891" sldId="292"/>
            <ac:spMk id="9" creationId="{00000000-0000-0000-0000-000000000000}"/>
          </ac:spMkLst>
        </pc:spChg>
      </pc:sldChg>
      <pc:sldChg chg="modSp">
        <pc:chgData name="MADNEETA SINGH" userId="ba487e41d220043c" providerId="LiveId" clId="{DE82443B-C9EC-4E90-9B5E-7A9485DD1C05}" dt="2024-01-08T02:51:07.172" v="3"/>
        <pc:sldMkLst>
          <pc:docMk/>
          <pc:sldMk cId="3919311891" sldId="293"/>
        </pc:sldMkLst>
        <pc:spChg chg="mod">
          <ac:chgData name="MADNEETA SINGH" userId="ba487e41d220043c" providerId="LiveId" clId="{DE82443B-C9EC-4E90-9B5E-7A9485DD1C05}" dt="2024-01-08T02:51:07.172" v="3"/>
          <ac:spMkLst>
            <pc:docMk/>
            <pc:sldMk cId="3919311891" sldId="293"/>
            <ac:spMk id="9" creationId="{00000000-0000-0000-0000-000000000000}"/>
          </ac:spMkLst>
        </pc:spChg>
      </pc:sldChg>
      <pc:sldChg chg="modSp">
        <pc:chgData name="MADNEETA SINGH" userId="ba487e41d220043c" providerId="LiveId" clId="{DE82443B-C9EC-4E90-9B5E-7A9485DD1C05}" dt="2024-01-08T02:51:07.172" v="3"/>
        <pc:sldMkLst>
          <pc:docMk/>
          <pc:sldMk cId="3919311891" sldId="294"/>
        </pc:sldMkLst>
        <pc:spChg chg="mod">
          <ac:chgData name="MADNEETA SINGH" userId="ba487e41d220043c" providerId="LiveId" clId="{DE82443B-C9EC-4E90-9B5E-7A9485DD1C05}" dt="2024-01-08T02:51:07.172" v="3"/>
          <ac:spMkLst>
            <pc:docMk/>
            <pc:sldMk cId="3919311891" sldId="294"/>
            <ac:spMk id="9" creationId="{00000000-0000-0000-0000-000000000000}"/>
          </ac:spMkLst>
        </pc:spChg>
      </pc:sldChg>
      <pc:sldChg chg="modSp">
        <pc:chgData name="MADNEETA SINGH" userId="ba487e41d220043c" providerId="LiveId" clId="{DE82443B-C9EC-4E90-9B5E-7A9485DD1C05}" dt="2024-01-08T02:51:07.172" v="3"/>
        <pc:sldMkLst>
          <pc:docMk/>
          <pc:sldMk cId="3919311891" sldId="295"/>
        </pc:sldMkLst>
        <pc:spChg chg="mod">
          <ac:chgData name="MADNEETA SINGH" userId="ba487e41d220043c" providerId="LiveId" clId="{DE82443B-C9EC-4E90-9B5E-7A9485DD1C05}" dt="2024-01-08T02:51:07.172" v="3"/>
          <ac:spMkLst>
            <pc:docMk/>
            <pc:sldMk cId="3919311891" sldId="295"/>
            <ac:spMk id="9" creationId="{00000000-0000-0000-0000-000000000000}"/>
          </ac:spMkLst>
        </pc:spChg>
      </pc:sldChg>
      <pc:sldChg chg="modSp">
        <pc:chgData name="MADNEETA SINGH" userId="ba487e41d220043c" providerId="LiveId" clId="{DE82443B-C9EC-4E90-9B5E-7A9485DD1C05}" dt="2024-01-08T02:51:07.172" v="3"/>
        <pc:sldMkLst>
          <pc:docMk/>
          <pc:sldMk cId="3919311891" sldId="296"/>
        </pc:sldMkLst>
        <pc:spChg chg="mod">
          <ac:chgData name="MADNEETA SINGH" userId="ba487e41d220043c" providerId="LiveId" clId="{DE82443B-C9EC-4E90-9B5E-7A9485DD1C05}" dt="2024-01-08T02:51:07.172" v="3"/>
          <ac:spMkLst>
            <pc:docMk/>
            <pc:sldMk cId="3919311891" sldId="296"/>
            <ac:spMk id="9" creationId="{00000000-0000-0000-0000-000000000000}"/>
          </ac:spMkLst>
        </pc:spChg>
      </pc:sldChg>
      <pc:sldChg chg="modSp">
        <pc:chgData name="MADNEETA SINGH" userId="ba487e41d220043c" providerId="LiveId" clId="{DE82443B-C9EC-4E90-9B5E-7A9485DD1C05}" dt="2024-01-08T02:51:07.172" v="3"/>
        <pc:sldMkLst>
          <pc:docMk/>
          <pc:sldMk cId="3919311891" sldId="297"/>
        </pc:sldMkLst>
        <pc:spChg chg="mod">
          <ac:chgData name="MADNEETA SINGH" userId="ba487e41d220043c" providerId="LiveId" clId="{DE82443B-C9EC-4E90-9B5E-7A9485DD1C05}" dt="2024-01-08T02:51:07.172" v="3"/>
          <ac:spMkLst>
            <pc:docMk/>
            <pc:sldMk cId="3919311891" sldId="297"/>
            <ac:spMk id="9" creationId="{00000000-0000-0000-0000-000000000000}"/>
          </ac:spMkLst>
        </pc:spChg>
      </pc:sldChg>
      <pc:sldChg chg="modSp">
        <pc:chgData name="MADNEETA SINGH" userId="ba487e41d220043c" providerId="LiveId" clId="{DE82443B-C9EC-4E90-9B5E-7A9485DD1C05}" dt="2024-01-08T02:51:07.172" v="3"/>
        <pc:sldMkLst>
          <pc:docMk/>
          <pc:sldMk cId="3919311891" sldId="298"/>
        </pc:sldMkLst>
        <pc:spChg chg="mod">
          <ac:chgData name="MADNEETA SINGH" userId="ba487e41d220043c" providerId="LiveId" clId="{DE82443B-C9EC-4E90-9B5E-7A9485DD1C05}" dt="2024-01-08T02:51:07.172" v="3"/>
          <ac:spMkLst>
            <pc:docMk/>
            <pc:sldMk cId="3919311891" sldId="298"/>
            <ac:spMk id="9" creationId="{00000000-0000-0000-0000-000000000000}"/>
          </ac:spMkLst>
        </pc:spChg>
      </pc:sldChg>
      <pc:sldChg chg="modSp">
        <pc:chgData name="MADNEETA SINGH" userId="ba487e41d220043c" providerId="LiveId" clId="{DE82443B-C9EC-4E90-9B5E-7A9485DD1C05}" dt="2024-01-08T02:51:07.172" v="3"/>
        <pc:sldMkLst>
          <pc:docMk/>
          <pc:sldMk cId="3919311891" sldId="299"/>
        </pc:sldMkLst>
        <pc:spChg chg="mod">
          <ac:chgData name="MADNEETA SINGH" userId="ba487e41d220043c" providerId="LiveId" clId="{DE82443B-C9EC-4E90-9B5E-7A9485DD1C05}" dt="2024-01-08T02:51:07.172" v="3"/>
          <ac:spMkLst>
            <pc:docMk/>
            <pc:sldMk cId="3919311891" sldId="299"/>
            <ac:spMk id="9" creationId="{00000000-0000-0000-0000-000000000000}"/>
          </ac:spMkLst>
        </pc:spChg>
      </pc:sldChg>
      <pc:sldChg chg="modSp">
        <pc:chgData name="MADNEETA SINGH" userId="ba487e41d220043c" providerId="LiveId" clId="{DE82443B-C9EC-4E90-9B5E-7A9485DD1C05}" dt="2024-01-08T02:51:07.172" v="3"/>
        <pc:sldMkLst>
          <pc:docMk/>
          <pc:sldMk cId="3919311891" sldId="300"/>
        </pc:sldMkLst>
        <pc:spChg chg="mod">
          <ac:chgData name="MADNEETA SINGH" userId="ba487e41d220043c" providerId="LiveId" clId="{DE82443B-C9EC-4E90-9B5E-7A9485DD1C05}" dt="2024-01-08T02:51:07.172" v="3"/>
          <ac:spMkLst>
            <pc:docMk/>
            <pc:sldMk cId="3919311891" sldId="300"/>
            <ac:spMk id="9" creationId="{00000000-0000-0000-0000-000000000000}"/>
          </ac:spMkLst>
        </pc:spChg>
      </pc:sldChg>
      <pc:sldChg chg="modSp">
        <pc:chgData name="MADNEETA SINGH" userId="ba487e41d220043c" providerId="LiveId" clId="{DE82443B-C9EC-4E90-9B5E-7A9485DD1C05}" dt="2024-01-08T02:51:07.172" v="3"/>
        <pc:sldMkLst>
          <pc:docMk/>
          <pc:sldMk cId="3919311891" sldId="301"/>
        </pc:sldMkLst>
        <pc:spChg chg="mod">
          <ac:chgData name="MADNEETA SINGH" userId="ba487e41d220043c" providerId="LiveId" clId="{DE82443B-C9EC-4E90-9B5E-7A9485DD1C05}" dt="2024-01-08T02:51:07.172" v="3"/>
          <ac:spMkLst>
            <pc:docMk/>
            <pc:sldMk cId="3919311891" sldId="301"/>
            <ac:spMk id="9" creationId="{00000000-0000-0000-0000-000000000000}"/>
          </ac:spMkLst>
        </pc:spChg>
      </pc:sldChg>
      <pc:sldChg chg="modSp">
        <pc:chgData name="MADNEETA SINGH" userId="ba487e41d220043c" providerId="LiveId" clId="{DE82443B-C9EC-4E90-9B5E-7A9485DD1C05}" dt="2024-01-08T02:51:07.172" v="3"/>
        <pc:sldMkLst>
          <pc:docMk/>
          <pc:sldMk cId="3919311891" sldId="302"/>
        </pc:sldMkLst>
        <pc:spChg chg="mod">
          <ac:chgData name="MADNEETA SINGH" userId="ba487e41d220043c" providerId="LiveId" clId="{DE82443B-C9EC-4E90-9B5E-7A9485DD1C05}" dt="2024-01-08T02:51:07.172" v="3"/>
          <ac:spMkLst>
            <pc:docMk/>
            <pc:sldMk cId="3919311891" sldId="302"/>
            <ac:spMk id="9" creationId="{00000000-0000-0000-0000-000000000000}"/>
          </ac:spMkLst>
        </pc:spChg>
      </pc:sldChg>
      <pc:sldChg chg="modSp">
        <pc:chgData name="MADNEETA SINGH" userId="ba487e41d220043c" providerId="LiveId" clId="{DE82443B-C9EC-4E90-9B5E-7A9485DD1C05}" dt="2024-01-08T02:51:07.172" v="3"/>
        <pc:sldMkLst>
          <pc:docMk/>
          <pc:sldMk cId="4102396168" sldId="304"/>
        </pc:sldMkLst>
        <pc:spChg chg="mod">
          <ac:chgData name="MADNEETA SINGH" userId="ba487e41d220043c" providerId="LiveId" clId="{DE82443B-C9EC-4E90-9B5E-7A9485DD1C05}" dt="2024-01-08T02:51:07.172" v="3"/>
          <ac:spMkLst>
            <pc:docMk/>
            <pc:sldMk cId="4102396168" sldId="304"/>
            <ac:spMk id="10" creationId="{00000000-0000-0000-0000-000000000000}"/>
          </ac:spMkLst>
        </pc:spChg>
      </pc:sldChg>
      <pc:sldChg chg="modSp">
        <pc:chgData name="MADNEETA SINGH" userId="ba487e41d220043c" providerId="LiveId" clId="{DE82443B-C9EC-4E90-9B5E-7A9485DD1C05}" dt="2024-01-08T02:51:07.172" v="3"/>
        <pc:sldMkLst>
          <pc:docMk/>
          <pc:sldMk cId="3919311891" sldId="305"/>
        </pc:sldMkLst>
        <pc:spChg chg="mod">
          <ac:chgData name="MADNEETA SINGH" userId="ba487e41d220043c" providerId="LiveId" clId="{DE82443B-C9EC-4E90-9B5E-7A9485DD1C05}" dt="2024-01-08T02:51:07.172" v="3"/>
          <ac:spMkLst>
            <pc:docMk/>
            <pc:sldMk cId="3919311891" sldId="305"/>
            <ac:spMk id="9" creationId="{00000000-0000-0000-0000-000000000000}"/>
          </ac:spMkLst>
        </pc:spChg>
      </pc:sldChg>
      <pc:sldChg chg="modSp">
        <pc:chgData name="MADNEETA SINGH" userId="ba487e41d220043c" providerId="LiveId" clId="{DE82443B-C9EC-4E90-9B5E-7A9485DD1C05}" dt="2024-01-08T02:51:07.172" v="3"/>
        <pc:sldMkLst>
          <pc:docMk/>
          <pc:sldMk cId="3919311891" sldId="306"/>
        </pc:sldMkLst>
        <pc:spChg chg="mod">
          <ac:chgData name="MADNEETA SINGH" userId="ba487e41d220043c" providerId="LiveId" clId="{DE82443B-C9EC-4E90-9B5E-7A9485DD1C05}" dt="2024-01-08T02:51:07.172" v="3"/>
          <ac:spMkLst>
            <pc:docMk/>
            <pc:sldMk cId="3919311891" sldId="306"/>
            <ac:spMk id="9" creationId="{00000000-0000-0000-0000-000000000000}"/>
          </ac:spMkLst>
        </pc:spChg>
      </pc:sldChg>
      <pc:sldChg chg="modSp">
        <pc:chgData name="MADNEETA SINGH" userId="ba487e41d220043c" providerId="LiveId" clId="{DE82443B-C9EC-4E90-9B5E-7A9485DD1C05}" dt="2024-01-08T02:51:07.172" v="3"/>
        <pc:sldMkLst>
          <pc:docMk/>
          <pc:sldMk cId="0" sldId="308"/>
        </pc:sldMkLst>
        <pc:spChg chg="mod">
          <ac:chgData name="MADNEETA SINGH" userId="ba487e41d220043c" providerId="LiveId" clId="{DE82443B-C9EC-4E90-9B5E-7A9485DD1C05}" dt="2024-01-08T02:51:07.172" v="3"/>
          <ac:spMkLst>
            <pc:docMk/>
            <pc:sldMk cId="0" sldId="308"/>
            <ac:spMk id="5" creationId="{00000000-0000-0000-0000-000000000000}"/>
          </ac:spMkLst>
        </pc:spChg>
        <pc:graphicFrameChg chg="mod">
          <ac:chgData name="MADNEETA SINGH" userId="ba487e41d220043c" providerId="LiveId" clId="{DE82443B-C9EC-4E90-9B5E-7A9485DD1C05}" dt="2024-01-08T02:51:07.172" v="3"/>
          <ac:graphicFrameMkLst>
            <pc:docMk/>
            <pc:sldMk cId="0" sldId="308"/>
            <ac:graphicFrameMk id="9" creationId="{00000000-0000-0000-0000-000000000000}"/>
          </ac:graphicFrameMkLst>
        </pc:graphicFrameChg>
      </pc:sldChg>
      <pc:sldChg chg="modSp">
        <pc:chgData name="MADNEETA SINGH" userId="ba487e41d220043c" providerId="LiveId" clId="{DE82443B-C9EC-4E90-9B5E-7A9485DD1C05}" dt="2024-01-08T02:51:07.172" v="3"/>
        <pc:sldMkLst>
          <pc:docMk/>
          <pc:sldMk cId="3919311891" sldId="309"/>
        </pc:sldMkLst>
        <pc:spChg chg="mod">
          <ac:chgData name="MADNEETA SINGH" userId="ba487e41d220043c" providerId="LiveId" clId="{DE82443B-C9EC-4E90-9B5E-7A9485DD1C05}" dt="2024-01-08T02:51:07.172" v="3"/>
          <ac:spMkLst>
            <pc:docMk/>
            <pc:sldMk cId="3919311891" sldId="309"/>
            <ac:spMk id="9" creationId="{00000000-0000-0000-0000-000000000000}"/>
          </ac:spMkLst>
        </pc:spChg>
      </pc:sldChg>
      <pc:sldChg chg="modSp">
        <pc:chgData name="MADNEETA SINGH" userId="ba487e41d220043c" providerId="LiveId" clId="{DE82443B-C9EC-4E90-9B5E-7A9485DD1C05}" dt="2024-01-08T02:51:07.172" v="3"/>
        <pc:sldMkLst>
          <pc:docMk/>
          <pc:sldMk cId="3919311891" sldId="310"/>
        </pc:sldMkLst>
        <pc:spChg chg="mod">
          <ac:chgData name="MADNEETA SINGH" userId="ba487e41d220043c" providerId="LiveId" clId="{DE82443B-C9EC-4E90-9B5E-7A9485DD1C05}" dt="2024-01-08T02:51:07.172" v="3"/>
          <ac:spMkLst>
            <pc:docMk/>
            <pc:sldMk cId="3919311891" sldId="310"/>
            <ac:spMk id="9" creationId="{00000000-0000-0000-0000-000000000000}"/>
          </ac:spMkLst>
        </pc:spChg>
      </pc:sldChg>
      <pc:sldChg chg="modSp">
        <pc:chgData name="MADNEETA SINGH" userId="ba487e41d220043c" providerId="LiveId" clId="{DE82443B-C9EC-4E90-9B5E-7A9485DD1C05}" dt="2024-01-08T02:51:07.172" v="3"/>
        <pc:sldMkLst>
          <pc:docMk/>
          <pc:sldMk cId="3919311891" sldId="311"/>
        </pc:sldMkLst>
        <pc:spChg chg="mod">
          <ac:chgData name="MADNEETA SINGH" userId="ba487e41d220043c" providerId="LiveId" clId="{DE82443B-C9EC-4E90-9B5E-7A9485DD1C05}" dt="2024-01-08T02:51:07.172" v="3"/>
          <ac:spMkLst>
            <pc:docMk/>
            <pc:sldMk cId="3919311891" sldId="311"/>
            <ac:spMk id="9" creationId="{00000000-0000-0000-0000-000000000000}"/>
          </ac:spMkLst>
        </pc:spChg>
      </pc:sldChg>
      <pc:sldChg chg="modSp">
        <pc:chgData name="MADNEETA SINGH" userId="ba487e41d220043c" providerId="LiveId" clId="{DE82443B-C9EC-4E90-9B5E-7A9485DD1C05}" dt="2024-01-08T02:51:07.172" v="3"/>
        <pc:sldMkLst>
          <pc:docMk/>
          <pc:sldMk cId="3919311891" sldId="312"/>
        </pc:sldMkLst>
        <pc:spChg chg="mod">
          <ac:chgData name="MADNEETA SINGH" userId="ba487e41d220043c" providerId="LiveId" clId="{DE82443B-C9EC-4E90-9B5E-7A9485DD1C05}" dt="2024-01-08T02:51:07.172" v="3"/>
          <ac:spMkLst>
            <pc:docMk/>
            <pc:sldMk cId="3919311891" sldId="312"/>
            <ac:spMk id="9" creationId="{00000000-0000-0000-0000-000000000000}"/>
          </ac:spMkLst>
        </pc:spChg>
      </pc:sldChg>
      <pc:sldChg chg="modSp">
        <pc:chgData name="MADNEETA SINGH" userId="ba487e41d220043c" providerId="LiveId" clId="{DE82443B-C9EC-4E90-9B5E-7A9485DD1C05}" dt="2024-01-08T02:51:07.172" v="3"/>
        <pc:sldMkLst>
          <pc:docMk/>
          <pc:sldMk cId="3919311891" sldId="313"/>
        </pc:sldMkLst>
        <pc:spChg chg="mod">
          <ac:chgData name="MADNEETA SINGH" userId="ba487e41d220043c" providerId="LiveId" clId="{DE82443B-C9EC-4E90-9B5E-7A9485DD1C05}" dt="2024-01-08T02:51:07.172" v="3"/>
          <ac:spMkLst>
            <pc:docMk/>
            <pc:sldMk cId="3919311891" sldId="313"/>
            <ac:spMk id="9" creationId="{00000000-0000-0000-0000-000000000000}"/>
          </ac:spMkLst>
        </pc:spChg>
      </pc:sldChg>
      <pc:sldChg chg="modSp">
        <pc:chgData name="MADNEETA SINGH" userId="ba487e41d220043c" providerId="LiveId" clId="{DE82443B-C9EC-4E90-9B5E-7A9485DD1C05}" dt="2024-01-08T02:51:07.172" v="3"/>
        <pc:sldMkLst>
          <pc:docMk/>
          <pc:sldMk cId="3919311891" sldId="314"/>
        </pc:sldMkLst>
        <pc:spChg chg="mod">
          <ac:chgData name="MADNEETA SINGH" userId="ba487e41d220043c" providerId="LiveId" clId="{DE82443B-C9EC-4E90-9B5E-7A9485DD1C05}" dt="2024-01-08T02:51:07.172" v="3"/>
          <ac:spMkLst>
            <pc:docMk/>
            <pc:sldMk cId="3919311891" sldId="314"/>
            <ac:spMk id="9" creationId="{00000000-0000-0000-0000-000000000000}"/>
          </ac:spMkLst>
        </pc:spChg>
      </pc:sldChg>
      <pc:sldChg chg="modSp">
        <pc:chgData name="MADNEETA SINGH" userId="ba487e41d220043c" providerId="LiveId" clId="{DE82443B-C9EC-4E90-9B5E-7A9485DD1C05}" dt="2024-01-08T02:51:07.172" v="3"/>
        <pc:sldMkLst>
          <pc:docMk/>
          <pc:sldMk cId="3919311891" sldId="315"/>
        </pc:sldMkLst>
        <pc:spChg chg="mod">
          <ac:chgData name="MADNEETA SINGH" userId="ba487e41d220043c" providerId="LiveId" clId="{DE82443B-C9EC-4E90-9B5E-7A9485DD1C05}" dt="2024-01-08T02:51:07.172" v="3"/>
          <ac:spMkLst>
            <pc:docMk/>
            <pc:sldMk cId="3919311891" sldId="315"/>
            <ac:spMk id="9" creationId="{00000000-0000-0000-0000-000000000000}"/>
          </ac:spMkLst>
        </pc:spChg>
      </pc:sldChg>
      <pc:sldChg chg="modSp">
        <pc:chgData name="MADNEETA SINGH" userId="ba487e41d220043c" providerId="LiveId" clId="{DE82443B-C9EC-4E90-9B5E-7A9485DD1C05}" dt="2024-01-08T02:51:07.172" v="3"/>
        <pc:sldMkLst>
          <pc:docMk/>
          <pc:sldMk cId="3919311891" sldId="316"/>
        </pc:sldMkLst>
        <pc:spChg chg="mod">
          <ac:chgData name="MADNEETA SINGH" userId="ba487e41d220043c" providerId="LiveId" clId="{DE82443B-C9EC-4E90-9B5E-7A9485DD1C05}" dt="2024-01-08T02:51:07.172" v="3"/>
          <ac:spMkLst>
            <pc:docMk/>
            <pc:sldMk cId="3919311891" sldId="316"/>
            <ac:spMk id="9" creationId="{00000000-0000-0000-0000-000000000000}"/>
          </ac:spMkLst>
        </pc:spChg>
      </pc:sldChg>
      <pc:sldChg chg="modSp">
        <pc:chgData name="MADNEETA SINGH" userId="ba487e41d220043c" providerId="LiveId" clId="{DE82443B-C9EC-4E90-9B5E-7A9485DD1C05}" dt="2024-01-08T02:51:07.172" v="3"/>
        <pc:sldMkLst>
          <pc:docMk/>
          <pc:sldMk cId="3919311891" sldId="317"/>
        </pc:sldMkLst>
        <pc:spChg chg="mod">
          <ac:chgData name="MADNEETA SINGH" userId="ba487e41d220043c" providerId="LiveId" clId="{DE82443B-C9EC-4E90-9B5E-7A9485DD1C05}" dt="2024-01-08T02:51:07.172" v="3"/>
          <ac:spMkLst>
            <pc:docMk/>
            <pc:sldMk cId="3919311891" sldId="317"/>
            <ac:spMk id="9" creationId="{00000000-0000-0000-0000-000000000000}"/>
          </ac:spMkLst>
        </pc:spChg>
      </pc:sldChg>
      <pc:sldChg chg="modSp">
        <pc:chgData name="MADNEETA SINGH" userId="ba487e41d220043c" providerId="LiveId" clId="{DE82443B-C9EC-4E90-9B5E-7A9485DD1C05}" dt="2024-01-08T02:51:07.172" v="3"/>
        <pc:sldMkLst>
          <pc:docMk/>
          <pc:sldMk cId="3919311891" sldId="318"/>
        </pc:sldMkLst>
        <pc:spChg chg="mod">
          <ac:chgData name="MADNEETA SINGH" userId="ba487e41d220043c" providerId="LiveId" clId="{DE82443B-C9EC-4E90-9B5E-7A9485DD1C05}" dt="2024-01-08T02:51:07.172" v="3"/>
          <ac:spMkLst>
            <pc:docMk/>
            <pc:sldMk cId="3919311891" sldId="318"/>
            <ac:spMk id="9" creationId="{00000000-0000-0000-0000-000000000000}"/>
          </ac:spMkLst>
        </pc:spChg>
      </pc:sldChg>
      <pc:sldChg chg="modSp">
        <pc:chgData name="MADNEETA SINGH" userId="ba487e41d220043c" providerId="LiveId" clId="{DE82443B-C9EC-4E90-9B5E-7A9485DD1C05}" dt="2024-01-08T02:51:07.172" v="3"/>
        <pc:sldMkLst>
          <pc:docMk/>
          <pc:sldMk cId="3919311891" sldId="319"/>
        </pc:sldMkLst>
        <pc:spChg chg="mod">
          <ac:chgData name="MADNEETA SINGH" userId="ba487e41d220043c" providerId="LiveId" clId="{DE82443B-C9EC-4E90-9B5E-7A9485DD1C05}" dt="2024-01-08T02:51:07.172" v="3"/>
          <ac:spMkLst>
            <pc:docMk/>
            <pc:sldMk cId="3919311891" sldId="319"/>
            <ac:spMk id="9" creationId="{00000000-0000-0000-0000-000000000000}"/>
          </ac:spMkLst>
        </pc:spChg>
      </pc:sldChg>
      <pc:sldChg chg="modSp">
        <pc:chgData name="MADNEETA SINGH" userId="ba487e41d220043c" providerId="LiveId" clId="{DE82443B-C9EC-4E90-9B5E-7A9485DD1C05}" dt="2024-01-08T02:51:07.172" v="3"/>
        <pc:sldMkLst>
          <pc:docMk/>
          <pc:sldMk cId="3919311891" sldId="321"/>
        </pc:sldMkLst>
        <pc:spChg chg="mod">
          <ac:chgData name="MADNEETA SINGH" userId="ba487e41d220043c" providerId="LiveId" clId="{DE82443B-C9EC-4E90-9B5E-7A9485DD1C05}" dt="2024-01-08T02:51:07.172" v="3"/>
          <ac:spMkLst>
            <pc:docMk/>
            <pc:sldMk cId="3919311891" sldId="321"/>
            <ac:spMk id="9" creationId="{00000000-0000-0000-0000-000000000000}"/>
          </ac:spMkLst>
        </pc:spChg>
      </pc:sldChg>
      <pc:sldChg chg="modSp">
        <pc:chgData name="MADNEETA SINGH" userId="ba487e41d220043c" providerId="LiveId" clId="{DE82443B-C9EC-4E90-9B5E-7A9485DD1C05}" dt="2024-01-08T02:51:07.172" v="3"/>
        <pc:sldMkLst>
          <pc:docMk/>
          <pc:sldMk cId="3919311891" sldId="322"/>
        </pc:sldMkLst>
        <pc:spChg chg="mod">
          <ac:chgData name="MADNEETA SINGH" userId="ba487e41d220043c" providerId="LiveId" clId="{DE82443B-C9EC-4E90-9B5E-7A9485DD1C05}" dt="2024-01-08T02:51:07.172" v="3"/>
          <ac:spMkLst>
            <pc:docMk/>
            <pc:sldMk cId="3919311891" sldId="322"/>
            <ac:spMk id="9" creationId="{00000000-0000-0000-0000-000000000000}"/>
          </ac:spMkLst>
        </pc:spChg>
      </pc:sldChg>
      <pc:sldChg chg="modSp">
        <pc:chgData name="MADNEETA SINGH" userId="ba487e41d220043c" providerId="LiveId" clId="{DE82443B-C9EC-4E90-9B5E-7A9485DD1C05}" dt="2024-01-08T02:51:07.172" v="3"/>
        <pc:sldMkLst>
          <pc:docMk/>
          <pc:sldMk cId="3919311891" sldId="323"/>
        </pc:sldMkLst>
        <pc:spChg chg="mod">
          <ac:chgData name="MADNEETA SINGH" userId="ba487e41d220043c" providerId="LiveId" clId="{DE82443B-C9EC-4E90-9B5E-7A9485DD1C05}" dt="2024-01-08T02:51:07.172" v="3"/>
          <ac:spMkLst>
            <pc:docMk/>
            <pc:sldMk cId="3919311891" sldId="323"/>
            <ac:spMk id="9" creationId="{00000000-0000-0000-0000-000000000000}"/>
          </ac:spMkLst>
        </pc:spChg>
      </pc:sldChg>
      <pc:sldChg chg="modSp">
        <pc:chgData name="MADNEETA SINGH" userId="ba487e41d220043c" providerId="LiveId" clId="{DE82443B-C9EC-4E90-9B5E-7A9485DD1C05}" dt="2024-01-08T02:51:07.172" v="3"/>
        <pc:sldMkLst>
          <pc:docMk/>
          <pc:sldMk cId="3919311891" sldId="324"/>
        </pc:sldMkLst>
        <pc:spChg chg="mod">
          <ac:chgData name="MADNEETA SINGH" userId="ba487e41d220043c" providerId="LiveId" clId="{DE82443B-C9EC-4E90-9B5E-7A9485DD1C05}" dt="2024-01-08T02:51:07.172" v="3"/>
          <ac:spMkLst>
            <pc:docMk/>
            <pc:sldMk cId="3919311891" sldId="324"/>
            <ac:spMk id="9" creationId="{00000000-0000-0000-0000-000000000000}"/>
          </ac:spMkLst>
        </pc:spChg>
      </pc:sldChg>
      <pc:sldChg chg="modSp">
        <pc:chgData name="MADNEETA SINGH" userId="ba487e41d220043c" providerId="LiveId" clId="{DE82443B-C9EC-4E90-9B5E-7A9485DD1C05}" dt="2024-01-08T02:51:07.172" v="3"/>
        <pc:sldMkLst>
          <pc:docMk/>
          <pc:sldMk cId="3919311891" sldId="325"/>
        </pc:sldMkLst>
        <pc:spChg chg="mod">
          <ac:chgData name="MADNEETA SINGH" userId="ba487e41d220043c" providerId="LiveId" clId="{DE82443B-C9EC-4E90-9B5E-7A9485DD1C05}" dt="2024-01-08T02:51:07.172" v="3"/>
          <ac:spMkLst>
            <pc:docMk/>
            <pc:sldMk cId="3919311891" sldId="325"/>
            <ac:spMk id="9" creationId="{00000000-0000-0000-0000-000000000000}"/>
          </ac:spMkLst>
        </pc:spChg>
      </pc:sldChg>
      <pc:sldChg chg="modSp">
        <pc:chgData name="MADNEETA SINGH" userId="ba487e41d220043c" providerId="LiveId" clId="{DE82443B-C9EC-4E90-9B5E-7A9485DD1C05}" dt="2024-01-08T02:51:07.172" v="3"/>
        <pc:sldMkLst>
          <pc:docMk/>
          <pc:sldMk cId="3919311891" sldId="326"/>
        </pc:sldMkLst>
        <pc:spChg chg="mod">
          <ac:chgData name="MADNEETA SINGH" userId="ba487e41d220043c" providerId="LiveId" clId="{DE82443B-C9EC-4E90-9B5E-7A9485DD1C05}" dt="2024-01-08T02:51:07.172" v="3"/>
          <ac:spMkLst>
            <pc:docMk/>
            <pc:sldMk cId="3919311891" sldId="326"/>
            <ac:spMk id="9" creationId="{00000000-0000-0000-0000-000000000000}"/>
          </ac:spMkLst>
        </pc:spChg>
      </pc:sldChg>
      <pc:sldChg chg="modSp">
        <pc:chgData name="MADNEETA SINGH" userId="ba487e41d220043c" providerId="LiveId" clId="{DE82443B-C9EC-4E90-9B5E-7A9485DD1C05}" dt="2024-01-08T02:51:07.172" v="3"/>
        <pc:sldMkLst>
          <pc:docMk/>
          <pc:sldMk cId="3919311891" sldId="327"/>
        </pc:sldMkLst>
        <pc:spChg chg="mod">
          <ac:chgData name="MADNEETA SINGH" userId="ba487e41d220043c" providerId="LiveId" clId="{DE82443B-C9EC-4E90-9B5E-7A9485DD1C05}" dt="2024-01-08T02:51:07.172" v="3"/>
          <ac:spMkLst>
            <pc:docMk/>
            <pc:sldMk cId="3919311891" sldId="327"/>
            <ac:spMk id="9" creationId="{00000000-0000-0000-0000-000000000000}"/>
          </ac:spMkLst>
        </pc:spChg>
      </pc:sldChg>
      <pc:sldChg chg="modSp">
        <pc:chgData name="MADNEETA SINGH" userId="ba487e41d220043c" providerId="LiveId" clId="{DE82443B-C9EC-4E90-9B5E-7A9485DD1C05}" dt="2024-01-08T02:51:07.172" v="3"/>
        <pc:sldMkLst>
          <pc:docMk/>
          <pc:sldMk cId="3919311891" sldId="329"/>
        </pc:sldMkLst>
        <pc:spChg chg="mod">
          <ac:chgData name="MADNEETA SINGH" userId="ba487e41d220043c" providerId="LiveId" clId="{DE82443B-C9EC-4E90-9B5E-7A9485DD1C05}" dt="2024-01-08T02:51:07.172" v="3"/>
          <ac:spMkLst>
            <pc:docMk/>
            <pc:sldMk cId="3919311891" sldId="329"/>
            <ac:spMk id="9" creationId="{00000000-0000-0000-0000-000000000000}"/>
          </ac:spMkLst>
        </pc:spChg>
      </pc:sldChg>
      <pc:sldChg chg="modSp">
        <pc:chgData name="MADNEETA SINGH" userId="ba487e41d220043c" providerId="LiveId" clId="{DE82443B-C9EC-4E90-9B5E-7A9485DD1C05}" dt="2024-01-08T02:51:07.172" v="3"/>
        <pc:sldMkLst>
          <pc:docMk/>
          <pc:sldMk cId="3919311891" sldId="331"/>
        </pc:sldMkLst>
        <pc:spChg chg="mod">
          <ac:chgData name="MADNEETA SINGH" userId="ba487e41d220043c" providerId="LiveId" clId="{DE82443B-C9EC-4E90-9B5E-7A9485DD1C05}" dt="2024-01-08T02:51:07.172" v="3"/>
          <ac:spMkLst>
            <pc:docMk/>
            <pc:sldMk cId="3919311891" sldId="331"/>
            <ac:spMk id="9" creationId="{00000000-0000-0000-0000-000000000000}"/>
          </ac:spMkLst>
        </pc:spChg>
      </pc:sldChg>
      <pc:sldChg chg="modSp">
        <pc:chgData name="MADNEETA SINGH" userId="ba487e41d220043c" providerId="LiveId" clId="{DE82443B-C9EC-4E90-9B5E-7A9485DD1C05}" dt="2024-01-08T02:51:07.172" v="3"/>
        <pc:sldMkLst>
          <pc:docMk/>
          <pc:sldMk cId="3919311891" sldId="332"/>
        </pc:sldMkLst>
        <pc:spChg chg="mod">
          <ac:chgData name="MADNEETA SINGH" userId="ba487e41d220043c" providerId="LiveId" clId="{DE82443B-C9EC-4E90-9B5E-7A9485DD1C05}" dt="2024-01-08T02:51:07.172" v="3"/>
          <ac:spMkLst>
            <pc:docMk/>
            <pc:sldMk cId="3919311891" sldId="332"/>
            <ac:spMk id="9" creationId="{00000000-0000-0000-0000-000000000000}"/>
          </ac:spMkLst>
        </pc:spChg>
      </pc:sldChg>
      <pc:sldChg chg="modSp">
        <pc:chgData name="MADNEETA SINGH" userId="ba487e41d220043c" providerId="LiveId" clId="{DE82443B-C9EC-4E90-9B5E-7A9485DD1C05}" dt="2024-01-08T02:51:07.172" v="3"/>
        <pc:sldMkLst>
          <pc:docMk/>
          <pc:sldMk cId="3919311891" sldId="334"/>
        </pc:sldMkLst>
        <pc:spChg chg="mod">
          <ac:chgData name="MADNEETA SINGH" userId="ba487e41d220043c" providerId="LiveId" clId="{DE82443B-C9EC-4E90-9B5E-7A9485DD1C05}" dt="2024-01-08T02:51:07.172" v="3"/>
          <ac:spMkLst>
            <pc:docMk/>
            <pc:sldMk cId="3919311891" sldId="334"/>
            <ac:spMk id="9" creationId="{00000000-0000-0000-0000-000000000000}"/>
          </ac:spMkLst>
        </pc:spChg>
      </pc:sldChg>
      <pc:sldChg chg="modSp">
        <pc:chgData name="MADNEETA SINGH" userId="ba487e41d220043c" providerId="LiveId" clId="{DE82443B-C9EC-4E90-9B5E-7A9485DD1C05}" dt="2024-01-08T02:51:07.172" v="3"/>
        <pc:sldMkLst>
          <pc:docMk/>
          <pc:sldMk cId="3919311891" sldId="336"/>
        </pc:sldMkLst>
        <pc:spChg chg="mod">
          <ac:chgData name="MADNEETA SINGH" userId="ba487e41d220043c" providerId="LiveId" clId="{DE82443B-C9EC-4E90-9B5E-7A9485DD1C05}" dt="2024-01-08T02:51:07.172" v="3"/>
          <ac:spMkLst>
            <pc:docMk/>
            <pc:sldMk cId="3919311891" sldId="336"/>
            <ac:spMk id="9" creationId="{00000000-0000-0000-0000-000000000000}"/>
          </ac:spMkLst>
        </pc:spChg>
      </pc:sldChg>
      <pc:sldChg chg="modSp">
        <pc:chgData name="MADNEETA SINGH" userId="ba487e41d220043c" providerId="LiveId" clId="{DE82443B-C9EC-4E90-9B5E-7A9485DD1C05}" dt="2024-01-08T02:51:07.172" v="3"/>
        <pc:sldMkLst>
          <pc:docMk/>
          <pc:sldMk cId="3919311891" sldId="338"/>
        </pc:sldMkLst>
        <pc:spChg chg="mod">
          <ac:chgData name="MADNEETA SINGH" userId="ba487e41d220043c" providerId="LiveId" clId="{DE82443B-C9EC-4E90-9B5E-7A9485DD1C05}" dt="2024-01-08T02:51:07.172" v="3"/>
          <ac:spMkLst>
            <pc:docMk/>
            <pc:sldMk cId="3919311891" sldId="338"/>
            <ac:spMk id="9" creationId="{00000000-0000-0000-0000-000000000000}"/>
          </ac:spMkLst>
        </pc:spChg>
      </pc:sldChg>
      <pc:sldChg chg="modSp">
        <pc:chgData name="MADNEETA SINGH" userId="ba487e41d220043c" providerId="LiveId" clId="{DE82443B-C9EC-4E90-9B5E-7A9485DD1C05}" dt="2024-01-08T02:51:07.172" v="3"/>
        <pc:sldMkLst>
          <pc:docMk/>
          <pc:sldMk cId="3919311891" sldId="340"/>
        </pc:sldMkLst>
        <pc:spChg chg="mod">
          <ac:chgData name="MADNEETA SINGH" userId="ba487e41d220043c" providerId="LiveId" clId="{DE82443B-C9EC-4E90-9B5E-7A9485DD1C05}" dt="2024-01-08T02:51:07.172" v="3"/>
          <ac:spMkLst>
            <pc:docMk/>
            <pc:sldMk cId="3919311891" sldId="340"/>
            <ac:spMk id="9" creationId="{00000000-0000-0000-0000-000000000000}"/>
          </ac:spMkLst>
        </pc:spChg>
      </pc:sldChg>
      <pc:sldChg chg="modSp">
        <pc:chgData name="MADNEETA SINGH" userId="ba487e41d220043c" providerId="LiveId" clId="{DE82443B-C9EC-4E90-9B5E-7A9485DD1C05}" dt="2024-01-08T02:51:07.172" v="3"/>
        <pc:sldMkLst>
          <pc:docMk/>
          <pc:sldMk cId="3919311891" sldId="342"/>
        </pc:sldMkLst>
        <pc:spChg chg="mod">
          <ac:chgData name="MADNEETA SINGH" userId="ba487e41d220043c" providerId="LiveId" clId="{DE82443B-C9EC-4E90-9B5E-7A9485DD1C05}" dt="2024-01-08T02:51:07.172" v="3"/>
          <ac:spMkLst>
            <pc:docMk/>
            <pc:sldMk cId="3919311891" sldId="342"/>
            <ac:spMk id="9" creationId="{00000000-0000-0000-0000-000000000000}"/>
          </ac:spMkLst>
        </pc:spChg>
      </pc:sldChg>
      <pc:sldChg chg="modSp">
        <pc:chgData name="MADNEETA SINGH" userId="ba487e41d220043c" providerId="LiveId" clId="{DE82443B-C9EC-4E90-9B5E-7A9485DD1C05}" dt="2024-01-08T02:51:07.172" v="3"/>
        <pc:sldMkLst>
          <pc:docMk/>
          <pc:sldMk cId="3919311891" sldId="343"/>
        </pc:sldMkLst>
        <pc:spChg chg="mod">
          <ac:chgData name="MADNEETA SINGH" userId="ba487e41d220043c" providerId="LiveId" clId="{DE82443B-C9EC-4E90-9B5E-7A9485DD1C05}" dt="2024-01-08T02:51:07.172" v="3"/>
          <ac:spMkLst>
            <pc:docMk/>
            <pc:sldMk cId="3919311891" sldId="343"/>
            <ac:spMk id="9" creationId="{00000000-0000-0000-0000-000000000000}"/>
          </ac:spMkLst>
        </pc:spChg>
      </pc:sldChg>
      <pc:sldChg chg="modSp">
        <pc:chgData name="MADNEETA SINGH" userId="ba487e41d220043c" providerId="LiveId" clId="{DE82443B-C9EC-4E90-9B5E-7A9485DD1C05}" dt="2024-01-08T02:51:07.172" v="3"/>
        <pc:sldMkLst>
          <pc:docMk/>
          <pc:sldMk cId="3919311891" sldId="345"/>
        </pc:sldMkLst>
        <pc:spChg chg="mod">
          <ac:chgData name="MADNEETA SINGH" userId="ba487e41d220043c" providerId="LiveId" clId="{DE82443B-C9EC-4E90-9B5E-7A9485DD1C05}" dt="2024-01-08T02:51:07.172" v="3"/>
          <ac:spMkLst>
            <pc:docMk/>
            <pc:sldMk cId="3919311891" sldId="345"/>
            <ac:spMk id="9" creationId="{00000000-0000-0000-0000-000000000000}"/>
          </ac:spMkLst>
        </pc:spChg>
      </pc:sldChg>
      <pc:sldChg chg="modSp">
        <pc:chgData name="MADNEETA SINGH" userId="ba487e41d220043c" providerId="LiveId" clId="{DE82443B-C9EC-4E90-9B5E-7A9485DD1C05}" dt="2024-01-08T02:51:07.172" v="3"/>
        <pc:sldMkLst>
          <pc:docMk/>
          <pc:sldMk cId="3919311891" sldId="346"/>
        </pc:sldMkLst>
        <pc:spChg chg="mod">
          <ac:chgData name="MADNEETA SINGH" userId="ba487e41d220043c" providerId="LiveId" clId="{DE82443B-C9EC-4E90-9B5E-7A9485DD1C05}" dt="2024-01-08T02:51:07.172" v="3"/>
          <ac:spMkLst>
            <pc:docMk/>
            <pc:sldMk cId="3919311891" sldId="346"/>
            <ac:spMk id="9" creationId="{00000000-0000-0000-0000-000000000000}"/>
          </ac:spMkLst>
        </pc:spChg>
      </pc:sldChg>
      <pc:sldChg chg="modSp">
        <pc:chgData name="MADNEETA SINGH" userId="ba487e41d220043c" providerId="LiveId" clId="{DE82443B-C9EC-4E90-9B5E-7A9485DD1C05}" dt="2024-01-08T02:51:07.172" v="3"/>
        <pc:sldMkLst>
          <pc:docMk/>
          <pc:sldMk cId="2587570158" sldId="347"/>
        </pc:sldMkLst>
        <pc:spChg chg="mod">
          <ac:chgData name="MADNEETA SINGH" userId="ba487e41d220043c" providerId="LiveId" clId="{DE82443B-C9EC-4E90-9B5E-7A9485DD1C05}" dt="2024-01-08T02:51:07.172" v="3"/>
          <ac:spMkLst>
            <pc:docMk/>
            <pc:sldMk cId="2587570158" sldId="347"/>
            <ac:spMk id="11" creationId="{00000000-0000-0000-0000-000000000000}"/>
          </ac:spMkLst>
        </pc:spChg>
      </pc:sldChg>
      <pc:sldChg chg="modSp">
        <pc:chgData name="MADNEETA SINGH" userId="ba487e41d220043c" providerId="LiveId" clId="{DE82443B-C9EC-4E90-9B5E-7A9485DD1C05}" dt="2024-01-08T02:51:07.172" v="3"/>
        <pc:sldMkLst>
          <pc:docMk/>
          <pc:sldMk cId="0" sldId="348"/>
        </pc:sldMkLst>
        <pc:spChg chg="mod">
          <ac:chgData name="MADNEETA SINGH" userId="ba487e41d220043c" providerId="LiveId" clId="{DE82443B-C9EC-4E90-9B5E-7A9485DD1C05}" dt="2024-01-08T02:51:07.172" v="3"/>
          <ac:spMkLst>
            <pc:docMk/>
            <pc:sldMk cId="0" sldId="348"/>
            <ac:spMk id="12" creationId="{00000000-0000-0000-0000-000000000000}"/>
          </ac:spMkLst>
        </pc:spChg>
      </pc:sldChg>
      <pc:sldChg chg="modSp">
        <pc:chgData name="MADNEETA SINGH" userId="ba487e41d220043c" providerId="LiveId" clId="{DE82443B-C9EC-4E90-9B5E-7A9485DD1C05}" dt="2024-01-08T02:51:07.172" v="3"/>
        <pc:sldMkLst>
          <pc:docMk/>
          <pc:sldMk cId="0" sldId="349"/>
        </pc:sldMkLst>
        <pc:spChg chg="mod">
          <ac:chgData name="MADNEETA SINGH" userId="ba487e41d220043c" providerId="LiveId" clId="{DE82443B-C9EC-4E90-9B5E-7A9485DD1C05}" dt="2024-01-08T02:51:07.172" v="3"/>
          <ac:spMkLst>
            <pc:docMk/>
            <pc:sldMk cId="0" sldId="349"/>
            <ac:spMk id="10" creationId="{00000000-0000-0000-0000-000000000000}"/>
          </ac:spMkLst>
        </pc:spChg>
      </pc:sldChg>
      <pc:sldChg chg="modSp">
        <pc:chgData name="MADNEETA SINGH" userId="ba487e41d220043c" providerId="LiveId" clId="{DE82443B-C9EC-4E90-9B5E-7A9485DD1C05}" dt="2024-01-08T02:51:07.172" v="3"/>
        <pc:sldMkLst>
          <pc:docMk/>
          <pc:sldMk cId="0" sldId="350"/>
        </pc:sldMkLst>
        <pc:spChg chg="mod">
          <ac:chgData name="MADNEETA SINGH" userId="ba487e41d220043c" providerId="LiveId" clId="{DE82443B-C9EC-4E90-9B5E-7A9485DD1C05}" dt="2024-01-08T02:51:07.172" v="3"/>
          <ac:spMkLst>
            <pc:docMk/>
            <pc:sldMk cId="0" sldId="350"/>
            <ac:spMk id="10" creationId="{00000000-0000-0000-0000-000000000000}"/>
          </ac:spMkLst>
        </pc:spChg>
      </pc:sldChg>
      <pc:sldChg chg="modSp">
        <pc:chgData name="MADNEETA SINGH" userId="ba487e41d220043c" providerId="LiveId" clId="{DE82443B-C9EC-4E90-9B5E-7A9485DD1C05}" dt="2024-01-08T02:51:07.172" v="3"/>
        <pc:sldMkLst>
          <pc:docMk/>
          <pc:sldMk cId="0" sldId="351"/>
        </pc:sldMkLst>
        <pc:spChg chg="mod">
          <ac:chgData name="MADNEETA SINGH" userId="ba487e41d220043c" providerId="LiveId" clId="{DE82443B-C9EC-4E90-9B5E-7A9485DD1C05}" dt="2024-01-08T02:51:07.172" v="3"/>
          <ac:spMkLst>
            <pc:docMk/>
            <pc:sldMk cId="0" sldId="351"/>
            <ac:spMk id="11" creationId="{00000000-0000-0000-0000-000000000000}"/>
          </ac:spMkLst>
        </pc:spChg>
      </pc:sldChg>
      <pc:sldChg chg="modSp">
        <pc:chgData name="MADNEETA SINGH" userId="ba487e41d220043c" providerId="LiveId" clId="{DE82443B-C9EC-4E90-9B5E-7A9485DD1C05}" dt="2024-01-08T02:51:07.172" v="3"/>
        <pc:sldMkLst>
          <pc:docMk/>
          <pc:sldMk cId="0" sldId="352"/>
        </pc:sldMkLst>
        <pc:spChg chg="mod">
          <ac:chgData name="MADNEETA SINGH" userId="ba487e41d220043c" providerId="LiveId" clId="{DE82443B-C9EC-4E90-9B5E-7A9485DD1C05}" dt="2024-01-08T02:51:07.172" v="3"/>
          <ac:spMkLst>
            <pc:docMk/>
            <pc:sldMk cId="0" sldId="352"/>
            <ac:spMk id="10" creationId="{00000000-0000-0000-0000-000000000000}"/>
          </ac:spMkLst>
        </pc:spChg>
      </pc:sldChg>
      <pc:sldChg chg="modSp">
        <pc:chgData name="MADNEETA SINGH" userId="ba487e41d220043c" providerId="LiveId" clId="{DE82443B-C9EC-4E90-9B5E-7A9485DD1C05}" dt="2024-01-08T02:51:07.172" v="3"/>
        <pc:sldMkLst>
          <pc:docMk/>
          <pc:sldMk cId="336267931" sldId="353"/>
        </pc:sldMkLst>
        <pc:spChg chg="mod">
          <ac:chgData name="MADNEETA SINGH" userId="ba487e41d220043c" providerId="LiveId" clId="{DE82443B-C9EC-4E90-9B5E-7A9485DD1C05}" dt="2024-01-08T02:51:07.172" v="3"/>
          <ac:spMkLst>
            <pc:docMk/>
            <pc:sldMk cId="336267931" sldId="353"/>
            <ac:spMk id="9" creationId="{00000000-0000-0000-0000-000000000000}"/>
          </ac:spMkLst>
        </pc:spChg>
      </pc:sldChg>
      <pc:sldChg chg="modSp">
        <pc:chgData name="MADNEETA SINGH" userId="ba487e41d220043c" providerId="LiveId" clId="{DE82443B-C9EC-4E90-9B5E-7A9485DD1C05}" dt="2024-01-08T02:51:07.172" v="3"/>
        <pc:sldMkLst>
          <pc:docMk/>
          <pc:sldMk cId="3969733654" sldId="354"/>
        </pc:sldMkLst>
        <pc:spChg chg="mod">
          <ac:chgData name="MADNEETA SINGH" userId="ba487e41d220043c" providerId="LiveId" clId="{DE82443B-C9EC-4E90-9B5E-7A9485DD1C05}" dt="2024-01-08T02:51:07.172" v="3"/>
          <ac:spMkLst>
            <pc:docMk/>
            <pc:sldMk cId="3969733654" sldId="354"/>
            <ac:spMk id="8" creationId="{6FA00553-970E-4494-8393-F217E60B36B8}"/>
          </ac:spMkLst>
        </pc:spChg>
      </pc:sldChg>
      <pc:sldChg chg="modSp">
        <pc:chgData name="MADNEETA SINGH" userId="ba487e41d220043c" providerId="LiveId" clId="{DE82443B-C9EC-4E90-9B5E-7A9485DD1C05}" dt="2024-01-08T02:51:07.172" v="3"/>
        <pc:sldMkLst>
          <pc:docMk/>
          <pc:sldMk cId="3543002629" sldId="355"/>
        </pc:sldMkLst>
        <pc:spChg chg="mod">
          <ac:chgData name="MADNEETA SINGH" userId="ba487e41d220043c" providerId="LiveId" clId="{DE82443B-C9EC-4E90-9B5E-7A9485DD1C05}" dt="2024-01-08T02:51:07.172" v="3"/>
          <ac:spMkLst>
            <pc:docMk/>
            <pc:sldMk cId="3543002629" sldId="355"/>
            <ac:spMk id="8" creationId="{6FA00553-970E-4494-8393-F217E60B36B8}"/>
          </ac:spMkLst>
        </pc:spChg>
      </pc:sldChg>
      <pc:sldChg chg="addSp delSp modSp mod">
        <pc:chgData name="MADNEETA SINGH" userId="ba487e41d220043c" providerId="LiveId" clId="{DE82443B-C9EC-4E90-9B5E-7A9485DD1C05}" dt="2024-01-08T02:51:07.172" v="3"/>
        <pc:sldMkLst>
          <pc:docMk/>
          <pc:sldMk cId="977377963" sldId="356"/>
        </pc:sldMkLst>
        <pc:spChg chg="mod">
          <ac:chgData name="MADNEETA SINGH" userId="ba487e41d220043c" providerId="LiveId" clId="{DE82443B-C9EC-4E90-9B5E-7A9485DD1C05}" dt="2024-01-08T02:51:07.172" v="3"/>
          <ac:spMkLst>
            <pc:docMk/>
            <pc:sldMk cId="977377963" sldId="356"/>
            <ac:spMk id="13" creationId="{00000000-0000-0000-0000-000000000000}"/>
          </ac:spMkLst>
        </pc:spChg>
        <pc:picChg chg="del">
          <ac:chgData name="MADNEETA SINGH" userId="ba487e41d220043c" providerId="LiveId" clId="{DE82443B-C9EC-4E90-9B5E-7A9485DD1C05}" dt="2023-12-30T11:15:42.996" v="0" actId="478"/>
          <ac:picMkLst>
            <pc:docMk/>
            <pc:sldMk cId="977377963" sldId="356"/>
            <ac:picMk id="2" creationId="{00000000-0000-0000-0000-000000000000}"/>
          </ac:picMkLst>
        </pc:picChg>
        <pc:picChg chg="add mod">
          <ac:chgData name="MADNEETA SINGH" userId="ba487e41d220043c" providerId="LiveId" clId="{DE82443B-C9EC-4E90-9B5E-7A9485DD1C05}" dt="2023-12-30T11:15:43.655" v="1"/>
          <ac:picMkLst>
            <pc:docMk/>
            <pc:sldMk cId="977377963" sldId="356"/>
            <ac:picMk id="4" creationId="{55FE0C49-4CAC-069B-3BA7-5B0EDD68A78D}"/>
          </ac:picMkLst>
        </pc:picChg>
      </pc:sldChg>
      <pc:sldChg chg="modSp">
        <pc:chgData name="MADNEETA SINGH" userId="ba487e41d220043c" providerId="LiveId" clId="{DE82443B-C9EC-4E90-9B5E-7A9485DD1C05}" dt="2024-01-08T02:51:07.172" v="3"/>
        <pc:sldMkLst>
          <pc:docMk/>
          <pc:sldMk cId="604471881" sldId="357"/>
        </pc:sldMkLst>
        <pc:spChg chg="mod">
          <ac:chgData name="MADNEETA SINGH" userId="ba487e41d220043c" providerId="LiveId" clId="{DE82443B-C9EC-4E90-9B5E-7A9485DD1C05}" dt="2024-01-08T02:51:07.172" v="3"/>
          <ac:spMkLst>
            <pc:docMk/>
            <pc:sldMk cId="604471881" sldId="357"/>
            <ac:spMk id="8" creationId="{6FA00553-970E-4494-8393-F217E60B36B8}"/>
          </ac:spMkLst>
        </pc:spChg>
      </pc:sldChg>
      <pc:sldMasterChg chg="modSp modSldLayout">
        <pc:chgData name="MADNEETA SINGH" userId="ba487e41d220043c" providerId="LiveId" clId="{DE82443B-C9EC-4E90-9B5E-7A9485DD1C05}" dt="2024-01-08T02:51:07.172" v="3"/>
        <pc:sldMasterMkLst>
          <pc:docMk/>
          <pc:sldMasterMk cId="0" sldId="2147483648"/>
        </pc:sldMasterMkLst>
        <pc:spChg chg="mod">
          <ac:chgData name="MADNEETA SINGH" userId="ba487e41d220043c" providerId="LiveId" clId="{DE82443B-C9EC-4E90-9B5E-7A9485DD1C05}" dt="2024-01-08T02:51:07.172" v="3"/>
          <ac:spMkLst>
            <pc:docMk/>
            <pc:sldMasterMk cId="0" sldId="2147483648"/>
            <ac:spMk id="5" creationId="{00000000-0000-0000-0000-000000000000}"/>
          </ac:spMkLst>
        </pc:spChg>
        <pc:sldLayoutChg chg="modSp">
          <pc:chgData name="MADNEETA SINGH" userId="ba487e41d220043c" providerId="LiveId" clId="{DE82443B-C9EC-4E90-9B5E-7A9485DD1C05}" dt="2024-01-08T02:51:07.172" v="3"/>
          <pc:sldLayoutMkLst>
            <pc:docMk/>
            <pc:sldMasterMk cId="0" sldId="2147483648"/>
            <pc:sldLayoutMk cId="0" sldId="2147483649"/>
          </pc:sldLayoutMkLst>
          <pc:spChg chg="mod">
            <ac:chgData name="MADNEETA SINGH" userId="ba487e41d220043c" providerId="LiveId" clId="{DE82443B-C9EC-4E90-9B5E-7A9485DD1C05}" dt="2024-01-08T02:51:07.172" v="3"/>
            <ac:spMkLst>
              <pc:docMk/>
              <pc:sldMasterMk cId="0" sldId="2147483648"/>
              <pc:sldLayoutMk cId="0" sldId="2147483649"/>
              <ac:spMk id="5" creationId="{00000000-0000-0000-0000-000000000000}"/>
            </ac:spMkLst>
          </pc:spChg>
        </pc:sldLayoutChg>
        <pc:sldLayoutChg chg="modSp">
          <pc:chgData name="MADNEETA SINGH" userId="ba487e41d220043c" providerId="LiveId" clId="{DE82443B-C9EC-4E90-9B5E-7A9485DD1C05}" dt="2024-01-08T02:51:07.172" v="3"/>
          <pc:sldLayoutMkLst>
            <pc:docMk/>
            <pc:sldMasterMk cId="0" sldId="2147483648"/>
            <pc:sldLayoutMk cId="0" sldId="2147483650"/>
          </pc:sldLayoutMkLst>
          <pc:spChg chg="mod">
            <ac:chgData name="MADNEETA SINGH" userId="ba487e41d220043c" providerId="LiveId" clId="{DE82443B-C9EC-4E90-9B5E-7A9485DD1C05}" dt="2024-01-08T02:51:07.172" v="3"/>
            <ac:spMkLst>
              <pc:docMk/>
              <pc:sldMasterMk cId="0" sldId="2147483648"/>
              <pc:sldLayoutMk cId="0" sldId="2147483650"/>
              <ac:spMk id="5" creationId="{00000000-0000-0000-0000-000000000000}"/>
            </ac:spMkLst>
          </pc:spChg>
        </pc:sldLayoutChg>
        <pc:sldLayoutChg chg="modSp">
          <pc:chgData name="MADNEETA SINGH" userId="ba487e41d220043c" providerId="LiveId" clId="{DE82443B-C9EC-4E90-9B5E-7A9485DD1C05}" dt="2024-01-08T02:51:07.172" v="3"/>
          <pc:sldLayoutMkLst>
            <pc:docMk/>
            <pc:sldMasterMk cId="0" sldId="2147483648"/>
            <pc:sldLayoutMk cId="0" sldId="2147483651"/>
          </pc:sldLayoutMkLst>
          <pc:spChg chg="mod">
            <ac:chgData name="MADNEETA SINGH" userId="ba487e41d220043c" providerId="LiveId" clId="{DE82443B-C9EC-4E90-9B5E-7A9485DD1C05}" dt="2024-01-08T02:51:07.172" v="3"/>
            <ac:spMkLst>
              <pc:docMk/>
              <pc:sldMasterMk cId="0" sldId="2147483648"/>
              <pc:sldLayoutMk cId="0" sldId="2147483651"/>
              <ac:spMk id="5" creationId="{00000000-0000-0000-0000-000000000000}"/>
            </ac:spMkLst>
          </pc:spChg>
        </pc:sldLayoutChg>
        <pc:sldLayoutChg chg="modSp">
          <pc:chgData name="MADNEETA SINGH" userId="ba487e41d220043c" providerId="LiveId" clId="{DE82443B-C9EC-4E90-9B5E-7A9485DD1C05}" dt="2024-01-08T02:51:07.172" v="3"/>
          <pc:sldLayoutMkLst>
            <pc:docMk/>
            <pc:sldMasterMk cId="0" sldId="2147483648"/>
            <pc:sldLayoutMk cId="0" sldId="2147483652"/>
          </pc:sldLayoutMkLst>
          <pc:spChg chg="mod">
            <ac:chgData name="MADNEETA SINGH" userId="ba487e41d220043c" providerId="LiveId" clId="{DE82443B-C9EC-4E90-9B5E-7A9485DD1C05}" dt="2024-01-08T02:51:07.172" v="3"/>
            <ac:spMkLst>
              <pc:docMk/>
              <pc:sldMasterMk cId="0" sldId="2147483648"/>
              <pc:sldLayoutMk cId="0" sldId="2147483652"/>
              <ac:spMk id="6" creationId="{00000000-0000-0000-0000-000000000000}"/>
            </ac:spMkLst>
          </pc:spChg>
        </pc:sldLayoutChg>
        <pc:sldLayoutChg chg="modSp">
          <pc:chgData name="MADNEETA SINGH" userId="ba487e41d220043c" providerId="LiveId" clId="{DE82443B-C9EC-4E90-9B5E-7A9485DD1C05}" dt="2024-01-08T02:51:07.172" v="3"/>
          <pc:sldLayoutMkLst>
            <pc:docMk/>
            <pc:sldMasterMk cId="0" sldId="2147483648"/>
            <pc:sldLayoutMk cId="0" sldId="2147483653"/>
          </pc:sldLayoutMkLst>
          <pc:spChg chg="mod">
            <ac:chgData name="MADNEETA SINGH" userId="ba487e41d220043c" providerId="LiveId" clId="{DE82443B-C9EC-4E90-9B5E-7A9485DD1C05}" dt="2024-01-08T02:51:07.172" v="3"/>
            <ac:spMkLst>
              <pc:docMk/>
              <pc:sldMasterMk cId="0" sldId="2147483648"/>
              <pc:sldLayoutMk cId="0" sldId="2147483653"/>
              <ac:spMk id="8" creationId="{00000000-0000-0000-0000-000000000000}"/>
            </ac:spMkLst>
          </pc:spChg>
        </pc:sldLayoutChg>
        <pc:sldLayoutChg chg="modSp">
          <pc:chgData name="MADNEETA SINGH" userId="ba487e41d220043c" providerId="LiveId" clId="{DE82443B-C9EC-4E90-9B5E-7A9485DD1C05}" dt="2024-01-08T02:51:07.172" v="3"/>
          <pc:sldLayoutMkLst>
            <pc:docMk/>
            <pc:sldMasterMk cId="0" sldId="2147483648"/>
            <pc:sldLayoutMk cId="0" sldId="2147483654"/>
          </pc:sldLayoutMkLst>
          <pc:spChg chg="mod">
            <ac:chgData name="MADNEETA SINGH" userId="ba487e41d220043c" providerId="LiveId" clId="{DE82443B-C9EC-4E90-9B5E-7A9485DD1C05}" dt="2024-01-08T02:51:07.172" v="3"/>
            <ac:spMkLst>
              <pc:docMk/>
              <pc:sldMasterMk cId="0" sldId="2147483648"/>
              <pc:sldLayoutMk cId="0" sldId="2147483654"/>
              <ac:spMk id="4" creationId="{00000000-0000-0000-0000-000000000000}"/>
            </ac:spMkLst>
          </pc:spChg>
        </pc:sldLayoutChg>
        <pc:sldLayoutChg chg="modSp">
          <pc:chgData name="MADNEETA SINGH" userId="ba487e41d220043c" providerId="LiveId" clId="{DE82443B-C9EC-4E90-9B5E-7A9485DD1C05}" dt="2024-01-08T02:51:07.172" v="3"/>
          <pc:sldLayoutMkLst>
            <pc:docMk/>
            <pc:sldMasterMk cId="0" sldId="2147483648"/>
            <pc:sldLayoutMk cId="0" sldId="2147483655"/>
          </pc:sldLayoutMkLst>
          <pc:spChg chg="mod">
            <ac:chgData name="MADNEETA SINGH" userId="ba487e41d220043c" providerId="LiveId" clId="{DE82443B-C9EC-4E90-9B5E-7A9485DD1C05}" dt="2024-01-08T02:51:07.172" v="3"/>
            <ac:spMkLst>
              <pc:docMk/>
              <pc:sldMasterMk cId="0" sldId="2147483648"/>
              <pc:sldLayoutMk cId="0" sldId="2147483655"/>
              <ac:spMk id="3" creationId="{00000000-0000-0000-0000-000000000000}"/>
            </ac:spMkLst>
          </pc:spChg>
        </pc:sldLayoutChg>
        <pc:sldLayoutChg chg="modSp">
          <pc:chgData name="MADNEETA SINGH" userId="ba487e41d220043c" providerId="LiveId" clId="{DE82443B-C9EC-4E90-9B5E-7A9485DD1C05}" dt="2024-01-08T02:51:07.172" v="3"/>
          <pc:sldLayoutMkLst>
            <pc:docMk/>
            <pc:sldMasterMk cId="0" sldId="2147483648"/>
            <pc:sldLayoutMk cId="0" sldId="2147483656"/>
          </pc:sldLayoutMkLst>
          <pc:spChg chg="mod">
            <ac:chgData name="MADNEETA SINGH" userId="ba487e41d220043c" providerId="LiveId" clId="{DE82443B-C9EC-4E90-9B5E-7A9485DD1C05}" dt="2024-01-08T02:51:07.172" v="3"/>
            <ac:spMkLst>
              <pc:docMk/>
              <pc:sldMasterMk cId="0" sldId="2147483648"/>
              <pc:sldLayoutMk cId="0" sldId="2147483656"/>
              <ac:spMk id="6" creationId="{00000000-0000-0000-0000-000000000000}"/>
            </ac:spMkLst>
          </pc:spChg>
        </pc:sldLayoutChg>
        <pc:sldLayoutChg chg="modSp">
          <pc:chgData name="MADNEETA SINGH" userId="ba487e41d220043c" providerId="LiveId" clId="{DE82443B-C9EC-4E90-9B5E-7A9485DD1C05}" dt="2024-01-08T02:51:07.172" v="3"/>
          <pc:sldLayoutMkLst>
            <pc:docMk/>
            <pc:sldMasterMk cId="0" sldId="2147483648"/>
            <pc:sldLayoutMk cId="0" sldId="2147483657"/>
          </pc:sldLayoutMkLst>
          <pc:spChg chg="mod">
            <ac:chgData name="MADNEETA SINGH" userId="ba487e41d220043c" providerId="LiveId" clId="{DE82443B-C9EC-4E90-9B5E-7A9485DD1C05}" dt="2024-01-08T02:51:07.172" v="3"/>
            <ac:spMkLst>
              <pc:docMk/>
              <pc:sldMasterMk cId="0" sldId="2147483648"/>
              <pc:sldLayoutMk cId="0" sldId="2147483657"/>
              <ac:spMk id="6" creationId="{00000000-0000-0000-0000-000000000000}"/>
            </ac:spMkLst>
          </pc:spChg>
        </pc:sldLayoutChg>
        <pc:sldLayoutChg chg="modSp">
          <pc:chgData name="MADNEETA SINGH" userId="ba487e41d220043c" providerId="LiveId" clId="{DE82443B-C9EC-4E90-9B5E-7A9485DD1C05}" dt="2024-01-08T02:51:07.172" v="3"/>
          <pc:sldLayoutMkLst>
            <pc:docMk/>
            <pc:sldMasterMk cId="0" sldId="2147483648"/>
            <pc:sldLayoutMk cId="0" sldId="2147483658"/>
          </pc:sldLayoutMkLst>
          <pc:spChg chg="mod">
            <ac:chgData name="MADNEETA SINGH" userId="ba487e41d220043c" providerId="LiveId" clId="{DE82443B-C9EC-4E90-9B5E-7A9485DD1C05}" dt="2024-01-08T02:51:07.172" v="3"/>
            <ac:spMkLst>
              <pc:docMk/>
              <pc:sldMasterMk cId="0" sldId="2147483648"/>
              <pc:sldLayoutMk cId="0" sldId="2147483658"/>
              <ac:spMk id="5" creationId="{00000000-0000-0000-0000-000000000000}"/>
            </ac:spMkLst>
          </pc:spChg>
        </pc:sldLayoutChg>
        <pc:sldLayoutChg chg="modSp">
          <pc:chgData name="MADNEETA SINGH" userId="ba487e41d220043c" providerId="LiveId" clId="{DE82443B-C9EC-4E90-9B5E-7A9485DD1C05}" dt="2024-01-08T02:51:07.172" v="3"/>
          <pc:sldLayoutMkLst>
            <pc:docMk/>
            <pc:sldMasterMk cId="0" sldId="2147483648"/>
            <pc:sldLayoutMk cId="0" sldId="2147483659"/>
          </pc:sldLayoutMkLst>
          <pc:spChg chg="mod">
            <ac:chgData name="MADNEETA SINGH" userId="ba487e41d220043c" providerId="LiveId" clId="{DE82443B-C9EC-4E90-9B5E-7A9485DD1C05}" dt="2024-01-08T02:51:07.172" v="3"/>
            <ac:spMkLst>
              <pc:docMk/>
              <pc:sldMasterMk cId="0" sldId="2147483648"/>
              <pc:sldLayoutMk cId="0" sldId="2147483659"/>
              <ac:spMk id="5" creationId="{00000000-0000-0000-0000-000000000000}"/>
            </ac:spMkLst>
          </pc:spChg>
        </pc:sldLayoutChg>
      </pc:sldMasterChg>
    </pc:docChg>
  </pc:docChgLst>
  <pc:docChgLst>
    <pc:chgData name="MADNEETA SINGH" userId="ba487e41d220043c" providerId="LiveId" clId="{DE2D5D9D-8A41-4258-B1F1-14A1E37499BE}"/>
    <pc:docChg chg="undo redo custSel modSld">
      <pc:chgData name="MADNEETA SINGH" userId="ba487e41d220043c" providerId="LiveId" clId="{DE2D5D9D-8A41-4258-B1F1-14A1E37499BE}" dt="2022-12-27T09:33:28.210" v="548" actId="20577"/>
      <pc:docMkLst>
        <pc:docMk/>
      </pc:docMkLst>
      <pc:sldChg chg="modSp mod">
        <pc:chgData name="MADNEETA SINGH" userId="ba487e41d220043c" providerId="LiveId" clId="{DE2D5D9D-8A41-4258-B1F1-14A1E37499BE}" dt="2022-12-27T09:33:28.210" v="548" actId="20577"/>
        <pc:sldMkLst>
          <pc:docMk/>
          <pc:sldMk cId="0" sldId="257"/>
        </pc:sldMkLst>
        <pc:spChg chg="mod">
          <ac:chgData name="MADNEETA SINGH" userId="ba487e41d220043c" providerId="LiveId" clId="{DE2D5D9D-8A41-4258-B1F1-14A1E37499BE}" dt="2022-12-27T09:33:15.191" v="547" actId="20577"/>
          <ac:spMkLst>
            <pc:docMk/>
            <pc:sldMk cId="0" sldId="257"/>
            <ac:spMk id="2" creationId="{00000000-0000-0000-0000-000000000000}"/>
          </ac:spMkLst>
        </pc:spChg>
        <pc:spChg chg="mod">
          <ac:chgData name="MADNEETA SINGH" userId="ba487e41d220043c" providerId="LiveId" clId="{DE2D5D9D-8A41-4258-B1F1-14A1E37499BE}" dt="2022-12-26T10:46:21.475" v="166" actId="255"/>
          <ac:spMkLst>
            <pc:docMk/>
            <pc:sldMk cId="0" sldId="257"/>
            <ac:spMk id="3" creationId="{00000000-0000-0000-0000-000000000000}"/>
          </ac:spMkLst>
        </pc:spChg>
        <pc:spChg chg="mod">
          <ac:chgData name="MADNEETA SINGH" userId="ba487e41d220043c" providerId="LiveId" clId="{DE2D5D9D-8A41-4258-B1F1-14A1E37499BE}" dt="2022-12-26T10:47:08.966" v="174" actId="255"/>
          <ac:spMkLst>
            <pc:docMk/>
            <pc:sldMk cId="0" sldId="257"/>
            <ac:spMk id="6" creationId="{00000000-0000-0000-0000-000000000000}"/>
          </ac:spMkLst>
        </pc:spChg>
        <pc:spChg chg="mod">
          <ac:chgData name="MADNEETA SINGH" userId="ba487e41d220043c" providerId="LiveId" clId="{DE2D5D9D-8A41-4258-B1F1-14A1E37499BE}" dt="2022-12-26T10:46:40.134" v="170" actId="255"/>
          <ac:spMkLst>
            <pc:docMk/>
            <pc:sldMk cId="0" sldId="257"/>
            <ac:spMk id="12" creationId="{00000000-0000-0000-0000-000000000000}"/>
          </ac:spMkLst>
        </pc:spChg>
        <pc:spChg chg="mod">
          <ac:chgData name="MADNEETA SINGH" userId="ba487e41d220043c" providerId="LiveId" clId="{DE2D5D9D-8A41-4258-B1F1-14A1E37499BE}" dt="2022-12-26T10:46:45.988" v="171" actId="255"/>
          <ac:spMkLst>
            <pc:docMk/>
            <pc:sldMk cId="0" sldId="257"/>
            <ac:spMk id="14" creationId="{00000000-0000-0000-0000-000000000000}"/>
          </ac:spMkLst>
        </pc:spChg>
        <pc:spChg chg="mod">
          <ac:chgData name="MADNEETA SINGH" userId="ba487e41d220043c" providerId="LiveId" clId="{DE2D5D9D-8A41-4258-B1F1-14A1E37499BE}" dt="2022-12-27T09:33:28.210" v="548" actId="20577"/>
          <ac:spMkLst>
            <pc:docMk/>
            <pc:sldMk cId="0" sldId="257"/>
            <ac:spMk id="15" creationId="{00000000-0000-0000-0000-000000000000}"/>
          </ac:spMkLst>
        </pc:spChg>
      </pc:sldChg>
      <pc:sldChg chg="modSp mod">
        <pc:chgData name="MADNEETA SINGH" userId="ba487e41d220043c" providerId="LiveId" clId="{DE2D5D9D-8A41-4258-B1F1-14A1E37499BE}" dt="2022-12-26T10:47:33.532" v="180" actId="113"/>
        <pc:sldMkLst>
          <pc:docMk/>
          <pc:sldMk cId="0" sldId="258"/>
        </pc:sldMkLst>
        <pc:spChg chg="mod">
          <ac:chgData name="MADNEETA SINGH" userId="ba487e41d220043c" providerId="LiveId" clId="{DE2D5D9D-8A41-4258-B1F1-14A1E37499BE}" dt="2022-12-26T10:47:33.532" v="180" actId="113"/>
          <ac:spMkLst>
            <pc:docMk/>
            <pc:sldMk cId="0" sldId="258"/>
            <ac:spMk id="8" creationId="{00000000-0000-0000-0000-000000000000}"/>
          </ac:spMkLst>
        </pc:spChg>
      </pc:sldChg>
      <pc:sldChg chg="modSp mod">
        <pc:chgData name="MADNEETA SINGH" userId="ba487e41d220043c" providerId="LiveId" clId="{DE2D5D9D-8A41-4258-B1F1-14A1E37499BE}" dt="2022-12-26T10:48:02.875" v="186" actId="113"/>
        <pc:sldMkLst>
          <pc:docMk/>
          <pc:sldMk cId="0" sldId="260"/>
        </pc:sldMkLst>
        <pc:spChg chg="mod">
          <ac:chgData name="MADNEETA SINGH" userId="ba487e41d220043c" providerId="LiveId" clId="{DE2D5D9D-8A41-4258-B1F1-14A1E37499BE}" dt="2022-12-26T10:48:02.875" v="186" actId="113"/>
          <ac:spMkLst>
            <pc:docMk/>
            <pc:sldMk cId="0" sldId="260"/>
            <ac:spMk id="7" creationId="{00000000-0000-0000-0000-000000000000}"/>
          </ac:spMkLst>
        </pc:spChg>
      </pc:sldChg>
      <pc:sldChg chg="modSp mod">
        <pc:chgData name="MADNEETA SINGH" userId="ba487e41d220043c" providerId="LiveId" clId="{DE2D5D9D-8A41-4258-B1F1-14A1E37499BE}" dt="2022-12-26T10:48:16.263" v="189" actId="113"/>
        <pc:sldMkLst>
          <pc:docMk/>
          <pc:sldMk cId="0" sldId="261"/>
        </pc:sldMkLst>
        <pc:spChg chg="mod">
          <ac:chgData name="MADNEETA SINGH" userId="ba487e41d220043c" providerId="LiveId" clId="{DE2D5D9D-8A41-4258-B1F1-14A1E37499BE}" dt="2022-12-26T10:48:16.263" v="189" actId="113"/>
          <ac:spMkLst>
            <pc:docMk/>
            <pc:sldMk cId="0" sldId="261"/>
            <ac:spMk id="7" creationId="{00000000-0000-0000-0000-000000000000}"/>
          </ac:spMkLst>
        </pc:spChg>
      </pc:sldChg>
      <pc:sldChg chg="modSp mod">
        <pc:chgData name="MADNEETA SINGH" userId="ba487e41d220043c" providerId="LiveId" clId="{DE2D5D9D-8A41-4258-B1F1-14A1E37499BE}" dt="2022-12-26T10:48:56.762" v="198" actId="113"/>
        <pc:sldMkLst>
          <pc:docMk/>
          <pc:sldMk cId="0" sldId="262"/>
        </pc:sldMkLst>
        <pc:spChg chg="mod">
          <ac:chgData name="MADNEETA SINGH" userId="ba487e41d220043c" providerId="LiveId" clId="{DE2D5D9D-8A41-4258-B1F1-14A1E37499BE}" dt="2022-12-26T10:48:56.762" v="198" actId="113"/>
          <ac:spMkLst>
            <pc:docMk/>
            <pc:sldMk cId="0" sldId="262"/>
            <ac:spMk id="7" creationId="{00000000-0000-0000-0000-000000000000}"/>
          </ac:spMkLst>
        </pc:spChg>
      </pc:sldChg>
      <pc:sldChg chg="modSp mod">
        <pc:chgData name="MADNEETA SINGH" userId="ba487e41d220043c" providerId="LiveId" clId="{DE2D5D9D-8A41-4258-B1F1-14A1E37499BE}" dt="2022-12-26T10:49:31.192" v="210" actId="113"/>
        <pc:sldMkLst>
          <pc:docMk/>
          <pc:sldMk cId="4192245201" sldId="263"/>
        </pc:sldMkLst>
        <pc:spChg chg="mod">
          <ac:chgData name="MADNEETA SINGH" userId="ba487e41d220043c" providerId="LiveId" clId="{DE2D5D9D-8A41-4258-B1F1-14A1E37499BE}" dt="2022-12-26T10:49:31.192" v="210" actId="113"/>
          <ac:spMkLst>
            <pc:docMk/>
            <pc:sldMk cId="4192245201" sldId="263"/>
            <ac:spMk id="8" creationId="{00000000-0000-0000-0000-000000000000}"/>
          </ac:spMkLst>
        </pc:spChg>
      </pc:sldChg>
      <pc:sldChg chg="modSp mod">
        <pc:chgData name="MADNEETA SINGH" userId="ba487e41d220043c" providerId="LiveId" clId="{DE2D5D9D-8A41-4258-B1F1-14A1E37499BE}" dt="2022-12-26T10:49:45.183" v="213" actId="113"/>
        <pc:sldMkLst>
          <pc:docMk/>
          <pc:sldMk cId="3919311891" sldId="264"/>
        </pc:sldMkLst>
        <pc:spChg chg="mod">
          <ac:chgData name="MADNEETA SINGH" userId="ba487e41d220043c" providerId="LiveId" clId="{DE2D5D9D-8A41-4258-B1F1-14A1E37499BE}" dt="2022-12-26T10:49:45.183" v="213" actId="113"/>
          <ac:spMkLst>
            <pc:docMk/>
            <pc:sldMk cId="3919311891" sldId="264"/>
            <ac:spMk id="7" creationId="{00000000-0000-0000-0000-000000000000}"/>
          </ac:spMkLst>
        </pc:spChg>
      </pc:sldChg>
      <pc:sldChg chg="modSp mod">
        <pc:chgData name="MADNEETA SINGH" userId="ba487e41d220043c" providerId="LiveId" clId="{DE2D5D9D-8A41-4258-B1F1-14A1E37499BE}" dt="2022-12-26T10:51:09.561" v="228" actId="1076"/>
        <pc:sldMkLst>
          <pc:docMk/>
          <pc:sldMk cId="3919311891" sldId="265"/>
        </pc:sldMkLst>
        <pc:spChg chg="mod">
          <ac:chgData name="MADNEETA SINGH" userId="ba487e41d220043c" providerId="LiveId" clId="{DE2D5D9D-8A41-4258-B1F1-14A1E37499BE}" dt="2022-12-26T10:51:09.561" v="228" actId="1076"/>
          <ac:spMkLst>
            <pc:docMk/>
            <pc:sldMk cId="3919311891" sldId="265"/>
            <ac:spMk id="7" creationId="{00000000-0000-0000-0000-000000000000}"/>
          </ac:spMkLst>
        </pc:spChg>
      </pc:sldChg>
      <pc:sldChg chg="modSp mod">
        <pc:chgData name="MADNEETA SINGH" userId="ba487e41d220043c" providerId="LiveId" clId="{DE2D5D9D-8A41-4258-B1F1-14A1E37499BE}" dt="2022-12-26T10:47:48.174" v="183" actId="113"/>
        <pc:sldMkLst>
          <pc:docMk/>
          <pc:sldMk cId="0" sldId="266"/>
        </pc:sldMkLst>
        <pc:spChg chg="mod">
          <ac:chgData name="MADNEETA SINGH" userId="ba487e41d220043c" providerId="LiveId" clId="{DE2D5D9D-8A41-4258-B1F1-14A1E37499BE}" dt="2022-12-26T10:47:39.472" v="181" actId="20577"/>
          <ac:spMkLst>
            <pc:docMk/>
            <pc:sldMk cId="0" sldId="266"/>
            <ac:spMk id="3" creationId="{00000000-0000-0000-0000-000000000000}"/>
          </ac:spMkLst>
        </pc:spChg>
        <pc:spChg chg="mod">
          <ac:chgData name="MADNEETA SINGH" userId="ba487e41d220043c" providerId="LiveId" clId="{DE2D5D9D-8A41-4258-B1F1-14A1E37499BE}" dt="2022-12-26T10:47:48.174" v="183" actId="113"/>
          <ac:spMkLst>
            <pc:docMk/>
            <pc:sldMk cId="0" sldId="266"/>
            <ac:spMk id="8" creationId="{00000000-0000-0000-0000-000000000000}"/>
          </ac:spMkLst>
        </pc:spChg>
      </pc:sldChg>
      <pc:sldChg chg="modSp mod">
        <pc:chgData name="MADNEETA SINGH" userId="ba487e41d220043c" providerId="LiveId" clId="{DE2D5D9D-8A41-4258-B1F1-14A1E37499BE}" dt="2022-12-26T10:55:15.294" v="273" actId="114"/>
        <pc:sldMkLst>
          <pc:docMk/>
          <pc:sldMk cId="3919311891" sldId="267"/>
        </pc:sldMkLst>
        <pc:spChg chg="mod">
          <ac:chgData name="MADNEETA SINGH" userId="ba487e41d220043c" providerId="LiveId" clId="{DE2D5D9D-8A41-4258-B1F1-14A1E37499BE}" dt="2022-12-21T10:31:16.115" v="14" actId="5793"/>
          <ac:spMkLst>
            <pc:docMk/>
            <pc:sldMk cId="3919311891" sldId="267"/>
            <ac:spMk id="3" creationId="{00000000-0000-0000-0000-000000000000}"/>
          </ac:spMkLst>
        </pc:spChg>
        <pc:spChg chg="mod">
          <ac:chgData name="MADNEETA SINGH" userId="ba487e41d220043c" providerId="LiveId" clId="{DE2D5D9D-8A41-4258-B1F1-14A1E37499BE}" dt="2022-12-26T10:55:15.294" v="273" actId="114"/>
          <ac:spMkLst>
            <pc:docMk/>
            <pc:sldMk cId="3919311891" sldId="267"/>
            <ac:spMk id="7" creationId="{00000000-0000-0000-0000-000000000000}"/>
          </ac:spMkLst>
        </pc:spChg>
      </pc:sldChg>
      <pc:sldChg chg="modSp mod">
        <pc:chgData name="MADNEETA SINGH" userId="ba487e41d220043c" providerId="LiveId" clId="{DE2D5D9D-8A41-4258-B1F1-14A1E37499BE}" dt="2022-12-26T10:51:16.661" v="231" actId="113"/>
        <pc:sldMkLst>
          <pc:docMk/>
          <pc:sldMk cId="3919311891" sldId="268"/>
        </pc:sldMkLst>
        <pc:spChg chg="mod">
          <ac:chgData name="MADNEETA SINGH" userId="ba487e41d220043c" providerId="LiveId" clId="{DE2D5D9D-8A41-4258-B1F1-14A1E37499BE}" dt="2022-12-21T10:29:17.204" v="6" actId="2711"/>
          <ac:spMkLst>
            <pc:docMk/>
            <pc:sldMk cId="3919311891" sldId="268"/>
            <ac:spMk id="3" creationId="{00000000-0000-0000-0000-000000000000}"/>
          </ac:spMkLst>
        </pc:spChg>
        <pc:spChg chg="mod">
          <ac:chgData name="MADNEETA SINGH" userId="ba487e41d220043c" providerId="LiveId" clId="{DE2D5D9D-8A41-4258-B1F1-14A1E37499BE}" dt="2022-12-26T10:51:16.661" v="231" actId="113"/>
          <ac:spMkLst>
            <pc:docMk/>
            <pc:sldMk cId="3919311891" sldId="268"/>
            <ac:spMk id="7" creationId="{00000000-0000-0000-0000-000000000000}"/>
          </ac:spMkLst>
        </pc:spChg>
      </pc:sldChg>
      <pc:sldChg chg="modSp mod">
        <pc:chgData name="MADNEETA SINGH" userId="ba487e41d220043c" providerId="LiveId" clId="{DE2D5D9D-8A41-4258-B1F1-14A1E37499BE}" dt="2022-12-26T10:51:40.521" v="237" actId="2711"/>
        <pc:sldMkLst>
          <pc:docMk/>
          <pc:sldMk cId="3919311891" sldId="269"/>
        </pc:sldMkLst>
        <pc:spChg chg="mod">
          <ac:chgData name="MADNEETA SINGH" userId="ba487e41d220043c" providerId="LiveId" clId="{DE2D5D9D-8A41-4258-B1F1-14A1E37499BE}" dt="2022-12-21T10:29:28.654" v="7" actId="2711"/>
          <ac:spMkLst>
            <pc:docMk/>
            <pc:sldMk cId="3919311891" sldId="269"/>
            <ac:spMk id="3" creationId="{00000000-0000-0000-0000-000000000000}"/>
          </ac:spMkLst>
        </pc:spChg>
        <pc:spChg chg="mod">
          <ac:chgData name="MADNEETA SINGH" userId="ba487e41d220043c" providerId="LiveId" clId="{DE2D5D9D-8A41-4258-B1F1-14A1E37499BE}" dt="2022-12-26T10:51:40.521" v="237" actId="2711"/>
          <ac:spMkLst>
            <pc:docMk/>
            <pc:sldMk cId="3919311891" sldId="269"/>
            <ac:spMk id="7" creationId="{00000000-0000-0000-0000-000000000000}"/>
          </ac:spMkLst>
        </pc:spChg>
      </pc:sldChg>
      <pc:sldChg chg="modSp mod">
        <pc:chgData name="MADNEETA SINGH" userId="ba487e41d220043c" providerId="LiveId" clId="{DE2D5D9D-8A41-4258-B1F1-14A1E37499BE}" dt="2022-12-26T10:52:08.341" v="243" actId="113"/>
        <pc:sldMkLst>
          <pc:docMk/>
          <pc:sldMk cId="3919311891" sldId="270"/>
        </pc:sldMkLst>
        <pc:spChg chg="mod">
          <ac:chgData name="MADNEETA SINGH" userId="ba487e41d220043c" providerId="LiveId" clId="{DE2D5D9D-8A41-4258-B1F1-14A1E37499BE}" dt="2022-12-26T10:51:55.791" v="240" actId="120"/>
          <ac:spMkLst>
            <pc:docMk/>
            <pc:sldMk cId="3919311891" sldId="270"/>
            <ac:spMk id="3" creationId="{00000000-0000-0000-0000-000000000000}"/>
          </ac:spMkLst>
        </pc:spChg>
        <pc:spChg chg="mod">
          <ac:chgData name="MADNEETA SINGH" userId="ba487e41d220043c" providerId="LiveId" clId="{DE2D5D9D-8A41-4258-B1F1-14A1E37499BE}" dt="2022-12-26T10:52:08.341" v="243" actId="113"/>
          <ac:spMkLst>
            <pc:docMk/>
            <pc:sldMk cId="3919311891" sldId="270"/>
            <ac:spMk id="7" creationId="{00000000-0000-0000-0000-000000000000}"/>
          </ac:spMkLst>
        </pc:spChg>
      </pc:sldChg>
      <pc:sldChg chg="modSp mod">
        <pc:chgData name="MADNEETA SINGH" userId="ba487e41d220043c" providerId="LiveId" clId="{DE2D5D9D-8A41-4258-B1F1-14A1E37499BE}" dt="2022-12-26T10:54:59.850" v="269" actId="113"/>
        <pc:sldMkLst>
          <pc:docMk/>
          <pc:sldMk cId="3919311891" sldId="271"/>
        </pc:sldMkLst>
        <pc:spChg chg="mod">
          <ac:chgData name="MADNEETA SINGH" userId="ba487e41d220043c" providerId="LiveId" clId="{DE2D5D9D-8A41-4258-B1F1-14A1E37499BE}" dt="2022-12-26T10:54:59.850" v="269" actId="113"/>
          <ac:spMkLst>
            <pc:docMk/>
            <pc:sldMk cId="3919311891" sldId="271"/>
            <ac:spMk id="7" creationId="{00000000-0000-0000-0000-000000000000}"/>
          </ac:spMkLst>
        </pc:spChg>
      </pc:sldChg>
      <pc:sldChg chg="addSp delSp modSp mod">
        <pc:chgData name="MADNEETA SINGH" userId="ba487e41d220043c" providerId="LiveId" clId="{DE2D5D9D-8A41-4258-B1F1-14A1E37499BE}" dt="2022-12-26T10:54:50.814" v="266" actId="2711"/>
        <pc:sldMkLst>
          <pc:docMk/>
          <pc:sldMk cId="3919311891" sldId="272"/>
        </pc:sldMkLst>
        <pc:spChg chg="mod">
          <ac:chgData name="MADNEETA SINGH" userId="ba487e41d220043c" providerId="LiveId" clId="{DE2D5D9D-8A41-4258-B1F1-14A1E37499BE}" dt="2022-12-26T10:54:50.814" v="266" actId="2711"/>
          <ac:spMkLst>
            <pc:docMk/>
            <pc:sldMk cId="3919311891" sldId="272"/>
            <ac:spMk id="7" creationId="{00000000-0000-0000-0000-000000000000}"/>
          </ac:spMkLst>
        </pc:spChg>
        <pc:spChg chg="add del mod">
          <ac:chgData name="MADNEETA SINGH" userId="ba487e41d220043c" providerId="LiveId" clId="{DE2D5D9D-8A41-4258-B1F1-14A1E37499BE}" dt="2022-12-21T10:30:42.094" v="13" actId="14100"/>
          <ac:spMkLst>
            <pc:docMk/>
            <pc:sldMk cId="3919311891" sldId="272"/>
            <ac:spMk id="11" creationId="{00000000-0000-0000-0000-000000000000}"/>
          </ac:spMkLst>
        </pc:spChg>
      </pc:sldChg>
      <pc:sldChg chg="modSp mod">
        <pc:chgData name="MADNEETA SINGH" userId="ba487e41d220043c" providerId="LiveId" clId="{DE2D5D9D-8A41-4258-B1F1-14A1E37499BE}" dt="2022-12-26T10:53:41.316" v="262" actId="113"/>
        <pc:sldMkLst>
          <pc:docMk/>
          <pc:sldMk cId="3919311891" sldId="273"/>
        </pc:sldMkLst>
        <pc:spChg chg="mod">
          <ac:chgData name="MADNEETA SINGH" userId="ba487e41d220043c" providerId="LiveId" clId="{DE2D5D9D-8A41-4258-B1F1-14A1E37499BE}" dt="2022-12-26T10:53:41.316" v="262" actId="113"/>
          <ac:spMkLst>
            <pc:docMk/>
            <pc:sldMk cId="3919311891" sldId="273"/>
            <ac:spMk id="7" creationId="{00000000-0000-0000-0000-000000000000}"/>
          </ac:spMkLst>
        </pc:spChg>
      </pc:sldChg>
      <pc:sldChg chg="modSp mod">
        <pc:chgData name="MADNEETA SINGH" userId="ba487e41d220043c" providerId="LiveId" clId="{DE2D5D9D-8A41-4258-B1F1-14A1E37499BE}" dt="2022-12-26T10:53:29.661" v="258" actId="113"/>
        <pc:sldMkLst>
          <pc:docMk/>
          <pc:sldMk cId="3919311891" sldId="274"/>
        </pc:sldMkLst>
        <pc:spChg chg="mod">
          <ac:chgData name="MADNEETA SINGH" userId="ba487e41d220043c" providerId="LiveId" clId="{DE2D5D9D-8A41-4258-B1F1-14A1E37499BE}" dt="2022-12-26T10:53:29.661" v="258" actId="113"/>
          <ac:spMkLst>
            <pc:docMk/>
            <pc:sldMk cId="3919311891" sldId="274"/>
            <ac:spMk id="7" creationId="{00000000-0000-0000-0000-000000000000}"/>
          </ac:spMkLst>
        </pc:spChg>
      </pc:sldChg>
      <pc:sldChg chg="modSp mod">
        <pc:chgData name="MADNEETA SINGH" userId="ba487e41d220043c" providerId="LiveId" clId="{DE2D5D9D-8A41-4258-B1F1-14A1E37499BE}" dt="2022-12-26T10:53:19.992" v="255" actId="113"/>
        <pc:sldMkLst>
          <pc:docMk/>
          <pc:sldMk cId="3919311891" sldId="275"/>
        </pc:sldMkLst>
        <pc:spChg chg="mod">
          <ac:chgData name="MADNEETA SINGH" userId="ba487e41d220043c" providerId="LiveId" clId="{DE2D5D9D-8A41-4258-B1F1-14A1E37499BE}" dt="2022-12-26T10:53:19.992" v="255" actId="113"/>
          <ac:spMkLst>
            <pc:docMk/>
            <pc:sldMk cId="3919311891" sldId="275"/>
            <ac:spMk id="7" creationId="{00000000-0000-0000-0000-000000000000}"/>
          </ac:spMkLst>
        </pc:spChg>
      </pc:sldChg>
      <pc:sldChg chg="modSp mod">
        <pc:chgData name="MADNEETA SINGH" userId="ba487e41d220043c" providerId="LiveId" clId="{DE2D5D9D-8A41-4258-B1F1-14A1E37499BE}" dt="2022-12-26T10:52:15.721" v="246" actId="113"/>
        <pc:sldMkLst>
          <pc:docMk/>
          <pc:sldMk cId="3919311891" sldId="276"/>
        </pc:sldMkLst>
        <pc:spChg chg="mod">
          <ac:chgData name="MADNEETA SINGH" userId="ba487e41d220043c" providerId="LiveId" clId="{DE2D5D9D-8A41-4258-B1F1-14A1E37499BE}" dt="2022-12-26T10:52:15.721" v="246" actId="113"/>
          <ac:spMkLst>
            <pc:docMk/>
            <pc:sldMk cId="3919311891" sldId="276"/>
            <ac:spMk id="7" creationId="{00000000-0000-0000-0000-000000000000}"/>
          </ac:spMkLst>
        </pc:spChg>
      </pc:sldChg>
      <pc:sldChg chg="modSp mod">
        <pc:chgData name="MADNEETA SINGH" userId="ba487e41d220043c" providerId="LiveId" clId="{DE2D5D9D-8A41-4258-B1F1-14A1E37499BE}" dt="2022-12-26T10:53:08.681" v="252" actId="113"/>
        <pc:sldMkLst>
          <pc:docMk/>
          <pc:sldMk cId="3919311891" sldId="277"/>
        </pc:sldMkLst>
        <pc:spChg chg="mod">
          <ac:chgData name="MADNEETA SINGH" userId="ba487e41d220043c" providerId="LiveId" clId="{DE2D5D9D-8A41-4258-B1F1-14A1E37499BE}" dt="2022-12-26T10:53:08.681" v="252" actId="113"/>
          <ac:spMkLst>
            <pc:docMk/>
            <pc:sldMk cId="3919311891" sldId="277"/>
            <ac:spMk id="7" creationId="{00000000-0000-0000-0000-000000000000}"/>
          </ac:spMkLst>
        </pc:spChg>
      </pc:sldChg>
      <pc:sldChg chg="modSp mod">
        <pc:chgData name="MADNEETA SINGH" userId="ba487e41d220043c" providerId="LiveId" clId="{DE2D5D9D-8A41-4258-B1F1-14A1E37499BE}" dt="2022-12-26T10:52:36.203" v="249" actId="113"/>
        <pc:sldMkLst>
          <pc:docMk/>
          <pc:sldMk cId="3919311891" sldId="278"/>
        </pc:sldMkLst>
        <pc:spChg chg="mod">
          <ac:chgData name="MADNEETA SINGH" userId="ba487e41d220043c" providerId="LiveId" clId="{DE2D5D9D-8A41-4258-B1F1-14A1E37499BE}" dt="2022-12-26T10:52:36.203" v="249" actId="113"/>
          <ac:spMkLst>
            <pc:docMk/>
            <pc:sldMk cId="3919311891" sldId="278"/>
            <ac:spMk id="7" creationId="{00000000-0000-0000-0000-000000000000}"/>
          </ac:spMkLst>
        </pc:spChg>
      </pc:sldChg>
      <pc:sldChg chg="modSp mod">
        <pc:chgData name="MADNEETA SINGH" userId="ba487e41d220043c" providerId="LiveId" clId="{DE2D5D9D-8A41-4258-B1F1-14A1E37499BE}" dt="2022-12-26T10:56:46.393" v="305" actId="1076"/>
        <pc:sldMkLst>
          <pc:docMk/>
          <pc:sldMk cId="3919311891" sldId="280"/>
        </pc:sldMkLst>
        <pc:spChg chg="mod">
          <ac:chgData name="MADNEETA SINGH" userId="ba487e41d220043c" providerId="LiveId" clId="{DE2D5D9D-8A41-4258-B1F1-14A1E37499BE}" dt="2022-12-21T10:36:50.356" v="73" actId="20577"/>
          <ac:spMkLst>
            <pc:docMk/>
            <pc:sldMk cId="3919311891" sldId="280"/>
            <ac:spMk id="3" creationId="{00000000-0000-0000-0000-000000000000}"/>
          </ac:spMkLst>
        </pc:spChg>
        <pc:spChg chg="mod">
          <ac:chgData name="MADNEETA SINGH" userId="ba487e41d220043c" providerId="LiveId" clId="{DE2D5D9D-8A41-4258-B1F1-14A1E37499BE}" dt="2022-12-26T10:56:46.393" v="305" actId="1076"/>
          <ac:spMkLst>
            <pc:docMk/>
            <pc:sldMk cId="3919311891" sldId="280"/>
            <ac:spMk id="7" creationId="{00000000-0000-0000-0000-000000000000}"/>
          </ac:spMkLst>
        </pc:spChg>
      </pc:sldChg>
      <pc:sldChg chg="modSp mod">
        <pc:chgData name="MADNEETA SINGH" userId="ba487e41d220043c" providerId="LiveId" clId="{DE2D5D9D-8A41-4258-B1F1-14A1E37499BE}" dt="2022-12-26T10:56:22.808" v="298" actId="113"/>
        <pc:sldMkLst>
          <pc:docMk/>
          <pc:sldMk cId="3919311891" sldId="282"/>
        </pc:sldMkLst>
        <pc:spChg chg="mod">
          <ac:chgData name="MADNEETA SINGH" userId="ba487e41d220043c" providerId="LiveId" clId="{DE2D5D9D-8A41-4258-B1F1-14A1E37499BE}" dt="2022-12-26T10:56:22.808" v="298" actId="113"/>
          <ac:spMkLst>
            <pc:docMk/>
            <pc:sldMk cId="3919311891" sldId="282"/>
            <ac:spMk id="7" creationId="{00000000-0000-0000-0000-000000000000}"/>
          </ac:spMkLst>
        </pc:spChg>
      </pc:sldChg>
      <pc:sldChg chg="delSp modSp mod">
        <pc:chgData name="MADNEETA SINGH" userId="ba487e41d220043c" providerId="LiveId" clId="{DE2D5D9D-8A41-4258-B1F1-14A1E37499BE}" dt="2022-12-26T10:55:27.759" v="277" actId="113"/>
        <pc:sldMkLst>
          <pc:docMk/>
          <pc:sldMk cId="3919311891" sldId="283"/>
        </pc:sldMkLst>
        <pc:spChg chg="mod">
          <ac:chgData name="MADNEETA SINGH" userId="ba487e41d220043c" providerId="LiveId" clId="{DE2D5D9D-8A41-4258-B1F1-14A1E37499BE}" dt="2022-12-26T10:55:27.759" v="277" actId="113"/>
          <ac:spMkLst>
            <pc:docMk/>
            <pc:sldMk cId="3919311891" sldId="283"/>
            <ac:spMk id="7" creationId="{00000000-0000-0000-0000-000000000000}"/>
          </ac:spMkLst>
        </pc:spChg>
        <pc:spChg chg="mod">
          <ac:chgData name="MADNEETA SINGH" userId="ba487e41d220043c" providerId="LiveId" clId="{DE2D5D9D-8A41-4258-B1F1-14A1E37499BE}" dt="2022-12-21T10:31:36.405" v="15" actId="1076"/>
          <ac:spMkLst>
            <pc:docMk/>
            <pc:sldMk cId="3919311891" sldId="283"/>
            <ac:spMk id="30" creationId="{00000000-0000-0000-0000-000000000000}"/>
          </ac:spMkLst>
        </pc:spChg>
        <pc:spChg chg="mod">
          <ac:chgData name="MADNEETA SINGH" userId="ba487e41d220043c" providerId="LiveId" clId="{DE2D5D9D-8A41-4258-B1F1-14A1E37499BE}" dt="2022-12-21T10:31:42.194" v="16" actId="1076"/>
          <ac:spMkLst>
            <pc:docMk/>
            <pc:sldMk cId="3919311891" sldId="283"/>
            <ac:spMk id="31" creationId="{00000000-0000-0000-0000-000000000000}"/>
          </ac:spMkLst>
        </pc:spChg>
        <pc:spChg chg="mod">
          <ac:chgData name="MADNEETA SINGH" userId="ba487e41d220043c" providerId="LiveId" clId="{DE2D5D9D-8A41-4258-B1F1-14A1E37499BE}" dt="2022-12-21T10:32:36.724" v="30" actId="14100"/>
          <ac:spMkLst>
            <pc:docMk/>
            <pc:sldMk cId="3919311891" sldId="283"/>
            <ac:spMk id="32" creationId="{00000000-0000-0000-0000-000000000000}"/>
          </ac:spMkLst>
        </pc:spChg>
        <pc:spChg chg="mod">
          <ac:chgData name="MADNEETA SINGH" userId="ba487e41d220043c" providerId="LiveId" clId="{DE2D5D9D-8A41-4258-B1F1-14A1E37499BE}" dt="2022-12-21T10:32:31.725" v="29" actId="14100"/>
          <ac:spMkLst>
            <pc:docMk/>
            <pc:sldMk cId="3919311891" sldId="283"/>
            <ac:spMk id="33" creationId="{00000000-0000-0000-0000-000000000000}"/>
          </ac:spMkLst>
        </pc:spChg>
        <pc:spChg chg="mod">
          <ac:chgData name="MADNEETA SINGH" userId="ba487e41d220043c" providerId="LiveId" clId="{DE2D5D9D-8A41-4258-B1F1-14A1E37499BE}" dt="2022-12-21T10:33:23.815" v="42" actId="14100"/>
          <ac:spMkLst>
            <pc:docMk/>
            <pc:sldMk cId="3919311891" sldId="283"/>
            <ac:spMk id="34" creationId="{00000000-0000-0000-0000-000000000000}"/>
          </ac:spMkLst>
        </pc:spChg>
        <pc:spChg chg="mod">
          <ac:chgData name="MADNEETA SINGH" userId="ba487e41d220043c" providerId="LiveId" clId="{DE2D5D9D-8A41-4258-B1F1-14A1E37499BE}" dt="2022-12-21T10:33:14.674" v="40" actId="14100"/>
          <ac:spMkLst>
            <pc:docMk/>
            <pc:sldMk cId="3919311891" sldId="283"/>
            <ac:spMk id="35" creationId="{00000000-0000-0000-0000-000000000000}"/>
          </ac:spMkLst>
        </pc:spChg>
        <pc:spChg chg="mod">
          <ac:chgData name="MADNEETA SINGH" userId="ba487e41d220043c" providerId="LiveId" clId="{DE2D5D9D-8A41-4258-B1F1-14A1E37499BE}" dt="2022-12-21T10:35:12.437" v="58" actId="14100"/>
          <ac:spMkLst>
            <pc:docMk/>
            <pc:sldMk cId="3919311891" sldId="283"/>
            <ac:spMk id="36" creationId="{00000000-0000-0000-0000-000000000000}"/>
          </ac:spMkLst>
        </pc:spChg>
        <pc:spChg chg="mod">
          <ac:chgData name="MADNEETA SINGH" userId="ba487e41d220043c" providerId="LiveId" clId="{DE2D5D9D-8A41-4258-B1F1-14A1E37499BE}" dt="2022-12-21T10:35:02.515" v="56" actId="20577"/>
          <ac:spMkLst>
            <pc:docMk/>
            <pc:sldMk cId="3919311891" sldId="283"/>
            <ac:spMk id="37" creationId="{00000000-0000-0000-0000-000000000000}"/>
          </ac:spMkLst>
        </pc:spChg>
        <pc:spChg chg="mod">
          <ac:chgData name="MADNEETA SINGH" userId="ba487e41d220043c" providerId="LiveId" clId="{DE2D5D9D-8A41-4258-B1F1-14A1E37499BE}" dt="2022-12-21T10:36:15.835" v="72" actId="1076"/>
          <ac:spMkLst>
            <pc:docMk/>
            <pc:sldMk cId="3919311891" sldId="283"/>
            <ac:spMk id="39" creationId="{00000000-0000-0000-0000-000000000000}"/>
          </ac:spMkLst>
        </pc:spChg>
        <pc:spChg chg="mod">
          <ac:chgData name="MADNEETA SINGH" userId="ba487e41d220043c" providerId="LiveId" clId="{DE2D5D9D-8A41-4258-B1F1-14A1E37499BE}" dt="2022-12-21T10:35:31.215" v="59" actId="1076"/>
          <ac:spMkLst>
            <pc:docMk/>
            <pc:sldMk cId="3919311891" sldId="283"/>
            <ac:spMk id="43" creationId="{00000000-0000-0000-0000-000000000000}"/>
          </ac:spMkLst>
        </pc:spChg>
        <pc:spChg chg="del">
          <ac:chgData name="MADNEETA SINGH" userId="ba487e41d220043c" providerId="LiveId" clId="{DE2D5D9D-8A41-4258-B1F1-14A1E37499BE}" dt="2022-12-21T10:35:43.585" v="61" actId="478"/>
          <ac:spMkLst>
            <pc:docMk/>
            <pc:sldMk cId="3919311891" sldId="283"/>
            <ac:spMk id="44" creationId="{00000000-0000-0000-0000-000000000000}"/>
          </ac:spMkLst>
        </pc:spChg>
        <pc:spChg chg="del mod">
          <ac:chgData name="MADNEETA SINGH" userId="ba487e41d220043c" providerId="LiveId" clId="{DE2D5D9D-8A41-4258-B1F1-14A1E37499BE}" dt="2022-12-21T10:35:51.785" v="65" actId="478"/>
          <ac:spMkLst>
            <pc:docMk/>
            <pc:sldMk cId="3919311891" sldId="283"/>
            <ac:spMk id="45" creationId="{00000000-0000-0000-0000-000000000000}"/>
          </ac:spMkLst>
        </pc:spChg>
        <pc:spChg chg="mod">
          <ac:chgData name="MADNEETA SINGH" userId="ba487e41d220043c" providerId="LiveId" clId="{DE2D5D9D-8A41-4258-B1F1-14A1E37499BE}" dt="2022-12-21T10:35:35.865" v="60" actId="1076"/>
          <ac:spMkLst>
            <pc:docMk/>
            <pc:sldMk cId="3919311891" sldId="283"/>
            <ac:spMk id="46" creationId="{00000000-0000-0000-0000-000000000000}"/>
          </ac:spMkLst>
        </pc:spChg>
        <pc:spChg chg="mod">
          <ac:chgData name="MADNEETA SINGH" userId="ba487e41d220043c" providerId="LiveId" clId="{DE2D5D9D-8A41-4258-B1F1-14A1E37499BE}" dt="2022-12-21T10:36:07.455" v="70" actId="1076"/>
          <ac:spMkLst>
            <pc:docMk/>
            <pc:sldMk cId="3919311891" sldId="283"/>
            <ac:spMk id="47" creationId="{00000000-0000-0000-0000-000000000000}"/>
          </ac:spMkLst>
        </pc:spChg>
        <pc:spChg chg="del mod">
          <ac:chgData name="MADNEETA SINGH" userId="ba487e41d220043c" providerId="LiveId" clId="{DE2D5D9D-8A41-4258-B1F1-14A1E37499BE}" dt="2022-12-21T10:35:49.315" v="63" actId="478"/>
          <ac:spMkLst>
            <pc:docMk/>
            <pc:sldMk cId="3919311891" sldId="283"/>
            <ac:spMk id="48" creationId="{00000000-0000-0000-0000-000000000000}"/>
          </ac:spMkLst>
        </pc:spChg>
      </pc:sldChg>
      <pc:sldChg chg="modSp mod">
        <pc:chgData name="MADNEETA SINGH" userId="ba487e41d220043c" providerId="LiveId" clId="{DE2D5D9D-8A41-4258-B1F1-14A1E37499BE}" dt="2022-12-26T10:56:55.309" v="309" actId="1076"/>
        <pc:sldMkLst>
          <pc:docMk/>
          <pc:sldMk cId="3919311891" sldId="289"/>
        </pc:sldMkLst>
        <pc:spChg chg="mod">
          <ac:chgData name="MADNEETA SINGH" userId="ba487e41d220043c" providerId="LiveId" clId="{DE2D5D9D-8A41-4258-B1F1-14A1E37499BE}" dt="2022-12-26T10:56:55.309" v="309" actId="1076"/>
          <ac:spMkLst>
            <pc:docMk/>
            <pc:sldMk cId="3919311891" sldId="289"/>
            <ac:spMk id="7" creationId="{00000000-0000-0000-0000-000000000000}"/>
          </ac:spMkLst>
        </pc:spChg>
      </pc:sldChg>
      <pc:sldChg chg="modSp mod">
        <pc:chgData name="MADNEETA SINGH" userId="ba487e41d220043c" providerId="LiveId" clId="{DE2D5D9D-8A41-4258-B1F1-14A1E37499BE}" dt="2022-12-26T11:16:46.626" v="502" actId="113"/>
        <pc:sldMkLst>
          <pc:docMk/>
          <pc:sldMk cId="3919311891" sldId="291"/>
        </pc:sldMkLst>
        <pc:spChg chg="mod">
          <ac:chgData name="MADNEETA SINGH" userId="ba487e41d220043c" providerId="LiveId" clId="{DE2D5D9D-8A41-4258-B1F1-14A1E37499BE}" dt="2022-12-24T10:21:18.515" v="128" actId="2711"/>
          <ac:spMkLst>
            <pc:docMk/>
            <pc:sldMk cId="3919311891" sldId="291"/>
            <ac:spMk id="2" creationId="{00000000-0000-0000-0000-000000000000}"/>
          </ac:spMkLst>
        </pc:spChg>
        <pc:spChg chg="mod">
          <ac:chgData name="MADNEETA SINGH" userId="ba487e41d220043c" providerId="LiveId" clId="{DE2D5D9D-8A41-4258-B1F1-14A1E37499BE}" dt="2022-12-24T10:21:18.515" v="128" actId="2711"/>
          <ac:spMkLst>
            <pc:docMk/>
            <pc:sldMk cId="3919311891" sldId="291"/>
            <ac:spMk id="3" creationId="{00000000-0000-0000-0000-000000000000}"/>
          </ac:spMkLst>
        </pc:spChg>
        <pc:spChg chg="mod">
          <ac:chgData name="MADNEETA SINGH" userId="ba487e41d220043c" providerId="LiveId" clId="{DE2D5D9D-8A41-4258-B1F1-14A1E37499BE}" dt="2022-12-24T10:21:18.515" v="128" actId="2711"/>
          <ac:spMkLst>
            <pc:docMk/>
            <pc:sldMk cId="3919311891" sldId="291"/>
            <ac:spMk id="6" creationId="{00000000-0000-0000-0000-000000000000}"/>
          </ac:spMkLst>
        </pc:spChg>
        <pc:spChg chg="mod">
          <ac:chgData name="MADNEETA SINGH" userId="ba487e41d220043c" providerId="LiveId" clId="{DE2D5D9D-8A41-4258-B1F1-14A1E37499BE}" dt="2022-12-26T11:16:46.626" v="502" actId="113"/>
          <ac:spMkLst>
            <pc:docMk/>
            <pc:sldMk cId="3919311891" sldId="291"/>
            <ac:spMk id="7" creationId="{00000000-0000-0000-0000-000000000000}"/>
          </ac:spMkLst>
        </pc:spChg>
        <pc:spChg chg="mod">
          <ac:chgData name="MADNEETA SINGH" userId="ba487e41d220043c" providerId="LiveId" clId="{DE2D5D9D-8A41-4258-B1F1-14A1E37499BE}" dt="2022-12-24T10:21:18.515" v="128" actId="2711"/>
          <ac:spMkLst>
            <pc:docMk/>
            <pc:sldMk cId="3919311891" sldId="291"/>
            <ac:spMk id="9" creationId="{00000000-0000-0000-0000-000000000000}"/>
          </ac:spMkLst>
        </pc:spChg>
      </pc:sldChg>
      <pc:sldChg chg="modSp mod">
        <pc:chgData name="MADNEETA SINGH" userId="ba487e41d220043c" providerId="LiveId" clId="{DE2D5D9D-8A41-4258-B1F1-14A1E37499BE}" dt="2022-12-26T11:16:56.397" v="506" actId="113"/>
        <pc:sldMkLst>
          <pc:docMk/>
          <pc:sldMk cId="3919311891" sldId="292"/>
        </pc:sldMkLst>
        <pc:spChg chg="mod">
          <ac:chgData name="MADNEETA SINGH" userId="ba487e41d220043c" providerId="LiveId" clId="{DE2D5D9D-8A41-4258-B1F1-14A1E37499BE}" dt="2022-12-24T10:21:24.546" v="129" actId="2711"/>
          <ac:spMkLst>
            <pc:docMk/>
            <pc:sldMk cId="3919311891" sldId="292"/>
            <ac:spMk id="2" creationId="{00000000-0000-0000-0000-000000000000}"/>
          </ac:spMkLst>
        </pc:spChg>
        <pc:spChg chg="mod">
          <ac:chgData name="MADNEETA SINGH" userId="ba487e41d220043c" providerId="LiveId" clId="{DE2D5D9D-8A41-4258-B1F1-14A1E37499BE}" dt="2022-12-24T10:21:24.546" v="129" actId="2711"/>
          <ac:spMkLst>
            <pc:docMk/>
            <pc:sldMk cId="3919311891" sldId="292"/>
            <ac:spMk id="3" creationId="{00000000-0000-0000-0000-000000000000}"/>
          </ac:spMkLst>
        </pc:spChg>
        <pc:spChg chg="mod">
          <ac:chgData name="MADNEETA SINGH" userId="ba487e41d220043c" providerId="LiveId" clId="{DE2D5D9D-8A41-4258-B1F1-14A1E37499BE}" dt="2022-12-24T10:21:24.546" v="129" actId="2711"/>
          <ac:spMkLst>
            <pc:docMk/>
            <pc:sldMk cId="3919311891" sldId="292"/>
            <ac:spMk id="6" creationId="{00000000-0000-0000-0000-000000000000}"/>
          </ac:spMkLst>
        </pc:spChg>
        <pc:spChg chg="mod">
          <ac:chgData name="MADNEETA SINGH" userId="ba487e41d220043c" providerId="LiveId" clId="{DE2D5D9D-8A41-4258-B1F1-14A1E37499BE}" dt="2022-12-26T11:16:56.397" v="506" actId="113"/>
          <ac:spMkLst>
            <pc:docMk/>
            <pc:sldMk cId="3919311891" sldId="292"/>
            <ac:spMk id="7" creationId="{00000000-0000-0000-0000-000000000000}"/>
          </ac:spMkLst>
        </pc:spChg>
        <pc:spChg chg="mod">
          <ac:chgData name="MADNEETA SINGH" userId="ba487e41d220043c" providerId="LiveId" clId="{DE2D5D9D-8A41-4258-B1F1-14A1E37499BE}" dt="2022-12-24T10:21:24.546" v="129" actId="2711"/>
          <ac:spMkLst>
            <pc:docMk/>
            <pc:sldMk cId="3919311891" sldId="292"/>
            <ac:spMk id="9" creationId="{00000000-0000-0000-0000-000000000000}"/>
          </ac:spMkLst>
        </pc:spChg>
      </pc:sldChg>
      <pc:sldChg chg="modSp mod">
        <pc:chgData name="MADNEETA SINGH" userId="ba487e41d220043c" providerId="LiveId" clId="{DE2D5D9D-8A41-4258-B1F1-14A1E37499BE}" dt="2022-12-26T11:17:10.857" v="510" actId="113"/>
        <pc:sldMkLst>
          <pc:docMk/>
          <pc:sldMk cId="3919311891" sldId="293"/>
        </pc:sldMkLst>
        <pc:spChg chg="mod">
          <ac:chgData name="MADNEETA SINGH" userId="ba487e41d220043c" providerId="LiveId" clId="{DE2D5D9D-8A41-4258-B1F1-14A1E37499BE}" dt="2022-12-24T10:21:29.540" v="130" actId="2711"/>
          <ac:spMkLst>
            <pc:docMk/>
            <pc:sldMk cId="3919311891" sldId="293"/>
            <ac:spMk id="2" creationId="{00000000-0000-0000-0000-000000000000}"/>
          </ac:spMkLst>
        </pc:spChg>
        <pc:spChg chg="mod">
          <ac:chgData name="MADNEETA SINGH" userId="ba487e41d220043c" providerId="LiveId" clId="{DE2D5D9D-8A41-4258-B1F1-14A1E37499BE}" dt="2022-12-24T10:21:29.540" v="130" actId="2711"/>
          <ac:spMkLst>
            <pc:docMk/>
            <pc:sldMk cId="3919311891" sldId="293"/>
            <ac:spMk id="3" creationId="{00000000-0000-0000-0000-000000000000}"/>
          </ac:spMkLst>
        </pc:spChg>
        <pc:spChg chg="mod">
          <ac:chgData name="MADNEETA SINGH" userId="ba487e41d220043c" providerId="LiveId" clId="{DE2D5D9D-8A41-4258-B1F1-14A1E37499BE}" dt="2022-12-24T10:21:29.540" v="130" actId="2711"/>
          <ac:spMkLst>
            <pc:docMk/>
            <pc:sldMk cId="3919311891" sldId="293"/>
            <ac:spMk id="6" creationId="{00000000-0000-0000-0000-000000000000}"/>
          </ac:spMkLst>
        </pc:spChg>
        <pc:spChg chg="mod">
          <ac:chgData name="MADNEETA SINGH" userId="ba487e41d220043c" providerId="LiveId" clId="{DE2D5D9D-8A41-4258-B1F1-14A1E37499BE}" dt="2022-12-26T11:17:10.857" v="510" actId="113"/>
          <ac:spMkLst>
            <pc:docMk/>
            <pc:sldMk cId="3919311891" sldId="293"/>
            <ac:spMk id="7" creationId="{00000000-0000-0000-0000-000000000000}"/>
          </ac:spMkLst>
        </pc:spChg>
        <pc:spChg chg="mod">
          <ac:chgData name="MADNEETA SINGH" userId="ba487e41d220043c" providerId="LiveId" clId="{DE2D5D9D-8A41-4258-B1F1-14A1E37499BE}" dt="2022-12-24T10:21:29.540" v="130" actId="2711"/>
          <ac:spMkLst>
            <pc:docMk/>
            <pc:sldMk cId="3919311891" sldId="293"/>
            <ac:spMk id="9" creationId="{00000000-0000-0000-0000-000000000000}"/>
          </ac:spMkLst>
        </pc:spChg>
      </pc:sldChg>
      <pc:sldChg chg="modSp mod">
        <pc:chgData name="MADNEETA SINGH" userId="ba487e41d220043c" providerId="LiveId" clId="{DE2D5D9D-8A41-4258-B1F1-14A1E37499BE}" dt="2022-12-26T11:17:33.068" v="514" actId="1076"/>
        <pc:sldMkLst>
          <pc:docMk/>
          <pc:sldMk cId="3919311891" sldId="294"/>
        </pc:sldMkLst>
        <pc:spChg chg="mod">
          <ac:chgData name="MADNEETA SINGH" userId="ba487e41d220043c" providerId="LiveId" clId="{DE2D5D9D-8A41-4258-B1F1-14A1E37499BE}" dt="2022-12-24T10:21:57.865" v="146" actId="2711"/>
          <ac:spMkLst>
            <pc:docMk/>
            <pc:sldMk cId="3919311891" sldId="294"/>
            <ac:spMk id="2" creationId="{00000000-0000-0000-0000-000000000000}"/>
          </ac:spMkLst>
        </pc:spChg>
        <pc:spChg chg="mod">
          <ac:chgData name="MADNEETA SINGH" userId="ba487e41d220043c" providerId="LiveId" clId="{DE2D5D9D-8A41-4258-B1F1-14A1E37499BE}" dt="2022-12-24T10:22:08.565" v="153" actId="20577"/>
          <ac:spMkLst>
            <pc:docMk/>
            <pc:sldMk cId="3919311891" sldId="294"/>
            <ac:spMk id="3" creationId="{00000000-0000-0000-0000-000000000000}"/>
          </ac:spMkLst>
        </pc:spChg>
        <pc:spChg chg="mod">
          <ac:chgData name="MADNEETA SINGH" userId="ba487e41d220043c" providerId="LiveId" clId="{DE2D5D9D-8A41-4258-B1F1-14A1E37499BE}" dt="2022-12-24T10:21:57.865" v="146" actId="2711"/>
          <ac:spMkLst>
            <pc:docMk/>
            <pc:sldMk cId="3919311891" sldId="294"/>
            <ac:spMk id="6" creationId="{00000000-0000-0000-0000-000000000000}"/>
          </ac:spMkLst>
        </pc:spChg>
        <pc:spChg chg="mod">
          <ac:chgData name="MADNEETA SINGH" userId="ba487e41d220043c" providerId="LiveId" clId="{DE2D5D9D-8A41-4258-B1F1-14A1E37499BE}" dt="2022-12-26T11:17:33.068" v="514" actId="1076"/>
          <ac:spMkLst>
            <pc:docMk/>
            <pc:sldMk cId="3919311891" sldId="294"/>
            <ac:spMk id="7" creationId="{00000000-0000-0000-0000-000000000000}"/>
          </ac:spMkLst>
        </pc:spChg>
        <pc:spChg chg="mod">
          <ac:chgData name="MADNEETA SINGH" userId="ba487e41d220043c" providerId="LiveId" clId="{DE2D5D9D-8A41-4258-B1F1-14A1E37499BE}" dt="2022-12-24T10:21:57.865" v="146" actId="2711"/>
          <ac:spMkLst>
            <pc:docMk/>
            <pc:sldMk cId="3919311891" sldId="294"/>
            <ac:spMk id="9" creationId="{00000000-0000-0000-0000-000000000000}"/>
          </ac:spMkLst>
        </pc:spChg>
      </pc:sldChg>
      <pc:sldChg chg="addSp modSp mod">
        <pc:chgData name="MADNEETA SINGH" userId="ba487e41d220043c" providerId="LiveId" clId="{DE2D5D9D-8A41-4258-B1F1-14A1E37499BE}" dt="2022-12-26T11:17:37.149" v="515"/>
        <pc:sldMkLst>
          <pc:docMk/>
          <pc:sldMk cId="3919311891" sldId="295"/>
        </pc:sldMkLst>
        <pc:spChg chg="mod">
          <ac:chgData name="MADNEETA SINGH" userId="ba487e41d220043c" providerId="LiveId" clId="{DE2D5D9D-8A41-4258-B1F1-14A1E37499BE}" dt="2022-12-24T10:22:19.805" v="154" actId="2711"/>
          <ac:spMkLst>
            <pc:docMk/>
            <pc:sldMk cId="3919311891" sldId="295"/>
            <ac:spMk id="2" creationId="{00000000-0000-0000-0000-000000000000}"/>
          </ac:spMkLst>
        </pc:spChg>
        <pc:spChg chg="mod">
          <ac:chgData name="MADNEETA SINGH" userId="ba487e41d220043c" providerId="LiveId" clId="{DE2D5D9D-8A41-4258-B1F1-14A1E37499BE}" dt="2022-12-24T10:22:27.965" v="157" actId="20577"/>
          <ac:spMkLst>
            <pc:docMk/>
            <pc:sldMk cId="3919311891" sldId="295"/>
            <ac:spMk id="3" creationId="{00000000-0000-0000-0000-000000000000}"/>
          </ac:spMkLst>
        </pc:spChg>
        <pc:spChg chg="add mod">
          <ac:chgData name="MADNEETA SINGH" userId="ba487e41d220043c" providerId="LiveId" clId="{DE2D5D9D-8A41-4258-B1F1-14A1E37499BE}" dt="2022-12-26T11:17:37.149" v="515"/>
          <ac:spMkLst>
            <pc:docMk/>
            <pc:sldMk cId="3919311891" sldId="295"/>
            <ac:spMk id="4" creationId="{33045C4E-A651-0061-4FBB-4D9A2009BDCA}"/>
          </ac:spMkLst>
        </pc:spChg>
        <pc:spChg chg="mod">
          <ac:chgData name="MADNEETA SINGH" userId="ba487e41d220043c" providerId="LiveId" clId="{DE2D5D9D-8A41-4258-B1F1-14A1E37499BE}" dt="2022-12-24T10:22:19.805" v="154" actId="2711"/>
          <ac:spMkLst>
            <pc:docMk/>
            <pc:sldMk cId="3919311891" sldId="295"/>
            <ac:spMk id="6" creationId="{00000000-0000-0000-0000-000000000000}"/>
          </ac:spMkLst>
        </pc:spChg>
        <pc:spChg chg="mod">
          <ac:chgData name="MADNEETA SINGH" userId="ba487e41d220043c" providerId="LiveId" clId="{DE2D5D9D-8A41-4258-B1F1-14A1E37499BE}" dt="2022-12-24T10:22:19.805" v="154" actId="2711"/>
          <ac:spMkLst>
            <pc:docMk/>
            <pc:sldMk cId="3919311891" sldId="295"/>
            <ac:spMk id="7" creationId="{00000000-0000-0000-0000-000000000000}"/>
          </ac:spMkLst>
        </pc:spChg>
        <pc:spChg chg="mod">
          <ac:chgData name="MADNEETA SINGH" userId="ba487e41d220043c" providerId="LiveId" clId="{DE2D5D9D-8A41-4258-B1F1-14A1E37499BE}" dt="2022-12-24T10:22:19.805" v="154" actId="2711"/>
          <ac:spMkLst>
            <pc:docMk/>
            <pc:sldMk cId="3919311891" sldId="295"/>
            <ac:spMk id="9" creationId="{00000000-0000-0000-0000-000000000000}"/>
          </ac:spMkLst>
        </pc:spChg>
      </pc:sldChg>
      <pc:sldChg chg="addSp modSp mod">
        <pc:chgData name="MADNEETA SINGH" userId="ba487e41d220043c" providerId="LiveId" clId="{DE2D5D9D-8A41-4258-B1F1-14A1E37499BE}" dt="2022-12-26T11:17:41.508" v="516"/>
        <pc:sldMkLst>
          <pc:docMk/>
          <pc:sldMk cId="3919311891" sldId="296"/>
        </pc:sldMkLst>
        <pc:spChg chg="mod">
          <ac:chgData name="MADNEETA SINGH" userId="ba487e41d220043c" providerId="LiveId" clId="{DE2D5D9D-8A41-4258-B1F1-14A1E37499BE}" dt="2022-12-24T10:22:35.888" v="158" actId="2711"/>
          <ac:spMkLst>
            <pc:docMk/>
            <pc:sldMk cId="3919311891" sldId="296"/>
            <ac:spMk id="2" creationId="{00000000-0000-0000-0000-000000000000}"/>
          </ac:spMkLst>
        </pc:spChg>
        <pc:spChg chg="mod">
          <ac:chgData name="MADNEETA SINGH" userId="ba487e41d220043c" providerId="LiveId" clId="{DE2D5D9D-8A41-4258-B1F1-14A1E37499BE}" dt="2022-12-24T10:22:35.888" v="158" actId="2711"/>
          <ac:spMkLst>
            <pc:docMk/>
            <pc:sldMk cId="3919311891" sldId="296"/>
            <ac:spMk id="3" creationId="{00000000-0000-0000-0000-000000000000}"/>
          </ac:spMkLst>
        </pc:spChg>
        <pc:spChg chg="add mod">
          <ac:chgData name="MADNEETA SINGH" userId="ba487e41d220043c" providerId="LiveId" clId="{DE2D5D9D-8A41-4258-B1F1-14A1E37499BE}" dt="2022-12-26T11:17:41.508" v="516"/>
          <ac:spMkLst>
            <pc:docMk/>
            <pc:sldMk cId="3919311891" sldId="296"/>
            <ac:spMk id="4" creationId="{525D18E6-BDB9-3D36-51A7-76368F6C378E}"/>
          </ac:spMkLst>
        </pc:spChg>
        <pc:spChg chg="mod">
          <ac:chgData name="MADNEETA SINGH" userId="ba487e41d220043c" providerId="LiveId" clId="{DE2D5D9D-8A41-4258-B1F1-14A1E37499BE}" dt="2022-12-24T10:22:35.888" v="158" actId="2711"/>
          <ac:spMkLst>
            <pc:docMk/>
            <pc:sldMk cId="3919311891" sldId="296"/>
            <ac:spMk id="6" creationId="{00000000-0000-0000-0000-000000000000}"/>
          </ac:spMkLst>
        </pc:spChg>
        <pc:spChg chg="mod">
          <ac:chgData name="MADNEETA SINGH" userId="ba487e41d220043c" providerId="LiveId" clId="{DE2D5D9D-8A41-4258-B1F1-14A1E37499BE}" dt="2022-12-24T10:22:35.888" v="158" actId="2711"/>
          <ac:spMkLst>
            <pc:docMk/>
            <pc:sldMk cId="3919311891" sldId="296"/>
            <ac:spMk id="7" creationId="{00000000-0000-0000-0000-000000000000}"/>
          </ac:spMkLst>
        </pc:spChg>
        <pc:spChg chg="mod">
          <ac:chgData name="MADNEETA SINGH" userId="ba487e41d220043c" providerId="LiveId" clId="{DE2D5D9D-8A41-4258-B1F1-14A1E37499BE}" dt="2022-12-24T10:22:35.888" v="158" actId="2711"/>
          <ac:spMkLst>
            <pc:docMk/>
            <pc:sldMk cId="3919311891" sldId="296"/>
            <ac:spMk id="9" creationId="{00000000-0000-0000-0000-000000000000}"/>
          </ac:spMkLst>
        </pc:spChg>
      </pc:sldChg>
      <pc:sldChg chg="addSp modSp mod">
        <pc:chgData name="MADNEETA SINGH" userId="ba487e41d220043c" providerId="LiveId" clId="{DE2D5D9D-8A41-4258-B1F1-14A1E37499BE}" dt="2022-12-26T11:17:46.611" v="519" actId="1035"/>
        <pc:sldMkLst>
          <pc:docMk/>
          <pc:sldMk cId="3919311891" sldId="297"/>
        </pc:sldMkLst>
        <pc:spChg chg="mod">
          <ac:chgData name="MADNEETA SINGH" userId="ba487e41d220043c" providerId="LiveId" clId="{DE2D5D9D-8A41-4258-B1F1-14A1E37499BE}" dt="2022-12-24T10:22:43.695" v="159" actId="2711"/>
          <ac:spMkLst>
            <pc:docMk/>
            <pc:sldMk cId="3919311891" sldId="297"/>
            <ac:spMk id="2" creationId="{00000000-0000-0000-0000-000000000000}"/>
          </ac:spMkLst>
        </pc:spChg>
        <pc:spChg chg="mod">
          <ac:chgData name="MADNEETA SINGH" userId="ba487e41d220043c" providerId="LiveId" clId="{DE2D5D9D-8A41-4258-B1F1-14A1E37499BE}" dt="2022-12-24T10:22:46.060" v="160" actId="20577"/>
          <ac:spMkLst>
            <pc:docMk/>
            <pc:sldMk cId="3919311891" sldId="297"/>
            <ac:spMk id="3" creationId="{00000000-0000-0000-0000-000000000000}"/>
          </ac:spMkLst>
        </pc:spChg>
        <pc:spChg chg="add mod">
          <ac:chgData name="MADNEETA SINGH" userId="ba487e41d220043c" providerId="LiveId" clId="{DE2D5D9D-8A41-4258-B1F1-14A1E37499BE}" dt="2022-12-26T11:17:46.611" v="519" actId="1035"/>
          <ac:spMkLst>
            <pc:docMk/>
            <pc:sldMk cId="3919311891" sldId="297"/>
            <ac:spMk id="4" creationId="{65849B76-FA9F-768B-15CC-F1CD6DE1EBEF}"/>
          </ac:spMkLst>
        </pc:spChg>
        <pc:spChg chg="mod">
          <ac:chgData name="MADNEETA SINGH" userId="ba487e41d220043c" providerId="LiveId" clId="{DE2D5D9D-8A41-4258-B1F1-14A1E37499BE}" dt="2022-12-24T10:22:43.695" v="159" actId="2711"/>
          <ac:spMkLst>
            <pc:docMk/>
            <pc:sldMk cId="3919311891" sldId="297"/>
            <ac:spMk id="6" creationId="{00000000-0000-0000-0000-000000000000}"/>
          </ac:spMkLst>
        </pc:spChg>
        <pc:spChg chg="mod">
          <ac:chgData name="MADNEETA SINGH" userId="ba487e41d220043c" providerId="LiveId" clId="{DE2D5D9D-8A41-4258-B1F1-14A1E37499BE}" dt="2022-12-24T10:22:43.695" v="159" actId="2711"/>
          <ac:spMkLst>
            <pc:docMk/>
            <pc:sldMk cId="3919311891" sldId="297"/>
            <ac:spMk id="7" creationId="{00000000-0000-0000-0000-000000000000}"/>
          </ac:spMkLst>
        </pc:spChg>
        <pc:spChg chg="mod">
          <ac:chgData name="MADNEETA SINGH" userId="ba487e41d220043c" providerId="LiveId" clId="{DE2D5D9D-8A41-4258-B1F1-14A1E37499BE}" dt="2022-12-24T10:22:43.695" v="159" actId="2711"/>
          <ac:spMkLst>
            <pc:docMk/>
            <pc:sldMk cId="3919311891" sldId="297"/>
            <ac:spMk id="9" creationId="{00000000-0000-0000-0000-000000000000}"/>
          </ac:spMkLst>
        </pc:spChg>
      </pc:sldChg>
      <pc:sldChg chg="modSp mod">
        <pc:chgData name="MADNEETA SINGH" userId="ba487e41d220043c" providerId="LiveId" clId="{DE2D5D9D-8A41-4258-B1F1-14A1E37499BE}" dt="2022-12-26T11:18:06.178" v="524" actId="1076"/>
        <pc:sldMkLst>
          <pc:docMk/>
          <pc:sldMk cId="3919311891" sldId="298"/>
        </pc:sldMkLst>
        <pc:spChg chg="mod">
          <ac:chgData name="MADNEETA SINGH" userId="ba487e41d220043c" providerId="LiveId" clId="{DE2D5D9D-8A41-4258-B1F1-14A1E37499BE}" dt="2022-12-26T11:18:06.178" v="524" actId="1076"/>
          <ac:spMkLst>
            <pc:docMk/>
            <pc:sldMk cId="3919311891" sldId="298"/>
            <ac:spMk id="7" creationId="{00000000-0000-0000-0000-000000000000}"/>
          </ac:spMkLst>
        </pc:spChg>
      </pc:sldChg>
      <pc:sldChg chg="addSp modSp">
        <pc:chgData name="MADNEETA SINGH" userId="ba487e41d220043c" providerId="LiveId" clId="{DE2D5D9D-8A41-4258-B1F1-14A1E37499BE}" dt="2022-12-26T11:18:10.356" v="525"/>
        <pc:sldMkLst>
          <pc:docMk/>
          <pc:sldMk cId="3919311891" sldId="299"/>
        </pc:sldMkLst>
        <pc:spChg chg="add mod">
          <ac:chgData name="MADNEETA SINGH" userId="ba487e41d220043c" providerId="LiveId" clId="{DE2D5D9D-8A41-4258-B1F1-14A1E37499BE}" dt="2022-12-26T11:18:10.356" v="525"/>
          <ac:spMkLst>
            <pc:docMk/>
            <pc:sldMk cId="3919311891" sldId="299"/>
            <ac:spMk id="4" creationId="{6F9BF7C5-AE87-FC1E-65D0-11AE772BB01E}"/>
          </ac:spMkLst>
        </pc:spChg>
      </pc:sldChg>
      <pc:sldChg chg="modSp mod">
        <pc:chgData name="MADNEETA SINGH" userId="ba487e41d220043c" providerId="LiveId" clId="{DE2D5D9D-8A41-4258-B1F1-14A1E37499BE}" dt="2022-12-26T11:18:36.655" v="532" actId="1076"/>
        <pc:sldMkLst>
          <pc:docMk/>
          <pc:sldMk cId="3919311891" sldId="300"/>
        </pc:sldMkLst>
        <pc:spChg chg="mod">
          <ac:chgData name="MADNEETA SINGH" userId="ba487e41d220043c" providerId="LiveId" clId="{DE2D5D9D-8A41-4258-B1F1-14A1E37499BE}" dt="2022-12-24T10:22:56.185" v="161" actId="2711"/>
          <ac:spMkLst>
            <pc:docMk/>
            <pc:sldMk cId="3919311891" sldId="300"/>
            <ac:spMk id="2" creationId="{00000000-0000-0000-0000-000000000000}"/>
          </ac:spMkLst>
        </pc:spChg>
        <pc:spChg chg="mod">
          <ac:chgData name="MADNEETA SINGH" userId="ba487e41d220043c" providerId="LiveId" clId="{DE2D5D9D-8A41-4258-B1F1-14A1E37499BE}" dt="2022-12-24T10:22:56.185" v="161" actId="2711"/>
          <ac:spMkLst>
            <pc:docMk/>
            <pc:sldMk cId="3919311891" sldId="300"/>
            <ac:spMk id="3" creationId="{00000000-0000-0000-0000-000000000000}"/>
          </ac:spMkLst>
        </pc:spChg>
        <pc:spChg chg="mod">
          <ac:chgData name="MADNEETA SINGH" userId="ba487e41d220043c" providerId="LiveId" clId="{DE2D5D9D-8A41-4258-B1F1-14A1E37499BE}" dt="2022-12-24T10:22:56.185" v="161" actId="2711"/>
          <ac:spMkLst>
            <pc:docMk/>
            <pc:sldMk cId="3919311891" sldId="300"/>
            <ac:spMk id="6" creationId="{00000000-0000-0000-0000-000000000000}"/>
          </ac:spMkLst>
        </pc:spChg>
        <pc:spChg chg="mod">
          <ac:chgData name="MADNEETA SINGH" userId="ba487e41d220043c" providerId="LiveId" clId="{DE2D5D9D-8A41-4258-B1F1-14A1E37499BE}" dt="2022-12-26T11:18:36.655" v="532" actId="1076"/>
          <ac:spMkLst>
            <pc:docMk/>
            <pc:sldMk cId="3919311891" sldId="300"/>
            <ac:spMk id="7" creationId="{00000000-0000-0000-0000-000000000000}"/>
          </ac:spMkLst>
        </pc:spChg>
        <pc:spChg chg="mod">
          <ac:chgData name="MADNEETA SINGH" userId="ba487e41d220043c" providerId="LiveId" clId="{DE2D5D9D-8A41-4258-B1F1-14A1E37499BE}" dt="2022-12-24T10:22:56.185" v="161" actId="2711"/>
          <ac:spMkLst>
            <pc:docMk/>
            <pc:sldMk cId="3919311891" sldId="300"/>
            <ac:spMk id="9" creationId="{00000000-0000-0000-0000-000000000000}"/>
          </ac:spMkLst>
        </pc:spChg>
      </pc:sldChg>
      <pc:sldChg chg="addSp modSp mod">
        <pc:chgData name="MADNEETA SINGH" userId="ba487e41d220043c" providerId="LiveId" clId="{DE2D5D9D-8A41-4258-B1F1-14A1E37499BE}" dt="2022-12-26T11:18:57.796" v="535" actId="1076"/>
        <pc:sldMkLst>
          <pc:docMk/>
          <pc:sldMk cId="3919311891" sldId="301"/>
        </pc:sldMkLst>
        <pc:spChg chg="mod">
          <ac:chgData name="MADNEETA SINGH" userId="ba487e41d220043c" providerId="LiveId" clId="{DE2D5D9D-8A41-4258-B1F1-14A1E37499BE}" dt="2022-12-24T10:23:01.846" v="162" actId="2711"/>
          <ac:spMkLst>
            <pc:docMk/>
            <pc:sldMk cId="3919311891" sldId="301"/>
            <ac:spMk id="2" creationId="{00000000-0000-0000-0000-000000000000}"/>
          </ac:spMkLst>
        </pc:spChg>
        <pc:spChg chg="mod">
          <ac:chgData name="MADNEETA SINGH" userId="ba487e41d220043c" providerId="LiveId" clId="{DE2D5D9D-8A41-4258-B1F1-14A1E37499BE}" dt="2022-12-24T10:23:01.846" v="162" actId="2711"/>
          <ac:spMkLst>
            <pc:docMk/>
            <pc:sldMk cId="3919311891" sldId="301"/>
            <ac:spMk id="3" creationId="{00000000-0000-0000-0000-000000000000}"/>
          </ac:spMkLst>
        </pc:spChg>
        <pc:spChg chg="add mod">
          <ac:chgData name="MADNEETA SINGH" userId="ba487e41d220043c" providerId="LiveId" clId="{DE2D5D9D-8A41-4258-B1F1-14A1E37499BE}" dt="2022-12-26T11:18:57.796" v="535" actId="1076"/>
          <ac:spMkLst>
            <pc:docMk/>
            <pc:sldMk cId="3919311891" sldId="301"/>
            <ac:spMk id="4" creationId="{C016DAE0-C6B3-EB96-DB37-5C8B6D37D53E}"/>
          </ac:spMkLst>
        </pc:spChg>
        <pc:spChg chg="mod">
          <ac:chgData name="MADNEETA SINGH" userId="ba487e41d220043c" providerId="LiveId" clId="{DE2D5D9D-8A41-4258-B1F1-14A1E37499BE}" dt="2022-12-24T10:23:01.846" v="162" actId="2711"/>
          <ac:spMkLst>
            <pc:docMk/>
            <pc:sldMk cId="3919311891" sldId="301"/>
            <ac:spMk id="6" creationId="{00000000-0000-0000-0000-000000000000}"/>
          </ac:spMkLst>
        </pc:spChg>
        <pc:spChg chg="mod">
          <ac:chgData name="MADNEETA SINGH" userId="ba487e41d220043c" providerId="LiveId" clId="{DE2D5D9D-8A41-4258-B1F1-14A1E37499BE}" dt="2022-12-24T10:23:01.846" v="162" actId="2711"/>
          <ac:spMkLst>
            <pc:docMk/>
            <pc:sldMk cId="3919311891" sldId="301"/>
            <ac:spMk id="7" creationId="{00000000-0000-0000-0000-000000000000}"/>
          </ac:spMkLst>
        </pc:spChg>
        <pc:spChg chg="mod">
          <ac:chgData name="MADNEETA SINGH" userId="ba487e41d220043c" providerId="LiveId" clId="{DE2D5D9D-8A41-4258-B1F1-14A1E37499BE}" dt="2022-12-24T10:23:01.846" v="162" actId="2711"/>
          <ac:spMkLst>
            <pc:docMk/>
            <pc:sldMk cId="3919311891" sldId="301"/>
            <ac:spMk id="9" creationId="{00000000-0000-0000-0000-000000000000}"/>
          </ac:spMkLst>
        </pc:spChg>
      </pc:sldChg>
      <pc:sldChg chg="modSp mod">
        <pc:chgData name="MADNEETA SINGH" userId="ba487e41d220043c" providerId="LiveId" clId="{DE2D5D9D-8A41-4258-B1F1-14A1E37499BE}" dt="2022-12-26T11:19:14.152" v="540" actId="1076"/>
        <pc:sldMkLst>
          <pc:docMk/>
          <pc:sldMk cId="3919311891" sldId="302"/>
        </pc:sldMkLst>
        <pc:spChg chg="mod">
          <ac:chgData name="MADNEETA SINGH" userId="ba487e41d220043c" providerId="LiveId" clId="{DE2D5D9D-8A41-4258-B1F1-14A1E37499BE}" dt="2022-12-24T10:23:07.610" v="163" actId="2711"/>
          <ac:spMkLst>
            <pc:docMk/>
            <pc:sldMk cId="3919311891" sldId="302"/>
            <ac:spMk id="2" creationId="{00000000-0000-0000-0000-000000000000}"/>
          </ac:spMkLst>
        </pc:spChg>
        <pc:spChg chg="mod">
          <ac:chgData name="MADNEETA SINGH" userId="ba487e41d220043c" providerId="LiveId" clId="{DE2D5D9D-8A41-4258-B1F1-14A1E37499BE}" dt="2022-12-24T10:23:07.610" v="163" actId="2711"/>
          <ac:spMkLst>
            <pc:docMk/>
            <pc:sldMk cId="3919311891" sldId="302"/>
            <ac:spMk id="3" creationId="{00000000-0000-0000-0000-000000000000}"/>
          </ac:spMkLst>
        </pc:spChg>
        <pc:spChg chg="mod">
          <ac:chgData name="MADNEETA SINGH" userId="ba487e41d220043c" providerId="LiveId" clId="{DE2D5D9D-8A41-4258-B1F1-14A1E37499BE}" dt="2022-12-24T10:23:07.610" v="163" actId="2711"/>
          <ac:spMkLst>
            <pc:docMk/>
            <pc:sldMk cId="3919311891" sldId="302"/>
            <ac:spMk id="6" creationId="{00000000-0000-0000-0000-000000000000}"/>
          </ac:spMkLst>
        </pc:spChg>
        <pc:spChg chg="mod">
          <ac:chgData name="MADNEETA SINGH" userId="ba487e41d220043c" providerId="LiveId" clId="{DE2D5D9D-8A41-4258-B1F1-14A1E37499BE}" dt="2022-12-26T11:19:14.152" v="540" actId="1076"/>
          <ac:spMkLst>
            <pc:docMk/>
            <pc:sldMk cId="3919311891" sldId="302"/>
            <ac:spMk id="7" creationId="{00000000-0000-0000-0000-000000000000}"/>
          </ac:spMkLst>
        </pc:spChg>
        <pc:spChg chg="mod">
          <ac:chgData name="MADNEETA SINGH" userId="ba487e41d220043c" providerId="LiveId" clId="{DE2D5D9D-8A41-4258-B1F1-14A1E37499BE}" dt="2022-12-24T10:23:07.610" v="163" actId="2711"/>
          <ac:spMkLst>
            <pc:docMk/>
            <pc:sldMk cId="3919311891" sldId="302"/>
            <ac:spMk id="9" creationId="{00000000-0000-0000-0000-000000000000}"/>
          </ac:spMkLst>
        </pc:spChg>
      </pc:sldChg>
      <pc:sldChg chg="addSp modSp mod">
        <pc:chgData name="MADNEETA SINGH" userId="ba487e41d220043c" providerId="LiveId" clId="{DE2D5D9D-8A41-4258-B1F1-14A1E37499BE}" dt="2022-12-26T11:19:25.205" v="542" actId="1076"/>
        <pc:sldMkLst>
          <pc:docMk/>
          <pc:sldMk cId="3919311891" sldId="305"/>
        </pc:sldMkLst>
        <pc:spChg chg="mod">
          <ac:chgData name="MADNEETA SINGH" userId="ba487e41d220043c" providerId="LiveId" clId="{DE2D5D9D-8A41-4258-B1F1-14A1E37499BE}" dt="2022-12-24T10:23:12.675" v="164" actId="2711"/>
          <ac:spMkLst>
            <pc:docMk/>
            <pc:sldMk cId="3919311891" sldId="305"/>
            <ac:spMk id="2" creationId="{00000000-0000-0000-0000-000000000000}"/>
          </ac:spMkLst>
        </pc:spChg>
        <pc:spChg chg="mod">
          <ac:chgData name="MADNEETA SINGH" userId="ba487e41d220043c" providerId="LiveId" clId="{DE2D5D9D-8A41-4258-B1F1-14A1E37499BE}" dt="2022-12-24T10:23:12.675" v="164" actId="2711"/>
          <ac:spMkLst>
            <pc:docMk/>
            <pc:sldMk cId="3919311891" sldId="305"/>
            <ac:spMk id="3" creationId="{00000000-0000-0000-0000-000000000000}"/>
          </ac:spMkLst>
        </pc:spChg>
        <pc:spChg chg="add mod">
          <ac:chgData name="MADNEETA SINGH" userId="ba487e41d220043c" providerId="LiveId" clId="{DE2D5D9D-8A41-4258-B1F1-14A1E37499BE}" dt="2022-12-26T11:19:25.205" v="542" actId="1076"/>
          <ac:spMkLst>
            <pc:docMk/>
            <pc:sldMk cId="3919311891" sldId="305"/>
            <ac:spMk id="4" creationId="{FF23DEE9-48CF-5160-0403-0873EB65B99B}"/>
          </ac:spMkLst>
        </pc:spChg>
        <pc:spChg chg="mod">
          <ac:chgData name="MADNEETA SINGH" userId="ba487e41d220043c" providerId="LiveId" clId="{DE2D5D9D-8A41-4258-B1F1-14A1E37499BE}" dt="2022-12-24T10:23:12.675" v="164" actId="2711"/>
          <ac:spMkLst>
            <pc:docMk/>
            <pc:sldMk cId="3919311891" sldId="305"/>
            <ac:spMk id="6" creationId="{00000000-0000-0000-0000-000000000000}"/>
          </ac:spMkLst>
        </pc:spChg>
        <pc:spChg chg="mod">
          <ac:chgData name="MADNEETA SINGH" userId="ba487e41d220043c" providerId="LiveId" clId="{DE2D5D9D-8A41-4258-B1F1-14A1E37499BE}" dt="2022-12-24T10:23:12.675" v="164" actId="2711"/>
          <ac:spMkLst>
            <pc:docMk/>
            <pc:sldMk cId="3919311891" sldId="305"/>
            <ac:spMk id="7" creationId="{00000000-0000-0000-0000-000000000000}"/>
          </ac:spMkLst>
        </pc:spChg>
        <pc:spChg chg="mod">
          <ac:chgData name="MADNEETA SINGH" userId="ba487e41d220043c" providerId="LiveId" clId="{DE2D5D9D-8A41-4258-B1F1-14A1E37499BE}" dt="2022-12-24T10:23:12.675" v="164" actId="2711"/>
          <ac:spMkLst>
            <pc:docMk/>
            <pc:sldMk cId="3919311891" sldId="305"/>
            <ac:spMk id="9" creationId="{00000000-0000-0000-0000-000000000000}"/>
          </ac:spMkLst>
        </pc:spChg>
      </pc:sldChg>
      <pc:sldChg chg="addSp modSp mod">
        <pc:chgData name="MADNEETA SINGH" userId="ba487e41d220043c" providerId="LiveId" clId="{DE2D5D9D-8A41-4258-B1F1-14A1E37499BE}" dt="2022-12-26T11:18:15.475" v="528" actId="1035"/>
        <pc:sldMkLst>
          <pc:docMk/>
          <pc:sldMk cId="3919311891" sldId="306"/>
        </pc:sldMkLst>
        <pc:spChg chg="add mod">
          <ac:chgData name="MADNEETA SINGH" userId="ba487e41d220043c" providerId="LiveId" clId="{DE2D5D9D-8A41-4258-B1F1-14A1E37499BE}" dt="2022-12-26T11:18:15.475" v="528" actId="1035"/>
          <ac:spMkLst>
            <pc:docMk/>
            <pc:sldMk cId="3919311891" sldId="306"/>
            <ac:spMk id="4" creationId="{FC2B4BB6-D5F4-2AD6-0213-58535C97F9AA}"/>
          </ac:spMkLst>
        </pc:spChg>
      </pc:sldChg>
      <pc:sldChg chg="modSp mod">
        <pc:chgData name="MADNEETA SINGH" userId="ba487e41d220043c" providerId="LiveId" clId="{DE2D5D9D-8A41-4258-B1F1-14A1E37499BE}" dt="2022-12-26T10:49:16.541" v="204" actId="113"/>
        <pc:sldMkLst>
          <pc:docMk/>
          <pc:sldMk cId="0" sldId="308"/>
        </pc:sldMkLst>
        <pc:spChg chg="mod">
          <ac:chgData name="MADNEETA SINGH" userId="ba487e41d220043c" providerId="LiveId" clId="{DE2D5D9D-8A41-4258-B1F1-14A1E37499BE}" dt="2022-12-26T10:49:16.541" v="204" actId="113"/>
          <ac:spMkLst>
            <pc:docMk/>
            <pc:sldMk cId="0" sldId="308"/>
            <ac:spMk id="7" creationId="{00000000-0000-0000-0000-000000000000}"/>
          </ac:spMkLst>
        </pc:spChg>
      </pc:sldChg>
      <pc:sldChg chg="modSp mod">
        <pc:chgData name="MADNEETA SINGH" userId="ba487e41d220043c" providerId="LiveId" clId="{DE2D5D9D-8A41-4258-B1F1-14A1E37499BE}" dt="2022-12-26T10:58:11.107" v="329" actId="1076"/>
        <pc:sldMkLst>
          <pc:docMk/>
          <pc:sldMk cId="3919311891" sldId="309"/>
        </pc:sldMkLst>
        <pc:spChg chg="mod">
          <ac:chgData name="MADNEETA SINGH" userId="ba487e41d220043c" providerId="LiveId" clId="{DE2D5D9D-8A41-4258-B1F1-14A1E37499BE}" dt="2022-12-21T10:37:51.995" v="90" actId="14100"/>
          <ac:spMkLst>
            <pc:docMk/>
            <pc:sldMk cId="3919311891" sldId="309"/>
            <ac:spMk id="3" creationId="{00000000-0000-0000-0000-000000000000}"/>
          </ac:spMkLst>
        </pc:spChg>
        <pc:spChg chg="mod">
          <ac:chgData name="MADNEETA SINGH" userId="ba487e41d220043c" providerId="LiveId" clId="{DE2D5D9D-8A41-4258-B1F1-14A1E37499BE}" dt="2022-12-26T10:58:11.107" v="329" actId="1076"/>
          <ac:spMkLst>
            <pc:docMk/>
            <pc:sldMk cId="3919311891" sldId="309"/>
            <ac:spMk id="7" creationId="{00000000-0000-0000-0000-000000000000}"/>
          </ac:spMkLst>
        </pc:spChg>
      </pc:sldChg>
      <pc:sldChg chg="modSp mod">
        <pc:chgData name="MADNEETA SINGH" userId="ba487e41d220043c" providerId="LiveId" clId="{DE2D5D9D-8A41-4258-B1F1-14A1E37499BE}" dt="2022-12-26T10:58:41.145" v="337" actId="255"/>
        <pc:sldMkLst>
          <pc:docMk/>
          <pc:sldMk cId="3919311891" sldId="310"/>
        </pc:sldMkLst>
        <pc:spChg chg="mod">
          <ac:chgData name="MADNEETA SINGH" userId="ba487e41d220043c" providerId="LiveId" clId="{DE2D5D9D-8A41-4258-B1F1-14A1E37499BE}" dt="2022-12-26T10:58:41.145" v="337" actId="255"/>
          <ac:spMkLst>
            <pc:docMk/>
            <pc:sldMk cId="3919311891" sldId="310"/>
            <ac:spMk id="3" creationId="{00000000-0000-0000-0000-000000000000}"/>
          </ac:spMkLst>
        </pc:spChg>
        <pc:spChg chg="mod">
          <ac:chgData name="MADNEETA SINGH" userId="ba487e41d220043c" providerId="LiveId" clId="{DE2D5D9D-8A41-4258-B1F1-14A1E37499BE}" dt="2022-12-26T10:58:20.150" v="333" actId="2711"/>
          <ac:spMkLst>
            <pc:docMk/>
            <pc:sldMk cId="3919311891" sldId="310"/>
            <ac:spMk id="7" creationId="{00000000-0000-0000-0000-000000000000}"/>
          </ac:spMkLst>
        </pc:spChg>
      </pc:sldChg>
      <pc:sldChg chg="modSp mod">
        <pc:chgData name="MADNEETA SINGH" userId="ba487e41d220043c" providerId="LiveId" clId="{DE2D5D9D-8A41-4258-B1F1-14A1E37499BE}" dt="2022-12-26T10:59:35.749" v="348" actId="1076"/>
        <pc:sldMkLst>
          <pc:docMk/>
          <pc:sldMk cId="3919311891" sldId="311"/>
        </pc:sldMkLst>
        <pc:spChg chg="mod">
          <ac:chgData name="MADNEETA SINGH" userId="ba487e41d220043c" providerId="LiveId" clId="{DE2D5D9D-8A41-4258-B1F1-14A1E37499BE}" dt="2022-12-26T10:59:35.749" v="348" actId="1076"/>
          <ac:spMkLst>
            <pc:docMk/>
            <pc:sldMk cId="3919311891" sldId="311"/>
            <ac:spMk id="7" creationId="{00000000-0000-0000-0000-000000000000}"/>
          </ac:spMkLst>
        </pc:spChg>
      </pc:sldChg>
      <pc:sldChg chg="modSp mod">
        <pc:chgData name="MADNEETA SINGH" userId="ba487e41d220043c" providerId="LiveId" clId="{DE2D5D9D-8A41-4258-B1F1-14A1E37499BE}" dt="2022-12-26T10:59:06.335" v="342" actId="255"/>
        <pc:sldMkLst>
          <pc:docMk/>
          <pc:sldMk cId="3919311891" sldId="312"/>
        </pc:sldMkLst>
        <pc:spChg chg="mod">
          <ac:chgData name="MADNEETA SINGH" userId="ba487e41d220043c" providerId="LiveId" clId="{DE2D5D9D-8A41-4258-B1F1-14A1E37499BE}" dt="2022-12-26T10:59:06.335" v="342" actId="255"/>
          <ac:spMkLst>
            <pc:docMk/>
            <pc:sldMk cId="3919311891" sldId="312"/>
            <ac:spMk id="3" creationId="{00000000-0000-0000-0000-000000000000}"/>
          </ac:spMkLst>
        </pc:spChg>
        <pc:spChg chg="mod">
          <ac:chgData name="MADNEETA SINGH" userId="ba487e41d220043c" providerId="LiveId" clId="{DE2D5D9D-8A41-4258-B1F1-14A1E37499BE}" dt="2022-12-26T10:58:55.644" v="341" actId="113"/>
          <ac:spMkLst>
            <pc:docMk/>
            <pc:sldMk cId="3919311891" sldId="312"/>
            <ac:spMk id="7" creationId="{00000000-0000-0000-0000-000000000000}"/>
          </ac:spMkLst>
        </pc:spChg>
      </pc:sldChg>
      <pc:sldChg chg="modSp mod">
        <pc:chgData name="MADNEETA SINGH" userId="ba487e41d220043c" providerId="LiveId" clId="{DE2D5D9D-8A41-4258-B1F1-14A1E37499BE}" dt="2022-12-26T11:01:47.895" v="391" actId="2711"/>
        <pc:sldMkLst>
          <pc:docMk/>
          <pc:sldMk cId="3919311891" sldId="313"/>
        </pc:sldMkLst>
        <pc:spChg chg="mod">
          <ac:chgData name="MADNEETA SINGH" userId="ba487e41d220043c" providerId="LiveId" clId="{DE2D5D9D-8A41-4258-B1F1-14A1E37499BE}" dt="2022-12-26T11:01:47.895" v="391" actId="2711"/>
          <ac:spMkLst>
            <pc:docMk/>
            <pc:sldMk cId="3919311891" sldId="313"/>
            <ac:spMk id="7" creationId="{00000000-0000-0000-0000-000000000000}"/>
          </ac:spMkLst>
        </pc:spChg>
      </pc:sldChg>
      <pc:sldChg chg="modSp mod">
        <pc:chgData name="MADNEETA SINGH" userId="ba487e41d220043c" providerId="LiveId" clId="{DE2D5D9D-8A41-4258-B1F1-14A1E37499BE}" dt="2022-12-26T11:02:17.141" v="399" actId="113"/>
        <pc:sldMkLst>
          <pc:docMk/>
          <pc:sldMk cId="3919311891" sldId="314"/>
        </pc:sldMkLst>
        <pc:spChg chg="mod">
          <ac:chgData name="MADNEETA SINGH" userId="ba487e41d220043c" providerId="LiveId" clId="{DE2D5D9D-8A41-4258-B1F1-14A1E37499BE}" dt="2022-12-26T11:02:17.141" v="399" actId="113"/>
          <ac:spMkLst>
            <pc:docMk/>
            <pc:sldMk cId="3919311891" sldId="314"/>
            <ac:spMk id="7" creationId="{00000000-0000-0000-0000-000000000000}"/>
          </ac:spMkLst>
        </pc:spChg>
      </pc:sldChg>
      <pc:sldChg chg="modSp mod">
        <pc:chgData name="MADNEETA SINGH" userId="ba487e41d220043c" providerId="LiveId" clId="{DE2D5D9D-8A41-4258-B1F1-14A1E37499BE}" dt="2022-12-26T11:02:33.064" v="404" actId="1076"/>
        <pc:sldMkLst>
          <pc:docMk/>
          <pc:sldMk cId="3919311891" sldId="315"/>
        </pc:sldMkLst>
        <pc:spChg chg="mod">
          <ac:chgData name="MADNEETA SINGH" userId="ba487e41d220043c" providerId="LiveId" clId="{DE2D5D9D-8A41-4258-B1F1-14A1E37499BE}" dt="2022-12-26T11:02:33.064" v="404" actId="1076"/>
          <ac:spMkLst>
            <pc:docMk/>
            <pc:sldMk cId="3919311891" sldId="315"/>
            <ac:spMk id="7" creationId="{00000000-0000-0000-0000-000000000000}"/>
          </ac:spMkLst>
        </pc:spChg>
      </pc:sldChg>
      <pc:sldChg chg="modSp mod">
        <pc:chgData name="MADNEETA SINGH" userId="ba487e41d220043c" providerId="LiveId" clId="{DE2D5D9D-8A41-4258-B1F1-14A1E37499BE}" dt="2022-12-26T11:02:04.569" v="395" actId="113"/>
        <pc:sldMkLst>
          <pc:docMk/>
          <pc:sldMk cId="3919311891" sldId="316"/>
        </pc:sldMkLst>
        <pc:spChg chg="mod">
          <ac:chgData name="MADNEETA SINGH" userId="ba487e41d220043c" providerId="LiveId" clId="{DE2D5D9D-8A41-4258-B1F1-14A1E37499BE}" dt="2022-12-26T11:02:04.569" v="395" actId="113"/>
          <ac:spMkLst>
            <pc:docMk/>
            <pc:sldMk cId="3919311891" sldId="316"/>
            <ac:spMk id="7" creationId="{00000000-0000-0000-0000-000000000000}"/>
          </ac:spMkLst>
        </pc:spChg>
      </pc:sldChg>
      <pc:sldChg chg="modSp mod">
        <pc:chgData name="MADNEETA SINGH" userId="ba487e41d220043c" providerId="LiveId" clId="{DE2D5D9D-8A41-4258-B1F1-14A1E37499BE}" dt="2022-12-26T11:06:30.145" v="459" actId="255"/>
        <pc:sldMkLst>
          <pc:docMk/>
          <pc:sldMk cId="3919311891" sldId="317"/>
        </pc:sldMkLst>
        <pc:spChg chg="mod">
          <ac:chgData name="MADNEETA SINGH" userId="ba487e41d220043c" providerId="LiveId" clId="{DE2D5D9D-8A41-4258-B1F1-14A1E37499BE}" dt="2022-12-26T11:06:30.145" v="459" actId="255"/>
          <ac:spMkLst>
            <pc:docMk/>
            <pc:sldMk cId="3919311891" sldId="317"/>
            <ac:spMk id="3" creationId="{00000000-0000-0000-0000-000000000000}"/>
          </ac:spMkLst>
        </pc:spChg>
        <pc:spChg chg="mod">
          <ac:chgData name="MADNEETA SINGH" userId="ba487e41d220043c" providerId="LiveId" clId="{DE2D5D9D-8A41-4258-B1F1-14A1E37499BE}" dt="2022-12-26T11:05:33.080" v="445" actId="2711"/>
          <ac:spMkLst>
            <pc:docMk/>
            <pc:sldMk cId="3919311891" sldId="317"/>
            <ac:spMk id="7" creationId="{00000000-0000-0000-0000-000000000000}"/>
          </ac:spMkLst>
        </pc:spChg>
      </pc:sldChg>
      <pc:sldChg chg="modSp mod">
        <pc:chgData name="MADNEETA SINGH" userId="ba487e41d220043c" providerId="LiveId" clId="{DE2D5D9D-8A41-4258-B1F1-14A1E37499BE}" dt="2022-12-26T11:14:04.609" v="480" actId="113"/>
        <pc:sldMkLst>
          <pc:docMk/>
          <pc:sldMk cId="3919311891" sldId="318"/>
        </pc:sldMkLst>
        <pc:spChg chg="mod">
          <ac:chgData name="MADNEETA SINGH" userId="ba487e41d220043c" providerId="LiveId" clId="{DE2D5D9D-8A41-4258-B1F1-14A1E37499BE}" dt="2022-12-24T10:20:25.989" v="121" actId="2711"/>
          <ac:spMkLst>
            <pc:docMk/>
            <pc:sldMk cId="3919311891" sldId="318"/>
            <ac:spMk id="2" creationId="{00000000-0000-0000-0000-000000000000}"/>
          </ac:spMkLst>
        </pc:spChg>
        <pc:spChg chg="mod">
          <ac:chgData name="MADNEETA SINGH" userId="ba487e41d220043c" providerId="LiveId" clId="{DE2D5D9D-8A41-4258-B1F1-14A1E37499BE}" dt="2022-12-24T10:20:25.989" v="121" actId="2711"/>
          <ac:spMkLst>
            <pc:docMk/>
            <pc:sldMk cId="3919311891" sldId="318"/>
            <ac:spMk id="3" creationId="{00000000-0000-0000-0000-000000000000}"/>
          </ac:spMkLst>
        </pc:spChg>
        <pc:spChg chg="mod">
          <ac:chgData name="MADNEETA SINGH" userId="ba487e41d220043c" providerId="LiveId" clId="{DE2D5D9D-8A41-4258-B1F1-14A1E37499BE}" dt="2022-12-24T10:20:25.989" v="121" actId="2711"/>
          <ac:spMkLst>
            <pc:docMk/>
            <pc:sldMk cId="3919311891" sldId="318"/>
            <ac:spMk id="6" creationId="{00000000-0000-0000-0000-000000000000}"/>
          </ac:spMkLst>
        </pc:spChg>
        <pc:spChg chg="mod">
          <ac:chgData name="MADNEETA SINGH" userId="ba487e41d220043c" providerId="LiveId" clId="{DE2D5D9D-8A41-4258-B1F1-14A1E37499BE}" dt="2022-12-26T11:14:04.609" v="480" actId="113"/>
          <ac:spMkLst>
            <pc:docMk/>
            <pc:sldMk cId="3919311891" sldId="318"/>
            <ac:spMk id="7" creationId="{00000000-0000-0000-0000-000000000000}"/>
          </ac:spMkLst>
        </pc:spChg>
        <pc:spChg chg="mod">
          <ac:chgData name="MADNEETA SINGH" userId="ba487e41d220043c" providerId="LiveId" clId="{DE2D5D9D-8A41-4258-B1F1-14A1E37499BE}" dt="2022-12-24T10:20:25.989" v="121" actId="2711"/>
          <ac:spMkLst>
            <pc:docMk/>
            <pc:sldMk cId="3919311891" sldId="318"/>
            <ac:spMk id="9" creationId="{00000000-0000-0000-0000-000000000000}"/>
          </ac:spMkLst>
        </pc:spChg>
      </pc:sldChg>
      <pc:sldChg chg="modSp mod">
        <pc:chgData name="MADNEETA SINGH" userId="ba487e41d220043c" providerId="LiveId" clId="{DE2D5D9D-8A41-4258-B1F1-14A1E37499BE}" dt="2022-12-26T11:00:27.884" v="364" actId="2711"/>
        <pc:sldMkLst>
          <pc:docMk/>
          <pc:sldMk cId="3919311891" sldId="319"/>
        </pc:sldMkLst>
        <pc:spChg chg="mod">
          <ac:chgData name="MADNEETA SINGH" userId="ba487e41d220043c" providerId="LiveId" clId="{DE2D5D9D-8A41-4258-B1F1-14A1E37499BE}" dt="2022-12-26T11:00:27.884" v="364" actId="2711"/>
          <ac:spMkLst>
            <pc:docMk/>
            <pc:sldMk cId="3919311891" sldId="319"/>
            <ac:spMk id="7" creationId="{00000000-0000-0000-0000-000000000000}"/>
          </ac:spMkLst>
        </pc:spChg>
      </pc:sldChg>
      <pc:sldChg chg="modSp mod">
        <pc:chgData name="MADNEETA SINGH" userId="ba487e41d220043c" providerId="LiveId" clId="{DE2D5D9D-8A41-4258-B1F1-14A1E37499BE}" dt="2022-12-26T11:00:16.887" v="360" actId="20577"/>
        <pc:sldMkLst>
          <pc:docMk/>
          <pc:sldMk cId="3919311891" sldId="321"/>
        </pc:sldMkLst>
        <pc:spChg chg="mod">
          <ac:chgData name="MADNEETA SINGH" userId="ba487e41d220043c" providerId="LiveId" clId="{DE2D5D9D-8A41-4258-B1F1-14A1E37499BE}" dt="2022-12-26T11:00:16.887" v="360" actId="20577"/>
          <ac:spMkLst>
            <pc:docMk/>
            <pc:sldMk cId="3919311891" sldId="321"/>
            <ac:spMk id="3" creationId="{00000000-0000-0000-0000-000000000000}"/>
          </ac:spMkLst>
        </pc:spChg>
        <pc:spChg chg="mod">
          <ac:chgData name="MADNEETA SINGH" userId="ba487e41d220043c" providerId="LiveId" clId="{DE2D5D9D-8A41-4258-B1F1-14A1E37499BE}" dt="2022-12-26T10:59:47.654" v="352" actId="2711"/>
          <ac:spMkLst>
            <pc:docMk/>
            <pc:sldMk cId="3919311891" sldId="321"/>
            <ac:spMk id="7" creationId="{00000000-0000-0000-0000-000000000000}"/>
          </ac:spMkLst>
        </pc:spChg>
      </pc:sldChg>
      <pc:sldChg chg="addSp modSp mod">
        <pc:chgData name="MADNEETA SINGH" userId="ba487e41d220043c" providerId="LiveId" clId="{DE2D5D9D-8A41-4258-B1F1-14A1E37499BE}" dt="2022-12-26T11:07:46.601" v="474" actId="255"/>
        <pc:sldMkLst>
          <pc:docMk/>
          <pc:sldMk cId="3919311891" sldId="322"/>
        </pc:sldMkLst>
        <pc:spChg chg="mod">
          <ac:chgData name="MADNEETA SINGH" userId="ba487e41d220043c" providerId="LiveId" clId="{DE2D5D9D-8A41-4258-B1F1-14A1E37499BE}" dt="2022-12-24T10:19:00.415" v="119" actId="2711"/>
          <ac:spMkLst>
            <pc:docMk/>
            <pc:sldMk cId="3919311891" sldId="322"/>
            <ac:spMk id="2" creationId="{00000000-0000-0000-0000-000000000000}"/>
          </ac:spMkLst>
        </pc:spChg>
        <pc:spChg chg="mod">
          <ac:chgData name="MADNEETA SINGH" userId="ba487e41d220043c" providerId="LiveId" clId="{DE2D5D9D-8A41-4258-B1F1-14A1E37499BE}" dt="2022-12-26T11:07:46.601" v="474" actId="255"/>
          <ac:spMkLst>
            <pc:docMk/>
            <pc:sldMk cId="3919311891" sldId="322"/>
            <ac:spMk id="3" creationId="{00000000-0000-0000-0000-000000000000}"/>
          </ac:spMkLst>
        </pc:spChg>
        <pc:spChg chg="add mod">
          <ac:chgData name="MADNEETA SINGH" userId="ba487e41d220043c" providerId="LiveId" clId="{DE2D5D9D-8A41-4258-B1F1-14A1E37499BE}" dt="2022-12-26T11:07:17.278" v="471" actId="1076"/>
          <ac:spMkLst>
            <pc:docMk/>
            <pc:sldMk cId="3919311891" sldId="322"/>
            <ac:spMk id="4" creationId="{745ED382-FAD8-85B7-F4B2-EA29A099A001}"/>
          </ac:spMkLst>
        </pc:spChg>
        <pc:spChg chg="mod">
          <ac:chgData name="MADNEETA SINGH" userId="ba487e41d220043c" providerId="LiveId" clId="{DE2D5D9D-8A41-4258-B1F1-14A1E37499BE}" dt="2022-12-24T10:19:00.415" v="119" actId="2711"/>
          <ac:spMkLst>
            <pc:docMk/>
            <pc:sldMk cId="3919311891" sldId="322"/>
            <ac:spMk id="6" creationId="{00000000-0000-0000-0000-000000000000}"/>
          </ac:spMkLst>
        </pc:spChg>
        <pc:spChg chg="mod">
          <ac:chgData name="MADNEETA SINGH" userId="ba487e41d220043c" providerId="LiveId" clId="{DE2D5D9D-8A41-4258-B1F1-14A1E37499BE}" dt="2022-12-26T11:07:11.895" v="469" actId="1076"/>
          <ac:spMkLst>
            <pc:docMk/>
            <pc:sldMk cId="3919311891" sldId="322"/>
            <ac:spMk id="7" creationId="{00000000-0000-0000-0000-000000000000}"/>
          </ac:spMkLst>
        </pc:spChg>
        <pc:spChg chg="mod">
          <ac:chgData name="MADNEETA SINGH" userId="ba487e41d220043c" providerId="LiveId" clId="{DE2D5D9D-8A41-4258-B1F1-14A1E37499BE}" dt="2022-12-24T10:19:00.415" v="119" actId="2711"/>
          <ac:spMkLst>
            <pc:docMk/>
            <pc:sldMk cId="3919311891" sldId="322"/>
            <ac:spMk id="9" creationId="{00000000-0000-0000-0000-000000000000}"/>
          </ac:spMkLst>
        </pc:spChg>
      </pc:sldChg>
      <pc:sldChg chg="addSp modSp mod">
        <pc:chgData name="MADNEETA SINGH" userId="ba487e41d220043c" providerId="LiveId" clId="{DE2D5D9D-8A41-4258-B1F1-14A1E37499BE}" dt="2022-12-26T11:07:32.239" v="473" actId="255"/>
        <pc:sldMkLst>
          <pc:docMk/>
          <pc:sldMk cId="3919311891" sldId="323"/>
        </pc:sldMkLst>
        <pc:spChg chg="mod">
          <ac:chgData name="MADNEETA SINGH" userId="ba487e41d220043c" providerId="LiveId" clId="{DE2D5D9D-8A41-4258-B1F1-14A1E37499BE}" dt="2022-12-24T10:18:39.606" v="118" actId="2711"/>
          <ac:spMkLst>
            <pc:docMk/>
            <pc:sldMk cId="3919311891" sldId="323"/>
            <ac:spMk id="2" creationId="{00000000-0000-0000-0000-000000000000}"/>
          </ac:spMkLst>
        </pc:spChg>
        <pc:spChg chg="mod">
          <ac:chgData name="MADNEETA SINGH" userId="ba487e41d220043c" providerId="LiveId" clId="{DE2D5D9D-8A41-4258-B1F1-14A1E37499BE}" dt="2022-12-26T11:07:32.239" v="473" actId="255"/>
          <ac:spMkLst>
            <pc:docMk/>
            <pc:sldMk cId="3919311891" sldId="323"/>
            <ac:spMk id="3" creationId="{00000000-0000-0000-0000-000000000000}"/>
          </ac:spMkLst>
        </pc:spChg>
        <pc:spChg chg="add mod">
          <ac:chgData name="MADNEETA SINGH" userId="ba487e41d220043c" providerId="LiveId" clId="{DE2D5D9D-8A41-4258-B1F1-14A1E37499BE}" dt="2022-12-26T11:07:07.969" v="468" actId="1076"/>
          <ac:spMkLst>
            <pc:docMk/>
            <pc:sldMk cId="3919311891" sldId="323"/>
            <ac:spMk id="4" creationId="{AA2EDA74-5973-39AB-96ED-05A4C2F30A53}"/>
          </ac:spMkLst>
        </pc:spChg>
        <pc:spChg chg="mod">
          <ac:chgData name="MADNEETA SINGH" userId="ba487e41d220043c" providerId="LiveId" clId="{DE2D5D9D-8A41-4258-B1F1-14A1E37499BE}" dt="2022-12-24T10:18:39.606" v="118" actId="2711"/>
          <ac:spMkLst>
            <pc:docMk/>
            <pc:sldMk cId="3919311891" sldId="323"/>
            <ac:spMk id="6" creationId="{00000000-0000-0000-0000-000000000000}"/>
          </ac:spMkLst>
        </pc:spChg>
        <pc:spChg chg="mod">
          <ac:chgData name="MADNEETA SINGH" userId="ba487e41d220043c" providerId="LiveId" clId="{DE2D5D9D-8A41-4258-B1F1-14A1E37499BE}" dt="2022-12-24T10:18:39.606" v="118" actId="2711"/>
          <ac:spMkLst>
            <pc:docMk/>
            <pc:sldMk cId="3919311891" sldId="323"/>
            <ac:spMk id="7" creationId="{00000000-0000-0000-0000-000000000000}"/>
          </ac:spMkLst>
        </pc:spChg>
        <pc:spChg chg="mod">
          <ac:chgData name="MADNEETA SINGH" userId="ba487e41d220043c" providerId="LiveId" clId="{DE2D5D9D-8A41-4258-B1F1-14A1E37499BE}" dt="2022-12-24T10:18:39.606" v="118" actId="2711"/>
          <ac:spMkLst>
            <pc:docMk/>
            <pc:sldMk cId="3919311891" sldId="323"/>
            <ac:spMk id="9" creationId="{00000000-0000-0000-0000-000000000000}"/>
          </ac:spMkLst>
        </pc:spChg>
      </pc:sldChg>
      <pc:sldChg chg="modSp mod">
        <pc:chgData name="MADNEETA SINGH" userId="ba487e41d220043c" providerId="LiveId" clId="{DE2D5D9D-8A41-4258-B1F1-14A1E37499BE}" dt="2022-12-26T11:06:55.576" v="465" actId="1076"/>
        <pc:sldMkLst>
          <pc:docMk/>
          <pc:sldMk cId="3919311891" sldId="324"/>
        </pc:sldMkLst>
        <pc:spChg chg="mod">
          <ac:chgData name="MADNEETA SINGH" userId="ba487e41d220043c" providerId="LiveId" clId="{DE2D5D9D-8A41-4258-B1F1-14A1E37499BE}" dt="2022-12-21T10:39:21.935" v="101" actId="5793"/>
          <ac:spMkLst>
            <pc:docMk/>
            <pc:sldMk cId="3919311891" sldId="324"/>
            <ac:spMk id="3" creationId="{00000000-0000-0000-0000-000000000000}"/>
          </ac:spMkLst>
        </pc:spChg>
        <pc:spChg chg="mod">
          <ac:chgData name="MADNEETA SINGH" userId="ba487e41d220043c" providerId="LiveId" clId="{DE2D5D9D-8A41-4258-B1F1-14A1E37499BE}" dt="2022-12-26T11:06:55.576" v="465" actId="1076"/>
          <ac:spMkLst>
            <pc:docMk/>
            <pc:sldMk cId="3919311891" sldId="324"/>
            <ac:spMk id="7" creationId="{00000000-0000-0000-0000-000000000000}"/>
          </ac:spMkLst>
        </pc:spChg>
      </pc:sldChg>
      <pc:sldChg chg="addSp modSp mod">
        <pc:chgData name="MADNEETA SINGH" userId="ba487e41d220043c" providerId="LiveId" clId="{DE2D5D9D-8A41-4258-B1F1-14A1E37499BE}" dt="2022-12-26T11:13:13.106" v="478" actId="255"/>
        <pc:sldMkLst>
          <pc:docMk/>
          <pc:sldMk cId="3919311891" sldId="325"/>
        </pc:sldMkLst>
        <pc:spChg chg="mod">
          <ac:chgData name="MADNEETA SINGH" userId="ba487e41d220043c" providerId="LiveId" clId="{DE2D5D9D-8A41-4258-B1F1-14A1E37499BE}" dt="2022-12-24T10:19:39.916" v="120" actId="2711"/>
          <ac:spMkLst>
            <pc:docMk/>
            <pc:sldMk cId="3919311891" sldId="325"/>
            <ac:spMk id="2" creationId="{00000000-0000-0000-0000-000000000000}"/>
          </ac:spMkLst>
        </pc:spChg>
        <pc:spChg chg="mod">
          <ac:chgData name="MADNEETA SINGH" userId="ba487e41d220043c" providerId="LiveId" clId="{DE2D5D9D-8A41-4258-B1F1-14A1E37499BE}" dt="2022-12-26T11:13:13.106" v="478" actId="255"/>
          <ac:spMkLst>
            <pc:docMk/>
            <pc:sldMk cId="3919311891" sldId="325"/>
            <ac:spMk id="3" creationId="{00000000-0000-0000-0000-000000000000}"/>
          </ac:spMkLst>
        </pc:spChg>
        <pc:spChg chg="add mod">
          <ac:chgData name="MADNEETA SINGH" userId="ba487e41d220043c" providerId="LiveId" clId="{DE2D5D9D-8A41-4258-B1F1-14A1E37499BE}" dt="2022-12-26T11:08:43.295" v="477" actId="1076"/>
          <ac:spMkLst>
            <pc:docMk/>
            <pc:sldMk cId="3919311891" sldId="325"/>
            <ac:spMk id="4" creationId="{5E2A7C5C-67C8-035F-DC13-7A654865FF87}"/>
          </ac:spMkLst>
        </pc:spChg>
        <pc:spChg chg="mod">
          <ac:chgData name="MADNEETA SINGH" userId="ba487e41d220043c" providerId="LiveId" clId="{DE2D5D9D-8A41-4258-B1F1-14A1E37499BE}" dt="2022-12-24T10:19:39.916" v="120" actId="2711"/>
          <ac:spMkLst>
            <pc:docMk/>
            <pc:sldMk cId="3919311891" sldId="325"/>
            <ac:spMk id="6" creationId="{00000000-0000-0000-0000-000000000000}"/>
          </ac:spMkLst>
        </pc:spChg>
        <pc:spChg chg="mod">
          <ac:chgData name="MADNEETA SINGH" userId="ba487e41d220043c" providerId="LiveId" clId="{DE2D5D9D-8A41-4258-B1F1-14A1E37499BE}" dt="2022-12-24T10:19:39.916" v="120" actId="2711"/>
          <ac:spMkLst>
            <pc:docMk/>
            <pc:sldMk cId="3919311891" sldId="325"/>
            <ac:spMk id="7" creationId="{00000000-0000-0000-0000-000000000000}"/>
          </ac:spMkLst>
        </pc:spChg>
        <pc:spChg chg="mod">
          <ac:chgData name="MADNEETA SINGH" userId="ba487e41d220043c" providerId="LiveId" clId="{DE2D5D9D-8A41-4258-B1F1-14A1E37499BE}" dt="2022-12-24T10:19:39.916" v="120" actId="2711"/>
          <ac:spMkLst>
            <pc:docMk/>
            <pc:sldMk cId="3919311891" sldId="325"/>
            <ac:spMk id="9" creationId="{00000000-0000-0000-0000-000000000000}"/>
          </ac:spMkLst>
        </pc:spChg>
      </pc:sldChg>
      <pc:sldChg chg="addSp modSp mod">
        <pc:chgData name="MADNEETA SINGH" userId="ba487e41d220043c" providerId="LiveId" clId="{DE2D5D9D-8A41-4258-B1F1-14A1E37499BE}" dt="2022-12-26T11:14:28.355" v="485" actId="1076"/>
        <pc:sldMkLst>
          <pc:docMk/>
          <pc:sldMk cId="3919311891" sldId="326"/>
        </pc:sldMkLst>
        <pc:spChg chg="mod">
          <ac:chgData name="MADNEETA SINGH" userId="ba487e41d220043c" providerId="LiveId" clId="{DE2D5D9D-8A41-4258-B1F1-14A1E37499BE}" dt="2022-12-24T10:20:40.285" v="123" actId="2711"/>
          <ac:spMkLst>
            <pc:docMk/>
            <pc:sldMk cId="3919311891" sldId="326"/>
            <ac:spMk id="2" creationId="{00000000-0000-0000-0000-000000000000}"/>
          </ac:spMkLst>
        </pc:spChg>
        <pc:spChg chg="mod">
          <ac:chgData name="MADNEETA SINGH" userId="ba487e41d220043c" providerId="LiveId" clId="{DE2D5D9D-8A41-4258-B1F1-14A1E37499BE}" dt="2022-12-24T10:20:40.285" v="123" actId="2711"/>
          <ac:spMkLst>
            <pc:docMk/>
            <pc:sldMk cId="3919311891" sldId="326"/>
            <ac:spMk id="3" creationId="{00000000-0000-0000-0000-000000000000}"/>
          </ac:spMkLst>
        </pc:spChg>
        <pc:spChg chg="add mod">
          <ac:chgData name="MADNEETA SINGH" userId="ba487e41d220043c" providerId="LiveId" clId="{DE2D5D9D-8A41-4258-B1F1-14A1E37499BE}" dt="2022-12-26T11:14:28.355" v="485" actId="1076"/>
          <ac:spMkLst>
            <pc:docMk/>
            <pc:sldMk cId="3919311891" sldId="326"/>
            <ac:spMk id="4" creationId="{02EEFC0F-A149-76F8-5F8F-A16FB4BE507A}"/>
          </ac:spMkLst>
        </pc:spChg>
        <pc:spChg chg="mod">
          <ac:chgData name="MADNEETA SINGH" userId="ba487e41d220043c" providerId="LiveId" clId="{DE2D5D9D-8A41-4258-B1F1-14A1E37499BE}" dt="2022-12-24T10:20:40.285" v="123" actId="2711"/>
          <ac:spMkLst>
            <pc:docMk/>
            <pc:sldMk cId="3919311891" sldId="326"/>
            <ac:spMk id="6" creationId="{00000000-0000-0000-0000-000000000000}"/>
          </ac:spMkLst>
        </pc:spChg>
        <pc:spChg chg="mod">
          <ac:chgData name="MADNEETA SINGH" userId="ba487e41d220043c" providerId="LiveId" clId="{DE2D5D9D-8A41-4258-B1F1-14A1E37499BE}" dt="2022-12-24T10:20:40.285" v="123" actId="2711"/>
          <ac:spMkLst>
            <pc:docMk/>
            <pc:sldMk cId="3919311891" sldId="326"/>
            <ac:spMk id="7" creationId="{00000000-0000-0000-0000-000000000000}"/>
          </ac:spMkLst>
        </pc:spChg>
        <pc:spChg chg="mod">
          <ac:chgData name="MADNEETA SINGH" userId="ba487e41d220043c" providerId="LiveId" clId="{DE2D5D9D-8A41-4258-B1F1-14A1E37499BE}" dt="2022-12-24T10:20:40.285" v="123" actId="2711"/>
          <ac:spMkLst>
            <pc:docMk/>
            <pc:sldMk cId="3919311891" sldId="326"/>
            <ac:spMk id="9" creationId="{00000000-0000-0000-0000-000000000000}"/>
          </ac:spMkLst>
        </pc:spChg>
      </pc:sldChg>
      <pc:sldChg chg="modSp mod">
        <pc:chgData name="MADNEETA SINGH" userId="ba487e41d220043c" providerId="LiveId" clId="{DE2D5D9D-8A41-4258-B1F1-14A1E37499BE}" dt="2022-12-26T11:14:13.783" v="483" actId="113"/>
        <pc:sldMkLst>
          <pc:docMk/>
          <pc:sldMk cId="3919311891" sldId="327"/>
        </pc:sldMkLst>
        <pc:spChg chg="mod">
          <ac:chgData name="MADNEETA SINGH" userId="ba487e41d220043c" providerId="LiveId" clId="{DE2D5D9D-8A41-4258-B1F1-14A1E37499BE}" dt="2022-12-24T10:20:33.066" v="122" actId="2711"/>
          <ac:spMkLst>
            <pc:docMk/>
            <pc:sldMk cId="3919311891" sldId="327"/>
            <ac:spMk id="2" creationId="{00000000-0000-0000-0000-000000000000}"/>
          </ac:spMkLst>
        </pc:spChg>
        <pc:spChg chg="mod">
          <ac:chgData name="MADNEETA SINGH" userId="ba487e41d220043c" providerId="LiveId" clId="{DE2D5D9D-8A41-4258-B1F1-14A1E37499BE}" dt="2022-12-24T10:20:33.066" v="122" actId="2711"/>
          <ac:spMkLst>
            <pc:docMk/>
            <pc:sldMk cId="3919311891" sldId="327"/>
            <ac:spMk id="3" creationId="{00000000-0000-0000-0000-000000000000}"/>
          </ac:spMkLst>
        </pc:spChg>
        <pc:spChg chg="mod">
          <ac:chgData name="MADNEETA SINGH" userId="ba487e41d220043c" providerId="LiveId" clId="{DE2D5D9D-8A41-4258-B1F1-14A1E37499BE}" dt="2022-12-24T10:20:33.066" v="122" actId="2711"/>
          <ac:spMkLst>
            <pc:docMk/>
            <pc:sldMk cId="3919311891" sldId="327"/>
            <ac:spMk id="6" creationId="{00000000-0000-0000-0000-000000000000}"/>
          </ac:spMkLst>
        </pc:spChg>
        <pc:spChg chg="mod">
          <ac:chgData name="MADNEETA SINGH" userId="ba487e41d220043c" providerId="LiveId" clId="{DE2D5D9D-8A41-4258-B1F1-14A1E37499BE}" dt="2022-12-26T11:14:13.783" v="483" actId="113"/>
          <ac:spMkLst>
            <pc:docMk/>
            <pc:sldMk cId="3919311891" sldId="327"/>
            <ac:spMk id="7" creationId="{00000000-0000-0000-0000-000000000000}"/>
          </ac:spMkLst>
        </pc:spChg>
        <pc:spChg chg="mod">
          <ac:chgData name="MADNEETA SINGH" userId="ba487e41d220043c" providerId="LiveId" clId="{DE2D5D9D-8A41-4258-B1F1-14A1E37499BE}" dt="2022-12-24T10:20:33.066" v="122" actId="2711"/>
          <ac:spMkLst>
            <pc:docMk/>
            <pc:sldMk cId="3919311891" sldId="327"/>
            <ac:spMk id="9" creationId="{00000000-0000-0000-0000-000000000000}"/>
          </ac:spMkLst>
        </pc:spChg>
      </pc:sldChg>
      <pc:sldChg chg="modSp mod">
        <pc:chgData name="MADNEETA SINGH" userId="ba487e41d220043c" providerId="LiveId" clId="{DE2D5D9D-8A41-4258-B1F1-14A1E37499BE}" dt="2022-12-26T10:56:35.396" v="301" actId="20577"/>
        <pc:sldMkLst>
          <pc:docMk/>
          <pc:sldMk cId="3919311891" sldId="329"/>
        </pc:sldMkLst>
        <pc:spChg chg="mod">
          <ac:chgData name="MADNEETA SINGH" userId="ba487e41d220043c" providerId="LiveId" clId="{DE2D5D9D-8A41-4258-B1F1-14A1E37499BE}" dt="2022-12-26T10:56:35.396" v="301" actId="20577"/>
          <ac:spMkLst>
            <pc:docMk/>
            <pc:sldMk cId="3919311891" sldId="329"/>
            <ac:spMk id="7" creationId="{00000000-0000-0000-0000-000000000000}"/>
          </ac:spMkLst>
        </pc:spChg>
      </pc:sldChg>
      <pc:sldChg chg="modSp mod">
        <pc:chgData name="MADNEETA SINGH" userId="ba487e41d220043c" providerId="LiveId" clId="{DE2D5D9D-8A41-4258-B1F1-14A1E37499BE}" dt="2022-12-26T10:55:45.195" v="283" actId="1076"/>
        <pc:sldMkLst>
          <pc:docMk/>
          <pc:sldMk cId="3919311891" sldId="331"/>
        </pc:sldMkLst>
        <pc:spChg chg="mod">
          <ac:chgData name="MADNEETA SINGH" userId="ba487e41d220043c" providerId="LiveId" clId="{DE2D5D9D-8A41-4258-B1F1-14A1E37499BE}" dt="2022-12-26T10:55:45.195" v="283" actId="1076"/>
          <ac:spMkLst>
            <pc:docMk/>
            <pc:sldMk cId="3919311891" sldId="331"/>
            <ac:spMk id="7" creationId="{00000000-0000-0000-0000-000000000000}"/>
          </ac:spMkLst>
        </pc:spChg>
      </pc:sldChg>
      <pc:sldChg chg="modSp mod">
        <pc:chgData name="MADNEETA SINGH" userId="ba487e41d220043c" providerId="LiveId" clId="{DE2D5D9D-8A41-4258-B1F1-14A1E37499BE}" dt="2022-12-26T10:56:15.540" v="295" actId="1076"/>
        <pc:sldMkLst>
          <pc:docMk/>
          <pc:sldMk cId="3919311891" sldId="332"/>
        </pc:sldMkLst>
        <pc:spChg chg="mod">
          <ac:chgData name="MADNEETA SINGH" userId="ba487e41d220043c" providerId="LiveId" clId="{DE2D5D9D-8A41-4258-B1F1-14A1E37499BE}" dt="2022-12-26T10:56:15.540" v="295" actId="1076"/>
          <ac:spMkLst>
            <pc:docMk/>
            <pc:sldMk cId="3919311891" sldId="332"/>
            <ac:spMk id="7" creationId="{00000000-0000-0000-0000-000000000000}"/>
          </ac:spMkLst>
        </pc:spChg>
      </pc:sldChg>
      <pc:sldChg chg="modSp mod">
        <pc:chgData name="MADNEETA SINGH" userId="ba487e41d220043c" providerId="LiveId" clId="{DE2D5D9D-8A41-4258-B1F1-14A1E37499BE}" dt="2022-12-26T10:50:36.262" v="223" actId="255"/>
        <pc:sldMkLst>
          <pc:docMk/>
          <pc:sldMk cId="3919311891" sldId="334"/>
        </pc:sldMkLst>
        <pc:spChg chg="mod">
          <ac:chgData name="MADNEETA SINGH" userId="ba487e41d220043c" providerId="LiveId" clId="{DE2D5D9D-8A41-4258-B1F1-14A1E37499BE}" dt="2022-12-26T10:49:52.972" v="216" actId="113"/>
          <ac:spMkLst>
            <pc:docMk/>
            <pc:sldMk cId="3919311891" sldId="334"/>
            <ac:spMk id="7" creationId="{00000000-0000-0000-0000-000000000000}"/>
          </ac:spMkLst>
        </pc:spChg>
        <pc:spChg chg="mod">
          <ac:chgData name="MADNEETA SINGH" userId="ba487e41d220043c" providerId="LiveId" clId="{DE2D5D9D-8A41-4258-B1F1-14A1E37499BE}" dt="2022-12-26T10:50:36.262" v="223" actId="255"/>
          <ac:spMkLst>
            <pc:docMk/>
            <pc:sldMk cId="3919311891" sldId="334"/>
            <ac:spMk id="10" creationId="{00000000-0000-0000-0000-000000000000}"/>
          </ac:spMkLst>
        </pc:spChg>
      </pc:sldChg>
      <pc:sldChg chg="modSp mod">
        <pc:chgData name="MADNEETA SINGH" userId="ba487e41d220043c" providerId="LiveId" clId="{DE2D5D9D-8A41-4258-B1F1-14A1E37499BE}" dt="2022-12-26T10:50:54.931" v="224" actId="255"/>
        <pc:sldMkLst>
          <pc:docMk/>
          <pc:sldMk cId="3919311891" sldId="336"/>
        </pc:sldMkLst>
        <pc:spChg chg="mod">
          <ac:chgData name="MADNEETA SINGH" userId="ba487e41d220043c" providerId="LiveId" clId="{DE2D5D9D-8A41-4258-B1F1-14A1E37499BE}" dt="2022-12-26T10:50:21.771" v="222" actId="113"/>
          <ac:spMkLst>
            <pc:docMk/>
            <pc:sldMk cId="3919311891" sldId="336"/>
            <ac:spMk id="7" creationId="{00000000-0000-0000-0000-000000000000}"/>
          </ac:spMkLst>
        </pc:spChg>
        <pc:spChg chg="mod">
          <ac:chgData name="MADNEETA SINGH" userId="ba487e41d220043c" providerId="LiveId" clId="{DE2D5D9D-8A41-4258-B1F1-14A1E37499BE}" dt="2022-12-26T10:50:54.931" v="224" actId="255"/>
          <ac:spMkLst>
            <pc:docMk/>
            <pc:sldMk cId="3919311891" sldId="336"/>
            <ac:spMk id="10" creationId="{00000000-0000-0000-0000-000000000000}"/>
          </ac:spMkLst>
        </pc:spChg>
      </pc:sldChg>
      <pc:sldChg chg="modSp mod">
        <pc:chgData name="MADNEETA SINGH" userId="ba487e41d220043c" providerId="LiveId" clId="{DE2D5D9D-8A41-4258-B1F1-14A1E37499BE}" dt="2022-12-26T10:57:25.958" v="315" actId="255"/>
        <pc:sldMkLst>
          <pc:docMk/>
          <pc:sldMk cId="3919311891" sldId="338"/>
        </pc:sldMkLst>
        <pc:spChg chg="mod">
          <ac:chgData name="MADNEETA SINGH" userId="ba487e41d220043c" providerId="LiveId" clId="{DE2D5D9D-8A41-4258-B1F1-14A1E37499BE}" dt="2022-12-26T10:57:14.634" v="314" actId="1076"/>
          <ac:spMkLst>
            <pc:docMk/>
            <pc:sldMk cId="3919311891" sldId="338"/>
            <ac:spMk id="7" creationId="{00000000-0000-0000-0000-000000000000}"/>
          </ac:spMkLst>
        </pc:spChg>
        <pc:spChg chg="mod">
          <ac:chgData name="MADNEETA SINGH" userId="ba487e41d220043c" providerId="LiveId" clId="{DE2D5D9D-8A41-4258-B1F1-14A1E37499BE}" dt="2022-12-26T10:57:25.958" v="315" actId="255"/>
          <ac:spMkLst>
            <pc:docMk/>
            <pc:sldMk cId="3919311891" sldId="338"/>
            <ac:spMk id="10" creationId="{00000000-0000-0000-0000-000000000000}"/>
          </ac:spMkLst>
        </pc:spChg>
      </pc:sldChg>
      <pc:sldChg chg="modSp mod">
        <pc:chgData name="MADNEETA SINGH" userId="ba487e41d220043c" providerId="LiveId" clId="{DE2D5D9D-8A41-4258-B1F1-14A1E37499BE}" dt="2022-12-26T10:57:56.922" v="324" actId="20577"/>
        <pc:sldMkLst>
          <pc:docMk/>
          <pc:sldMk cId="3919311891" sldId="340"/>
        </pc:sldMkLst>
        <pc:spChg chg="mod">
          <ac:chgData name="MADNEETA SINGH" userId="ba487e41d220043c" providerId="LiveId" clId="{DE2D5D9D-8A41-4258-B1F1-14A1E37499BE}" dt="2022-12-26T10:57:56.922" v="324" actId="20577"/>
          <ac:spMkLst>
            <pc:docMk/>
            <pc:sldMk cId="3919311891" sldId="340"/>
            <ac:spMk id="7" creationId="{00000000-0000-0000-0000-000000000000}"/>
          </ac:spMkLst>
        </pc:spChg>
        <pc:spChg chg="mod">
          <ac:chgData name="MADNEETA SINGH" userId="ba487e41d220043c" providerId="LiveId" clId="{DE2D5D9D-8A41-4258-B1F1-14A1E37499BE}" dt="2022-12-26T10:57:45.664" v="319" actId="255"/>
          <ac:spMkLst>
            <pc:docMk/>
            <pc:sldMk cId="3919311891" sldId="340"/>
            <ac:spMk id="10" creationId="{00000000-0000-0000-0000-000000000000}"/>
          </ac:spMkLst>
        </pc:spChg>
      </pc:sldChg>
      <pc:sldChg chg="modSp mod">
        <pc:chgData name="MADNEETA SINGH" userId="ba487e41d220043c" providerId="LiveId" clId="{DE2D5D9D-8A41-4258-B1F1-14A1E37499BE}" dt="2022-12-26T11:01:02.019" v="373" actId="20577"/>
        <pc:sldMkLst>
          <pc:docMk/>
          <pc:sldMk cId="3919311891" sldId="342"/>
        </pc:sldMkLst>
        <pc:spChg chg="mod">
          <ac:chgData name="MADNEETA SINGH" userId="ba487e41d220043c" providerId="LiveId" clId="{DE2D5D9D-8A41-4258-B1F1-14A1E37499BE}" dt="2022-12-26T11:00:42.064" v="368" actId="113"/>
          <ac:spMkLst>
            <pc:docMk/>
            <pc:sldMk cId="3919311891" sldId="342"/>
            <ac:spMk id="7" creationId="{00000000-0000-0000-0000-000000000000}"/>
          </ac:spMkLst>
        </pc:spChg>
        <pc:spChg chg="mod">
          <ac:chgData name="MADNEETA SINGH" userId="ba487e41d220043c" providerId="LiveId" clId="{DE2D5D9D-8A41-4258-B1F1-14A1E37499BE}" dt="2022-12-26T11:01:02.019" v="373" actId="20577"/>
          <ac:spMkLst>
            <pc:docMk/>
            <pc:sldMk cId="3919311891" sldId="342"/>
            <ac:spMk id="10" creationId="{00000000-0000-0000-0000-000000000000}"/>
          </ac:spMkLst>
        </pc:spChg>
      </pc:sldChg>
      <pc:sldChg chg="modSp mod">
        <pc:chgData name="MADNEETA SINGH" userId="ba487e41d220043c" providerId="LiveId" clId="{DE2D5D9D-8A41-4258-B1F1-14A1E37499BE}" dt="2022-12-26T11:01:37.665" v="387" actId="255"/>
        <pc:sldMkLst>
          <pc:docMk/>
          <pc:sldMk cId="3919311891" sldId="343"/>
        </pc:sldMkLst>
        <pc:spChg chg="mod">
          <ac:chgData name="MADNEETA SINGH" userId="ba487e41d220043c" providerId="LiveId" clId="{DE2D5D9D-8A41-4258-B1F1-14A1E37499BE}" dt="2022-12-26T11:01:26.358" v="385" actId="113"/>
          <ac:spMkLst>
            <pc:docMk/>
            <pc:sldMk cId="3919311891" sldId="343"/>
            <ac:spMk id="7" creationId="{00000000-0000-0000-0000-000000000000}"/>
          </ac:spMkLst>
        </pc:spChg>
        <pc:spChg chg="mod">
          <ac:chgData name="MADNEETA SINGH" userId="ba487e41d220043c" providerId="LiveId" clId="{DE2D5D9D-8A41-4258-B1F1-14A1E37499BE}" dt="2022-12-26T11:01:37.665" v="387" actId="255"/>
          <ac:spMkLst>
            <pc:docMk/>
            <pc:sldMk cId="3919311891" sldId="343"/>
            <ac:spMk id="10" creationId="{00000000-0000-0000-0000-000000000000}"/>
          </ac:spMkLst>
        </pc:spChg>
      </pc:sldChg>
      <pc:sldChg chg="modSp mod">
        <pc:chgData name="MADNEETA SINGH" userId="ba487e41d220043c" providerId="LiveId" clId="{DE2D5D9D-8A41-4258-B1F1-14A1E37499BE}" dt="2022-12-26T11:04:47.461" v="435" actId="113"/>
        <pc:sldMkLst>
          <pc:docMk/>
          <pc:sldMk cId="3919311891" sldId="345"/>
        </pc:sldMkLst>
        <pc:spChg chg="mod">
          <ac:chgData name="MADNEETA SINGH" userId="ba487e41d220043c" providerId="LiveId" clId="{DE2D5D9D-8A41-4258-B1F1-14A1E37499BE}" dt="2022-12-24T10:18:11.386" v="116" actId="2711"/>
          <ac:spMkLst>
            <pc:docMk/>
            <pc:sldMk cId="3919311891" sldId="345"/>
            <ac:spMk id="2" creationId="{00000000-0000-0000-0000-000000000000}"/>
          </ac:spMkLst>
        </pc:spChg>
        <pc:spChg chg="mod">
          <ac:chgData name="MADNEETA SINGH" userId="ba487e41d220043c" providerId="LiveId" clId="{DE2D5D9D-8A41-4258-B1F1-14A1E37499BE}" dt="2022-12-24T10:18:11.386" v="116" actId="2711"/>
          <ac:spMkLst>
            <pc:docMk/>
            <pc:sldMk cId="3919311891" sldId="345"/>
            <ac:spMk id="6" creationId="{00000000-0000-0000-0000-000000000000}"/>
          </ac:spMkLst>
        </pc:spChg>
        <pc:spChg chg="mod">
          <ac:chgData name="MADNEETA SINGH" userId="ba487e41d220043c" providerId="LiveId" clId="{DE2D5D9D-8A41-4258-B1F1-14A1E37499BE}" dt="2022-12-26T11:04:47.461" v="435" actId="113"/>
          <ac:spMkLst>
            <pc:docMk/>
            <pc:sldMk cId="3919311891" sldId="345"/>
            <ac:spMk id="7" creationId="{00000000-0000-0000-0000-000000000000}"/>
          </ac:spMkLst>
        </pc:spChg>
        <pc:spChg chg="mod">
          <ac:chgData name="MADNEETA SINGH" userId="ba487e41d220043c" providerId="LiveId" clId="{DE2D5D9D-8A41-4258-B1F1-14A1E37499BE}" dt="2022-12-24T10:18:11.386" v="116" actId="2711"/>
          <ac:spMkLst>
            <pc:docMk/>
            <pc:sldMk cId="3919311891" sldId="345"/>
            <ac:spMk id="9" creationId="{00000000-0000-0000-0000-000000000000}"/>
          </ac:spMkLst>
        </pc:spChg>
        <pc:spChg chg="mod">
          <ac:chgData name="MADNEETA SINGH" userId="ba487e41d220043c" providerId="LiveId" clId="{DE2D5D9D-8A41-4258-B1F1-14A1E37499BE}" dt="2022-12-26T11:04:27.760" v="427" actId="255"/>
          <ac:spMkLst>
            <pc:docMk/>
            <pc:sldMk cId="3919311891" sldId="345"/>
            <ac:spMk id="10" creationId="{00000000-0000-0000-0000-000000000000}"/>
          </ac:spMkLst>
        </pc:spChg>
      </pc:sldChg>
      <pc:sldChg chg="modSp mod">
        <pc:chgData name="MADNEETA SINGH" userId="ba487e41d220043c" providerId="LiveId" clId="{DE2D5D9D-8A41-4258-B1F1-14A1E37499BE}" dt="2022-12-26T11:05:19.215" v="441" actId="20577"/>
        <pc:sldMkLst>
          <pc:docMk/>
          <pc:sldMk cId="3919311891" sldId="346"/>
        </pc:sldMkLst>
        <pc:spChg chg="mod">
          <ac:chgData name="MADNEETA SINGH" userId="ba487e41d220043c" providerId="LiveId" clId="{DE2D5D9D-8A41-4258-B1F1-14A1E37499BE}" dt="2022-12-24T10:18:19.556" v="117" actId="2711"/>
          <ac:spMkLst>
            <pc:docMk/>
            <pc:sldMk cId="3919311891" sldId="346"/>
            <ac:spMk id="2" creationId="{00000000-0000-0000-0000-000000000000}"/>
          </ac:spMkLst>
        </pc:spChg>
        <pc:spChg chg="mod">
          <ac:chgData name="MADNEETA SINGH" userId="ba487e41d220043c" providerId="LiveId" clId="{DE2D5D9D-8A41-4258-B1F1-14A1E37499BE}" dt="2022-12-24T10:18:19.556" v="117" actId="2711"/>
          <ac:spMkLst>
            <pc:docMk/>
            <pc:sldMk cId="3919311891" sldId="346"/>
            <ac:spMk id="6" creationId="{00000000-0000-0000-0000-000000000000}"/>
          </ac:spMkLst>
        </pc:spChg>
        <pc:spChg chg="mod">
          <ac:chgData name="MADNEETA SINGH" userId="ba487e41d220043c" providerId="LiveId" clId="{DE2D5D9D-8A41-4258-B1F1-14A1E37499BE}" dt="2022-12-26T11:04:58.010" v="438" actId="113"/>
          <ac:spMkLst>
            <pc:docMk/>
            <pc:sldMk cId="3919311891" sldId="346"/>
            <ac:spMk id="7" creationId="{00000000-0000-0000-0000-000000000000}"/>
          </ac:spMkLst>
        </pc:spChg>
        <pc:spChg chg="mod">
          <ac:chgData name="MADNEETA SINGH" userId="ba487e41d220043c" providerId="LiveId" clId="{DE2D5D9D-8A41-4258-B1F1-14A1E37499BE}" dt="2022-12-24T10:18:19.556" v="117" actId="2711"/>
          <ac:spMkLst>
            <pc:docMk/>
            <pc:sldMk cId="3919311891" sldId="346"/>
            <ac:spMk id="9" creationId="{00000000-0000-0000-0000-000000000000}"/>
          </ac:spMkLst>
        </pc:spChg>
        <pc:spChg chg="mod">
          <ac:chgData name="MADNEETA SINGH" userId="ba487e41d220043c" providerId="LiveId" clId="{DE2D5D9D-8A41-4258-B1F1-14A1E37499BE}" dt="2022-12-26T11:05:19.215" v="441" actId="20577"/>
          <ac:spMkLst>
            <pc:docMk/>
            <pc:sldMk cId="3919311891" sldId="346"/>
            <ac:spMk id="10" creationId="{00000000-0000-0000-0000-000000000000}"/>
          </ac:spMkLst>
        </pc:spChg>
      </pc:sldChg>
      <pc:sldChg chg="modSp mod">
        <pc:chgData name="MADNEETA SINGH" userId="ba487e41d220043c" providerId="LiveId" clId="{DE2D5D9D-8A41-4258-B1F1-14A1E37499BE}" dt="2022-12-26T11:03:28.831" v="420" actId="1076"/>
        <pc:sldMkLst>
          <pc:docMk/>
          <pc:sldMk cId="2587570158" sldId="347"/>
        </pc:sldMkLst>
        <pc:spChg chg="mod">
          <ac:chgData name="MADNEETA SINGH" userId="ba487e41d220043c" providerId="LiveId" clId="{DE2D5D9D-8A41-4258-B1F1-14A1E37499BE}" dt="2022-12-26T11:02:53.996" v="413" actId="113"/>
          <ac:spMkLst>
            <pc:docMk/>
            <pc:sldMk cId="2587570158" sldId="347"/>
            <ac:spMk id="7" creationId="{00000000-0000-0000-0000-000000000000}"/>
          </ac:spMkLst>
        </pc:spChg>
        <pc:spChg chg="mod">
          <ac:chgData name="MADNEETA SINGH" userId="ba487e41d220043c" providerId="LiveId" clId="{DE2D5D9D-8A41-4258-B1F1-14A1E37499BE}" dt="2022-12-26T11:03:22.250" v="419" actId="20577"/>
          <ac:spMkLst>
            <pc:docMk/>
            <pc:sldMk cId="2587570158" sldId="347"/>
            <ac:spMk id="8" creationId="{00000000-0000-0000-0000-000000000000}"/>
          </ac:spMkLst>
        </pc:spChg>
        <pc:grpChg chg="mod">
          <ac:chgData name="MADNEETA SINGH" userId="ba487e41d220043c" providerId="LiveId" clId="{DE2D5D9D-8A41-4258-B1F1-14A1E37499BE}" dt="2022-12-26T11:03:28.831" v="420" actId="1076"/>
          <ac:grpSpMkLst>
            <pc:docMk/>
            <pc:sldMk cId="2587570158" sldId="347"/>
            <ac:grpSpMk id="3" creationId="{00000000-0000-0000-0000-000000000000}"/>
          </ac:grpSpMkLst>
        </pc:grpChg>
      </pc:sldChg>
      <pc:sldChg chg="modSp mod">
        <pc:chgData name="MADNEETA SINGH" userId="ba487e41d220043c" providerId="LiveId" clId="{DE2D5D9D-8A41-4258-B1F1-14A1E37499BE}" dt="2022-12-26T11:04:10.038" v="425" actId="1076"/>
        <pc:sldMkLst>
          <pc:docMk/>
          <pc:sldMk cId="0" sldId="348"/>
        </pc:sldMkLst>
        <pc:spChg chg="mod">
          <ac:chgData name="MADNEETA SINGH" userId="ba487e41d220043c" providerId="LiveId" clId="{DE2D5D9D-8A41-4258-B1F1-14A1E37499BE}" dt="2022-12-26T11:04:03.989" v="424" actId="113"/>
          <ac:spMkLst>
            <pc:docMk/>
            <pc:sldMk cId="0" sldId="348"/>
            <ac:spMk id="18" creationId="{00000000-0000-0000-0000-000000000000}"/>
          </ac:spMkLst>
        </pc:spChg>
        <pc:grpChg chg="mod">
          <ac:chgData name="MADNEETA SINGH" userId="ba487e41d220043c" providerId="LiveId" clId="{DE2D5D9D-8A41-4258-B1F1-14A1E37499BE}" dt="2022-12-26T11:04:10.038" v="425" actId="1076"/>
          <ac:grpSpMkLst>
            <pc:docMk/>
            <pc:sldMk cId="0" sldId="348"/>
            <ac:grpSpMk id="4" creationId="{00000000-0000-0000-0000-000000000000}"/>
          </ac:grpSpMkLst>
        </pc:grpChg>
      </pc:sldChg>
      <pc:sldChg chg="modSp mod">
        <pc:chgData name="MADNEETA SINGH" userId="ba487e41d220043c" providerId="LiveId" clId="{DE2D5D9D-8A41-4258-B1F1-14A1E37499BE}" dt="2022-12-26T11:15:01.632" v="491" actId="255"/>
        <pc:sldMkLst>
          <pc:docMk/>
          <pc:sldMk cId="0" sldId="349"/>
        </pc:sldMkLst>
        <pc:spChg chg="mod">
          <ac:chgData name="MADNEETA SINGH" userId="ba487e41d220043c" providerId="LiveId" clId="{DE2D5D9D-8A41-4258-B1F1-14A1E37499BE}" dt="2022-12-26T11:15:01.632" v="491" actId="255"/>
          <ac:spMkLst>
            <pc:docMk/>
            <pc:sldMk cId="0" sldId="349"/>
            <ac:spMk id="2" creationId="{00000000-0000-0000-0000-000000000000}"/>
          </ac:spMkLst>
        </pc:spChg>
        <pc:spChg chg="mod">
          <ac:chgData name="MADNEETA SINGH" userId="ba487e41d220043c" providerId="LiveId" clId="{DE2D5D9D-8A41-4258-B1F1-14A1E37499BE}" dt="2022-12-26T11:14:41.835" v="488" actId="255"/>
          <ac:spMkLst>
            <pc:docMk/>
            <pc:sldMk cId="0" sldId="349"/>
            <ac:spMk id="7" creationId="{00000000-0000-0000-0000-000000000000}"/>
          </ac:spMkLst>
        </pc:spChg>
        <pc:spChg chg="mod">
          <ac:chgData name="MADNEETA SINGH" userId="ba487e41d220043c" providerId="LiveId" clId="{DE2D5D9D-8A41-4258-B1F1-14A1E37499BE}" dt="2022-12-26T11:14:51.587" v="490" actId="113"/>
          <ac:spMkLst>
            <pc:docMk/>
            <pc:sldMk cId="0" sldId="349"/>
            <ac:spMk id="8" creationId="{00000000-0000-0000-0000-000000000000}"/>
          </ac:spMkLst>
        </pc:spChg>
        <pc:spChg chg="mod">
          <ac:chgData name="MADNEETA SINGH" userId="ba487e41d220043c" providerId="LiveId" clId="{DE2D5D9D-8A41-4258-B1F1-14A1E37499BE}" dt="2022-12-24T10:20:47.991" v="124" actId="2711"/>
          <ac:spMkLst>
            <pc:docMk/>
            <pc:sldMk cId="0" sldId="349"/>
            <ac:spMk id="10" creationId="{00000000-0000-0000-0000-000000000000}"/>
          </ac:spMkLst>
        </pc:spChg>
        <pc:spChg chg="mod">
          <ac:chgData name="MADNEETA SINGH" userId="ba487e41d220043c" providerId="LiveId" clId="{DE2D5D9D-8A41-4258-B1F1-14A1E37499BE}" dt="2022-12-24T10:20:47.991" v="124" actId="2711"/>
          <ac:spMkLst>
            <pc:docMk/>
            <pc:sldMk cId="0" sldId="349"/>
            <ac:spMk id="11" creationId="{00000000-0000-0000-0000-000000000000}"/>
          </ac:spMkLst>
        </pc:spChg>
        <pc:spChg chg="mod">
          <ac:chgData name="MADNEETA SINGH" userId="ba487e41d220043c" providerId="LiveId" clId="{DE2D5D9D-8A41-4258-B1F1-14A1E37499BE}" dt="2022-12-24T10:20:47.991" v="124" actId="2711"/>
          <ac:spMkLst>
            <pc:docMk/>
            <pc:sldMk cId="0" sldId="349"/>
            <ac:spMk id="15" creationId="{00000000-0000-0000-0000-000000000000}"/>
          </ac:spMkLst>
        </pc:spChg>
        <pc:grpChg chg="mod">
          <ac:chgData name="MADNEETA SINGH" userId="ba487e41d220043c" providerId="LiveId" clId="{DE2D5D9D-8A41-4258-B1F1-14A1E37499BE}" dt="2022-12-26T11:14:36.886" v="487" actId="1076"/>
          <ac:grpSpMkLst>
            <pc:docMk/>
            <pc:sldMk cId="0" sldId="349"/>
            <ac:grpSpMk id="3" creationId="{00000000-0000-0000-0000-000000000000}"/>
          </ac:grpSpMkLst>
        </pc:grpChg>
      </pc:sldChg>
      <pc:sldChg chg="modSp mod">
        <pc:chgData name="MADNEETA SINGH" userId="ba487e41d220043c" providerId="LiveId" clId="{DE2D5D9D-8A41-4258-B1F1-14A1E37499BE}" dt="2022-12-26T11:15:36.955" v="495" actId="255"/>
        <pc:sldMkLst>
          <pc:docMk/>
          <pc:sldMk cId="0" sldId="350"/>
        </pc:sldMkLst>
        <pc:spChg chg="mod">
          <ac:chgData name="MADNEETA SINGH" userId="ba487e41d220043c" providerId="LiveId" clId="{DE2D5D9D-8A41-4258-B1F1-14A1E37499BE}" dt="2022-12-26T11:15:36.955" v="495" actId="255"/>
          <ac:spMkLst>
            <pc:docMk/>
            <pc:sldMk cId="0" sldId="350"/>
            <ac:spMk id="2" creationId="{00000000-0000-0000-0000-000000000000}"/>
          </ac:spMkLst>
        </pc:spChg>
        <pc:spChg chg="mod">
          <ac:chgData name="MADNEETA SINGH" userId="ba487e41d220043c" providerId="LiveId" clId="{DE2D5D9D-8A41-4258-B1F1-14A1E37499BE}" dt="2022-12-24T10:20:54.975" v="125" actId="2711"/>
          <ac:spMkLst>
            <pc:docMk/>
            <pc:sldMk cId="0" sldId="350"/>
            <ac:spMk id="7" creationId="{00000000-0000-0000-0000-000000000000}"/>
          </ac:spMkLst>
        </pc:spChg>
        <pc:spChg chg="mod">
          <ac:chgData name="MADNEETA SINGH" userId="ba487e41d220043c" providerId="LiveId" clId="{DE2D5D9D-8A41-4258-B1F1-14A1E37499BE}" dt="2022-12-26T11:15:21.768" v="493"/>
          <ac:spMkLst>
            <pc:docMk/>
            <pc:sldMk cId="0" sldId="350"/>
            <ac:spMk id="8" creationId="{00000000-0000-0000-0000-000000000000}"/>
          </ac:spMkLst>
        </pc:spChg>
        <pc:spChg chg="mod">
          <ac:chgData name="MADNEETA SINGH" userId="ba487e41d220043c" providerId="LiveId" clId="{DE2D5D9D-8A41-4258-B1F1-14A1E37499BE}" dt="2022-12-24T10:20:54.975" v="125" actId="2711"/>
          <ac:spMkLst>
            <pc:docMk/>
            <pc:sldMk cId="0" sldId="350"/>
            <ac:spMk id="10" creationId="{00000000-0000-0000-0000-000000000000}"/>
          </ac:spMkLst>
        </pc:spChg>
        <pc:spChg chg="mod">
          <ac:chgData name="MADNEETA SINGH" userId="ba487e41d220043c" providerId="LiveId" clId="{DE2D5D9D-8A41-4258-B1F1-14A1E37499BE}" dt="2022-12-24T10:20:54.975" v="125" actId="2711"/>
          <ac:spMkLst>
            <pc:docMk/>
            <pc:sldMk cId="0" sldId="350"/>
            <ac:spMk id="11" creationId="{00000000-0000-0000-0000-000000000000}"/>
          </ac:spMkLst>
        </pc:spChg>
        <pc:spChg chg="mod">
          <ac:chgData name="MADNEETA SINGH" userId="ba487e41d220043c" providerId="LiveId" clId="{DE2D5D9D-8A41-4258-B1F1-14A1E37499BE}" dt="2022-12-24T10:20:54.975" v="125" actId="2711"/>
          <ac:spMkLst>
            <pc:docMk/>
            <pc:sldMk cId="0" sldId="350"/>
            <ac:spMk id="15" creationId="{00000000-0000-0000-0000-000000000000}"/>
          </ac:spMkLst>
        </pc:spChg>
        <pc:grpChg chg="mod">
          <ac:chgData name="MADNEETA SINGH" userId="ba487e41d220043c" providerId="LiveId" clId="{DE2D5D9D-8A41-4258-B1F1-14A1E37499BE}" dt="2022-12-26T11:15:26.629" v="494" actId="1076"/>
          <ac:grpSpMkLst>
            <pc:docMk/>
            <pc:sldMk cId="0" sldId="350"/>
            <ac:grpSpMk id="3" creationId="{00000000-0000-0000-0000-000000000000}"/>
          </ac:grpSpMkLst>
        </pc:grpChg>
      </pc:sldChg>
      <pc:sldChg chg="addSp delSp modSp mod">
        <pc:chgData name="MADNEETA SINGH" userId="ba487e41d220043c" providerId="LiveId" clId="{DE2D5D9D-8A41-4258-B1F1-14A1E37499BE}" dt="2022-12-26T11:15:56.044" v="498"/>
        <pc:sldMkLst>
          <pc:docMk/>
          <pc:sldMk cId="0" sldId="351"/>
        </pc:sldMkLst>
        <pc:spChg chg="mod">
          <ac:chgData name="MADNEETA SINGH" userId="ba487e41d220043c" providerId="LiveId" clId="{DE2D5D9D-8A41-4258-B1F1-14A1E37499BE}" dt="2022-12-21T10:40:56.485" v="115" actId="14100"/>
          <ac:spMkLst>
            <pc:docMk/>
            <pc:sldMk cId="0" sldId="351"/>
            <ac:spMk id="3" creationId="{00000000-0000-0000-0000-000000000000}"/>
          </ac:spMkLst>
        </pc:spChg>
        <pc:spChg chg="mod">
          <ac:chgData name="MADNEETA SINGH" userId="ba487e41d220043c" providerId="LiveId" clId="{DE2D5D9D-8A41-4258-B1F1-14A1E37499BE}" dt="2022-12-26T11:15:56.044" v="498"/>
          <ac:spMkLst>
            <pc:docMk/>
            <pc:sldMk cId="0" sldId="351"/>
            <ac:spMk id="9" creationId="{00000000-0000-0000-0000-000000000000}"/>
          </ac:spMkLst>
        </pc:spChg>
        <pc:spChg chg="add del">
          <ac:chgData name="MADNEETA SINGH" userId="ba487e41d220043c" providerId="LiveId" clId="{DE2D5D9D-8A41-4258-B1F1-14A1E37499BE}" dt="2022-12-26T11:15:52.888" v="497" actId="22"/>
          <ac:spMkLst>
            <pc:docMk/>
            <pc:sldMk cId="0" sldId="351"/>
            <ac:spMk id="13" creationId="{3B7150E2-0347-974E-3E28-E56B9633E8DB}"/>
          </ac:spMkLst>
        </pc:spChg>
      </pc:sldChg>
      <pc:sldChg chg="modSp mod">
        <pc:chgData name="MADNEETA SINGH" userId="ba487e41d220043c" providerId="LiveId" clId="{DE2D5D9D-8A41-4258-B1F1-14A1E37499BE}" dt="2022-12-26T11:16:40.723" v="501" actId="14100"/>
        <pc:sldMkLst>
          <pc:docMk/>
          <pc:sldMk cId="0" sldId="352"/>
        </pc:sldMkLst>
        <pc:spChg chg="mod">
          <ac:chgData name="MADNEETA SINGH" userId="ba487e41d220043c" providerId="LiveId" clId="{DE2D5D9D-8A41-4258-B1F1-14A1E37499BE}" dt="2022-12-24T10:21:03.685" v="126" actId="2711"/>
          <ac:spMkLst>
            <pc:docMk/>
            <pc:sldMk cId="0" sldId="352"/>
            <ac:spMk id="7" creationId="{00000000-0000-0000-0000-000000000000}"/>
          </ac:spMkLst>
        </pc:spChg>
        <pc:spChg chg="mod">
          <ac:chgData name="MADNEETA SINGH" userId="ba487e41d220043c" providerId="LiveId" clId="{DE2D5D9D-8A41-4258-B1F1-14A1E37499BE}" dt="2022-12-26T11:16:40.723" v="501" actId="14100"/>
          <ac:spMkLst>
            <pc:docMk/>
            <pc:sldMk cId="0" sldId="352"/>
            <ac:spMk id="8" creationId="{00000000-0000-0000-0000-000000000000}"/>
          </ac:spMkLst>
        </pc:spChg>
        <pc:spChg chg="mod">
          <ac:chgData name="MADNEETA SINGH" userId="ba487e41d220043c" providerId="LiveId" clId="{DE2D5D9D-8A41-4258-B1F1-14A1E37499BE}" dt="2022-12-24T10:21:03.685" v="126" actId="2711"/>
          <ac:spMkLst>
            <pc:docMk/>
            <pc:sldMk cId="0" sldId="352"/>
            <ac:spMk id="10" creationId="{00000000-0000-0000-0000-000000000000}"/>
          </ac:spMkLst>
        </pc:spChg>
        <pc:spChg chg="mod">
          <ac:chgData name="MADNEETA SINGH" userId="ba487e41d220043c" providerId="LiveId" clId="{DE2D5D9D-8A41-4258-B1F1-14A1E37499BE}" dt="2022-12-24T10:21:03.685" v="126" actId="2711"/>
          <ac:spMkLst>
            <pc:docMk/>
            <pc:sldMk cId="0" sldId="352"/>
            <ac:spMk id="11" creationId="{00000000-0000-0000-0000-000000000000}"/>
          </ac:spMkLst>
        </pc:spChg>
        <pc:spChg chg="mod">
          <ac:chgData name="MADNEETA SINGH" userId="ba487e41d220043c" providerId="LiveId" clId="{DE2D5D9D-8A41-4258-B1F1-14A1E37499BE}" dt="2022-12-24T10:21:03.685" v="126" actId="2711"/>
          <ac:spMkLst>
            <pc:docMk/>
            <pc:sldMk cId="0" sldId="352"/>
            <ac:spMk id="15" creationId="{00000000-0000-0000-0000-000000000000}"/>
          </ac:spMkLst>
        </pc:spChg>
      </pc:sldChg>
      <pc:sldChg chg="modSp mod">
        <pc:chgData name="MADNEETA SINGH" userId="ba487e41d220043c" providerId="LiveId" clId="{DE2D5D9D-8A41-4258-B1F1-14A1E37499BE}" dt="2022-12-26T11:19:38.325" v="546" actId="113"/>
        <pc:sldMkLst>
          <pc:docMk/>
          <pc:sldMk cId="336267931" sldId="353"/>
        </pc:sldMkLst>
        <pc:spChg chg="mod">
          <ac:chgData name="MADNEETA SINGH" userId="ba487e41d220043c" providerId="LiveId" clId="{DE2D5D9D-8A41-4258-B1F1-14A1E37499BE}" dt="2022-12-24T10:23:18.083" v="165" actId="2711"/>
          <ac:spMkLst>
            <pc:docMk/>
            <pc:sldMk cId="336267931" sldId="353"/>
            <ac:spMk id="3" creationId="{00000000-0000-0000-0000-000000000000}"/>
          </ac:spMkLst>
        </pc:spChg>
        <pc:spChg chg="mod">
          <ac:chgData name="MADNEETA SINGH" userId="ba487e41d220043c" providerId="LiveId" clId="{DE2D5D9D-8A41-4258-B1F1-14A1E37499BE}" dt="2022-12-24T10:23:18.083" v="165" actId="2711"/>
          <ac:spMkLst>
            <pc:docMk/>
            <pc:sldMk cId="336267931" sldId="353"/>
            <ac:spMk id="4" creationId="{00000000-0000-0000-0000-000000000000}"/>
          </ac:spMkLst>
        </pc:spChg>
        <pc:spChg chg="mod">
          <ac:chgData name="MADNEETA SINGH" userId="ba487e41d220043c" providerId="LiveId" clId="{DE2D5D9D-8A41-4258-B1F1-14A1E37499BE}" dt="2022-12-24T10:23:18.083" v="165" actId="2711"/>
          <ac:spMkLst>
            <pc:docMk/>
            <pc:sldMk cId="336267931" sldId="353"/>
            <ac:spMk id="6" creationId="{00000000-0000-0000-0000-000000000000}"/>
          </ac:spMkLst>
        </pc:spChg>
        <pc:spChg chg="mod">
          <ac:chgData name="MADNEETA SINGH" userId="ba487e41d220043c" providerId="LiveId" clId="{DE2D5D9D-8A41-4258-B1F1-14A1E37499BE}" dt="2022-12-26T11:19:38.325" v="546" actId="113"/>
          <ac:spMkLst>
            <pc:docMk/>
            <pc:sldMk cId="336267931" sldId="353"/>
            <ac:spMk id="7" creationId="{00000000-0000-0000-0000-000000000000}"/>
          </ac:spMkLst>
        </pc:spChg>
        <pc:spChg chg="mod">
          <ac:chgData name="MADNEETA SINGH" userId="ba487e41d220043c" providerId="LiveId" clId="{DE2D5D9D-8A41-4258-B1F1-14A1E37499BE}" dt="2022-12-24T10:23:18.083" v="165" actId="2711"/>
          <ac:spMkLst>
            <pc:docMk/>
            <pc:sldMk cId="336267931" sldId="353"/>
            <ac:spMk id="9" creationId="{00000000-0000-0000-0000-000000000000}"/>
          </ac:spMkLst>
        </pc:spChg>
      </pc:sldChg>
      <pc:sldChg chg="modSp mod">
        <pc:chgData name="MADNEETA SINGH" userId="ba487e41d220043c" providerId="LiveId" clId="{DE2D5D9D-8A41-4258-B1F1-14A1E37499BE}" dt="2022-12-26T10:48:49.195" v="195" actId="113"/>
        <pc:sldMkLst>
          <pc:docMk/>
          <pc:sldMk cId="3969733654" sldId="354"/>
        </pc:sldMkLst>
        <pc:spChg chg="mod">
          <ac:chgData name="MADNEETA SINGH" userId="ba487e41d220043c" providerId="LiveId" clId="{DE2D5D9D-8A41-4258-B1F1-14A1E37499BE}" dt="2022-12-26T10:48:49.195" v="195" actId="113"/>
          <ac:spMkLst>
            <pc:docMk/>
            <pc:sldMk cId="3969733654" sldId="354"/>
            <ac:spMk id="7" creationId="{EE8848A3-4949-45B2-8CCF-B3ECA21DE740}"/>
          </ac:spMkLst>
        </pc:spChg>
        <pc:spChg chg="mod">
          <ac:chgData name="MADNEETA SINGH" userId="ba487e41d220043c" providerId="LiveId" clId="{DE2D5D9D-8A41-4258-B1F1-14A1E37499BE}" dt="2022-12-26T10:48:41.712" v="192" actId="27636"/>
          <ac:spMkLst>
            <pc:docMk/>
            <pc:sldMk cId="3969733654" sldId="354"/>
            <ac:spMk id="5122" creationId="{5B1A7B65-C597-49B6-A05A-EDB96458B673}"/>
          </ac:spMkLst>
        </pc:spChg>
      </pc:sldChg>
      <pc:sldChg chg="modSp mod">
        <pc:chgData name="MADNEETA SINGH" userId="ba487e41d220043c" providerId="LiveId" clId="{DE2D5D9D-8A41-4258-B1F1-14A1E37499BE}" dt="2022-12-26T10:49:09.101" v="201" actId="113"/>
        <pc:sldMkLst>
          <pc:docMk/>
          <pc:sldMk cId="3543002629" sldId="355"/>
        </pc:sldMkLst>
        <pc:spChg chg="mod">
          <ac:chgData name="MADNEETA SINGH" userId="ba487e41d220043c" providerId="LiveId" clId="{DE2D5D9D-8A41-4258-B1F1-14A1E37499BE}" dt="2022-12-26T10:49:09.101" v="201" actId="113"/>
          <ac:spMkLst>
            <pc:docMk/>
            <pc:sldMk cId="3543002629" sldId="355"/>
            <ac:spMk id="7" creationId="{EE8848A3-4949-45B2-8CCF-B3ECA21DE740}"/>
          </ac:spMkLst>
        </pc:spChg>
      </pc:sldChg>
      <pc:sldChg chg="modSp mod">
        <pc:chgData name="MADNEETA SINGH" userId="ba487e41d220043c" providerId="LiveId" clId="{DE2D5D9D-8A41-4258-B1F1-14A1E37499BE}" dt="2022-12-26T10:47:24.282" v="177" actId="255"/>
        <pc:sldMkLst>
          <pc:docMk/>
          <pc:sldMk cId="977377963" sldId="356"/>
        </pc:sldMkLst>
        <pc:spChg chg="mod">
          <ac:chgData name="MADNEETA SINGH" userId="ba487e41d220043c" providerId="LiveId" clId="{DE2D5D9D-8A41-4258-B1F1-14A1E37499BE}" dt="2022-12-26T10:47:24.282" v="177" actId="255"/>
          <ac:spMkLst>
            <pc:docMk/>
            <pc:sldMk cId="977377963" sldId="356"/>
            <ac:spMk id="8" creationId="{00000000-0000-0000-0000-000000000000}"/>
          </ac:spMkLst>
        </pc:spChg>
      </pc:sldChg>
      <pc:sldChg chg="modSp mod">
        <pc:chgData name="MADNEETA SINGH" userId="ba487e41d220043c" providerId="LiveId" clId="{DE2D5D9D-8A41-4258-B1F1-14A1E37499BE}" dt="2022-12-26T10:49:23.117" v="207" actId="113"/>
        <pc:sldMkLst>
          <pc:docMk/>
          <pc:sldMk cId="604471881" sldId="357"/>
        </pc:sldMkLst>
        <pc:spChg chg="mod">
          <ac:chgData name="MADNEETA SINGH" userId="ba487e41d220043c" providerId="LiveId" clId="{DE2D5D9D-8A41-4258-B1F1-14A1E37499BE}" dt="2022-12-26T10:49:23.117" v="207" actId="113"/>
          <ac:spMkLst>
            <pc:docMk/>
            <pc:sldMk cId="604471881" sldId="357"/>
            <ac:spMk id="7" creationId="{EE8848A3-4949-45B2-8CCF-B3ECA21DE74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1B35570-DFD5-4BDA-8470-AEBFA7DC3F8D}" type="datetimeFigureOut">
              <a:rPr lang="en-US" smtClean="0"/>
              <a:pPr/>
              <a:t>2/11/2025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8230C76-717D-4A6D-87B8-9099E11C51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val="24308886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Tree>
    <p:extLst>
      <p:ext uri="{BB962C8B-B14F-4D97-AF65-F5344CB8AC3E}">
        <p14:creationId xmlns:p14="http://schemas.microsoft.com/office/powerpoint/2010/main" val="989250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a:t>
            </a:fld>
            <a:endParaRPr lang="en-US"/>
          </a:p>
        </p:txBody>
      </p:sp>
    </p:spTree>
    <p:extLst>
      <p:ext uri="{BB962C8B-B14F-4D97-AF65-F5344CB8AC3E}">
        <p14:creationId xmlns:p14="http://schemas.microsoft.com/office/powerpoint/2010/main" val="532210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532210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25EDD236-6ACD-4BD3-9643-C20D99489A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5339968E-0A7C-4154-8923-E51F4CC8E1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9700" name="Slide Number Placeholder 3">
            <a:extLst>
              <a:ext uri="{FF2B5EF4-FFF2-40B4-BE49-F238E27FC236}">
                <a16:creationId xmlns:a16="http://schemas.microsoft.com/office/drawing/2014/main" id="{9DDB5042-1B09-45B7-9D40-FE9915B86E8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E45C94D-BF6E-4DCE-8F3E-049AB8CDF9D0}" type="slidenum">
              <a:rPr lang="en-US" altLang="en-US">
                <a:latin typeface="Calibri" panose="020F0502020204030204" pitchFamily="34" charset="0"/>
              </a:rPr>
              <a:pPr eaLnBrk="1" hangingPunct="1"/>
              <a:t>7</a:t>
            </a:fld>
            <a:endParaRPr lang="en-US" altLang="en-US">
              <a:latin typeface="Calibri" panose="020F0502020204030204" pitchFamily="34" charset="0"/>
            </a:endParaRPr>
          </a:p>
        </p:txBody>
      </p:sp>
    </p:spTree>
    <p:extLst>
      <p:ext uri="{BB962C8B-B14F-4D97-AF65-F5344CB8AC3E}">
        <p14:creationId xmlns:p14="http://schemas.microsoft.com/office/powerpoint/2010/main" val="2159381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25EDD236-6ACD-4BD3-9643-C20D99489A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5339968E-0A7C-4154-8923-E51F4CC8E1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9700" name="Slide Number Placeholder 3">
            <a:extLst>
              <a:ext uri="{FF2B5EF4-FFF2-40B4-BE49-F238E27FC236}">
                <a16:creationId xmlns:a16="http://schemas.microsoft.com/office/drawing/2014/main" id="{9DDB5042-1B09-45B7-9D40-FE9915B86E8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E45C94D-BF6E-4DCE-8F3E-049AB8CDF9D0}" type="slidenum">
              <a:rPr lang="en-US" altLang="en-US">
                <a:latin typeface="Calibri" panose="020F0502020204030204" pitchFamily="34" charset="0"/>
              </a:rPr>
              <a:pPr eaLnBrk="1" hangingPunct="1"/>
              <a:t>9</a:t>
            </a:fld>
            <a:endParaRPr lang="en-US" altLang="en-US">
              <a:latin typeface="Calibri" panose="020F0502020204030204" pitchFamily="34" charset="0"/>
            </a:endParaRPr>
          </a:p>
        </p:txBody>
      </p:sp>
    </p:spTree>
    <p:extLst>
      <p:ext uri="{BB962C8B-B14F-4D97-AF65-F5344CB8AC3E}">
        <p14:creationId xmlns:p14="http://schemas.microsoft.com/office/powerpoint/2010/main" val="11250938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25EDD236-6ACD-4BD3-9643-C20D99489A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5339968E-0A7C-4154-8923-E51F4CC8E1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9700" name="Slide Number Placeholder 3">
            <a:extLst>
              <a:ext uri="{FF2B5EF4-FFF2-40B4-BE49-F238E27FC236}">
                <a16:creationId xmlns:a16="http://schemas.microsoft.com/office/drawing/2014/main" id="{9DDB5042-1B09-45B7-9D40-FE9915B86E8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E45C94D-BF6E-4DCE-8F3E-049AB8CDF9D0}" type="slidenum">
              <a:rPr lang="en-US" altLang="en-US">
                <a:latin typeface="Calibri" panose="020F0502020204030204" pitchFamily="34" charset="0"/>
              </a:rPr>
              <a:pPr eaLnBrk="1" hangingPunct="1"/>
              <a:t>11</a:t>
            </a:fld>
            <a:endParaRPr lang="en-US" altLang="en-US">
              <a:latin typeface="Calibri" panose="020F0502020204030204" pitchFamily="34" charset="0"/>
            </a:endParaRPr>
          </a:p>
        </p:txBody>
      </p:sp>
    </p:spTree>
    <p:extLst>
      <p:ext uri="{BB962C8B-B14F-4D97-AF65-F5344CB8AC3E}">
        <p14:creationId xmlns:p14="http://schemas.microsoft.com/office/powerpoint/2010/main" val="2420856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D89893C-76AC-4204-B801-61F94C94B80C}" type="datetime1">
              <a:rPr lang="en-US" smtClean="0"/>
              <a:t>2/11/2025</a:t>
            </a:fld>
            <a:endParaRPr lang="en-US"/>
          </a:p>
        </p:txBody>
      </p:sp>
      <p:sp>
        <p:nvSpPr>
          <p:cNvPr id="5" name="Footer Placeholder 4"/>
          <p:cNvSpPr>
            <a:spLocks noGrp="1"/>
          </p:cNvSpPr>
          <p:nvPr>
            <p:ph type="ftr" sz="quarter" idx="11"/>
          </p:nvPr>
        </p:nvSpPr>
        <p:spPr/>
        <p:txBody>
          <a:bodyPr/>
          <a:lstStyle/>
          <a:p>
            <a:r>
              <a:rPr lang="sv-SE"/>
              <a:t>Dheeraj Tripathi    AOE0861    QM    Unit-2                         </a:t>
            </a:r>
            <a:endParaRPr lang="en-US" dirty="0"/>
          </a:p>
        </p:txBody>
      </p:sp>
      <p:sp>
        <p:nvSpPr>
          <p:cNvPr id="6" name="Slide Number Placeholder 5"/>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53183C-5C2A-4C1C-85B5-4A33E1ACB899}" type="datetime1">
              <a:rPr lang="en-US" smtClean="0"/>
              <a:t>2/11/2025</a:t>
            </a:fld>
            <a:endParaRPr lang="en-US"/>
          </a:p>
        </p:txBody>
      </p:sp>
      <p:sp>
        <p:nvSpPr>
          <p:cNvPr id="5" name="Footer Placeholder 4"/>
          <p:cNvSpPr>
            <a:spLocks noGrp="1"/>
          </p:cNvSpPr>
          <p:nvPr>
            <p:ph type="ftr" sz="quarter" idx="11"/>
          </p:nvPr>
        </p:nvSpPr>
        <p:spPr/>
        <p:txBody>
          <a:bodyPr/>
          <a:lstStyle/>
          <a:p>
            <a:r>
              <a:rPr lang="sv-SE"/>
              <a:t>Dheeraj Tripathi    AOE0861    QM    Unit-2                         </a:t>
            </a:r>
            <a:endParaRPr lang="en-US" dirty="0"/>
          </a:p>
        </p:txBody>
      </p:sp>
      <p:sp>
        <p:nvSpPr>
          <p:cNvPr id="6" name="Slide Number Placeholder 5"/>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367991-2112-4646-9D89-A741D2348222}" type="datetime1">
              <a:rPr lang="en-US" smtClean="0"/>
              <a:t>2/11/2025</a:t>
            </a:fld>
            <a:endParaRPr lang="en-US"/>
          </a:p>
        </p:txBody>
      </p:sp>
      <p:sp>
        <p:nvSpPr>
          <p:cNvPr id="5" name="Footer Placeholder 4"/>
          <p:cNvSpPr>
            <a:spLocks noGrp="1"/>
          </p:cNvSpPr>
          <p:nvPr>
            <p:ph type="ftr" sz="quarter" idx="11"/>
          </p:nvPr>
        </p:nvSpPr>
        <p:spPr/>
        <p:txBody>
          <a:bodyPr/>
          <a:lstStyle/>
          <a:p>
            <a:r>
              <a:rPr lang="sv-SE"/>
              <a:t>Dheeraj Tripathi    AOE0861    QM    Unit-2                         </a:t>
            </a:r>
            <a:endParaRPr lang="en-US" dirty="0"/>
          </a:p>
        </p:txBody>
      </p:sp>
      <p:sp>
        <p:nvSpPr>
          <p:cNvPr id="6" name="Slide Number Placeholder 5"/>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822026C-DAA5-4EE6-A5B4-116F518A1241}" type="datetime1">
              <a:rPr lang="en-US" smtClean="0"/>
              <a:t>2/11/2025</a:t>
            </a:fld>
            <a:endParaRPr lang="en-US"/>
          </a:p>
        </p:txBody>
      </p:sp>
      <p:sp>
        <p:nvSpPr>
          <p:cNvPr id="6" name="Footer Placeholder 5"/>
          <p:cNvSpPr>
            <a:spLocks noGrp="1"/>
          </p:cNvSpPr>
          <p:nvPr>
            <p:ph type="ftr" sz="quarter" idx="11"/>
          </p:nvPr>
        </p:nvSpPr>
        <p:spPr/>
        <p:txBody>
          <a:bodyPr/>
          <a:lstStyle/>
          <a:p>
            <a:r>
              <a:rPr lang="sv-SE"/>
              <a:t>Dheeraj Tripathi    AOE0861    QM    Unit-2                         </a:t>
            </a:r>
            <a:endParaRPr lang="en-US" dirty="0"/>
          </a:p>
        </p:txBody>
      </p:sp>
      <p:sp>
        <p:nvSpPr>
          <p:cNvPr id="7" name="Slide Number Placeholder 6"/>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761BECB-E6B9-4D0F-93D4-7A68474FC1F5}" type="datetime1">
              <a:rPr lang="en-US" smtClean="0"/>
              <a:t>2/11/2025</a:t>
            </a:fld>
            <a:endParaRPr lang="en-US"/>
          </a:p>
        </p:txBody>
      </p:sp>
      <p:sp>
        <p:nvSpPr>
          <p:cNvPr id="8" name="Footer Placeholder 7"/>
          <p:cNvSpPr>
            <a:spLocks noGrp="1"/>
          </p:cNvSpPr>
          <p:nvPr>
            <p:ph type="ftr" sz="quarter" idx="11"/>
          </p:nvPr>
        </p:nvSpPr>
        <p:spPr/>
        <p:txBody>
          <a:bodyPr/>
          <a:lstStyle/>
          <a:p>
            <a:r>
              <a:rPr lang="sv-SE"/>
              <a:t>Dheeraj Tripathi    AOE0861    QM    Unit-2                         </a:t>
            </a:r>
            <a:endParaRPr lang="en-US" dirty="0"/>
          </a:p>
        </p:txBody>
      </p:sp>
      <p:sp>
        <p:nvSpPr>
          <p:cNvPr id="9" name="Slide Number Placeholder 8"/>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3F57049-2F32-4DF1-890B-283A866AB908}" type="datetime1">
              <a:rPr lang="en-US" smtClean="0"/>
              <a:t>2/11/2025</a:t>
            </a:fld>
            <a:endParaRPr lang="en-US"/>
          </a:p>
        </p:txBody>
      </p:sp>
      <p:sp>
        <p:nvSpPr>
          <p:cNvPr id="4" name="Footer Placeholder 3"/>
          <p:cNvSpPr>
            <a:spLocks noGrp="1"/>
          </p:cNvSpPr>
          <p:nvPr>
            <p:ph type="ftr" sz="quarter" idx="11"/>
          </p:nvPr>
        </p:nvSpPr>
        <p:spPr/>
        <p:txBody>
          <a:bodyPr/>
          <a:lstStyle/>
          <a:p>
            <a:r>
              <a:rPr lang="sv-SE"/>
              <a:t>Dheeraj Tripathi    AOE0861    QM    Unit-2                         </a:t>
            </a:r>
            <a:endParaRPr lang="en-US" dirty="0"/>
          </a:p>
        </p:txBody>
      </p:sp>
      <p:sp>
        <p:nvSpPr>
          <p:cNvPr id="5" name="Slide Number Placeholder 4"/>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65F832-830E-4001-88D2-6E5E68BCECB8}" type="datetime1">
              <a:rPr lang="en-US" smtClean="0"/>
              <a:t>2/11/2025</a:t>
            </a:fld>
            <a:endParaRPr lang="en-US"/>
          </a:p>
        </p:txBody>
      </p:sp>
      <p:sp>
        <p:nvSpPr>
          <p:cNvPr id="3" name="Footer Placeholder 2"/>
          <p:cNvSpPr>
            <a:spLocks noGrp="1"/>
          </p:cNvSpPr>
          <p:nvPr>
            <p:ph type="ftr" sz="quarter" idx="11"/>
          </p:nvPr>
        </p:nvSpPr>
        <p:spPr/>
        <p:txBody>
          <a:bodyPr/>
          <a:lstStyle/>
          <a:p>
            <a:r>
              <a:rPr lang="sv-SE"/>
              <a:t>Dheeraj Tripathi    AOE0861    QM    Unit-2                         </a:t>
            </a:r>
            <a:endParaRPr lang="en-US" dirty="0"/>
          </a:p>
        </p:txBody>
      </p:sp>
      <p:sp>
        <p:nvSpPr>
          <p:cNvPr id="4" name="Slide Number Placeholder 3"/>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B33804-2168-4EB1-8D5A-3B970C8528B4}" type="datetime1">
              <a:rPr lang="en-US" smtClean="0"/>
              <a:t>2/11/2025</a:t>
            </a:fld>
            <a:endParaRPr lang="en-US"/>
          </a:p>
        </p:txBody>
      </p:sp>
      <p:sp>
        <p:nvSpPr>
          <p:cNvPr id="6" name="Footer Placeholder 5"/>
          <p:cNvSpPr>
            <a:spLocks noGrp="1"/>
          </p:cNvSpPr>
          <p:nvPr>
            <p:ph type="ftr" sz="quarter" idx="11"/>
          </p:nvPr>
        </p:nvSpPr>
        <p:spPr/>
        <p:txBody>
          <a:bodyPr/>
          <a:lstStyle/>
          <a:p>
            <a:r>
              <a:rPr lang="sv-SE"/>
              <a:t>Dheeraj Tripathi    AOE0861    QM    Unit-2                         </a:t>
            </a:r>
            <a:endParaRPr lang="en-US" dirty="0"/>
          </a:p>
        </p:txBody>
      </p:sp>
      <p:sp>
        <p:nvSpPr>
          <p:cNvPr id="7" name="Slide Number Placeholder 6"/>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ABC7C-B812-4321-97AF-6FB4CDFED8B5}" type="datetime1">
              <a:rPr lang="en-US" smtClean="0"/>
              <a:t>2/11/2025</a:t>
            </a:fld>
            <a:endParaRPr lang="en-US"/>
          </a:p>
        </p:txBody>
      </p:sp>
      <p:sp>
        <p:nvSpPr>
          <p:cNvPr id="6" name="Footer Placeholder 5"/>
          <p:cNvSpPr>
            <a:spLocks noGrp="1"/>
          </p:cNvSpPr>
          <p:nvPr>
            <p:ph type="ftr" sz="quarter" idx="11"/>
          </p:nvPr>
        </p:nvSpPr>
        <p:spPr/>
        <p:txBody>
          <a:bodyPr/>
          <a:lstStyle/>
          <a:p>
            <a:r>
              <a:rPr lang="sv-SE"/>
              <a:t>Dheeraj Tripathi    AOE0861    QM    Unit-2                         </a:t>
            </a:r>
            <a:endParaRPr lang="en-US" dirty="0"/>
          </a:p>
        </p:txBody>
      </p:sp>
      <p:sp>
        <p:nvSpPr>
          <p:cNvPr id="7" name="Slide Number Placeholder 6"/>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A2497A-4027-470B-8EE6-26F478F322B1}" type="datetime1">
              <a:rPr lang="en-US" smtClean="0"/>
              <a:t>2/11/2025</a:t>
            </a:fld>
            <a:endParaRPr lang="en-US"/>
          </a:p>
        </p:txBody>
      </p:sp>
      <p:sp>
        <p:nvSpPr>
          <p:cNvPr id="5" name="Footer Placeholder 4"/>
          <p:cNvSpPr>
            <a:spLocks noGrp="1"/>
          </p:cNvSpPr>
          <p:nvPr>
            <p:ph type="ftr" sz="quarter" idx="11"/>
          </p:nvPr>
        </p:nvSpPr>
        <p:spPr/>
        <p:txBody>
          <a:bodyPr/>
          <a:lstStyle/>
          <a:p>
            <a:r>
              <a:rPr lang="sv-SE"/>
              <a:t>Dheeraj Tripathi    AOE0861    QM    Unit-2                         </a:t>
            </a:r>
            <a:endParaRPr lang="en-US" dirty="0"/>
          </a:p>
        </p:txBody>
      </p:sp>
      <p:sp>
        <p:nvSpPr>
          <p:cNvPr id="6" name="Slide Number Placeholder 5"/>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ADE2D2-B5A4-4982-BCAD-F856A066FD76}" type="datetime1">
              <a:rPr lang="en-US" smtClean="0"/>
              <a:t>2/11/2025</a:t>
            </a:fld>
            <a:endParaRPr lang="en-US"/>
          </a:p>
        </p:txBody>
      </p:sp>
      <p:sp>
        <p:nvSpPr>
          <p:cNvPr id="5" name="Footer Placeholder 4"/>
          <p:cNvSpPr>
            <a:spLocks noGrp="1"/>
          </p:cNvSpPr>
          <p:nvPr>
            <p:ph type="ftr" sz="quarter" idx="11"/>
          </p:nvPr>
        </p:nvSpPr>
        <p:spPr/>
        <p:txBody>
          <a:bodyPr/>
          <a:lstStyle/>
          <a:p>
            <a:r>
              <a:rPr lang="sv-SE"/>
              <a:t>Dheeraj Tripathi    AOE0861    QM    Unit-2                         </a:t>
            </a:r>
            <a:endParaRPr lang="en-US" dirty="0"/>
          </a:p>
        </p:txBody>
      </p:sp>
      <p:sp>
        <p:nvSpPr>
          <p:cNvPr id="6" name="Slide Number Placeholder 5"/>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6F2BBD-B823-49D6-9668-5BCA969A0B6B}" type="datetime1">
              <a:rPr lang="en-US" smtClean="0"/>
              <a:t>2/11/2025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sv-SE"/>
              <a:t>Dheeraj Tripathi    AOE0861    QM    Unit-2                         </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942D1A-943E-4A86-8308-2F95E8B419B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8" Type="http://schemas.openxmlformats.org/officeDocument/2006/relationships/hyperlink" Target="https://www.researchgate.net/publication/318654507_Total_Quality_Management_Notes" TargetMode="External"/><Relationship Id="rId3" Type="http://schemas.openxmlformats.org/officeDocument/2006/relationships/hyperlink" Target="https://www.youtube.com/watch?v=yWlAOFs04go" TargetMode="External"/><Relationship Id="rId7" Type="http://schemas.openxmlformats.org/officeDocument/2006/relationships/hyperlink" Target="https://www.youtube.com/watch?v=HkdoR-NNEoI" TargetMode="External"/><Relationship Id="rId2" Type="http://schemas.openxmlformats.org/officeDocument/2006/relationships/hyperlink" Target="https://www.youtube.com/watch?v=Q3EOCAuExJU" TargetMode="External"/><Relationship Id="rId1" Type="http://schemas.openxmlformats.org/officeDocument/2006/relationships/slideLayout" Target="../slideLayouts/slideLayout2.xml"/><Relationship Id="rId6" Type="http://schemas.openxmlformats.org/officeDocument/2006/relationships/hyperlink" Target="https://www.youtube.com/watch?v=2ePeXePNLrs" TargetMode="External"/><Relationship Id="rId5" Type="http://schemas.openxmlformats.org/officeDocument/2006/relationships/hyperlink" Target="https://www.youtube.com/watch?v=qb3mvJ1gb9g" TargetMode="External"/><Relationship Id="rId10" Type="http://schemas.openxmlformats.org/officeDocument/2006/relationships/image" Target="../media/image6.png"/><Relationship Id="rId4" Type="http://schemas.openxmlformats.org/officeDocument/2006/relationships/hyperlink" Target="https://www.youtube.com/watch?v=QifqIoUNTJM" TargetMode="External"/><Relationship Id="rId9" Type="http://schemas.openxmlformats.org/officeDocument/2006/relationships/hyperlink" Target="http://www.mescenter.ru/images/abook_file/Total_Quality_Management_and_Six_Sigma.pdf" TargetMode="External"/></Relationships>
</file>

<file path=ppt/slides/_rels/slide5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researchgate.net/publication/318654507_Total_Quality_Management_Notes"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817162"/>
          </a:xfrm>
        </p:spPr>
        <p:style>
          <a:lnRef idx="1">
            <a:schemeClr val="accent5"/>
          </a:lnRef>
          <a:fillRef idx="2">
            <a:schemeClr val="accent5"/>
          </a:fillRef>
          <a:effectRef idx="1">
            <a:schemeClr val="accent5"/>
          </a:effectRef>
          <a:fontRef idx="minor">
            <a:schemeClr val="dk1"/>
          </a:fontRef>
        </p:style>
        <p:txBody>
          <a:bodyPr>
            <a:noAutofit/>
          </a:bodyPr>
          <a:lstStyle/>
          <a:p>
            <a:r>
              <a:rPr lang="en-US" sz="2800" b="1" dirty="0">
                <a:latin typeface="Times New Roman" panose="02020603050405020304" pitchFamily="18" charset="0"/>
                <a:cs typeface="Times New Roman" panose="02020603050405020304" pitchFamily="18" charset="0"/>
              </a:rPr>
              <a:t>Noida Institute of Engineering and Technology, Greater Noida</a:t>
            </a:r>
          </a:p>
        </p:txBody>
      </p:sp>
      <p:sp>
        <p:nvSpPr>
          <p:cNvPr id="3" name="Subtitle 2"/>
          <p:cNvSpPr>
            <a:spLocks noGrp="1"/>
          </p:cNvSpPr>
          <p:nvPr>
            <p:ph type="subTitle" idx="1"/>
          </p:nvPr>
        </p:nvSpPr>
        <p:spPr>
          <a:xfrm>
            <a:off x="1447800" y="1027280"/>
            <a:ext cx="6400800" cy="1265148"/>
          </a:xfrm>
        </p:spPr>
        <p:style>
          <a:lnRef idx="2">
            <a:schemeClr val="accent5"/>
          </a:lnRef>
          <a:fillRef idx="1">
            <a:schemeClr val="lt1"/>
          </a:fillRef>
          <a:effectRef idx="0">
            <a:schemeClr val="accent5"/>
          </a:effectRef>
          <a:fontRef idx="minor">
            <a:schemeClr val="dk1"/>
          </a:fontRef>
        </p:style>
        <p:txBody>
          <a:bodyPr>
            <a:normAutofit/>
          </a:bodyPr>
          <a:lstStyle/>
          <a:p>
            <a:r>
              <a:rPr lang="en-GB" sz="2500" dirty="0">
                <a:solidFill>
                  <a:schemeClr val="tx1"/>
                </a:solidFill>
                <a:latin typeface="Times New Roman" panose="02020603050405020304" pitchFamily="18" charset="0"/>
                <a:cs typeface="Times New Roman" panose="02020603050405020304" pitchFamily="18" charset="0"/>
              </a:rPr>
              <a:t>     </a:t>
            </a:r>
          </a:p>
          <a:p>
            <a:r>
              <a:rPr lang="en-GB" sz="3000" b="1" dirty="0">
                <a:solidFill>
                  <a:schemeClr val="tx1"/>
                </a:solidFill>
                <a:latin typeface="Times New Roman" panose="02020603050405020304" pitchFamily="18" charset="0"/>
                <a:cs typeface="Times New Roman" panose="02020603050405020304" pitchFamily="18" charset="0"/>
              </a:rPr>
              <a:t>Quality Concepts</a:t>
            </a:r>
            <a:endParaRPr lang="en-US" sz="3000" b="1" dirty="0">
              <a:solidFill>
                <a:schemeClr val="tx1"/>
              </a:solidFill>
              <a:latin typeface="Times New Roman" panose="02020603050405020304" pitchFamily="18" charset="0"/>
              <a:cs typeface="Times New Roman" panose="02020603050405020304" pitchFamily="18" charset="0"/>
            </a:endParaRPr>
          </a:p>
        </p:txBody>
      </p:sp>
      <p:sp>
        <p:nvSpPr>
          <p:cNvPr id="9" name="Date Placeholder 8"/>
          <p:cNvSpPr>
            <a:spLocks noGrp="1"/>
          </p:cNvSpPr>
          <p:nvPr>
            <p:ph type="dt" sz="half" idx="10"/>
          </p:nvPr>
        </p:nvSpPr>
        <p:spPr>
          <a:xfrm>
            <a:off x="381000" y="6492875"/>
            <a:ext cx="2133600" cy="365125"/>
          </a:xfrm>
        </p:spPr>
        <p:txBody>
          <a:bodyPr/>
          <a:lstStyle/>
          <a:p>
            <a:fld id="{2FF1C5F1-AFC6-4C18-B400-88F257F80F79}"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3124199" y="6356350"/>
            <a:ext cx="3463987" cy="365125"/>
          </a:xfrm>
        </p:spPr>
        <p:txBody>
          <a:bodyPr/>
          <a:lstStyle/>
          <a:p>
            <a:r>
              <a:rPr lang="en-US">
                <a:latin typeface="Times New Roman" panose="02020603050405020304" pitchFamily="18" charset="0"/>
                <a:cs typeface="Times New Roman" panose="02020603050405020304" pitchFamily="18" charset="0"/>
              </a:rPr>
              <a:t>Dheeraj Tripathi    AOE0861    QM    Unit-2                         </a:t>
            </a:r>
            <a:endParaRPr lang="en-US" dirty="0">
              <a:latin typeface="Times New Roman" panose="02020603050405020304" pitchFamily="18" charset="0"/>
              <a:cs typeface="Times New Roman" panose="02020603050405020304" pitchFamily="18" charset="0"/>
            </a:endParaRPr>
          </a:p>
        </p:txBody>
      </p:sp>
      <p:pic>
        <p:nvPicPr>
          <p:cNvPr id="1026" name="Picture 2" descr="E:\NIET\Project\xLogo11.png.pagespeed.ic.pydHLuCQEZ.png"/>
          <p:cNvPicPr>
            <a:picLocks noChangeAspect="1" noChangeArrowheads="1"/>
          </p:cNvPicPr>
          <p:nvPr/>
        </p:nvPicPr>
        <p:blipFill>
          <a:blip r:embed="rId3" cstate="print"/>
          <a:srcRect/>
          <a:stretch>
            <a:fillRect/>
          </a:stretch>
        </p:blipFill>
        <p:spPr bwMode="auto">
          <a:xfrm>
            <a:off x="0" y="0"/>
            <a:ext cx="1447800" cy="817163"/>
          </a:xfrm>
          <a:prstGeom prst="rect">
            <a:avLst/>
          </a:prstGeom>
          <a:noFill/>
        </p:spPr>
      </p:pic>
      <p:sp>
        <p:nvSpPr>
          <p:cNvPr id="6" name="Subtitle 2"/>
          <p:cNvSpPr txBox="1">
            <a:spLocks/>
          </p:cNvSpPr>
          <p:nvPr/>
        </p:nvSpPr>
        <p:spPr>
          <a:xfrm>
            <a:off x="5791200" y="4025590"/>
            <a:ext cx="3048000" cy="168941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lvl="0" algn="ctr">
              <a:spcBef>
                <a:spcPct val="20000"/>
              </a:spcBef>
              <a:defRPr/>
            </a:pPr>
            <a:r>
              <a:rPr lang="en-US" b="1" dirty="0">
                <a:solidFill>
                  <a:schemeClr val="tx1"/>
                </a:solidFill>
                <a:latin typeface="Times New Roman" panose="02020603050405020304" pitchFamily="18" charset="0"/>
                <a:cs typeface="Times New Roman" panose="02020603050405020304" pitchFamily="18" charset="0"/>
              </a:rPr>
              <a:t>DHEERAJ TRIPATHI</a:t>
            </a:r>
          </a:p>
          <a:p>
            <a:pPr lvl="0" algn="ctr">
              <a:spcBef>
                <a:spcPct val="20000"/>
              </a:spcBef>
              <a:defRPr/>
            </a:pPr>
            <a:r>
              <a:rPr lang="en-US" b="1" dirty="0">
                <a:solidFill>
                  <a:schemeClr val="tx1"/>
                </a:solidFill>
                <a:latin typeface="Times New Roman" panose="02020603050405020304" pitchFamily="18" charset="0"/>
                <a:cs typeface="Times New Roman" panose="02020603050405020304" pitchFamily="18" charset="0"/>
              </a:rPr>
              <a:t>Assistant Professor</a:t>
            </a:r>
          </a:p>
          <a:p>
            <a:pPr lvl="0" algn="ctr">
              <a:spcBef>
                <a:spcPct val="20000"/>
              </a:spcBef>
              <a:defRPr/>
            </a:pPr>
            <a:endParaRPr lang="en-US" dirty="0">
              <a:solidFill>
                <a:schemeClr val="tx1"/>
              </a:solidFill>
              <a:latin typeface="Times New Roman" panose="02020603050405020304" pitchFamily="18" charset="0"/>
              <a:cs typeface="Times New Roman" panose="02020603050405020304" pitchFamily="18" charset="0"/>
            </a:endParaRPr>
          </a:p>
          <a:p>
            <a:pPr lvl="0" algn="ctr">
              <a:spcBef>
                <a:spcPct val="20000"/>
              </a:spcBef>
              <a:defRPr/>
            </a:pPr>
            <a:r>
              <a:rPr lang="en-US" dirty="0">
                <a:solidFill>
                  <a:schemeClr val="tx1"/>
                </a:solidFill>
                <a:latin typeface="Times New Roman" panose="02020603050405020304" pitchFamily="18" charset="0"/>
                <a:cs typeface="Times New Roman" panose="02020603050405020304" pitchFamily="18" charset="0"/>
              </a:rPr>
              <a:t>Department of Electronics and Communication Engineering</a:t>
            </a:r>
          </a:p>
        </p:txBody>
      </p:sp>
      <p:pic>
        <p:nvPicPr>
          <p:cNvPr id="1027" name="Picture 3" descr="C:\Users\Manks\Downloads\128_calendar-schedule-credit-mortgage-date-512.png"/>
          <p:cNvPicPr>
            <a:picLocks noChangeAspect="1" noChangeArrowheads="1"/>
          </p:cNvPicPr>
          <p:nvPr/>
        </p:nvPicPr>
        <p:blipFill>
          <a:blip r:embed="rId4" cstate="print"/>
          <a:srcRect/>
          <a:stretch>
            <a:fillRect/>
          </a:stretch>
        </p:blipFill>
        <p:spPr bwMode="auto">
          <a:xfrm flipH="1">
            <a:off x="381000" y="5943600"/>
            <a:ext cx="533400" cy="533400"/>
          </a:xfrm>
          <a:prstGeom prst="rect">
            <a:avLst/>
          </a:prstGeom>
          <a:noFill/>
        </p:spPr>
      </p:pic>
      <p:pic>
        <p:nvPicPr>
          <p:cNvPr id="11" name="Picture 4" descr="C:\Users\Manks\Downloads\speak.png"/>
          <p:cNvPicPr>
            <a:picLocks noChangeAspect="1" noChangeArrowheads="1"/>
          </p:cNvPicPr>
          <p:nvPr/>
        </p:nvPicPr>
        <p:blipFill>
          <a:blip r:embed="rId5" cstate="print"/>
          <a:srcRect/>
          <a:stretch>
            <a:fillRect/>
          </a:stretch>
        </p:blipFill>
        <p:spPr bwMode="auto">
          <a:xfrm>
            <a:off x="6477000" y="2590800"/>
            <a:ext cx="1524000" cy="1524000"/>
          </a:xfrm>
          <a:prstGeom prst="rect">
            <a:avLst/>
          </a:prstGeom>
          <a:noFill/>
        </p:spPr>
      </p:pic>
      <p:sp>
        <p:nvSpPr>
          <p:cNvPr id="12" name="Subtitle 2"/>
          <p:cNvSpPr txBox="1">
            <a:spLocks/>
          </p:cNvSpPr>
          <p:nvPr/>
        </p:nvSpPr>
        <p:spPr>
          <a:xfrm>
            <a:off x="971550" y="2625609"/>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Unit</a:t>
            </a:r>
            <a:r>
              <a:rPr kumimoji="0" lang="en-US" sz="2500" b="0" i="0" u="none" strike="noStrike" kern="1200" cap="none" spc="0" normalizeH="0" baseline="0" noProof="0">
                <a:ln>
                  <a:noFill/>
                </a:ln>
                <a:solidFill>
                  <a:schemeClr val="tx1"/>
                </a:solidFill>
                <a:effectLst/>
                <a:uLnTx/>
                <a:uFillTx/>
                <a:latin typeface="Times New Roman" panose="02020603050405020304" pitchFamily="18" charset="0"/>
                <a:cs typeface="Times New Roman" panose="02020603050405020304" pitchFamily="18" charset="0"/>
              </a:rPr>
              <a:t>:</a:t>
            </a:r>
            <a:r>
              <a:rPr kumimoji="0" lang="en-US" sz="2500" b="0" i="0" u="none" strike="noStrike" kern="1200" cap="none" spc="0" normalizeH="0" noProof="0">
                <a:ln>
                  <a:noFill/>
                </a:ln>
                <a:solidFill>
                  <a:schemeClr val="tx1"/>
                </a:solidFill>
                <a:effectLst/>
                <a:uLnTx/>
                <a:uFillTx/>
                <a:latin typeface="Times New Roman" panose="02020603050405020304" pitchFamily="18" charset="0"/>
                <a:cs typeface="Times New Roman" panose="02020603050405020304" pitchFamily="18" charset="0"/>
              </a:rPr>
              <a:t> 2</a:t>
            </a:r>
            <a:endParaRPr kumimoji="0" lang="en-US" sz="25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14" name="Subtitle 2"/>
          <p:cNvSpPr txBox="1">
            <a:spLocks/>
          </p:cNvSpPr>
          <p:nvPr/>
        </p:nvSpPr>
        <p:spPr>
          <a:xfrm>
            <a:off x="138830" y="3276600"/>
            <a:ext cx="48006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lvl="0" algn="ctr">
              <a:spcBef>
                <a:spcPct val="20000"/>
              </a:spcBef>
              <a:defRPr/>
            </a:pPr>
            <a:r>
              <a:rPr lang="en-IN" sz="2000" dirty="0">
                <a:latin typeface="Times New Roman" panose="02020603050405020304" pitchFamily="18" charset="0"/>
                <a:cs typeface="Times New Roman" panose="02020603050405020304" pitchFamily="18" charset="0"/>
              </a:rPr>
              <a:t>TOTAL QUALITY MANAGEMENT</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15" name="Subtitle 2"/>
          <p:cNvSpPr txBox="1">
            <a:spLocks/>
          </p:cNvSpPr>
          <p:nvPr/>
        </p:nvSpPr>
        <p:spPr>
          <a:xfrm>
            <a:off x="304800" y="5197476"/>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br>
              <a:rPr kumimoji="0" lang="en-US" sz="2000"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br>
            <a:r>
              <a:rPr kumimoji="0" lang="en-US" sz="2000"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B Tech V</a:t>
            </a:r>
            <a:r>
              <a:rPr kumimoji="0" lang="en-GB" sz="2000"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III</a:t>
            </a:r>
            <a:r>
              <a:rPr kumimoji="0" lang="en-US" sz="2000"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000" b="0" i="0" u="none" strike="noStrike" kern="1200" cap="none" spc="0" normalizeH="0" noProof="0" dirty="0" err="1">
                <a:ln>
                  <a:noFill/>
                </a:ln>
                <a:solidFill>
                  <a:schemeClr val="tx1"/>
                </a:solidFill>
                <a:effectLst/>
                <a:uLnTx/>
                <a:uFillTx/>
                <a:latin typeface="Times New Roman" panose="02020603050405020304" pitchFamily="18" charset="0"/>
                <a:cs typeface="Times New Roman" panose="02020603050405020304" pitchFamily="18" charset="0"/>
              </a:rPr>
              <a:t>Sem</a:t>
            </a:r>
            <a:r>
              <a:rPr lang="en-GB" sz="2000" dirty="0">
                <a:solidFill>
                  <a:schemeClr val="tx1"/>
                </a:solidFill>
                <a:latin typeface="Times New Roman" panose="02020603050405020304" pitchFamily="18" charset="0"/>
                <a:cs typeface="Times New Roman" panose="02020603050405020304" pitchFamily="18" charset="0"/>
              </a:rPr>
              <a:t> </a:t>
            </a: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17" name="Subtitle 2">
            <a:extLst>
              <a:ext uri="{FF2B5EF4-FFF2-40B4-BE49-F238E27FC236}">
                <a16:creationId xmlns:a16="http://schemas.microsoft.com/office/drawing/2014/main" id="{96EA64DF-A4CC-4A31-9B15-A36060969557}"/>
              </a:ext>
            </a:extLst>
          </p:cNvPr>
          <p:cNvSpPr txBox="1">
            <a:spLocks/>
          </p:cNvSpPr>
          <p:nvPr/>
        </p:nvSpPr>
        <p:spPr>
          <a:xfrm>
            <a:off x="202580" y="4346027"/>
            <a:ext cx="4191000" cy="605632"/>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r>
              <a:rPr lang="en-US" sz="2000" dirty="0">
                <a:solidFill>
                  <a:schemeClr val="tx1"/>
                </a:solidFill>
                <a:latin typeface="Times New Roman" panose="02020603050405020304" pitchFamily="18" charset="0"/>
                <a:cs typeface="Times New Roman" panose="02020603050405020304" pitchFamily="18" charset="0"/>
              </a:rPr>
              <a:t>SUBJECT CODE</a:t>
            </a:r>
            <a:r>
              <a:rPr lang="en-US" sz="2000">
                <a:solidFill>
                  <a:schemeClr val="tx1"/>
                </a:solidFill>
                <a:latin typeface="Times New Roman" panose="02020603050405020304" pitchFamily="18" charset="0"/>
                <a:cs typeface="Times New Roman" panose="02020603050405020304" pitchFamily="18" charset="0"/>
              </a:rPr>
              <a:t>: AOE0861</a:t>
            </a: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8CC63BC5-33D2-4DA8-ADD6-EF9E4D905906}"/>
              </a:ext>
            </a:extLst>
          </p:cNvPr>
          <p:cNvPicPr>
            <a:picLocks noChangeAspect="1"/>
          </p:cNvPicPr>
          <p:nvPr/>
        </p:nvPicPr>
        <p:blipFill>
          <a:blip r:embed="rId6" cstate="print"/>
          <a:stretch>
            <a:fillRect/>
          </a:stretch>
        </p:blipFill>
        <p:spPr>
          <a:xfrm>
            <a:off x="0" y="-1"/>
            <a:ext cx="1371600" cy="879475"/>
          </a:xfrm>
          <a:prstGeom prst="rect">
            <a:avLst/>
          </a:prstGeom>
        </p:spPr>
      </p:pic>
      <p:pic>
        <p:nvPicPr>
          <p:cNvPr id="8" name="Picture 4" descr="C:\Users\Manks\Downloads\speak.png">
            <a:extLst>
              <a:ext uri="{FF2B5EF4-FFF2-40B4-BE49-F238E27FC236}">
                <a16:creationId xmlns:a16="http://schemas.microsoft.com/office/drawing/2014/main" id="{AC98BC0D-800C-58E6-6505-D49B685CC728}"/>
              </a:ext>
            </a:extLst>
          </p:cNvPr>
          <p:cNvPicPr>
            <a:picLocks noChangeAspect="1" noChangeArrowheads="1"/>
          </p:cNvPicPr>
          <p:nvPr/>
        </p:nvPicPr>
        <p:blipFill>
          <a:blip r:embed="rId7"/>
          <a:stretch>
            <a:fillRect/>
          </a:stretch>
        </p:blipFill>
        <p:spPr bwMode="auto">
          <a:xfrm>
            <a:off x="6641353" y="2397009"/>
            <a:ext cx="1195294" cy="1524000"/>
          </a:xfrm>
          <a:prstGeom prst="rect">
            <a:avLst/>
          </a:prstGeom>
          <a:noFill/>
        </p:spPr>
      </p:pic>
    </p:spTree>
    <p:extLst>
      <p:ext uri="{BB962C8B-B14F-4D97-AF65-F5344CB8AC3E}">
        <p14:creationId xmlns:p14="http://schemas.microsoft.com/office/powerpoint/2010/main" val="2587570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14400"/>
            <a:ext cx="8305800" cy="5181600"/>
          </a:xfrm>
        </p:spPr>
        <p:txBody>
          <a:bodyPr>
            <a:normAutofit/>
          </a:bodyPr>
          <a:lstStyle/>
          <a:p>
            <a:pPr>
              <a:buNone/>
            </a:pPr>
            <a:r>
              <a:rPr lang="en-US" sz="2200" dirty="0">
                <a:solidFill>
                  <a:schemeClr val="dk1"/>
                </a:solidFill>
                <a:latin typeface="Times New Roman" panose="02020603050405020304" pitchFamily="18" charset="0"/>
                <a:cs typeface="Times New Roman" panose="02020603050405020304" pitchFamily="18" charset="0"/>
              </a:rPr>
              <a:t>            </a:t>
            </a:r>
            <a:endParaRPr lang="en-US" sz="2400" spc="-5" dirty="0">
              <a:solidFill>
                <a:srgbClr val="000000"/>
              </a:solidFill>
              <a:latin typeface="Georgia"/>
              <a:cs typeface="Georgia"/>
            </a:endParaRPr>
          </a:p>
          <a:p>
            <a:endParaRPr lang="en-US" sz="2400" dirty="0">
              <a:solidFill>
                <a:schemeClr val="dk1"/>
              </a:solidFill>
              <a:latin typeface="Times New Roman" panose="02020603050405020304" pitchFamily="18" charset="0"/>
              <a:cs typeface="Times New Roman" panose="02020603050405020304" pitchFamily="18" charset="0"/>
            </a:endParaRPr>
          </a:p>
          <a:p>
            <a:pPr lvl="0"/>
            <a:endParaRPr lang="en-US" sz="2400" spc="-5" dirty="0">
              <a:solidFill>
                <a:srgbClr val="000000"/>
              </a:solidFill>
              <a:latin typeface="Georgia"/>
              <a:cs typeface="Georgia"/>
            </a:endParaRPr>
          </a:p>
          <a:p>
            <a:pPr lvl="0"/>
            <a:endParaRPr lang="en-US" sz="2200" dirty="0">
              <a:solidFill>
                <a:schemeClr val="dk1"/>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DFEA8DE6-769B-49D7-9AA7-9233C66800A3}" type="datetime1">
              <a:rPr lang="en-US" smtClean="0"/>
              <a:t>2/11/2025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a:p>
        </p:txBody>
      </p:sp>
      <p:sp>
        <p:nvSpPr>
          <p:cNvPr id="8" name="Title 1"/>
          <p:cNvSpPr txBox="1">
            <a:spLocks/>
          </p:cNvSpPr>
          <p:nvPr/>
        </p:nvSpPr>
        <p:spPr>
          <a:xfrm>
            <a:off x="1371600" y="-65313"/>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SYLLABUS</a:t>
            </a:r>
          </a:p>
        </p:txBody>
      </p:sp>
      <p:sp>
        <p:nvSpPr>
          <p:cNvPr id="13" name="Footer Placeholder 12"/>
          <p:cNvSpPr>
            <a:spLocks noGrp="1"/>
          </p:cNvSpPr>
          <p:nvPr>
            <p:ph type="ftr" sz="quarter" idx="11"/>
          </p:nvPr>
        </p:nvSpPr>
        <p:spPr>
          <a:xfrm>
            <a:off x="2286000" y="6248415"/>
            <a:ext cx="5029200" cy="365125"/>
          </a:xfrm>
        </p:spPr>
        <p:txBody>
          <a:bodyPr/>
          <a:lstStyle/>
          <a:p>
            <a:r>
              <a:rPr lang="sv-SE" sz="2000"/>
              <a:t>Dheeraj Tripathi    AOE0861    QM    Unit-2                         </a:t>
            </a:r>
            <a:endParaRPr lang="en-US" sz="2000" dirty="0"/>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pic>
        <p:nvPicPr>
          <p:cNvPr id="4" name="Picture 3">
            <a:extLst>
              <a:ext uri="{FF2B5EF4-FFF2-40B4-BE49-F238E27FC236}">
                <a16:creationId xmlns:a16="http://schemas.microsoft.com/office/drawing/2014/main" id="{55FE0C49-4CAC-069B-3BA7-5B0EDD68A78D}"/>
              </a:ext>
            </a:extLst>
          </p:cNvPr>
          <p:cNvPicPr>
            <a:picLocks noChangeAspect="1"/>
          </p:cNvPicPr>
          <p:nvPr/>
        </p:nvPicPr>
        <p:blipFill>
          <a:blip r:embed="rId4"/>
          <a:stretch>
            <a:fillRect/>
          </a:stretch>
        </p:blipFill>
        <p:spPr>
          <a:xfrm>
            <a:off x="571500" y="479425"/>
            <a:ext cx="8001000" cy="5899150"/>
          </a:xfrm>
          <a:prstGeom prst="rect">
            <a:avLst/>
          </a:prstGeom>
        </p:spPr>
      </p:pic>
    </p:spTree>
    <p:extLst>
      <p:ext uri="{BB962C8B-B14F-4D97-AF65-F5344CB8AC3E}">
        <p14:creationId xmlns:p14="http://schemas.microsoft.com/office/powerpoint/2010/main" val="977377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90601"/>
            <a:ext cx="8305800" cy="5105400"/>
          </a:xfrm>
        </p:spPr>
        <p:txBody>
          <a:bodyPr>
            <a:normAutofit fontScale="92500" lnSpcReduction="10000"/>
          </a:bodyPr>
          <a:lstStyle/>
          <a:p>
            <a:r>
              <a:rPr lang="en-US" sz="2200" dirty="0">
                <a:latin typeface="Times New Roman" panose="02020603050405020304" pitchFamily="18" charset="0"/>
                <a:cs typeface="Times New Roman" panose="02020603050405020304" pitchFamily="18" charset="0"/>
              </a:rPr>
              <a:t>Course objectives		</a:t>
            </a:r>
          </a:p>
          <a:p>
            <a:r>
              <a:rPr lang="en-US" sz="2200" dirty="0">
                <a:latin typeface="Times New Roman" panose="02020603050405020304" pitchFamily="18" charset="0"/>
                <a:cs typeface="Times New Roman" panose="02020603050405020304" pitchFamily="18" charset="0"/>
              </a:rPr>
              <a:t>Course outcomes</a:t>
            </a:r>
          </a:p>
          <a:p>
            <a:r>
              <a:rPr lang="en-US" sz="2200" dirty="0">
                <a:latin typeface="Times New Roman" panose="02020603050405020304" pitchFamily="18" charset="0"/>
                <a:cs typeface="Times New Roman" panose="02020603050405020304" pitchFamily="18" charset="0"/>
              </a:rPr>
              <a:t>Program Outcome</a:t>
            </a:r>
          </a:p>
          <a:p>
            <a:pPr lvl="0"/>
            <a:r>
              <a:rPr lang="en-US" sz="2200" dirty="0">
                <a:solidFill>
                  <a:schemeClr val="dk1"/>
                </a:solidFill>
                <a:latin typeface="Times New Roman" panose="02020603050405020304" pitchFamily="18" charset="0"/>
                <a:cs typeface="Times New Roman" panose="02020603050405020304" pitchFamily="18" charset="0"/>
              </a:rPr>
              <a:t>CO-PO Mapping</a:t>
            </a:r>
          </a:p>
          <a:p>
            <a:pPr lvl="0"/>
            <a:r>
              <a:rPr lang="en-US" sz="2200" dirty="0">
                <a:solidFill>
                  <a:schemeClr val="dk1"/>
                </a:solidFill>
                <a:latin typeface="Times New Roman" panose="02020603050405020304" pitchFamily="18" charset="0"/>
                <a:cs typeface="Times New Roman" panose="02020603050405020304" pitchFamily="18" charset="0"/>
              </a:rPr>
              <a:t>Program Specific Outcome</a:t>
            </a:r>
          </a:p>
          <a:p>
            <a:pPr lvl="0"/>
            <a:r>
              <a:rPr lang="en-US" sz="2200" dirty="0">
                <a:solidFill>
                  <a:schemeClr val="dk1"/>
                </a:solidFill>
                <a:latin typeface="Times New Roman" panose="02020603050405020304" pitchFamily="18" charset="0"/>
                <a:cs typeface="Times New Roman" panose="02020603050405020304" pitchFamily="18" charset="0"/>
              </a:rPr>
              <a:t>CO-PSO Mapping</a:t>
            </a:r>
          </a:p>
          <a:p>
            <a:pPr lvl="0"/>
            <a:r>
              <a:rPr lang="en-US" sz="2200" dirty="0">
                <a:solidFill>
                  <a:schemeClr val="dk1"/>
                </a:solidFill>
                <a:latin typeface="Times New Roman" panose="02020603050405020304" pitchFamily="18" charset="0"/>
                <a:cs typeface="Times New Roman" panose="02020603050405020304" pitchFamily="18" charset="0"/>
              </a:rPr>
              <a:t>Program </a:t>
            </a:r>
            <a:r>
              <a:rPr lang="en-US" sz="2200">
                <a:solidFill>
                  <a:schemeClr val="dk1"/>
                </a:solidFill>
                <a:latin typeface="Times New Roman" panose="02020603050405020304" pitchFamily="18" charset="0"/>
                <a:cs typeface="Times New Roman" panose="02020603050405020304" pitchFamily="18" charset="0"/>
              </a:rPr>
              <a:t>Educational Objectives</a:t>
            </a:r>
            <a:endParaRPr lang="en-US" sz="2200" dirty="0">
              <a:solidFill>
                <a:schemeClr val="dk1"/>
              </a:solidFill>
              <a:latin typeface="Times New Roman" panose="02020603050405020304" pitchFamily="18" charset="0"/>
              <a:cs typeface="Times New Roman" panose="02020603050405020304" pitchFamily="18" charset="0"/>
            </a:endParaRPr>
          </a:p>
          <a:p>
            <a:pPr lvl="0"/>
            <a:r>
              <a:rPr lang="en-US" sz="2200" dirty="0">
                <a:solidFill>
                  <a:schemeClr val="dk1"/>
                </a:solidFill>
                <a:latin typeface="Times New Roman" panose="02020603050405020304" pitchFamily="18" charset="0"/>
                <a:cs typeface="Times New Roman" panose="02020603050405020304" pitchFamily="18" charset="0"/>
              </a:rPr>
              <a:t>Recap  and </a:t>
            </a:r>
            <a:r>
              <a:rPr lang="en-US" sz="2200" dirty="0" err="1">
                <a:solidFill>
                  <a:schemeClr val="dk1"/>
                </a:solidFill>
                <a:latin typeface="Times New Roman" panose="02020603050405020304" pitchFamily="18" charset="0"/>
                <a:cs typeface="Times New Roman" panose="02020603050405020304" pitchFamily="18" charset="0"/>
              </a:rPr>
              <a:t>precap</a:t>
            </a:r>
            <a:endParaRPr lang="en-US" sz="2200" dirty="0">
              <a:solidFill>
                <a:schemeClr val="dk1"/>
              </a:solidFill>
              <a:latin typeface="Times New Roman" panose="02020603050405020304" pitchFamily="18" charset="0"/>
              <a:cs typeface="Times New Roman" panose="02020603050405020304" pitchFamily="18" charset="0"/>
            </a:endParaRPr>
          </a:p>
          <a:p>
            <a:pPr lvl="0"/>
            <a:r>
              <a:rPr lang="en-US" sz="2200" dirty="0">
                <a:solidFill>
                  <a:schemeClr val="dk1"/>
                </a:solidFill>
                <a:latin typeface="Times New Roman" panose="02020603050405020304" pitchFamily="18" charset="0"/>
                <a:cs typeface="Times New Roman" panose="02020603050405020304" pitchFamily="18" charset="0"/>
              </a:rPr>
              <a:t>Syllabus of Unit 2</a:t>
            </a:r>
          </a:p>
          <a:p>
            <a:r>
              <a:rPr lang="en-US" sz="2200" dirty="0">
                <a:solidFill>
                  <a:schemeClr val="dk1"/>
                </a:solidFill>
                <a:latin typeface="Times New Roman" panose="02020603050405020304" pitchFamily="18" charset="0"/>
                <a:cs typeface="Times New Roman" panose="02020603050405020304" pitchFamily="18" charset="0"/>
              </a:rPr>
              <a:t> recap  of  </a:t>
            </a:r>
            <a:r>
              <a:rPr lang="en-US" sz="2200" dirty="0">
                <a:latin typeface="Times New Roman" panose="02020603050405020304" pitchFamily="18" charset="0"/>
                <a:cs typeface="Times New Roman" panose="02020603050405020304" pitchFamily="18" charset="0"/>
              </a:rPr>
              <a:t>Deming point</a:t>
            </a:r>
          </a:p>
          <a:p>
            <a:r>
              <a:rPr lang="en-US" sz="2200" dirty="0">
                <a:solidFill>
                  <a:schemeClr val="dk1"/>
                </a:solidFill>
                <a:latin typeface="Times New Roman" panose="02020603050405020304" pitchFamily="18" charset="0"/>
                <a:cs typeface="Times New Roman" panose="02020603050405020304" pitchFamily="18" charset="0"/>
              </a:rPr>
              <a:t>objective  of  TQM</a:t>
            </a:r>
          </a:p>
          <a:p>
            <a:pPr marL="355600">
              <a:spcBef>
                <a:spcPts val="265"/>
              </a:spcBef>
              <a:tabLst>
                <a:tab pos="354965" algn="l"/>
                <a:tab pos="355600" algn="l"/>
              </a:tabLst>
            </a:pPr>
            <a:r>
              <a:rPr lang="en-US" sz="2200" spc="-5" dirty="0">
                <a:latin typeface="Times New Roman" panose="02020603050405020304" pitchFamily="18" charset="0"/>
                <a:cs typeface="Times New Roman" panose="02020603050405020304" pitchFamily="18" charset="0"/>
              </a:rPr>
              <a:t>TQM details.</a:t>
            </a:r>
          </a:p>
          <a:p>
            <a:pPr marL="355600">
              <a:spcBef>
                <a:spcPts val="265"/>
              </a:spcBef>
              <a:buFont typeface="Arial"/>
              <a:buChar char="•"/>
              <a:tabLst>
                <a:tab pos="354965" algn="l"/>
                <a:tab pos="355600" algn="l"/>
              </a:tabLst>
            </a:pPr>
            <a:r>
              <a:rPr lang="en-US" sz="2200" spc="-5" dirty="0">
                <a:latin typeface="Times New Roman" panose="02020603050405020304" pitchFamily="18" charset="0"/>
                <a:cs typeface="Times New Roman" panose="02020603050405020304" pitchFamily="18" charset="0"/>
              </a:rPr>
              <a:t>Recap of TQM</a:t>
            </a:r>
          </a:p>
          <a:p>
            <a:pPr marL="355600">
              <a:spcBef>
                <a:spcPts val="265"/>
              </a:spcBef>
              <a:buFont typeface="Arial"/>
              <a:buChar char="•"/>
              <a:tabLst>
                <a:tab pos="354965" algn="l"/>
                <a:tab pos="355600" algn="l"/>
              </a:tabLst>
            </a:pPr>
            <a:r>
              <a:rPr lang="en-US" sz="2200" dirty="0">
                <a:solidFill>
                  <a:schemeClr val="dk1"/>
                </a:solidFill>
                <a:latin typeface="Times New Roman" panose="02020603050405020304" pitchFamily="18" charset="0"/>
                <a:cs typeface="Times New Roman" panose="02020603050405020304" pitchFamily="18" charset="0"/>
              </a:rPr>
              <a:t>objective  of  </a:t>
            </a:r>
            <a:r>
              <a:rPr lang="en-US" sz="2200" dirty="0">
                <a:latin typeface="Times New Roman" panose="02020603050405020304" pitchFamily="18" charset="0"/>
                <a:cs typeface="Times New Roman" panose="02020603050405020304" pitchFamily="18" charset="0"/>
              </a:rPr>
              <a:t>Quality councils</a:t>
            </a:r>
          </a:p>
          <a:p>
            <a:pPr marL="355600">
              <a:spcBef>
                <a:spcPts val="265"/>
              </a:spcBef>
              <a:buFont typeface="Arial"/>
              <a:buChar char="•"/>
              <a:tabLst>
                <a:tab pos="354965" algn="l"/>
                <a:tab pos="355600" algn="l"/>
              </a:tabLst>
            </a:pPr>
            <a:r>
              <a:rPr lang="en-US" sz="2200" dirty="0">
                <a:latin typeface="Times New Roman" panose="02020603050405020304" pitchFamily="18" charset="0"/>
                <a:cs typeface="Times New Roman" panose="02020603050405020304" pitchFamily="18" charset="0"/>
              </a:rPr>
              <a:t>Quality councils</a:t>
            </a:r>
          </a:p>
          <a:p>
            <a:pPr marL="355600">
              <a:spcBef>
                <a:spcPts val="265"/>
              </a:spcBef>
              <a:buFont typeface="Arial"/>
              <a:buChar char="•"/>
              <a:tabLst>
                <a:tab pos="354965" algn="l"/>
                <a:tab pos="355600" algn="l"/>
              </a:tabLst>
            </a:pPr>
            <a:endParaRPr lang="en-US" sz="2200"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a:xfrm>
            <a:off x="6553200" y="6356351"/>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3</a:t>
            </a:fld>
            <a:endParaRPr lang="en-US">
              <a:latin typeface="Times New Roman" panose="02020603050405020304" pitchFamily="18" charset="0"/>
              <a:cs typeface="Times New Roman" panose="02020603050405020304" pitchFamily="18" charset="0"/>
            </a:endParaRPr>
          </a:p>
        </p:txBody>
      </p:sp>
      <p:sp>
        <p:nvSpPr>
          <p:cNvPr id="8" name="Title 1"/>
          <p:cNvSpPr txBox="1">
            <a:spLocks/>
          </p:cNvSpPr>
          <p:nvPr/>
        </p:nvSpPr>
        <p:spPr>
          <a:xfrm>
            <a:off x="1371600" y="-65312"/>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CONTENTS</a:t>
            </a:r>
          </a:p>
        </p:txBody>
      </p:sp>
      <p:sp>
        <p:nvSpPr>
          <p:cNvPr id="13" name="Footer Placeholder 12"/>
          <p:cNvSpPr>
            <a:spLocks noGrp="1"/>
          </p:cNvSpPr>
          <p:nvPr>
            <p:ph type="ftr" sz="quarter" idx="11"/>
          </p:nvPr>
        </p:nvSpPr>
        <p:spPr>
          <a:xfrm>
            <a:off x="2286000" y="6248416"/>
            <a:ext cx="5029200" cy="365125"/>
          </a:xfrm>
        </p:spPr>
        <p:txBody>
          <a:bodyPr/>
          <a:lstStyle/>
          <a:p>
            <a:r>
              <a:rPr lang="sv-SE" sz="2000">
                <a:latin typeface="Times New Roman" panose="02020603050405020304" pitchFamily="18" charset="0"/>
                <a:cs typeface="Times New Roman" panose="02020603050405020304" pitchFamily="18" charset="0"/>
              </a:rPr>
              <a:t>Dheeraj Tripathi    AOE0861    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a:xfrm>
            <a:off x="457200" y="6356351"/>
            <a:ext cx="2133600" cy="365125"/>
          </a:xfrm>
        </p:spPr>
        <p:txBody>
          <a:bodyPr/>
          <a:lstStyle/>
          <a:p>
            <a:fld id="{3BED4ABC-5787-4B62-B8C3-ADF7A7DACF99}"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0" y="0"/>
            <a:ext cx="1335878" cy="783037"/>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90600"/>
            <a:ext cx="8305800" cy="5105400"/>
          </a:xfrm>
        </p:spPr>
        <p:txBody>
          <a:bodyPr>
            <a:normAutofit lnSpcReduction="10000"/>
          </a:bodyPr>
          <a:lstStyle/>
          <a:p>
            <a:r>
              <a:rPr lang="en-US" sz="2200" dirty="0">
                <a:solidFill>
                  <a:schemeClr val="dk1"/>
                </a:solidFill>
                <a:latin typeface="Times New Roman" panose="02020603050405020304" pitchFamily="18" charset="0"/>
                <a:cs typeface="Times New Roman" panose="02020603050405020304" pitchFamily="18" charset="0"/>
              </a:rPr>
              <a:t>Recap   of  </a:t>
            </a:r>
            <a:r>
              <a:rPr lang="en-US" sz="2200" dirty="0">
                <a:latin typeface="Times New Roman" panose="02020603050405020304" pitchFamily="18" charset="0"/>
                <a:cs typeface="Times New Roman" panose="02020603050405020304" pitchFamily="18" charset="0"/>
              </a:rPr>
              <a:t>Quality councils</a:t>
            </a:r>
          </a:p>
          <a:p>
            <a:r>
              <a:rPr lang="en-US" sz="2200" dirty="0">
                <a:solidFill>
                  <a:schemeClr val="dk1"/>
                </a:solidFill>
                <a:latin typeface="Times New Roman" panose="02020603050405020304" pitchFamily="18" charset="0"/>
                <a:cs typeface="Times New Roman" panose="02020603050405020304" pitchFamily="18" charset="0"/>
              </a:rPr>
              <a:t>Objective  of  </a:t>
            </a:r>
            <a:r>
              <a:rPr lang="en-US" sz="2200" dirty="0">
                <a:latin typeface="Times New Roman" panose="02020603050405020304" pitchFamily="18" charset="0"/>
                <a:cs typeface="Times New Roman" panose="02020603050405020304" pitchFamily="18" charset="0"/>
              </a:rPr>
              <a:t>Quality cost</a:t>
            </a:r>
          </a:p>
          <a:p>
            <a:r>
              <a:rPr lang="en-US" sz="2200" dirty="0">
                <a:latin typeface="Times New Roman" panose="02020603050405020304" pitchFamily="18" charset="0"/>
                <a:cs typeface="Times New Roman" panose="02020603050405020304" pitchFamily="18" charset="0"/>
              </a:rPr>
              <a:t>Quality cost</a:t>
            </a:r>
          </a:p>
          <a:p>
            <a:r>
              <a:rPr lang="en-US" sz="2200" dirty="0">
                <a:solidFill>
                  <a:schemeClr val="dk1"/>
                </a:solidFill>
                <a:latin typeface="Times New Roman" panose="02020603050405020304" pitchFamily="18" charset="0"/>
                <a:cs typeface="Times New Roman" panose="02020603050405020304" pitchFamily="18" charset="0"/>
              </a:rPr>
              <a:t>Recap of  </a:t>
            </a:r>
            <a:r>
              <a:rPr lang="en-US" sz="2200" dirty="0">
                <a:latin typeface="Times New Roman" panose="02020603050405020304" pitchFamily="18" charset="0"/>
                <a:cs typeface="Times New Roman" panose="02020603050405020304" pitchFamily="18" charset="0"/>
              </a:rPr>
              <a:t>Quality cost</a:t>
            </a:r>
          </a:p>
          <a:p>
            <a:r>
              <a:rPr lang="en-US" sz="2200" dirty="0">
                <a:solidFill>
                  <a:schemeClr val="dk1"/>
                </a:solidFill>
                <a:latin typeface="Times New Roman" panose="02020603050405020304" pitchFamily="18" charset="0"/>
                <a:cs typeface="Times New Roman" panose="02020603050405020304" pitchFamily="18" charset="0"/>
              </a:rPr>
              <a:t>Objective  of  </a:t>
            </a:r>
            <a:r>
              <a:rPr lang="en-US" sz="2200" dirty="0">
                <a:latin typeface="Times New Roman" panose="02020603050405020304" pitchFamily="18" charset="0"/>
                <a:cs typeface="Times New Roman" panose="02020603050405020304" pitchFamily="18" charset="0"/>
              </a:rPr>
              <a:t>team </a:t>
            </a:r>
          </a:p>
          <a:p>
            <a:r>
              <a:rPr lang="en-US" sz="2200" dirty="0">
                <a:latin typeface="Times New Roman" panose="02020603050405020304" pitchFamily="18" charset="0"/>
                <a:cs typeface="Times New Roman" panose="02020603050405020304" pitchFamily="18" charset="0"/>
              </a:rPr>
              <a:t>Team</a:t>
            </a:r>
          </a:p>
          <a:p>
            <a:r>
              <a:rPr lang="en-US" sz="2200" dirty="0">
                <a:latin typeface="Times New Roman" panose="02020603050405020304" pitchFamily="18" charset="0"/>
                <a:cs typeface="Times New Roman" panose="02020603050405020304" pitchFamily="18" charset="0"/>
              </a:rPr>
              <a:t>Video links</a:t>
            </a:r>
          </a:p>
          <a:p>
            <a:r>
              <a:rPr lang="en-US" sz="2200" dirty="0">
                <a:latin typeface="Times New Roman" panose="02020603050405020304" pitchFamily="18" charset="0"/>
                <a:cs typeface="Times New Roman" panose="02020603050405020304" pitchFamily="18" charset="0"/>
              </a:rPr>
              <a:t>Daily quiz</a:t>
            </a:r>
          </a:p>
          <a:p>
            <a:r>
              <a:rPr lang="en-US" sz="2200" dirty="0">
                <a:latin typeface="Times New Roman" panose="02020603050405020304" pitchFamily="18" charset="0"/>
                <a:cs typeface="Times New Roman" panose="02020603050405020304" pitchFamily="18" charset="0"/>
              </a:rPr>
              <a:t>Weekly assignments</a:t>
            </a:r>
          </a:p>
          <a:p>
            <a:r>
              <a:rPr lang="en-US" sz="2200" dirty="0">
                <a:latin typeface="Times New Roman" panose="02020603050405020304" pitchFamily="18" charset="0"/>
                <a:cs typeface="Times New Roman" panose="02020603050405020304" pitchFamily="18" charset="0"/>
              </a:rPr>
              <a:t>MCQs</a:t>
            </a:r>
          </a:p>
          <a:p>
            <a:r>
              <a:rPr lang="en-US" sz="2200" dirty="0">
                <a:latin typeface="Times New Roman" panose="02020603050405020304" pitchFamily="18" charset="0"/>
                <a:cs typeface="Times New Roman" panose="02020603050405020304" pitchFamily="18" charset="0"/>
              </a:rPr>
              <a:t>Old question papers</a:t>
            </a:r>
          </a:p>
          <a:p>
            <a:r>
              <a:rPr lang="en-US" sz="2200" dirty="0">
                <a:latin typeface="Times New Roman" panose="02020603050405020304" pitchFamily="18" charset="0"/>
                <a:cs typeface="Times New Roman" panose="02020603050405020304" pitchFamily="18" charset="0"/>
              </a:rPr>
              <a:t>Expected questions for university exam</a:t>
            </a:r>
          </a:p>
          <a:p>
            <a:r>
              <a:rPr lang="en-US" sz="2200" dirty="0">
                <a:latin typeface="Times New Roman" panose="02020603050405020304" pitchFamily="18" charset="0"/>
                <a:cs typeface="Times New Roman" panose="02020603050405020304" pitchFamily="18" charset="0"/>
              </a:rPr>
              <a:t>Summary</a:t>
            </a:r>
          </a:p>
          <a:p>
            <a:pPr marL="355600">
              <a:spcBef>
                <a:spcPts val="265"/>
              </a:spcBef>
              <a:buFont typeface="Arial"/>
              <a:buChar char="•"/>
              <a:tabLst>
                <a:tab pos="354965" algn="l"/>
                <a:tab pos="355600" algn="l"/>
              </a:tabLst>
            </a:pPr>
            <a:endParaRPr lang="en-US" sz="2200"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4</a:t>
            </a:fld>
            <a:endParaRPr lang="en-US">
              <a:latin typeface="Times New Roman" panose="02020603050405020304" pitchFamily="18" charset="0"/>
              <a:cs typeface="Times New Roman" panose="02020603050405020304" pitchFamily="18" charset="0"/>
            </a:endParaRPr>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CONTENTS</a:t>
            </a:r>
          </a:p>
        </p:txBody>
      </p:sp>
      <p:sp>
        <p:nvSpPr>
          <p:cNvPr id="13" name="Footer Placeholder 12"/>
          <p:cNvSpPr>
            <a:spLocks noGrp="1"/>
          </p:cNvSpPr>
          <p:nvPr>
            <p:ph type="ftr" sz="quarter" idx="11"/>
          </p:nvPr>
        </p:nvSpPr>
        <p:spPr>
          <a:xfrm>
            <a:off x="2286000" y="6248415"/>
            <a:ext cx="5029200" cy="365125"/>
          </a:xfrm>
        </p:spPr>
        <p:txBody>
          <a:bodyPr/>
          <a:lstStyle/>
          <a:p>
            <a:r>
              <a:rPr lang="sv-SE" sz="2000">
                <a:latin typeface="Times New Roman" panose="02020603050405020304" pitchFamily="18" charset="0"/>
                <a:cs typeface="Times New Roman" panose="02020603050405020304" pitchFamily="18" charset="0"/>
              </a:rPr>
              <a:t>Dheeraj Tripathi    AOE0861    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6C7A32E3-A0FD-4D6B-9D2D-7678BD66F76C}"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5</a:t>
            </a:fld>
            <a:endParaRPr lang="en-US" dirty="0">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371600" y="-65313"/>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OBJECTIVES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graphicFrame>
        <p:nvGraphicFramePr>
          <p:cNvPr id="9" name="Content Placeholder 1"/>
          <p:cNvGraphicFramePr>
            <a:graphicFrameLocks/>
          </p:cNvGraphicFramePr>
          <p:nvPr>
            <p:extLst>
              <p:ext uri="{D42A27DB-BD31-4B8C-83A1-F6EECF244321}">
                <p14:modId xmlns:p14="http://schemas.microsoft.com/office/powerpoint/2010/main" val="2511568016"/>
              </p:ext>
            </p:extLst>
          </p:nvPr>
        </p:nvGraphicFramePr>
        <p:xfrm>
          <a:off x="479685" y="1066800"/>
          <a:ext cx="8229600" cy="4647901"/>
        </p:xfrm>
        <a:graphic>
          <a:graphicData uri="http://schemas.openxmlformats.org/drawingml/2006/table">
            <a:tbl>
              <a:tblPr>
                <a:tableStyleId>{93296810-A885-4BE3-A3E7-6D5BEEA58F35}</a:tableStyleId>
              </a:tblPr>
              <a:tblGrid>
                <a:gridCol w="1591380">
                  <a:extLst>
                    <a:ext uri="{9D8B030D-6E8A-4147-A177-3AD203B41FA5}">
                      <a16:colId xmlns:a16="http://schemas.microsoft.com/office/drawing/2014/main" val="20000"/>
                    </a:ext>
                  </a:extLst>
                </a:gridCol>
                <a:gridCol w="6638220">
                  <a:extLst>
                    <a:ext uri="{9D8B030D-6E8A-4147-A177-3AD203B41FA5}">
                      <a16:colId xmlns:a16="http://schemas.microsoft.com/office/drawing/2014/main" val="20001"/>
                    </a:ext>
                  </a:extLst>
                </a:gridCol>
              </a:tblGrid>
              <a:tr h="821101">
                <a:tc>
                  <a:txBody>
                    <a:bodyPr/>
                    <a:lstStyle/>
                    <a:p>
                      <a:r>
                        <a:rPr lang="en-US" sz="2200" dirty="0">
                          <a:latin typeface="Times New Roman" panose="02020603050405020304" pitchFamily="18" charset="0"/>
                          <a:cs typeface="Times New Roman" panose="02020603050405020304" pitchFamily="18" charset="0"/>
                        </a:rPr>
                        <a:t>AOE0861.1</a:t>
                      </a: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42900" marR="0" lvl="0" indent="-342900" algn="just">
                        <a:lnSpc>
                          <a:spcPct val="115000"/>
                        </a:lnSpc>
                        <a:spcBef>
                          <a:spcPts val="0"/>
                        </a:spcBef>
                        <a:spcAft>
                          <a:spcPts val="0"/>
                        </a:spcAft>
                        <a:buFont typeface="+mj-lt"/>
                        <a:buNone/>
                      </a:pPr>
                      <a:r>
                        <a:rPr lang="en-US" sz="2200" dirty="0">
                          <a:latin typeface="Times New Roman" panose="02020603050405020304" pitchFamily="18" charset="0"/>
                          <a:cs typeface="Times New Roman" panose="02020603050405020304" pitchFamily="18" charset="0"/>
                        </a:rPr>
                        <a:t>To learn about common term Quality Concepts</a:t>
                      </a:r>
                    </a:p>
                    <a:p>
                      <a:endParaRPr lang="en-US" dirty="0">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AOE0861.2</a:t>
                      </a:r>
                    </a:p>
                    <a:p>
                      <a:endParaRPr lang="en-US" u="none" dirty="0">
                        <a:solidFill>
                          <a:schemeClr val="bg1"/>
                        </a:solidFill>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u="none" kern="1200" dirty="0">
                          <a:latin typeface="Times New Roman" panose="02020603050405020304" pitchFamily="18" charset="0"/>
                          <a:cs typeface="Times New Roman" panose="02020603050405020304" pitchFamily="18" charset="0"/>
                        </a:rPr>
                        <a:t>To know TQM principle</a:t>
                      </a:r>
                    </a:p>
                    <a:p>
                      <a:endParaRPr lang="en-US" u="none" dirty="0">
                        <a:solidFill>
                          <a:schemeClr val="bg1"/>
                        </a:solidFill>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1"/>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AOE0861.3</a:t>
                      </a:r>
                    </a:p>
                    <a:p>
                      <a:endParaRPr lang="en-US" dirty="0">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latin typeface="Times New Roman" panose="02020603050405020304" pitchFamily="18" charset="0"/>
                          <a:cs typeface="Times New Roman" panose="02020603050405020304" pitchFamily="18" charset="0"/>
                        </a:rPr>
                        <a:t>To understand the importance of different chart like P-charts and C-charts</a:t>
                      </a: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AOE0861.4</a:t>
                      </a:r>
                    </a:p>
                    <a:p>
                      <a:endParaRPr lang="en-US" dirty="0">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kern="1200" dirty="0">
                          <a:latin typeface="Times New Roman" panose="02020603050405020304" pitchFamily="18" charset="0"/>
                          <a:cs typeface="Times New Roman" panose="02020603050405020304" pitchFamily="18" charset="0"/>
                        </a:rPr>
                        <a:t>To know new term PDCE cycle, 5S,Kaizen</a:t>
                      </a:r>
                    </a:p>
                    <a:p>
                      <a:endParaRPr lang="en-US" dirty="0">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AOE0861.5</a:t>
                      </a:r>
                    </a:p>
                    <a:p>
                      <a:endParaRPr lang="en-US" dirty="0">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kern="1200" dirty="0">
                          <a:latin typeface="Times New Roman" panose="02020603050405020304" pitchFamily="18" charset="0"/>
                          <a:cs typeface="Times New Roman" panose="02020603050405020304" pitchFamily="18" charset="0"/>
                        </a:rPr>
                        <a:t>To be aware about different ISO standards and JIT</a:t>
                      </a:r>
                    </a:p>
                    <a:p>
                      <a:endParaRPr lang="en-US" dirty="0">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10" name="Footer Placeholder 12"/>
          <p:cNvSpPr>
            <a:spLocks noGrp="1"/>
          </p:cNvSpPr>
          <p:nvPr>
            <p:ph type="ftr" sz="quarter" idx="11"/>
          </p:nvPr>
        </p:nvSpPr>
        <p:spPr>
          <a:xfrm>
            <a:off x="1600200" y="6248415"/>
            <a:ext cx="6096000" cy="365125"/>
          </a:xfrm>
        </p:spPr>
        <p:txBody>
          <a:bodyPr/>
          <a:lstStyle/>
          <a:p>
            <a:r>
              <a:rPr lang="sv-SE" sz="2000">
                <a:latin typeface="Times New Roman" panose="02020603050405020304" pitchFamily="18" charset="0"/>
                <a:cs typeface="Times New Roman" panose="02020603050405020304" pitchFamily="18" charset="0"/>
              </a:rPr>
              <a:t>Dheeraj Tripathi    AOE0861    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06798AB1-5BD2-4C89-9BAB-98D414DC9D0B}"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pic>
        <p:nvPicPr>
          <p:cNvPr id="11"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6</a:t>
            </a:fld>
            <a:endParaRPr lang="en-US" dirty="0">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371600" y="-65313"/>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OUTCOMES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graphicFrame>
        <p:nvGraphicFramePr>
          <p:cNvPr id="9" name="Content Placeholder 1"/>
          <p:cNvGraphicFramePr>
            <a:graphicFrameLocks/>
          </p:cNvGraphicFramePr>
          <p:nvPr>
            <p:extLst>
              <p:ext uri="{D42A27DB-BD31-4B8C-83A1-F6EECF244321}">
                <p14:modId xmlns:p14="http://schemas.microsoft.com/office/powerpoint/2010/main" val="2290429534"/>
              </p:ext>
            </p:extLst>
          </p:nvPr>
        </p:nvGraphicFramePr>
        <p:xfrm>
          <a:off x="479685" y="1066800"/>
          <a:ext cx="8229600" cy="4647901"/>
        </p:xfrm>
        <a:graphic>
          <a:graphicData uri="http://schemas.openxmlformats.org/drawingml/2006/table">
            <a:tbl>
              <a:tblPr>
                <a:tableStyleId>{93296810-A885-4BE3-A3E7-6D5BEEA58F35}</a:tableStyleId>
              </a:tblPr>
              <a:tblGrid>
                <a:gridCol w="1591380">
                  <a:extLst>
                    <a:ext uri="{9D8B030D-6E8A-4147-A177-3AD203B41FA5}">
                      <a16:colId xmlns:a16="http://schemas.microsoft.com/office/drawing/2014/main" val="20000"/>
                    </a:ext>
                  </a:extLst>
                </a:gridCol>
                <a:gridCol w="6638220">
                  <a:extLst>
                    <a:ext uri="{9D8B030D-6E8A-4147-A177-3AD203B41FA5}">
                      <a16:colId xmlns:a16="http://schemas.microsoft.com/office/drawing/2014/main" val="20001"/>
                    </a:ext>
                  </a:extLst>
                </a:gridCol>
              </a:tblGrid>
              <a:tr h="821101">
                <a:tc>
                  <a:txBody>
                    <a:bodyPr/>
                    <a:lstStyle/>
                    <a:p>
                      <a:r>
                        <a:rPr lang="en-US" sz="2200" dirty="0">
                          <a:latin typeface="Times New Roman" panose="02020603050405020304" pitchFamily="18" charset="0"/>
                          <a:cs typeface="Times New Roman" panose="02020603050405020304" pitchFamily="18" charset="0"/>
                        </a:rPr>
                        <a:t>AOE0861.1</a:t>
                      </a: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latin typeface="Times New Roman" panose="02020603050405020304" pitchFamily="18" charset="0"/>
                          <a:cs typeface="Times New Roman" panose="02020603050405020304" pitchFamily="18" charset="0"/>
                        </a:rPr>
                        <a:t>Define the Quality Concepts and Manufacturing Quality</a:t>
                      </a:r>
                      <a:endParaRPr lang="en-US" sz="2200" b="0" dirty="0">
                        <a:solidFill>
                          <a:srgbClr val="000000"/>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AOE0861.2</a:t>
                      </a:r>
                    </a:p>
                    <a:p>
                      <a:endParaRPr lang="en-US" u="none" dirty="0">
                        <a:solidFill>
                          <a:schemeClr val="bg1"/>
                        </a:solidFill>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just">
                        <a:spcBef>
                          <a:spcPts val="0"/>
                        </a:spcBef>
                        <a:spcAft>
                          <a:spcPts val="0"/>
                        </a:spcAft>
                      </a:pPr>
                      <a:r>
                        <a:rPr lang="en-US" sz="2200" u="none" dirty="0">
                          <a:latin typeface="Times New Roman" panose="02020603050405020304" pitchFamily="18" charset="0"/>
                          <a:cs typeface="Times New Roman" panose="02020603050405020304" pitchFamily="18" charset="0"/>
                        </a:rPr>
                        <a:t> Conceptualize the term Quality Management and relate to this various TQM Principles</a:t>
                      </a:r>
                      <a:endParaRPr lang="en-US" sz="2200" b="0" u="none"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AOE0861.3</a:t>
                      </a:r>
                    </a:p>
                    <a:p>
                      <a:endParaRPr lang="en-US" dirty="0">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latin typeface="Times New Roman" panose="02020603050405020304" pitchFamily="18" charset="0"/>
                          <a:cs typeface="Times New Roman" panose="02020603050405020304" pitchFamily="18" charset="0"/>
                        </a:rPr>
                        <a:t> Analyze the different Tools and Techniques and Control Charts</a:t>
                      </a:r>
                      <a:endParaRPr lang="en-US" sz="2200" b="0" dirty="0">
                        <a:solidFill>
                          <a:srgbClr val="000000"/>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AOE0861.4</a:t>
                      </a:r>
                    </a:p>
                    <a:p>
                      <a:endParaRPr lang="en-US" dirty="0">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latin typeface="Times New Roman" panose="02020603050405020304" pitchFamily="18" charset="0"/>
                          <a:cs typeface="Times New Roman" panose="02020603050405020304" pitchFamily="18" charset="0"/>
                        </a:rPr>
                        <a:t> Distinguish between Defects Diagnosis and Prevention term</a:t>
                      </a:r>
                      <a:endParaRPr lang="en-US" sz="2200" b="0" dirty="0">
                        <a:solidFill>
                          <a:srgbClr val="000000"/>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AOE0861.5</a:t>
                      </a:r>
                    </a:p>
                    <a:p>
                      <a:endParaRPr lang="en-US" dirty="0">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latin typeface="Times New Roman" panose="02020603050405020304" pitchFamily="18" charset="0"/>
                          <a:cs typeface="Times New Roman" panose="02020603050405020304" pitchFamily="18" charset="0"/>
                        </a:rPr>
                        <a:t> Coordinate IS0 and its concept to Quality Management</a:t>
                      </a:r>
                      <a:endParaRPr lang="en-US" sz="2200" b="0" dirty="0">
                        <a:solidFill>
                          <a:srgbClr val="000000"/>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Footer Placeholder 12"/>
          <p:cNvSpPr>
            <a:spLocks noGrp="1"/>
          </p:cNvSpPr>
          <p:nvPr>
            <p:ph type="ftr" sz="quarter" idx="11"/>
          </p:nvPr>
        </p:nvSpPr>
        <p:spPr>
          <a:xfrm>
            <a:off x="2286000" y="6248415"/>
            <a:ext cx="5029200" cy="365125"/>
          </a:xfrm>
        </p:spPr>
        <p:txBody>
          <a:bodyPr/>
          <a:lstStyle/>
          <a:p>
            <a:r>
              <a:rPr lang="sv-SE" sz="2000">
                <a:latin typeface="Times New Roman" panose="02020603050405020304" pitchFamily="18" charset="0"/>
                <a:cs typeface="Times New Roman" panose="02020603050405020304" pitchFamily="18" charset="0"/>
              </a:rPr>
              <a:t>Dheeraj Tripathi    AOE0861    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C770CDC2-3827-4F1D-BEC6-B5570BA0BCBF}"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pic>
        <p:nvPicPr>
          <p:cNvPr id="11"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5B1A7B65-C597-49B6-A05A-EDB96458B673}"/>
              </a:ext>
            </a:extLst>
          </p:cNvPr>
          <p:cNvSpPr>
            <a:spLocks noGrp="1"/>
          </p:cNvSpPr>
          <p:nvPr>
            <p:ph idx="1"/>
          </p:nvPr>
        </p:nvSpPr>
        <p:spPr>
          <a:xfrm>
            <a:off x="533400" y="1004100"/>
            <a:ext cx="8229600" cy="5202636"/>
          </a:xfrm>
        </p:spPr>
        <p:txBody>
          <a:bodyPr>
            <a:normAutofit/>
          </a:bodyPr>
          <a:lstStyle/>
          <a:p>
            <a:pPr eaLnBrk="1" hangingPunct="1">
              <a:buNone/>
            </a:pPr>
            <a:r>
              <a:rPr lang="en-US" sz="2200" dirty="0">
                <a:latin typeface="Times New Roman" panose="02020603050405020304" pitchFamily="18" charset="0"/>
                <a:cs typeface="Times New Roman" panose="02020603050405020304" pitchFamily="18" charset="0"/>
              </a:rPr>
              <a:t>1. Engineering knowledge</a:t>
            </a:r>
          </a:p>
          <a:p>
            <a:pPr eaLnBrk="1" hangingPunct="1">
              <a:buNone/>
            </a:pPr>
            <a:r>
              <a:rPr lang="en-US" altLang="en-US" sz="2200" dirty="0">
                <a:latin typeface="Times New Roman" panose="02020603050405020304" pitchFamily="18" charset="0"/>
                <a:cs typeface="Times New Roman" panose="02020603050405020304" pitchFamily="18" charset="0"/>
              </a:rPr>
              <a:t>2.</a:t>
            </a:r>
            <a:r>
              <a:rPr lang="en-US" sz="2200" dirty="0">
                <a:latin typeface="Times New Roman" panose="02020603050405020304" pitchFamily="18" charset="0"/>
                <a:cs typeface="Times New Roman" panose="02020603050405020304" pitchFamily="18" charset="0"/>
              </a:rPr>
              <a:t> Problem analysis</a:t>
            </a:r>
          </a:p>
          <a:p>
            <a:pPr eaLnBrk="1" hangingPunct="1">
              <a:buNone/>
            </a:pPr>
            <a:r>
              <a:rPr lang="en-US" altLang="en-US" sz="2200" dirty="0">
                <a:latin typeface="Times New Roman" panose="02020603050405020304" pitchFamily="18" charset="0"/>
                <a:cs typeface="Times New Roman" panose="02020603050405020304" pitchFamily="18" charset="0"/>
              </a:rPr>
              <a:t>3.</a:t>
            </a:r>
            <a:r>
              <a:rPr lang="en-US" sz="2200" dirty="0">
                <a:latin typeface="Times New Roman" panose="02020603050405020304" pitchFamily="18" charset="0"/>
                <a:cs typeface="Times New Roman" panose="02020603050405020304" pitchFamily="18" charset="0"/>
              </a:rPr>
              <a:t> Design/development of solutions</a:t>
            </a:r>
          </a:p>
          <a:p>
            <a:pPr eaLnBrk="1" hangingPunct="1">
              <a:buNone/>
            </a:pPr>
            <a:r>
              <a:rPr lang="en-US" altLang="en-US" sz="2200" dirty="0">
                <a:latin typeface="Times New Roman" panose="02020603050405020304" pitchFamily="18" charset="0"/>
                <a:cs typeface="Times New Roman" panose="02020603050405020304" pitchFamily="18" charset="0"/>
              </a:rPr>
              <a:t>4.</a:t>
            </a:r>
            <a:r>
              <a:rPr lang="en-US" sz="2200" dirty="0">
                <a:latin typeface="Times New Roman" panose="02020603050405020304" pitchFamily="18" charset="0"/>
                <a:cs typeface="Times New Roman" panose="02020603050405020304" pitchFamily="18" charset="0"/>
              </a:rPr>
              <a:t> Conduct investigations of complex problems</a:t>
            </a:r>
          </a:p>
          <a:p>
            <a:pPr eaLnBrk="1" hangingPunct="1">
              <a:buNone/>
            </a:pPr>
            <a:r>
              <a:rPr lang="en-US" altLang="en-US" sz="2200" dirty="0">
                <a:latin typeface="Times New Roman" panose="02020603050405020304" pitchFamily="18" charset="0"/>
                <a:cs typeface="Times New Roman" panose="02020603050405020304" pitchFamily="18" charset="0"/>
              </a:rPr>
              <a:t>5.</a:t>
            </a:r>
            <a:r>
              <a:rPr lang="en-US" sz="2200" dirty="0">
                <a:latin typeface="Times New Roman" panose="02020603050405020304" pitchFamily="18" charset="0"/>
                <a:cs typeface="Times New Roman" panose="02020603050405020304" pitchFamily="18" charset="0"/>
              </a:rPr>
              <a:t> Modern tool usage</a:t>
            </a:r>
          </a:p>
          <a:p>
            <a:pPr eaLnBrk="1" hangingPunct="1">
              <a:buNone/>
            </a:pPr>
            <a:r>
              <a:rPr lang="en-US" altLang="en-US" sz="2200" dirty="0">
                <a:latin typeface="Times New Roman" panose="02020603050405020304" pitchFamily="18" charset="0"/>
                <a:cs typeface="Times New Roman" panose="02020603050405020304" pitchFamily="18" charset="0"/>
              </a:rPr>
              <a:t>6.</a:t>
            </a:r>
            <a:r>
              <a:rPr lang="en-US" sz="2200" dirty="0">
                <a:latin typeface="Times New Roman" panose="02020603050405020304" pitchFamily="18" charset="0"/>
                <a:cs typeface="Times New Roman" panose="02020603050405020304" pitchFamily="18" charset="0"/>
              </a:rPr>
              <a:t> The engineer and society</a:t>
            </a:r>
          </a:p>
          <a:p>
            <a:pPr eaLnBrk="1" hangingPunct="1">
              <a:buNone/>
            </a:pPr>
            <a:r>
              <a:rPr lang="en-US" altLang="en-US" sz="2200" dirty="0">
                <a:latin typeface="Times New Roman" panose="02020603050405020304" pitchFamily="18" charset="0"/>
                <a:cs typeface="Times New Roman" panose="02020603050405020304" pitchFamily="18" charset="0"/>
              </a:rPr>
              <a:t>7.</a:t>
            </a:r>
            <a:r>
              <a:rPr lang="en-US" sz="2200" dirty="0">
                <a:latin typeface="Times New Roman" panose="02020603050405020304" pitchFamily="18" charset="0"/>
                <a:cs typeface="Times New Roman" panose="02020603050405020304" pitchFamily="18" charset="0"/>
              </a:rPr>
              <a:t> Environment and sustainability</a:t>
            </a:r>
          </a:p>
          <a:p>
            <a:pPr eaLnBrk="1" hangingPunct="1">
              <a:buNone/>
            </a:pPr>
            <a:r>
              <a:rPr lang="en-US" altLang="en-US" sz="2200" dirty="0">
                <a:latin typeface="Times New Roman" panose="02020603050405020304" pitchFamily="18" charset="0"/>
                <a:cs typeface="Times New Roman" panose="02020603050405020304" pitchFamily="18" charset="0"/>
              </a:rPr>
              <a:t>8.</a:t>
            </a:r>
            <a:r>
              <a:rPr lang="en-US" sz="2200" dirty="0">
                <a:latin typeface="Times New Roman" panose="02020603050405020304" pitchFamily="18" charset="0"/>
                <a:cs typeface="Times New Roman" panose="02020603050405020304" pitchFamily="18" charset="0"/>
              </a:rPr>
              <a:t> Ethics</a:t>
            </a:r>
          </a:p>
          <a:p>
            <a:pPr eaLnBrk="1" hangingPunct="1">
              <a:buNone/>
            </a:pPr>
            <a:r>
              <a:rPr lang="en-US" altLang="en-US" sz="2200" dirty="0">
                <a:latin typeface="Times New Roman" panose="02020603050405020304" pitchFamily="18" charset="0"/>
                <a:cs typeface="Times New Roman" panose="02020603050405020304" pitchFamily="18" charset="0"/>
              </a:rPr>
              <a:t>9.</a:t>
            </a:r>
            <a:r>
              <a:rPr lang="en-US" sz="2200" dirty="0">
                <a:latin typeface="Times New Roman" panose="02020603050405020304" pitchFamily="18" charset="0"/>
                <a:cs typeface="Times New Roman" panose="02020603050405020304" pitchFamily="18" charset="0"/>
              </a:rPr>
              <a:t> Individual and team work</a:t>
            </a:r>
          </a:p>
          <a:p>
            <a:pPr eaLnBrk="1" hangingPunct="1">
              <a:buNone/>
            </a:pPr>
            <a:r>
              <a:rPr lang="en-US" altLang="en-US" sz="2200" dirty="0">
                <a:latin typeface="Times New Roman" panose="02020603050405020304" pitchFamily="18" charset="0"/>
                <a:cs typeface="Times New Roman" panose="02020603050405020304" pitchFamily="18" charset="0"/>
              </a:rPr>
              <a:t>10.</a:t>
            </a:r>
            <a:r>
              <a:rPr lang="en-US" sz="2200" dirty="0">
                <a:latin typeface="Times New Roman" panose="02020603050405020304" pitchFamily="18" charset="0"/>
                <a:cs typeface="Times New Roman" panose="02020603050405020304" pitchFamily="18" charset="0"/>
              </a:rPr>
              <a:t> Communication</a:t>
            </a:r>
          </a:p>
          <a:p>
            <a:pPr eaLnBrk="1" hangingPunct="1">
              <a:buNone/>
            </a:pPr>
            <a:r>
              <a:rPr lang="en-US" altLang="en-US" sz="2200" dirty="0">
                <a:latin typeface="Times New Roman" panose="02020603050405020304" pitchFamily="18" charset="0"/>
                <a:cs typeface="Times New Roman" panose="02020603050405020304" pitchFamily="18" charset="0"/>
              </a:rPr>
              <a:t>11.</a:t>
            </a:r>
            <a:r>
              <a:rPr lang="en-US" sz="2200" dirty="0">
                <a:latin typeface="Times New Roman" panose="02020603050405020304" pitchFamily="18" charset="0"/>
                <a:cs typeface="Times New Roman" panose="02020603050405020304" pitchFamily="18" charset="0"/>
              </a:rPr>
              <a:t> Project management and finance</a:t>
            </a:r>
          </a:p>
          <a:p>
            <a:pPr eaLnBrk="1" hangingPunct="1">
              <a:buNone/>
            </a:pPr>
            <a:r>
              <a:rPr lang="en-US" altLang="en-US" sz="2200" dirty="0">
                <a:latin typeface="Times New Roman" panose="02020603050405020304" pitchFamily="18" charset="0"/>
                <a:cs typeface="Times New Roman" panose="02020603050405020304" pitchFamily="18" charset="0"/>
              </a:rPr>
              <a:t>12.</a:t>
            </a:r>
            <a:r>
              <a:rPr lang="en-US" sz="2200" dirty="0">
                <a:latin typeface="Times New Roman" panose="02020603050405020304" pitchFamily="18" charset="0"/>
                <a:cs typeface="Times New Roman" panose="02020603050405020304" pitchFamily="18" charset="0"/>
              </a:rPr>
              <a:t> Life-long learning</a:t>
            </a:r>
            <a:endParaRPr lang="en-US" altLang="en-US" sz="2200" dirty="0">
              <a:latin typeface="Times New Roman" panose="02020603050405020304" pitchFamily="18" charset="0"/>
              <a:cs typeface="Times New Roman" panose="02020603050405020304" pitchFamily="18" charset="0"/>
            </a:endParaRPr>
          </a:p>
          <a:p>
            <a:pPr eaLnBrk="1" hangingPunct="1"/>
            <a:endParaRPr lang="en-US" altLang="en-US" sz="22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endParaRPr lang="en-US" altLang="en-US" sz="22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endParaRPr lang="en-US" altLang="en-US" sz="22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708BBE5-2643-4F5D-9408-C65C8A01CF17}"/>
              </a:ext>
            </a:extLst>
          </p:cNvPr>
          <p:cNvSpPr>
            <a:spLocks noGrp="1"/>
          </p:cNvSpPr>
          <p:nvPr>
            <p:ph type="dt" sz="quarter" idx="10"/>
          </p:nvPr>
        </p:nvSpPr>
        <p:spPr/>
        <p:txBody>
          <a:bodyPr/>
          <a:lstStyle/>
          <a:p>
            <a:pPr>
              <a:defRPr/>
            </a:pPr>
            <a:fld id="{FDFFFC65-0AA7-4A7A-A42E-E6410B34709F}"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D6BB4067-E2E4-4311-8E0F-C9B41D37465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B4F6E4-3803-42DB-B2BF-0D92B52FBCDF}" type="slidenum">
              <a:rPr lang="en-US" altLang="en-US">
                <a:solidFill>
                  <a:srgbClr val="898989"/>
                </a:solidFill>
                <a:latin typeface="Times New Roman" panose="02020603050405020304" pitchFamily="18" charset="0"/>
                <a:cs typeface="Times New Roman" panose="02020603050405020304" pitchFamily="18" charset="0"/>
              </a:rPr>
              <a:pPr eaLnBrk="1" hangingPunct="1"/>
              <a:t>7</a:t>
            </a:fld>
            <a:endParaRPr lang="en-US" altLang="en-US">
              <a:solidFill>
                <a:srgbClr val="898989"/>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EE8848A3-4949-45B2-8CCF-B3ECA21DE740}"/>
              </a:ext>
            </a:extLst>
          </p:cNvPr>
          <p:cNvSpPr txBox="1">
            <a:spLocks/>
          </p:cNvSpPr>
          <p:nvPr/>
        </p:nvSpPr>
        <p:spPr>
          <a:xfrm>
            <a:off x="1371600" y="-65314"/>
            <a:ext cx="7772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2400" dirty="0">
                <a:latin typeface="Times New Roman" panose="02020603050405020304" pitchFamily="18" charset="0"/>
                <a:cs typeface="Times New Roman" panose="02020603050405020304" pitchFamily="18" charset="0"/>
              </a:rPr>
              <a:t>PROGRAM OUTCOME</a:t>
            </a:r>
          </a:p>
        </p:txBody>
      </p:sp>
      <p:pic>
        <p:nvPicPr>
          <p:cNvPr id="5126" name="Picture 2" descr="E:\NIET\Project\xLogo11.png.pagespeed.ic.pydHLuCQEZ.png">
            <a:extLst>
              <a:ext uri="{FF2B5EF4-FFF2-40B4-BE49-F238E27FC236}">
                <a16:creationId xmlns:a16="http://schemas.microsoft.com/office/drawing/2014/main" id="{346322A1-7256-40E3-AFE2-4816C2A994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44780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ooter Placeholder 12">
            <a:extLst>
              <a:ext uri="{FF2B5EF4-FFF2-40B4-BE49-F238E27FC236}">
                <a16:creationId xmlns:a16="http://schemas.microsoft.com/office/drawing/2014/main" id="{6FA00553-970E-4494-8393-F217E60B36B8}"/>
              </a:ext>
            </a:extLst>
          </p:cNvPr>
          <p:cNvSpPr>
            <a:spLocks noGrp="1"/>
          </p:cNvSpPr>
          <p:nvPr>
            <p:ph type="ftr" sz="quarter" idx="11"/>
          </p:nvPr>
        </p:nvSpPr>
        <p:spPr>
          <a:xfrm>
            <a:off x="2286000" y="6248400"/>
            <a:ext cx="5029200" cy="365125"/>
          </a:xfrm>
        </p:spPr>
        <p:txBody>
          <a:bodyPr/>
          <a:lstStyle/>
          <a:p>
            <a:pPr>
              <a:defRPr/>
            </a:pPr>
            <a:r>
              <a:rPr lang="pt-BR">
                <a:latin typeface="Times New Roman" panose="02020603050405020304" pitchFamily="18" charset="0"/>
                <a:cs typeface="Times New Roman" panose="02020603050405020304" pitchFamily="18" charset="0"/>
              </a:rPr>
              <a:t>Dheeraj Tripathi    AOE0861    QM    Unit-2                         </a:t>
            </a:r>
            <a:endParaRPr lang="en-US" dirty="0">
              <a:latin typeface="Times New Roman" panose="02020603050405020304" pitchFamily="18" charset="0"/>
              <a:cs typeface="Times New Roman" panose="02020603050405020304" pitchFamily="18" charset="0"/>
            </a:endParaRPr>
          </a:p>
        </p:txBody>
      </p:sp>
      <p:pic>
        <p:nvPicPr>
          <p:cNvPr id="9"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Tree>
    <p:extLst>
      <p:ext uri="{BB962C8B-B14F-4D97-AF65-F5344CB8AC3E}">
        <p14:creationId xmlns:p14="http://schemas.microsoft.com/office/powerpoint/2010/main" val="3969733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90800" y="6324600"/>
            <a:ext cx="5486400" cy="533400"/>
          </a:xfrm>
        </p:spPr>
        <p:txBody>
          <a:bodyPr/>
          <a:lstStyle/>
          <a:p>
            <a:r>
              <a:rPr lang="sv-SE" sz="2000">
                <a:latin typeface="Times New Roman" panose="02020603050405020304" pitchFamily="18" charset="0"/>
                <a:cs typeface="Times New Roman" panose="02020603050405020304" pitchFamily="18" charset="0"/>
              </a:rPr>
              <a:t>Dheeraj Tripathi    AOE0861    QM    Unit-2                         </a:t>
            </a:r>
            <a:endParaRPr lang="en-US" sz="20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8</a:t>
            </a:fld>
            <a:endParaRPr lang="en-US" dirty="0">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371600" y="-21759"/>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CO-PO Mapping</a:t>
            </a:r>
          </a:p>
        </p:txBody>
      </p:sp>
      <p:graphicFrame>
        <p:nvGraphicFramePr>
          <p:cNvPr id="12" name="Table 11"/>
          <p:cNvGraphicFramePr>
            <a:graphicFrameLocks noGrp="1"/>
          </p:cNvGraphicFramePr>
          <p:nvPr>
            <p:extLst>
              <p:ext uri="{D42A27DB-BD31-4B8C-83A1-F6EECF244321}">
                <p14:modId xmlns:p14="http://schemas.microsoft.com/office/powerpoint/2010/main" val="2151296970"/>
              </p:ext>
            </p:extLst>
          </p:nvPr>
        </p:nvGraphicFramePr>
        <p:xfrm>
          <a:off x="152400" y="914401"/>
          <a:ext cx="8915400" cy="5257798"/>
        </p:xfrm>
        <a:graphic>
          <a:graphicData uri="http://schemas.openxmlformats.org/drawingml/2006/table">
            <a:tbl>
              <a:tblPr>
                <a:tableStyleId>{93296810-A885-4BE3-A3E7-6D5BEEA58F35}</a:tableStyleId>
              </a:tblPr>
              <a:tblGrid>
                <a:gridCol w="953655">
                  <a:extLst>
                    <a:ext uri="{9D8B030D-6E8A-4147-A177-3AD203B41FA5}">
                      <a16:colId xmlns:a16="http://schemas.microsoft.com/office/drawing/2014/main" val="20000"/>
                    </a:ext>
                  </a:extLst>
                </a:gridCol>
                <a:gridCol w="953655">
                  <a:extLst>
                    <a:ext uri="{9D8B030D-6E8A-4147-A177-3AD203B41FA5}">
                      <a16:colId xmlns:a16="http://schemas.microsoft.com/office/drawing/2014/main" val="20001"/>
                    </a:ext>
                  </a:extLst>
                </a:gridCol>
                <a:gridCol w="544945">
                  <a:extLst>
                    <a:ext uri="{9D8B030D-6E8A-4147-A177-3AD203B41FA5}">
                      <a16:colId xmlns:a16="http://schemas.microsoft.com/office/drawing/2014/main" val="20002"/>
                    </a:ext>
                  </a:extLst>
                </a:gridCol>
                <a:gridCol w="595745">
                  <a:extLst>
                    <a:ext uri="{9D8B030D-6E8A-4147-A177-3AD203B41FA5}">
                      <a16:colId xmlns:a16="http://schemas.microsoft.com/office/drawing/2014/main" val="20003"/>
                    </a:ext>
                  </a:extLst>
                </a:gridCol>
                <a:gridCol w="584970">
                  <a:extLst>
                    <a:ext uri="{9D8B030D-6E8A-4147-A177-3AD203B41FA5}">
                      <a16:colId xmlns:a16="http://schemas.microsoft.com/office/drawing/2014/main" val="20004"/>
                    </a:ext>
                  </a:extLst>
                </a:gridCol>
                <a:gridCol w="669829">
                  <a:extLst>
                    <a:ext uri="{9D8B030D-6E8A-4147-A177-3AD203B41FA5}">
                      <a16:colId xmlns:a16="http://schemas.microsoft.com/office/drawing/2014/main" val="20005"/>
                    </a:ext>
                  </a:extLst>
                </a:gridCol>
                <a:gridCol w="669829">
                  <a:extLst>
                    <a:ext uri="{9D8B030D-6E8A-4147-A177-3AD203B41FA5}">
                      <a16:colId xmlns:a16="http://schemas.microsoft.com/office/drawing/2014/main" val="20006"/>
                    </a:ext>
                  </a:extLst>
                </a:gridCol>
                <a:gridCol w="669829">
                  <a:extLst>
                    <a:ext uri="{9D8B030D-6E8A-4147-A177-3AD203B41FA5}">
                      <a16:colId xmlns:a16="http://schemas.microsoft.com/office/drawing/2014/main" val="20007"/>
                    </a:ext>
                  </a:extLst>
                </a:gridCol>
                <a:gridCol w="669829">
                  <a:extLst>
                    <a:ext uri="{9D8B030D-6E8A-4147-A177-3AD203B41FA5}">
                      <a16:colId xmlns:a16="http://schemas.microsoft.com/office/drawing/2014/main" val="20008"/>
                    </a:ext>
                  </a:extLst>
                </a:gridCol>
                <a:gridCol w="669829">
                  <a:extLst>
                    <a:ext uri="{9D8B030D-6E8A-4147-A177-3AD203B41FA5}">
                      <a16:colId xmlns:a16="http://schemas.microsoft.com/office/drawing/2014/main" val="20009"/>
                    </a:ext>
                  </a:extLst>
                </a:gridCol>
                <a:gridCol w="669829">
                  <a:extLst>
                    <a:ext uri="{9D8B030D-6E8A-4147-A177-3AD203B41FA5}">
                      <a16:colId xmlns:a16="http://schemas.microsoft.com/office/drawing/2014/main" val="20010"/>
                    </a:ext>
                  </a:extLst>
                </a:gridCol>
                <a:gridCol w="669829">
                  <a:extLst>
                    <a:ext uri="{9D8B030D-6E8A-4147-A177-3AD203B41FA5}">
                      <a16:colId xmlns:a16="http://schemas.microsoft.com/office/drawing/2014/main" val="20011"/>
                    </a:ext>
                  </a:extLst>
                </a:gridCol>
                <a:gridCol w="593627">
                  <a:extLst>
                    <a:ext uri="{9D8B030D-6E8A-4147-A177-3AD203B41FA5}">
                      <a16:colId xmlns:a16="http://schemas.microsoft.com/office/drawing/2014/main" val="20012"/>
                    </a:ext>
                  </a:extLst>
                </a:gridCol>
              </a:tblGrid>
              <a:tr h="751114">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CO</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PO1</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PO2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PO3</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PO4</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PO5</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PO6</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PO7</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PO8</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PO9</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PO10</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PO11</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PO12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51114">
                <a:tc>
                  <a:txBody>
                    <a:bodyPr/>
                    <a:lstStyle/>
                    <a:p>
                      <a:pPr marL="0" marR="0" algn="ctr">
                        <a:lnSpc>
                          <a:spcPct val="115000"/>
                        </a:lnSpc>
                        <a:spcBef>
                          <a:spcPts val="0"/>
                        </a:spcBef>
                        <a:spcAft>
                          <a:spcPts val="1000"/>
                        </a:spcAft>
                      </a:pPr>
                      <a:r>
                        <a:rPr lang="en-US" sz="1800" dirty="0">
                          <a:latin typeface="Times New Roman" panose="02020603050405020304" pitchFamily="18" charset="0"/>
                          <a:cs typeface="Times New Roman" panose="02020603050405020304" pitchFamily="18" charset="0"/>
                        </a:rPr>
                        <a:t>AOE0861.1</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1</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1</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1</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1</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3</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51114">
                <a:tc>
                  <a:txBody>
                    <a:bodyPr/>
                    <a:lstStyle/>
                    <a:p>
                      <a:pPr marL="0" marR="0" algn="ctr">
                        <a:lnSpc>
                          <a:spcPct val="115000"/>
                        </a:lnSpc>
                        <a:spcBef>
                          <a:spcPts val="0"/>
                        </a:spcBef>
                        <a:spcAft>
                          <a:spcPts val="1000"/>
                        </a:spcAft>
                      </a:pPr>
                      <a:r>
                        <a:rPr lang="en-US" sz="1800" dirty="0">
                          <a:latin typeface="Times New Roman" panose="02020603050405020304" pitchFamily="18" charset="0"/>
                          <a:cs typeface="Times New Roman" panose="02020603050405020304" pitchFamily="18" charset="0"/>
                        </a:rPr>
                        <a:t>AOE0861.2</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1</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1</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1</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2"/>
                  </a:ext>
                </a:extLst>
              </a:tr>
              <a:tr h="751114">
                <a:tc>
                  <a:txBody>
                    <a:bodyPr/>
                    <a:lstStyle/>
                    <a:p>
                      <a:pPr marL="0" marR="0" algn="ctr">
                        <a:lnSpc>
                          <a:spcPct val="115000"/>
                        </a:lnSpc>
                        <a:spcBef>
                          <a:spcPts val="0"/>
                        </a:spcBef>
                        <a:spcAft>
                          <a:spcPts val="1000"/>
                        </a:spcAft>
                      </a:pPr>
                      <a:r>
                        <a:rPr lang="en-US" sz="1800" dirty="0">
                          <a:latin typeface="Times New Roman" panose="02020603050405020304" pitchFamily="18" charset="0"/>
                          <a:cs typeface="Times New Roman" panose="02020603050405020304" pitchFamily="18" charset="0"/>
                        </a:rPr>
                        <a:t>AOE0861.3</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3</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1</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1</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3</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51114">
                <a:tc>
                  <a:txBody>
                    <a:bodyPr/>
                    <a:lstStyle/>
                    <a:p>
                      <a:pPr marL="0" marR="0" algn="ctr">
                        <a:lnSpc>
                          <a:spcPct val="115000"/>
                        </a:lnSpc>
                        <a:spcBef>
                          <a:spcPts val="0"/>
                        </a:spcBef>
                        <a:spcAft>
                          <a:spcPts val="1000"/>
                        </a:spcAft>
                      </a:pPr>
                      <a:r>
                        <a:rPr lang="en-US" sz="1800" dirty="0">
                          <a:latin typeface="Times New Roman" panose="02020603050405020304" pitchFamily="18" charset="0"/>
                          <a:cs typeface="Times New Roman" panose="02020603050405020304" pitchFamily="18" charset="0"/>
                        </a:rPr>
                        <a:t>AOE0861.4</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3</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3</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1</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1</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751114">
                <a:tc>
                  <a:txBody>
                    <a:bodyPr/>
                    <a:lstStyle/>
                    <a:p>
                      <a:pPr marL="0" marR="0" algn="ctr">
                        <a:lnSpc>
                          <a:spcPct val="115000"/>
                        </a:lnSpc>
                        <a:spcBef>
                          <a:spcPts val="0"/>
                        </a:spcBef>
                        <a:spcAft>
                          <a:spcPts val="1000"/>
                        </a:spcAft>
                      </a:pPr>
                      <a:r>
                        <a:rPr lang="en-US" sz="1800" dirty="0">
                          <a:latin typeface="Times New Roman" panose="02020603050405020304" pitchFamily="18" charset="0"/>
                          <a:cs typeface="Times New Roman" panose="02020603050405020304" pitchFamily="18" charset="0"/>
                        </a:rPr>
                        <a:t>AOE0861.5</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3</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3</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1</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1</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751114">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Avg</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latin typeface="Times New Roman" panose="02020603050405020304" pitchFamily="18" charset="0"/>
                          <a:cs typeface="Times New Roman" panose="02020603050405020304" pitchFamily="18" charset="0"/>
                        </a:rPr>
                        <a:t>3</a:t>
                      </a:r>
                      <a:endParaRPr lang="en-US" sz="180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latin typeface="Times New Roman" panose="02020603050405020304" pitchFamily="18" charset="0"/>
                          <a:cs typeface="Times New Roman" panose="02020603050405020304" pitchFamily="18" charset="0"/>
                        </a:rPr>
                        <a:t>2.6</a:t>
                      </a:r>
                      <a:endParaRPr lang="en-US" sz="180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latin typeface="Times New Roman" panose="02020603050405020304" pitchFamily="18" charset="0"/>
                          <a:cs typeface="Times New Roman" panose="02020603050405020304" pitchFamily="18" charset="0"/>
                        </a:rPr>
                        <a:t>2.6</a:t>
                      </a:r>
                      <a:endParaRPr lang="en-US" sz="180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latin typeface="Times New Roman" panose="02020603050405020304" pitchFamily="18" charset="0"/>
                          <a:cs typeface="Times New Roman" panose="02020603050405020304" pitchFamily="18" charset="0"/>
                        </a:rPr>
                        <a:t>2.4</a:t>
                      </a:r>
                      <a:endParaRPr lang="en-US" sz="180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latin typeface="Times New Roman" panose="02020603050405020304" pitchFamily="18" charset="0"/>
                          <a:cs typeface="Times New Roman" panose="02020603050405020304" pitchFamily="18" charset="0"/>
                        </a:rPr>
                        <a:t>1</a:t>
                      </a:r>
                      <a:endParaRPr lang="en-US" sz="180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Times New Roman" panose="02020603050405020304" pitchFamily="18" charset="0"/>
                          <a:cs typeface="Times New Roman" panose="02020603050405020304" pitchFamily="18" charset="0"/>
                        </a:rPr>
                        <a:t>1.6</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Times New Roman" panose="02020603050405020304" pitchFamily="18" charset="0"/>
                          <a:cs typeface="Times New Roman" panose="02020603050405020304" pitchFamily="18" charset="0"/>
                        </a:rPr>
                        <a:t>1</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Times New Roman" panose="02020603050405020304" pitchFamily="18" charset="0"/>
                          <a:cs typeface="Times New Roman" panose="02020603050405020304" pitchFamily="18" charset="0"/>
                        </a:rPr>
                        <a:t>2.2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Times New Roman" panose="02020603050405020304" pitchFamily="18" charset="0"/>
                          <a:cs typeface="Times New Roman" panose="02020603050405020304" pitchFamily="18" charset="0"/>
                        </a:rPr>
                        <a:t>3</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 name="Date Placeholder 1"/>
          <p:cNvSpPr>
            <a:spLocks noGrp="1"/>
          </p:cNvSpPr>
          <p:nvPr>
            <p:ph type="dt" sz="half" idx="10"/>
          </p:nvPr>
        </p:nvSpPr>
        <p:spPr/>
        <p:txBody>
          <a:bodyPr/>
          <a:lstStyle/>
          <a:p>
            <a:fld id="{2C6D3140-9FB7-40C9-9E97-149D9D691E61}"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pic>
        <p:nvPicPr>
          <p:cNvPr id="9"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5B1A7B65-C597-49B6-A05A-EDB96458B673}"/>
              </a:ext>
            </a:extLst>
          </p:cNvPr>
          <p:cNvSpPr>
            <a:spLocks noGrp="1"/>
          </p:cNvSpPr>
          <p:nvPr>
            <p:ph idx="1"/>
          </p:nvPr>
        </p:nvSpPr>
        <p:spPr>
          <a:xfrm>
            <a:off x="533400" y="1004100"/>
            <a:ext cx="8229600" cy="5202636"/>
          </a:xfrm>
        </p:spPr>
        <p:txBody>
          <a:bodyPr>
            <a:normAutofit/>
          </a:bodyPr>
          <a:lstStyle/>
          <a:p>
            <a:pPr eaLnBrk="1" hangingPunct="1">
              <a:buFont typeface="Arial" panose="020B0604020202020204" pitchFamily="34" charset="0"/>
              <a:buNone/>
            </a:pPr>
            <a:endParaRPr lang="en-US" altLang="en-US" sz="22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endParaRPr lang="en-US" altLang="en-US" sz="22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708BBE5-2643-4F5D-9408-C65C8A01CF17}"/>
              </a:ext>
            </a:extLst>
          </p:cNvPr>
          <p:cNvSpPr>
            <a:spLocks noGrp="1"/>
          </p:cNvSpPr>
          <p:nvPr>
            <p:ph type="dt" sz="quarter" idx="10"/>
          </p:nvPr>
        </p:nvSpPr>
        <p:spPr/>
        <p:txBody>
          <a:bodyPr/>
          <a:lstStyle/>
          <a:p>
            <a:pPr>
              <a:defRPr/>
            </a:pPr>
            <a:fld id="{F0A0ABFC-544A-4BC6-ABC7-9D0475250436}"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D6BB4067-E2E4-4311-8E0F-C9B41D37465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B4F6E4-3803-42DB-B2BF-0D92B52FBCDF}" type="slidenum">
              <a:rPr lang="en-US" altLang="en-US">
                <a:solidFill>
                  <a:srgbClr val="898989"/>
                </a:solidFill>
                <a:latin typeface="Times New Roman" panose="02020603050405020304" pitchFamily="18" charset="0"/>
                <a:cs typeface="Times New Roman" panose="02020603050405020304" pitchFamily="18" charset="0"/>
              </a:rPr>
              <a:pPr eaLnBrk="1" hangingPunct="1"/>
              <a:t>9</a:t>
            </a:fld>
            <a:endParaRPr lang="en-US" altLang="en-US">
              <a:solidFill>
                <a:srgbClr val="898989"/>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EE8848A3-4949-45B2-8CCF-B3ECA21DE740}"/>
              </a:ext>
            </a:extLst>
          </p:cNvPr>
          <p:cNvSpPr txBox="1">
            <a:spLocks/>
          </p:cNvSpPr>
          <p:nvPr/>
        </p:nvSpPr>
        <p:spPr>
          <a:xfrm>
            <a:off x="1371600" y="-65315"/>
            <a:ext cx="7772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2400" dirty="0">
                <a:latin typeface="Times New Roman" panose="02020603050405020304" pitchFamily="18" charset="0"/>
                <a:cs typeface="Times New Roman" panose="02020603050405020304" pitchFamily="18" charset="0"/>
              </a:rPr>
              <a:t>PROGRAM SPECIFIC OUTCOME</a:t>
            </a:r>
          </a:p>
        </p:txBody>
      </p:sp>
      <p:pic>
        <p:nvPicPr>
          <p:cNvPr id="5126" name="Picture 2" descr="E:\NIET\Project\xLogo11.png.pagespeed.ic.pydHLuCQEZ.png">
            <a:extLst>
              <a:ext uri="{FF2B5EF4-FFF2-40B4-BE49-F238E27FC236}">
                <a16:creationId xmlns:a16="http://schemas.microsoft.com/office/drawing/2014/main" id="{346322A1-7256-40E3-AFE2-4816C2A994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44780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ooter Placeholder 12">
            <a:extLst>
              <a:ext uri="{FF2B5EF4-FFF2-40B4-BE49-F238E27FC236}">
                <a16:creationId xmlns:a16="http://schemas.microsoft.com/office/drawing/2014/main" id="{6FA00553-970E-4494-8393-F217E60B36B8}"/>
              </a:ext>
            </a:extLst>
          </p:cNvPr>
          <p:cNvSpPr>
            <a:spLocks noGrp="1"/>
          </p:cNvSpPr>
          <p:nvPr>
            <p:ph type="ftr" sz="quarter" idx="11"/>
          </p:nvPr>
        </p:nvSpPr>
        <p:spPr>
          <a:xfrm>
            <a:off x="2286000" y="6248400"/>
            <a:ext cx="5029200" cy="365125"/>
          </a:xfrm>
        </p:spPr>
        <p:txBody>
          <a:bodyPr/>
          <a:lstStyle/>
          <a:p>
            <a:pPr>
              <a:defRPr/>
            </a:pPr>
            <a:r>
              <a:rPr lang="pt-BR">
                <a:latin typeface="Times New Roman" panose="02020603050405020304" pitchFamily="18" charset="0"/>
                <a:cs typeface="Times New Roman" panose="02020603050405020304" pitchFamily="18" charset="0"/>
              </a:rPr>
              <a:t>Dheeraj Tripathi    AOE0861    QM    Unit-2                         </a:t>
            </a:r>
            <a:endParaRPr lang="en-US" dirty="0">
              <a:latin typeface="Times New Roman" panose="02020603050405020304" pitchFamily="18" charset="0"/>
              <a:cs typeface="Times New Roman" panose="02020603050405020304" pitchFamily="18" charset="0"/>
            </a:endParaRPr>
          </a:p>
        </p:txBody>
      </p:sp>
      <p:pic>
        <p:nvPicPr>
          <p:cNvPr id="9"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
        <p:nvSpPr>
          <p:cNvPr id="11" name="Content Placeholder 2">
            <a:extLst>
              <a:ext uri="{FF2B5EF4-FFF2-40B4-BE49-F238E27FC236}">
                <a16:creationId xmlns:a16="http://schemas.microsoft.com/office/drawing/2014/main" id="{726A2084-274C-41B1-8454-558D0521AB91}"/>
              </a:ext>
            </a:extLst>
          </p:cNvPr>
          <p:cNvSpPr txBox="1">
            <a:spLocks/>
          </p:cNvSpPr>
          <p:nvPr/>
        </p:nvSpPr>
        <p:spPr bwMode="auto">
          <a:xfrm>
            <a:off x="381000" y="1143000"/>
            <a:ext cx="8531506" cy="5081587"/>
          </a:xfrm>
          <a:prstGeom prst="rect">
            <a:avLst/>
          </a:prstGeom>
          <a:noFill/>
          <a:ln w="9525">
            <a:noFill/>
            <a:miter lim="800000"/>
            <a:headEnd/>
            <a:tailEnd/>
          </a:ln>
        </p:spPr>
        <p:txBody>
          <a:bodyPr>
            <a:normAutofit/>
          </a:bodyPr>
          <a:lstStyle/>
          <a:p>
            <a:pPr algn="just"/>
            <a:r>
              <a:rPr lang="en-US" dirty="0">
                <a:latin typeface="Times New Roman" panose="02020603050405020304" pitchFamily="18" charset="0"/>
                <a:cs typeface="Times New Roman" panose="02020603050405020304" pitchFamily="18" charset="0"/>
              </a:rPr>
              <a:t>On successful completion of graduation degree, The computer Science &amp; Engineering graduates will be able to:</a:t>
            </a:r>
          </a:p>
          <a:p>
            <a:pPr algn="just"/>
            <a:r>
              <a:rPr lang="en-US" dirty="0">
                <a:latin typeface="Times New Roman" panose="02020603050405020304" pitchFamily="18" charset="0"/>
                <a:cs typeface="Times New Roman" panose="02020603050405020304" pitchFamily="18" charset="0"/>
              </a:rPr>
              <a:t> </a:t>
            </a:r>
          </a:p>
          <a:p>
            <a:pPr algn="just"/>
            <a:r>
              <a:rPr lang="en-US" sz="2000" b="1" dirty="0">
                <a:latin typeface="Times New Roman" panose="02020603050405020304" pitchFamily="18" charset="0"/>
                <a:cs typeface="Times New Roman" panose="02020603050405020304" pitchFamily="18" charset="0"/>
              </a:rPr>
              <a:t>PSO1</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identify, analyze real world problems and design their ethical solutions using artificial intelligence, robotics, virtual/augmented reality, data analytics, block chain technology, and cloud computing.</a:t>
            </a:r>
          </a:p>
          <a:p>
            <a:pPr algn="just"/>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PSO2:</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design and develop the hardware sensor devices and related interfacing software systems for solving complex engineering problems.</a:t>
            </a:r>
          </a:p>
          <a:p>
            <a:pPr algn="just"/>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PSO 3:</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understand inter-disciplinary computing techniques and to apply them in the design of advanced computing.</a:t>
            </a:r>
          </a:p>
          <a:p>
            <a:pPr algn="just"/>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PSO 4</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conduct investigation of complex problem with the help of technical, managerial, leadership qualities, and modern engineering tools provided by industry sponsored laboratories.</a:t>
            </a:r>
          </a:p>
          <a:p>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543002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90800" y="6324600"/>
            <a:ext cx="5486400" cy="533400"/>
          </a:xfrm>
        </p:spPr>
        <p:txBody>
          <a:bodyPr/>
          <a:lstStyle/>
          <a:p>
            <a:r>
              <a:rPr lang="sv-SE" sz="2000">
                <a:latin typeface="Times New Roman" panose="02020603050405020304" pitchFamily="18" charset="0"/>
                <a:cs typeface="Times New Roman" panose="02020603050405020304" pitchFamily="18" charset="0"/>
              </a:rPr>
              <a:t>Dheeraj Tripathi    AOE0861    QM    Unit-2                         </a:t>
            </a:r>
            <a:endParaRPr lang="en-US" sz="20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10</a:t>
            </a:fld>
            <a:endParaRPr lang="en-US" dirty="0">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371600" y="-21759"/>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 PSO Mapping</a:t>
            </a:r>
          </a:p>
        </p:txBody>
      </p:sp>
      <p:graphicFrame>
        <p:nvGraphicFramePr>
          <p:cNvPr id="9" name="Table 8"/>
          <p:cNvGraphicFramePr>
            <a:graphicFrameLocks noGrp="1"/>
          </p:cNvGraphicFramePr>
          <p:nvPr>
            <p:extLst>
              <p:ext uri="{D42A27DB-BD31-4B8C-83A1-F6EECF244321}">
                <p14:modId xmlns:p14="http://schemas.microsoft.com/office/powerpoint/2010/main" val="2524574420"/>
              </p:ext>
            </p:extLst>
          </p:nvPr>
        </p:nvGraphicFramePr>
        <p:xfrm>
          <a:off x="609600" y="1066802"/>
          <a:ext cx="8001000" cy="4876795"/>
        </p:xfrm>
        <a:graphic>
          <a:graphicData uri="http://schemas.openxmlformats.org/drawingml/2006/table">
            <a:tbl>
              <a:tblPr>
                <a:tableStyleId>{93296810-A885-4BE3-A3E7-6D5BEEA58F35}</a:tableStyleId>
              </a:tblPr>
              <a:tblGrid>
                <a:gridCol w="20002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tblGrid>
              <a:tr h="696685">
                <a:tc>
                  <a:txBody>
                    <a:bodyPr/>
                    <a:lstStyle/>
                    <a:p>
                      <a:pPr marL="0" marR="0">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CO</a:t>
                      </a:r>
                      <a:endParaRPr lang="en-US" sz="22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PSO1</a:t>
                      </a:r>
                      <a:endParaRPr lang="en-US" sz="22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latin typeface="Times New Roman" panose="02020603050405020304" pitchFamily="18" charset="0"/>
                          <a:cs typeface="Times New Roman" panose="02020603050405020304" pitchFamily="18" charset="0"/>
                        </a:rPr>
                        <a:t>PSO2</a:t>
                      </a:r>
                      <a:endParaRPr lang="en-US" sz="22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latin typeface="Times New Roman" panose="02020603050405020304" pitchFamily="18" charset="0"/>
                          <a:cs typeface="Times New Roman" panose="02020603050405020304" pitchFamily="18" charset="0"/>
                        </a:rPr>
                        <a:t>PSO3</a:t>
                      </a:r>
                      <a:endParaRPr lang="en-US" sz="22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96685">
                <a:tc>
                  <a:txBody>
                    <a:bodyPr/>
                    <a:lstStyle/>
                    <a:p>
                      <a:pPr marL="0" marR="0">
                        <a:lnSpc>
                          <a:spcPct val="115000"/>
                        </a:lnSpc>
                        <a:spcBef>
                          <a:spcPts val="0"/>
                        </a:spcBef>
                        <a:spcAft>
                          <a:spcPts val="1000"/>
                        </a:spcAft>
                      </a:pPr>
                      <a:r>
                        <a:rPr lang="en-US" sz="2200" dirty="0">
                          <a:latin typeface="Times New Roman" panose="02020603050405020304" pitchFamily="18" charset="0"/>
                          <a:cs typeface="Times New Roman" panose="02020603050405020304" pitchFamily="18" charset="0"/>
                        </a:rPr>
                        <a:t>AOE0861.1</a:t>
                      </a:r>
                      <a:endParaRPr lang="en-US" sz="22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3</a:t>
                      </a:r>
                      <a:endParaRPr lang="en-US" sz="22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2</a:t>
                      </a:r>
                      <a:endParaRPr lang="en-US" sz="22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latin typeface="Times New Roman" panose="02020603050405020304" pitchFamily="18" charset="0"/>
                          <a:cs typeface="Times New Roman" panose="02020603050405020304" pitchFamily="18" charset="0"/>
                        </a:rPr>
                        <a:t>3</a:t>
                      </a:r>
                      <a:endParaRPr lang="en-US" sz="22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96685">
                <a:tc>
                  <a:txBody>
                    <a:bodyPr/>
                    <a:lstStyle/>
                    <a:p>
                      <a:pPr marL="0" marR="0">
                        <a:lnSpc>
                          <a:spcPct val="115000"/>
                        </a:lnSpc>
                        <a:spcBef>
                          <a:spcPts val="0"/>
                        </a:spcBef>
                        <a:spcAft>
                          <a:spcPts val="1000"/>
                        </a:spcAft>
                      </a:pPr>
                      <a:r>
                        <a:rPr lang="en-US" sz="2200" dirty="0">
                          <a:latin typeface="Times New Roman" panose="02020603050405020304" pitchFamily="18" charset="0"/>
                          <a:cs typeface="Times New Roman" panose="02020603050405020304" pitchFamily="18" charset="0"/>
                        </a:rPr>
                        <a:t>AOE0861.2</a:t>
                      </a:r>
                      <a:endParaRPr lang="en-US" sz="2200" dirty="0">
                        <a:solidFill>
                          <a:srgbClr val="FF0000"/>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3</a:t>
                      </a:r>
                      <a:endParaRPr lang="en-US" sz="2200" dirty="0">
                        <a:solidFill>
                          <a:srgbClr val="FF0000"/>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2</a:t>
                      </a:r>
                      <a:endParaRPr lang="en-US" sz="2200" dirty="0">
                        <a:solidFill>
                          <a:srgbClr val="FF0000"/>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2</a:t>
                      </a:r>
                      <a:endParaRPr lang="en-US" sz="2200" dirty="0">
                        <a:solidFill>
                          <a:srgbClr val="FF0000"/>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2"/>
                  </a:ext>
                </a:extLst>
              </a:tr>
              <a:tr h="696685">
                <a:tc>
                  <a:txBody>
                    <a:bodyPr/>
                    <a:lstStyle/>
                    <a:p>
                      <a:pPr marL="0" marR="0">
                        <a:lnSpc>
                          <a:spcPct val="115000"/>
                        </a:lnSpc>
                        <a:spcBef>
                          <a:spcPts val="0"/>
                        </a:spcBef>
                        <a:spcAft>
                          <a:spcPts val="1000"/>
                        </a:spcAft>
                      </a:pPr>
                      <a:r>
                        <a:rPr lang="en-US" sz="2200" dirty="0">
                          <a:latin typeface="Times New Roman" panose="02020603050405020304" pitchFamily="18" charset="0"/>
                          <a:cs typeface="Times New Roman" panose="02020603050405020304" pitchFamily="18" charset="0"/>
                        </a:rPr>
                        <a:t>AOE0861.3</a:t>
                      </a:r>
                      <a:endParaRPr lang="en-US" sz="2200" dirty="0">
                        <a:solidFill>
                          <a:schemeClr val="tx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3</a:t>
                      </a:r>
                      <a:endParaRPr lang="en-US" sz="2200" dirty="0">
                        <a:solidFill>
                          <a:schemeClr val="tx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2</a:t>
                      </a:r>
                      <a:endParaRPr lang="en-US" sz="2200" dirty="0">
                        <a:solidFill>
                          <a:schemeClr val="tx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3</a:t>
                      </a:r>
                      <a:endParaRPr lang="en-US" sz="2200" dirty="0">
                        <a:solidFill>
                          <a:schemeClr val="tx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96685">
                <a:tc>
                  <a:txBody>
                    <a:bodyPr/>
                    <a:lstStyle/>
                    <a:p>
                      <a:pPr marL="0" marR="0">
                        <a:lnSpc>
                          <a:spcPct val="115000"/>
                        </a:lnSpc>
                        <a:spcBef>
                          <a:spcPts val="0"/>
                        </a:spcBef>
                        <a:spcAft>
                          <a:spcPts val="1000"/>
                        </a:spcAft>
                      </a:pPr>
                      <a:r>
                        <a:rPr lang="en-US" sz="2200" dirty="0">
                          <a:latin typeface="Times New Roman" panose="02020603050405020304" pitchFamily="18" charset="0"/>
                          <a:cs typeface="Times New Roman" panose="02020603050405020304" pitchFamily="18" charset="0"/>
                        </a:rPr>
                        <a:t>AOE0861.4</a:t>
                      </a:r>
                      <a:endParaRPr lang="en-US" sz="2200" dirty="0">
                        <a:solidFill>
                          <a:schemeClr val="tx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3</a:t>
                      </a:r>
                      <a:endParaRPr lang="en-US" sz="2200" dirty="0">
                        <a:solidFill>
                          <a:schemeClr val="tx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3</a:t>
                      </a:r>
                      <a:endParaRPr lang="en-US" sz="2200" dirty="0">
                        <a:solidFill>
                          <a:schemeClr val="tx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3</a:t>
                      </a:r>
                      <a:endParaRPr lang="en-US" sz="2200" dirty="0">
                        <a:solidFill>
                          <a:schemeClr val="tx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96685">
                <a:tc>
                  <a:txBody>
                    <a:bodyPr/>
                    <a:lstStyle/>
                    <a:p>
                      <a:pPr marL="0" marR="0">
                        <a:lnSpc>
                          <a:spcPct val="115000"/>
                        </a:lnSpc>
                        <a:spcBef>
                          <a:spcPts val="0"/>
                        </a:spcBef>
                        <a:spcAft>
                          <a:spcPts val="1000"/>
                        </a:spcAft>
                      </a:pPr>
                      <a:r>
                        <a:rPr lang="en-US" sz="2200" dirty="0">
                          <a:latin typeface="Times New Roman" panose="02020603050405020304" pitchFamily="18" charset="0"/>
                          <a:cs typeface="Times New Roman" panose="02020603050405020304" pitchFamily="18" charset="0"/>
                        </a:rPr>
                        <a:t>AOE0861.5</a:t>
                      </a:r>
                      <a:endParaRPr lang="en-US" sz="22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latin typeface="Times New Roman" panose="02020603050405020304" pitchFamily="18" charset="0"/>
                          <a:cs typeface="Times New Roman" panose="02020603050405020304" pitchFamily="18" charset="0"/>
                        </a:rPr>
                        <a:t>3</a:t>
                      </a:r>
                      <a:endParaRPr lang="en-US" sz="22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2</a:t>
                      </a:r>
                      <a:endParaRPr lang="en-US" sz="22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3</a:t>
                      </a:r>
                      <a:endParaRPr lang="en-US" sz="22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696685">
                <a:tc>
                  <a:txBody>
                    <a:bodyPr/>
                    <a:lstStyle/>
                    <a:p>
                      <a:pPr marL="0" marR="0">
                        <a:lnSpc>
                          <a:spcPct val="115000"/>
                        </a:lnSpc>
                        <a:spcBef>
                          <a:spcPts val="0"/>
                        </a:spcBef>
                        <a:spcAft>
                          <a:spcPts val="0"/>
                        </a:spcAft>
                      </a:pPr>
                      <a:r>
                        <a:rPr lang="en-US" sz="2200">
                          <a:latin typeface="Times New Roman" panose="02020603050405020304" pitchFamily="18" charset="0"/>
                          <a:cs typeface="Times New Roman" panose="02020603050405020304" pitchFamily="18" charset="0"/>
                        </a:rPr>
                        <a:t>Avg</a:t>
                      </a:r>
                      <a:endParaRPr lang="en-US" sz="22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2200">
                          <a:latin typeface="Times New Roman" panose="02020603050405020304" pitchFamily="18" charset="0"/>
                          <a:cs typeface="Times New Roman" panose="02020603050405020304" pitchFamily="18" charset="0"/>
                        </a:rPr>
                        <a:t>3</a:t>
                      </a:r>
                      <a:endParaRPr lang="en-US" sz="220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2200">
                          <a:latin typeface="Times New Roman" panose="02020603050405020304" pitchFamily="18" charset="0"/>
                          <a:cs typeface="Times New Roman" panose="02020603050405020304" pitchFamily="18" charset="0"/>
                        </a:rPr>
                        <a:t>2.2</a:t>
                      </a:r>
                      <a:endParaRPr lang="en-US" sz="220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2200" dirty="0">
                          <a:latin typeface="Times New Roman" panose="02020603050405020304" pitchFamily="18" charset="0"/>
                          <a:cs typeface="Times New Roman" panose="02020603050405020304" pitchFamily="18" charset="0"/>
                        </a:rPr>
                        <a:t>2.8</a:t>
                      </a:r>
                      <a:endParaRPr lang="en-US" sz="2200" dirty="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 name="Date Placeholder 1"/>
          <p:cNvSpPr>
            <a:spLocks noGrp="1"/>
          </p:cNvSpPr>
          <p:nvPr>
            <p:ph type="dt" sz="half" idx="10"/>
          </p:nvPr>
        </p:nvSpPr>
        <p:spPr/>
        <p:txBody>
          <a:bodyPr/>
          <a:lstStyle/>
          <a:p>
            <a:fld id="{C8838041-4D2B-4AC9-BA8E-3C62C57A15E4}"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5B1A7B65-C597-49B6-A05A-EDB96458B673}"/>
              </a:ext>
            </a:extLst>
          </p:cNvPr>
          <p:cNvSpPr>
            <a:spLocks noGrp="1"/>
          </p:cNvSpPr>
          <p:nvPr>
            <p:ph idx="1"/>
          </p:nvPr>
        </p:nvSpPr>
        <p:spPr>
          <a:xfrm>
            <a:off x="208344" y="1142999"/>
            <a:ext cx="8554656" cy="5081587"/>
          </a:xfrm>
        </p:spPr>
        <p:txBody>
          <a:bodyPr/>
          <a:lstStyle/>
          <a:p>
            <a:pPr eaLnBrk="1" hangingPunct="1">
              <a:buFont typeface="Arial" panose="020B0604020202020204" pitchFamily="34" charset="0"/>
              <a:buNone/>
            </a:pPr>
            <a:endParaRPr lang="en-US" altLang="en-US" sz="2200" dirty="0">
              <a:latin typeface="Times New Roman" panose="02020603050405020304" pitchFamily="18" charset="0"/>
              <a:cs typeface="Times New Roman" panose="02020603050405020304" pitchFamily="18" charset="0"/>
            </a:endParaRPr>
          </a:p>
          <a:p>
            <a:pPr eaLnBrk="1" hangingPunct="1"/>
            <a:endParaRPr lang="en-US" altLang="en-US" sz="22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endParaRPr lang="en-US" altLang="en-US" sz="22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endParaRPr lang="en-US" altLang="en-US" sz="22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708BBE5-2643-4F5D-9408-C65C8A01CF17}"/>
              </a:ext>
            </a:extLst>
          </p:cNvPr>
          <p:cNvSpPr>
            <a:spLocks noGrp="1"/>
          </p:cNvSpPr>
          <p:nvPr>
            <p:ph type="dt" sz="quarter" idx="10"/>
          </p:nvPr>
        </p:nvSpPr>
        <p:spPr/>
        <p:txBody>
          <a:bodyPr/>
          <a:lstStyle/>
          <a:p>
            <a:pPr>
              <a:defRPr/>
            </a:pPr>
            <a:fld id="{BBE7FC98-AE45-4CF5-80CF-469BB37F965E}"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D6BB4067-E2E4-4311-8E0F-C9B41D37465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B4F6E4-3803-42DB-B2BF-0D92B52FBCDF}" type="slidenum">
              <a:rPr lang="en-US" altLang="en-US">
                <a:solidFill>
                  <a:srgbClr val="898989"/>
                </a:solidFill>
                <a:latin typeface="Times New Roman" panose="02020603050405020304" pitchFamily="18" charset="0"/>
                <a:cs typeface="Times New Roman" panose="02020603050405020304" pitchFamily="18" charset="0"/>
              </a:rPr>
              <a:pPr eaLnBrk="1" hangingPunct="1"/>
              <a:t>11</a:t>
            </a:fld>
            <a:endParaRPr lang="en-US" altLang="en-US">
              <a:solidFill>
                <a:srgbClr val="898989"/>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EE8848A3-4949-45B2-8CCF-B3ECA21DE740}"/>
              </a:ext>
            </a:extLst>
          </p:cNvPr>
          <p:cNvSpPr txBox="1">
            <a:spLocks/>
          </p:cNvSpPr>
          <p:nvPr/>
        </p:nvSpPr>
        <p:spPr>
          <a:xfrm>
            <a:off x="1371600" y="-65314"/>
            <a:ext cx="7772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2400" dirty="0">
                <a:latin typeface="Times New Roman" panose="02020603050405020304" pitchFamily="18" charset="0"/>
                <a:cs typeface="Times New Roman" panose="02020603050405020304" pitchFamily="18" charset="0"/>
              </a:rPr>
              <a:t>Program Educational Objectives</a:t>
            </a:r>
          </a:p>
        </p:txBody>
      </p:sp>
      <p:pic>
        <p:nvPicPr>
          <p:cNvPr id="5126" name="Picture 2" descr="E:\NIET\Project\xLogo11.png.pagespeed.ic.pydHLuCQEZ.png">
            <a:extLst>
              <a:ext uri="{FF2B5EF4-FFF2-40B4-BE49-F238E27FC236}">
                <a16:creationId xmlns:a16="http://schemas.microsoft.com/office/drawing/2014/main" id="{346322A1-7256-40E3-AFE2-4816C2A994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44780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ooter Placeholder 12">
            <a:extLst>
              <a:ext uri="{FF2B5EF4-FFF2-40B4-BE49-F238E27FC236}">
                <a16:creationId xmlns:a16="http://schemas.microsoft.com/office/drawing/2014/main" id="{6FA00553-970E-4494-8393-F217E60B36B8}"/>
              </a:ext>
            </a:extLst>
          </p:cNvPr>
          <p:cNvSpPr>
            <a:spLocks noGrp="1"/>
          </p:cNvSpPr>
          <p:nvPr>
            <p:ph type="ftr" sz="quarter" idx="11"/>
          </p:nvPr>
        </p:nvSpPr>
        <p:spPr>
          <a:xfrm>
            <a:off x="2286000" y="6248400"/>
            <a:ext cx="5029200" cy="365125"/>
          </a:xfrm>
        </p:spPr>
        <p:txBody>
          <a:bodyPr/>
          <a:lstStyle/>
          <a:p>
            <a:pPr>
              <a:defRPr/>
            </a:pPr>
            <a:r>
              <a:rPr lang="pt-BR">
                <a:latin typeface="Times New Roman" panose="02020603050405020304" pitchFamily="18" charset="0"/>
                <a:cs typeface="Times New Roman" panose="02020603050405020304" pitchFamily="18" charset="0"/>
              </a:rPr>
              <a:t>Dheeraj Tripathi    AOE0861    QM    Unit-2                         </a:t>
            </a:r>
            <a:endParaRPr lang="en-US" dirty="0">
              <a:latin typeface="Times New Roman" panose="02020603050405020304" pitchFamily="18" charset="0"/>
              <a:cs typeface="Times New Roman" panose="02020603050405020304" pitchFamily="18" charset="0"/>
            </a:endParaRPr>
          </a:p>
        </p:txBody>
      </p:sp>
      <p:pic>
        <p:nvPicPr>
          <p:cNvPr id="9"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
        <p:nvSpPr>
          <p:cNvPr id="3" name="Rectangle 2"/>
          <p:cNvSpPr/>
          <p:nvPr/>
        </p:nvSpPr>
        <p:spPr>
          <a:xfrm>
            <a:off x="457200" y="849086"/>
            <a:ext cx="8582628" cy="5493812"/>
          </a:xfrm>
          <a:prstGeom prst="rect">
            <a:avLst/>
          </a:prstGeom>
        </p:spPr>
        <p:txBody>
          <a:bodyPr wrap="square">
            <a:spAutoFit/>
          </a:bodyPr>
          <a:lstStyle/>
          <a:p>
            <a:pPr marL="0" marR="0" algn="just">
              <a:lnSpc>
                <a:spcPct val="150000"/>
              </a:lnSpc>
              <a:spcBef>
                <a:spcPts val="0"/>
              </a:spcBef>
              <a:spcAft>
                <a:spcPts val="0"/>
              </a:spcAft>
            </a:pPr>
            <a:r>
              <a:rPr lang="en-US" b="1" dirty="0">
                <a:latin typeface="Times New Roman" panose="02020603050405020304" pitchFamily="18" charset="0"/>
                <a:ea typeface="Times New Roman" panose="02020603050405020304" pitchFamily="18" charset="0"/>
                <a:cs typeface="Times New Roman" panose="02020603050405020304" pitchFamily="18" charset="0"/>
              </a:rPr>
              <a:t>PEO 1: </a:t>
            </a:r>
            <a:r>
              <a:rPr lang="en-US" dirty="0">
                <a:latin typeface="Times New Roman" panose="02020603050405020304" pitchFamily="18" charset="0"/>
                <a:ea typeface="Times New Roman" panose="02020603050405020304" pitchFamily="18" charset="0"/>
                <a:cs typeface="Times New Roman" panose="02020603050405020304" pitchFamily="18" charset="0"/>
              </a:rPr>
              <a:t>To have an excellent scientific and engineering breadth so as to comprehend, analyze, design and provide sustainable solutions for real-life problems using state-of-the-art technologies.</a:t>
            </a:r>
          </a:p>
          <a:p>
            <a:pPr marL="0" marR="0" algn="just">
              <a:lnSpc>
                <a:spcPct val="150000"/>
              </a:lnSpc>
              <a:spcBef>
                <a:spcPts val="0"/>
              </a:spcBef>
              <a:spcAft>
                <a:spcPts val="0"/>
              </a:spcAft>
            </a:pP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lnSpc>
                <a:spcPct val="150000"/>
              </a:lnSpc>
              <a:spcBef>
                <a:spcPts val="0"/>
              </a:spcBef>
              <a:spcAft>
                <a:spcPts val="0"/>
              </a:spcAft>
            </a:pPr>
            <a:r>
              <a:rPr lang="en-US" b="1" dirty="0">
                <a:latin typeface="Times New Roman" panose="02020603050405020304" pitchFamily="18" charset="0"/>
                <a:ea typeface="Times New Roman" panose="02020603050405020304" pitchFamily="18" charset="0"/>
                <a:cs typeface="Times New Roman" panose="02020603050405020304" pitchFamily="18" charset="0"/>
              </a:rPr>
              <a:t> PEO 2: </a:t>
            </a:r>
            <a:r>
              <a:rPr lang="en-US" dirty="0">
                <a:latin typeface="Times New Roman" panose="02020603050405020304" pitchFamily="18" charset="0"/>
                <a:ea typeface="Times New Roman" panose="02020603050405020304" pitchFamily="18" charset="0"/>
                <a:cs typeface="Times New Roman" panose="02020603050405020304" pitchFamily="18" charset="0"/>
              </a:rPr>
              <a:t>To have a successful career in industries, to pursue higher studies or to support entrepreneurial endeavors and to face the global challenges.</a:t>
            </a:r>
          </a:p>
          <a:p>
            <a:pPr marL="0" marR="0" algn="just">
              <a:lnSpc>
                <a:spcPct val="150000"/>
              </a:lnSpc>
              <a:spcBef>
                <a:spcPts val="0"/>
              </a:spcBef>
              <a:spcAft>
                <a:spcPts val="0"/>
              </a:spcAft>
            </a:pP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lnSpc>
                <a:spcPct val="150000"/>
              </a:lnSpc>
              <a:spcBef>
                <a:spcPts val="0"/>
              </a:spcBef>
              <a:spcAft>
                <a:spcPts val="0"/>
              </a:spcAft>
            </a:pPr>
            <a:r>
              <a:rPr lang="en-US" b="1" dirty="0">
                <a:latin typeface="Times New Roman" panose="02020603050405020304" pitchFamily="18" charset="0"/>
                <a:ea typeface="Times New Roman" panose="02020603050405020304" pitchFamily="18" charset="0"/>
                <a:cs typeface="Times New Roman" panose="02020603050405020304" pitchFamily="18" charset="0"/>
              </a:rPr>
              <a:t>PEO 3:</a:t>
            </a:r>
            <a:r>
              <a:rPr lang="en-US" dirty="0">
                <a:latin typeface="Times New Roman" panose="02020603050405020304" pitchFamily="18" charset="0"/>
                <a:ea typeface="Times New Roman" panose="02020603050405020304" pitchFamily="18" charset="0"/>
                <a:cs typeface="Times New Roman" panose="02020603050405020304" pitchFamily="18" charset="0"/>
              </a:rPr>
              <a:t>To have an effective communication skills, professional attitude, ethical values and a desire to learn specific knowledge in emerging trends, technologies for research, innovation and product development and contribution to society.</a:t>
            </a:r>
          </a:p>
          <a:p>
            <a:pPr marL="0" marR="0" algn="just">
              <a:lnSpc>
                <a:spcPct val="150000"/>
              </a:lnSpc>
              <a:spcBef>
                <a:spcPts val="0"/>
              </a:spcBef>
              <a:spcAft>
                <a:spcPts val="0"/>
              </a:spcAft>
            </a:pP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ea typeface="Times New Roman" panose="02020603050405020304" pitchFamily="18" charset="0"/>
                <a:cs typeface="Times New Roman" panose="02020603050405020304" pitchFamily="18" charset="0"/>
              </a:rPr>
              <a:t>PEO 4:  </a:t>
            </a:r>
            <a:r>
              <a:rPr lang="en-US" dirty="0">
                <a:latin typeface="Times New Roman" panose="02020603050405020304" pitchFamily="18" charset="0"/>
                <a:ea typeface="Times New Roman" panose="02020603050405020304" pitchFamily="18" charset="0"/>
                <a:cs typeface="Times New Roman" panose="02020603050405020304" pitchFamily="18" charset="0"/>
              </a:rPr>
              <a:t>To have life-long learning for up-skilling and re-skilling for successful professional career as engineer, scientist, entrepreneur and bureaucrat for betterment of society.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44718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12</a:t>
            </a:fld>
            <a:endParaRPr lang="en-US">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371600" y="-65314"/>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400" dirty="0">
                <a:latin typeface="Times New Roman" panose="02020603050405020304" pitchFamily="18" charset="0"/>
                <a:cs typeface="Times New Roman" panose="02020603050405020304" pitchFamily="18" charset="0"/>
              </a:rPr>
              <a:t>Objective  of Quality Council</a:t>
            </a: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Times New Roman" panose="02020603050405020304" pitchFamily="18" charset="0"/>
                <a:cs typeface="Times New Roman" panose="02020603050405020304" pitchFamily="18" charset="0"/>
              </a:rPr>
              <a:t>Dheeraj Tripathi    AOE0861    QM    Unit-2                         </a:t>
            </a:r>
            <a:endParaRPr lang="en-US" sz="2000" dirty="0">
              <a:latin typeface="Times New Roman" panose="02020603050405020304" pitchFamily="18" charset="0"/>
              <a:cs typeface="Times New Roman" panose="02020603050405020304" pitchFamily="18" charset="0"/>
            </a:endParaRPr>
          </a:p>
        </p:txBody>
      </p:sp>
      <p:sp>
        <p:nvSpPr>
          <p:cNvPr id="10" name="Rectangle 9"/>
          <p:cNvSpPr/>
          <p:nvPr/>
        </p:nvSpPr>
        <p:spPr>
          <a:xfrm>
            <a:off x="1104900" y="1828800"/>
            <a:ext cx="7391400" cy="14478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latin typeface="Times New Roman" panose="02020603050405020304" pitchFamily="18" charset="0"/>
                <a:cs typeface="Times New Roman" panose="02020603050405020304" pitchFamily="18" charset="0"/>
              </a:rPr>
              <a:t>Develop the strategic long-term plan with goals and the annual quality improvement program with objectives</a:t>
            </a:r>
          </a:p>
        </p:txBody>
      </p:sp>
      <p:sp>
        <p:nvSpPr>
          <p:cNvPr id="2" name="Date Placeholder 1"/>
          <p:cNvSpPr>
            <a:spLocks noGrp="1"/>
          </p:cNvSpPr>
          <p:nvPr>
            <p:ph type="dt" sz="half" idx="10"/>
          </p:nvPr>
        </p:nvSpPr>
        <p:spPr/>
        <p:txBody>
          <a:bodyPr/>
          <a:lstStyle/>
          <a:p>
            <a:fld id="{0CC02776-4D64-4933-891A-EC3B6ECA8E5A}"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pic>
        <p:nvPicPr>
          <p:cNvPr id="11"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Tree>
    <p:extLst>
      <p:ext uri="{BB962C8B-B14F-4D97-AF65-F5344CB8AC3E}">
        <p14:creationId xmlns:p14="http://schemas.microsoft.com/office/powerpoint/2010/main" val="39193118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686800" cy="5507452"/>
          </a:xfrm>
        </p:spPr>
        <p:txBody>
          <a:bodyPr>
            <a:normAutofit fontScale="62500" lnSpcReduction="20000"/>
          </a:bodyPr>
          <a:lstStyle/>
          <a:p>
            <a:pPr marL="0" indent="0" algn="just">
              <a:buNone/>
            </a:pPr>
            <a:r>
              <a:rPr lang="en-US" dirty="0">
                <a:latin typeface="Times New Roman" pitchFamily="18" charset="0"/>
                <a:cs typeface="Times New Roman" pitchFamily="18" charset="0"/>
              </a:rPr>
              <a:t>A body of senior managers representing the main functional areas and departments within a firm and quality specialists who meet periodically to identify quality problems and devise appropriate solutions to these problems. This may include setting-up a quality improvement</a:t>
            </a:r>
          </a:p>
          <a:p>
            <a:pPr algn="just"/>
            <a:r>
              <a:rPr lang="en-US" dirty="0">
                <a:latin typeface="Times New Roman" pitchFamily="18" charset="0"/>
                <a:cs typeface="Times New Roman" pitchFamily="18" charset="0"/>
              </a:rPr>
              <a:t>To deal with a particular quality problem. Organizations need to build quality culture in the organization. For this purpose, Quality council is established to provide over all direction. Quality Council is the instrument for maintaining the idea of never-ending quality improvement. It is driver for the TQM engine.</a:t>
            </a:r>
          </a:p>
          <a:p>
            <a:pPr algn="just">
              <a:buNone/>
            </a:pPr>
            <a:endParaRPr lang="en-US" sz="2800" dirty="0">
              <a:latin typeface="Times New Roman" pitchFamily="18" charset="0"/>
              <a:cs typeface="Times New Roman" pitchFamily="18" charset="0"/>
            </a:endParaRPr>
          </a:p>
          <a:p>
            <a:pPr algn="just">
              <a:buNone/>
            </a:pPr>
            <a:endParaRPr lang="en-US" sz="2800" dirty="0">
              <a:latin typeface="Times New Roman" pitchFamily="18" charset="0"/>
              <a:cs typeface="Times New Roman" pitchFamily="18" charset="0"/>
            </a:endParaRPr>
          </a:p>
          <a:p>
            <a:pPr marL="12065" indent="0">
              <a:spcBef>
                <a:spcPts val="100"/>
              </a:spcBef>
              <a:buNone/>
              <a:tabLst>
                <a:tab pos="355600" algn="l"/>
                <a:tab pos="356235" algn="l"/>
              </a:tabLst>
            </a:pPr>
            <a:r>
              <a:rPr lang="en-US" sz="3500" b="1" dirty="0">
                <a:latin typeface="Times New Roman" pitchFamily="18" charset="0"/>
                <a:cs typeface="Times New Roman" pitchFamily="18" charset="0"/>
              </a:rPr>
              <a:t>STRUCTURE OF QC: </a:t>
            </a:r>
          </a:p>
          <a:p>
            <a:pPr marL="12065" indent="0">
              <a:spcBef>
                <a:spcPts val="100"/>
              </a:spcBef>
              <a:buNone/>
              <a:tabLst>
                <a:tab pos="355600" algn="l"/>
                <a:tab pos="356235" algn="l"/>
              </a:tabLst>
            </a:pPr>
            <a:endParaRPr lang="en-US" sz="3000" b="1" dirty="0">
              <a:latin typeface="Times New Roman" pitchFamily="18" charset="0"/>
              <a:cs typeface="Times New Roman" pitchFamily="18" charset="0"/>
            </a:endParaRPr>
          </a:p>
          <a:p>
            <a:pPr marL="355600" indent="-343535">
              <a:spcBef>
                <a:spcPts val="100"/>
              </a:spcBef>
              <a:buNone/>
              <a:tabLst>
                <a:tab pos="355600" algn="l"/>
                <a:tab pos="356235" algn="l"/>
              </a:tabLst>
            </a:pPr>
            <a:r>
              <a:rPr lang="en-US" dirty="0">
                <a:latin typeface="Times New Roman" pitchFamily="18" charset="0"/>
                <a:cs typeface="Times New Roman" pitchFamily="18" charset="0"/>
              </a:rPr>
              <a:t>Quality council is composed of,</a:t>
            </a:r>
          </a:p>
          <a:p>
            <a:pPr marL="355600" indent="-343535">
              <a:spcBef>
                <a:spcPts val="100"/>
              </a:spcBef>
              <a:buNone/>
              <a:tabLst>
                <a:tab pos="355600" algn="l"/>
                <a:tab pos="356235" algn="l"/>
              </a:tabLst>
            </a:pPr>
            <a:r>
              <a:rPr lang="en-US" dirty="0">
                <a:latin typeface="Times New Roman" pitchFamily="18" charset="0"/>
                <a:cs typeface="Times New Roman" pitchFamily="18" charset="0"/>
              </a:rPr>
              <a:t>1.Chief Executive Officer</a:t>
            </a:r>
          </a:p>
          <a:p>
            <a:pPr marL="355600" indent="-343535">
              <a:spcBef>
                <a:spcPts val="100"/>
              </a:spcBef>
              <a:buNone/>
              <a:tabLst>
                <a:tab pos="355600" algn="l"/>
                <a:tab pos="356235" algn="l"/>
              </a:tabLst>
            </a:pPr>
            <a:r>
              <a:rPr lang="en-US" dirty="0">
                <a:latin typeface="Times New Roman" pitchFamily="18" charset="0"/>
                <a:cs typeface="Times New Roman" pitchFamily="18" charset="0"/>
              </a:rPr>
              <a:t>2.Senior managers of functional areas (marketing, finance, HR, Quality)</a:t>
            </a:r>
          </a:p>
          <a:p>
            <a:pPr marL="355600" indent="-343535">
              <a:spcBef>
                <a:spcPts val="100"/>
              </a:spcBef>
              <a:buNone/>
              <a:tabLst>
                <a:tab pos="355600" algn="l"/>
                <a:tab pos="356235" algn="l"/>
              </a:tabLst>
            </a:pPr>
            <a:r>
              <a:rPr lang="en-US" dirty="0">
                <a:latin typeface="Times New Roman" pitchFamily="18" charset="0"/>
                <a:cs typeface="Times New Roman" pitchFamily="18" charset="0"/>
              </a:rPr>
              <a:t>3.Coordinator/consultant (big organizations prefer coordinator while small organizations prefer consultant)</a:t>
            </a:r>
          </a:p>
          <a:p>
            <a:pPr marL="355600" indent="-343535">
              <a:spcBef>
                <a:spcPts val="100"/>
              </a:spcBef>
              <a:buNone/>
              <a:tabLst>
                <a:tab pos="355600" algn="l"/>
                <a:tab pos="356235" algn="l"/>
              </a:tabLst>
            </a:pPr>
            <a:r>
              <a:rPr lang="en-US" dirty="0">
                <a:latin typeface="Times New Roman" pitchFamily="18" charset="0"/>
                <a:cs typeface="Times New Roman" pitchFamily="18" charset="0"/>
              </a:rPr>
              <a:t>4.Union representative</a:t>
            </a:r>
          </a:p>
          <a:p>
            <a:pPr marL="355600" indent="-343535">
              <a:spcBef>
                <a:spcPts val="100"/>
              </a:spcBef>
              <a:buNone/>
              <a:tabLst>
                <a:tab pos="355600" algn="l"/>
                <a:tab pos="356235" algn="l"/>
              </a:tabLst>
            </a:pPr>
            <a:r>
              <a:rPr lang="en-US" dirty="0">
                <a:latin typeface="Times New Roman" pitchFamily="18" charset="0"/>
                <a:cs typeface="Times New Roman" pitchFamily="18" charset="0"/>
              </a:rPr>
              <a:t>5.Front-line representatives</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13</a:t>
            </a:fld>
            <a:endParaRPr lang="en-US">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303221" y="86446"/>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Quality councils</a:t>
            </a:r>
            <a:r>
              <a:rPr lang="en-US" sz="2400" dirty="0">
                <a:solidFill>
                  <a:schemeClr val="tx1"/>
                </a:solidFill>
                <a:latin typeface="Times New Roman" panose="02020603050405020304" pitchFamily="18" charset="0"/>
                <a:cs typeface="Times New Roman" panose="02020603050405020304" pitchFamily="18" charset="0"/>
              </a:rPr>
              <a:t>(CO2)</a:t>
            </a:r>
            <a:endParaRPr kumimoji="0" lang="en-US" sz="240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340475"/>
            <a:ext cx="5029200" cy="365125"/>
          </a:xfrm>
        </p:spPr>
        <p:txBody>
          <a:bodyPr/>
          <a:lstStyle/>
          <a:p>
            <a:r>
              <a:rPr lang="sv-SE" sz="2000">
                <a:latin typeface="Times New Roman" panose="02020603050405020304" pitchFamily="18" charset="0"/>
                <a:cs typeface="Times New Roman" panose="02020603050405020304" pitchFamily="18" charset="0"/>
              </a:rPr>
              <a:t>Dheeraj Tripathi    AOE0861    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424C4AF7-1ABE-4C5B-AAF3-4C206FC0DE08}"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Tree>
    <p:extLst>
      <p:ext uri="{BB962C8B-B14F-4D97-AF65-F5344CB8AC3E}">
        <p14:creationId xmlns:p14="http://schemas.microsoft.com/office/powerpoint/2010/main" val="3919311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181600"/>
          </a:xfrm>
        </p:spPr>
        <p:txBody>
          <a:bodyPr>
            <a:noAutofit/>
          </a:bodyPr>
          <a:lstStyle/>
          <a:p>
            <a:pPr algn="just" fontAlgn="base">
              <a:buNone/>
            </a:pPr>
            <a:r>
              <a:rPr lang="en-US" sz="2200" b="1" dirty="0">
                <a:latin typeface="Times New Roman" pitchFamily="18" charset="0"/>
                <a:cs typeface="Times New Roman" pitchFamily="18" charset="0"/>
              </a:rPr>
              <a:t>COORDINATOR</a:t>
            </a:r>
          </a:p>
          <a:p>
            <a:pPr marL="0" indent="0" algn="just" fontAlgn="base">
              <a:buNone/>
            </a:pPr>
            <a:r>
              <a:rPr lang="en-US" sz="2000" dirty="0">
                <a:latin typeface="Times New Roman" pitchFamily="18" charset="0"/>
                <a:cs typeface="Times New Roman" pitchFamily="18" charset="0"/>
              </a:rPr>
              <a:t>Coordinator is necessary to perform some of the important duties. The person selected for this position should be social, active and resourceful. He will report to CEO.</a:t>
            </a:r>
          </a:p>
          <a:p>
            <a:pPr marL="0" indent="0" algn="just" fontAlgn="base">
              <a:buNone/>
            </a:pPr>
            <a:endParaRPr lang="en-US" sz="2000" dirty="0">
              <a:latin typeface="Times New Roman" pitchFamily="18" charset="0"/>
              <a:cs typeface="Times New Roman" pitchFamily="18" charset="0"/>
            </a:endParaRPr>
          </a:p>
          <a:p>
            <a:pPr algn="just" fontAlgn="base">
              <a:buNone/>
            </a:pPr>
            <a:r>
              <a:rPr lang="en-US" sz="2200" b="1" dirty="0">
                <a:latin typeface="Times New Roman" pitchFamily="18" charset="0"/>
                <a:cs typeface="Times New Roman" pitchFamily="18" charset="0"/>
              </a:rPr>
              <a:t>Duties of coordinator </a:t>
            </a:r>
          </a:p>
          <a:p>
            <a:pPr algn="just" fontAlgn="base"/>
            <a:r>
              <a:rPr lang="en-US" sz="2000" dirty="0">
                <a:latin typeface="Times New Roman" pitchFamily="18" charset="0"/>
                <a:cs typeface="Times New Roman" pitchFamily="18" charset="0"/>
              </a:rPr>
              <a:t>Coordinator's duties are to, build two way trust convey team needs to the council and convey expectations of council to teams brief the council on progress of teams ensure that the teams are empowered and know their duties assist the team leaders share the lessons learned among the teams</a:t>
            </a:r>
          </a:p>
          <a:p>
            <a:pPr algn="just"/>
            <a:r>
              <a:rPr lang="en-US" sz="2000" dirty="0">
                <a:latin typeface="Times New Roman" pitchFamily="18" charset="0"/>
                <a:cs typeface="Times New Roman" pitchFamily="18" charset="0"/>
              </a:rPr>
              <a:t>In smaller organizations where managers may be responsible for more than one functional area, the number of members will be smaller. Also, a consultant would most likely be employed rather than a coordinator.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
        <p:nvSpPr>
          <p:cNvPr id="7" name="Title 1"/>
          <p:cNvSpPr txBox="1">
            <a:spLocks/>
          </p:cNvSpPr>
          <p:nvPr/>
        </p:nvSpPr>
        <p:spPr>
          <a:xfrm>
            <a:off x="1371600" y="-65314"/>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Quality councils</a:t>
            </a:r>
            <a:r>
              <a:rPr lang="en-US" sz="2400" dirty="0">
                <a:solidFill>
                  <a:schemeClr val="tx1"/>
                </a:solidFill>
                <a:latin typeface="Times New Roman" panose="02020603050405020304" pitchFamily="18" charset="0"/>
                <a:cs typeface="Times New Roman" panose="02020603050405020304" pitchFamily="18" charset="0"/>
              </a:rPr>
              <a:t>(CO2)</a:t>
            </a:r>
            <a:endParaRPr kumimoji="0" lang="en-US" sz="240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t>Dheeraj Tripathi    AOE0861    QM    Unit-2                         </a:t>
            </a:r>
            <a:endParaRPr lang="en-US" sz="2000" dirty="0"/>
          </a:p>
        </p:txBody>
      </p:sp>
      <p:sp>
        <p:nvSpPr>
          <p:cNvPr id="2" name="Date Placeholder 1"/>
          <p:cNvSpPr>
            <a:spLocks noGrp="1"/>
          </p:cNvSpPr>
          <p:nvPr>
            <p:ph type="dt" sz="half" idx="10"/>
          </p:nvPr>
        </p:nvSpPr>
        <p:spPr/>
        <p:txBody>
          <a:bodyPr/>
          <a:lstStyle/>
          <a:p>
            <a:fld id="{646692B6-3532-48D3-A0DC-481B338CE96A}" type="datetime1">
              <a:rPr lang="en-US" smtClean="0"/>
              <a:t>2/11/2025</a:t>
            </a:fld>
            <a:endParaRPr lang="en-US"/>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Tree>
    <p:extLst>
      <p:ext uri="{BB962C8B-B14F-4D97-AF65-F5344CB8AC3E}">
        <p14:creationId xmlns:p14="http://schemas.microsoft.com/office/powerpoint/2010/main" val="3919311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lgn="just">
              <a:buNone/>
            </a:pPr>
            <a:r>
              <a:rPr lang="en-US" sz="2200" b="1" dirty="0"/>
              <a:t>   </a:t>
            </a:r>
            <a:r>
              <a:rPr lang="en-US" sz="2200" b="1" dirty="0">
                <a:latin typeface="Times New Roman" pitchFamily="18" charset="0"/>
                <a:cs typeface="Times New Roman" pitchFamily="18" charset="0"/>
              </a:rPr>
              <a:t>In general, the duties of the quality council are to:</a:t>
            </a:r>
          </a:p>
          <a:p>
            <a:pPr algn="just">
              <a:lnSpc>
                <a:spcPct val="150000"/>
              </a:lnSpc>
            </a:pPr>
            <a:r>
              <a:rPr lang="en-US" sz="2200" dirty="0">
                <a:latin typeface="Times New Roman" pitchFamily="18" charset="0"/>
                <a:cs typeface="Times New Roman" pitchFamily="18" charset="0"/>
              </a:rPr>
              <a:t>Develop, with input from all personnel, the core values, vision statement, mission statement, and quality policy statement.</a:t>
            </a:r>
          </a:p>
          <a:p>
            <a:pPr algn="just">
              <a:lnSpc>
                <a:spcPct val="150000"/>
              </a:lnSpc>
            </a:pPr>
            <a:r>
              <a:rPr lang="en-US" sz="2200" dirty="0">
                <a:latin typeface="Times New Roman" pitchFamily="18" charset="0"/>
                <a:cs typeface="Times New Roman" pitchFamily="18" charset="0"/>
              </a:rPr>
              <a:t>Develop the strategic long-term plan with goals and the annual quality improvement program with objectives.</a:t>
            </a:r>
          </a:p>
          <a:p>
            <a:pPr algn="just">
              <a:lnSpc>
                <a:spcPct val="150000"/>
              </a:lnSpc>
            </a:pPr>
            <a:r>
              <a:rPr lang="en-US" sz="2200" dirty="0">
                <a:latin typeface="Times New Roman" pitchFamily="18" charset="0"/>
                <a:cs typeface="Times New Roman" pitchFamily="18" charset="0"/>
              </a:rPr>
              <a:t>Create the total education and training plan.</a:t>
            </a:r>
          </a:p>
          <a:p>
            <a:pPr algn="just">
              <a:lnSpc>
                <a:spcPct val="150000"/>
              </a:lnSpc>
            </a:pPr>
            <a:r>
              <a:rPr lang="en-US" sz="2200" dirty="0">
                <a:latin typeface="Times New Roman" pitchFamily="18" charset="0"/>
                <a:cs typeface="Times New Roman" pitchFamily="18" charset="0"/>
              </a:rPr>
              <a:t>Determine and continually monitor the cost of poor quality.</a:t>
            </a:r>
          </a:p>
          <a:p>
            <a:pPr algn="just">
              <a:lnSpc>
                <a:spcPct val="150000"/>
              </a:lnSpc>
            </a:pPr>
            <a:r>
              <a:rPr lang="en-US" sz="2200" dirty="0">
                <a:latin typeface="Times New Roman" pitchFamily="18" charset="0"/>
                <a:cs typeface="Times New Roman" pitchFamily="18" charset="0"/>
              </a:rPr>
              <a:t>Determine the performance measures for the organization, approve those for the functional area, and monitor them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
        <p:nvSpPr>
          <p:cNvPr id="7" name="Title 1"/>
          <p:cNvSpPr txBox="1">
            <a:spLocks/>
          </p:cNvSpPr>
          <p:nvPr/>
        </p:nvSpPr>
        <p:spPr>
          <a:xfrm>
            <a:off x="1371600" y="-65314"/>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Quality councils</a:t>
            </a:r>
            <a:r>
              <a:rPr lang="en-US" sz="2400" dirty="0">
                <a:solidFill>
                  <a:schemeClr val="tx1"/>
                </a:solidFill>
                <a:latin typeface="Times New Roman" panose="02020603050405020304" pitchFamily="18" charset="0"/>
                <a:cs typeface="Times New Roman" panose="02020603050405020304" pitchFamily="18" charset="0"/>
              </a:rPr>
              <a:t>(CO2)</a:t>
            </a:r>
            <a:endParaRPr kumimoji="0" lang="en-US" sz="240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t>Dheeraj Tripathi    AOE0861    QM    Unit-2                         </a:t>
            </a:r>
            <a:endParaRPr lang="en-US" sz="2000" dirty="0"/>
          </a:p>
        </p:txBody>
      </p:sp>
      <p:sp>
        <p:nvSpPr>
          <p:cNvPr id="2" name="Date Placeholder 1"/>
          <p:cNvSpPr>
            <a:spLocks noGrp="1"/>
          </p:cNvSpPr>
          <p:nvPr>
            <p:ph type="dt" sz="half" idx="10"/>
          </p:nvPr>
        </p:nvSpPr>
        <p:spPr/>
        <p:txBody>
          <a:bodyPr/>
          <a:lstStyle/>
          <a:p>
            <a:fld id="{8A7EEC3D-598F-4DC8-B210-B480B12B6FDC}" type="datetime1">
              <a:rPr lang="en-US" smtClean="0"/>
              <a:t>2/11/2025</a:t>
            </a:fld>
            <a:endParaRPr lang="en-US"/>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Tree>
    <p:extLst>
      <p:ext uri="{BB962C8B-B14F-4D97-AF65-F5344CB8AC3E}">
        <p14:creationId xmlns:p14="http://schemas.microsoft.com/office/powerpoint/2010/main" val="3919311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400" dirty="0"/>
          </a:p>
          <a:p>
            <a:pPr algn="just">
              <a:lnSpc>
                <a:spcPct val="150000"/>
              </a:lnSpc>
            </a:pPr>
            <a:r>
              <a:rPr lang="en-US" sz="2200" dirty="0">
                <a:latin typeface="Times New Roman" pitchFamily="18" charset="0"/>
                <a:cs typeface="Times New Roman" pitchFamily="18" charset="0"/>
              </a:rPr>
              <a:t>Continually determine those projects that improve the processes, particularly those that affect external and internal customer satisfaction.</a:t>
            </a:r>
          </a:p>
          <a:p>
            <a:pPr algn="just">
              <a:lnSpc>
                <a:spcPct val="150000"/>
              </a:lnSpc>
            </a:pPr>
            <a:r>
              <a:rPr lang="en-US" sz="2200" dirty="0">
                <a:latin typeface="Times New Roman" pitchFamily="18" charset="0"/>
                <a:cs typeface="Times New Roman" pitchFamily="18" charset="0"/>
              </a:rPr>
              <a:t>Establish multifunctional project and departmental or work group teams and monitor their progress.</a:t>
            </a:r>
          </a:p>
          <a:p>
            <a:pPr algn="just">
              <a:lnSpc>
                <a:spcPct val="150000"/>
              </a:lnSpc>
            </a:pPr>
            <a:r>
              <a:rPr lang="en-US" sz="2200" dirty="0">
                <a:latin typeface="Times New Roman" pitchFamily="18" charset="0"/>
                <a:cs typeface="Times New Roman" pitchFamily="18" charset="0"/>
              </a:rPr>
              <a:t>Establish or revise the recognition and reward system to account for the new way of doing business.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Quality councils</a:t>
            </a:r>
            <a:r>
              <a:rPr lang="en-US" sz="2400" dirty="0">
                <a:solidFill>
                  <a:schemeClr val="tx1"/>
                </a:solidFill>
                <a:latin typeface="Times New Roman" panose="02020603050405020304" pitchFamily="18" charset="0"/>
                <a:cs typeface="Times New Roman" panose="02020603050405020304" pitchFamily="18" charset="0"/>
              </a:rPr>
              <a:t>(CO2)</a:t>
            </a:r>
            <a:endParaRPr kumimoji="0" lang="en-US" sz="240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t>Dheeraj Tripathi    AOE0861    QM    Unit-2                         </a:t>
            </a:r>
            <a:endParaRPr lang="en-US" sz="2000" dirty="0"/>
          </a:p>
        </p:txBody>
      </p:sp>
      <p:sp>
        <p:nvSpPr>
          <p:cNvPr id="2" name="Date Placeholder 1"/>
          <p:cNvSpPr>
            <a:spLocks noGrp="1"/>
          </p:cNvSpPr>
          <p:nvPr>
            <p:ph type="dt" sz="half" idx="10"/>
          </p:nvPr>
        </p:nvSpPr>
        <p:spPr/>
        <p:txBody>
          <a:bodyPr/>
          <a:lstStyle/>
          <a:p>
            <a:fld id="{C06EA8A9-A969-453A-8A3D-4CEA0414768B}" type="datetime1">
              <a:rPr lang="en-US" smtClean="0"/>
              <a:t>2/11/2025</a:t>
            </a:fld>
            <a:endParaRPr lang="en-US"/>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Tree>
    <p:extLst>
      <p:ext uri="{BB962C8B-B14F-4D97-AF65-F5344CB8AC3E}">
        <p14:creationId xmlns:p14="http://schemas.microsoft.com/office/powerpoint/2010/main" val="3919311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57800"/>
          </a:xfrm>
        </p:spPr>
        <p:txBody>
          <a:bodyPr>
            <a:normAutofit/>
          </a:bodyPr>
          <a:lstStyle/>
          <a:p>
            <a:pPr marL="0" indent="0" algn="just">
              <a:buNone/>
            </a:pPr>
            <a:r>
              <a:rPr lang="en-US" sz="2200" b="1" dirty="0">
                <a:latin typeface="Times New Roman" pitchFamily="18" charset="0"/>
                <a:cs typeface="Times New Roman" pitchFamily="18" charset="0"/>
              </a:rPr>
              <a:t>EMPLOYEE EMPOWERMENT</a:t>
            </a:r>
            <a:endParaRPr lang="en-US" sz="22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Empowerment means giving people authority to make decisions based on what they feel is right, have control over their work, take risks and learn from mistakes, and promote change.</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Empowerment is the process of enabling or authorizing an individual to think, behaves, take action, and control work and decision making in autonomous ways. This means leaders and managers relinquishing some of their powers that they previously held in terms of decision-making. </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Empowerment diffuses decision making to employees so that employees make decisions regarding what they do and how they do it. Empowering employees is giving employees ‘ownership of their job.</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
        <p:nvSpPr>
          <p:cNvPr id="7" name="Title 1"/>
          <p:cNvSpPr txBox="1">
            <a:spLocks/>
          </p:cNvSpPr>
          <p:nvPr/>
        </p:nvSpPr>
        <p:spPr>
          <a:xfrm>
            <a:off x="1371600" y="-65314"/>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dirty="0">
                <a:solidFill>
                  <a:schemeClr val="tx1"/>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EMPLOYEE EMPOWERMENT</a:t>
            </a:r>
            <a:r>
              <a:rPr lang="en-US" sz="2400" dirty="0">
                <a:solidFill>
                  <a:schemeClr val="tx1"/>
                </a:solidFill>
                <a:latin typeface="Times New Roman" panose="02020603050405020304" pitchFamily="18" charset="0"/>
                <a:cs typeface="Times New Roman" panose="02020603050405020304" pitchFamily="18" charset="0"/>
              </a:rPr>
              <a:t>(CO2)</a:t>
            </a:r>
            <a:endParaRPr kumimoji="0" lang="en-US" sz="240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t>Dheeraj Tripathi    AOE0861    QM    Unit-2                         </a:t>
            </a:r>
            <a:endParaRPr lang="en-US" sz="2000" dirty="0"/>
          </a:p>
        </p:txBody>
      </p:sp>
      <p:sp>
        <p:nvSpPr>
          <p:cNvPr id="2" name="Date Placeholder 1"/>
          <p:cNvSpPr>
            <a:spLocks noGrp="1"/>
          </p:cNvSpPr>
          <p:nvPr>
            <p:ph type="dt" sz="half" idx="10"/>
          </p:nvPr>
        </p:nvSpPr>
        <p:spPr/>
        <p:txBody>
          <a:bodyPr/>
          <a:lstStyle/>
          <a:p>
            <a:fld id="{64C705A3-ADF9-400C-8C2D-59624B9628AA}" type="datetime1">
              <a:rPr lang="en-US" smtClean="0"/>
              <a:t>2/11/2025</a:t>
            </a:fld>
            <a:endParaRPr lang="en-US"/>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Tree>
    <p:extLst>
      <p:ext uri="{BB962C8B-B14F-4D97-AF65-F5344CB8AC3E}">
        <p14:creationId xmlns:p14="http://schemas.microsoft.com/office/powerpoint/2010/main" val="39193118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410200"/>
          </a:xfrm>
        </p:spPr>
        <p:txBody>
          <a:bodyPr>
            <a:normAutofit fontScale="92500" lnSpcReduction="20000"/>
          </a:bodyPr>
          <a:lstStyle/>
          <a:p>
            <a:pPr marL="0" indent="0" algn="just">
              <a:buNone/>
            </a:pPr>
            <a:r>
              <a:rPr lang="en-US" sz="2600" b="1" dirty="0">
                <a:latin typeface="Times New Roman" pitchFamily="18" charset="0"/>
                <a:cs typeface="Times New Roman" pitchFamily="18" charset="0"/>
              </a:rPr>
              <a:t>Benefits of employee empowerment</a:t>
            </a:r>
          </a:p>
          <a:p>
            <a:pPr marL="0" indent="0" algn="just">
              <a:buNone/>
            </a:pPr>
            <a:endParaRPr lang="en-US" sz="2600" dirty="0">
              <a:latin typeface="Times New Roman" pitchFamily="18" charset="0"/>
              <a:cs typeface="Times New Roman" pitchFamily="18" charset="0"/>
            </a:endParaRPr>
          </a:p>
          <a:p>
            <a:pPr algn="just"/>
            <a:r>
              <a:rPr lang="en-US" sz="2400" b="1" i="1" dirty="0">
                <a:latin typeface="Times New Roman" pitchFamily="18" charset="0"/>
                <a:cs typeface="Times New Roman" pitchFamily="18" charset="0"/>
              </a:rPr>
              <a:t>Improved morale       </a:t>
            </a:r>
            <a:endParaRPr lang="en-US" sz="2400" dirty="0">
              <a:latin typeface="Times New Roman" pitchFamily="18" charset="0"/>
              <a:cs typeface="Times New Roman" pitchFamily="18" charset="0"/>
            </a:endParaRPr>
          </a:p>
          <a:p>
            <a:pPr algn="just">
              <a:buNone/>
            </a:pPr>
            <a:r>
              <a:rPr lang="en-US" sz="2400" dirty="0">
                <a:latin typeface="Times New Roman" pitchFamily="18" charset="0"/>
                <a:cs typeface="Times New Roman" pitchFamily="18" charset="0"/>
              </a:rPr>
              <a:t>     Involving employees in decisions and policy changes that directly affect their job while also empowering employees to be more autonomous greatly improves company morale at large.  </a:t>
            </a:r>
          </a:p>
          <a:p>
            <a:pPr algn="just"/>
            <a:r>
              <a:rPr lang="en-US" sz="2400" dirty="0">
                <a:latin typeface="Times New Roman" pitchFamily="18" charset="0"/>
                <a:cs typeface="Times New Roman" pitchFamily="18" charset="0"/>
              </a:rPr>
              <a:t> </a:t>
            </a:r>
            <a:r>
              <a:rPr lang="en-US" sz="2400" b="1" i="1" dirty="0">
                <a:latin typeface="Times New Roman" pitchFamily="18" charset="0"/>
                <a:cs typeface="Times New Roman" pitchFamily="18" charset="0"/>
              </a:rPr>
              <a:t>Increased productivity</a:t>
            </a:r>
            <a:endParaRPr lang="en-US" sz="2400" dirty="0">
              <a:latin typeface="Times New Roman" pitchFamily="18" charset="0"/>
              <a:cs typeface="Times New Roman" pitchFamily="18" charset="0"/>
            </a:endParaRPr>
          </a:p>
          <a:p>
            <a:pPr algn="just">
              <a:buNone/>
            </a:pPr>
            <a:r>
              <a:rPr lang="en-US" sz="2400" dirty="0">
                <a:latin typeface="Times New Roman" pitchFamily="18" charset="0"/>
                <a:cs typeface="Times New Roman" pitchFamily="18" charset="0"/>
              </a:rPr>
              <a:t>     Quality management practices also translate into increased productivity</a:t>
            </a:r>
          </a:p>
          <a:p>
            <a:pPr algn="just"/>
            <a:r>
              <a:rPr lang="en-US" sz="2400" dirty="0">
                <a:latin typeface="Times New Roman" pitchFamily="18" charset="0"/>
                <a:cs typeface="Times New Roman" pitchFamily="18" charset="0"/>
              </a:rPr>
              <a:t> </a:t>
            </a:r>
            <a:r>
              <a:rPr lang="en-US" sz="2400" b="1" i="1" dirty="0">
                <a:latin typeface="Times New Roman" pitchFamily="18" charset="0"/>
                <a:cs typeface="Times New Roman" pitchFamily="18" charset="0"/>
              </a:rPr>
              <a:t>Team cohesion</a:t>
            </a:r>
            <a:endParaRPr lang="en-US" sz="2400" dirty="0">
              <a:latin typeface="Times New Roman" pitchFamily="18" charset="0"/>
              <a:cs typeface="Times New Roman" pitchFamily="18" charset="0"/>
            </a:endParaRPr>
          </a:p>
          <a:p>
            <a:pPr algn="just">
              <a:buNone/>
            </a:pPr>
            <a:r>
              <a:rPr lang="en-US" sz="2400" dirty="0">
                <a:latin typeface="Times New Roman" pitchFamily="18" charset="0"/>
                <a:cs typeface="Times New Roman" pitchFamily="18" charset="0"/>
              </a:rPr>
              <a:t>     Employee empowerment fosters better relationships between employees and with their managers, as employees that are given more independence tend to form better working relationships.</a:t>
            </a:r>
          </a:p>
          <a:p>
            <a:pPr algn="just"/>
            <a:r>
              <a:rPr lang="en-US" sz="2400" b="1" i="1" dirty="0">
                <a:latin typeface="Times New Roman" pitchFamily="18" charset="0"/>
                <a:cs typeface="Times New Roman" pitchFamily="18" charset="0"/>
              </a:rPr>
              <a:t>Innovation</a:t>
            </a:r>
            <a:endParaRPr lang="en-US" sz="2400" dirty="0">
              <a:latin typeface="Times New Roman" pitchFamily="18" charset="0"/>
              <a:cs typeface="Times New Roman" pitchFamily="18" charset="0"/>
            </a:endParaRPr>
          </a:p>
          <a:p>
            <a:pPr algn="just">
              <a:buNone/>
            </a:pPr>
            <a:r>
              <a:rPr lang="en-US" sz="2400" dirty="0">
                <a:latin typeface="Times New Roman" pitchFamily="18" charset="0"/>
                <a:cs typeface="Times New Roman" pitchFamily="18" charset="0"/>
              </a:rPr>
              <a:t>     Employee empowerment cultivates innovation as employees that have a stake in company growth and sustainability will offer more ideas and problem solving solutions when solutions arise.</a:t>
            </a:r>
          </a:p>
          <a:p>
            <a:endParaRPr lang="en-US" sz="2200" dirty="0">
              <a:cs typeface="Georgia"/>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
        <p:nvSpPr>
          <p:cNvPr id="7" name="Title 1"/>
          <p:cNvSpPr txBox="1">
            <a:spLocks/>
          </p:cNvSpPr>
          <p:nvPr/>
        </p:nvSpPr>
        <p:spPr>
          <a:xfrm>
            <a:off x="1371600" y="-65314"/>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EMPLOYEE EMPOWERMENT</a:t>
            </a:r>
            <a:r>
              <a:rPr lang="en-US" sz="2400" dirty="0">
                <a:solidFill>
                  <a:schemeClr val="tx1"/>
                </a:solidFill>
                <a:latin typeface="Times New Roman" panose="02020603050405020304" pitchFamily="18" charset="0"/>
                <a:cs typeface="Times New Roman" panose="02020603050405020304" pitchFamily="18" charset="0"/>
              </a:rPr>
              <a:t>(CO2)</a:t>
            </a:r>
            <a:endParaRPr kumimoji="0" lang="en-US" sz="240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t>Dheeraj Tripathi    AOE0861    QM    Unit-2                         </a:t>
            </a:r>
            <a:endParaRPr lang="en-US" sz="2000" dirty="0"/>
          </a:p>
        </p:txBody>
      </p:sp>
      <p:sp>
        <p:nvSpPr>
          <p:cNvPr id="2" name="Date Placeholder 1"/>
          <p:cNvSpPr>
            <a:spLocks noGrp="1"/>
          </p:cNvSpPr>
          <p:nvPr>
            <p:ph type="dt" sz="half" idx="10"/>
          </p:nvPr>
        </p:nvSpPr>
        <p:spPr/>
        <p:txBody>
          <a:bodyPr/>
          <a:lstStyle/>
          <a:p>
            <a:fld id="{361A4B19-5E7E-4CDC-BCC7-32F0B25E980D}" type="datetime1">
              <a:rPr lang="en-US" smtClean="0"/>
              <a:t>2/11/2025</a:t>
            </a:fld>
            <a:endParaRPr lang="en-US"/>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Tree>
    <p:extLst>
      <p:ext uri="{BB962C8B-B14F-4D97-AF65-F5344CB8AC3E}">
        <p14:creationId xmlns:p14="http://schemas.microsoft.com/office/powerpoint/2010/main" val="39193118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96241F-B4ED-C498-2A83-5643E61159B5}"/>
              </a:ext>
            </a:extLst>
          </p:cNvPr>
          <p:cNvSpPr>
            <a:spLocks noGrp="1"/>
          </p:cNvSpPr>
          <p:nvPr>
            <p:ph type="dt" sz="half" idx="10"/>
          </p:nvPr>
        </p:nvSpPr>
        <p:spPr/>
        <p:txBody>
          <a:bodyPr/>
          <a:lstStyle/>
          <a:p>
            <a:fld id="{8B7A4620-2BF7-4E22-BB39-A30008D7EB97}" type="datetime1">
              <a:rPr lang="en-US" smtClean="0"/>
              <a:t>2/11/2025</a:t>
            </a:fld>
            <a:endParaRPr lang="en-US"/>
          </a:p>
        </p:txBody>
      </p:sp>
      <p:sp>
        <p:nvSpPr>
          <p:cNvPr id="3" name="Footer Placeholder 2">
            <a:extLst>
              <a:ext uri="{FF2B5EF4-FFF2-40B4-BE49-F238E27FC236}">
                <a16:creationId xmlns:a16="http://schemas.microsoft.com/office/drawing/2014/main" id="{9F5E8BDC-B459-64E2-3026-AEEBA9350A3F}"/>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99E5166C-649A-B351-8433-0E0E414BF343}"/>
              </a:ext>
            </a:extLst>
          </p:cNvPr>
          <p:cNvSpPr>
            <a:spLocks noGrp="1"/>
          </p:cNvSpPr>
          <p:nvPr>
            <p:ph type="sldNum" sz="quarter" idx="12"/>
          </p:nvPr>
        </p:nvSpPr>
        <p:spPr/>
        <p:txBody>
          <a:bodyPr/>
          <a:lstStyle/>
          <a:p>
            <a:fld id="{98942D1A-943E-4A86-8308-2F95E8B419B7}" type="slidenum">
              <a:rPr lang="en-US" smtClean="0"/>
              <a:pPr/>
              <a:t>19</a:t>
            </a:fld>
            <a:endParaRPr lang="en-US"/>
          </a:p>
        </p:txBody>
      </p:sp>
      <p:pic>
        <p:nvPicPr>
          <p:cNvPr id="6" name="Picture 5">
            <a:extLst>
              <a:ext uri="{FF2B5EF4-FFF2-40B4-BE49-F238E27FC236}">
                <a16:creationId xmlns:a16="http://schemas.microsoft.com/office/drawing/2014/main" id="{3681797E-E359-7117-2114-18F7385150B3}"/>
              </a:ext>
            </a:extLst>
          </p:cNvPr>
          <p:cNvPicPr>
            <a:picLocks noChangeAspect="1"/>
          </p:cNvPicPr>
          <p:nvPr/>
        </p:nvPicPr>
        <p:blipFill>
          <a:blip r:embed="rId2"/>
          <a:stretch>
            <a:fillRect/>
          </a:stretch>
        </p:blipFill>
        <p:spPr>
          <a:xfrm>
            <a:off x="13651" y="885470"/>
            <a:ext cx="9116697" cy="5087060"/>
          </a:xfrm>
          <a:prstGeom prst="rect">
            <a:avLst/>
          </a:prstGeom>
        </p:spPr>
      </p:pic>
    </p:spTree>
    <p:extLst>
      <p:ext uri="{BB962C8B-B14F-4D97-AF65-F5344CB8AC3E}">
        <p14:creationId xmlns:p14="http://schemas.microsoft.com/office/powerpoint/2010/main" val="5511591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35D10F-4836-1147-93D6-2FA539A13A36}"/>
              </a:ext>
            </a:extLst>
          </p:cNvPr>
          <p:cNvSpPr>
            <a:spLocks noGrp="1"/>
          </p:cNvSpPr>
          <p:nvPr>
            <p:ph type="dt" sz="half" idx="10"/>
          </p:nvPr>
        </p:nvSpPr>
        <p:spPr/>
        <p:txBody>
          <a:bodyPr/>
          <a:lstStyle/>
          <a:p>
            <a:fld id="{7ED84496-AF72-4A7A-8A14-CBAC15C546A2}" type="datetime1">
              <a:rPr lang="en-US" smtClean="0"/>
              <a:t>2/11/2025</a:t>
            </a:fld>
            <a:endParaRPr lang="en-US"/>
          </a:p>
        </p:txBody>
      </p:sp>
      <p:sp>
        <p:nvSpPr>
          <p:cNvPr id="3" name="Footer Placeholder 2">
            <a:extLst>
              <a:ext uri="{FF2B5EF4-FFF2-40B4-BE49-F238E27FC236}">
                <a16:creationId xmlns:a16="http://schemas.microsoft.com/office/drawing/2014/main" id="{B01E9D47-CCAD-D79A-04FD-D08CEBC4C74E}"/>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9E0688B4-7EE7-99FD-ADBD-A1BB5CF3D6E0}"/>
              </a:ext>
            </a:extLst>
          </p:cNvPr>
          <p:cNvSpPr>
            <a:spLocks noGrp="1"/>
          </p:cNvSpPr>
          <p:nvPr>
            <p:ph type="sldNum" sz="quarter" idx="12"/>
          </p:nvPr>
        </p:nvSpPr>
        <p:spPr/>
        <p:txBody>
          <a:bodyPr/>
          <a:lstStyle/>
          <a:p>
            <a:fld id="{98942D1A-943E-4A86-8308-2F95E8B419B7}" type="slidenum">
              <a:rPr lang="en-US" smtClean="0"/>
              <a:pPr/>
              <a:t>20</a:t>
            </a:fld>
            <a:endParaRPr lang="en-US"/>
          </a:p>
        </p:txBody>
      </p:sp>
      <p:pic>
        <p:nvPicPr>
          <p:cNvPr id="6" name="Picture 5">
            <a:extLst>
              <a:ext uri="{FF2B5EF4-FFF2-40B4-BE49-F238E27FC236}">
                <a16:creationId xmlns:a16="http://schemas.microsoft.com/office/drawing/2014/main" id="{1A757F67-18EF-65FB-61D3-7CE983E07F8A}"/>
              </a:ext>
            </a:extLst>
          </p:cNvPr>
          <p:cNvPicPr>
            <a:picLocks noChangeAspect="1"/>
          </p:cNvPicPr>
          <p:nvPr/>
        </p:nvPicPr>
        <p:blipFill>
          <a:blip r:embed="rId2"/>
          <a:stretch>
            <a:fillRect/>
          </a:stretch>
        </p:blipFill>
        <p:spPr>
          <a:xfrm>
            <a:off x="0" y="979081"/>
            <a:ext cx="9144000" cy="4899837"/>
          </a:xfrm>
          <a:prstGeom prst="rect">
            <a:avLst/>
          </a:prstGeom>
        </p:spPr>
      </p:pic>
    </p:spTree>
    <p:extLst>
      <p:ext uri="{BB962C8B-B14F-4D97-AF65-F5344CB8AC3E}">
        <p14:creationId xmlns:p14="http://schemas.microsoft.com/office/powerpoint/2010/main" val="2498176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EEE7B7-E2D6-DB8F-CD90-8B414A86B771}"/>
              </a:ext>
            </a:extLst>
          </p:cNvPr>
          <p:cNvSpPr>
            <a:spLocks noGrp="1"/>
          </p:cNvSpPr>
          <p:nvPr>
            <p:ph type="dt" sz="half" idx="10"/>
          </p:nvPr>
        </p:nvSpPr>
        <p:spPr/>
        <p:txBody>
          <a:bodyPr/>
          <a:lstStyle/>
          <a:p>
            <a:fld id="{7A0856B4-A8EB-4E62-9112-CCAF8DFF6882}" type="datetime1">
              <a:rPr lang="en-US" smtClean="0"/>
              <a:t>2/11/2025</a:t>
            </a:fld>
            <a:endParaRPr lang="en-US"/>
          </a:p>
        </p:txBody>
      </p:sp>
      <p:sp>
        <p:nvSpPr>
          <p:cNvPr id="3" name="Footer Placeholder 2">
            <a:extLst>
              <a:ext uri="{FF2B5EF4-FFF2-40B4-BE49-F238E27FC236}">
                <a16:creationId xmlns:a16="http://schemas.microsoft.com/office/drawing/2014/main" id="{D73F6334-E0FC-F517-B675-942F94DD8931}"/>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80BCAE37-0EDE-54A7-1098-3D2C3A2388DE}"/>
              </a:ext>
            </a:extLst>
          </p:cNvPr>
          <p:cNvSpPr>
            <a:spLocks noGrp="1"/>
          </p:cNvSpPr>
          <p:nvPr>
            <p:ph type="sldNum" sz="quarter" idx="12"/>
          </p:nvPr>
        </p:nvSpPr>
        <p:spPr/>
        <p:txBody>
          <a:bodyPr/>
          <a:lstStyle/>
          <a:p>
            <a:fld id="{98942D1A-943E-4A86-8308-2F95E8B419B7}" type="slidenum">
              <a:rPr lang="en-US" smtClean="0"/>
              <a:pPr/>
              <a:t>21</a:t>
            </a:fld>
            <a:endParaRPr lang="en-US"/>
          </a:p>
        </p:txBody>
      </p:sp>
      <p:pic>
        <p:nvPicPr>
          <p:cNvPr id="6" name="Picture 5">
            <a:extLst>
              <a:ext uri="{FF2B5EF4-FFF2-40B4-BE49-F238E27FC236}">
                <a16:creationId xmlns:a16="http://schemas.microsoft.com/office/drawing/2014/main" id="{1D2814A6-5272-F462-04EF-C415F1231E2A}"/>
              </a:ext>
            </a:extLst>
          </p:cNvPr>
          <p:cNvPicPr>
            <a:picLocks noChangeAspect="1"/>
          </p:cNvPicPr>
          <p:nvPr/>
        </p:nvPicPr>
        <p:blipFill>
          <a:blip r:embed="rId2"/>
          <a:stretch>
            <a:fillRect/>
          </a:stretch>
        </p:blipFill>
        <p:spPr>
          <a:xfrm>
            <a:off x="0" y="0"/>
            <a:ext cx="9144000" cy="3606457"/>
          </a:xfrm>
          <a:prstGeom prst="rect">
            <a:avLst/>
          </a:prstGeom>
        </p:spPr>
      </p:pic>
      <p:pic>
        <p:nvPicPr>
          <p:cNvPr id="8" name="Picture 7">
            <a:extLst>
              <a:ext uri="{FF2B5EF4-FFF2-40B4-BE49-F238E27FC236}">
                <a16:creationId xmlns:a16="http://schemas.microsoft.com/office/drawing/2014/main" id="{4FBCBCBA-B2FB-A3DA-8E32-D37F39F8DC73}"/>
              </a:ext>
            </a:extLst>
          </p:cNvPr>
          <p:cNvPicPr>
            <a:picLocks noChangeAspect="1"/>
          </p:cNvPicPr>
          <p:nvPr/>
        </p:nvPicPr>
        <p:blipFill>
          <a:blip r:embed="rId3"/>
          <a:stretch>
            <a:fillRect/>
          </a:stretch>
        </p:blipFill>
        <p:spPr>
          <a:xfrm>
            <a:off x="342900" y="3545267"/>
            <a:ext cx="8458200" cy="2811083"/>
          </a:xfrm>
          <a:prstGeom prst="rect">
            <a:avLst/>
          </a:prstGeom>
        </p:spPr>
      </p:pic>
    </p:spTree>
    <p:extLst>
      <p:ext uri="{BB962C8B-B14F-4D97-AF65-F5344CB8AC3E}">
        <p14:creationId xmlns:p14="http://schemas.microsoft.com/office/powerpoint/2010/main" val="3363464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71962C-BDEB-6A7C-6F08-522C0899277F}"/>
              </a:ext>
            </a:extLst>
          </p:cNvPr>
          <p:cNvSpPr>
            <a:spLocks noGrp="1"/>
          </p:cNvSpPr>
          <p:nvPr>
            <p:ph type="dt" sz="half" idx="10"/>
          </p:nvPr>
        </p:nvSpPr>
        <p:spPr/>
        <p:txBody>
          <a:bodyPr/>
          <a:lstStyle/>
          <a:p>
            <a:fld id="{53422411-F6E6-4E57-B3A5-8CCBC44A1C9A}" type="datetime1">
              <a:rPr lang="en-US" smtClean="0"/>
              <a:t>2/11/2025</a:t>
            </a:fld>
            <a:endParaRPr lang="en-US"/>
          </a:p>
        </p:txBody>
      </p:sp>
      <p:sp>
        <p:nvSpPr>
          <p:cNvPr id="3" name="Footer Placeholder 2">
            <a:extLst>
              <a:ext uri="{FF2B5EF4-FFF2-40B4-BE49-F238E27FC236}">
                <a16:creationId xmlns:a16="http://schemas.microsoft.com/office/drawing/2014/main" id="{6A4750F6-F9A3-02D8-D9F4-877D7FADF45E}"/>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B119612D-8B6C-7428-750C-91F32A07F315}"/>
              </a:ext>
            </a:extLst>
          </p:cNvPr>
          <p:cNvSpPr>
            <a:spLocks noGrp="1"/>
          </p:cNvSpPr>
          <p:nvPr>
            <p:ph type="sldNum" sz="quarter" idx="12"/>
          </p:nvPr>
        </p:nvSpPr>
        <p:spPr/>
        <p:txBody>
          <a:bodyPr/>
          <a:lstStyle/>
          <a:p>
            <a:fld id="{98942D1A-943E-4A86-8308-2F95E8B419B7}" type="slidenum">
              <a:rPr lang="en-US" smtClean="0"/>
              <a:pPr/>
              <a:t>22</a:t>
            </a:fld>
            <a:endParaRPr lang="en-US"/>
          </a:p>
        </p:txBody>
      </p:sp>
      <p:pic>
        <p:nvPicPr>
          <p:cNvPr id="6" name="Picture 5">
            <a:extLst>
              <a:ext uri="{FF2B5EF4-FFF2-40B4-BE49-F238E27FC236}">
                <a16:creationId xmlns:a16="http://schemas.microsoft.com/office/drawing/2014/main" id="{F2DE6633-EB93-B52E-385B-C1A01E6E47F6}"/>
              </a:ext>
            </a:extLst>
          </p:cNvPr>
          <p:cNvPicPr>
            <a:picLocks noChangeAspect="1"/>
          </p:cNvPicPr>
          <p:nvPr/>
        </p:nvPicPr>
        <p:blipFill>
          <a:blip r:embed="rId2"/>
          <a:stretch>
            <a:fillRect/>
          </a:stretch>
        </p:blipFill>
        <p:spPr>
          <a:xfrm>
            <a:off x="0" y="2514600"/>
            <a:ext cx="9144000" cy="3022314"/>
          </a:xfrm>
          <a:prstGeom prst="rect">
            <a:avLst/>
          </a:prstGeom>
        </p:spPr>
      </p:pic>
      <p:pic>
        <p:nvPicPr>
          <p:cNvPr id="8" name="Picture 7">
            <a:extLst>
              <a:ext uri="{FF2B5EF4-FFF2-40B4-BE49-F238E27FC236}">
                <a16:creationId xmlns:a16="http://schemas.microsoft.com/office/drawing/2014/main" id="{9A9FEBFF-AC89-1851-9BF2-CBFF6FF2178B}"/>
              </a:ext>
            </a:extLst>
          </p:cNvPr>
          <p:cNvPicPr>
            <a:picLocks noChangeAspect="1"/>
          </p:cNvPicPr>
          <p:nvPr/>
        </p:nvPicPr>
        <p:blipFill>
          <a:blip r:embed="rId3"/>
          <a:stretch>
            <a:fillRect/>
          </a:stretch>
        </p:blipFill>
        <p:spPr>
          <a:xfrm>
            <a:off x="0" y="780722"/>
            <a:ext cx="8964276" cy="1324160"/>
          </a:xfrm>
          <a:prstGeom prst="rect">
            <a:avLst/>
          </a:prstGeom>
        </p:spPr>
      </p:pic>
    </p:spTree>
    <p:extLst>
      <p:ext uri="{BB962C8B-B14F-4D97-AF65-F5344CB8AC3E}">
        <p14:creationId xmlns:p14="http://schemas.microsoft.com/office/powerpoint/2010/main" val="3855563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917848-F093-65A6-C187-4AE59A305625}"/>
              </a:ext>
            </a:extLst>
          </p:cNvPr>
          <p:cNvSpPr>
            <a:spLocks noGrp="1"/>
          </p:cNvSpPr>
          <p:nvPr>
            <p:ph type="dt" sz="half" idx="10"/>
          </p:nvPr>
        </p:nvSpPr>
        <p:spPr/>
        <p:txBody>
          <a:bodyPr/>
          <a:lstStyle/>
          <a:p>
            <a:fld id="{72816BE6-6988-4700-A0A7-2C6D33D3390D}" type="datetime1">
              <a:rPr lang="en-US" smtClean="0"/>
              <a:t>2/11/2025</a:t>
            </a:fld>
            <a:endParaRPr lang="en-US"/>
          </a:p>
        </p:txBody>
      </p:sp>
      <p:sp>
        <p:nvSpPr>
          <p:cNvPr id="3" name="Footer Placeholder 2">
            <a:extLst>
              <a:ext uri="{FF2B5EF4-FFF2-40B4-BE49-F238E27FC236}">
                <a16:creationId xmlns:a16="http://schemas.microsoft.com/office/drawing/2014/main" id="{24E76813-F0B5-4524-CF3B-0CBE3C59CD56}"/>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D0EC633E-391C-A83B-B2B9-879F6C837652}"/>
              </a:ext>
            </a:extLst>
          </p:cNvPr>
          <p:cNvSpPr>
            <a:spLocks noGrp="1"/>
          </p:cNvSpPr>
          <p:nvPr>
            <p:ph type="sldNum" sz="quarter" idx="12"/>
          </p:nvPr>
        </p:nvSpPr>
        <p:spPr/>
        <p:txBody>
          <a:bodyPr/>
          <a:lstStyle/>
          <a:p>
            <a:fld id="{98942D1A-943E-4A86-8308-2F95E8B419B7}" type="slidenum">
              <a:rPr lang="en-US" smtClean="0"/>
              <a:pPr/>
              <a:t>23</a:t>
            </a:fld>
            <a:endParaRPr lang="en-US"/>
          </a:p>
        </p:txBody>
      </p:sp>
      <p:pic>
        <p:nvPicPr>
          <p:cNvPr id="6" name="Picture 5">
            <a:extLst>
              <a:ext uri="{FF2B5EF4-FFF2-40B4-BE49-F238E27FC236}">
                <a16:creationId xmlns:a16="http://schemas.microsoft.com/office/drawing/2014/main" id="{E13D7D79-E911-EA6C-9F16-59CB8DD99FD3}"/>
              </a:ext>
            </a:extLst>
          </p:cNvPr>
          <p:cNvPicPr>
            <a:picLocks noChangeAspect="1"/>
          </p:cNvPicPr>
          <p:nvPr/>
        </p:nvPicPr>
        <p:blipFill>
          <a:blip r:embed="rId2"/>
          <a:stretch>
            <a:fillRect/>
          </a:stretch>
        </p:blipFill>
        <p:spPr>
          <a:xfrm>
            <a:off x="0" y="188606"/>
            <a:ext cx="9144000" cy="6480788"/>
          </a:xfrm>
          <a:prstGeom prst="rect">
            <a:avLst/>
          </a:prstGeom>
        </p:spPr>
      </p:pic>
    </p:spTree>
    <p:extLst>
      <p:ext uri="{BB962C8B-B14F-4D97-AF65-F5344CB8AC3E}">
        <p14:creationId xmlns:p14="http://schemas.microsoft.com/office/powerpoint/2010/main" val="34516200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A316CE-DF28-61CD-01F2-3BD481F5CAC0}"/>
              </a:ext>
            </a:extLst>
          </p:cNvPr>
          <p:cNvSpPr>
            <a:spLocks noGrp="1"/>
          </p:cNvSpPr>
          <p:nvPr>
            <p:ph type="dt" sz="half" idx="10"/>
          </p:nvPr>
        </p:nvSpPr>
        <p:spPr/>
        <p:txBody>
          <a:bodyPr/>
          <a:lstStyle/>
          <a:p>
            <a:fld id="{5FFFE293-DA86-4328-B4DF-62DC57D2E46A}" type="datetime1">
              <a:rPr lang="en-US" smtClean="0"/>
              <a:t>2/11/2025</a:t>
            </a:fld>
            <a:endParaRPr lang="en-US"/>
          </a:p>
        </p:txBody>
      </p:sp>
      <p:sp>
        <p:nvSpPr>
          <p:cNvPr id="3" name="Footer Placeholder 2">
            <a:extLst>
              <a:ext uri="{FF2B5EF4-FFF2-40B4-BE49-F238E27FC236}">
                <a16:creationId xmlns:a16="http://schemas.microsoft.com/office/drawing/2014/main" id="{7B6BAC8D-B587-D4CB-6267-E6F7C44B2D59}"/>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E945DD7B-AD28-C7D0-5A67-3B3DC0F9ECD1}"/>
              </a:ext>
            </a:extLst>
          </p:cNvPr>
          <p:cNvSpPr>
            <a:spLocks noGrp="1"/>
          </p:cNvSpPr>
          <p:nvPr>
            <p:ph type="sldNum" sz="quarter" idx="12"/>
          </p:nvPr>
        </p:nvSpPr>
        <p:spPr/>
        <p:txBody>
          <a:bodyPr/>
          <a:lstStyle/>
          <a:p>
            <a:fld id="{98942D1A-943E-4A86-8308-2F95E8B419B7}" type="slidenum">
              <a:rPr lang="en-US" smtClean="0"/>
              <a:pPr/>
              <a:t>24</a:t>
            </a:fld>
            <a:endParaRPr lang="en-US"/>
          </a:p>
        </p:txBody>
      </p:sp>
      <p:pic>
        <p:nvPicPr>
          <p:cNvPr id="6" name="Picture 5">
            <a:extLst>
              <a:ext uri="{FF2B5EF4-FFF2-40B4-BE49-F238E27FC236}">
                <a16:creationId xmlns:a16="http://schemas.microsoft.com/office/drawing/2014/main" id="{C203A1E4-6279-5B3A-679D-4C8188C1501F}"/>
              </a:ext>
            </a:extLst>
          </p:cNvPr>
          <p:cNvPicPr>
            <a:picLocks noChangeAspect="1"/>
          </p:cNvPicPr>
          <p:nvPr/>
        </p:nvPicPr>
        <p:blipFill>
          <a:blip r:embed="rId2"/>
          <a:stretch>
            <a:fillRect/>
          </a:stretch>
        </p:blipFill>
        <p:spPr>
          <a:xfrm>
            <a:off x="76200" y="103868"/>
            <a:ext cx="8610600" cy="2944132"/>
          </a:xfrm>
          <a:prstGeom prst="rect">
            <a:avLst/>
          </a:prstGeom>
        </p:spPr>
      </p:pic>
      <p:pic>
        <p:nvPicPr>
          <p:cNvPr id="8" name="Picture 7">
            <a:extLst>
              <a:ext uri="{FF2B5EF4-FFF2-40B4-BE49-F238E27FC236}">
                <a16:creationId xmlns:a16="http://schemas.microsoft.com/office/drawing/2014/main" id="{BA7D12CD-1E53-C271-C5EB-10CD547FF358}"/>
              </a:ext>
            </a:extLst>
          </p:cNvPr>
          <p:cNvPicPr>
            <a:picLocks noChangeAspect="1"/>
          </p:cNvPicPr>
          <p:nvPr/>
        </p:nvPicPr>
        <p:blipFill>
          <a:blip r:embed="rId3"/>
          <a:stretch>
            <a:fillRect/>
          </a:stretch>
        </p:blipFill>
        <p:spPr>
          <a:xfrm>
            <a:off x="0" y="3080657"/>
            <a:ext cx="8763000" cy="2989358"/>
          </a:xfrm>
          <a:prstGeom prst="rect">
            <a:avLst/>
          </a:prstGeom>
        </p:spPr>
      </p:pic>
      <p:pic>
        <p:nvPicPr>
          <p:cNvPr id="10" name="Picture 9">
            <a:extLst>
              <a:ext uri="{FF2B5EF4-FFF2-40B4-BE49-F238E27FC236}">
                <a16:creationId xmlns:a16="http://schemas.microsoft.com/office/drawing/2014/main" id="{B94DCF49-3217-1929-B099-9910A1161267}"/>
              </a:ext>
            </a:extLst>
          </p:cNvPr>
          <p:cNvPicPr>
            <a:picLocks noChangeAspect="1"/>
          </p:cNvPicPr>
          <p:nvPr/>
        </p:nvPicPr>
        <p:blipFill>
          <a:blip r:embed="rId4"/>
          <a:stretch>
            <a:fillRect/>
          </a:stretch>
        </p:blipFill>
        <p:spPr>
          <a:xfrm>
            <a:off x="457201" y="6097448"/>
            <a:ext cx="2667000" cy="391763"/>
          </a:xfrm>
          <a:prstGeom prst="rect">
            <a:avLst/>
          </a:prstGeom>
        </p:spPr>
      </p:pic>
    </p:spTree>
    <p:extLst>
      <p:ext uri="{BB962C8B-B14F-4D97-AF65-F5344CB8AC3E}">
        <p14:creationId xmlns:p14="http://schemas.microsoft.com/office/powerpoint/2010/main" val="39475588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BA2730-05E9-9F0E-F4BA-1458E758BE3D}"/>
              </a:ext>
            </a:extLst>
          </p:cNvPr>
          <p:cNvSpPr>
            <a:spLocks noGrp="1"/>
          </p:cNvSpPr>
          <p:nvPr>
            <p:ph type="dt" sz="half" idx="10"/>
          </p:nvPr>
        </p:nvSpPr>
        <p:spPr/>
        <p:txBody>
          <a:bodyPr/>
          <a:lstStyle/>
          <a:p>
            <a:fld id="{999F4466-84C5-4EF3-AC95-D6985CDB6E5A}" type="datetime1">
              <a:rPr lang="en-US" smtClean="0"/>
              <a:t>2/11/2025</a:t>
            </a:fld>
            <a:endParaRPr lang="en-US"/>
          </a:p>
        </p:txBody>
      </p:sp>
      <p:sp>
        <p:nvSpPr>
          <p:cNvPr id="3" name="Footer Placeholder 2">
            <a:extLst>
              <a:ext uri="{FF2B5EF4-FFF2-40B4-BE49-F238E27FC236}">
                <a16:creationId xmlns:a16="http://schemas.microsoft.com/office/drawing/2014/main" id="{EA6E4CBF-A889-8C37-B8C2-A789F7E1DF5C}"/>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443974EC-1D3C-B78C-6155-9B74FCD99E77}"/>
              </a:ext>
            </a:extLst>
          </p:cNvPr>
          <p:cNvSpPr>
            <a:spLocks noGrp="1"/>
          </p:cNvSpPr>
          <p:nvPr>
            <p:ph type="sldNum" sz="quarter" idx="12"/>
          </p:nvPr>
        </p:nvSpPr>
        <p:spPr/>
        <p:txBody>
          <a:bodyPr/>
          <a:lstStyle/>
          <a:p>
            <a:fld id="{98942D1A-943E-4A86-8308-2F95E8B419B7}" type="slidenum">
              <a:rPr lang="en-US" smtClean="0"/>
              <a:pPr/>
              <a:t>25</a:t>
            </a:fld>
            <a:endParaRPr lang="en-US"/>
          </a:p>
        </p:txBody>
      </p:sp>
      <p:pic>
        <p:nvPicPr>
          <p:cNvPr id="6" name="Picture 5">
            <a:extLst>
              <a:ext uri="{FF2B5EF4-FFF2-40B4-BE49-F238E27FC236}">
                <a16:creationId xmlns:a16="http://schemas.microsoft.com/office/drawing/2014/main" id="{CC74D091-5636-751C-F484-9229EB929CED}"/>
              </a:ext>
            </a:extLst>
          </p:cNvPr>
          <p:cNvPicPr>
            <a:picLocks noChangeAspect="1"/>
          </p:cNvPicPr>
          <p:nvPr/>
        </p:nvPicPr>
        <p:blipFill>
          <a:blip r:embed="rId2"/>
          <a:stretch>
            <a:fillRect/>
          </a:stretch>
        </p:blipFill>
        <p:spPr>
          <a:xfrm>
            <a:off x="0" y="762000"/>
            <a:ext cx="9144000" cy="4190224"/>
          </a:xfrm>
          <a:prstGeom prst="rect">
            <a:avLst/>
          </a:prstGeom>
        </p:spPr>
      </p:pic>
      <p:pic>
        <p:nvPicPr>
          <p:cNvPr id="8" name="Picture 7">
            <a:extLst>
              <a:ext uri="{FF2B5EF4-FFF2-40B4-BE49-F238E27FC236}">
                <a16:creationId xmlns:a16="http://schemas.microsoft.com/office/drawing/2014/main" id="{8D1C17AC-4C47-49DB-6581-0C6360D8649C}"/>
              </a:ext>
            </a:extLst>
          </p:cNvPr>
          <p:cNvPicPr>
            <a:picLocks noChangeAspect="1"/>
          </p:cNvPicPr>
          <p:nvPr/>
        </p:nvPicPr>
        <p:blipFill>
          <a:blip r:embed="rId3"/>
          <a:stretch>
            <a:fillRect/>
          </a:stretch>
        </p:blipFill>
        <p:spPr>
          <a:xfrm>
            <a:off x="333209" y="4952224"/>
            <a:ext cx="2381582" cy="619211"/>
          </a:xfrm>
          <a:prstGeom prst="rect">
            <a:avLst/>
          </a:prstGeom>
        </p:spPr>
      </p:pic>
    </p:spTree>
    <p:extLst>
      <p:ext uri="{BB962C8B-B14F-4D97-AF65-F5344CB8AC3E}">
        <p14:creationId xmlns:p14="http://schemas.microsoft.com/office/powerpoint/2010/main" val="26738171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C2CFA2-3353-975B-DED3-58815C0AB898}"/>
              </a:ext>
            </a:extLst>
          </p:cNvPr>
          <p:cNvSpPr>
            <a:spLocks noGrp="1"/>
          </p:cNvSpPr>
          <p:nvPr>
            <p:ph type="dt" sz="half" idx="10"/>
          </p:nvPr>
        </p:nvSpPr>
        <p:spPr/>
        <p:txBody>
          <a:bodyPr/>
          <a:lstStyle/>
          <a:p>
            <a:fld id="{5221543C-1367-4B05-8654-E3F63C275FEF}" type="datetime1">
              <a:rPr lang="en-US" smtClean="0"/>
              <a:t>2/11/2025</a:t>
            </a:fld>
            <a:endParaRPr lang="en-US"/>
          </a:p>
        </p:txBody>
      </p:sp>
      <p:sp>
        <p:nvSpPr>
          <p:cNvPr id="3" name="Footer Placeholder 2">
            <a:extLst>
              <a:ext uri="{FF2B5EF4-FFF2-40B4-BE49-F238E27FC236}">
                <a16:creationId xmlns:a16="http://schemas.microsoft.com/office/drawing/2014/main" id="{C28F3E44-0218-DF39-4B3A-17EA909659B8}"/>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F4619D62-EF87-4A12-ACC6-55D3AFABC1DF}"/>
              </a:ext>
            </a:extLst>
          </p:cNvPr>
          <p:cNvSpPr>
            <a:spLocks noGrp="1"/>
          </p:cNvSpPr>
          <p:nvPr>
            <p:ph type="sldNum" sz="quarter" idx="12"/>
          </p:nvPr>
        </p:nvSpPr>
        <p:spPr/>
        <p:txBody>
          <a:bodyPr/>
          <a:lstStyle/>
          <a:p>
            <a:fld id="{98942D1A-943E-4A86-8308-2F95E8B419B7}" type="slidenum">
              <a:rPr lang="en-US" smtClean="0"/>
              <a:pPr/>
              <a:t>26</a:t>
            </a:fld>
            <a:endParaRPr lang="en-US"/>
          </a:p>
        </p:txBody>
      </p:sp>
      <p:pic>
        <p:nvPicPr>
          <p:cNvPr id="6" name="Picture 5">
            <a:extLst>
              <a:ext uri="{FF2B5EF4-FFF2-40B4-BE49-F238E27FC236}">
                <a16:creationId xmlns:a16="http://schemas.microsoft.com/office/drawing/2014/main" id="{6973DDB5-E130-95B2-5D8E-4A426FC4F505}"/>
              </a:ext>
            </a:extLst>
          </p:cNvPr>
          <p:cNvPicPr>
            <a:picLocks noChangeAspect="1"/>
          </p:cNvPicPr>
          <p:nvPr/>
        </p:nvPicPr>
        <p:blipFill>
          <a:blip r:embed="rId2"/>
          <a:stretch>
            <a:fillRect/>
          </a:stretch>
        </p:blipFill>
        <p:spPr>
          <a:xfrm>
            <a:off x="76200" y="685800"/>
            <a:ext cx="8697539" cy="3743847"/>
          </a:xfrm>
          <a:prstGeom prst="rect">
            <a:avLst/>
          </a:prstGeom>
        </p:spPr>
      </p:pic>
    </p:spTree>
    <p:extLst>
      <p:ext uri="{BB962C8B-B14F-4D97-AF65-F5344CB8AC3E}">
        <p14:creationId xmlns:p14="http://schemas.microsoft.com/office/powerpoint/2010/main" val="26444047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89D4BF-D998-D094-44E2-4A9C5EE4FB20}"/>
              </a:ext>
            </a:extLst>
          </p:cNvPr>
          <p:cNvSpPr>
            <a:spLocks noGrp="1"/>
          </p:cNvSpPr>
          <p:nvPr>
            <p:ph type="dt" sz="half" idx="10"/>
          </p:nvPr>
        </p:nvSpPr>
        <p:spPr/>
        <p:txBody>
          <a:bodyPr/>
          <a:lstStyle/>
          <a:p>
            <a:fld id="{F0109F5D-06FC-4E7B-8F63-3275F9A9BB8B}" type="datetime1">
              <a:rPr lang="en-US" smtClean="0"/>
              <a:t>2/11/2025</a:t>
            </a:fld>
            <a:endParaRPr lang="en-US"/>
          </a:p>
        </p:txBody>
      </p:sp>
      <p:sp>
        <p:nvSpPr>
          <p:cNvPr id="3" name="Footer Placeholder 2">
            <a:extLst>
              <a:ext uri="{FF2B5EF4-FFF2-40B4-BE49-F238E27FC236}">
                <a16:creationId xmlns:a16="http://schemas.microsoft.com/office/drawing/2014/main" id="{D559546D-727F-F1B6-0BFD-E883498A413E}"/>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400F728C-4090-25A6-F255-C54FC8D6ACB0}"/>
              </a:ext>
            </a:extLst>
          </p:cNvPr>
          <p:cNvSpPr>
            <a:spLocks noGrp="1"/>
          </p:cNvSpPr>
          <p:nvPr>
            <p:ph type="sldNum" sz="quarter" idx="12"/>
          </p:nvPr>
        </p:nvSpPr>
        <p:spPr/>
        <p:txBody>
          <a:bodyPr/>
          <a:lstStyle/>
          <a:p>
            <a:fld id="{98942D1A-943E-4A86-8308-2F95E8B419B7}" type="slidenum">
              <a:rPr lang="en-US" smtClean="0"/>
              <a:pPr/>
              <a:t>27</a:t>
            </a:fld>
            <a:endParaRPr lang="en-US"/>
          </a:p>
        </p:txBody>
      </p:sp>
      <p:pic>
        <p:nvPicPr>
          <p:cNvPr id="6" name="Picture 5">
            <a:extLst>
              <a:ext uri="{FF2B5EF4-FFF2-40B4-BE49-F238E27FC236}">
                <a16:creationId xmlns:a16="http://schemas.microsoft.com/office/drawing/2014/main" id="{FD10DAEF-A406-71E6-7227-A8F3D15EAB98}"/>
              </a:ext>
            </a:extLst>
          </p:cNvPr>
          <p:cNvPicPr>
            <a:picLocks noChangeAspect="1"/>
          </p:cNvPicPr>
          <p:nvPr/>
        </p:nvPicPr>
        <p:blipFill>
          <a:blip r:embed="rId2"/>
          <a:stretch>
            <a:fillRect/>
          </a:stretch>
        </p:blipFill>
        <p:spPr>
          <a:xfrm>
            <a:off x="0" y="228600"/>
            <a:ext cx="9144000" cy="5361542"/>
          </a:xfrm>
          <a:prstGeom prst="rect">
            <a:avLst/>
          </a:prstGeom>
        </p:spPr>
      </p:pic>
    </p:spTree>
    <p:extLst>
      <p:ext uri="{BB962C8B-B14F-4D97-AF65-F5344CB8AC3E}">
        <p14:creationId xmlns:p14="http://schemas.microsoft.com/office/powerpoint/2010/main" val="2696476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84B240-EA3F-BF58-AF89-F2ADD88187EF}"/>
              </a:ext>
            </a:extLst>
          </p:cNvPr>
          <p:cNvSpPr>
            <a:spLocks noGrp="1"/>
          </p:cNvSpPr>
          <p:nvPr>
            <p:ph type="dt" sz="half" idx="10"/>
          </p:nvPr>
        </p:nvSpPr>
        <p:spPr/>
        <p:txBody>
          <a:bodyPr/>
          <a:lstStyle/>
          <a:p>
            <a:fld id="{205B8F13-6EE1-4CAB-966A-29BEEEC197FE}" type="datetime1">
              <a:rPr lang="en-US" smtClean="0"/>
              <a:t>2/11/2025</a:t>
            </a:fld>
            <a:endParaRPr lang="en-US"/>
          </a:p>
        </p:txBody>
      </p:sp>
      <p:sp>
        <p:nvSpPr>
          <p:cNvPr id="3" name="Footer Placeholder 2">
            <a:extLst>
              <a:ext uri="{FF2B5EF4-FFF2-40B4-BE49-F238E27FC236}">
                <a16:creationId xmlns:a16="http://schemas.microsoft.com/office/drawing/2014/main" id="{73B94588-03CD-7091-B86A-DB06369B82DE}"/>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7E54AF27-5732-81DD-5328-78F9D397D328}"/>
              </a:ext>
            </a:extLst>
          </p:cNvPr>
          <p:cNvSpPr>
            <a:spLocks noGrp="1"/>
          </p:cNvSpPr>
          <p:nvPr>
            <p:ph type="sldNum" sz="quarter" idx="12"/>
          </p:nvPr>
        </p:nvSpPr>
        <p:spPr/>
        <p:txBody>
          <a:bodyPr/>
          <a:lstStyle/>
          <a:p>
            <a:fld id="{98942D1A-943E-4A86-8308-2F95E8B419B7}" type="slidenum">
              <a:rPr lang="en-US" smtClean="0"/>
              <a:pPr/>
              <a:t>28</a:t>
            </a:fld>
            <a:endParaRPr lang="en-US"/>
          </a:p>
        </p:txBody>
      </p:sp>
      <p:pic>
        <p:nvPicPr>
          <p:cNvPr id="6" name="Picture 5">
            <a:extLst>
              <a:ext uri="{FF2B5EF4-FFF2-40B4-BE49-F238E27FC236}">
                <a16:creationId xmlns:a16="http://schemas.microsoft.com/office/drawing/2014/main" id="{B49915A8-1393-3784-89A8-45B0D86B2549}"/>
              </a:ext>
            </a:extLst>
          </p:cNvPr>
          <p:cNvPicPr>
            <a:picLocks noChangeAspect="1"/>
          </p:cNvPicPr>
          <p:nvPr/>
        </p:nvPicPr>
        <p:blipFill>
          <a:blip r:embed="rId2"/>
          <a:stretch>
            <a:fillRect/>
          </a:stretch>
        </p:blipFill>
        <p:spPr>
          <a:xfrm>
            <a:off x="137493" y="428206"/>
            <a:ext cx="8869013" cy="6001588"/>
          </a:xfrm>
          <a:prstGeom prst="rect">
            <a:avLst/>
          </a:prstGeom>
        </p:spPr>
      </p:pic>
    </p:spTree>
    <p:extLst>
      <p:ext uri="{BB962C8B-B14F-4D97-AF65-F5344CB8AC3E}">
        <p14:creationId xmlns:p14="http://schemas.microsoft.com/office/powerpoint/2010/main" val="31800517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7319F7-9B22-AFAB-6C44-F05A140460D9}"/>
              </a:ext>
            </a:extLst>
          </p:cNvPr>
          <p:cNvSpPr>
            <a:spLocks noGrp="1"/>
          </p:cNvSpPr>
          <p:nvPr>
            <p:ph type="dt" sz="half" idx="10"/>
          </p:nvPr>
        </p:nvSpPr>
        <p:spPr/>
        <p:txBody>
          <a:bodyPr/>
          <a:lstStyle/>
          <a:p>
            <a:fld id="{E45B7E58-44CC-4FA9-8397-19D8729964CE}" type="datetime1">
              <a:rPr lang="en-US" smtClean="0"/>
              <a:t>2/11/2025</a:t>
            </a:fld>
            <a:endParaRPr lang="en-US"/>
          </a:p>
        </p:txBody>
      </p:sp>
      <p:sp>
        <p:nvSpPr>
          <p:cNvPr id="3" name="Footer Placeholder 2">
            <a:extLst>
              <a:ext uri="{FF2B5EF4-FFF2-40B4-BE49-F238E27FC236}">
                <a16:creationId xmlns:a16="http://schemas.microsoft.com/office/drawing/2014/main" id="{2D4528A4-6D4D-E8A4-8859-6CFA4BD5D0C0}"/>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D8F050DC-1A9E-E27B-9F46-53FC053AF144}"/>
              </a:ext>
            </a:extLst>
          </p:cNvPr>
          <p:cNvSpPr>
            <a:spLocks noGrp="1"/>
          </p:cNvSpPr>
          <p:nvPr>
            <p:ph type="sldNum" sz="quarter" idx="12"/>
          </p:nvPr>
        </p:nvSpPr>
        <p:spPr/>
        <p:txBody>
          <a:bodyPr/>
          <a:lstStyle/>
          <a:p>
            <a:fld id="{98942D1A-943E-4A86-8308-2F95E8B419B7}" type="slidenum">
              <a:rPr lang="en-US" smtClean="0"/>
              <a:pPr/>
              <a:t>29</a:t>
            </a:fld>
            <a:endParaRPr lang="en-US"/>
          </a:p>
        </p:txBody>
      </p:sp>
      <p:pic>
        <p:nvPicPr>
          <p:cNvPr id="6" name="Picture 5">
            <a:extLst>
              <a:ext uri="{FF2B5EF4-FFF2-40B4-BE49-F238E27FC236}">
                <a16:creationId xmlns:a16="http://schemas.microsoft.com/office/drawing/2014/main" id="{81F074C2-2843-82F0-D4AA-82998C71E41B}"/>
              </a:ext>
            </a:extLst>
          </p:cNvPr>
          <p:cNvPicPr>
            <a:picLocks noChangeAspect="1"/>
          </p:cNvPicPr>
          <p:nvPr/>
        </p:nvPicPr>
        <p:blipFill>
          <a:blip r:embed="rId2"/>
          <a:stretch>
            <a:fillRect/>
          </a:stretch>
        </p:blipFill>
        <p:spPr>
          <a:xfrm>
            <a:off x="446314" y="32657"/>
            <a:ext cx="8116433" cy="685896"/>
          </a:xfrm>
          <a:prstGeom prst="rect">
            <a:avLst/>
          </a:prstGeom>
        </p:spPr>
      </p:pic>
      <p:pic>
        <p:nvPicPr>
          <p:cNvPr id="8" name="Picture 7">
            <a:extLst>
              <a:ext uri="{FF2B5EF4-FFF2-40B4-BE49-F238E27FC236}">
                <a16:creationId xmlns:a16="http://schemas.microsoft.com/office/drawing/2014/main" id="{DE38F3F7-20F1-F8D7-C9CF-D408BB6CBC5E}"/>
              </a:ext>
            </a:extLst>
          </p:cNvPr>
          <p:cNvPicPr>
            <a:picLocks noChangeAspect="1"/>
          </p:cNvPicPr>
          <p:nvPr/>
        </p:nvPicPr>
        <p:blipFill>
          <a:blip r:embed="rId3"/>
          <a:stretch>
            <a:fillRect/>
          </a:stretch>
        </p:blipFill>
        <p:spPr>
          <a:xfrm>
            <a:off x="838200" y="1219200"/>
            <a:ext cx="7315200" cy="4648200"/>
          </a:xfrm>
          <a:prstGeom prst="rect">
            <a:avLst/>
          </a:prstGeom>
        </p:spPr>
      </p:pic>
    </p:spTree>
    <p:extLst>
      <p:ext uri="{BB962C8B-B14F-4D97-AF65-F5344CB8AC3E}">
        <p14:creationId xmlns:p14="http://schemas.microsoft.com/office/powerpoint/2010/main" val="32215205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F1D7B5-6094-7BF7-C158-A7B5FAEE1E71}"/>
              </a:ext>
            </a:extLst>
          </p:cNvPr>
          <p:cNvSpPr>
            <a:spLocks noGrp="1"/>
          </p:cNvSpPr>
          <p:nvPr>
            <p:ph type="dt" sz="half" idx="10"/>
          </p:nvPr>
        </p:nvSpPr>
        <p:spPr/>
        <p:txBody>
          <a:bodyPr/>
          <a:lstStyle/>
          <a:p>
            <a:fld id="{B99441A6-F22F-44D7-B151-348D142F4973}" type="datetime1">
              <a:rPr lang="en-US" smtClean="0"/>
              <a:t>2/11/2025</a:t>
            </a:fld>
            <a:endParaRPr lang="en-US"/>
          </a:p>
        </p:txBody>
      </p:sp>
      <p:sp>
        <p:nvSpPr>
          <p:cNvPr id="3" name="Footer Placeholder 2">
            <a:extLst>
              <a:ext uri="{FF2B5EF4-FFF2-40B4-BE49-F238E27FC236}">
                <a16:creationId xmlns:a16="http://schemas.microsoft.com/office/drawing/2014/main" id="{CAB16C57-126F-FFAF-CEDF-83EB3FA051D4}"/>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6E35F613-C404-7FC2-C1AE-D4EB5C6D7AD6}"/>
              </a:ext>
            </a:extLst>
          </p:cNvPr>
          <p:cNvSpPr>
            <a:spLocks noGrp="1"/>
          </p:cNvSpPr>
          <p:nvPr>
            <p:ph type="sldNum" sz="quarter" idx="12"/>
          </p:nvPr>
        </p:nvSpPr>
        <p:spPr/>
        <p:txBody>
          <a:bodyPr/>
          <a:lstStyle/>
          <a:p>
            <a:fld id="{98942D1A-943E-4A86-8308-2F95E8B419B7}" type="slidenum">
              <a:rPr lang="en-US" smtClean="0"/>
              <a:pPr/>
              <a:t>30</a:t>
            </a:fld>
            <a:endParaRPr lang="en-US"/>
          </a:p>
        </p:txBody>
      </p:sp>
      <p:pic>
        <p:nvPicPr>
          <p:cNvPr id="6" name="Picture 5">
            <a:extLst>
              <a:ext uri="{FF2B5EF4-FFF2-40B4-BE49-F238E27FC236}">
                <a16:creationId xmlns:a16="http://schemas.microsoft.com/office/drawing/2014/main" id="{D2862818-8A7A-E2BD-6061-66FF545A2B8F}"/>
              </a:ext>
            </a:extLst>
          </p:cNvPr>
          <p:cNvPicPr>
            <a:picLocks noChangeAspect="1"/>
          </p:cNvPicPr>
          <p:nvPr/>
        </p:nvPicPr>
        <p:blipFill>
          <a:blip r:embed="rId2"/>
          <a:stretch>
            <a:fillRect/>
          </a:stretch>
        </p:blipFill>
        <p:spPr>
          <a:xfrm>
            <a:off x="51756" y="404390"/>
            <a:ext cx="9040487" cy="6049219"/>
          </a:xfrm>
          <a:prstGeom prst="rect">
            <a:avLst/>
          </a:prstGeom>
        </p:spPr>
      </p:pic>
    </p:spTree>
    <p:extLst>
      <p:ext uri="{BB962C8B-B14F-4D97-AF65-F5344CB8AC3E}">
        <p14:creationId xmlns:p14="http://schemas.microsoft.com/office/powerpoint/2010/main" val="22676602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6A55E1-3E01-4E7C-5138-AE0B7A69BF9C}"/>
              </a:ext>
            </a:extLst>
          </p:cNvPr>
          <p:cNvSpPr>
            <a:spLocks noGrp="1"/>
          </p:cNvSpPr>
          <p:nvPr>
            <p:ph type="dt" sz="half" idx="10"/>
          </p:nvPr>
        </p:nvSpPr>
        <p:spPr/>
        <p:txBody>
          <a:bodyPr/>
          <a:lstStyle/>
          <a:p>
            <a:fld id="{9451D2B3-395A-4B4D-8F30-71E60137433E}" type="datetime1">
              <a:rPr lang="en-US" smtClean="0"/>
              <a:t>2/11/2025</a:t>
            </a:fld>
            <a:endParaRPr lang="en-US"/>
          </a:p>
        </p:txBody>
      </p:sp>
      <p:sp>
        <p:nvSpPr>
          <p:cNvPr id="3" name="Footer Placeholder 2">
            <a:extLst>
              <a:ext uri="{FF2B5EF4-FFF2-40B4-BE49-F238E27FC236}">
                <a16:creationId xmlns:a16="http://schemas.microsoft.com/office/drawing/2014/main" id="{1D5C5DA0-88ED-BD27-4357-CF3E3E17EB89}"/>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A9FDE23B-FC56-94C3-B176-D5AE5008C37C}"/>
              </a:ext>
            </a:extLst>
          </p:cNvPr>
          <p:cNvSpPr>
            <a:spLocks noGrp="1"/>
          </p:cNvSpPr>
          <p:nvPr>
            <p:ph type="sldNum" sz="quarter" idx="12"/>
          </p:nvPr>
        </p:nvSpPr>
        <p:spPr/>
        <p:txBody>
          <a:bodyPr/>
          <a:lstStyle/>
          <a:p>
            <a:fld id="{98942D1A-943E-4A86-8308-2F95E8B419B7}" type="slidenum">
              <a:rPr lang="en-US" smtClean="0"/>
              <a:pPr/>
              <a:t>31</a:t>
            </a:fld>
            <a:endParaRPr lang="en-US"/>
          </a:p>
        </p:txBody>
      </p:sp>
      <p:pic>
        <p:nvPicPr>
          <p:cNvPr id="6" name="Picture 5">
            <a:extLst>
              <a:ext uri="{FF2B5EF4-FFF2-40B4-BE49-F238E27FC236}">
                <a16:creationId xmlns:a16="http://schemas.microsoft.com/office/drawing/2014/main" id="{39BE6A8A-BC33-8E11-D368-D00BB93C161A}"/>
              </a:ext>
            </a:extLst>
          </p:cNvPr>
          <p:cNvPicPr>
            <a:picLocks noChangeAspect="1"/>
          </p:cNvPicPr>
          <p:nvPr/>
        </p:nvPicPr>
        <p:blipFill>
          <a:blip r:embed="rId2"/>
          <a:stretch>
            <a:fillRect/>
          </a:stretch>
        </p:blipFill>
        <p:spPr>
          <a:xfrm>
            <a:off x="0" y="381000"/>
            <a:ext cx="9107171" cy="4734586"/>
          </a:xfrm>
          <a:prstGeom prst="rect">
            <a:avLst/>
          </a:prstGeom>
        </p:spPr>
      </p:pic>
    </p:spTree>
    <p:extLst>
      <p:ext uri="{BB962C8B-B14F-4D97-AF65-F5344CB8AC3E}">
        <p14:creationId xmlns:p14="http://schemas.microsoft.com/office/powerpoint/2010/main" val="29946359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377603-F431-A4EE-4A3E-CFFE492488E6}"/>
              </a:ext>
            </a:extLst>
          </p:cNvPr>
          <p:cNvSpPr>
            <a:spLocks noGrp="1"/>
          </p:cNvSpPr>
          <p:nvPr>
            <p:ph type="dt" sz="half" idx="10"/>
          </p:nvPr>
        </p:nvSpPr>
        <p:spPr/>
        <p:txBody>
          <a:bodyPr/>
          <a:lstStyle/>
          <a:p>
            <a:fld id="{9A010714-318D-49DA-A819-201E022F3C6A}" type="datetime1">
              <a:rPr lang="en-US" smtClean="0"/>
              <a:t>2/11/2025</a:t>
            </a:fld>
            <a:endParaRPr lang="en-US"/>
          </a:p>
        </p:txBody>
      </p:sp>
      <p:sp>
        <p:nvSpPr>
          <p:cNvPr id="3" name="Footer Placeholder 2">
            <a:extLst>
              <a:ext uri="{FF2B5EF4-FFF2-40B4-BE49-F238E27FC236}">
                <a16:creationId xmlns:a16="http://schemas.microsoft.com/office/drawing/2014/main" id="{F32E84D9-630B-9660-3A7E-A7A6E85EA20D}"/>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88BF719A-1CF4-47DA-DD88-9D8EFB2FA917}"/>
              </a:ext>
            </a:extLst>
          </p:cNvPr>
          <p:cNvSpPr>
            <a:spLocks noGrp="1"/>
          </p:cNvSpPr>
          <p:nvPr>
            <p:ph type="sldNum" sz="quarter" idx="12"/>
          </p:nvPr>
        </p:nvSpPr>
        <p:spPr/>
        <p:txBody>
          <a:bodyPr/>
          <a:lstStyle/>
          <a:p>
            <a:fld id="{98942D1A-943E-4A86-8308-2F95E8B419B7}" type="slidenum">
              <a:rPr lang="en-US" smtClean="0"/>
              <a:pPr/>
              <a:t>32</a:t>
            </a:fld>
            <a:endParaRPr lang="en-US"/>
          </a:p>
        </p:txBody>
      </p:sp>
      <p:pic>
        <p:nvPicPr>
          <p:cNvPr id="6" name="Picture 5">
            <a:extLst>
              <a:ext uri="{FF2B5EF4-FFF2-40B4-BE49-F238E27FC236}">
                <a16:creationId xmlns:a16="http://schemas.microsoft.com/office/drawing/2014/main" id="{5D529DA6-D555-36BA-33C0-F3E0787EAD90}"/>
              </a:ext>
            </a:extLst>
          </p:cNvPr>
          <p:cNvPicPr>
            <a:picLocks noChangeAspect="1"/>
          </p:cNvPicPr>
          <p:nvPr/>
        </p:nvPicPr>
        <p:blipFill>
          <a:blip r:embed="rId2"/>
          <a:stretch>
            <a:fillRect/>
          </a:stretch>
        </p:blipFill>
        <p:spPr>
          <a:xfrm>
            <a:off x="0" y="136525"/>
            <a:ext cx="9144000" cy="627713"/>
          </a:xfrm>
          <a:prstGeom prst="rect">
            <a:avLst/>
          </a:prstGeom>
        </p:spPr>
      </p:pic>
      <p:pic>
        <p:nvPicPr>
          <p:cNvPr id="8" name="Picture 7">
            <a:extLst>
              <a:ext uri="{FF2B5EF4-FFF2-40B4-BE49-F238E27FC236}">
                <a16:creationId xmlns:a16="http://schemas.microsoft.com/office/drawing/2014/main" id="{79F803E4-C8B6-42A0-CEEB-BC77A7DD6789}"/>
              </a:ext>
            </a:extLst>
          </p:cNvPr>
          <p:cNvPicPr>
            <a:picLocks noChangeAspect="1"/>
          </p:cNvPicPr>
          <p:nvPr/>
        </p:nvPicPr>
        <p:blipFill>
          <a:blip r:embed="rId3"/>
          <a:stretch>
            <a:fillRect/>
          </a:stretch>
        </p:blipFill>
        <p:spPr>
          <a:xfrm>
            <a:off x="228600" y="835764"/>
            <a:ext cx="7697274" cy="2724530"/>
          </a:xfrm>
          <a:prstGeom prst="rect">
            <a:avLst/>
          </a:prstGeom>
        </p:spPr>
      </p:pic>
      <p:pic>
        <p:nvPicPr>
          <p:cNvPr id="10" name="Picture 9">
            <a:extLst>
              <a:ext uri="{FF2B5EF4-FFF2-40B4-BE49-F238E27FC236}">
                <a16:creationId xmlns:a16="http://schemas.microsoft.com/office/drawing/2014/main" id="{46FB7C47-F9E1-621E-E549-EA3E22B07F7F}"/>
              </a:ext>
            </a:extLst>
          </p:cNvPr>
          <p:cNvPicPr>
            <a:picLocks noChangeAspect="1"/>
          </p:cNvPicPr>
          <p:nvPr/>
        </p:nvPicPr>
        <p:blipFill>
          <a:blip r:embed="rId4"/>
          <a:stretch>
            <a:fillRect/>
          </a:stretch>
        </p:blipFill>
        <p:spPr>
          <a:xfrm>
            <a:off x="252011" y="3810000"/>
            <a:ext cx="5744377" cy="971686"/>
          </a:xfrm>
          <a:prstGeom prst="rect">
            <a:avLst/>
          </a:prstGeom>
        </p:spPr>
      </p:pic>
    </p:spTree>
    <p:extLst>
      <p:ext uri="{BB962C8B-B14F-4D97-AF65-F5344CB8AC3E}">
        <p14:creationId xmlns:p14="http://schemas.microsoft.com/office/powerpoint/2010/main" val="11324560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C7D101-794C-AC7F-08AC-0B96E7F194CC}"/>
              </a:ext>
            </a:extLst>
          </p:cNvPr>
          <p:cNvSpPr>
            <a:spLocks noGrp="1"/>
          </p:cNvSpPr>
          <p:nvPr>
            <p:ph type="dt" sz="half" idx="10"/>
          </p:nvPr>
        </p:nvSpPr>
        <p:spPr/>
        <p:txBody>
          <a:bodyPr/>
          <a:lstStyle/>
          <a:p>
            <a:fld id="{436FD2F3-2F07-459A-9FAA-8BE1AFBD68B1}" type="datetime1">
              <a:rPr lang="en-US" smtClean="0">
                <a:solidFill>
                  <a:schemeClr val="tx1"/>
                </a:solidFill>
              </a:rPr>
              <a:t>2/11/2025</a:t>
            </a:fld>
            <a:endParaRPr lang="en-US">
              <a:solidFill>
                <a:schemeClr val="tx1"/>
              </a:solidFill>
            </a:endParaRPr>
          </a:p>
        </p:txBody>
      </p:sp>
      <p:sp>
        <p:nvSpPr>
          <p:cNvPr id="3" name="Footer Placeholder 2">
            <a:extLst>
              <a:ext uri="{FF2B5EF4-FFF2-40B4-BE49-F238E27FC236}">
                <a16:creationId xmlns:a16="http://schemas.microsoft.com/office/drawing/2014/main" id="{0897240E-10F4-B955-BA09-63B9F8D22445}"/>
              </a:ext>
            </a:extLst>
          </p:cNvPr>
          <p:cNvSpPr>
            <a:spLocks noGrp="1"/>
          </p:cNvSpPr>
          <p:nvPr>
            <p:ph type="ftr" sz="quarter" idx="11"/>
          </p:nvPr>
        </p:nvSpPr>
        <p:spPr/>
        <p:txBody>
          <a:bodyPr/>
          <a:lstStyle/>
          <a:p>
            <a:r>
              <a:rPr lang="sv-SE">
                <a:solidFill>
                  <a:schemeClr val="bg1">
                    <a:lumMod val="65000"/>
                  </a:schemeClr>
                </a:solidFill>
              </a:rPr>
              <a:t>Dheeraj Tripathi    AOE0861    QM    Unit-2                         </a:t>
            </a:r>
            <a:endParaRPr lang="en-US" dirty="0">
              <a:solidFill>
                <a:schemeClr val="bg1">
                  <a:lumMod val="65000"/>
                </a:schemeClr>
              </a:solidFill>
            </a:endParaRPr>
          </a:p>
        </p:txBody>
      </p:sp>
      <p:sp>
        <p:nvSpPr>
          <p:cNvPr id="4" name="Slide Number Placeholder 3">
            <a:extLst>
              <a:ext uri="{FF2B5EF4-FFF2-40B4-BE49-F238E27FC236}">
                <a16:creationId xmlns:a16="http://schemas.microsoft.com/office/drawing/2014/main" id="{29652507-C7B2-B2A9-BF56-EF717826908B}"/>
              </a:ext>
            </a:extLst>
          </p:cNvPr>
          <p:cNvSpPr>
            <a:spLocks noGrp="1"/>
          </p:cNvSpPr>
          <p:nvPr>
            <p:ph type="sldNum" sz="quarter" idx="12"/>
          </p:nvPr>
        </p:nvSpPr>
        <p:spPr/>
        <p:txBody>
          <a:bodyPr/>
          <a:lstStyle/>
          <a:p>
            <a:fld id="{98942D1A-943E-4A86-8308-2F95E8B419B7}" type="slidenum">
              <a:rPr lang="en-US" smtClean="0">
                <a:solidFill>
                  <a:schemeClr val="tx1"/>
                </a:solidFill>
              </a:rPr>
              <a:pPr/>
              <a:t>33</a:t>
            </a:fld>
            <a:endParaRPr lang="en-US">
              <a:solidFill>
                <a:schemeClr val="tx1"/>
              </a:solidFill>
            </a:endParaRPr>
          </a:p>
        </p:txBody>
      </p:sp>
      <p:sp>
        <p:nvSpPr>
          <p:cNvPr id="6" name="TextBox 5">
            <a:extLst>
              <a:ext uri="{FF2B5EF4-FFF2-40B4-BE49-F238E27FC236}">
                <a16:creationId xmlns:a16="http://schemas.microsoft.com/office/drawing/2014/main" id="{835A0C5D-8FA0-BDB3-3CA3-635024D0B61A}"/>
              </a:ext>
            </a:extLst>
          </p:cNvPr>
          <p:cNvSpPr txBox="1"/>
          <p:nvPr/>
        </p:nvSpPr>
        <p:spPr>
          <a:xfrm>
            <a:off x="2286000" y="136525"/>
            <a:ext cx="4572000" cy="584775"/>
          </a:xfrm>
          <a:prstGeom prst="rect">
            <a:avLst/>
          </a:prstGeom>
          <a:noFill/>
        </p:spPr>
        <p:txBody>
          <a:bodyPr wrap="square">
            <a:spAutoFit/>
          </a:bodyPr>
          <a:lstStyle/>
          <a:p>
            <a:r>
              <a:rPr lang="en-US" sz="3200" b="1" i="0" dirty="0">
                <a:effectLst/>
                <a:latin typeface="Times" panose="02020603050405020304" pitchFamily="18" charset="0"/>
              </a:rPr>
              <a:t>TYPES OF REWARDS</a:t>
            </a:r>
            <a:endParaRPr lang="en-US" sz="3200" dirty="0"/>
          </a:p>
        </p:txBody>
      </p:sp>
      <p:sp>
        <p:nvSpPr>
          <p:cNvPr id="9" name="Rectangle 1">
            <a:extLst>
              <a:ext uri="{FF2B5EF4-FFF2-40B4-BE49-F238E27FC236}">
                <a16:creationId xmlns:a16="http://schemas.microsoft.com/office/drawing/2014/main" id="{6BBAA566-30E3-1F55-71AD-57D57F4B8608}"/>
              </a:ext>
            </a:extLst>
          </p:cNvPr>
          <p:cNvSpPr>
            <a:spLocks noChangeArrowheads="1"/>
          </p:cNvSpPr>
          <p:nvPr/>
        </p:nvSpPr>
        <p:spPr bwMode="auto">
          <a:xfrm>
            <a:off x="152400" y="982176"/>
            <a:ext cx="8839200" cy="489364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effectLst/>
                <a:latin typeface="Times" panose="02020603050405020304" pitchFamily="18" charset="0"/>
              </a:rPr>
              <a:t>INTRINSIC REWARDS</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1.</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Non-monetary forms of recognition to acknowledge achievement of quality improvement goals.</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 </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2.</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Celebration to acknowledge achievement of quality improvement goals.</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 </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3.</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Regular expressions of appreciation by managers and leaders to employees to acknowledge achievement of quality improvement goals.</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 </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4.</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360 degree performance appraisals feedback from co-workers subordinates to customers is incorporated into performance appraisals.</a:t>
            </a:r>
            <a:endParaRPr kumimoji="0" lang="en-US" altLang="en-US" sz="2400" b="0" i="0" u="none" strike="noStrike" cap="none" normalizeH="0" baseline="0" dirty="0">
              <a:ln>
                <a:noFill/>
              </a:ln>
              <a:effectLst/>
            </a:endParaRPr>
          </a:p>
        </p:txBody>
      </p:sp>
    </p:spTree>
    <p:extLst>
      <p:ext uri="{BB962C8B-B14F-4D97-AF65-F5344CB8AC3E}">
        <p14:creationId xmlns:p14="http://schemas.microsoft.com/office/powerpoint/2010/main" val="2170048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8AE96E-7BE1-4CE4-1385-E9DB09043497}"/>
              </a:ext>
            </a:extLst>
          </p:cNvPr>
          <p:cNvSpPr>
            <a:spLocks noGrp="1"/>
          </p:cNvSpPr>
          <p:nvPr>
            <p:ph type="dt" sz="half" idx="10"/>
          </p:nvPr>
        </p:nvSpPr>
        <p:spPr/>
        <p:txBody>
          <a:bodyPr/>
          <a:lstStyle/>
          <a:p>
            <a:fld id="{B258470E-0B75-4CA2-B3F9-4201E7960667}" type="datetime1">
              <a:rPr lang="en-US" smtClean="0"/>
              <a:t>2/11/2025</a:t>
            </a:fld>
            <a:endParaRPr lang="en-US"/>
          </a:p>
        </p:txBody>
      </p:sp>
      <p:sp>
        <p:nvSpPr>
          <p:cNvPr id="3" name="Footer Placeholder 2">
            <a:extLst>
              <a:ext uri="{FF2B5EF4-FFF2-40B4-BE49-F238E27FC236}">
                <a16:creationId xmlns:a16="http://schemas.microsoft.com/office/drawing/2014/main" id="{0690991D-C4F3-6242-0989-8E62AEBE78B8}"/>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E872992B-8231-BEA0-8EFA-486200FCFD20}"/>
              </a:ext>
            </a:extLst>
          </p:cNvPr>
          <p:cNvSpPr>
            <a:spLocks noGrp="1"/>
          </p:cNvSpPr>
          <p:nvPr>
            <p:ph type="sldNum" sz="quarter" idx="12"/>
          </p:nvPr>
        </p:nvSpPr>
        <p:spPr/>
        <p:txBody>
          <a:bodyPr/>
          <a:lstStyle/>
          <a:p>
            <a:fld id="{98942D1A-943E-4A86-8308-2F95E8B419B7}" type="slidenum">
              <a:rPr lang="en-US" smtClean="0"/>
              <a:pPr/>
              <a:t>34</a:t>
            </a:fld>
            <a:endParaRPr lang="en-US"/>
          </a:p>
        </p:txBody>
      </p:sp>
      <p:sp>
        <p:nvSpPr>
          <p:cNvPr id="5" name="Rectangle 1">
            <a:extLst>
              <a:ext uri="{FF2B5EF4-FFF2-40B4-BE49-F238E27FC236}">
                <a16:creationId xmlns:a16="http://schemas.microsoft.com/office/drawing/2014/main" id="{7395328D-D57C-D518-F6C0-B14767EFC72F}"/>
              </a:ext>
            </a:extLst>
          </p:cNvPr>
          <p:cNvSpPr>
            <a:spLocks noChangeArrowheads="1"/>
          </p:cNvSpPr>
          <p:nvPr/>
        </p:nvSpPr>
        <p:spPr bwMode="auto">
          <a:xfrm>
            <a:off x="371683" y="1143000"/>
            <a:ext cx="5505033" cy="30469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effectLst/>
                <a:latin typeface="Times" panose="02020603050405020304" pitchFamily="18" charset="0"/>
              </a:rPr>
              <a:t>EXTRINSIC REWARDS</a:t>
            </a:r>
            <a:r>
              <a:rPr kumimoji="0" lang="en-US" altLang="en-US" sz="2400" b="0" i="0" u="none" strike="noStrike" cap="none" normalizeH="0" baseline="0" dirty="0">
                <a:ln>
                  <a:noFill/>
                </a:ln>
                <a:effectLst/>
                <a:latin typeface="Times" panose="02020603050405020304" pitchFamily="18" charset="0"/>
              </a:rPr>
              <a:t>:</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1.</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Profit sharing</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2.</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gain sharing</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3.</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employment security</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4.</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compensation time</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5.</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individual based performance systems</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6.</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quality based performance appraisals</a:t>
            </a:r>
            <a:endParaRPr kumimoji="0" lang="en-US" altLang="en-US" sz="24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1343285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1CD7B7-AE2A-09B9-80E5-CED709859D54}"/>
              </a:ext>
            </a:extLst>
          </p:cNvPr>
          <p:cNvSpPr>
            <a:spLocks noGrp="1"/>
          </p:cNvSpPr>
          <p:nvPr>
            <p:ph type="dt" sz="half" idx="10"/>
          </p:nvPr>
        </p:nvSpPr>
        <p:spPr/>
        <p:txBody>
          <a:bodyPr/>
          <a:lstStyle/>
          <a:p>
            <a:fld id="{23BD1171-D9A6-46A0-B330-859F25F3EE11}" type="datetime1">
              <a:rPr lang="en-US" smtClean="0"/>
              <a:t>2/11/2025</a:t>
            </a:fld>
            <a:endParaRPr lang="en-US"/>
          </a:p>
        </p:txBody>
      </p:sp>
      <p:sp>
        <p:nvSpPr>
          <p:cNvPr id="3" name="Footer Placeholder 2">
            <a:extLst>
              <a:ext uri="{FF2B5EF4-FFF2-40B4-BE49-F238E27FC236}">
                <a16:creationId xmlns:a16="http://schemas.microsoft.com/office/drawing/2014/main" id="{C85E6043-1911-0056-D50D-2441B1AD4138}"/>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ECFD4209-BB1E-844E-5250-6D52A2BB4394}"/>
              </a:ext>
            </a:extLst>
          </p:cNvPr>
          <p:cNvSpPr>
            <a:spLocks noGrp="1"/>
          </p:cNvSpPr>
          <p:nvPr>
            <p:ph type="sldNum" sz="quarter" idx="12"/>
          </p:nvPr>
        </p:nvSpPr>
        <p:spPr/>
        <p:txBody>
          <a:bodyPr/>
          <a:lstStyle/>
          <a:p>
            <a:fld id="{98942D1A-943E-4A86-8308-2F95E8B419B7}" type="slidenum">
              <a:rPr lang="en-US" smtClean="0"/>
              <a:pPr/>
              <a:t>35</a:t>
            </a:fld>
            <a:endParaRPr lang="en-US"/>
          </a:p>
        </p:txBody>
      </p:sp>
      <p:sp>
        <p:nvSpPr>
          <p:cNvPr id="5" name="Rectangle 1">
            <a:extLst>
              <a:ext uri="{FF2B5EF4-FFF2-40B4-BE49-F238E27FC236}">
                <a16:creationId xmlns:a16="http://schemas.microsoft.com/office/drawing/2014/main" id="{A3B394D9-5B24-6D52-FD82-510219C7E131}"/>
              </a:ext>
            </a:extLst>
          </p:cNvPr>
          <p:cNvSpPr>
            <a:spLocks noChangeArrowheads="1"/>
          </p:cNvSpPr>
          <p:nvPr/>
        </p:nvSpPr>
        <p:spPr bwMode="auto">
          <a:xfrm>
            <a:off x="228600" y="381000"/>
            <a:ext cx="8458200" cy="575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effectLst/>
                <a:latin typeface="Times" panose="02020603050405020304" pitchFamily="18" charset="0"/>
              </a:rPr>
              <a:t>Various ways for Recognition and Rewards are</a:t>
            </a:r>
            <a:endParaRPr kumimoji="0" lang="en-US" altLang="en-US" sz="3200" b="1"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1.</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Recognition can be expressed using verbal and written praise.</a:t>
            </a:r>
            <a:endParaRPr kumimoji="0" lang="en-US" altLang="en-US" sz="24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effectLst/>
              <a:latin typeface="Times"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2.</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Rewards may be in the form of certificates and plaques.</a:t>
            </a:r>
            <a:endParaRPr kumimoji="0" lang="en-US" altLang="en-US" sz="24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effectLst/>
              <a:latin typeface="Times"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3.</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Reward is normally in the form of cinema tickets, dinner for family etc.</a:t>
            </a:r>
            <a:endParaRPr kumimoji="0" lang="en-US" altLang="en-US" sz="24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effectLst/>
              <a:latin typeface="Times"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4.</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The financial compensation (for recognition) can be paid in terms of increased salaries, commissions, gain sharing etc.</a:t>
            </a:r>
          </a:p>
          <a:p>
            <a:endPar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endParaRPr>
          </a:p>
          <a:p>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5.</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The efforts of employees can be recognized by promotions, special job assignments etc.</a:t>
            </a:r>
            <a:endParaRPr kumimoji="0" lang="en-US" altLang="en-US" sz="2400" b="0" i="0" u="none" strike="noStrike" cap="none" normalizeH="0" baseline="0" dirty="0">
              <a:ln>
                <a:noFill/>
              </a:ln>
              <a:effectLst/>
            </a:endParaRPr>
          </a:p>
        </p:txBody>
      </p:sp>
    </p:spTree>
    <p:extLst>
      <p:ext uri="{BB962C8B-B14F-4D97-AF65-F5344CB8AC3E}">
        <p14:creationId xmlns:p14="http://schemas.microsoft.com/office/powerpoint/2010/main" val="38073616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AA6E19-1693-9F4D-44E5-7B10C01D4688}"/>
              </a:ext>
            </a:extLst>
          </p:cNvPr>
          <p:cNvSpPr>
            <a:spLocks noGrp="1"/>
          </p:cNvSpPr>
          <p:nvPr>
            <p:ph type="dt" sz="half" idx="10"/>
          </p:nvPr>
        </p:nvSpPr>
        <p:spPr/>
        <p:txBody>
          <a:bodyPr/>
          <a:lstStyle/>
          <a:p>
            <a:fld id="{73755A4C-8636-493D-B47F-24B87345E5F6}" type="datetime1">
              <a:rPr lang="en-US" smtClean="0"/>
              <a:t>2/11/2025</a:t>
            </a:fld>
            <a:endParaRPr lang="en-US"/>
          </a:p>
        </p:txBody>
      </p:sp>
      <p:sp>
        <p:nvSpPr>
          <p:cNvPr id="3" name="Footer Placeholder 2">
            <a:extLst>
              <a:ext uri="{FF2B5EF4-FFF2-40B4-BE49-F238E27FC236}">
                <a16:creationId xmlns:a16="http://schemas.microsoft.com/office/drawing/2014/main" id="{001B89F7-E60A-5416-50EE-3A7136A2FF9A}"/>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5EC0EAED-D52E-791A-3949-2468195BC4A1}"/>
              </a:ext>
            </a:extLst>
          </p:cNvPr>
          <p:cNvSpPr>
            <a:spLocks noGrp="1"/>
          </p:cNvSpPr>
          <p:nvPr>
            <p:ph type="sldNum" sz="quarter" idx="12"/>
          </p:nvPr>
        </p:nvSpPr>
        <p:spPr/>
        <p:txBody>
          <a:bodyPr/>
          <a:lstStyle/>
          <a:p>
            <a:fld id="{98942D1A-943E-4A86-8308-2F95E8B419B7}" type="slidenum">
              <a:rPr lang="en-US" smtClean="0"/>
              <a:pPr/>
              <a:t>36</a:t>
            </a:fld>
            <a:endParaRPr lang="en-US"/>
          </a:p>
        </p:txBody>
      </p:sp>
      <p:sp>
        <p:nvSpPr>
          <p:cNvPr id="6" name="TextBox 5">
            <a:extLst>
              <a:ext uri="{FF2B5EF4-FFF2-40B4-BE49-F238E27FC236}">
                <a16:creationId xmlns:a16="http://schemas.microsoft.com/office/drawing/2014/main" id="{EB4727B5-EB61-971D-09A9-9F55112179C0}"/>
              </a:ext>
            </a:extLst>
          </p:cNvPr>
          <p:cNvSpPr txBox="1"/>
          <p:nvPr/>
        </p:nvSpPr>
        <p:spPr>
          <a:xfrm>
            <a:off x="100988" y="381000"/>
            <a:ext cx="8610600" cy="6294031"/>
          </a:xfrm>
          <a:prstGeom prst="rect">
            <a:avLst/>
          </a:prstGeom>
          <a:noFill/>
        </p:spPr>
        <p:txBody>
          <a:bodyPr wrap="square">
            <a:spAutoFit/>
          </a:bodyPr>
          <a:lstStyle/>
          <a:p>
            <a:pPr eaLnBrk="0" fontAlgn="base" hangingPunct="0">
              <a:spcBef>
                <a:spcPct val="0"/>
              </a:spcBef>
              <a:spcAft>
                <a:spcPct val="0"/>
              </a:spcAft>
            </a:pPr>
            <a:r>
              <a:rPr kumimoji="0" lang="en-US" altLang="en-US" sz="2400" b="0" i="0" u="none" strike="noStrike" cap="none" normalizeH="0" baseline="0" dirty="0">
                <a:ln>
                  <a:noFill/>
                </a:ln>
                <a:effectLst/>
                <a:latin typeface="Times" panose="02020603050405020304" pitchFamily="18" charset="0"/>
              </a:rPr>
              <a:t>6.</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 letter of appreciation from the CEO or the Top Management will increase the employee’s </a:t>
            </a:r>
            <a:r>
              <a:rPr kumimoji="0" lang="en-US" altLang="en-US" sz="2400" b="0" i="0" u="none" strike="noStrike" cap="none" normalizeH="0" baseline="0" dirty="0">
                <a:ln>
                  <a:noFill/>
                </a:ln>
                <a:effectLst/>
                <a:latin typeface="Times" panose="02020603050405020304" pitchFamily="18" charset="0"/>
              </a:rPr>
              <a:t>involvement.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7.</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Reward may be delayed but recognition should be in a timely basis.</a:t>
            </a:r>
            <a:endParaRPr kumimoji="0" lang="en-US" altLang="en-US" sz="24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effectLst/>
              <a:latin typeface="Times"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8.</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Rewards should be appropriate to the improvement level.</a:t>
            </a:r>
            <a:endParaRPr kumimoji="0" lang="en-US" altLang="en-US" sz="24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effectLst/>
              <a:latin typeface="Times"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9.</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People like to be recognized than any reward.</a:t>
            </a:r>
            <a:endParaRPr kumimoji="0" lang="en-US" altLang="en-US" sz="24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effectLst/>
              <a:latin typeface="Times"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10.Special forms of recognition include pictures on the bulletin board, articles in news letters, letter to families etc.</a:t>
            </a:r>
            <a:endParaRPr kumimoji="0" lang="en-US" altLang="en-US" sz="24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effectLst/>
              <a:latin typeface="Times"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11.Supervisors can give on-the-spot praise for a job which is done well.</a:t>
            </a:r>
            <a:endParaRPr kumimoji="0" lang="en-US" altLang="en-US" sz="24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dirty="0">
                <a:ln>
                  <a:noFill/>
                </a:ln>
                <a:solidFill>
                  <a:srgbClr val="333333"/>
                </a:solidFill>
                <a:effectLst/>
                <a:latin typeface="Times" panose="02020603050405020304" pitchFamily="18" charset="0"/>
              </a:rPr>
            </a:b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400" b="0" i="0" u="none" strike="noStrike" cap="none" normalizeH="0" baseline="0" dirty="0">
                <a:ln>
                  <a:noFill/>
                </a:ln>
                <a:solidFill>
                  <a:schemeClr val="tx1"/>
                </a:solidFill>
                <a:effectLst/>
                <a:latin typeface="Arial" panose="020B0604020202020204" pitchFamily="34" charset="0"/>
              </a:rPr>
            </a:b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976583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674015-10E9-157F-16E6-1FC8E05F828A}"/>
              </a:ext>
            </a:extLst>
          </p:cNvPr>
          <p:cNvSpPr>
            <a:spLocks noGrp="1"/>
          </p:cNvSpPr>
          <p:nvPr>
            <p:ph type="dt" sz="half" idx="10"/>
          </p:nvPr>
        </p:nvSpPr>
        <p:spPr/>
        <p:txBody>
          <a:bodyPr/>
          <a:lstStyle/>
          <a:p>
            <a:fld id="{2EF5EE38-A4FE-41DD-A4A4-FBEB967FFEE8}" type="datetime1">
              <a:rPr lang="en-US" smtClean="0"/>
              <a:t>2/11/2025</a:t>
            </a:fld>
            <a:endParaRPr lang="en-US"/>
          </a:p>
        </p:txBody>
      </p:sp>
      <p:sp>
        <p:nvSpPr>
          <p:cNvPr id="3" name="Footer Placeholder 2">
            <a:extLst>
              <a:ext uri="{FF2B5EF4-FFF2-40B4-BE49-F238E27FC236}">
                <a16:creationId xmlns:a16="http://schemas.microsoft.com/office/drawing/2014/main" id="{7B89F19F-B76C-BC6C-CB70-62E57BE35833}"/>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C4D351F6-A038-AFFD-F8A8-82028634DDCF}"/>
              </a:ext>
            </a:extLst>
          </p:cNvPr>
          <p:cNvSpPr>
            <a:spLocks noGrp="1"/>
          </p:cNvSpPr>
          <p:nvPr>
            <p:ph type="sldNum" sz="quarter" idx="12"/>
          </p:nvPr>
        </p:nvSpPr>
        <p:spPr/>
        <p:txBody>
          <a:bodyPr/>
          <a:lstStyle/>
          <a:p>
            <a:fld id="{98942D1A-943E-4A86-8308-2F95E8B419B7}" type="slidenum">
              <a:rPr lang="en-US" smtClean="0"/>
              <a:pPr/>
              <a:t>37</a:t>
            </a:fld>
            <a:endParaRPr lang="en-US"/>
          </a:p>
        </p:txBody>
      </p:sp>
      <p:sp>
        <p:nvSpPr>
          <p:cNvPr id="5" name="Rectangle 1">
            <a:extLst>
              <a:ext uri="{FF2B5EF4-FFF2-40B4-BE49-F238E27FC236}">
                <a16:creationId xmlns:a16="http://schemas.microsoft.com/office/drawing/2014/main" id="{D5217FB4-B75B-1AAF-2736-79F3F26C8816}"/>
              </a:ext>
            </a:extLst>
          </p:cNvPr>
          <p:cNvSpPr>
            <a:spLocks noChangeArrowheads="1"/>
          </p:cNvSpPr>
          <p:nvPr/>
        </p:nvSpPr>
        <p:spPr bwMode="auto">
          <a:xfrm>
            <a:off x="76200" y="457200"/>
            <a:ext cx="8686801" cy="489364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effectLst/>
                <a:latin typeface="Times" panose="02020603050405020304" pitchFamily="18" charset="0"/>
              </a:rPr>
              <a:t>EFFECTS OF RECOGNITION AND REWARD SYSTEM</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1.</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Recognition and reward go together for letting people know that they are valuable members for the organization.</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2.</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Employee involvement can be achieved by recognition and reward system.</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3.</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Recognition and reward system reveals that the organization considers quality and productivity as important.</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4.</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It provides the organization an opportunity to thank high achievers.</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5.</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It provides employees a specific goal to achieve.</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6.</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It motivates employees to improve the process.</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panose="02020603050405020304" pitchFamily="18" charset="0"/>
              </a:rPr>
              <a:t>7.</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effectLst/>
                <a:latin typeface="Times" panose="02020603050405020304" pitchFamily="18" charset="0"/>
              </a:rPr>
              <a:t>It increases the morale of the workers.</a:t>
            </a:r>
            <a:endParaRPr kumimoji="0" lang="en-US" altLang="en-US" sz="24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2376012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56FCD7-5085-9FFF-C065-6EF628048477}"/>
              </a:ext>
            </a:extLst>
          </p:cNvPr>
          <p:cNvSpPr>
            <a:spLocks noGrp="1"/>
          </p:cNvSpPr>
          <p:nvPr>
            <p:ph type="dt" sz="half" idx="10"/>
          </p:nvPr>
        </p:nvSpPr>
        <p:spPr/>
        <p:txBody>
          <a:bodyPr/>
          <a:lstStyle/>
          <a:p>
            <a:fld id="{2F2DBE90-3CFD-4AE2-A045-A2D319FCDD3B}" type="datetime1">
              <a:rPr lang="en-US" smtClean="0"/>
              <a:t>2/11/2025</a:t>
            </a:fld>
            <a:endParaRPr lang="en-US"/>
          </a:p>
        </p:txBody>
      </p:sp>
      <p:sp>
        <p:nvSpPr>
          <p:cNvPr id="3" name="Footer Placeholder 2">
            <a:extLst>
              <a:ext uri="{FF2B5EF4-FFF2-40B4-BE49-F238E27FC236}">
                <a16:creationId xmlns:a16="http://schemas.microsoft.com/office/drawing/2014/main" id="{8B36F849-3853-7CE8-F400-97A508039DDD}"/>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10578D5B-0CAB-4D36-5959-7E3424D6622D}"/>
              </a:ext>
            </a:extLst>
          </p:cNvPr>
          <p:cNvSpPr>
            <a:spLocks noGrp="1"/>
          </p:cNvSpPr>
          <p:nvPr>
            <p:ph type="sldNum" sz="quarter" idx="12"/>
          </p:nvPr>
        </p:nvSpPr>
        <p:spPr/>
        <p:txBody>
          <a:bodyPr/>
          <a:lstStyle/>
          <a:p>
            <a:fld id="{98942D1A-943E-4A86-8308-2F95E8B419B7}" type="slidenum">
              <a:rPr lang="en-US" smtClean="0"/>
              <a:pPr/>
              <a:t>38</a:t>
            </a:fld>
            <a:endParaRPr lang="en-US"/>
          </a:p>
        </p:txBody>
      </p:sp>
      <p:pic>
        <p:nvPicPr>
          <p:cNvPr id="6" name="Picture 5">
            <a:extLst>
              <a:ext uri="{FF2B5EF4-FFF2-40B4-BE49-F238E27FC236}">
                <a16:creationId xmlns:a16="http://schemas.microsoft.com/office/drawing/2014/main" id="{C67A5A52-6174-FF7F-865C-2B44E0AA280A}"/>
              </a:ext>
            </a:extLst>
          </p:cNvPr>
          <p:cNvPicPr>
            <a:picLocks noChangeAspect="1"/>
          </p:cNvPicPr>
          <p:nvPr/>
        </p:nvPicPr>
        <p:blipFill>
          <a:blip r:embed="rId2"/>
          <a:stretch>
            <a:fillRect/>
          </a:stretch>
        </p:blipFill>
        <p:spPr>
          <a:xfrm>
            <a:off x="2404760" y="136525"/>
            <a:ext cx="3919840" cy="802459"/>
          </a:xfrm>
          <a:prstGeom prst="rect">
            <a:avLst/>
          </a:prstGeom>
        </p:spPr>
      </p:pic>
      <p:pic>
        <p:nvPicPr>
          <p:cNvPr id="8" name="Picture 7">
            <a:extLst>
              <a:ext uri="{FF2B5EF4-FFF2-40B4-BE49-F238E27FC236}">
                <a16:creationId xmlns:a16="http://schemas.microsoft.com/office/drawing/2014/main" id="{7E219B1E-049D-B8D6-103F-B81299CC60CE}"/>
              </a:ext>
            </a:extLst>
          </p:cNvPr>
          <p:cNvPicPr>
            <a:picLocks noChangeAspect="1"/>
          </p:cNvPicPr>
          <p:nvPr/>
        </p:nvPicPr>
        <p:blipFill>
          <a:blip r:embed="rId3"/>
          <a:stretch>
            <a:fillRect/>
          </a:stretch>
        </p:blipFill>
        <p:spPr>
          <a:xfrm>
            <a:off x="0" y="1060517"/>
            <a:ext cx="9144000" cy="5174300"/>
          </a:xfrm>
          <a:prstGeom prst="rect">
            <a:avLst/>
          </a:prstGeom>
        </p:spPr>
      </p:pic>
    </p:spTree>
    <p:extLst>
      <p:ext uri="{BB962C8B-B14F-4D97-AF65-F5344CB8AC3E}">
        <p14:creationId xmlns:p14="http://schemas.microsoft.com/office/powerpoint/2010/main" val="33181640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09B5CC-50E2-106E-E355-DA1E1E96E3C6}"/>
              </a:ext>
            </a:extLst>
          </p:cNvPr>
          <p:cNvSpPr>
            <a:spLocks noGrp="1"/>
          </p:cNvSpPr>
          <p:nvPr>
            <p:ph type="dt" sz="half" idx="10"/>
          </p:nvPr>
        </p:nvSpPr>
        <p:spPr/>
        <p:txBody>
          <a:bodyPr/>
          <a:lstStyle/>
          <a:p>
            <a:fld id="{2CA2953D-762E-4B5C-902F-15D1D47E50B5}" type="datetime1">
              <a:rPr lang="en-US" smtClean="0"/>
              <a:t>2/11/2025</a:t>
            </a:fld>
            <a:endParaRPr lang="en-US"/>
          </a:p>
        </p:txBody>
      </p:sp>
      <p:sp>
        <p:nvSpPr>
          <p:cNvPr id="3" name="Footer Placeholder 2">
            <a:extLst>
              <a:ext uri="{FF2B5EF4-FFF2-40B4-BE49-F238E27FC236}">
                <a16:creationId xmlns:a16="http://schemas.microsoft.com/office/drawing/2014/main" id="{C1579E77-4B7B-913A-6C71-961652DEFF89}"/>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DC0F4AE3-81B4-6F2B-3ECC-D8173BFC7D7D}"/>
              </a:ext>
            </a:extLst>
          </p:cNvPr>
          <p:cNvSpPr>
            <a:spLocks noGrp="1"/>
          </p:cNvSpPr>
          <p:nvPr>
            <p:ph type="sldNum" sz="quarter" idx="12"/>
          </p:nvPr>
        </p:nvSpPr>
        <p:spPr/>
        <p:txBody>
          <a:bodyPr/>
          <a:lstStyle/>
          <a:p>
            <a:fld id="{98942D1A-943E-4A86-8308-2F95E8B419B7}" type="slidenum">
              <a:rPr lang="en-US" smtClean="0"/>
              <a:pPr/>
              <a:t>39</a:t>
            </a:fld>
            <a:endParaRPr lang="en-US"/>
          </a:p>
        </p:txBody>
      </p:sp>
      <p:pic>
        <p:nvPicPr>
          <p:cNvPr id="6" name="Picture 5">
            <a:extLst>
              <a:ext uri="{FF2B5EF4-FFF2-40B4-BE49-F238E27FC236}">
                <a16:creationId xmlns:a16="http://schemas.microsoft.com/office/drawing/2014/main" id="{A1EFB22C-D082-4D7E-2594-B06859E39B93}"/>
              </a:ext>
            </a:extLst>
          </p:cNvPr>
          <p:cNvPicPr>
            <a:picLocks noChangeAspect="1"/>
          </p:cNvPicPr>
          <p:nvPr/>
        </p:nvPicPr>
        <p:blipFill>
          <a:blip r:embed="rId2"/>
          <a:stretch>
            <a:fillRect/>
          </a:stretch>
        </p:blipFill>
        <p:spPr>
          <a:xfrm>
            <a:off x="1461653" y="21771"/>
            <a:ext cx="6220693" cy="628738"/>
          </a:xfrm>
          <a:prstGeom prst="rect">
            <a:avLst/>
          </a:prstGeom>
        </p:spPr>
      </p:pic>
      <p:pic>
        <p:nvPicPr>
          <p:cNvPr id="8" name="Picture 7">
            <a:extLst>
              <a:ext uri="{FF2B5EF4-FFF2-40B4-BE49-F238E27FC236}">
                <a16:creationId xmlns:a16="http://schemas.microsoft.com/office/drawing/2014/main" id="{13FA05A8-E833-2EDA-053F-EBCE152B8B63}"/>
              </a:ext>
            </a:extLst>
          </p:cNvPr>
          <p:cNvPicPr>
            <a:picLocks noChangeAspect="1"/>
          </p:cNvPicPr>
          <p:nvPr/>
        </p:nvPicPr>
        <p:blipFill>
          <a:blip r:embed="rId3"/>
          <a:stretch>
            <a:fillRect/>
          </a:stretch>
        </p:blipFill>
        <p:spPr>
          <a:xfrm>
            <a:off x="84822" y="914400"/>
            <a:ext cx="6468378" cy="2381582"/>
          </a:xfrm>
          <a:prstGeom prst="rect">
            <a:avLst/>
          </a:prstGeom>
        </p:spPr>
      </p:pic>
      <p:pic>
        <p:nvPicPr>
          <p:cNvPr id="10" name="Picture 9">
            <a:extLst>
              <a:ext uri="{FF2B5EF4-FFF2-40B4-BE49-F238E27FC236}">
                <a16:creationId xmlns:a16="http://schemas.microsoft.com/office/drawing/2014/main" id="{6A0304E1-51B6-F306-A0FF-7649A381BB92}"/>
              </a:ext>
            </a:extLst>
          </p:cNvPr>
          <p:cNvPicPr>
            <a:picLocks noChangeAspect="1"/>
          </p:cNvPicPr>
          <p:nvPr/>
        </p:nvPicPr>
        <p:blipFill>
          <a:blip r:embed="rId4"/>
          <a:stretch>
            <a:fillRect/>
          </a:stretch>
        </p:blipFill>
        <p:spPr>
          <a:xfrm>
            <a:off x="117479" y="3559873"/>
            <a:ext cx="5430008" cy="2200582"/>
          </a:xfrm>
          <a:prstGeom prst="rect">
            <a:avLst/>
          </a:prstGeom>
        </p:spPr>
      </p:pic>
    </p:spTree>
    <p:extLst>
      <p:ext uri="{BB962C8B-B14F-4D97-AF65-F5344CB8AC3E}">
        <p14:creationId xmlns:p14="http://schemas.microsoft.com/office/powerpoint/2010/main" val="9337918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373557-5C14-925A-8934-EEA9BCDE0FB3}"/>
              </a:ext>
            </a:extLst>
          </p:cNvPr>
          <p:cNvSpPr>
            <a:spLocks noGrp="1"/>
          </p:cNvSpPr>
          <p:nvPr>
            <p:ph type="dt" sz="half" idx="10"/>
          </p:nvPr>
        </p:nvSpPr>
        <p:spPr/>
        <p:txBody>
          <a:bodyPr/>
          <a:lstStyle/>
          <a:p>
            <a:fld id="{78DCB8B6-0318-4FA4-8EF1-CF121CAF3AE3}" type="datetime1">
              <a:rPr lang="en-US" smtClean="0"/>
              <a:t>2/11/2025</a:t>
            </a:fld>
            <a:endParaRPr lang="en-US"/>
          </a:p>
        </p:txBody>
      </p:sp>
      <p:sp>
        <p:nvSpPr>
          <p:cNvPr id="3" name="Footer Placeholder 2">
            <a:extLst>
              <a:ext uri="{FF2B5EF4-FFF2-40B4-BE49-F238E27FC236}">
                <a16:creationId xmlns:a16="http://schemas.microsoft.com/office/drawing/2014/main" id="{4E4AFDDD-35C4-CE5D-9B8D-74CF34D1473A}"/>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F2EAC424-A0D6-95B8-EDFE-C689E0F1AB50}"/>
              </a:ext>
            </a:extLst>
          </p:cNvPr>
          <p:cNvSpPr>
            <a:spLocks noGrp="1"/>
          </p:cNvSpPr>
          <p:nvPr>
            <p:ph type="sldNum" sz="quarter" idx="12"/>
          </p:nvPr>
        </p:nvSpPr>
        <p:spPr/>
        <p:txBody>
          <a:bodyPr/>
          <a:lstStyle/>
          <a:p>
            <a:fld id="{98942D1A-943E-4A86-8308-2F95E8B419B7}" type="slidenum">
              <a:rPr lang="en-US" smtClean="0"/>
              <a:pPr/>
              <a:t>40</a:t>
            </a:fld>
            <a:endParaRPr lang="en-US"/>
          </a:p>
        </p:txBody>
      </p:sp>
      <p:pic>
        <p:nvPicPr>
          <p:cNvPr id="6" name="Picture 5">
            <a:extLst>
              <a:ext uri="{FF2B5EF4-FFF2-40B4-BE49-F238E27FC236}">
                <a16:creationId xmlns:a16="http://schemas.microsoft.com/office/drawing/2014/main" id="{11A0FD23-429C-3932-BC0B-6560AA943DFC}"/>
              </a:ext>
            </a:extLst>
          </p:cNvPr>
          <p:cNvPicPr>
            <a:picLocks noChangeAspect="1"/>
          </p:cNvPicPr>
          <p:nvPr/>
        </p:nvPicPr>
        <p:blipFill>
          <a:blip r:embed="rId2"/>
          <a:stretch>
            <a:fillRect/>
          </a:stretch>
        </p:blipFill>
        <p:spPr>
          <a:xfrm>
            <a:off x="0" y="533400"/>
            <a:ext cx="9144000" cy="3735769"/>
          </a:xfrm>
          <a:prstGeom prst="rect">
            <a:avLst/>
          </a:prstGeom>
        </p:spPr>
      </p:pic>
    </p:spTree>
    <p:extLst>
      <p:ext uri="{BB962C8B-B14F-4D97-AF65-F5344CB8AC3E}">
        <p14:creationId xmlns:p14="http://schemas.microsoft.com/office/powerpoint/2010/main" val="9453808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6CD426-2D68-AF79-C0D4-9EB5AB9CDB08}"/>
              </a:ext>
            </a:extLst>
          </p:cNvPr>
          <p:cNvSpPr>
            <a:spLocks noGrp="1"/>
          </p:cNvSpPr>
          <p:nvPr>
            <p:ph type="dt" sz="half" idx="10"/>
          </p:nvPr>
        </p:nvSpPr>
        <p:spPr/>
        <p:txBody>
          <a:bodyPr/>
          <a:lstStyle/>
          <a:p>
            <a:fld id="{20B451D0-B7BC-4829-A24A-720C8776C7D5}" type="datetime1">
              <a:rPr lang="en-US" smtClean="0"/>
              <a:t>2/11/2025</a:t>
            </a:fld>
            <a:endParaRPr lang="en-US"/>
          </a:p>
        </p:txBody>
      </p:sp>
      <p:sp>
        <p:nvSpPr>
          <p:cNvPr id="3" name="Footer Placeholder 2">
            <a:extLst>
              <a:ext uri="{FF2B5EF4-FFF2-40B4-BE49-F238E27FC236}">
                <a16:creationId xmlns:a16="http://schemas.microsoft.com/office/drawing/2014/main" id="{8A216F2C-1E09-8AFD-E4EC-829F4127F7FE}"/>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4212D3F3-F2DD-2AB1-51AF-AEB332C66CE4}"/>
              </a:ext>
            </a:extLst>
          </p:cNvPr>
          <p:cNvSpPr>
            <a:spLocks noGrp="1"/>
          </p:cNvSpPr>
          <p:nvPr>
            <p:ph type="sldNum" sz="quarter" idx="12"/>
          </p:nvPr>
        </p:nvSpPr>
        <p:spPr/>
        <p:txBody>
          <a:bodyPr/>
          <a:lstStyle/>
          <a:p>
            <a:fld id="{98942D1A-943E-4A86-8308-2F95E8B419B7}" type="slidenum">
              <a:rPr lang="en-US" smtClean="0"/>
              <a:pPr/>
              <a:t>41</a:t>
            </a:fld>
            <a:endParaRPr lang="en-US"/>
          </a:p>
        </p:txBody>
      </p:sp>
      <p:pic>
        <p:nvPicPr>
          <p:cNvPr id="6" name="Picture 5">
            <a:extLst>
              <a:ext uri="{FF2B5EF4-FFF2-40B4-BE49-F238E27FC236}">
                <a16:creationId xmlns:a16="http://schemas.microsoft.com/office/drawing/2014/main" id="{451E007E-ADD0-D29A-C703-0FD3D58A2BA9}"/>
              </a:ext>
            </a:extLst>
          </p:cNvPr>
          <p:cNvPicPr>
            <a:picLocks noChangeAspect="1"/>
          </p:cNvPicPr>
          <p:nvPr/>
        </p:nvPicPr>
        <p:blipFill>
          <a:blip r:embed="rId2"/>
          <a:stretch>
            <a:fillRect/>
          </a:stretch>
        </p:blipFill>
        <p:spPr>
          <a:xfrm>
            <a:off x="457200" y="1080643"/>
            <a:ext cx="7841316" cy="5777357"/>
          </a:xfrm>
          <a:prstGeom prst="rect">
            <a:avLst/>
          </a:prstGeom>
        </p:spPr>
      </p:pic>
      <p:sp>
        <p:nvSpPr>
          <p:cNvPr id="7" name="TextBox 6">
            <a:extLst>
              <a:ext uri="{FF2B5EF4-FFF2-40B4-BE49-F238E27FC236}">
                <a16:creationId xmlns:a16="http://schemas.microsoft.com/office/drawing/2014/main" id="{60338D1C-C585-73B4-1FD2-F9F2B7B15B7D}"/>
              </a:ext>
            </a:extLst>
          </p:cNvPr>
          <p:cNvSpPr txBox="1"/>
          <p:nvPr/>
        </p:nvSpPr>
        <p:spPr>
          <a:xfrm>
            <a:off x="1" y="381000"/>
            <a:ext cx="8915400" cy="523220"/>
          </a:xfrm>
          <a:prstGeom prst="rect">
            <a:avLst/>
          </a:prstGeom>
          <a:noFill/>
        </p:spPr>
        <p:txBody>
          <a:bodyPr wrap="square" rtlCol="0">
            <a:spAutoFit/>
          </a:bodyPr>
          <a:lstStyle/>
          <a:p>
            <a:pPr algn="ctr"/>
            <a:r>
              <a:rPr lang="en-US" sz="2800" b="1" dirty="0">
                <a:latin typeface="Times" panose="02020603050405020304" pitchFamily="18" charset="0"/>
                <a:cs typeface="Times" panose="02020603050405020304" pitchFamily="18" charset="0"/>
              </a:rPr>
              <a:t> </a:t>
            </a:r>
            <a:r>
              <a:rPr lang="en-US" sz="2400" b="1" dirty="0">
                <a:latin typeface="Times" panose="02020603050405020304" pitchFamily="18" charset="0"/>
                <a:cs typeface="Times" panose="02020603050405020304" pitchFamily="18" charset="0"/>
              </a:rPr>
              <a:t>S1-SORT, S2-SET, S3-SHINE, S4-STANDARDIZE, S5-SUSTAIN</a:t>
            </a:r>
          </a:p>
        </p:txBody>
      </p:sp>
    </p:spTree>
    <p:extLst>
      <p:ext uri="{BB962C8B-B14F-4D97-AF65-F5344CB8AC3E}">
        <p14:creationId xmlns:p14="http://schemas.microsoft.com/office/powerpoint/2010/main" val="1380562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4FBA92-3D5B-E299-31E6-7071F2C3AD4C}"/>
              </a:ext>
            </a:extLst>
          </p:cNvPr>
          <p:cNvSpPr>
            <a:spLocks noGrp="1"/>
          </p:cNvSpPr>
          <p:nvPr>
            <p:ph type="dt" sz="half" idx="10"/>
          </p:nvPr>
        </p:nvSpPr>
        <p:spPr/>
        <p:txBody>
          <a:bodyPr/>
          <a:lstStyle/>
          <a:p>
            <a:fld id="{30C9AD81-D8E3-4C4B-84D3-2D3DE26670FD}" type="datetime1">
              <a:rPr lang="en-US" smtClean="0"/>
              <a:t>2/11/2025</a:t>
            </a:fld>
            <a:endParaRPr lang="en-US"/>
          </a:p>
        </p:txBody>
      </p:sp>
      <p:sp>
        <p:nvSpPr>
          <p:cNvPr id="3" name="Footer Placeholder 2">
            <a:extLst>
              <a:ext uri="{FF2B5EF4-FFF2-40B4-BE49-F238E27FC236}">
                <a16:creationId xmlns:a16="http://schemas.microsoft.com/office/drawing/2014/main" id="{1C14637C-0DED-A02C-C39E-82671D7EF673}"/>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C9328DC7-FEFE-B7E3-3331-9732F890750C}"/>
              </a:ext>
            </a:extLst>
          </p:cNvPr>
          <p:cNvSpPr>
            <a:spLocks noGrp="1"/>
          </p:cNvSpPr>
          <p:nvPr>
            <p:ph type="sldNum" sz="quarter" idx="12"/>
          </p:nvPr>
        </p:nvSpPr>
        <p:spPr/>
        <p:txBody>
          <a:bodyPr/>
          <a:lstStyle/>
          <a:p>
            <a:fld id="{98942D1A-943E-4A86-8308-2F95E8B419B7}" type="slidenum">
              <a:rPr lang="en-US" smtClean="0"/>
              <a:pPr/>
              <a:t>42</a:t>
            </a:fld>
            <a:endParaRPr lang="en-US"/>
          </a:p>
        </p:txBody>
      </p:sp>
      <p:pic>
        <p:nvPicPr>
          <p:cNvPr id="6" name="Picture 5">
            <a:extLst>
              <a:ext uri="{FF2B5EF4-FFF2-40B4-BE49-F238E27FC236}">
                <a16:creationId xmlns:a16="http://schemas.microsoft.com/office/drawing/2014/main" id="{B14F81C4-AF13-7693-D810-ECCDF547A923}"/>
              </a:ext>
            </a:extLst>
          </p:cNvPr>
          <p:cNvPicPr>
            <a:picLocks noChangeAspect="1"/>
          </p:cNvPicPr>
          <p:nvPr/>
        </p:nvPicPr>
        <p:blipFill>
          <a:blip r:embed="rId2"/>
          <a:stretch>
            <a:fillRect/>
          </a:stretch>
        </p:blipFill>
        <p:spPr>
          <a:xfrm>
            <a:off x="0" y="937172"/>
            <a:ext cx="9144000" cy="4983655"/>
          </a:xfrm>
          <a:prstGeom prst="rect">
            <a:avLst/>
          </a:prstGeom>
        </p:spPr>
      </p:pic>
    </p:spTree>
    <p:extLst>
      <p:ext uri="{BB962C8B-B14F-4D97-AF65-F5344CB8AC3E}">
        <p14:creationId xmlns:p14="http://schemas.microsoft.com/office/powerpoint/2010/main" val="18933573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612B62-8A56-F723-8A1D-731098812124}"/>
              </a:ext>
            </a:extLst>
          </p:cNvPr>
          <p:cNvSpPr>
            <a:spLocks noGrp="1"/>
          </p:cNvSpPr>
          <p:nvPr>
            <p:ph type="dt" sz="half" idx="10"/>
          </p:nvPr>
        </p:nvSpPr>
        <p:spPr/>
        <p:txBody>
          <a:bodyPr/>
          <a:lstStyle/>
          <a:p>
            <a:fld id="{CCE1AD90-AF39-46B7-A81C-05F7B8C0E5EC}" type="datetime1">
              <a:rPr lang="en-US" smtClean="0"/>
              <a:t>2/11/2025</a:t>
            </a:fld>
            <a:endParaRPr lang="en-US"/>
          </a:p>
        </p:txBody>
      </p:sp>
      <p:sp>
        <p:nvSpPr>
          <p:cNvPr id="3" name="Footer Placeholder 2">
            <a:extLst>
              <a:ext uri="{FF2B5EF4-FFF2-40B4-BE49-F238E27FC236}">
                <a16:creationId xmlns:a16="http://schemas.microsoft.com/office/drawing/2014/main" id="{4AE4EEA1-F337-99B3-3063-79FAEA207B05}"/>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BBABD471-8B79-6279-B98A-E17A2C20C65A}"/>
              </a:ext>
            </a:extLst>
          </p:cNvPr>
          <p:cNvSpPr>
            <a:spLocks noGrp="1"/>
          </p:cNvSpPr>
          <p:nvPr>
            <p:ph type="sldNum" sz="quarter" idx="12"/>
          </p:nvPr>
        </p:nvSpPr>
        <p:spPr/>
        <p:txBody>
          <a:bodyPr/>
          <a:lstStyle/>
          <a:p>
            <a:fld id="{98942D1A-943E-4A86-8308-2F95E8B419B7}" type="slidenum">
              <a:rPr lang="en-US" smtClean="0"/>
              <a:pPr/>
              <a:t>43</a:t>
            </a:fld>
            <a:endParaRPr lang="en-US"/>
          </a:p>
        </p:txBody>
      </p:sp>
      <p:pic>
        <p:nvPicPr>
          <p:cNvPr id="6" name="Picture 5">
            <a:extLst>
              <a:ext uri="{FF2B5EF4-FFF2-40B4-BE49-F238E27FC236}">
                <a16:creationId xmlns:a16="http://schemas.microsoft.com/office/drawing/2014/main" id="{133B844D-1CB5-84C0-B9A6-B28368BBEF44}"/>
              </a:ext>
            </a:extLst>
          </p:cNvPr>
          <p:cNvPicPr>
            <a:picLocks noChangeAspect="1"/>
          </p:cNvPicPr>
          <p:nvPr/>
        </p:nvPicPr>
        <p:blipFill>
          <a:blip r:embed="rId2"/>
          <a:stretch>
            <a:fillRect/>
          </a:stretch>
        </p:blipFill>
        <p:spPr>
          <a:xfrm>
            <a:off x="0" y="250628"/>
            <a:ext cx="9144000" cy="6356743"/>
          </a:xfrm>
          <a:prstGeom prst="rect">
            <a:avLst/>
          </a:prstGeom>
        </p:spPr>
      </p:pic>
    </p:spTree>
    <p:extLst>
      <p:ext uri="{BB962C8B-B14F-4D97-AF65-F5344CB8AC3E}">
        <p14:creationId xmlns:p14="http://schemas.microsoft.com/office/powerpoint/2010/main" val="23628093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9E78EB-930A-3BC8-AF95-7A5444036478}"/>
              </a:ext>
            </a:extLst>
          </p:cNvPr>
          <p:cNvSpPr>
            <a:spLocks noGrp="1"/>
          </p:cNvSpPr>
          <p:nvPr>
            <p:ph type="dt" sz="half" idx="10"/>
          </p:nvPr>
        </p:nvSpPr>
        <p:spPr/>
        <p:txBody>
          <a:bodyPr/>
          <a:lstStyle/>
          <a:p>
            <a:fld id="{7BC894A3-DF52-4158-A6B9-A853DBC94D0A}" type="datetime1">
              <a:rPr lang="en-US" smtClean="0"/>
              <a:t>2/11/2025</a:t>
            </a:fld>
            <a:endParaRPr lang="en-US"/>
          </a:p>
        </p:txBody>
      </p:sp>
      <p:sp>
        <p:nvSpPr>
          <p:cNvPr id="3" name="Footer Placeholder 2">
            <a:extLst>
              <a:ext uri="{FF2B5EF4-FFF2-40B4-BE49-F238E27FC236}">
                <a16:creationId xmlns:a16="http://schemas.microsoft.com/office/drawing/2014/main" id="{B12F1FE4-BF45-9B06-B15E-0F173B1EEE50}"/>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1792EDC3-AAC9-7571-C006-ADD483931DAF}"/>
              </a:ext>
            </a:extLst>
          </p:cNvPr>
          <p:cNvSpPr>
            <a:spLocks noGrp="1"/>
          </p:cNvSpPr>
          <p:nvPr>
            <p:ph type="sldNum" sz="quarter" idx="12"/>
          </p:nvPr>
        </p:nvSpPr>
        <p:spPr/>
        <p:txBody>
          <a:bodyPr/>
          <a:lstStyle/>
          <a:p>
            <a:fld id="{98942D1A-943E-4A86-8308-2F95E8B419B7}" type="slidenum">
              <a:rPr lang="en-US" smtClean="0"/>
              <a:pPr/>
              <a:t>44</a:t>
            </a:fld>
            <a:endParaRPr lang="en-US"/>
          </a:p>
        </p:txBody>
      </p:sp>
      <p:pic>
        <p:nvPicPr>
          <p:cNvPr id="6" name="Picture 5">
            <a:extLst>
              <a:ext uri="{FF2B5EF4-FFF2-40B4-BE49-F238E27FC236}">
                <a16:creationId xmlns:a16="http://schemas.microsoft.com/office/drawing/2014/main" id="{4B574486-40E1-3CC4-D298-A8B9DCFDEA75}"/>
              </a:ext>
            </a:extLst>
          </p:cNvPr>
          <p:cNvPicPr>
            <a:picLocks noChangeAspect="1"/>
          </p:cNvPicPr>
          <p:nvPr/>
        </p:nvPicPr>
        <p:blipFill>
          <a:blip r:embed="rId2"/>
          <a:stretch>
            <a:fillRect/>
          </a:stretch>
        </p:blipFill>
        <p:spPr>
          <a:xfrm>
            <a:off x="423283" y="328180"/>
            <a:ext cx="8297433" cy="6201640"/>
          </a:xfrm>
          <a:prstGeom prst="rect">
            <a:avLst/>
          </a:prstGeom>
        </p:spPr>
      </p:pic>
    </p:spTree>
    <p:extLst>
      <p:ext uri="{BB962C8B-B14F-4D97-AF65-F5344CB8AC3E}">
        <p14:creationId xmlns:p14="http://schemas.microsoft.com/office/powerpoint/2010/main" val="19767990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F9DEAF-6287-3683-1DAE-F9791DFAAE67}"/>
              </a:ext>
            </a:extLst>
          </p:cNvPr>
          <p:cNvSpPr>
            <a:spLocks noGrp="1"/>
          </p:cNvSpPr>
          <p:nvPr>
            <p:ph type="dt" sz="half" idx="10"/>
          </p:nvPr>
        </p:nvSpPr>
        <p:spPr/>
        <p:txBody>
          <a:bodyPr/>
          <a:lstStyle/>
          <a:p>
            <a:fld id="{5330FBB5-7E92-45EB-80F8-87062BEF026F}" type="datetime1">
              <a:rPr lang="en-US" smtClean="0"/>
              <a:t>2/11/2025</a:t>
            </a:fld>
            <a:endParaRPr lang="en-US"/>
          </a:p>
        </p:txBody>
      </p:sp>
      <p:sp>
        <p:nvSpPr>
          <p:cNvPr id="3" name="Footer Placeholder 2">
            <a:extLst>
              <a:ext uri="{FF2B5EF4-FFF2-40B4-BE49-F238E27FC236}">
                <a16:creationId xmlns:a16="http://schemas.microsoft.com/office/drawing/2014/main" id="{B03B7590-C66E-672B-C379-65FF52D35617}"/>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D7157D9C-EF2D-0E90-A511-5B697ECAF156}"/>
              </a:ext>
            </a:extLst>
          </p:cNvPr>
          <p:cNvSpPr>
            <a:spLocks noGrp="1"/>
          </p:cNvSpPr>
          <p:nvPr>
            <p:ph type="sldNum" sz="quarter" idx="12"/>
          </p:nvPr>
        </p:nvSpPr>
        <p:spPr/>
        <p:txBody>
          <a:bodyPr/>
          <a:lstStyle/>
          <a:p>
            <a:fld id="{98942D1A-943E-4A86-8308-2F95E8B419B7}" type="slidenum">
              <a:rPr lang="en-US" smtClean="0"/>
              <a:pPr/>
              <a:t>45</a:t>
            </a:fld>
            <a:endParaRPr lang="en-US"/>
          </a:p>
        </p:txBody>
      </p:sp>
      <p:pic>
        <p:nvPicPr>
          <p:cNvPr id="6" name="Picture 5">
            <a:extLst>
              <a:ext uri="{FF2B5EF4-FFF2-40B4-BE49-F238E27FC236}">
                <a16:creationId xmlns:a16="http://schemas.microsoft.com/office/drawing/2014/main" id="{014C545B-88DF-360C-DBFC-D6505F3FF5DC}"/>
              </a:ext>
            </a:extLst>
          </p:cNvPr>
          <p:cNvPicPr>
            <a:picLocks noChangeAspect="1"/>
          </p:cNvPicPr>
          <p:nvPr/>
        </p:nvPicPr>
        <p:blipFill>
          <a:blip r:embed="rId2"/>
          <a:stretch>
            <a:fillRect/>
          </a:stretch>
        </p:blipFill>
        <p:spPr>
          <a:xfrm>
            <a:off x="423283" y="566338"/>
            <a:ext cx="8297433" cy="5725324"/>
          </a:xfrm>
          <a:prstGeom prst="rect">
            <a:avLst/>
          </a:prstGeom>
        </p:spPr>
      </p:pic>
    </p:spTree>
    <p:extLst>
      <p:ext uri="{BB962C8B-B14F-4D97-AF65-F5344CB8AC3E}">
        <p14:creationId xmlns:p14="http://schemas.microsoft.com/office/powerpoint/2010/main" val="9963938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8FB899-A25A-204A-9EA5-A5287C6BD862}"/>
              </a:ext>
            </a:extLst>
          </p:cNvPr>
          <p:cNvSpPr>
            <a:spLocks noGrp="1"/>
          </p:cNvSpPr>
          <p:nvPr>
            <p:ph type="dt" sz="half" idx="10"/>
          </p:nvPr>
        </p:nvSpPr>
        <p:spPr/>
        <p:txBody>
          <a:bodyPr/>
          <a:lstStyle/>
          <a:p>
            <a:fld id="{A504A015-0614-461D-9A4D-001BDAF3DFED}" type="datetime1">
              <a:rPr lang="en-US" smtClean="0"/>
              <a:t>2/11/2025</a:t>
            </a:fld>
            <a:endParaRPr lang="en-US"/>
          </a:p>
        </p:txBody>
      </p:sp>
      <p:sp>
        <p:nvSpPr>
          <p:cNvPr id="3" name="Footer Placeholder 2">
            <a:extLst>
              <a:ext uri="{FF2B5EF4-FFF2-40B4-BE49-F238E27FC236}">
                <a16:creationId xmlns:a16="http://schemas.microsoft.com/office/drawing/2014/main" id="{3046AAE8-6102-DE53-D60D-D8C1CF3D0800}"/>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239C66AD-40E4-F4C0-F30A-44FB7B2C9919}"/>
              </a:ext>
            </a:extLst>
          </p:cNvPr>
          <p:cNvSpPr>
            <a:spLocks noGrp="1"/>
          </p:cNvSpPr>
          <p:nvPr>
            <p:ph type="sldNum" sz="quarter" idx="12"/>
          </p:nvPr>
        </p:nvSpPr>
        <p:spPr/>
        <p:txBody>
          <a:bodyPr/>
          <a:lstStyle/>
          <a:p>
            <a:fld id="{98942D1A-943E-4A86-8308-2F95E8B419B7}" type="slidenum">
              <a:rPr lang="en-US" smtClean="0"/>
              <a:pPr/>
              <a:t>46</a:t>
            </a:fld>
            <a:endParaRPr lang="en-US"/>
          </a:p>
        </p:txBody>
      </p:sp>
      <p:pic>
        <p:nvPicPr>
          <p:cNvPr id="6" name="Picture 5">
            <a:extLst>
              <a:ext uri="{FF2B5EF4-FFF2-40B4-BE49-F238E27FC236}">
                <a16:creationId xmlns:a16="http://schemas.microsoft.com/office/drawing/2014/main" id="{799C397F-EAC2-29B9-A08E-31C3C853D6C4}"/>
              </a:ext>
            </a:extLst>
          </p:cNvPr>
          <p:cNvPicPr>
            <a:picLocks noChangeAspect="1"/>
          </p:cNvPicPr>
          <p:nvPr/>
        </p:nvPicPr>
        <p:blipFill>
          <a:blip r:embed="rId2"/>
          <a:stretch>
            <a:fillRect/>
          </a:stretch>
        </p:blipFill>
        <p:spPr>
          <a:xfrm>
            <a:off x="413757" y="390101"/>
            <a:ext cx="8316486" cy="6077798"/>
          </a:xfrm>
          <a:prstGeom prst="rect">
            <a:avLst/>
          </a:prstGeom>
        </p:spPr>
      </p:pic>
    </p:spTree>
    <p:extLst>
      <p:ext uri="{BB962C8B-B14F-4D97-AF65-F5344CB8AC3E}">
        <p14:creationId xmlns:p14="http://schemas.microsoft.com/office/powerpoint/2010/main" val="19834793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7E6D17-F2AF-CE74-D4B9-9DE2EBB9822A}"/>
              </a:ext>
            </a:extLst>
          </p:cNvPr>
          <p:cNvSpPr>
            <a:spLocks noGrp="1"/>
          </p:cNvSpPr>
          <p:nvPr>
            <p:ph type="dt" sz="half" idx="10"/>
          </p:nvPr>
        </p:nvSpPr>
        <p:spPr/>
        <p:txBody>
          <a:bodyPr/>
          <a:lstStyle/>
          <a:p>
            <a:fld id="{0F230858-3C41-4A89-BDB6-251EF1086956}" type="datetime1">
              <a:rPr lang="en-US" smtClean="0"/>
              <a:t>2/11/2025</a:t>
            </a:fld>
            <a:endParaRPr lang="en-US"/>
          </a:p>
        </p:txBody>
      </p:sp>
      <p:sp>
        <p:nvSpPr>
          <p:cNvPr id="3" name="Footer Placeholder 2">
            <a:extLst>
              <a:ext uri="{FF2B5EF4-FFF2-40B4-BE49-F238E27FC236}">
                <a16:creationId xmlns:a16="http://schemas.microsoft.com/office/drawing/2014/main" id="{5151E84C-BF00-9CFF-339B-2CC2DCA40305}"/>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F0D18370-F116-1082-8AB9-659079E1EF81}"/>
              </a:ext>
            </a:extLst>
          </p:cNvPr>
          <p:cNvSpPr>
            <a:spLocks noGrp="1"/>
          </p:cNvSpPr>
          <p:nvPr>
            <p:ph type="sldNum" sz="quarter" idx="12"/>
          </p:nvPr>
        </p:nvSpPr>
        <p:spPr/>
        <p:txBody>
          <a:bodyPr/>
          <a:lstStyle/>
          <a:p>
            <a:fld id="{98942D1A-943E-4A86-8308-2F95E8B419B7}" type="slidenum">
              <a:rPr lang="en-US" smtClean="0"/>
              <a:pPr/>
              <a:t>47</a:t>
            </a:fld>
            <a:endParaRPr lang="en-US"/>
          </a:p>
        </p:txBody>
      </p:sp>
      <p:pic>
        <p:nvPicPr>
          <p:cNvPr id="6" name="Picture 5">
            <a:extLst>
              <a:ext uri="{FF2B5EF4-FFF2-40B4-BE49-F238E27FC236}">
                <a16:creationId xmlns:a16="http://schemas.microsoft.com/office/drawing/2014/main" id="{B00B47EE-2D3C-5B2D-4EB3-8D09C3541D98}"/>
              </a:ext>
            </a:extLst>
          </p:cNvPr>
          <p:cNvPicPr>
            <a:picLocks noChangeAspect="1"/>
          </p:cNvPicPr>
          <p:nvPr/>
        </p:nvPicPr>
        <p:blipFill>
          <a:blip r:embed="rId2"/>
          <a:stretch>
            <a:fillRect/>
          </a:stretch>
        </p:blipFill>
        <p:spPr>
          <a:xfrm>
            <a:off x="975810" y="337706"/>
            <a:ext cx="7192379" cy="6182588"/>
          </a:xfrm>
          <a:prstGeom prst="rect">
            <a:avLst/>
          </a:prstGeom>
        </p:spPr>
      </p:pic>
    </p:spTree>
    <p:extLst>
      <p:ext uri="{BB962C8B-B14F-4D97-AF65-F5344CB8AC3E}">
        <p14:creationId xmlns:p14="http://schemas.microsoft.com/office/powerpoint/2010/main" val="17538883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242C9E-63B1-F2B6-6C37-665BFF7C5062}"/>
              </a:ext>
            </a:extLst>
          </p:cNvPr>
          <p:cNvSpPr>
            <a:spLocks noGrp="1"/>
          </p:cNvSpPr>
          <p:nvPr>
            <p:ph type="dt" sz="half" idx="10"/>
          </p:nvPr>
        </p:nvSpPr>
        <p:spPr/>
        <p:txBody>
          <a:bodyPr/>
          <a:lstStyle/>
          <a:p>
            <a:fld id="{9B9878A4-59E0-4328-985B-6C5829842226}" type="datetime1">
              <a:rPr lang="en-US" smtClean="0"/>
              <a:t>2/11/2025</a:t>
            </a:fld>
            <a:endParaRPr lang="en-US"/>
          </a:p>
        </p:txBody>
      </p:sp>
      <p:sp>
        <p:nvSpPr>
          <p:cNvPr id="3" name="Footer Placeholder 2">
            <a:extLst>
              <a:ext uri="{FF2B5EF4-FFF2-40B4-BE49-F238E27FC236}">
                <a16:creationId xmlns:a16="http://schemas.microsoft.com/office/drawing/2014/main" id="{45C82193-3960-8358-F5E5-F50547EAC65A}"/>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9A960735-5D80-8F64-2945-63E5B780EF9E}"/>
              </a:ext>
            </a:extLst>
          </p:cNvPr>
          <p:cNvSpPr>
            <a:spLocks noGrp="1"/>
          </p:cNvSpPr>
          <p:nvPr>
            <p:ph type="sldNum" sz="quarter" idx="12"/>
          </p:nvPr>
        </p:nvSpPr>
        <p:spPr/>
        <p:txBody>
          <a:bodyPr/>
          <a:lstStyle/>
          <a:p>
            <a:fld id="{98942D1A-943E-4A86-8308-2F95E8B419B7}" type="slidenum">
              <a:rPr lang="en-US" smtClean="0"/>
              <a:pPr/>
              <a:t>48</a:t>
            </a:fld>
            <a:endParaRPr lang="en-US"/>
          </a:p>
        </p:txBody>
      </p:sp>
      <p:pic>
        <p:nvPicPr>
          <p:cNvPr id="6" name="Picture 5">
            <a:extLst>
              <a:ext uri="{FF2B5EF4-FFF2-40B4-BE49-F238E27FC236}">
                <a16:creationId xmlns:a16="http://schemas.microsoft.com/office/drawing/2014/main" id="{FAB9362B-BE30-2E71-3C2C-DB5C669466F3}"/>
              </a:ext>
            </a:extLst>
          </p:cNvPr>
          <p:cNvPicPr>
            <a:picLocks noChangeAspect="1"/>
          </p:cNvPicPr>
          <p:nvPr/>
        </p:nvPicPr>
        <p:blipFill>
          <a:blip r:embed="rId2"/>
          <a:stretch>
            <a:fillRect/>
          </a:stretch>
        </p:blipFill>
        <p:spPr>
          <a:xfrm>
            <a:off x="618573" y="756864"/>
            <a:ext cx="7906853" cy="5344271"/>
          </a:xfrm>
          <a:prstGeom prst="rect">
            <a:avLst/>
          </a:prstGeom>
        </p:spPr>
      </p:pic>
    </p:spTree>
    <p:extLst>
      <p:ext uri="{BB962C8B-B14F-4D97-AF65-F5344CB8AC3E}">
        <p14:creationId xmlns:p14="http://schemas.microsoft.com/office/powerpoint/2010/main" val="36927894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53B5D4-70C2-79EF-3C1A-B2BC99F1D7F8}"/>
              </a:ext>
            </a:extLst>
          </p:cNvPr>
          <p:cNvSpPr>
            <a:spLocks noGrp="1"/>
          </p:cNvSpPr>
          <p:nvPr>
            <p:ph type="dt" sz="half" idx="10"/>
          </p:nvPr>
        </p:nvSpPr>
        <p:spPr/>
        <p:txBody>
          <a:bodyPr/>
          <a:lstStyle/>
          <a:p>
            <a:fld id="{10F4D7F0-99C7-4FD7-AE9B-6987ED6D40DC}" type="datetime1">
              <a:rPr lang="en-US" smtClean="0"/>
              <a:t>2/11/2025</a:t>
            </a:fld>
            <a:endParaRPr lang="en-US"/>
          </a:p>
        </p:txBody>
      </p:sp>
      <p:sp>
        <p:nvSpPr>
          <p:cNvPr id="3" name="Footer Placeholder 2">
            <a:extLst>
              <a:ext uri="{FF2B5EF4-FFF2-40B4-BE49-F238E27FC236}">
                <a16:creationId xmlns:a16="http://schemas.microsoft.com/office/drawing/2014/main" id="{F5B375EA-1951-F130-C7A6-03913B9F6EBA}"/>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FDC33524-D594-61C5-2512-E1ECEC43F6D9}"/>
              </a:ext>
            </a:extLst>
          </p:cNvPr>
          <p:cNvSpPr>
            <a:spLocks noGrp="1"/>
          </p:cNvSpPr>
          <p:nvPr>
            <p:ph type="sldNum" sz="quarter" idx="12"/>
          </p:nvPr>
        </p:nvSpPr>
        <p:spPr/>
        <p:txBody>
          <a:bodyPr/>
          <a:lstStyle/>
          <a:p>
            <a:fld id="{98942D1A-943E-4A86-8308-2F95E8B419B7}" type="slidenum">
              <a:rPr lang="en-US" smtClean="0"/>
              <a:pPr/>
              <a:t>49</a:t>
            </a:fld>
            <a:endParaRPr lang="en-US"/>
          </a:p>
        </p:txBody>
      </p:sp>
      <p:sp>
        <p:nvSpPr>
          <p:cNvPr id="6" name="TextBox 5">
            <a:extLst>
              <a:ext uri="{FF2B5EF4-FFF2-40B4-BE49-F238E27FC236}">
                <a16:creationId xmlns:a16="http://schemas.microsoft.com/office/drawing/2014/main" id="{3365698B-8A34-0BA6-86FE-6FCAA694508F}"/>
              </a:ext>
            </a:extLst>
          </p:cNvPr>
          <p:cNvSpPr txBox="1"/>
          <p:nvPr/>
        </p:nvSpPr>
        <p:spPr>
          <a:xfrm>
            <a:off x="2171700" y="136525"/>
            <a:ext cx="4800600" cy="584775"/>
          </a:xfrm>
          <a:prstGeom prst="rect">
            <a:avLst/>
          </a:prstGeom>
          <a:noFill/>
        </p:spPr>
        <p:txBody>
          <a:bodyPr wrap="square">
            <a:spAutoFit/>
          </a:bodyPr>
          <a:lstStyle/>
          <a:p>
            <a:pPr algn="ctr" fontAlgn="base"/>
            <a:r>
              <a:rPr lang="en-US" sz="3200" b="1" dirty="0">
                <a:solidFill>
                  <a:srgbClr val="000000"/>
                </a:solidFill>
                <a:latin typeface="Times" panose="02020603050405020304" pitchFamily="18" charset="0"/>
                <a:cs typeface="Times" panose="02020603050405020304" pitchFamily="18" charset="0"/>
              </a:rPr>
              <a:t>TQM</a:t>
            </a:r>
            <a:r>
              <a:rPr lang="en-US" sz="3200" b="1" i="0" dirty="0">
                <a:solidFill>
                  <a:srgbClr val="000000"/>
                </a:solidFill>
                <a:effectLst/>
                <a:latin typeface="Times" panose="02020603050405020304" pitchFamily="18" charset="0"/>
                <a:cs typeface="Times" panose="02020603050405020304" pitchFamily="18" charset="0"/>
              </a:rPr>
              <a:t> GURUS</a:t>
            </a:r>
          </a:p>
        </p:txBody>
      </p:sp>
      <p:sp>
        <p:nvSpPr>
          <p:cNvPr id="8" name="TextBox 7">
            <a:extLst>
              <a:ext uri="{FF2B5EF4-FFF2-40B4-BE49-F238E27FC236}">
                <a16:creationId xmlns:a16="http://schemas.microsoft.com/office/drawing/2014/main" id="{C81A5DFE-DA4F-D954-AB4D-7C86F2CFE14A}"/>
              </a:ext>
            </a:extLst>
          </p:cNvPr>
          <p:cNvSpPr txBox="1"/>
          <p:nvPr/>
        </p:nvSpPr>
        <p:spPr>
          <a:xfrm>
            <a:off x="381000" y="982176"/>
            <a:ext cx="8458200" cy="4524315"/>
          </a:xfrm>
          <a:prstGeom prst="rect">
            <a:avLst/>
          </a:prstGeom>
          <a:noFill/>
        </p:spPr>
        <p:txBody>
          <a:bodyPr wrap="square">
            <a:spAutoFit/>
          </a:bodyPr>
          <a:lstStyle/>
          <a:p>
            <a:pPr algn="l" fontAlgn="base"/>
            <a:r>
              <a:rPr lang="en-US" sz="2400" b="0" i="0" dirty="0">
                <a:solidFill>
                  <a:srgbClr val="000000"/>
                </a:solidFill>
                <a:effectLst/>
                <a:latin typeface="Times" panose="02020603050405020304" pitchFamily="18" charset="0"/>
                <a:cs typeface="Times" panose="02020603050405020304" pitchFamily="18" charset="0"/>
              </a:rPr>
              <a:t>Total Quality Management (TQM) has been influenced by several key figures, often referred to as "TQM gurus," who have made significant contributions to the development and understanding of quality management principles. Some of the most prominent TQM gurus include:</a:t>
            </a:r>
          </a:p>
          <a:p>
            <a:pPr algn="l" fontAlgn="base"/>
            <a:endParaRPr lang="en-US" sz="2400" b="0" i="0" dirty="0">
              <a:solidFill>
                <a:srgbClr val="000000"/>
              </a:solidFill>
              <a:effectLst/>
              <a:latin typeface="Times" panose="02020603050405020304" pitchFamily="18" charset="0"/>
              <a:cs typeface="Times" panose="02020603050405020304" pitchFamily="18" charset="0"/>
            </a:endParaRPr>
          </a:p>
          <a:p>
            <a:pPr marL="457200" indent="-457200" algn="l" fontAlgn="base">
              <a:buAutoNum type="arabicPeriod"/>
            </a:pPr>
            <a:r>
              <a:rPr lang="en-US" sz="2400" b="1" i="0" dirty="0">
                <a:solidFill>
                  <a:srgbClr val="000000"/>
                </a:solidFill>
                <a:effectLst/>
                <a:latin typeface="Times" panose="02020603050405020304" pitchFamily="18" charset="0"/>
                <a:cs typeface="Times" panose="02020603050405020304" pitchFamily="18" charset="0"/>
              </a:rPr>
              <a:t>W. Edwards Deming</a:t>
            </a:r>
            <a:r>
              <a:rPr lang="en-US" sz="2400" b="0" i="0" dirty="0">
                <a:solidFill>
                  <a:srgbClr val="000000"/>
                </a:solidFill>
                <a:effectLst/>
                <a:latin typeface="Times" panose="02020603050405020304" pitchFamily="18" charset="0"/>
                <a:cs typeface="Times" panose="02020603050405020304" pitchFamily="18" charset="0"/>
              </a:rPr>
              <a:t> </a:t>
            </a:r>
          </a:p>
          <a:p>
            <a:pPr algn="l" fontAlgn="base"/>
            <a:r>
              <a:rPr lang="en-US" sz="2400" b="0" i="0" dirty="0">
                <a:solidFill>
                  <a:srgbClr val="000000"/>
                </a:solidFill>
                <a:effectLst/>
                <a:latin typeface="Times" panose="02020603050405020304" pitchFamily="18" charset="0"/>
                <a:cs typeface="Times" panose="02020603050405020304" pitchFamily="18" charset="0"/>
              </a:rPr>
              <a:t>An American statistician, professor, author, lecturer, and consultant, Deming is often considered the father of modern quality management. He emphasized the importance of statistical process control, continuous improvement, and the 14 Points for Management, which became fundamental to the TQM philosophy.</a:t>
            </a:r>
          </a:p>
        </p:txBody>
      </p:sp>
    </p:spTree>
    <p:extLst>
      <p:ext uri="{BB962C8B-B14F-4D97-AF65-F5344CB8AC3E}">
        <p14:creationId xmlns:p14="http://schemas.microsoft.com/office/powerpoint/2010/main" val="8144305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F463B9-8913-2942-BAFF-5AC9A329FBCE}"/>
              </a:ext>
            </a:extLst>
          </p:cNvPr>
          <p:cNvSpPr>
            <a:spLocks noGrp="1"/>
          </p:cNvSpPr>
          <p:nvPr>
            <p:ph type="dt" sz="half" idx="10"/>
          </p:nvPr>
        </p:nvSpPr>
        <p:spPr/>
        <p:txBody>
          <a:bodyPr/>
          <a:lstStyle/>
          <a:p>
            <a:fld id="{4E67465C-2902-4558-91F4-73A6DFA896CC}" type="datetime1">
              <a:rPr lang="en-US" smtClean="0"/>
              <a:t>2/11/2025</a:t>
            </a:fld>
            <a:endParaRPr lang="en-US"/>
          </a:p>
        </p:txBody>
      </p:sp>
      <p:sp>
        <p:nvSpPr>
          <p:cNvPr id="3" name="Footer Placeholder 2">
            <a:extLst>
              <a:ext uri="{FF2B5EF4-FFF2-40B4-BE49-F238E27FC236}">
                <a16:creationId xmlns:a16="http://schemas.microsoft.com/office/drawing/2014/main" id="{C9D4835F-09B3-2BDD-5EDB-8AAD082FCA6D}"/>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EA7880FF-C55B-0EC9-8D8A-DC783F290198}"/>
              </a:ext>
            </a:extLst>
          </p:cNvPr>
          <p:cNvSpPr>
            <a:spLocks noGrp="1"/>
          </p:cNvSpPr>
          <p:nvPr>
            <p:ph type="sldNum" sz="quarter" idx="12"/>
          </p:nvPr>
        </p:nvSpPr>
        <p:spPr/>
        <p:txBody>
          <a:bodyPr/>
          <a:lstStyle/>
          <a:p>
            <a:fld id="{98942D1A-943E-4A86-8308-2F95E8B419B7}" type="slidenum">
              <a:rPr lang="en-US" smtClean="0"/>
              <a:pPr/>
              <a:t>50</a:t>
            </a:fld>
            <a:endParaRPr lang="en-US"/>
          </a:p>
        </p:txBody>
      </p:sp>
      <p:sp>
        <p:nvSpPr>
          <p:cNvPr id="6" name="TextBox 5">
            <a:extLst>
              <a:ext uri="{FF2B5EF4-FFF2-40B4-BE49-F238E27FC236}">
                <a16:creationId xmlns:a16="http://schemas.microsoft.com/office/drawing/2014/main" id="{6E344B09-6E74-2061-AF18-FAFF7155D475}"/>
              </a:ext>
            </a:extLst>
          </p:cNvPr>
          <p:cNvSpPr txBox="1"/>
          <p:nvPr/>
        </p:nvSpPr>
        <p:spPr>
          <a:xfrm>
            <a:off x="228600" y="533400"/>
            <a:ext cx="8686800" cy="5170646"/>
          </a:xfrm>
          <a:prstGeom prst="rect">
            <a:avLst/>
          </a:prstGeom>
          <a:noFill/>
        </p:spPr>
        <p:txBody>
          <a:bodyPr wrap="square">
            <a:spAutoFit/>
          </a:bodyPr>
          <a:lstStyle/>
          <a:p>
            <a:pPr algn="l" fontAlgn="base"/>
            <a:r>
              <a:rPr lang="en-US" sz="2400" b="0" i="0" dirty="0">
                <a:solidFill>
                  <a:srgbClr val="000000"/>
                </a:solidFill>
                <a:effectLst/>
                <a:latin typeface="Times" panose="02020603050405020304" pitchFamily="18" charset="0"/>
                <a:cs typeface="Times" panose="02020603050405020304" pitchFamily="18" charset="0"/>
              </a:rPr>
              <a:t>2. </a:t>
            </a:r>
            <a:r>
              <a:rPr lang="en-US" sz="2400" b="1" i="0" dirty="0">
                <a:solidFill>
                  <a:srgbClr val="000000"/>
                </a:solidFill>
                <a:effectLst/>
                <a:latin typeface="Times" panose="02020603050405020304" pitchFamily="18" charset="0"/>
                <a:cs typeface="Times" panose="02020603050405020304" pitchFamily="18" charset="0"/>
              </a:rPr>
              <a:t>Joseph M. </a:t>
            </a:r>
            <a:r>
              <a:rPr lang="en-US" sz="2400" b="1" i="0" dirty="0" err="1">
                <a:solidFill>
                  <a:srgbClr val="000000"/>
                </a:solidFill>
                <a:effectLst/>
                <a:latin typeface="Times" panose="02020603050405020304" pitchFamily="18" charset="0"/>
                <a:cs typeface="Times" panose="02020603050405020304" pitchFamily="18" charset="0"/>
              </a:rPr>
              <a:t>Juran</a:t>
            </a:r>
            <a:endParaRPr lang="en-US" sz="2400" b="1" i="0" dirty="0">
              <a:solidFill>
                <a:srgbClr val="000000"/>
              </a:solidFill>
              <a:effectLst/>
              <a:latin typeface="Times" panose="02020603050405020304" pitchFamily="18" charset="0"/>
              <a:cs typeface="Times" panose="02020603050405020304" pitchFamily="18" charset="0"/>
            </a:endParaRPr>
          </a:p>
          <a:p>
            <a:pPr algn="l" fontAlgn="base"/>
            <a:r>
              <a:rPr lang="en-US" sz="2400" b="0" i="0" dirty="0">
                <a:solidFill>
                  <a:srgbClr val="000000"/>
                </a:solidFill>
                <a:effectLst/>
                <a:latin typeface="Times" panose="02020603050405020304" pitchFamily="18" charset="0"/>
                <a:cs typeface="Times" panose="02020603050405020304" pitchFamily="18" charset="0"/>
              </a:rPr>
              <a:t>Another influential figure in the field of quality management, </a:t>
            </a:r>
            <a:r>
              <a:rPr lang="en-US" sz="2400" b="0" i="0" dirty="0" err="1">
                <a:solidFill>
                  <a:srgbClr val="000000"/>
                </a:solidFill>
                <a:effectLst/>
                <a:latin typeface="Times" panose="02020603050405020304" pitchFamily="18" charset="0"/>
                <a:cs typeface="Times" panose="02020603050405020304" pitchFamily="18" charset="0"/>
              </a:rPr>
              <a:t>Juran</a:t>
            </a:r>
            <a:r>
              <a:rPr lang="en-US" sz="2400" b="0" i="0" dirty="0">
                <a:solidFill>
                  <a:srgbClr val="000000"/>
                </a:solidFill>
                <a:effectLst/>
                <a:latin typeface="Times" panose="02020603050405020304" pitchFamily="18" charset="0"/>
                <a:cs typeface="Times" panose="02020603050405020304" pitchFamily="18" charset="0"/>
              </a:rPr>
              <a:t> was a management consultant and engineer. He is known for his work on quality improvement, quality control, and the concept of the "</a:t>
            </a:r>
            <a:r>
              <a:rPr lang="en-US" sz="2400" b="0" i="0" dirty="0" err="1">
                <a:solidFill>
                  <a:srgbClr val="000000"/>
                </a:solidFill>
                <a:effectLst/>
                <a:latin typeface="Times" panose="02020603050405020304" pitchFamily="18" charset="0"/>
                <a:cs typeface="Times" panose="02020603050405020304" pitchFamily="18" charset="0"/>
              </a:rPr>
              <a:t>Juran</a:t>
            </a:r>
            <a:r>
              <a:rPr lang="en-US" sz="2400" b="0" i="0" dirty="0">
                <a:solidFill>
                  <a:srgbClr val="000000"/>
                </a:solidFill>
                <a:effectLst/>
                <a:latin typeface="Times" panose="02020603050405020304" pitchFamily="18" charset="0"/>
                <a:cs typeface="Times" panose="02020603050405020304" pitchFamily="18" charset="0"/>
              </a:rPr>
              <a:t> Trilogy," which includes quality planning, quality control, and quality improvement.</a:t>
            </a:r>
          </a:p>
          <a:p>
            <a:pPr algn="l" fontAlgn="base"/>
            <a:endParaRPr lang="en-US" sz="2400" b="0" i="0" dirty="0">
              <a:solidFill>
                <a:srgbClr val="000000"/>
              </a:solidFill>
              <a:effectLst/>
              <a:latin typeface="Times" panose="02020603050405020304" pitchFamily="18" charset="0"/>
              <a:cs typeface="Times" panose="02020603050405020304" pitchFamily="18" charset="0"/>
            </a:endParaRPr>
          </a:p>
          <a:p>
            <a:pPr algn="l" fontAlgn="base"/>
            <a:r>
              <a:rPr lang="en-US" sz="2400" b="0" i="0" dirty="0">
                <a:solidFill>
                  <a:srgbClr val="000000"/>
                </a:solidFill>
                <a:effectLst/>
                <a:latin typeface="Times" panose="02020603050405020304" pitchFamily="18" charset="0"/>
                <a:cs typeface="Times" panose="02020603050405020304" pitchFamily="18" charset="0"/>
              </a:rPr>
              <a:t>3. </a:t>
            </a:r>
            <a:r>
              <a:rPr lang="en-US" sz="2400" b="1" i="0" dirty="0">
                <a:solidFill>
                  <a:srgbClr val="000000"/>
                </a:solidFill>
                <a:effectLst/>
                <a:latin typeface="Times" panose="02020603050405020304" pitchFamily="18" charset="0"/>
                <a:cs typeface="Times" panose="02020603050405020304" pitchFamily="18" charset="0"/>
              </a:rPr>
              <a:t>Philip B. Crosby</a:t>
            </a:r>
          </a:p>
          <a:p>
            <a:pPr algn="l" fontAlgn="base"/>
            <a:r>
              <a:rPr lang="en-US" sz="2400" b="0" i="0" dirty="0">
                <a:solidFill>
                  <a:srgbClr val="000000"/>
                </a:solidFill>
                <a:effectLst/>
                <a:latin typeface="Times" panose="02020603050405020304" pitchFamily="18" charset="0"/>
                <a:cs typeface="Times" panose="02020603050405020304" pitchFamily="18" charset="0"/>
              </a:rPr>
              <a:t>Crosby was an author and consultant who is best known for his concept of "zero defects." He emphasized the importance of prevention rather than detection of defects and promoted the idea that quality is free – meaning that investing in quality upfront saves money in the long run.</a:t>
            </a:r>
          </a:p>
          <a:p>
            <a:pPr algn="l" fontAlgn="base"/>
            <a:endParaRPr lang="en-US" sz="1800" b="0" i="0" dirty="0">
              <a:solidFill>
                <a:srgbClr val="000000"/>
              </a:solidFill>
              <a:effectLst/>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4607515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1A1357-8F5C-58C5-B0C3-BE93D6AA5D3A}"/>
              </a:ext>
            </a:extLst>
          </p:cNvPr>
          <p:cNvSpPr>
            <a:spLocks noGrp="1"/>
          </p:cNvSpPr>
          <p:nvPr>
            <p:ph type="dt" sz="half" idx="10"/>
          </p:nvPr>
        </p:nvSpPr>
        <p:spPr/>
        <p:txBody>
          <a:bodyPr/>
          <a:lstStyle/>
          <a:p>
            <a:fld id="{09D58F7B-F709-4197-BC01-A013C8E838A5}" type="datetime1">
              <a:rPr lang="en-US" smtClean="0"/>
              <a:t>2/11/2025</a:t>
            </a:fld>
            <a:endParaRPr lang="en-US"/>
          </a:p>
        </p:txBody>
      </p:sp>
      <p:sp>
        <p:nvSpPr>
          <p:cNvPr id="3" name="Footer Placeholder 2">
            <a:extLst>
              <a:ext uri="{FF2B5EF4-FFF2-40B4-BE49-F238E27FC236}">
                <a16:creationId xmlns:a16="http://schemas.microsoft.com/office/drawing/2014/main" id="{AFF5A221-BD75-9C38-F2BA-58E5A6C6E27E}"/>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164997D6-EEC6-4355-A4C4-A42961A4E83F}"/>
              </a:ext>
            </a:extLst>
          </p:cNvPr>
          <p:cNvSpPr>
            <a:spLocks noGrp="1"/>
          </p:cNvSpPr>
          <p:nvPr>
            <p:ph type="sldNum" sz="quarter" idx="12"/>
          </p:nvPr>
        </p:nvSpPr>
        <p:spPr/>
        <p:txBody>
          <a:bodyPr/>
          <a:lstStyle/>
          <a:p>
            <a:fld id="{98942D1A-943E-4A86-8308-2F95E8B419B7}" type="slidenum">
              <a:rPr lang="en-US" smtClean="0"/>
              <a:pPr/>
              <a:t>51</a:t>
            </a:fld>
            <a:endParaRPr lang="en-US"/>
          </a:p>
        </p:txBody>
      </p:sp>
      <p:sp>
        <p:nvSpPr>
          <p:cNvPr id="6" name="TextBox 5">
            <a:extLst>
              <a:ext uri="{FF2B5EF4-FFF2-40B4-BE49-F238E27FC236}">
                <a16:creationId xmlns:a16="http://schemas.microsoft.com/office/drawing/2014/main" id="{ADED0C87-AF55-B906-E477-C27B47792AB9}"/>
              </a:ext>
            </a:extLst>
          </p:cNvPr>
          <p:cNvSpPr txBox="1"/>
          <p:nvPr/>
        </p:nvSpPr>
        <p:spPr>
          <a:xfrm>
            <a:off x="304800" y="762000"/>
            <a:ext cx="8534400" cy="4524315"/>
          </a:xfrm>
          <a:prstGeom prst="rect">
            <a:avLst/>
          </a:prstGeom>
          <a:noFill/>
        </p:spPr>
        <p:txBody>
          <a:bodyPr wrap="square">
            <a:spAutoFit/>
          </a:bodyPr>
          <a:lstStyle/>
          <a:p>
            <a:pPr algn="l" fontAlgn="base"/>
            <a:r>
              <a:rPr lang="en-US" sz="2400" dirty="0">
                <a:solidFill>
                  <a:srgbClr val="000000"/>
                </a:solidFill>
                <a:latin typeface="Times" panose="02020603050405020304" pitchFamily="18" charset="0"/>
                <a:cs typeface="Times" panose="02020603050405020304" pitchFamily="18" charset="0"/>
              </a:rPr>
              <a:t>4. </a:t>
            </a:r>
            <a:r>
              <a:rPr lang="en-US" sz="2400" b="1" i="0" dirty="0">
                <a:solidFill>
                  <a:srgbClr val="000000"/>
                </a:solidFill>
                <a:effectLst/>
                <a:latin typeface="Times" panose="02020603050405020304" pitchFamily="18" charset="0"/>
                <a:cs typeface="Times" panose="02020603050405020304" pitchFamily="18" charset="0"/>
              </a:rPr>
              <a:t>Kaoru Ishikawa</a:t>
            </a:r>
            <a:r>
              <a:rPr lang="en-US" sz="2400" b="0" i="0" dirty="0">
                <a:solidFill>
                  <a:srgbClr val="000000"/>
                </a:solidFill>
                <a:effectLst/>
                <a:latin typeface="Times" panose="02020603050405020304" pitchFamily="18" charset="0"/>
                <a:cs typeface="Times" panose="02020603050405020304" pitchFamily="18" charset="0"/>
              </a:rPr>
              <a:t> </a:t>
            </a:r>
          </a:p>
          <a:p>
            <a:pPr algn="l" fontAlgn="base"/>
            <a:r>
              <a:rPr lang="en-US" sz="2400" b="0" i="0" dirty="0">
                <a:solidFill>
                  <a:srgbClr val="000000"/>
                </a:solidFill>
                <a:effectLst/>
                <a:latin typeface="Times" panose="02020603050405020304" pitchFamily="18" charset="0"/>
                <a:cs typeface="Times" panose="02020603050405020304" pitchFamily="18" charset="0"/>
              </a:rPr>
              <a:t>A Japanese organizational theorist, professor, and quality management expert, Ishikawa is known for his contributions to quality management, particularly in the development of the fishbone diagram (Ishikawa diagram) for root cause analysis and his advocacy for employee involvement in quality improvement processes.</a:t>
            </a:r>
          </a:p>
          <a:p>
            <a:pPr algn="l" fontAlgn="base"/>
            <a:endParaRPr lang="en-US" sz="2400" b="0" i="0" dirty="0">
              <a:solidFill>
                <a:srgbClr val="000000"/>
              </a:solidFill>
              <a:effectLst/>
              <a:latin typeface="Times" panose="02020603050405020304" pitchFamily="18" charset="0"/>
              <a:cs typeface="Times" panose="02020603050405020304" pitchFamily="18" charset="0"/>
            </a:endParaRPr>
          </a:p>
          <a:p>
            <a:pPr algn="l" fontAlgn="base"/>
            <a:r>
              <a:rPr lang="en-US" sz="2400" b="0" i="0" dirty="0">
                <a:solidFill>
                  <a:srgbClr val="000000"/>
                </a:solidFill>
                <a:effectLst/>
                <a:latin typeface="Times" panose="02020603050405020304" pitchFamily="18" charset="0"/>
                <a:cs typeface="Times" panose="02020603050405020304" pitchFamily="18" charset="0"/>
              </a:rPr>
              <a:t>5. </a:t>
            </a:r>
            <a:r>
              <a:rPr lang="en-US" sz="2400" b="1" i="0" dirty="0">
                <a:solidFill>
                  <a:srgbClr val="000000"/>
                </a:solidFill>
                <a:effectLst/>
                <a:latin typeface="Times" panose="02020603050405020304" pitchFamily="18" charset="0"/>
                <a:cs typeface="Times" panose="02020603050405020304" pitchFamily="18" charset="0"/>
              </a:rPr>
              <a:t>Genichi Taguchi</a:t>
            </a:r>
            <a:r>
              <a:rPr lang="en-US" sz="2400" b="0" i="0" dirty="0">
                <a:solidFill>
                  <a:srgbClr val="000000"/>
                </a:solidFill>
                <a:effectLst/>
                <a:latin typeface="Times" panose="02020603050405020304" pitchFamily="18" charset="0"/>
                <a:cs typeface="Times" panose="02020603050405020304" pitchFamily="18" charset="0"/>
              </a:rPr>
              <a:t> </a:t>
            </a:r>
          </a:p>
          <a:p>
            <a:pPr algn="l" fontAlgn="base"/>
            <a:r>
              <a:rPr lang="en-US" sz="2400" b="0" i="0" dirty="0">
                <a:solidFill>
                  <a:srgbClr val="000000"/>
                </a:solidFill>
                <a:effectLst/>
                <a:latin typeface="Times" panose="02020603050405020304" pitchFamily="18" charset="0"/>
                <a:cs typeface="Times" panose="02020603050405020304" pitchFamily="18" charset="0"/>
              </a:rPr>
              <a:t>A Japanese engineer and statistician, Taguchi is best known for his work on robust engineering and the Taguchi methods, which aim to improve quality and reduce variation in manufacturing processes.</a:t>
            </a:r>
          </a:p>
        </p:txBody>
      </p:sp>
    </p:spTree>
    <p:extLst>
      <p:ext uri="{BB962C8B-B14F-4D97-AF65-F5344CB8AC3E}">
        <p14:creationId xmlns:p14="http://schemas.microsoft.com/office/powerpoint/2010/main" val="31493713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28276C-76C6-CB4E-779F-2F402025880A}"/>
              </a:ext>
            </a:extLst>
          </p:cNvPr>
          <p:cNvSpPr>
            <a:spLocks noGrp="1"/>
          </p:cNvSpPr>
          <p:nvPr>
            <p:ph type="dt" sz="half" idx="10"/>
          </p:nvPr>
        </p:nvSpPr>
        <p:spPr/>
        <p:txBody>
          <a:bodyPr/>
          <a:lstStyle/>
          <a:p>
            <a:fld id="{33A22279-4812-489D-9C77-66413C012190}" type="datetime1">
              <a:rPr lang="en-US" smtClean="0"/>
              <a:t>2/11/2025</a:t>
            </a:fld>
            <a:endParaRPr lang="en-US"/>
          </a:p>
        </p:txBody>
      </p:sp>
      <p:sp>
        <p:nvSpPr>
          <p:cNvPr id="3" name="Footer Placeholder 2">
            <a:extLst>
              <a:ext uri="{FF2B5EF4-FFF2-40B4-BE49-F238E27FC236}">
                <a16:creationId xmlns:a16="http://schemas.microsoft.com/office/drawing/2014/main" id="{2FF9F289-C24B-D7F6-0F83-D7B5BDB23C2E}"/>
              </a:ext>
            </a:extLst>
          </p:cNvPr>
          <p:cNvSpPr>
            <a:spLocks noGrp="1"/>
          </p:cNvSpPr>
          <p:nvPr>
            <p:ph type="ftr" sz="quarter" idx="11"/>
          </p:nvPr>
        </p:nvSpPr>
        <p:spPr/>
        <p:txBody>
          <a:bodyPr/>
          <a:lstStyle/>
          <a:p>
            <a:r>
              <a:rPr lang="sv-SE"/>
              <a:t>Dheeraj Tripathi    AOE0861    QM    Unit-2                         </a:t>
            </a:r>
            <a:endParaRPr lang="en-US" dirty="0"/>
          </a:p>
        </p:txBody>
      </p:sp>
      <p:sp>
        <p:nvSpPr>
          <p:cNvPr id="4" name="Slide Number Placeholder 3">
            <a:extLst>
              <a:ext uri="{FF2B5EF4-FFF2-40B4-BE49-F238E27FC236}">
                <a16:creationId xmlns:a16="http://schemas.microsoft.com/office/drawing/2014/main" id="{9B8F9B68-30E7-09A7-4DBF-780A070DF242}"/>
              </a:ext>
            </a:extLst>
          </p:cNvPr>
          <p:cNvSpPr>
            <a:spLocks noGrp="1"/>
          </p:cNvSpPr>
          <p:nvPr>
            <p:ph type="sldNum" sz="quarter" idx="12"/>
          </p:nvPr>
        </p:nvSpPr>
        <p:spPr/>
        <p:txBody>
          <a:bodyPr/>
          <a:lstStyle/>
          <a:p>
            <a:fld id="{98942D1A-943E-4A86-8308-2F95E8B419B7}" type="slidenum">
              <a:rPr lang="en-US" smtClean="0"/>
              <a:pPr/>
              <a:t>52</a:t>
            </a:fld>
            <a:endParaRPr lang="en-US"/>
          </a:p>
        </p:txBody>
      </p:sp>
      <p:sp>
        <p:nvSpPr>
          <p:cNvPr id="6" name="TextBox 5">
            <a:extLst>
              <a:ext uri="{FF2B5EF4-FFF2-40B4-BE49-F238E27FC236}">
                <a16:creationId xmlns:a16="http://schemas.microsoft.com/office/drawing/2014/main" id="{01ED1ABE-C992-C03D-165A-75FD30A4D4A0}"/>
              </a:ext>
            </a:extLst>
          </p:cNvPr>
          <p:cNvSpPr txBox="1"/>
          <p:nvPr/>
        </p:nvSpPr>
        <p:spPr>
          <a:xfrm>
            <a:off x="381000" y="457200"/>
            <a:ext cx="8153400" cy="4801314"/>
          </a:xfrm>
          <a:prstGeom prst="rect">
            <a:avLst/>
          </a:prstGeom>
          <a:noFill/>
        </p:spPr>
        <p:txBody>
          <a:bodyPr wrap="square">
            <a:spAutoFit/>
          </a:bodyPr>
          <a:lstStyle/>
          <a:p>
            <a:pPr algn="l" fontAlgn="base"/>
            <a:endParaRPr lang="en-US" sz="1800" b="0" i="0" dirty="0">
              <a:solidFill>
                <a:srgbClr val="000000"/>
              </a:solidFill>
              <a:effectLst/>
              <a:latin typeface="Times" panose="02020603050405020304" pitchFamily="18" charset="0"/>
              <a:cs typeface="Times" panose="02020603050405020304" pitchFamily="18" charset="0"/>
            </a:endParaRPr>
          </a:p>
          <a:p>
            <a:pPr algn="l" fontAlgn="base"/>
            <a:r>
              <a:rPr lang="en-US" sz="2400" b="0" i="0" dirty="0">
                <a:solidFill>
                  <a:srgbClr val="000000"/>
                </a:solidFill>
                <a:effectLst/>
                <a:latin typeface="Times" panose="02020603050405020304" pitchFamily="18" charset="0"/>
                <a:cs typeface="Times" panose="02020603050405020304" pitchFamily="18" charset="0"/>
              </a:rPr>
              <a:t>6. </a:t>
            </a:r>
            <a:r>
              <a:rPr lang="en-US" sz="2400" b="1" i="0" dirty="0">
                <a:solidFill>
                  <a:srgbClr val="000000"/>
                </a:solidFill>
                <a:effectLst/>
                <a:latin typeface="Times" panose="02020603050405020304" pitchFamily="18" charset="0"/>
                <a:cs typeface="Times" panose="02020603050405020304" pitchFamily="18" charset="0"/>
              </a:rPr>
              <a:t>Shigeo Shingo</a:t>
            </a:r>
          </a:p>
          <a:p>
            <a:pPr algn="l" fontAlgn="base"/>
            <a:r>
              <a:rPr lang="en-US" sz="2400" b="0" i="0" dirty="0">
                <a:solidFill>
                  <a:srgbClr val="000000"/>
                </a:solidFill>
                <a:effectLst/>
                <a:latin typeface="Times" panose="02020603050405020304" pitchFamily="18" charset="0"/>
                <a:cs typeface="Times" panose="02020603050405020304" pitchFamily="18" charset="0"/>
              </a:rPr>
              <a:t>A Japanese industrial engineer, Shingo is known for his work on the Toyota Production System and his contributions to lean manufacturing principles. He developed several techniques, including poka-yoke (error-proofing) and SMED (Single-Minute Exchange of Die), to improve manufacturing efficiency and quality.</a:t>
            </a:r>
          </a:p>
          <a:p>
            <a:pPr algn="l" fontAlgn="base"/>
            <a:endParaRPr lang="en-US" sz="2400" b="0" i="0" dirty="0">
              <a:solidFill>
                <a:srgbClr val="000000"/>
              </a:solidFill>
              <a:effectLst/>
              <a:latin typeface="Times" panose="02020603050405020304" pitchFamily="18" charset="0"/>
              <a:cs typeface="Times" panose="02020603050405020304" pitchFamily="18" charset="0"/>
            </a:endParaRPr>
          </a:p>
          <a:p>
            <a:pPr algn="l" fontAlgn="base"/>
            <a:r>
              <a:rPr lang="en-US" sz="2400" b="0" i="0" dirty="0">
                <a:solidFill>
                  <a:srgbClr val="000000"/>
                </a:solidFill>
                <a:effectLst/>
                <a:latin typeface="Times" panose="02020603050405020304" pitchFamily="18" charset="0"/>
                <a:cs typeface="Times" panose="02020603050405020304" pitchFamily="18" charset="0"/>
              </a:rPr>
              <a:t>These TQM gurus have left a lasting legacy in the field of quality management, and their principles continue to influence organizations worldwide in their pursuit of operational excellence and customer satisfaction.</a:t>
            </a:r>
          </a:p>
        </p:txBody>
      </p:sp>
    </p:spTree>
    <p:extLst>
      <p:ext uri="{BB962C8B-B14F-4D97-AF65-F5344CB8AC3E}">
        <p14:creationId xmlns:p14="http://schemas.microsoft.com/office/powerpoint/2010/main" val="10885468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lvl="0">
              <a:defRPr/>
            </a:pPr>
            <a:r>
              <a:rPr lang="en-US" sz="2400" dirty="0">
                <a:latin typeface="Times New Roman" panose="02020603050405020304" pitchFamily="18" charset="0"/>
                <a:cs typeface="Times New Roman" panose="02020603050405020304" pitchFamily="18" charset="0"/>
                <a:hlinkClick r:id="rId2"/>
              </a:rPr>
              <a:t>https://www.youtube.com/watch?v=Q3EOCAuExJU</a:t>
            </a:r>
            <a:endParaRPr lang="en-US" sz="2400" dirty="0">
              <a:latin typeface="Times New Roman" panose="02020603050405020304" pitchFamily="18" charset="0"/>
              <a:cs typeface="Times New Roman" panose="02020603050405020304" pitchFamily="18" charset="0"/>
            </a:endParaRPr>
          </a:p>
          <a:p>
            <a:pPr lvl="0">
              <a:defRPr/>
            </a:pPr>
            <a:r>
              <a:rPr lang="en-US" sz="2400" dirty="0">
                <a:latin typeface="Times New Roman" panose="02020603050405020304" pitchFamily="18" charset="0"/>
                <a:cs typeface="Times New Roman" panose="02020603050405020304" pitchFamily="18" charset="0"/>
                <a:hlinkClick r:id="rId3"/>
              </a:rPr>
              <a:t>https://www.youtube.com/watch?v=yWlAOFs04go</a:t>
            </a:r>
            <a:endParaRPr lang="en-US" sz="2400" dirty="0">
              <a:latin typeface="Times New Roman" panose="02020603050405020304" pitchFamily="18" charset="0"/>
              <a:cs typeface="Times New Roman" panose="02020603050405020304" pitchFamily="18" charset="0"/>
            </a:endParaRPr>
          </a:p>
          <a:p>
            <a:pPr lvl="0">
              <a:defRPr/>
            </a:pPr>
            <a:r>
              <a:rPr lang="en-US" sz="2400" dirty="0">
                <a:latin typeface="Times New Roman" panose="02020603050405020304" pitchFamily="18" charset="0"/>
                <a:cs typeface="Times New Roman" panose="02020603050405020304" pitchFamily="18" charset="0"/>
                <a:hlinkClick r:id="rId4"/>
              </a:rPr>
              <a:t>https://www.youtube.com/watch?v=QifqIoUNTJM</a:t>
            </a:r>
            <a:endParaRPr lang="en-US" sz="2400" dirty="0">
              <a:latin typeface="Times New Roman" panose="02020603050405020304" pitchFamily="18" charset="0"/>
              <a:cs typeface="Times New Roman" panose="02020603050405020304" pitchFamily="18" charset="0"/>
            </a:endParaRPr>
          </a:p>
          <a:p>
            <a:pPr lvl="0">
              <a:defRPr/>
            </a:pPr>
            <a:r>
              <a:rPr lang="en-US" sz="2400" dirty="0">
                <a:latin typeface="Times New Roman" panose="02020603050405020304" pitchFamily="18" charset="0"/>
                <a:cs typeface="Times New Roman" panose="02020603050405020304" pitchFamily="18" charset="0"/>
                <a:hlinkClick r:id="rId5"/>
              </a:rPr>
              <a:t>https://www.youtube.com/watch?v=qb3mvJ1gb9g</a:t>
            </a:r>
            <a:endParaRPr lang="en-US" sz="2400" dirty="0">
              <a:latin typeface="Times New Roman" panose="02020603050405020304" pitchFamily="18" charset="0"/>
              <a:cs typeface="Times New Roman" panose="02020603050405020304" pitchFamily="18" charset="0"/>
            </a:endParaRPr>
          </a:p>
          <a:p>
            <a:pPr lvl="0">
              <a:defRPr/>
            </a:pPr>
            <a:r>
              <a:rPr lang="en-US" sz="2400" dirty="0">
                <a:latin typeface="Times New Roman" panose="02020603050405020304" pitchFamily="18" charset="0"/>
                <a:cs typeface="Times New Roman" panose="02020603050405020304" pitchFamily="18" charset="0"/>
                <a:hlinkClick r:id="rId6"/>
              </a:rPr>
              <a:t>https://www.youtube.com/watch?v=2ePeXePNLrs</a:t>
            </a:r>
            <a:endParaRPr lang="en-US" sz="2400" dirty="0">
              <a:latin typeface="Times New Roman" panose="02020603050405020304" pitchFamily="18" charset="0"/>
              <a:cs typeface="Times New Roman" panose="02020603050405020304" pitchFamily="18" charset="0"/>
            </a:endParaRPr>
          </a:p>
          <a:p>
            <a:pPr lvl="0">
              <a:defRPr/>
            </a:pPr>
            <a:r>
              <a:rPr lang="en-US" sz="2400" dirty="0">
                <a:latin typeface="Times New Roman" panose="02020603050405020304" pitchFamily="18" charset="0"/>
                <a:cs typeface="Times New Roman" panose="02020603050405020304" pitchFamily="18" charset="0"/>
                <a:hlinkClick r:id="rId7"/>
              </a:rPr>
              <a:t>https://www.youtube.com/watch?v=HkdoR-NNEoI</a:t>
            </a:r>
            <a:endParaRPr lang="en-US" sz="2400" dirty="0">
              <a:latin typeface="Times New Roman" panose="02020603050405020304" pitchFamily="18" charset="0"/>
              <a:cs typeface="Times New Roman" panose="02020603050405020304" pitchFamily="18" charset="0"/>
            </a:endParaRPr>
          </a:p>
          <a:p>
            <a:pPr lvl="0">
              <a:defRPr/>
            </a:pPr>
            <a:r>
              <a:rPr lang="en-US" sz="2400" dirty="0">
                <a:latin typeface="Times New Roman" panose="02020603050405020304" pitchFamily="18" charset="0"/>
                <a:cs typeface="Times New Roman" panose="02020603050405020304" pitchFamily="18" charset="0"/>
                <a:hlinkClick r:id="rId8"/>
              </a:rPr>
              <a:t>https://www.researchgate.net/publication/318654507_Total_Quality_Management_Notes</a:t>
            </a:r>
            <a:endParaRPr lang="en-US" sz="2400" dirty="0">
              <a:latin typeface="Times New Roman" panose="02020603050405020304" pitchFamily="18" charset="0"/>
              <a:cs typeface="Times New Roman" panose="02020603050405020304" pitchFamily="18" charset="0"/>
            </a:endParaRPr>
          </a:p>
          <a:p>
            <a:pPr lvl="0">
              <a:defRPr/>
            </a:pPr>
            <a:r>
              <a:rPr lang="en-US" sz="2400" dirty="0">
                <a:latin typeface="Times New Roman" panose="02020603050405020304" pitchFamily="18" charset="0"/>
                <a:cs typeface="Times New Roman" panose="02020603050405020304" pitchFamily="18" charset="0"/>
                <a:hlinkClick r:id="rId9"/>
              </a:rPr>
              <a:t>http://www.mescenter.ru/images/abook_file/Total_Quality_Management_and_Six_Sigma.pdf</a:t>
            </a:r>
            <a:endParaRPr lang="en-US" sz="24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53</a:t>
            </a:fld>
            <a:endParaRPr lang="en-US">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solidFill>
                  <a:prstClr val="black"/>
                </a:solidFill>
                <a:latin typeface="Times New Roman" panose="02020603050405020304" pitchFamily="18" charset="0"/>
                <a:cs typeface="Times New Roman" panose="02020603050405020304" pitchFamily="18" charset="0"/>
              </a:rPr>
              <a:t>FACULTY VIDEO LINKS, YOUTUBE &amp; NPTEL VIDEO LINKS AND ONLINE COURSES DETAILS  </a:t>
            </a: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Times New Roman" panose="02020603050405020304" pitchFamily="18" charset="0"/>
                <a:cs typeface="Times New Roman" panose="02020603050405020304" pitchFamily="18" charset="0"/>
              </a:rPr>
              <a:t>Dheeraj Tripathi    AOE0861    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8F95E335-ABCD-454D-9E26-ABEBF19F4712}"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Tree>
    <p:extLst>
      <p:ext uri="{BB962C8B-B14F-4D97-AF65-F5344CB8AC3E}">
        <p14:creationId xmlns:p14="http://schemas.microsoft.com/office/powerpoint/2010/main" val="39193118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a:lnSpc>
                <a:spcPct val="150000"/>
              </a:lnSpc>
            </a:pPr>
            <a:r>
              <a:rPr lang="en-US" sz="2200" dirty="0">
                <a:latin typeface="Times New Roman" panose="02020603050405020304" pitchFamily="18" charset="0"/>
                <a:cs typeface="Times New Roman" panose="02020603050405020304" pitchFamily="18" charset="0"/>
              </a:rPr>
              <a:t>What do you understand by quality audit?</a:t>
            </a:r>
          </a:p>
          <a:p>
            <a:pPr>
              <a:lnSpc>
                <a:spcPct val="150000"/>
              </a:lnSpc>
            </a:pPr>
            <a:r>
              <a:rPr lang="en-US" sz="2200" dirty="0">
                <a:latin typeface="Times New Roman" panose="02020603050405020304" pitchFamily="18" charset="0"/>
                <a:cs typeface="Times New Roman" panose="02020603050405020304" pitchFamily="18" charset="0"/>
              </a:rPr>
              <a:t>Briefly explain the term TQM?</a:t>
            </a:r>
          </a:p>
          <a:p>
            <a:pPr>
              <a:lnSpc>
                <a:spcPct val="150000"/>
              </a:lnSpc>
            </a:pPr>
            <a:r>
              <a:rPr lang="en-US" sz="2200" dirty="0">
                <a:latin typeface="Times New Roman" panose="02020603050405020304" pitchFamily="18" charset="0"/>
                <a:cs typeface="Times New Roman" panose="02020603050405020304" pitchFamily="18" charset="0"/>
              </a:rPr>
              <a:t>Explain the different Dimensions of Quality?</a:t>
            </a:r>
          </a:p>
          <a:p>
            <a:pPr>
              <a:lnSpc>
                <a:spcPct val="150000"/>
              </a:lnSpc>
            </a:pPr>
            <a:r>
              <a:rPr lang="en-US" sz="2200" dirty="0">
                <a:latin typeface="Times New Roman" panose="02020603050405020304" pitchFamily="18" charset="0"/>
                <a:cs typeface="Times New Roman" panose="02020603050405020304" pitchFamily="18" charset="0"/>
              </a:rPr>
              <a:t>Give the Basic Concepts of TQM?</a:t>
            </a:r>
          </a:p>
          <a:p>
            <a:pPr>
              <a:lnSpc>
                <a:spcPct val="150000"/>
              </a:lnSpc>
            </a:pPr>
            <a:r>
              <a:rPr lang="en-US" sz="2200" dirty="0">
                <a:latin typeface="Times New Roman" panose="02020603050405020304" pitchFamily="18" charset="0"/>
                <a:cs typeface="Times New Roman" panose="02020603050405020304" pitchFamily="18" charset="0"/>
              </a:rPr>
              <a:t>Give the Principles of TQM?</a:t>
            </a:r>
          </a:p>
          <a:p>
            <a:pPr>
              <a:lnSpc>
                <a:spcPct val="150000"/>
              </a:lnSpc>
            </a:pPr>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54</a:t>
            </a:fld>
            <a:endParaRPr lang="en-US">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338943" y="60334"/>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DAILY QUIZ</a:t>
            </a: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Times New Roman" panose="02020603050405020304" pitchFamily="18" charset="0"/>
                <a:cs typeface="Times New Roman" panose="02020603050405020304" pitchFamily="18" charset="0"/>
              </a:rPr>
              <a:t>Dheeraj Tripathi    AOE0861    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CC670BA3-0240-4106-92D1-44A14C905E12}"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Tree>
    <p:extLst>
      <p:ext uri="{BB962C8B-B14F-4D97-AF65-F5344CB8AC3E}">
        <p14:creationId xmlns:p14="http://schemas.microsoft.com/office/powerpoint/2010/main" val="39193118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305800" cy="5257800"/>
          </a:xfrm>
        </p:spPr>
        <p:txBody>
          <a:bodyPr>
            <a:normAutofit fontScale="62500" lnSpcReduction="20000"/>
          </a:bodyPr>
          <a:lstStyle/>
          <a:p>
            <a:pPr marL="514350" lvl="0" indent="-514350" algn="just">
              <a:buNone/>
            </a:pPr>
            <a:r>
              <a:rPr lang="en-US" sz="3300" dirty="0">
                <a:latin typeface="Times New Roman" panose="02020603050405020304" pitchFamily="18" charset="0"/>
                <a:cs typeface="Times New Roman" panose="02020603050405020304" pitchFamily="18" charset="0"/>
              </a:rPr>
              <a:t>			</a:t>
            </a:r>
          </a:p>
          <a:p>
            <a:pPr marL="514350" lvl="0" indent="-514350" algn="just">
              <a:buFont typeface="+mj-lt"/>
              <a:buAutoNum type="arabicPeriod"/>
            </a:pPr>
            <a:r>
              <a:rPr lang="en-US" sz="3500" dirty="0">
                <a:latin typeface="Times New Roman" panose="02020603050405020304" pitchFamily="18" charset="0"/>
                <a:cs typeface="Times New Roman" panose="02020603050405020304" pitchFamily="18" charset="0"/>
              </a:rPr>
              <a:t>Discuss the importance of quality culture?								</a:t>
            </a:r>
          </a:p>
          <a:p>
            <a:pPr marL="514350" lvl="0" indent="-514350" algn="just">
              <a:buFont typeface="+mj-lt"/>
              <a:buAutoNum type="arabicPeriod"/>
            </a:pPr>
            <a:r>
              <a:rPr lang="en-US" sz="3500" dirty="0">
                <a:latin typeface="Times New Roman" panose="02020603050405020304" pitchFamily="18" charset="0"/>
                <a:cs typeface="Times New Roman" panose="02020603050405020304" pitchFamily="18" charset="0"/>
              </a:rPr>
              <a:t>Explain the difference between traditional and modern quality cultures? 			</a:t>
            </a:r>
          </a:p>
          <a:p>
            <a:pPr marL="514350" lvl="0" indent="-514350" algn="just">
              <a:buFont typeface="+mj-lt"/>
              <a:buAutoNum type="arabicPeriod"/>
            </a:pPr>
            <a:r>
              <a:rPr lang="en-US" sz="3500" dirty="0">
                <a:latin typeface="Times New Roman" panose="02020603050405020304" pitchFamily="18" charset="0"/>
                <a:cs typeface="Times New Roman" panose="02020603050405020304" pitchFamily="18" charset="0"/>
              </a:rPr>
              <a:t>How do you understand who is a customer? 							</a:t>
            </a:r>
          </a:p>
          <a:p>
            <a:pPr marL="514350" lvl="0" indent="-514350" algn="just">
              <a:buFont typeface="+mj-lt"/>
              <a:buAutoNum type="arabicPeriod"/>
            </a:pPr>
            <a:r>
              <a:rPr lang="en-US" sz="3500" dirty="0">
                <a:latin typeface="Times New Roman" panose="02020603050405020304" pitchFamily="18" charset="0"/>
                <a:cs typeface="Times New Roman" panose="02020603050405020304" pitchFamily="18" charset="0"/>
              </a:rPr>
              <a:t>Explain customer defined value, value analysis and retention. 				</a:t>
            </a:r>
          </a:p>
          <a:p>
            <a:pPr marL="514350" lvl="0" indent="-514350" algn="just">
              <a:buFont typeface="+mj-lt"/>
              <a:buAutoNum type="arabicPeriod"/>
            </a:pPr>
            <a:r>
              <a:rPr lang="en-US" sz="3500" dirty="0">
                <a:latin typeface="Times New Roman" panose="02020603050405020304" pitchFamily="18" charset="0"/>
                <a:cs typeface="Times New Roman" panose="02020603050405020304" pitchFamily="18" charset="0"/>
              </a:rPr>
              <a:t>Discuss product innovation models for customer retention? 					</a:t>
            </a:r>
          </a:p>
          <a:p>
            <a:pPr marL="514350" lvl="0" indent="-514350" algn="just">
              <a:buFont typeface="+mj-lt"/>
              <a:buAutoNum type="arabicPeriod"/>
            </a:pPr>
            <a:r>
              <a:rPr lang="en-US" sz="3500" dirty="0">
                <a:latin typeface="Times New Roman" panose="02020603050405020304" pitchFamily="18" charset="0"/>
                <a:cs typeface="Times New Roman" panose="02020603050405020304" pitchFamily="18" charset="0"/>
              </a:rPr>
              <a:t>Discuss employee empowerment? 								</a:t>
            </a:r>
          </a:p>
          <a:p>
            <a:pPr marL="514350" lvl="0" indent="-514350" algn="just">
              <a:buFont typeface="+mj-lt"/>
              <a:buAutoNum type="arabicPeriod"/>
            </a:pPr>
            <a:r>
              <a:rPr lang="en-US" sz="3500" dirty="0">
                <a:latin typeface="Times New Roman" panose="02020603050405020304" pitchFamily="18" charset="0"/>
                <a:cs typeface="Times New Roman" panose="02020603050405020304" pitchFamily="18" charset="0"/>
              </a:rPr>
              <a:t>Discuss leadership for quality? 								</a:t>
            </a:r>
          </a:p>
          <a:p>
            <a:pPr marL="514350" indent="-514350" algn="just">
              <a:buFont typeface="+mj-lt"/>
              <a:buAutoNum type="arabicPeriod"/>
            </a:pPr>
            <a:r>
              <a:rPr lang="en-US" sz="3500" dirty="0">
                <a:latin typeface="Times New Roman" panose="02020603050405020304" pitchFamily="18" charset="0"/>
                <a:cs typeface="Times New Roman" panose="02020603050405020304" pitchFamily="18" charset="0"/>
              </a:rPr>
              <a:t>Explain why continual quality   improvement is important. </a:t>
            </a:r>
            <a:r>
              <a:rPr lang="en-US"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55</a:t>
            </a:fld>
            <a:endParaRPr lang="en-US">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371600" y="98433"/>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WEEKLY ASSIGNMENT</a:t>
            </a: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Times New Roman" panose="02020603050405020304" pitchFamily="18" charset="0"/>
                <a:cs typeface="Times New Roman" panose="02020603050405020304" pitchFamily="18" charset="0"/>
              </a:rPr>
              <a:t>Dheeraj Tripathi    AOE0861    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B96CF333-CA23-4E71-A83D-A6067A5971C6}"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Tree>
    <p:extLst>
      <p:ext uri="{BB962C8B-B14F-4D97-AF65-F5344CB8AC3E}">
        <p14:creationId xmlns:p14="http://schemas.microsoft.com/office/powerpoint/2010/main" val="39193118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57800"/>
          </a:xfrm>
        </p:spPr>
        <p:txBody>
          <a:bodyPr>
            <a:normAutofit fontScale="85000" lnSpcReduction="20000"/>
          </a:bodyPr>
          <a:lstStyle/>
          <a:p>
            <a:r>
              <a:rPr lang="en-US" sz="2400" b="1"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What is the aim of fool proof technique used for total quality management?</a:t>
            </a:r>
            <a:br>
              <a:rPr lang="en-US" sz="2600" dirty="0">
                <a:latin typeface="Times New Roman" panose="02020603050405020304" pitchFamily="18" charset="0"/>
                <a:cs typeface="Times New Roman" panose="02020603050405020304" pitchFamily="18" charset="0"/>
              </a:rPr>
            </a:br>
            <a:endParaRPr lang="en-US" sz="2600" dirty="0">
              <a:latin typeface="Times New Roman" panose="02020603050405020304" pitchFamily="18" charset="0"/>
              <a:cs typeface="Times New Roman" panose="02020603050405020304" pitchFamily="18" charset="0"/>
            </a:endParaRPr>
          </a:p>
          <a:p>
            <a:pPr>
              <a:buNone/>
            </a:pPr>
            <a:r>
              <a:rPr lang="en-US" sz="2600" b="1" dirty="0">
                <a:latin typeface="Times New Roman" panose="02020603050405020304" pitchFamily="18" charset="0"/>
                <a:cs typeface="Times New Roman" panose="02020603050405020304" pitchFamily="18" charset="0"/>
              </a:rPr>
              <a:t>     a.</a:t>
            </a:r>
            <a:r>
              <a:rPr lang="en-US" sz="2600" dirty="0">
                <a:latin typeface="Times New Roman" panose="02020603050405020304" pitchFamily="18" charset="0"/>
                <a:cs typeface="Times New Roman" panose="02020603050405020304" pitchFamily="18" charset="0"/>
              </a:rPr>
              <a:t> to achieve zero defects</a:t>
            </a:r>
            <a:br>
              <a:rPr lang="en-US" sz="2600"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b.</a:t>
            </a:r>
            <a:r>
              <a:rPr lang="en-US" sz="2600" dirty="0">
                <a:latin typeface="Times New Roman" panose="02020603050405020304" pitchFamily="18" charset="0"/>
                <a:cs typeface="Times New Roman" panose="02020603050405020304" pitchFamily="18" charset="0"/>
              </a:rPr>
              <a:t> to specify time schedules</a:t>
            </a:r>
            <a:br>
              <a:rPr lang="en-US" sz="2600"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c.</a:t>
            </a:r>
            <a:r>
              <a:rPr lang="en-US" sz="2600" dirty="0">
                <a:latin typeface="Times New Roman" panose="02020603050405020304" pitchFamily="18" charset="0"/>
                <a:cs typeface="Times New Roman" panose="02020603050405020304" pitchFamily="18" charset="0"/>
              </a:rPr>
              <a:t> to specify targets</a:t>
            </a:r>
            <a:br>
              <a:rPr lang="en-US" sz="2600"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d.</a:t>
            </a:r>
            <a:r>
              <a:rPr lang="en-US" sz="2600" dirty="0">
                <a:latin typeface="Times New Roman" panose="02020603050405020304" pitchFamily="18" charset="0"/>
                <a:cs typeface="Times New Roman" panose="02020603050405020304" pitchFamily="18" charset="0"/>
              </a:rPr>
              <a:t> none of the above</a:t>
            </a:r>
          </a:p>
          <a:p>
            <a:r>
              <a:rPr lang="en-US" sz="2600" b="1" dirty="0">
                <a:latin typeface="Times New Roman" panose="02020603050405020304" pitchFamily="18" charset="0"/>
                <a:cs typeface="Times New Roman" panose="02020603050405020304" pitchFamily="18" charset="0"/>
              </a:rPr>
              <a:t>  Match the following group 1 items with group 2 items</a:t>
            </a:r>
            <a:br>
              <a:rPr lang="en-US" sz="2600" b="1" dirty="0">
                <a:latin typeface="Times New Roman" panose="02020603050405020304" pitchFamily="18" charset="0"/>
                <a:cs typeface="Times New Roman" panose="02020603050405020304" pitchFamily="18" charset="0"/>
              </a:rPr>
            </a:br>
            <a:br>
              <a:rPr lang="en-US" sz="2600" b="1"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1. Sort -------------------------------------------------- A. </a:t>
            </a:r>
            <a:r>
              <a:rPr lang="en-US" sz="2600" b="1" dirty="0" err="1">
                <a:latin typeface="Times New Roman" panose="02020603050405020304" pitchFamily="18" charset="0"/>
                <a:cs typeface="Times New Roman" panose="02020603050405020304" pitchFamily="18" charset="0"/>
              </a:rPr>
              <a:t>Seitan</a:t>
            </a:r>
            <a:br>
              <a:rPr lang="en-US" sz="2600" b="1"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2. Set in order -----------------------------------------B. </a:t>
            </a:r>
            <a:r>
              <a:rPr lang="en-US" sz="2600" b="1" dirty="0" err="1">
                <a:latin typeface="Times New Roman" panose="02020603050405020304" pitchFamily="18" charset="0"/>
                <a:cs typeface="Times New Roman" panose="02020603050405020304" pitchFamily="18" charset="0"/>
              </a:rPr>
              <a:t>Seiketsu</a:t>
            </a:r>
            <a:br>
              <a:rPr lang="en-US" sz="2600" b="1"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3. Shine ------------------------------------------------ C. </a:t>
            </a:r>
            <a:r>
              <a:rPr lang="en-US" sz="2600" b="1" dirty="0" err="1">
                <a:latin typeface="Times New Roman" panose="02020603050405020304" pitchFamily="18" charset="0"/>
                <a:cs typeface="Times New Roman" panose="02020603050405020304" pitchFamily="18" charset="0"/>
              </a:rPr>
              <a:t>Seiri</a:t>
            </a:r>
            <a:br>
              <a:rPr lang="en-US" sz="2600" b="1"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4. Standardize -----------------------------------------D. </a:t>
            </a:r>
            <a:r>
              <a:rPr lang="en-US" sz="2600" b="1" dirty="0" err="1">
                <a:latin typeface="Times New Roman" panose="02020603050405020304" pitchFamily="18" charset="0"/>
                <a:cs typeface="Times New Roman" panose="02020603050405020304" pitchFamily="18" charset="0"/>
              </a:rPr>
              <a:t>Seiso</a:t>
            </a:r>
            <a:br>
              <a:rPr lang="en-US" sz="2600" dirty="0">
                <a:latin typeface="Times New Roman" panose="02020603050405020304" pitchFamily="18" charset="0"/>
                <a:cs typeface="Times New Roman" panose="02020603050405020304" pitchFamily="18" charset="0"/>
              </a:rPr>
            </a:br>
            <a:endParaRPr lang="en-US" sz="26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a.</a:t>
            </a:r>
            <a:r>
              <a:rPr lang="en-US" sz="2600" dirty="0">
                <a:latin typeface="Times New Roman" panose="02020603050405020304" pitchFamily="18" charset="0"/>
                <a:cs typeface="Times New Roman" panose="02020603050405020304" pitchFamily="18" charset="0"/>
              </a:rPr>
              <a:t> 1 – D, 2 – A, 3 – B, 4 – C</a:t>
            </a:r>
            <a:br>
              <a:rPr lang="en-US" sz="2600"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b.</a:t>
            </a:r>
            <a:r>
              <a:rPr lang="en-US" sz="2600" dirty="0">
                <a:latin typeface="Times New Roman" panose="02020603050405020304" pitchFamily="18" charset="0"/>
                <a:cs typeface="Times New Roman" panose="02020603050405020304" pitchFamily="18" charset="0"/>
              </a:rPr>
              <a:t> 1 – C, 2 – A, 3 – D, 4 – B</a:t>
            </a:r>
            <a:br>
              <a:rPr lang="en-US" sz="2600"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c.</a:t>
            </a:r>
            <a:r>
              <a:rPr lang="en-US" sz="2600" dirty="0">
                <a:latin typeface="Times New Roman" panose="02020603050405020304" pitchFamily="18" charset="0"/>
                <a:cs typeface="Times New Roman" panose="02020603050405020304" pitchFamily="18" charset="0"/>
              </a:rPr>
              <a:t> 1 – B, 2 – C, 3 – A, 4 – D</a:t>
            </a:r>
            <a:br>
              <a:rPr lang="en-US" sz="2600"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d.</a:t>
            </a:r>
            <a:r>
              <a:rPr lang="en-US" sz="2600" dirty="0">
                <a:latin typeface="Times New Roman" panose="02020603050405020304" pitchFamily="18" charset="0"/>
                <a:cs typeface="Times New Roman" panose="02020603050405020304" pitchFamily="18" charset="0"/>
              </a:rPr>
              <a:t> 1 –A, 2 – C, 3 – D, 4 – B</a:t>
            </a:r>
          </a:p>
          <a:p>
            <a:endParaRPr lang="en-US" sz="24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56</a:t>
            </a:fld>
            <a:endParaRPr lang="en-US">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335878" y="21757"/>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MCQs</a:t>
            </a: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Times New Roman" panose="02020603050405020304" pitchFamily="18" charset="0"/>
                <a:cs typeface="Times New Roman" panose="02020603050405020304" pitchFamily="18" charset="0"/>
              </a:rPr>
              <a:t>Dheeraj Tripathi    AOE0861    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91711763-FB30-4853-AFD6-6DF7F9E2B329}"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Tree>
    <p:extLst>
      <p:ext uri="{BB962C8B-B14F-4D97-AF65-F5344CB8AC3E}">
        <p14:creationId xmlns:p14="http://schemas.microsoft.com/office/powerpoint/2010/main" val="39193118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r>
              <a:rPr lang="en-US" sz="2400" b="1"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Which quality management program is related to the maintenance of plants and equipments?</a:t>
            </a:r>
            <a:br>
              <a:rPr lang="en-US" sz="2200" dirty="0">
                <a:latin typeface="Times New Roman" panose="02020603050405020304" pitchFamily="18" charset="0"/>
                <a:cs typeface="Times New Roman" panose="02020603050405020304" pitchFamily="18" charset="0"/>
              </a:rPr>
            </a:br>
            <a:endParaRPr lang="en-US" sz="22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a.</a:t>
            </a:r>
            <a:r>
              <a:rPr lang="en-US" sz="2200" dirty="0">
                <a:latin typeface="Times New Roman" panose="02020603050405020304" pitchFamily="18" charset="0"/>
                <a:cs typeface="Times New Roman" panose="02020603050405020304" pitchFamily="18" charset="0"/>
              </a:rPr>
              <a:t> Environmental management systems</a:t>
            </a:r>
            <a:br>
              <a:rPr lang="en-US" sz="2200"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b.</a:t>
            </a:r>
            <a:r>
              <a:rPr lang="en-US" sz="2200" dirty="0">
                <a:latin typeface="Times New Roman" panose="02020603050405020304" pitchFamily="18" charset="0"/>
                <a:cs typeface="Times New Roman" panose="02020603050405020304" pitchFamily="18" charset="0"/>
              </a:rPr>
              <a:t> Fault tree analysis</a:t>
            </a:r>
            <a:br>
              <a:rPr lang="en-US" sz="2200"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c.</a:t>
            </a:r>
            <a:r>
              <a:rPr lang="en-US" sz="2200" dirty="0">
                <a:latin typeface="Times New Roman" panose="02020603050405020304" pitchFamily="18" charset="0"/>
                <a:cs typeface="Times New Roman" panose="02020603050405020304" pitchFamily="18" charset="0"/>
              </a:rPr>
              <a:t> Failure mode effect analysis</a:t>
            </a:r>
            <a:br>
              <a:rPr lang="en-US" sz="2200"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d.</a:t>
            </a:r>
            <a:r>
              <a:rPr lang="en-US" sz="2200" dirty="0">
                <a:latin typeface="Times New Roman" panose="02020603050405020304" pitchFamily="18" charset="0"/>
                <a:cs typeface="Times New Roman" panose="02020603050405020304" pitchFamily="18" charset="0"/>
              </a:rPr>
              <a:t> Total productive maintenance</a:t>
            </a:r>
          </a:p>
          <a:p>
            <a:r>
              <a:rPr lang="en-US" sz="2400" b="1"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Which part in quality management is the critical part?</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Process thinking</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b) Performance measurement</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 Customer’s view</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d) Systematic approach</a:t>
            </a:r>
          </a:p>
          <a:p>
            <a:endParaRPr lang="en-US" sz="24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57</a:t>
            </a:fld>
            <a:endParaRPr lang="en-US">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MCQs</a:t>
            </a: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Times New Roman" panose="02020603050405020304" pitchFamily="18" charset="0"/>
                <a:cs typeface="Times New Roman" panose="02020603050405020304" pitchFamily="18" charset="0"/>
              </a:rPr>
              <a:t>Dheeraj Tripathi    AOE0861    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618C0047-0A2C-401D-902B-67EFE60714F8}"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
        <p:nvSpPr>
          <p:cNvPr id="4" name="Title 1">
            <a:extLst>
              <a:ext uri="{FF2B5EF4-FFF2-40B4-BE49-F238E27FC236}">
                <a16:creationId xmlns:a16="http://schemas.microsoft.com/office/drawing/2014/main" id="{33045C4E-A651-0061-4FBB-4D9A2009BDCA}"/>
              </a:ext>
            </a:extLst>
          </p:cNvPr>
          <p:cNvSpPr txBox="1">
            <a:spLocks/>
          </p:cNvSpPr>
          <p:nvPr/>
        </p:nvSpPr>
        <p:spPr>
          <a:xfrm>
            <a:off x="1335878" y="21757"/>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MCQs</a:t>
            </a:r>
          </a:p>
        </p:txBody>
      </p:sp>
    </p:spTree>
    <p:extLst>
      <p:ext uri="{BB962C8B-B14F-4D97-AF65-F5344CB8AC3E}">
        <p14:creationId xmlns:p14="http://schemas.microsoft.com/office/powerpoint/2010/main" val="39193118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r>
              <a:rPr lang="en-US" sz="2200" b="1" dirty="0">
                <a:latin typeface="Times New Roman" panose="02020603050405020304" pitchFamily="18" charset="0"/>
                <a:cs typeface="Times New Roman" panose="02020603050405020304" pitchFamily="18" charset="0"/>
              </a:rPr>
              <a:t> What is the full form of TQM?</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True quality machining</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b) Total quality management</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 True quantitative machining</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d) Total queue management</a:t>
            </a:r>
          </a:p>
          <a:p>
            <a:r>
              <a:rPr lang="en-US" sz="2200" b="1" dirty="0">
                <a:latin typeface="Times New Roman" panose="02020603050405020304" pitchFamily="18" charset="0"/>
                <a:cs typeface="Times New Roman" panose="02020603050405020304" pitchFamily="18" charset="0"/>
              </a:rPr>
              <a:t>  Which of the following is correct for TQM?</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Quality strategy in TQM emanates from top</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b) TQM is a static process</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 It is a management approach to short-term success through customer</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d) It is used to improve processes not products</a:t>
            </a:r>
          </a:p>
          <a:p>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58</a:t>
            </a:fld>
            <a:endParaRPr lang="en-US">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MCQs</a:t>
            </a: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Times New Roman" panose="02020603050405020304" pitchFamily="18" charset="0"/>
                <a:cs typeface="Times New Roman" panose="02020603050405020304" pitchFamily="18" charset="0"/>
              </a:rPr>
              <a:t>Dheeraj Tripathi    AOE0861    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EE28DBAD-D7C7-47B9-B3B7-DEF0F75FDF74}"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
        <p:nvSpPr>
          <p:cNvPr id="4" name="Title 1">
            <a:extLst>
              <a:ext uri="{FF2B5EF4-FFF2-40B4-BE49-F238E27FC236}">
                <a16:creationId xmlns:a16="http://schemas.microsoft.com/office/drawing/2014/main" id="{525D18E6-BDB9-3D36-51A7-76368F6C378E}"/>
              </a:ext>
            </a:extLst>
          </p:cNvPr>
          <p:cNvSpPr txBox="1">
            <a:spLocks/>
          </p:cNvSpPr>
          <p:nvPr/>
        </p:nvSpPr>
        <p:spPr>
          <a:xfrm>
            <a:off x="1335878" y="21757"/>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MCQs</a:t>
            </a:r>
          </a:p>
        </p:txBody>
      </p:sp>
    </p:spTree>
    <p:extLst>
      <p:ext uri="{BB962C8B-B14F-4D97-AF65-F5344CB8AC3E}">
        <p14:creationId xmlns:p14="http://schemas.microsoft.com/office/powerpoint/2010/main" val="39193118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r>
              <a:rPr lang="en-US" sz="2200" b="1" dirty="0">
                <a:latin typeface="Times New Roman" panose="02020603050405020304" pitchFamily="18" charset="0"/>
                <a:cs typeface="Times New Roman" panose="02020603050405020304" pitchFamily="18" charset="0"/>
              </a:rPr>
              <a:t> Which factor is the basis of Decision making in TQM?</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Facts only</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b) Opinions only</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 Facts and opinions both</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d) Neither facts nor opinions</a:t>
            </a:r>
          </a:p>
          <a:p>
            <a:pPr>
              <a:buNone/>
            </a:pPr>
            <a:r>
              <a:rPr lang="en-US" sz="2200" dirty="0">
                <a:latin typeface="Times New Roman" panose="02020603050405020304" pitchFamily="18" charset="0"/>
                <a:cs typeface="Times New Roman" panose="02020603050405020304" pitchFamily="18" charset="0"/>
              </a:rPr>
              <a:t> </a:t>
            </a:r>
          </a:p>
          <a:p>
            <a:pPr fontAlgn="base"/>
            <a:r>
              <a:rPr lang="en-US" sz="2200" b="1" dirty="0">
                <a:latin typeface="Times New Roman" panose="02020603050405020304" pitchFamily="18" charset="0"/>
                <a:cs typeface="Times New Roman" panose="02020603050405020304" pitchFamily="18" charset="0"/>
              </a:rPr>
              <a:t>According to Deming, Quality problems are</a:t>
            </a:r>
            <a:endParaRPr lang="en-US" sz="2200" dirty="0">
              <a:latin typeface="Times New Roman" panose="02020603050405020304" pitchFamily="18" charset="0"/>
              <a:cs typeface="Times New Roman" panose="02020603050405020304" pitchFamily="18" charset="0"/>
            </a:endParaRPr>
          </a:p>
          <a:p>
            <a:pPr fontAlgn="base">
              <a:buNone/>
            </a:pPr>
            <a:r>
              <a:rPr lang="en-US" sz="2200" dirty="0">
                <a:latin typeface="Times New Roman" panose="02020603050405020304" pitchFamily="18" charset="0"/>
                <a:cs typeface="Times New Roman" panose="02020603050405020304" pitchFamily="18" charset="0"/>
              </a:rPr>
              <a:t> a. Due to management</a:t>
            </a:r>
          </a:p>
          <a:p>
            <a:pPr fontAlgn="base">
              <a:buNone/>
            </a:pPr>
            <a:r>
              <a:rPr lang="en-US" sz="2200" dirty="0">
                <a:latin typeface="Times New Roman" panose="02020603050405020304" pitchFamily="18" charset="0"/>
                <a:cs typeface="Times New Roman" panose="02020603050405020304" pitchFamily="18" charset="0"/>
              </a:rPr>
              <a:t> b. Due to method</a:t>
            </a:r>
          </a:p>
          <a:p>
            <a:pPr fontAlgn="base">
              <a:buNone/>
            </a:pPr>
            <a:r>
              <a:rPr lang="en-US" sz="2200" dirty="0">
                <a:latin typeface="Times New Roman" panose="02020603050405020304" pitchFamily="18" charset="0"/>
                <a:cs typeface="Times New Roman" panose="02020603050405020304" pitchFamily="18" charset="0"/>
              </a:rPr>
              <a:t>C . Due to machine</a:t>
            </a:r>
          </a:p>
          <a:p>
            <a:pPr fontAlgn="base">
              <a:buNone/>
            </a:pPr>
            <a:r>
              <a:rPr lang="en-US" sz="2200" dirty="0">
                <a:latin typeface="Times New Roman" panose="02020603050405020304" pitchFamily="18" charset="0"/>
                <a:cs typeface="Times New Roman" panose="02020603050405020304" pitchFamily="18" charset="0"/>
              </a:rPr>
              <a:t> d. Due to material</a:t>
            </a:r>
          </a:p>
          <a:p>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59</a:t>
            </a:fld>
            <a:endParaRPr lang="en-US">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MCQs</a:t>
            </a: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Times New Roman" panose="02020603050405020304" pitchFamily="18" charset="0"/>
                <a:cs typeface="Times New Roman" panose="02020603050405020304" pitchFamily="18" charset="0"/>
              </a:rPr>
              <a:t>Dheeraj Tripathi    AOE0861    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CAE8E80D-690C-48A6-9395-91674C4C999A}"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
        <p:nvSpPr>
          <p:cNvPr id="4" name="Title 1">
            <a:extLst>
              <a:ext uri="{FF2B5EF4-FFF2-40B4-BE49-F238E27FC236}">
                <a16:creationId xmlns:a16="http://schemas.microsoft.com/office/drawing/2014/main" id="{65849B76-FA9F-768B-15CC-F1CD6DE1EBEF}"/>
              </a:ext>
            </a:extLst>
          </p:cNvPr>
          <p:cNvSpPr txBox="1">
            <a:spLocks/>
          </p:cNvSpPr>
          <p:nvPr/>
        </p:nvSpPr>
        <p:spPr>
          <a:xfrm>
            <a:off x="1335878"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MCQs</a:t>
            </a:r>
          </a:p>
        </p:txBody>
      </p:sp>
    </p:spTree>
    <p:extLst>
      <p:ext uri="{BB962C8B-B14F-4D97-AF65-F5344CB8AC3E}">
        <p14:creationId xmlns:p14="http://schemas.microsoft.com/office/powerpoint/2010/main" val="39193118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OLD QUESTION PAPERS</a:t>
            </a:r>
          </a:p>
        </p:txBody>
      </p:sp>
      <p:sp>
        <p:nvSpPr>
          <p:cNvPr id="9" name="Footer Placeholder 12"/>
          <p:cNvSpPr>
            <a:spLocks noGrp="1"/>
          </p:cNvSpPr>
          <p:nvPr>
            <p:ph type="ftr" sz="quarter" idx="11"/>
          </p:nvPr>
        </p:nvSpPr>
        <p:spPr>
          <a:xfrm>
            <a:off x="2286000" y="6248415"/>
            <a:ext cx="5029200" cy="365125"/>
          </a:xfrm>
        </p:spPr>
        <p:txBody>
          <a:bodyPr/>
          <a:lstStyle/>
          <a:p>
            <a:r>
              <a:rPr lang="sv-SE" sz="2000"/>
              <a:t>Dheeraj Tripathi    AOE0861    QM    Unit-2                         </a:t>
            </a:r>
            <a:endParaRPr lang="en-US" sz="2000" dirty="0"/>
          </a:p>
        </p:txBody>
      </p:sp>
      <p:pic>
        <p:nvPicPr>
          <p:cNvPr id="10" name="Picture 2"/>
          <p:cNvPicPr>
            <a:picLocks noChangeAspect="1" noChangeArrowheads="1"/>
          </p:cNvPicPr>
          <p:nvPr/>
        </p:nvPicPr>
        <p:blipFill>
          <a:blip r:embed="rId2"/>
          <a:srcRect/>
          <a:stretch>
            <a:fillRect/>
          </a:stretch>
        </p:blipFill>
        <p:spPr bwMode="auto">
          <a:xfrm>
            <a:off x="685800" y="838200"/>
            <a:ext cx="8001000" cy="5334000"/>
          </a:xfrm>
          <a:prstGeom prst="rect">
            <a:avLst/>
          </a:prstGeom>
          <a:noFill/>
          <a:ln w="9525">
            <a:noFill/>
            <a:miter lim="800000"/>
            <a:headEnd/>
            <a:tailEnd/>
          </a:ln>
          <a:effectLst/>
        </p:spPr>
      </p:pic>
      <p:sp>
        <p:nvSpPr>
          <p:cNvPr id="2" name="Date Placeholder 1"/>
          <p:cNvSpPr>
            <a:spLocks noGrp="1"/>
          </p:cNvSpPr>
          <p:nvPr>
            <p:ph type="dt" sz="half" idx="10"/>
          </p:nvPr>
        </p:nvSpPr>
        <p:spPr/>
        <p:txBody>
          <a:bodyPr/>
          <a:lstStyle/>
          <a:p>
            <a:fld id="{D685F4E1-999F-420A-AF0E-FD794B4B1EFE}" type="datetime1">
              <a:rPr lang="en-US" smtClean="0"/>
              <a:t>2/11/2025</a:t>
            </a:fld>
            <a:endParaRPr lang="en-US"/>
          </a:p>
        </p:txBody>
      </p:sp>
      <p:pic>
        <p:nvPicPr>
          <p:cNvPr id="11"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Tree>
    <p:extLst>
      <p:ext uri="{BB962C8B-B14F-4D97-AF65-F5344CB8AC3E}">
        <p14:creationId xmlns:p14="http://schemas.microsoft.com/office/powerpoint/2010/main" val="39193118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OLD QUESTION PAPERS</a:t>
            </a:r>
          </a:p>
        </p:txBody>
      </p:sp>
      <p:sp>
        <p:nvSpPr>
          <p:cNvPr id="9" name="Footer Placeholder 12"/>
          <p:cNvSpPr>
            <a:spLocks noGrp="1"/>
          </p:cNvSpPr>
          <p:nvPr>
            <p:ph type="ftr" sz="quarter" idx="11"/>
          </p:nvPr>
        </p:nvSpPr>
        <p:spPr>
          <a:xfrm>
            <a:off x="2286000" y="6248415"/>
            <a:ext cx="5029200" cy="365125"/>
          </a:xfrm>
        </p:spPr>
        <p:txBody>
          <a:bodyPr/>
          <a:lstStyle/>
          <a:p>
            <a:r>
              <a:rPr lang="sv-SE" sz="2000"/>
              <a:t>Dheeraj Tripathi    AOE0861    QM    Unit-2                         </a:t>
            </a:r>
            <a:endParaRPr lang="en-US" sz="2000" dirty="0"/>
          </a:p>
        </p:txBody>
      </p:sp>
      <p:pic>
        <p:nvPicPr>
          <p:cNvPr id="11" name="Picture 2"/>
          <p:cNvPicPr>
            <a:picLocks noChangeAspect="1" noChangeArrowheads="1"/>
          </p:cNvPicPr>
          <p:nvPr/>
        </p:nvPicPr>
        <p:blipFill>
          <a:blip r:embed="rId2"/>
          <a:srcRect/>
          <a:stretch>
            <a:fillRect/>
          </a:stretch>
        </p:blipFill>
        <p:spPr bwMode="auto">
          <a:xfrm>
            <a:off x="685800" y="838200"/>
            <a:ext cx="8458200" cy="5334005"/>
          </a:xfrm>
          <a:prstGeom prst="rect">
            <a:avLst/>
          </a:prstGeom>
          <a:noFill/>
          <a:ln w="9525">
            <a:noFill/>
            <a:miter lim="800000"/>
            <a:headEnd/>
            <a:tailEnd/>
          </a:ln>
          <a:effectLst/>
        </p:spPr>
      </p:pic>
      <p:sp>
        <p:nvSpPr>
          <p:cNvPr id="2" name="Date Placeholder 1"/>
          <p:cNvSpPr>
            <a:spLocks noGrp="1"/>
          </p:cNvSpPr>
          <p:nvPr>
            <p:ph type="dt" sz="half" idx="10"/>
          </p:nvPr>
        </p:nvSpPr>
        <p:spPr/>
        <p:txBody>
          <a:bodyPr/>
          <a:lstStyle/>
          <a:p>
            <a:fld id="{90EB1426-BA81-4045-B280-000B99C895D0}" type="datetime1">
              <a:rPr lang="en-US" smtClean="0"/>
              <a:t>2/11/2025</a:t>
            </a:fld>
            <a:endParaRPr lang="en-US"/>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
        <p:nvSpPr>
          <p:cNvPr id="4" name="Title 1">
            <a:extLst>
              <a:ext uri="{FF2B5EF4-FFF2-40B4-BE49-F238E27FC236}">
                <a16:creationId xmlns:a16="http://schemas.microsoft.com/office/drawing/2014/main" id="{6F9BF7C5-AE87-FC1E-65D0-11AE772BB01E}"/>
              </a:ext>
            </a:extLst>
          </p:cNvPr>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OLD QUESTION PAPERS</a:t>
            </a:r>
          </a:p>
        </p:txBody>
      </p:sp>
    </p:spTree>
    <p:extLst>
      <p:ext uri="{BB962C8B-B14F-4D97-AF65-F5344CB8AC3E}">
        <p14:creationId xmlns:p14="http://schemas.microsoft.com/office/powerpoint/2010/main" val="39193118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OLD QUESTION PAPERS</a:t>
            </a:r>
          </a:p>
        </p:txBody>
      </p:sp>
      <p:sp>
        <p:nvSpPr>
          <p:cNvPr id="9" name="Footer Placeholder 12"/>
          <p:cNvSpPr>
            <a:spLocks noGrp="1"/>
          </p:cNvSpPr>
          <p:nvPr>
            <p:ph type="ftr" sz="quarter" idx="11"/>
          </p:nvPr>
        </p:nvSpPr>
        <p:spPr>
          <a:xfrm>
            <a:off x="2286000" y="6248415"/>
            <a:ext cx="5029200" cy="365125"/>
          </a:xfrm>
        </p:spPr>
        <p:txBody>
          <a:bodyPr/>
          <a:lstStyle/>
          <a:p>
            <a:r>
              <a:rPr lang="sv-SE" sz="2000"/>
              <a:t>Dheeraj Tripathi    AOE0861    QM    Unit-2                         </a:t>
            </a:r>
            <a:endParaRPr lang="en-US" sz="2000" dirty="0"/>
          </a:p>
        </p:txBody>
      </p:sp>
      <p:pic>
        <p:nvPicPr>
          <p:cNvPr id="12" name="Picture 2"/>
          <p:cNvPicPr>
            <a:picLocks noChangeAspect="1" noChangeArrowheads="1"/>
          </p:cNvPicPr>
          <p:nvPr/>
        </p:nvPicPr>
        <p:blipFill>
          <a:blip r:embed="rId2"/>
          <a:srcRect/>
          <a:stretch>
            <a:fillRect/>
          </a:stretch>
        </p:blipFill>
        <p:spPr bwMode="auto">
          <a:xfrm>
            <a:off x="381001" y="914400"/>
            <a:ext cx="8763000" cy="5257800"/>
          </a:xfrm>
          <a:prstGeom prst="rect">
            <a:avLst/>
          </a:prstGeom>
          <a:noFill/>
          <a:ln w="9525">
            <a:noFill/>
            <a:miter lim="800000"/>
            <a:headEnd/>
            <a:tailEnd/>
          </a:ln>
          <a:effectLst/>
        </p:spPr>
      </p:pic>
      <p:sp>
        <p:nvSpPr>
          <p:cNvPr id="2" name="Date Placeholder 1"/>
          <p:cNvSpPr>
            <a:spLocks noGrp="1"/>
          </p:cNvSpPr>
          <p:nvPr>
            <p:ph type="dt" sz="half" idx="10"/>
          </p:nvPr>
        </p:nvSpPr>
        <p:spPr/>
        <p:txBody>
          <a:bodyPr/>
          <a:lstStyle/>
          <a:p>
            <a:fld id="{45EEBDFF-9EAE-4D46-980D-491E4A1D953B}" type="datetime1">
              <a:rPr lang="en-US" smtClean="0"/>
              <a:t>2/11/2025</a:t>
            </a:fld>
            <a:endParaRPr lang="en-US"/>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
        <p:nvSpPr>
          <p:cNvPr id="4" name="Title 1">
            <a:extLst>
              <a:ext uri="{FF2B5EF4-FFF2-40B4-BE49-F238E27FC236}">
                <a16:creationId xmlns:a16="http://schemas.microsoft.com/office/drawing/2014/main" id="{FC2B4BB6-D5F4-2AD6-0213-58535C97F9AA}"/>
              </a:ext>
            </a:extLst>
          </p:cNvPr>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OLD QUESTION PAPERS</a:t>
            </a:r>
          </a:p>
        </p:txBody>
      </p:sp>
    </p:spTree>
    <p:extLst>
      <p:ext uri="{BB962C8B-B14F-4D97-AF65-F5344CB8AC3E}">
        <p14:creationId xmlns:p14="http://schemas.microsoft.com/office/powerpoint/2010/main" val="39193118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lnSpc>
                <a:spcPct val="150000"/>
              </a:lnSpc>
            </a:pPr>
            <a:r>
              <a:rPr lang="en-US" sz="2200" dirty="0">
                <a:latin typeface="Times New Roman" panose="02020603050405020304" pitchFamily="18" charset="0"/>
                <a:cs typeface="Times New Roman" panose="02020603050405020304" pitchFamily="18" charset="0"/>
              </a:rPr>
              <a:t>Explain the different Dimensions of Quality?</a:t>
            </a:r>
          </a:p>
          <a:p>
            <a:pPr>
              <a:lnSpc>
                <a:spcPct val="150000"/>
              </a:lnSpc>
            </a:pPr>
            <a:r>
              <a:rPr lang="en-US" sz="2200" dirty="0">
                <a:latin typeface="Times New Roman" panose="02020603050405020304" pitchFamily="18" charset="0"/>
                <a:cs typeface="Times New Roman" panose="02020603050405020304" pitchFamily="18" charset="0"/>
              </a:rPr>
              <a:t>Give the Basic Concepts of TQM?</a:t>
            </a:r>
          </a:p>
          <a:p>
            <a:pPr>
              <a:lnSpc>
                <a:spcPct val="150000"/>
              </a:lnSpc>
            </a:pPr>
            <a:r>
              <a:rPr lang="en-US" sz="2200" dirty="0">
                <a:latin typeface="Times New Roman" panose="02020603050405020304" pitchFamily="18" charset="0"/>
                <a:cs typeface="Times New Roman" panose="02020603050405020304" pitchFamily="18" charset="0"/>
              </a:rPr>
              <a:t>Give the Principles of TQM?</a:t>
            </a:r>
          </a:p>
          <a:p>
            <a:pPr>
              <a:lnSpc>
                <a:spcPct val="150000"/>
              </a:lnSpc>
            </a:pPr>
            <a:r>
              <a:rPr lang="en-US" sz="2200" dirty="0">
                <a:latin typeface="Times New Roman" panose="02020603050405020304" pitchFamily="18" charset="0"/>
                <a:cs typeface="Times New Roman" panose="02020603050405020304" pitchFamily="18" charset="0"/>
              </a:rPr>
              <a:t>Explain the Obstacles associated with TQM Implementation?</a:t>
            </a:r>
          </a:p>
          <a:p>
            <a:pPr>
              <a:lnSpc>
                <a:spcPct val="150000"/>
              </a:lnSpc>
            </a:pPr>
            <a:r>
              <a:rPr lang="en-US" sz="2200" dirty="0">
                <a:latin typeface="Times New Roman" panose="02020603050405020304" pitchFamily="18" charset="0"/>
                <a:cs typeface="Times New Roman" panose="02020603050405020304" pitchFamily="18" charset="0"/>
              </a:rPr>
              <a:t>What is needed for a leader to be effective?</a:t>
            </a:r>
          </a:p>
          <a:p>
            <a:pPr>
              <a:lnSpc>
                <a:spcPct val="150000"/>
              </a:lnSpc>
            </a:pPr>
            <a:r>
              <a:rPr lang="en-US" sz="2200" dirty="0">
                <a:latin typeface="Times New Roman" panose="02020603050405020304" pitchFamily="18" charset="0"/>
                <a:cs typeface="Times New Roman" panose="02020603050405020304" pitchFamily="18" charset="0"/>
              </a:rPr>
              <a:t>What are the general duties of a quality council?</a:t>
            </a:r>
          </a:p>
          <a:p>
            <a:pPr>
              <a:lnSpc>
                <a:spcPct val="150000"/>
              </a:lnSpc>
            </a:pPr>
            <a:r>
              <a:rPr lang="en-US" sz="2200" dirty="0">
                <a:latin typeface="Times New Roman" panose="02020603050405020304" pitchFamily="18" charset="0"/>
                <a:cs typeface="Times New Roman" panose="02020603050405020304" pitchFamily="18" charset="0"/>
              </a:rPr>
              <a:t>Explain the important factors that influence customer purchases?</a:t>
            </a:r>
          </a:p>
          <a:p>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63</a:t>
            </a:fld>
            <a:endParaRPr lang="en-US">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303221" y="33565"/>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EXPECTED QUESTIONS FOR UNIVERSITY EXAM </a:t>
            </a: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Times New Roman" panose="02020603050405020304" pitchFamily="18" charset="0"/>
                <a:cs typeface="Times New Roman" panose="02020603050405020304" pitchFamily="18" charset="0"/>
              </a:rPr>
              <a:t>Dheeraj Tripathi    AOE0861    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CB62EBDF-EFF5-4291-AECB-0FE67474B0A6}"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Tree>
    <p:extLst>
      <p:ext uri="{BB962C8B-B14F-4D97-AF65-F5344CB8AC3E}">
        <p14:creationId xmlns:p14="http://schemas.microsoft.com/office/powerpoint/2010/main" val="39193118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lnSpc>
                <a:spcPct val="150000"/>
              </a:lnSpc>
            </a:pPr>
            <a:r>
              <a:rPr lang="en-US" sz="2200" dirty="0">
                <a:latin typeface="Times New Roman" panose="02020603050405020304" pitchFamily="18" charset="0"/>
                <a:cs typeface="Times New Roman" panose="02020603050405020304" pitchFamily="18" charset="0"/>
              </a:rPr>
              <a:t>What are the types of teams?</a:t>
            </a:r>
          </a:p>
          <a:p>
            <a:pPr>
              <a:lnSpc>
                <a:spcPct val="150000"/>
              </a:lnSpc>
            </a:pPr>
            <a:r>
              <a:rPr lang="en-US" sz="2200" dirty="0">
                <a:latin typeface="Times New Roman" panose="02020603050405020304" pitchFamily="18" charset="0"/>
                <a:cs typeface="Times New Roman" panose="02020603050405020304" pitchFamily="18" charset="0"/>
              </a:rPr>
              <a:t>What are the stages of team development?</a:t>
            </a:r>
          </a:p>
          <a:p>
            <a:pPr>
              <a:lnSpc>
                <a:spcPct val="150000"/>
              </a:lnSpc>
            </a:pPr>
            <a:r>
              <a:rPr lang="en-US" sz="2200" dirty="0">
                <a:latin typeface="Times New Roman" panose="02020603050405020304" pitchFamily="18" charset="0"/>
                <a:cs typeface="Times New Roman" panose="02020603050405020304" pitchFamily="18" charset="0"/>
              </a:rPr>
              <a:t>Give some common team problems?</a:t>
            </a:r>
          </a:p>
          <a:p>
            <a:pPr>
              <a:lnSpc>
                <a:spcPct val="150000"/>
              </a:lnSpc>
            </a:pPr>
            <a:r>
              <a:rPr lang="en-US" sz="2200" dirty="0">
                <a:latin typeface="Times New Roman" panose="02020603050405020304" pitchFamily="18" charset="0"/>
                <a:cs typeface="Times New Roman" panose="02020603050405020304" pitchFamily="18" charset="0"/>
              </a:rPr>
              <a:t>Give the steps involved in training process?</a:t>
            </a:r>
          </a:p>
          <a:p>
            <a:pPr>
              <a:lnSpc>
                <a:spcPct val="150000"/>
              </a:lnSpc>
            </a:pPr>
            <a:r>
              <a:rPr lang="en-US" sz="2200" dirty="0">
                <a:latin typeface="Times New Roman" panose="02020603050405020304" pitchFamily="18" charset="0"/>
                <a:cs typeface="Times New Roman" panose="02020603050405020304" pitchFamily="18" charset="0"/>
              </a:rPr>
              <a:t>What are the three components of the </a:t>
            </a:r>
            <a:r>
              <a:rPr lang="en-US" sz="2200" dirty="0" err="1">
                <a:latin typeface="Times New Roman" panose="02020603050405020304" pitchFamily="18" charset="0"/>
                <a:cs typeface="Times New Roman" panose="02020603050405020304" pitchFamily="18" charset="0"/>
              </a:rPr>
              <a:t>Juran</a:t>
            </a:r>
            <a:r>
              <a:rPr lang="en-US" sz="2200" dirty="0">
                <a:latin typeface="Times New Roman" panose="02020603050405020304" pitchFamily="18" charset="0"/>
                <a:cs typeface="Times New Roman" panose="02020603050405020304" pitchFamily="18" charset="0"/>
              </a:rPr>
              <a:t> Trilogy?</a:t>
            </a:r>
          </a:p>
          <a:p>
            <a:pPr>
              <a:lnSpc>
                <a:spcPct val="150000"/>
              </a:lnSpc>
            </a:pPr>
            <a:r>
              <a:rPr lang="en-US" sz="2200" dirty="0">
                <a:latin typeface="Times New Roman" panose="02020603050405020304" pitchFamily="18" charset="0"/>
                <a:cs typeface="Times New Roman" panose="02020603050405020304" pitchFamily="18" charset="0"/>
              </a:rPr>
              <a:t>What are the phases of a Continuous Process Improvement Cycle?</a:t>
            </a:r>
          </a:p>
          <a:p>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64</a:t>
            </a:fld>
            <a:endParaRPr lang="en-US">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EXPECTED QUESTIONS FOR UNIVERSITY EXAM </a:t>
            </a: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Times New Roman" panose="02020603050405020304" pitchFamily="18" charset="0"/>
                <a:cs typeface="Times New Roman" panose="02020603050405020304" pitchFamily="18" charset="0"/>
              </a:rPr>
              <a:t>Dheeraj Tripathi    AOE0861    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9E243877-BEE9-4082-9D34-3EABABD01779}"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
        <p:nvSpPr>
          <p:cNvPr id="4" name="Title 1">
            <a:extLst>
              <a:ext uri="{FF2B5EF4-FFF2-40B4-BE49-F238E27FC236}">
                <a16:creationId xmlns:a16="http://schemas.microsoft.com/office/drawing/2014/main" id="{C016DAE0-C6B3-EB96-DB37-5C8B6D37D53E}"/>
              </a:ext>
            </a:extLst>
          </p:cNvPr>
          <p:cNvSpPr txBox="1">
            <a:spLocks/>
          </p:cNvSpPr>
          <p:nvPr/>
        </p:nvSpPr>
        <p:spPr>
          <a:xfrm>
            <a:off x="1374665" y="4445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EXPECTED QUESTIONS FOR UNIVERSITY EXAM </a:t>
            </a:r>
          </a:p>
        </p:txBody>
      </p:sp>
    </p:spTree>
    <p:extLst>
      <p:ext uri="{BB962C8B-B14F-4D97-AF65-F5344CB8AC3E}">
        <p14:creationId xmlns:p14="http://schemas.microsoft.com/office/powerpoint/2010/main" val="39193118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354965" marR="6350" algn="just">
              <a:spcBef>
                <a:spcPts val="105"/>
              </a:spcBef>
              <a:buFont typeface="Arial"/>
              <a:buChar char="•"/>
              <a:tabLst>
                <a:tab pos="355600" algn="l"/>
              </a:tabLst>
            </a:pPr>
            <a:r>
              <a:rPr lang="en-US" sz="2200" spc="-5" dirty="0">
                <a:latin typeface="Times New Roman" panose="02020603050405020304" pitchFamily="18" charset="0"/>
                <a:cs typeface="Times New Roman" panose="02020603050405020304" pitchFamily="18" charset="0"/>
              </a:rPr>
              <a:t>TQM encourages </a:t>
            </a:r>
            <a:r>
              <a:rPr lang="en-US" sz="2200" dirty="0">
                <a:latin typeface="Times New Roman" panose="02020603050405020304" pitchFamily="18" charset="0"/>
                <a:cs typeface="Times New Roman" panose="02020603050405020304" pitchFamily="18" charset="0"/>
              </a:rPr>
              <a:t>participation amongst </a:t>
            </a:r>
            <a:r>
              <a:rPr lang="en-US" sz="2200" spc="-10" dirty="0">
                <a:latin typeface="Times New Roman" panose="02020603050405020304" pitchFamily="18" charset="0"/>
                <a:cs typeface="Times New Roman" panose="02020603050405020304" pitchFamily="18" charset="0"/>
              </a:rPr>
              <a:t>employees, </a:t>
            </a:r>
            <a:r>
              <a:rPr lang="en-US" sz="2200" dirty="0">
                <a:latin typeface="Times New Roman" panose="02020603050405020304" pitchFamily="18" charset="0"/>
                <a:cs typeface="Times New Roman" panose="02020603050405020304" pitchFamily="18" charset="0"/>
              </a:rPr>
              <a:t>managers and  </a:t>
            </a:r>
            <a:r>
              <a:rPr lang="en-US" sz="2200" spc="-5" dirty="0">
                <a:latin typeface="Times New Roman" panose="02020603050405020304" pitchFamily="18" charset="0"/>
                <a:cs typeface="Times New Roman" panose="02020603050405020304" pitchFamily="18" charset="0"/>
              </a:rPr>
              <a:t>organization as</a:t>
            </a:r>
            <a:r>
              <a:rPr lang="en-US" sz="2200" spc="1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whole.</a:t>
            </a:r>
            <a:endParaRPr lang="en-US" sz="2200" dirty="0">
              <a:latin typeface="Times New Roman" panose="02020603050405020304" pitchFamily="18" charset="0"/>
              <a:cs typeface="Times New Roman" panose="02020603050405020304" pitchFamily="18" charset="0"/>
            </a:endParaRPr>
          </a:p>
          <a:p>
            <a:pPr marL="354965" marR="5080" algn="just">
              <a:spcBef>
                <a:spcPts val="480"/>
              </a:spcBef>
              <a:buFont typeface="Arial"/>
              <a:buChar char="•"/>
              <a:tabLst>
                <a:tab pos="416559" algn="l"/>
              </a:tabLst>
            </a:pPr>
            <a:r>
              <a:rPr lang="en-US" sz="220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Using Quality </a:t>
            </a:r>
            <a:r>
              <a:rPr lang="en-US" sz="2200" dirty="0">
                <a:latin typeface="Times New Roman" panose="02020603050405020304" pitchFamily="18" charset="0"/>
                <a:cs typeface="Times New Roman" panose="02020603050405020304" pitchFamily="18" charset="0"/>
              </a:rPr>
              <a:t>management reduces rework nearly to zero in </a:t>
            </a:r>
            <a:r>
              <a:rPr lang="en-US" sz="2200" spc="-5" dirty="0">
                <a:latin typeface="Times New Roman" panose="02020603050405020304" pitchFamily="18" charset="0"/>
                <a:cs typeface="Times New Roman" panose="02020603050405020304" pitchFamily="18" charset="0"/>
              </a:rPr>
              <a:t>an </a:t>
            </a:r>
            <a:r>
              <a:rPr lang="en-US" sz="2200" dirty="0">
                <a:latin typeface="Times New Roman" panose="02020603050405020304" pitchFamily="18" charset="0"/>
                <a:cs typeface="Times New Roman" panose="02020603050405020304" pitchFamily="18" charset="0"/>
              </a:rPr>
              <a:t>achievable  </a:t>
            </a:r>
            <a:r>
              <a:rPr lang="en-US" sz="2200" spc="-5" dirty="0">
                <a:latin typeface="Times New Roman" panose="02020603050405020304" pitchFamily="18" charset="0"/>
                <a:cs typeface="Times New Roman" panose="02020603050405020304" pitchFamily="18" charset="0"/>
              </a:rPr>
              <a:t>goal .The responsibilities either </a:t>
            </a:r>
            <a:r>
              <a:rPr lang="en-US" sz="2200" dirty="0">
                <a:latin typeface="Times New Roman" panose="02020603050405020304" pitchFamily="18" charset="0"/>
                <a:cs typeface="Times New Roman" panose="02020603050405020304" pitchFamily="18" charset="0"/>
              </a:rPr>
              <a:t>its </a:t>
            </a:r>
            <a:r>
              <a:rPr lang="en-US" sz="2200" spc="-5" dirty="0">
                <a:latin typeface="Times New Roman" panose="02020603050405020304" pitchFamily="18" charset="0"/>
                <a:cs typeface="Times New Roman" panose="02020603050405020304" pitchFamily="18" charset="0"/>
              </a:rPr>
              <a:t>professional, social, legal </a:t>
            </a:r>
            <a:r>
              <a:rPr lang="en-US" sz="2200" dirty="0">
                <a:latin typeface="Times New Roman" panose="02020603050405020304" pitchFamily="18" charset="0"/>
                <a:cs typeface="Times New Roman" panose="02020603050405020304" pitchFamily="18" charset="0"/>
              </a:rPr>
              <a:t>one </a:t>
            </a:r>
            <a:r>
              <a:rPr lang="en-US" sz="2200" spc="-5" dirty="0">
                <a:latin typeface="Times New Roman" panose="02020603050405020304" pitchFamily="18" charset="0"/>
                <a:cs typeface="Times New Roman" panose="02020603050405020304" pitchFamily="18" charset="0"/>
              </a:rPr>
              <a:t>that rest with  the pharmaceutical </a:t>
            </a:r>
            <a:r>
              <a:rPr lang="en-US" sz="2200" dirty="0">
                <a:latin typeface="Times New Roman" panose="02020603050405020304" pitchFamily="18" charset="0"/>
                <a:cs typeface="Times New Roman" panose="02020603050405020304" pitchFamily="18" charset="0"/>
              </a:rPr>
              <a:t>manufacturer </a:t>
            </a:r>
            <a:r>
              <a:rPr lang="en-US" sz="2200" spc="-5" dirty="0">
                <a:latin typeface="Times New Roman" panose="02020603050405020304" pitchFamily="18" charset="0"/>
                <a:cs typeface="Times New Roman" panose="02020603050405020304" pitchFamily="18" charset="0"/>
              </a:rPr>
              <a:t>for </a:t>
            </a:r>
            <a:r>
              <a:rPr lang="en-US" sz="2200" dirty="0">
                <a:latin typeface="Times New Roman" panose="02020603050405020304" pitchFamily="18" charset="0"/>
                <a:cs typeface="Times New Roman" panose="02020603050405020304" pitchFamily="18" charset="0"/>
              </a:rPr>
              <a:t>the assurance </a:t>
            </a:r>
            <a:r>
              <a:rPr lang="en-US" sz="2200" spc="-5" dirty="0">
                <a:latin typeface="Times New Roman" panose="02020603050405020304" pitchFamily="18" charset="0"/>
                <a:cs typeface="Times New Roman" panose="02020603050405020304" pitchFamily="18" charset="0"/>
              </a:rPr>
              <a:t>of quality of product are  tremendous </a:t>
            </a:r>
            <a:r>
              <a:rPr lang="en-US" sz="2200" dirty="0">
                <a:latin typeface="Times New Roman" panose="02020603050405020304" pitchFamily="18" charset="0"/>
                <a:cs typeface="Times New Roman" panose="02020603050405020304" pitchFamily="18" charset="0"/>
              </a:rPr>
              <a:t>and it </a:t>
            </a:r>
            <a:r>
              <a:rPr lang="en-US" sz="2200" spc="-5" dirty="0">
                <a:latin typeface="Times New Roman" panose="02020603050405020304" pitchFamily="18" charset="0"/>
                <a:cs typeface="Times New Roman" panose="02020603050405020304" pitchFamily="18" charset="0"/>
              </a:rPr>
              <a:t>can only </a:t>
            </a:r>
            <a:r>
              <a:rPr lang="en-US" sz="2200" dirty="0">
                <a:latin typeface="Times New Roman" panose="02020603050405020304" pitchFamily="18" charset="0"/>
                <a:cs typeface="Times New Roman" panose="02020603050405020304" pitchFamily="18" charset="0"/>
              </a:rPr>
              <a:t>be achieved by well</a:t>
            </a:r>
            <a:r>
              <a:rPr lang="en-US" sz="2200" spc="-15" dirty="0">
                <a:latin typeface="Times New Roman" panose="02020603050405020304" pitchFamily="18" charset="0"/>
                <a:cs typeface="Times New Roman" panose="02020603050405020304" pitchFamily="18" charset="0"/>
              </a:rPr>
              <a:t> </a:t>
            </a:r>
            <a:r>
              <a:rPr lang="en-US" sz="2200" spc="-5" dirty="0" err="1">
                <a:latin typeface="Times New Roman" panose="02020603050405020304" pitchFamily="18" charset="0"/>
                <a:cs typeface="Times New Roman" panose="02020603050405020304" pitchFamily="18" charset="0"/>
              </a:rPr>
              <a:t>organised</a:t>
            </a:r>
            <a:r>
              <a:rPr lang="en-US" sz="2200" spc="-5" dirty="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a:p>
            <a:pPr marL="354965" marR="5080" algn="just">
              <a:spcBef>
                <a:spcPts val="480"/>
              </a:spcBef>
              <a:buFont typeface="Arial"/>
              <a:buChar char="•"/>
              <a:tabLst>
                <a:tab pos="355600" algn="l"/>
              </a:tabLst>
            </a:pPr>
            <a:r>
              <a:rPr lang="en-US" sz="2200" dirty="0">
                <a:latin typeface="Times New Roman" panose="02020603050405020304" pitchFamily="18" charset="0"/>
                <a:cs typeface="Times New Roman" panose="02020603050405020304" pitchFamily="18" charset="0"/>
              </a:rPr>
              <a:t>Work </a:t>
            </a:r>
            <a:r>
              <a:rPr lang="en-US" sz="2200" spc="-5" dirty="0">
                <a:latin typeface="Times New Roman" panose="02020603050405020304" pitchFamily="18" charset="0"/>
                <a:cs typeface="Times New Roman" panose="02020603050405020304" pitchFamily="18" charset="0"/>
              </a:rPr>
              <a:t>culture </a:t>
            </a:r>
            <a:r>
              <a:rPr lang="en-US" sz="2200" dirty="0">
                <a:latin typeface="Times New Roman" panose="02020603050405020304" pitchFamily="18" charset="0"/>
                <a:cs typeface="Times New Roman" panose="02020603050405020304" pitchFamily="18" charset="0"/>
              </a:rPr>
              <a:t>and </a:t>
            </a:r>
            <a:r>
              <a:rPr lang="en-US" sz="2200" spc="-5" dirty="0">
                <a:latin typeface="Times New Roman" panose="02020603050405020304" pitchFamily="18" charset="0"/>
                <a:cs typeface="Times New Roman" panose="02020603050405020304" pitchFamily="18" charset="0"/>
              </a:rPr>
              <a:t>complete engagement of the employees at the work </a:t>
            </a:r>
            <a:r>
              <a:rPr lang="en-US" sz="2200" dirty="0">
                <a:latin typeface="Times New Roman" panose="02020603050405020304" pitchFamily="18" charset="0"/>
                <a:cs typeface="Times New Roman" panose="02020603050405020304" pitchFamily="18" charset="0"/>
              </a:rPr>
              <a:t>place. </a:t>
            </a:r>
            <a:r>
              <a:rPr lang="en-US" sz="2200" spc="-5" dirty="0">
                <a:latin typeface="Times New Roman" panose="02020603050405020304" pitchFamily="18" charset="0"/>
                <a:cs typeface="Times New Roman" panose="02020603050405020304" pitchFamily="18" charset="0"/>
              </a:rPr>
              <a:t>It  should </a:t>
            </a:r>
            <a:r>
              <a:rPr lang="en-US" sz="2200" dirty="0">
                <a:latin typeface="Times New Roman" panose="02020603050405020304" pitchFamily="18" charset="0"/>
                <a:cs typeface="Times New Roman" panose="02020603050405020304" pitchFamily="18" charset="0"/>
              </a:rPr>
              <a:t>be </a:t>
            </a:r>
            <a:r>
              <a:rPr lang="en-US" sz="2200" dirty="0" err="1">
                <a:latin typeface="Times New Roman" panose="02020603050405020304" pitchFamily="18" charset="0"/>
                <a:cs typeface="Times New Roman" panose="02020603050405020304" pitchFamily="18" charset="0"/>
              </a:rPr>
              <a:t>realised</a:t>
            </a:r>
            <a:r>
              <a:rPr lang="en-US" sz="220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that </a:t>
            </a:r>
            <a:r>
              <a:rPr lang="en-US" sz="2200" dirty="0">
                <a:latin typeface="Times New Roman" panose="02020603050405020304" pitchFamily="18" charset="0"/>
                <a:cs typeface="Times New Roman" panose="02020603050405020304" pitchFamily="18" charset="0"/>
              </a:rPr>
              <a:t>national &amp; </a:t>
            </a:r>
            <a:r>
              <a:rPr lang="en-US" sz="2200" spc="-5" dirty="0">
                <a:latin typeface="Times New Roman" panose="02020603050405020304" pitchFamily="18" charset="0"/>
                <a:cs typeface="Times New Roman" panose="02020603050405020304" pitchFamily="18" charset="0"/>
              </a:rPr>
              <a:t>international regulations </a:t>
            </a:r>
            <a:r>
              <a:rPr lang="en-US" sz="2200" dirty="0">
                <a:latin typeface="Times New Roman" panose="02020603050405020304" pitchFamily="18" charset="0"/>
                <a:cs typeface="Times New Roman" panose="02020603050405020304" pitchFamily="18" charset="0"/>
              </a:rPr>
              <a:t>must </a:t>
            </a:r>
            <a:r>
              <a:rPr lang="en-US" sz="2200" spc="5" dirty="0">
                <a:latin typeface="Times New Roman" panose="02020603050405020304" pitchFamily="18" charset="0"/>
                <a:cs typeface="Times New Roman" panose="02020603050405020304" pitchFamily="18" charset="0"/>
              </a:rPr>
              <a:t>be  </a:t>
            </a:r>
            <a:r>
              <a:rPr lang="en-US" sz="2200" spc="-5" dirty="0">
                <a:latin typeface="Times New Roman" panose="02020603050405020304" pitchFamily="18" charset="0"/>
                <a:cs typeface="Times New Roman" panose="02020603050405020304" pitchFamily="18" charset="0"/>
              </a:rPr>
              <a:t>implemented systematically </a:t>
            </a:r>
            <a:r>
              <a:rPr lang="en-US" sz="2200" dirty="0">
                <a:latin typeface="Times New Roman" panose="02020603050405020304" pitchFamily="18" charset="0"/>
                <a:cs typeface="Times New Roman" panose="02020603050405020304" pitchFamily="18" charset="0"/>
              </a:rPr>
              <a:t>and</a:t>
            </a:r>
            <a:r>
              <a:rPr lang="en-US" sz="2200" spc="-3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process.</a:t>
            </a:r>
            <a:endParaRPr lang="en-US" sz="2200" dirty="0">
              <a:latin typeface="Times New Roman" panose="02020603050405020304" pitchFamily="18" charset="0"/>
              <a:cs typeface="Times New Roman" panose="02020603050405020304" pitchFamily="18" charset="0"/>
            </a:endParaRPr>
          </a:p>
          <a:p>
            <a:pPr marL="355600" algn="just">
              <a:spcBef>
                <a:spcPts val="480"/>
              </a:spcBef>
              <a:buFont typeface="Arial"/>
              <a:buChar char="•"/>
              <a:tabLst>
                <a:tab pos="355600" algn="l"/>
              </a:tabLst>
            </a:pPr>
            <a:r>
              <a:rPr lang="en-US" sz="2200" spc="-5" dirty="0">
                <a:latin typeface="Times New Roman" panose="02020603050405020304" pitchFamily="18" charset="0"/>
                <a:cs typeface="Times New Roman" panose="02020603050405020304" pitchFamily="18" charset="0"/>
              </a:rPr>
              <a:t>Control should </a:t>
            </a:r>
            <a:r>
              <a:rPr lang="en-US" sz="2200" dirty="0">
                <a:latin typeface="Times New Roman" panose="02020603050405020304" pitchFamily="18" charset="0"/>
                <a:cs typeface="Times New Roman" panose="02020603050405020304" pitchFamily="18" charset="0"/>
              </a:rPr>
              <a:t>be </a:t>
            </a:r>
            <a:r>
              <a:rPr lang="en-US" sz="2200" spc="-5" dirty="0">
                <a:latin typeface="Times New Roman" panose="02020603050405020304" pitchFamily="18" charset="0"/>
                <a:cs typeface="Times New Roman" panose="02020603050405020304" pitchFamily="18" charset="0"/>
              </a:rPr>
              <a:t>practiced rigorously.</a:t>
            </a:r>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65</a:t>
            </a:fld>
            <a:endParaRPr lang="en-US">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371600" y="6623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SUMMARY</a:t>
            </a: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Times New Roman" panose="02020603050405020304" pitchFamily="18" charset="0"/>
                <a:cs typeface="Times New Roman" panose="02020603050405020304" pitchFamily="18" charset="0"/>
              </a:rPr>
              <a:t>Dheeraj Tripathi    AOE0861    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48547C32-EF2E-4340-93A2-F677DE49826A}"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Tree>
    <p:extLst>
      <p:ext uri="{BB962C8B-B14F-4D97-AF65-F5344CB8AC3E}">
        <p14:creationId xmlns:p14="http://schemas.microsoft.com/office/powerpoint/2010/main" val="39193118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354965" marR="5080" algn="just">
              <a:spcBef>
                <a:spcPts val="480"/>
              </a:spcBef>
              <a:buFont typeface="Arial"/>
              <a:buChar char="•"/>
              <a:tabLst>
                <a:tab pos="355600" algn="l"/>
              </a:tabLst>
            </a:pPr>
            <a:r>
              <a:rPr lang="en-US" sz="2200" spc="-5" dirty="0">
                <a:latin typeface="Times New Roman" panose="02020603050405020304" pitchFamily="18" charset="0"/>
                <a:cs typeface="Times New Roman" panose="02020603050405020304" pitchFamily="18" charset="0"/>
              </a:rPr>
              <a:t>Thus </a:t>
            </a:r>
            <a:r>
              <a:rPr lang="en-US" sz="2200" dirty="0">
                <a:latin typeface="Times New Roman" panose="02020603050405020304" pitchFamily="18" charset="0"/>
                <a:cs typeface="Times New Roman" panose="02020603050405020304" pitchFamily="18" charset="0"/>
              </a:rPr>
              <a:t>quality is critically important ingredient to </a:t>
            </a:r>
            <a:r>
              <a:rPr lang="en-US" sz="2200" spc="-5" dirty="0">
                <a:latin typeface="Times New Roman" panose="02020603050405020304" pitchFamily="18" charset="0"/>
                <a:cs typeface="Times New Roman" panose="02020603050405020304" pitchFamily="18" charset="0"/>
              </a:rPr>
              <a:t>organizational success today  which can </a:t>
            </a:r>
            <a:r>
              <a:rPr lang="en-US" sz="2200" dirty="0">
                <a:latin typeface="Times New Roman" panose="02020603050405020304" pitchFamily="18" charset="0"/>
                <a:cs typeface="Times New Roman" panose="02020603050405020304" pitchFamily="18" charset="0"/>
              </a:rPr>
              <a:t>be achieved by </a:t>
            </a:r>
            <a:r>
              <a:rPr lang="en-US" sz="2200" spc="-5" dirty="0">
                <a:latin typeface="Times New Roman" panose="02020603050405020304" pitchFamily="18" charset="0"/>
                <a:cs typeface="Times New Roman" panose="02020603050405020304" pitchFamily="18" charset="0"/>
              </a:rPr>
              <a:t>TQM, an </a:t>
            </a:r>
            <a:r>
              <a:rPr lang="en-US" sz="2200" dirty="0">
                <a:latin typeface="Times New Roman" panose="02020603050405020304" pitchFamily="18" charset="0"/>
                <a:cs typeface="Times New Roman" panose="02020603050405020304" pitchFamily="18" charset="0"/>
              </a:rPr>
              <a:t>organizational </a:t>
            </a:r>
            <a:r>
              <a:rPr lang="en-US" sz="2200" spc="-5" dirty="0">
                <a:latin typeface="Times New Roman" panose="02020603050405020304" pitchFamily="18" charset="0"/>
                <a:cs typeface="Times New Roman" panose="02020603050405020304" pitchFamily="18" charset="0"/>
              </a:rPr>
              <a:t>approach that focuses </a:t>
            </a:r>
            <a:r>
              <a:rPr lang="en-US" sz="2200" dirty="0">
                <a:latin typeface="Times New Roman" panose="02020603050405020304" pitchFamily="18" charset="0"/>
                <a:cs typeface="Times New Roman" panose="02020603050405020304" pitchFamily="18" charset="0"/>
              </a:rPr>
              <a:t>on  </a:t>
            </a:r>
            <a:r>
              <a:rPr lang="en-US" sz="2200" spc="-5" dirty="0">
                <a:latin typeface="Times New Roman" panose="02020603050405020304" pitchFamily="18" charset="0"/>
                <a:cs typeface="Times New Roman" panose="02020603050405020304" pitchFamily="18" charset="0"/>
              </a:rPr>
              <a:t>quality as an over </a:t>
            </a:r>
            <a:r>
              <a:rPr lang="en-US" sz="2200" dirty="0">
                <a:latin typeface="Times New Roman" panose="02020603050405020304" pitchFamily="18" charset="0"/>
                <a:cs typeface="Times New Roman" panose="02020603050405020304" pitchFamily="18" charset="0"/>
              </a:rPr>
              <a:t>achieving </a:t>
            </a:r>
            <a:r>
              <a:rPr lang="en-US" sz="2200" spc="-5" dirty="0">
                <a:latin typeface="Times New Roman" panose="02020603050405020304" pitchFamily="18" charset="0"/>
                <a:cs typeface="Times New Roman" panose="02020603050405020304" pitchFamily="18" charset="0"/>
              </a:rPr>
              <a:t>goals, aimed at </a:t>
            </a:r>
            <a:r>
              <a:rPr lang="en-US" sz="2200" dirty="0">
                <a:latin typeface="Times New Roman" panose="02020603050405020304" pitchFamily="18" charset="0"/>
                <a:cs typeface="Times New Roman" panose="02020603050405020304" pitchFamily="18" charset="0"/>
              </a:rPr>
              <a:t>aimed </a:t>
            </a:r>
            <a:r>
              <a:rPr lang="en-US" sz="2200" spc="-5" dirty="0">
                <a:latin typeface="Times New Roman" panose="02020603050405020304" pitchFamily="18" charset="0"/>
                <a:cs typeface="Times New Roman" panose="02020603050405020304" pitchFamily="18" charset="0"/>
              </a:rPr>
              <a:t>at the prevention of defects  </a:t>
            </a:r>
            <a:r>
              <a:rPr lang="en-US" sz="2200" dirty="0">
                <a:latin typeface="Times New Roman" panose="02020603050405020304" pitchFamily="18" charset="0"/>
                <a:cs typeface="Times New Roman" panose="02020603050405020304" pitchFamily="18" charset="0"/>
              </a:rPr>
              <a:t>rather </a:t>
            </a:r>
            <a:r>
              <a:rPr lang="en-US" sz="2200" spc="-5" dirty="0">
                <a:latin typeface="Times New Roman" panose="02020603050405020304" pitchFamily="18" charset="0"/>
                <a:cs typeface="Times New Roman" panose="02020603050405020304" pitchFamily="18" charset="0"/>
              </a:rPr>
              <a:t>than </a:t>
            </a:r>
            <a:r>
              <a:rPr lang="en-US" sz="2200" dirty="0">
                <a:latin typeface="Times New Roman" panose="02020603050405020304" pitchFamily="18" charset="0"/>
                <a:cs typeface="Times New Roman" panose="02020603050405020304" pitchFamily="18" charset="0"/>
              </a:rPr>
              <a:t>detection of</a:t>
            </a:r>
            <a:r>
              <a:rPr lang="en-US" sz="2200" spc="-3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defects </a:t>
            </a:r>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66</a:t>
            </a:fld>
            <a:endParaRPr lang="en-US">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SUMMARY</a:t>
            </a: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Times New Roman" panose="02020603050405020304" pitchFamily="18" charset="0"/>
                <a:cs typeface="Times New Roman" panose="02020603050405020304" pitchFamily="18" charset="0"/>
              </a:rPr>
              <a:t>Dheeraj Tripathi    AOE0861    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A7AF110D-48CE-4732-9E4E-ED03767B4AA7}"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
        <p:nvSpPr>
          <p:cNvPr id="4" name="Title 1">
            <a:extLst>
              <a:ext uri="{FF2B5EF4-FFF2-40B4-BE49-F238E27FC236}">
                <a16:creationId xmlns:a16="http://schemas.microsoft.com/office/drawing/2014/main" id="{FF23DEE9-48CF-5160-0403-0873EB65B99B}"/>
              </a:ext>
            </a:extLst>
          </p:cNvPr>
          <p:cNvSpPr txBox="1">
            <a:spLocks/>
          </p:cNvSpPr>
          <p:nvPr/>
        </p:nvSpPr>
        <p:spPr>
          <a:xfrm>
            <a:off x="1371600" y="-5449"/>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SUMMARY</a:t>
            </a:r>
          </a:p>
        </p:txBody>
      </p:sp>
    </p:spTree>
    <p:extLst>
      <p:ext uri="{BB962C8B-B14F-4D97-AF65-F5344CB8AC3E}">
        <p14:creationId xmlns:p14="http://schemas.microsoft.com/office/powerpoint/2010/main" val="39193118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fontScale="92500"/>
          </a:bodyPr>
          <a:lstStyle/>
          <a:p>
            <a:pPr marL="0" lvl="0" indent="0">
              <a:buNone/>
            </a:pPr>
            <a:r>
              <a:rPr lang="en-US" sz="2400" dirty="0">
                <a:latin typeface="Times New Roman" panose="02020603050405020304" pitchFamily="18" charset="0"/>
                <a:cs typeface="Times New Roman" panose="02020603050405020304" pitchFamily="18" charset="0"/>
              </a:rPr>
              <a:t>Text Book</a:t>
            </a:r>
          </a:p>
          <a:p>
            <a:pPr lvl="0"/>
            <a:r>
              <a:rPr lang="en-US" sz="2400" dirty="0">
                <a:latin typeface="Times New Roman" panose="02020603050405020304" pitchFamily="18" charset="0"/>
                <a:cs typeface="Times New Roman" panose="02020603050405020304" pitchFamily="18" charset="0"/>
              </a:rPr>
              <a:t>Lt. Gen. H. Lal, “Total Quality Management”, Eastern Limited</a:t>
            </a:r>
          </a:p>
          <a:p>
            <a:pPr lvl="0"/>
            <a:r>
              <a:rPr lang="en-US" sz="2400" dirty="0">
                <a:latin typeface="Times New Roman" panose="02020603050405020304" pitchFamily="18" charset="0"/>
                <a:cs typeface="Times New Roman" panose="02020603050405020304" pitchFamily="18" charset="0"/>
              </a:rPr>
              <a:t> Greg Bounds, “Beyond Total Quality Management”, McGraw Hill </a:t>
            </a:r>
          </a:p>
          <a:p>
            <a:pPr lvl="0"/>
            <a:r>
              <a:rPr lang="en-US" sz="2400" dirty="0">
                <a:latin typeface="Times New Roman" panose="02020603050405020304" pitchFamily="18" charset="0"/>
                <a:cs typeface="Times New Roman" panose="02020603050405020304" pitchFamily="18" charset="0"/>
              </a:rPr>
              <a:t>Menon, H.G, “TQM in New Product manufacturing”, McGraw Hill</a:t>
            </a:r>
          </a:p>
          <a:p>
            <a:pPr marL="0" lvl="0" indent="0">
              <a:buNone/>
            </a:pPr>
            <a:r>
              <a:rPr lang="en-US" sz="2400" dirty="0">
                <a:latin typeface="Times New Roman" panose="02020603050405020304" pitchFamily="18" charset="0"/>
                <a:cs typeface="Times New Roman" panose="02020603050405020304" pitchFamily="18" charset="0"/>
              </a:rPr>
              <a:t>Reference Book </a:t>
            </a:r>
            <a:endParaRPr lang="en-US" sz="2400" i="1" dirty="0">
              <a:latin typeface="Times New Roman" panose="02020603050405020304" pitchFamily="18" charset="0"/>
              <a:cs typeface="Times New Roman" panose="02020603050405020304" pitchFamily="18" charset="0"/>
            </a:endParaRPr>
          </a:p>
          <a:p>
            <a:r>
              <a:rPr lang="en-US" sz="2400" i="1" dirty="0">
                <a:latin typeface="Times New Roman" panose="02020603050405020304" pitchFamily="18" charset="0"/>
                <a:cs typeface="Times New Roman" panose="02020603050405020304" pitchFamily="18" charset="0"/>
              </a:rPr>
              <a:t>Total Quality Management” by </a:t>
            </a:r>
            <a:r>
              <a:rPr lang="en-US" sz="2400" i="1" dirty="0" err="1">
                <a:latin typeface="Times New Roman" panose="02020603050405020304" pitchFamily="18" charset="0"/>
                <a:cs typeface="Times New Roman" panose="02020603050405020304" pitchFamily="18" charset="0"/>
              </a:rPr>
              <a:t>Besterfield</a:t>
            </a:r>
            <a:endParaRPr lang="en-US" sz="2400" i="1" dirty="0">
              <a:latin typeface="Times New Roman" panose="02020603050405020304" pitchFamily="18" charset="0"/>
              <a:cs typeface="Times New Roman" panose="02020603050405020304" pitchFamily="18" charset="0"/>
            </a:endParaRPr>
          </a:p>
          <a:p>
            <a:r>
              <a:rPr lang="en-US" sz="2400" i="1" dirty="0">
                <a:latin typeface="Times New Roman" panose="02020603050405020304" pitchFamily="18" charset="0"/>
                <a:cs typeface="Times New Roman" panose="02020603050405020304" pitchFamily="18" charset="0"/>
              </a:rPr>
              <a:t>“Total Quality Management” by </a:t>
            </a:r>
            <a:r>
              <a:rPr lang="en-US" sz="2400" i="1" dirty="0" err="1">
                <a:latin typeface="Times New Roman" panose="02020603050405020304" pitchFamily="18" charset="0"/>
                <a:cs typeface="Times New Roman" panose="02020603050405020304" pitchFamily="18" charset="0"/>
              </a:rPr>
              <a:t>Mukherjee</a:t>
            </a:r>
            <a:endParaRPr lang="en-US" sz="2400" i="1" dirty="0">
              <a:latin typeface="Times New Roman" panose="02020603050405020304" pitchFamily="18" charset="0"/>
              <a:cs typeface="Times New Roman" panose="02020603050405020304" pitchFamily="18" charset="0"/>
            </a:endParaRPr>
          </a:p>
          <a:p>
            <a:r>
              <a:rPr lang="en-US" sz="2400" i="1" dirty="0">
                <a:latin typeface="Times New Roman" panose="02020603050405020304" pitchFamily="18" charset="0"/>
                <a:cs typeface="Times New Roman" panose="02020603050405020304" pitchFamily="18" charset="0"/>
              </a:rPr>
              <a:t>Total Quality Management” by </a:t>
            </a:r>
            <a:r>
              <a:rPr lang="en-US" sz="2400" i="1" dirty="0" err="1">
                <a:latin typeface="Times New Roman" panose="02020603050405020304" pitchFamily="18" charset="0"/>
                <a:cs typeface="Times New Roman" panose="02020603050405020304" pitchFamily="18" charset="0"/>
              </a:rPr>
              <a:t>Vijayan</a:t>
            </a:r>
            <a:endParaRPr lang="en-US" sz="2400" i="1" dirty="0">
              <a:latin typeface="Times New Roman" panose="02020603050405020304" pitchFamily="18" charset="0"/>
              <a:cs typeface="Times New Roman" panose="02020603050405020304" pitchFamily="18" charset="0"/>
            </a:endParaRPr>
          </a:p>
          <a:p>
            <a:r>
              <a:rPr lang="en-US" sz="2400" i="1" dirty="0">
                <a:latin typeface="Times New Roman" panose="02020603050405020304" pitchFamily="18" charset="0"/>
                <a:cs typeface="Times New Roman" panose="02020603050405020304" pitchFamily="18" charset="0"/>
              </a:rPr>
              <a:t>“Total Quality Management- Text and Cases” by </a:t>
            </a:r>
            <a:r>
              <a:rPr lang="en-US" sz="2400" i="1" dirty="0" err="1">
                <a:latin typeface="Times New Roman" panose="02020603050405020304" pitchFamily="18" charset="0"/>
                <a:cs typeface="Times New Roman" panose="02020603050405020304" pitchFamily="18" charset="0"/>
              </a:rPr>
              <a:t>Janakiraman</a:t>
            </a:r>
            <a:r>
              <a:rPr lang="en-US" sz="2400" i="1" dirty="0">
                <a:latin typeface="Times New Roman" panose="02020603050405020304" pitchFamily="18" charset="0"/>
                <a:cs typeface="Times New Roman" panose="02020603050405020304" pitchFamily="18" charset="0"/>
              </a:rPr>
              <a:t> B and </a:t>
            </a:r>
            <a:r>
              <a:rPr lang="en-US" sz="2400" i="1" dirty="0" err="1">
                <a:latin typeface="Times New Roman" panose="02020603050405020304" pitchFamily="18" charset="0"/>
                <a:cs typeface="Times New Roman" panose="02020603050405020304" pitchFamily="18" charset="0"/>
              </a:rPr>
              <a:t>Gopal</a:t>
            </a:r>
            <a:r>
              <a:rPr lang="en-US" sz="2400" i="1" dirty="0">
                <a:latin typeface="Times New Roman" panose="02020603050405020304" pitchFamily="18" charset="0"/>
                <a:cs typeface="Times New Roman" panose="02020603050405020304" pitchFamily="18" charset="0"/>
              </a:rPr>
              <a:t> R K</a:t>
            </a:r>
          </a:p>
          <a:p>
            <a:pPr lvl="0"/>
            <a:r>
              <a:rPr lang="en-US" sz="2400" dirty="0">
                <a:latin typeface="Times New Roman" panose="02020603050405020304" pitchFamily="18" charset="0"/>
                <a:cs typeface="Times New Roman" panose="02020603050405020304" pitchFamily="18" charset="0"/>
                <a:hlinkClick r:id="rId2"/>
              </a:rPr>
              <a:t>https://www.researchgate.net/publication/318654507_Total_Quality_Management_Notes</a:t>
            </a:r>
            <a:endParaRPr lang="en-US" sz="2400" dirty="0">
              <a:latin typeface="Times New Roman" panose="02020603050405020304" pitchFamily="18" charset="0"/>
              <a:cs typeface="Times New Roman" panose="02020603050405020304" pitchFamily="18" charset="0"/>
            </a:endParaRPr>
          </a:p>
          <a:p>
            <a:endParaRPr lang="en-US" sz="2200" i="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84EABE6-BA8B-415C-8351-FF8142AB702E}" type="datetime1">
              <a:rPr lang="en-US" smtClean="0">
                <a:latin typeface="Times New Roman" panose="02020603050405020304" pitchFamily="18" charset="0"/>
                <a:cs typeface="Times New Roman" panose="02020603050405020304" pitchFamily="18" charset="0"/>
              </a:rPr>
              <a:t>2/11/2025</a:t>
            </a:fld>
            <a:endParaRPr lang="en-US">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67</a:t>
            </a:fld>
            <a:endParaRPr lang="en-US">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371600" y="-734"/>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REFERENCES</a:t>
            </a: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Times New Roman" panose="02020603050405020304" pitchFamily="18" charset="0"/>
                <a:cs typeface="Times New Roman" panose="02020603050405020304" pitchFamily="18" charset="0"/>
              </a:rPr>
              <a:t>Dheeraj Tripathi    AOE0861    QM    Unit-2                         </a:t>
            </a:r>
            <a:endParaRPr lang="en-US" sz="2000" dirty="0">
              <a:latin typeface="Times New Roman" panose="02020603050405020304" pitchFamily="18" charset="0"/>
              <a:cs typeface="Times New Roman" panose="02020603050405020304" pitchFamily="18" charset="0"/>
            </a:endParaRPr>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Tree>
    <p:extLst>
      <p:ext uri="{BB962C8B-B14F-4D97-AF65-F5344CB8AC3E}">
        <p14:creationId xmlns:p14="http://schemas.microsoft.com/office/powerpoint/2010/main" val="3362679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9" name="Content Placeholder 8"/>
          <p:cNvSpPr>
            <a:spLocks noGrp="1"/>
          </p:cNvSpPr>
          <p:nvPr>
            <p:ph idx="1"/>
          </p:nvPr>
        </p:nvSpPr>
        <p:spPr>
          <a:xfrm>
            <a:off x="713664" y="2133600"/>
            <a:ext cx="7762125" cy="2215991"/>
          </a:xfrm>
          <a:prstGeom prst="rect">
            <a:avLst/>
          </a:prstGeom>
          <a:noFill/>
        </p:spPr>
        <p:txBody>
          <a:bodyPr wrap="none" lIns="91440" tIns="45720" rIns="91440" bIns="45720">
            <a:spAutoFit/>
          </a:bodyPr>
          <a:lstStyle/>
          <a:p>
            <a:pPr algn="ctr">
              <a:buNone/>
            </a:pPr>
            <a:r>
              <a:rPr lang="en-US" sz="138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10" name="Footer Placeholder 12"/>
          <p:cNvSpPr>
            <a:spLocks noGrp="1"/>
          </p:cNvSpPr>
          <p:nvPr>
            <p:ph type="ftr" sz="quarter" idx="11"/>
          </p:nvPr>
        </p:nvSpPr>
        <p:spPr>
          <a:xfrm>
            <a:off x="2286000" y="6248415"/>
            <a:ext cx="5029200" cy="365125"/>
          </a:xfrm>
        </p:spPr>
        <p:txBody>
          <a:bodyPr/>
          <a:lstStyle/>
          <a:p>
            <a:r>
              <a:rPr lang="sv-SE" sz="2000"/>
              <a:t>Dheeraj Tripathi    AOE0861    QM    Unit-2                         </a:t>
            </a:r>
            <a:endParaRPr lang="en-US" sz="2000" dirty="0"/>
          </a:p>
        </p:txBody>
      </p:sp>
      <p:sp>
        <p:nvSpPr>
          <p:cNvPr id="2" name="Date Placeholder 1"/>
          <p:cNvSpPr>
            <a:spLocks noGrp="1"/>
          </p:cNvSpPr>
          <p:nvPr>
            <p:ph type="dt" sz="half" idx="10"/>
          </p:nvPr>
        </p:nvSpPr>
        <p:spPr/>
        <p:txBody>
          <a:bodyPr/>
          <a:lstStyle/>
          <a:p>
            <a:fld id="{4F807998-EDBA-49C6-A8F1-4CE1391F9D34}" type="datetime1">
              <a:rPr lang="en-US" smtClean="0"/>
              <a:t>2/11/2025</a:t>
            </a:fld>
            <a:endParaRPr lang="en-US"/>
          </a:p>
        </p:txBody>
      </p:sp>
      <p:pic>
        <p:nvPicPr>
          <p:cNvPr id="11"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Tree>
    <p:extLst>
      <p:ext uri="{BB962C8B-B14F-4D97-AF65-F5344CB8AC3E}">
        <p14:creationId xmlns:p14="http://schemas.microsoft.com/office/powerpoint/2010/main" val="41023961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0EB66973E9294FAC88E302AED0D4BB" ma:contentTypeVersion="5" ma:contentTypeDescription="Create a new document." ma:contentTypeScope="" ma:versionID="a86ab2d4ba2caba11e26356378a7097c">
  <xsd:schema xmlns:xsd="http://www.w3.org/2001/XMLSchema" xmlns:xs="http://www.w3.org/2001/XMLSchema" xmlns:p="http://schemas.microsoft.com/office/2006/metadata/properties" xmlns:ns2="e932ca28-9566-489e-9fb7-fd3ef7d89fed" targetNamespace="http://schemas.microsoft.com/office/2006/metadata/properties" ma:root="true" ma:fieldsID="eb63a5825f1f3d8e91dff0465dfe6477" ns2:_="">
    <xsd:import namespace="e932ca28-9566-489e-9fb7-fd3ef7d89fe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32ca28-9566-489e-9fb7-fd3ef7d89f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E992BE4-E921-4DE0-9966-88328CBCE839}">
  <ds:schemaRefs>
    <ds:schemaRef ds:uri="http://schemas.microsoft.com/sharepoint/v3/contenttype/forms"/>
  </ds:schemaRefs>
</ds:datastoreItem>
</file>

<file path=customXml/itemProps2.xml><?xml version="1.0" encoding="utf-8"?>
<ds:datastoreItem xmlns:ds="http://schemas.openxmlformats.org/officeDocument/2006/customXml" ds:itemID="{BBDA7B5F-4D1B-4135-A7D6-829BF435DD90}">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B3E8F31-30F6-401F-AD12-455BC94F4F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932ca28-9566-489e-9fb7-fd3ef7d89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2201</TotalTime>
  <Words>3684</Words>
  <Application>Microsoft Office PowerPoint</Application>
  <PresentationFormat>On-screen Show (4:3)</PresentationFormat>
  <Paragraphs>647</Paragraphs>
  <Slides>68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68</vt:i4>
      </vt:variant>
    </vt:vector>
  </HeadingPairs>
  <TitlesOfParts>
    <vt:vector size="74" baseType="lpstr">
      <vt:lpstr>Arial</vt:lpstr>
      <vt:lpstr>Calibri</vt:lpstr>
      <vt:lpstr>Georgia</vt:lpstr>
      <vt:lpstr>Times</vt:lpstr>
      <vt:lpstr>Times New Roman</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Noida Institute of Engineering and Technology, Greater Noida</dc:title>
  <dc:creator>ndc</dc:creator>
  <cp:lastModifiedBy>Dheeraj Tripathi</cp:lastModifiedBy>
  <cp:revision>65</cp:revision>
  <dcterms:created xsi:type="dcterms:W3CDTF">2020-05-17T04:03:04Z</dcterms:created>
  <dcterms:modified xsi:type="dcterms:W3CDTF">2025-02-11T03:44:09Z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0x010100810EB66973E9294FAC88E302AED0D4BB</vt:lpwstr>
  </property>
</Properties>
</file>