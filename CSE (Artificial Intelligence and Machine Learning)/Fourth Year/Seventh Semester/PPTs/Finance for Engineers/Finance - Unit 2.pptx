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0"/>
  </p:notesMasterIdLst>
  <p:handoutMasterIdLst>
    <p:handoutMasterId r:id="rId221"/>
  </p:handoutMasterIdLst>
  <p:sldIdLst>
    <p:sldId id="417" r:id="rId2"/>
    <p:sldId id="390" r:id="rId3"/>
    <p:sldId id="391" r:id="rId4"/>
    <p:sldId id="392" r:id="rId5"/>
    <p:sldId id="401" r:id="rId6"/>
    <p:sldId id="402" r:id="rId7"/>
    <p:sldId id="403" r:id="rId8"/>
    <p:sldId id="404" r:id="rId9"/>
    <p:sldId id="405" r:id="rId10"/>
    <p:sldId id="384" r:id="rId11"/>
    <p:sldId id="359" r:id="rId12"/>
    <p:sldId id="393" r:id="rId13"/>
    <p:sldId id="394" r:id="rId14"/>
    <p:sldId id="395" r:id="rId15"/>
    <p:sldId id="369" r:id="rId16"/>
    <p:sldId id="396" r:id="rId17"/>
    <p:sldId id="257" r:id="rId18"/>
    <p:sldId id="419" r:id="rId19"/>
    <p:sldId id="420" r:id="rId20"/>
    <p:sldId id="421" r:id="rId21"/>
    <p:sldId id="418" r:id="rId22"/>
    <p:sldId id="288" r:id="rId23"/>
    <p:sldId id="285" r:id="rId24"/>
    <p:sldId id="287" r:id="rId25"/>
    <p:sldId id="293" r:id="rId26"/>
    <p:sldId id="292" r:id="rId27"/>
    <p:sldId id="360" r:id="rId28"/>
    <p:sldId id="423" r:id="rId29"/>
    <p:sldId id="424" r:id="rId30"/>
    <p:sldId id="425" r:id="rId31"/>
    <p:sldId id="426" r:id="rId32"/>
    <p:sldId id="429" r:id="rId33"/>
    <p:sldId id="431" r:id="rId34"/>
    <p:sldId id="416" r:id="rId35"/>
    <p:sldId id="427" r:id="rId36"/>
    <p:sldId id="430" r:id="rId37"/>
    <p:sldId id="428" r:id="rId38"/>
    <p:sldId id="432" r:id="rId39"/>
    <p:sldId id="433" r:id="rId40"/>
    <p:sldId id="434" r:id="rId41"/>
    <p:sldId id="435" r:id="rId42"/>
    <p:sldId id="442" r:id="rId43"/>
    <p:sldId id="436" r:id="rId44"/>
    <p:sldId id="437" r:id="rId45"/>
    <p:sldId id="443" r:id="rId46"/>
    <p:sldId id="444" r:id="rId47"/>
    <p:sldId id="445" r:id="rId48"/>
    <p:sldId id="446" r:id="rId49"/>
    <p:sldId id="438" r:id="rId50"/>
    <p:sldId id="447" r:id="rId51"/>
    <p:sldId id="439" r:id="rId52"/>
    <p:sldId id="448" r:id="rId53"/>
    <p:sldId id="440" r:id="rId54"/>
    <p:sldId id="449" r:id="rId55"/>
    <p:sldId id="450" r:id="rId56"/>
    <p:sldId id="451" r:id="rId57"/>
    <p:sldId id="452" r:id="rId58"/>
    <p:sldId id="453" r:id="rId59"/>
    <p:sldId id="454" r:id="rId60"/>
    <p:sldId id="455" r:id="rId61"/>
    <p:sldId id="459" r:id="rId62"/>
    <p:sldId id="460" r:id="rId63"/>
    <p:sldId id="456" r:id="rId64"/>
    <p:sldId id="457" r:id="rId65"/>
    <p:sldId id="461" r:id="rId66"/>
    <p:sldId id="462" r:id="rId67"/>
    <p:sldId id="463" r:id="rId68"/>
    <p:sldId id="464" r:id="rId69"/>
    <p:sldId id="458" r:id="rId70"/>
    <p:sldId id="465" r:id="rId71"/>
    <p:sldId id="466" r:id="rId72"/>
    <p:sldId id="467" r:id="rId73"/>
    <p:sldId id="468" r:id="rId74"/>
    <p:sldId id="469" r:id="rId75"/>
    <p:sldId id="470" r:id="rId76"/>
    <p:sldId id="471" r:id="rId77"/>
    <p:sldId id="472" r:id="rId78"/>
    <p:sldId id="473" r:id="rId79"/>
    <p:sldId id="474" r:id="rId80"/>
    <p:sldId id="475" r:id="rId81"/>
    <p:sldId id="477" r:id="rId82"/>
    <p:sldId id="476" r:id="rId83"/>
    <p:sldId id="478" r:id="rId84"/>
    <p:sldId id="479" r:id="rId85"/>
    <p:sldId id="480" r:id="rId86"/>
    <p:sldId id="481" r:id="rId87"/>
    <p:sldId id="482" r:id="rId88"/>
    <p:sldId id="483" r:id="rId89"/>
    <p:sldId id="485" r:id="rId90"/>
    <p:sldId id="486" r:id="rId91"/>
    <p:sldId id="487" r:id="rId92"/>
    <p:sldId id="488" r:id="rId93"/>
    <p:sldId id="489" r:id="rId94"/>
    <p:sldId id="484" r:id="rId95"/>
    <p:sldId id="441" r:id="rId96"/>
    <p:sldId id="490" r:id="rId97"/>
    <p:sldId id="491" r:id="rId98"/>
    <p:sldId id="492" r:id="rId99"/>
    <p:sldId id="493" r:id="rId100"/>
    <p:sldId id="494" r:id="rId101"/>
    <p:sldId id="495" r:id="rId102"/>
    <p:sldId id="496" r:id="rId103"/>
    <p:sldId id="497" r:id="rId104"/>
    <p:sldId id="498" r:id="rId105"/>
    <p:sldId id="500" r:id="rId106"/>
    <p:sldId id="501" r:id="rId107"/>
    <p:sldId id="502" r:id="rId108"/>
    <p:sldId id="503" r:id="rId109"/>
    <p:sldId id="499" r:id="rId110"/>
    <p:sldId id="504" r:id="rId111"/>
    <p:sldId id="521" r:id="rId112"/>
    <p:sldId id="522" r:id="rId113"/>
    <p:sldId id="523" r:id="rId114"/>
    <p:sldId id="524" r:id="rId115"/>
    <p:sldId id="505" r:id="rId116"/>
    <p:sldId id="506" r:id="rId117"/>
    <p:sldId id="525" r:id="rId118"/>
    <p:sldId id="507" r:id="rId119"/>
    <p:sldId id="512" r:id="rId120"/>
    <p:sldId id="513" r:id="rId121"/>
    <p:sldId id="514" r:id="rId122"/>
    <p:sldId id="515" r:id="rId123"/>
    <p:sldId id="516" r:id="rId124"/>
    <p:sldId id="526" r:id="rId125"/>
    <p:sldId id="517" r:id="rId126"/>
    <p:sldId id="518" r:id="rId127"/>
    <p:sldId id="519" r:id="rId128"/>
    <p:sldId id="520" r:id="rId129"/>
    <p:sldId id="508" r:id="rId130"/>
    <p:sldId id="527" r:id="rId131"/>
    <p:sldId id="528" r:id="rId132"/>
    <p:sldId id="535" r:id="rId133"/>
    <p:sldId id="536" r:id="rId134"/>
    <p:sldId id="537" r:id="rId135"/>
    <p:sldId id="538" r:id="rId136"/>
    <p:sldId id="539" r:id="rId137"/>
    <p:sldId id="540" r:id="rId138"/>
    <p:sldId id="541" r:id="rId139"/>
    <p:sldId id="542" r:id="rId140"/>
    <p:sldId id="543" r:id="rId141"/>
    <p:sldId id="544" r:id="rId142"/>
    <p:sldId id="546" r:id="rId143"/>
    <p:sldId id="547" r:id="rId144"/>
    <p:sldId id="548" r:id="rId145"/>
    <p:sldId id="549" r:id="rId146"/>
    <p:sldId id="563" r:id="rId147"/>
    <p:sldId id="564" r:id="rId148"/>
    <p:sldId id="565" r:id="rId149"/>
    <p:sldId id="566" r:id="rId150"/>
    <p:sldId id="567" r:id="rId151"/>
    <p:sldId id="568" r:id="rId152"/>
    <p:sldId id="569" r:id="rId153"/>
    <p:sldId id="570" r:id="rId154"/>
    <p:sldId id="571" r:id="rId155"/>
    <p:sldId id="572" r:id="rId156"/>
    <p:sldId id="573" r:id="rId157"/>
    <p:sldId id="574" r:id="rId158"/>
    <p:sldId id="575" r:id="rId159"/>
    <p:sldId id="576" r:id="rId160"/>
    <p:sldId id="562" r:id="rId161"/>
    <p:sldId id="550" r:id="rId162"/>
    <p:sldId id="551" r:id="rId163"/>
    <p:sldId id="552" r:id="rId164"/>
    <p:sldId id="553" r:id="rId165"/>
    <p:sldId id="554" r:id="rId166"/>
    <p:sldId id="555" r:id="rId167"/>
    <p:sldId id="556" r:id="rId168"/>
    <p:sldId id="557" r:id="rId169"/>
    <p:sldId id="558" r:id="rId170"/>
    <p:sldId id="559" r:id="rId171"/>
    <p:sldId id="560" r:id="rId172"/>
    <p:sldId id="561" r:id="rId173"/>
    <p:sldId id="363" r:id="rId174"/>
    <p:sldId id="364" r:id="rId175"/>
    <p:sldId id="365" r:id="rId176"/>
    <p:sldId id="309" r:id="rId177"/>
    <p:sldId id="308" r:id="rId178"/>
    <p:sldId id="307" r:id="rId179"/>
    <p:sldId id="306" r:id="rId180"/>
    <p:sldId id="305" r:id="rId181"/>
    <p:sldId id="323" r:id="rId182"/>
    <p:sldId id="324" r:id="rId183"/>
    <p:sldId id="325" r:id="rId184"/>
    <p:sldId id="326" r:id="rId185"/>
    <p:sldId id="327" r:id="rId186"/>
    <p:sldId id="366" r:id="rId187"/>
    <p:sldId id="367" r:id="rId188"/>
    <p:sldId id="368" r:id="rId189"/>
    <p:sldId id="304" r:id="rId190"/>
    <p:sldId id="303" r:id="rId191"/>
    <p:sldId id="328" r:id="rId192"/>
    <p:sldId id="329" r:id="rId193"/>
    <p:sldId id="388" r:id="rId194"/>
    <p:sldId id="258" r:id="rId195"/>
    <p:sldId id="259" r:id="rId196"/>
    <p:sldId id="315" r:id="rId197"/>
    <p:sldId id="275" r:id="rId198"/>
    <p:sldId id="270" r:id="rId199"/>
    <p:sldId id="316" r:id="rId200"/>
    <p:sldId id="273" r:id="rId201"/>
    <p:sldId id="264" r:id="rId202"/>
    <p:sldId id="317" r:id="rId203"/>
    <p:sldId id="318" r:id="rId204"/>
    <p:sldId id="357" r:id="rId205"/>
    <p:sldId id="387" r:id="rId206"/>
    <p:sldId id="370" r:id="rId207"/>
    <p:sldId id="371" r:id="rId208"/>
    <p:sldId id="372" r:id="rId209"/>
    <p:sldId id="373" r:id="rId210"/>
    <p:sldId id="374" r:id="rId211"/>
    <p:sldId id="398" r:id="rId212"/>
    <p:sldId id="399" r:id="rId213"/>
    <p:sldId id="400" r:id="rId214"/>
    <p:sldId id="267" r:id="rId215"/>
    <p:sldId id="320" r:id="rId216"/>
    <p:sldId id="283" r:id="rId217"/>
    <p:sldId id="321" r:id="rId218"/>
    <p:sldId id="355" r:id="rId2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22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384" y="60"/>
      </p:cViewPr>
      <p:guideLst>
        <p:guide orient="horz" pos="2160"/>
        <p:guide pos="3840"/>
      </p:guideLst>
    </p:cSldViewPr>
  </p:slideViewPr>
  <p:notesTextViewPr>
    <p:cViewPr>
      <p:scale>
        <a:sx n="100" d="100"/>
        <a:sy n="100" d="100"/>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microsoft.com/office/2016/11/relationships/changesInfo" Target="changesInfos/changesInfo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notesMaster" Target="notesMasters/notesMaster1.xml"/><Relationship Id="rId225"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handoutMaster" Target="handoutMasters/handoutMaster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viewProps" Target="view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theme" Target="theme/theme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ima Singhal" userId="bd23a5c7e7d7f8f6" providerId="LiveId" clId="{24C4128A-871D-49AF-8A55-C36D1549A861}"/>
    <pc:docChg chg="undo custSel addSld delSld modSld sldOrd">
      <pc:chgData name="Garima Singhal" userId="bd23a5c7e7d7f8f6" providerId="LiveId" clId="{24C4128A-871D-49AF-8A55-C36D1549A861}" dt="2024-02-27T04:59:30.605" v="156" actId="2711"/>
      <pc:docMkLst>
        <pc:docMk/>
      </pc:docMkLst>
      <pc:sldChg chg="modSp mod">
        <pc:chgData name="Garima Singhal" userId="bd23a5c7e7d7f8f6" providerId="LiveId" clId="{24C4128A-871D-49AF-8A55-C36D1549A861}" dt="2024-02-27T04:58:39.937" v="153" actId="20577"/>
        <pc:sldMkLst>
          <pc:docMk/>
          <pc:sldMk cId="0" sldId="256"/>
        </pc:sldMkLst>
        <pc:spChg chg="mod">
          <ac:chgData name="Garima Singhal" userId="bd23a5c7e7d7f8f6" providerId="LiveId" clId="{24C4128A-871D-49AF-8A55-C36D1549A861}" dt="2024-02-15T04:17:25.866" v="0"/>
          <ac:spMkLst>
            <pc:docMk/>
            <pc:sldMk cId="0" sldId="256"/>
            <ac:spMk id="6" creationId="{00000000-0000-0000-0000-000000000000}"/>
          </ac:spMkLst>
        </pc:spChg>
        <pc:spChg chg="mod">
          <ac:chgData name="Garima Singhal" userId="bd23a5c7e7d7f8f6" providerId="LiveId" clId="{24C4128A-871D-49AF-8A55-C36D1549A861}" dt="2024-02-27T04:58:39.937" v="153" actId="20577"/>
          <ac:spMkLst>
            <pc:docMk/>
            <pc:sldMk cId="0" sldId="256"/>
            <ac:spMk id="15" creationId="{00000000-0000-0000-0000-000000000000}"/>
          </ac:spMkLst>
        </pc:spChg>
      </pc:sldChg>
      <pc:sldChg chg="modSp mod">
        <pc:chgData name="Garima Singhal" userId="bd23a5c7e7d7f8f6" providerId="LiveId" clId="{24C4128A-871D-49AF-8A55-C36D1549A861}" dt="2024-02-23T08:44:21.588" v="73" actId="20577"/>
        <pc:sldMkLst>
          <pc:docMk/>
          <pc:sldMk cId="0" sldId="257"/>
        </pc:sldMkLst>
        <pc:spChg chg="mod">
          <ac:chgData name="Garima Singhal" userId="bd23a5c7e7d7f8f6" providerId="LiveId" clId="{24C4128A-871D-49AF-8A55-C36D1549A861}" dt="2024-02-23T08:44:21.588" v="73" actId="20577"/>
          <ac:spMkLst>
            <pc:docMk/>
            <pc:sldMk cId="0" sldId="257"/>
            <ac:spMk id="3" creationId="{00000000-0000-0000-0000-000000000000}"/>
          </ac:spMkLst>
        </pc:spChg>
      </pc:sldChg>
      <pc:sldChg chg="modSp mod">
        <pc:chgData name="Garima Singhal" userId="bd23a5c7e7d7f8f6" providerId="LiveId" clId="{24C4128A-871D-49AF-8A55-C36D1549A861}" dt="2024-02-22T04:14:32.586" v="51" actId="20577"/>
        <pc:sldMkLst>
          <pc:docMk/>
          <pc:sldMk cId="0" sldId="275"/>
        </pc:sldMkLst>
        <pc:spChg chg="mod">
          <ac:chgData name="Garima Singhal" userId="bd23a5c7e7d7f8f6" providerId="LiveId" clId="{24C4128A-871D-49AF-8A55-C36D1549A861}" dt="2024-02-22T04:14:32.586" v="51" actId="20577"/>
          <ac:spMkLst>
            <pc:docMk/>
            <pc:sldMk cId="0" sldId="275"/>
            <ac:spMk id="3" creationId="{00000000-0000-0000-0000-000000000000}"/>
          </ac:spMkLst>
        </pc:spChg>
      </pc:sldChg>
      <pc:sldChg chg="modSp mod">
        <pc:chgData name="Garima Singhal" userId="bd23a5c7e7d7f8f6" providerId="LiveId" clId="{24C4128A-871D-49AF-8A55-C36D1549A861}" dt="2024-02-27T04:59:30.605" v="156" actId="2711"/>
        <pc:sldMkLst>
          <pc:docMk/>
          <pc:sldMk cId="0" sldId="296"/>
        </pc:sldMkLst>
        <pc:spChg chg="mod">
          <ac:chgData name="Garima Singhal" userId="bd23a5c7e7d7f8f6" providerId="LiveId" clId="{24C4128A-871D-49AF-8A55-C36D1549A861}" dt="2024-02-27T04:59:30.605" v="156" actId="2711"/>
          <ac:spMkLst>
            <pc:docMk/>
            <pc:sldMk cId="0" sldId="296"/>
            <ac:spMk id="9" creationId="{00000000-0000-0000-0000-000000000000}"/>
          </ac:spMkLst>
        </pc:spChg>
      </pc:sldChg>
      <pc:sldChg chg="modSp mod ord">
        <pc:chgData name="Garima Singhal" userId="bd23a5c7e7d7f8f6" providerId="LiveId" clId="{24C4128A-871D-49AF-8A55-C36D1549A861}" dt="2024-02-23T08:54:50.560" v="129"/>
        <pc:sldMkLst>
          <pc:docMk/>
          <pc:sldMk cId="0" sldId="311"/>
        </pc:sldMkLst>
        <pc:spChg chg="mod">
          <ac:chgData name="Garima Singhal" userId="bd23a5c7e7d7f8f6" providerId="LiveId" clId="{24C4128A-871D-49AF-8A55-C36D1549A861}" dt="2024-02-22T04:03:47.433" v="39" actId="20577"/>
          <ac:spMkLst>
            <pc:docMk/>
            <pc:sldMk cId="0" sldId="311"/>
            <ac:spMk id="9" creationId="{00000000-0000-0000-0000-000000000000}"/>
          </ac:spMkLst>
        </pc:spChg>
      </pc:sldChg>
      <pc:sldChg chg="ord">
        <pc:chgData name="Garima Singhal" userId="bd23a5c7e7d7f8f6" providerId="LiveId" clId="{24C4128A-871D-49AF-8A55-C36D1549A861}" dt="2024-02-23T08:54:53.527" v="131"/>
        <pc:sldMkLst>
          <pc:docMk/>
          <pc:sldMk cId="0" sldId="312"/>
        </pc:sldMkLst>
      </pc:sldChg>
      <pc:sldChg chg="addSp delSp modSp mod">
        <pc:chgData name="Garima Singhal" userId="bd23a5c7e7d7f8f6" providerId="LiveId" clId="{24C4128A-871D-49AF-8A55-C36D1549A861}" dt="2024-02-15T04:18:01.670" v="6" actId="1076"/>
        <pc:sldMkLst>
          <pc:docMk/>
          <pc:sldMk cId="0" sldId="401"/>
        </pc:sldMkLst>
        <pc:spChg chg="add mod">
          <ac:chgData name="Garima Singhal" userId="bd23a5c7e7d7f8f6" providerId="LiveId" clId="{24C4128A-871D-49AF-8A55-C36D1549A861}" dt="2024-02-15T04:17:52.405" v="3" actId="14100"/>
          <ac:spMkLst>
            <pc:docMk/>
            <pc:sldMk cId="0" sldId="401"/>
            <ac:spMk id="3" creationId="{9FA45854-5400-FB16-212F-46EC60150598}"/>
          </ac:spMkLst>
        </pc:spChg>
        <pc:spChg chg="del">
          <ac:chgData name="Garima Singhal" userId="bd23a5c7e7d7f8f6" providerId="LiveId" clId="{24C4128A-871D-49AF-8A55-C36D1549A861}" dt="2024-02-15T04:17:48.882" v="2" actId="478"/>
          <ac:spMkLst>
            <pc:docMk/>
            <pc:sldMk cId="0" sldId="401"/>
            <ac:spMk id="6" creationId="{00000000-0000-0000-0000-000000000000}"/>
          </ac:spMkLst>
        </pc:spChg>
        <pc:picChg chg="add mod">
          <ac:chgData name="Garima Singhal" userId="bd23a5c7e7d7f8f6" providerId="LiveId" clId="{24C4128A-871D-49AF-8A55-C36D1549A861}" dt="2024-02-15T04:18:01.670" v="6" actId="1076"/>
          <ac:picMkLst>
            <pc:docMk/>
            <pc:sldMk cId="0" sldId="401"/>
            <ac:picMk id="4" creationId="{BE29DF32-EF8B-8368-8BA1-34E04B87313F}"/>
          </ac:picMkLst>
        </pc:picChg>
        <pc:picChg chg="del">
          <ac:chgData name="Garima Singhal" userId="bd23a5c7e7d7f8f6" providerId="LiveId" clId="{24C4128A-871D-49AF-8A55-C36D1549A861}" dt="2024-02-15T04:17:54.109" v="4" actId="478"/>
          <ac:picMkLst>
            <pc:docMk/>
            <pc:sldMk cId="0" sldId="401"/>
            <ac:picMk id="11" creationId="{00000000-0000-0000-0000-000000000000}"/>
          </ac:picMkLst>
        </pc:picChg>
      </pc:sldChg>
      <pc:sldChg chg="modSp mod">
        <pc:chgData name="Garima Singhal" userId="bd23a5c7e7d7f8f6" providerId="LiveId" clId="{24C4128A-871D-49AF-8A55-C36D1549A861}" dt="2024-02-15T04:18:16.828" v="14" actId="20577"/>
        <pc:sldMkLst>
          <pc:docMk/>
          <pc:sldMk cId="2555220207" sldId="402"/>
        </pc:sldMkLst>
        <pc:spChg chg="mod">
          <ac:chgData name="Garima Singhal" userId="bd23a5c7e7d7f8f6" providerId="LiveId" clId="{24C4128A-871D-49AF-8A55-C36D1549A861}" dt="2024-02-15T04:18:16.828" v="14" actId="20577"/>
          <ac:spMkLst>
            <pc:docMk/>
            <pc:sldMk cId="2555220207" sldId="402"/>
            <ac:spMk id="9" creationId="{00000000-0000-0000-0000-000000000000}"/>
          </ac:spMkLst>
        </pc:spChg>
      </pc:sldChg>
      <pc:sldChg chg="addSp delSp modSp del mod">
        <pc:chgData name="Garima Singhal" userId="bd23a5c7e7d7f8f6" providerId="LiveId" clId="{24C4128A-871D-49AF-8A55-C36D1549A861}" dt="2024-02-23T08:41:22.878" v="52" actId="47"/>
        <pc:sldMkLst>
          <pc:docMk/>
          <pc:sldMk cId="2555220207" sldId="407"/>
        </pc:sldMkLst>
        <pc:spChg chg="add mod">
          <ac:chgData name="Garima Singhal" userId="bd23a5c7e7d7f8f6" providerId="LiveId" clId="{24C4128A-871D-49AF-8A55-C36D1549A861}" dt="2024-02-15T04:18:45.141" v="15" actId="478"/>
          <ac:spMkLst>
            <pc:docMk/>
            <pc:sldMk cId="2555220207" sldId="407"/>
            <ac:spMk id="3" creationId="{BDE475A5-CF4C-DA34-FC4D-159B92BA5401}"/>
          </ac:spMkLst>
        </pc:spChg>
        <pc:spChg chg="del">
          <ac:chgData name="Garima Singhal" userId="bd23a5c7e7d7f8f6" providerId="LiveId" clId="{24C4128A-871D-49AF-8A55-C36D1549A861}" dt="2024-02-15T04:18:45.141" v="15" actId="478"/>
          <ac:spMkLst>
            <pc:docMk/>
            <pc:sldMk cId="2555220207" sldId="407"/>
            <ac:spMk id="9" creationId="{00000000-0000-0000-0000-000000000000}"/>
          </ac:spMkLst>
        </pc:spChg>
      </pc:sldChg>
      <pc:sldChg chg="addSp delSp new del mod">
        <pc:chgData name="Garima Singhal" userId="bd23a5c7e7d7f8f6" providerId="LiveId" clId="{24C4128A-871D-49AF-8A55-C36D1549A861}" dt="2024-02-23T08:41:33.670" v="53" actId="47"/>
        <pc:sldMkLst>
          <pc:docMk/>
          <pc:sldMk cId="818902518" sldId="408"/>
        </pc:sldMkLst>
        <pc:spChg chg="del">
          <ac:chgData name="Garima Singhal" userId="bd23a5c7e7d7f8f6" providerId="LiveId" clId="{24C4128A-871D-49AF-8A55-C36D1549A861}" dt="2024-02-20T05:00:42.689" v="17" actId="478"/>
          <ac:spMkLst>
            <pc:docMk/>
            <pc:sldMk cId="818902518" sldId="408"/>
            <ac:spMk id="2" creationId="{08BF4E3E-28E6-A9B0-27F5-5D640AB02511}"/>
          </ac:spMkLst>
        </pc:spChg>
        <pc:spChg chg="del">
          <ac:chgData name="Garima Singhal" userId="bd23a5c7e7d7f8f6" providerId="LiveId" clId="{24C4128A-871D-49AF-8A55-C36D1549A861}" dt="2024-02-20T05:00:45.511" v="18" actId="478"/>
          <ac:spMkLst>
            <pc:docMk/>
            <pc:sldMk cId="818902518" sldId="408"/>
            <ac:spMk id="3" creationId="{045AF667-51F5-9249-20E7-E3D906EC19BF}"/>
          </ac:spMkLst>
        </pc:spChg>
        <pc:picChg chg="add">
          <ac:chgData name="Garima Singhal" userId="bd23a5c7e7d7f8f6" providerId="LiveId" clId="{24C4128A-871D-49AF-8A55-C36D1549A861}" dt="2024-02-20T05:00:46.845" v="19" actId="22"/>
          <ac:picMkLst>
            <pc:docMk/>
            <pc:sldMk cId="818902518" sldId="408"/>
            <ac:picMk id="8" creationId="{56056611-6F55-B701-2493-49B9CDB9D9B2}"/>
          </ac:picMkLst>
        </pc:picChg>
      </pc:sldChg>
      <pc:sldChg chg="addSp delSp modSp new del mod">
        <pc:chgData name="Garima Singhal" userId="bd23a5c7e7d7f8f6" providerId="LiveId" clId="{24C4128A-871D-49AF-8A55-C36D1549A861}" dt="2024-02-23T08:41:33.670" v="53" actId="47"/>
        <pc:sldMkLst>
          <pc:docMk/>
          <pc:sldMk cId="2476009770" sldId="409"/>
        </pc:sldMkLst>
        <pc:spChg chg="del">
          <ac:chgData name="Garima Singhal" userId="bd23a5c7e7d7f8f6" providerId="LiveId" clId="{24C4128A-871D-49AF-8A55-C36D1549A861}" dt="2024-02-20T05:00:52.477" v="21" actId="478"/>
          <ac:spMkLst>
            <pc:docMk/>
            <pc:sldMk cId="2476009770" sldId="409"/>
            <ac:spMk id="2" creationId="{30B11757-8F26-6D09-B656-CB848F93426B}"/>
          </ac:spMkLst>
        </pc:spChg>
        <pc:spChg chg="del">
          <ac:chgData name="Garima Singhal" userId="bd23a5c7e7d7f8f6" providerId="LiveId" clId="{24C4128A-871D-49AF-8A55-C36D1549A861}" dt="2024-02-20T05:00:54.723" v="22" actId="478"/>
          <ac:spMkLst>
            <pc:docMk/>
            <pc:sldMk cId="2476009770" sldId="409"/>
            <ac:spMk id="3" creationId="{CE1070CB-79F5-10EA-D8B8-969102A9DDF4}"/>
          </ac:spMkLst>
        </pc:spChg>
        <pc:picChg chg="add mod">
          <ac:chgData name="Garima Singhal" userId="bd23a5c7e7d7f8f6" providerId="LiveId" clId="{24C4128A-871D-49AF-8A55-C36D1549A861}" dt="2024-02-20T05:01:13.781" v="26" actId="1076"/>
          <ac:picMkLst>
            <pc:docMk/>
            <pc:sldMk cId="2476009770" sldId="409"/>
            <ac:picMk id="7" creationId="{54987DA3-B721-E644-4469-53E340E4670A}"/>
          </ac:picMkLst>
        </pc:picChg>
      </pc:sldChg>
      <pc:sldChg chg="addSp delSp new del mod">
        <pc:chgData name="Garima Singhal" userId="bd23a5c7e7d7f8f6" providerId="LiveId" clId="{24C4128A-871D-49AF-8A55-C36D1549A861}" dt="2024-02-23T08:41:33.670" v="53" actId="47"/>
        <pc:sldMkLst>
          <pc:docMk/>
          <pc:sldMk cId="1828690346" sldId="410"/>
        </pc:sldMkLst>
        <pc:spChg chg="del">
          <ac:chgData name="Garima Singhal" userId="bd23a5c7e7d7f8f6" providerId="LiveId" clId="{24C4128A-871D-49AF-8A55-C36D1549A861}" dt="2024-02-20T05:04:37.341" v="28" actId="478"/>
          <ac:spMkLst>
            <pc:docMk/>
            <pc:sldMk cId="1828690346" sldId="410"/>
            <ac:spMk id="2" creationId="{66C00AE7-5FF3-751A-486C-F5F51601A8BE}"/>
          </ac:spMkLst>
        </pc:spChg>
        <pc:spChg chg="del">
          <ac:chgData name="Garima Singhal" userId="bd23a5c7e7d7f8f6" providerId="LiveId" clId="{24C4128A-871D-49AF-8A55-C36D1549A861}" dt="2024-02-20T05:04:39.256" v="29" actId="478"/>
          <ac:spMkLst>
            <pc:docMk/>
            <pc:sldMk cId="1828690346" sldId="410"/>
            <ac:spMk id="3" creationId="{DA1DAA83-7165-B953-A16E-DEACB3820B56}"/>
          </ac:spMkLst>
        </pc:spChg>
        <pc:picChg chg="add">
          <ac:chgData name="Garima Singhal" userId="bd23a5c7e7d7f8f6" providerId="LiveId" clId="{24C4128A-871D-49AF-8A55-C36D1549A861}" dt="2024-02-20T05:04:40.349" v="30" actId="22"/>
          <ac:picMkLst>
            <pc:docMk/>
            <pc:sldMk cId="1828690346" sldId="410"/>
            <ac:picMk id="8" creationId="{4310E100-AF9C-32B1-5201-3A4807B7ACF9}"/>
          </ac:picMkLst>
        </pc:picChg>
      </pc:sldChg>
      <pc:sldChg chg="addSp delSp new del mod">
        <pc:chgData name="Garima Singhal" userId="bd23a5c7e7d7f8f6" providerId="LiveId" clId="{24C4128A-871D-49AF-8A55-C36D1549A861}" dt="2024-02-23T08:41:33.670" v="53" actId="47"/>
        <pc:sldMkLst>
          <pc:docMk/>
          <pc:sldMk cId="639235448" sldId="411"/>
        </pc:sldMkLst>
        <pc:spChg chg="del">
          <ac:chgData name="Garima Singhal" userId="bd23a5c7e7d7f8f6" providerId="LiveId" clId="{24C4128A-871D-49AF-8A55-C36D1549A861}" dt="2024-02-20T05:05:05.071" v="32" actId="478"/>
          <ac:spMkLst>
            <pc:docMk/>
            <pc:sldMk cId="639235448" sldId="411"/>
            <ac:spMk id="2" creationId="{25E23183-3DAA-533B-1FCF-72E4DBFE2D80}"/>
          </ac:spMkLst>
        </pc:spChg>
        <pc:picChg chg="add">
          <ac:chgData name="Garima Singhal" userId="bd23a5c7e7d7f8f6" providerId="LiveId" clId="{24C4128A-871D-49AF-8A55-C36D1549A861}" dt="2024-02-20T05:05:06.118" v="33" actId="22"/>
          <ac:picMkLst>
            <pc:docMk/>
            <pc:sldMk cId="639235448" sldId="411"/>
            <ac:picMk id="8" creationId="{B381963B-AE4E-C26B-BD19-C2B08E52D56F}"/>
          </ac:picMkLst>
        </pc:picChg>
      </pc:sldChg>
      <pc:sldChg chg="addSp new del mod">
        <pc:chgData name="Garima Singhal" userId="bd23a5c7e7d7f8f6" providerId="LiveId" clId="{24C4128A-871D-49AF-8A55-C36D1549A861}" dt="2024-02-23T08:41:33.670" v="53" actId="47"/>
        <pc:sldMkLst>
          <pc:docMk/>
          <pc:sldMk cId="3293785642" sldId="412"/>
        </pc:sldMkLst>
        <pc:picChg chg="add">
          <ac:chgData name="Garima Singhal" userId="bd23a5c7e7d7f8f6" providerId="LiveId" clId="{24C4128A-871D-49AF-8A55-C36D1549A861}" dt="2024-02-20T05:06:47.409" v="35" actId="22"/>
          <ac:picMkLst>
            <pc:docMk/>
            <pc:sldMk cId="3293785642" sldId="412"/>
            <ac:picMk id="8" creationId="{6917177F-4004-FE33-1AAC-64AAEED0BED6}"/>
          </ac:picMkLst>
        </pc:picChg>
      </pc:sldChg>
      <pc:sldChg chg="addSp new del mod">
        <pc:chgData name="Garima Singhal" userId="bd23a5c7e7d7f8f6" providerId="LiveId" clId="{24C4128A-871D-49AF-8A55-C36D1549A861}" dt="2024-02-23T08:41:33.670" v="53" actId="47"/>
        <pc:sldMkLst>
          <pc:docMk/>
          <pc:sldMk cId="3760780161" sldId="413"/>
        </pc:sldMkLst>
        <pc:picChg chg="add">
          <ac:chgData name="Garima Singhal" userId="bd23a5c7e7d7f8f6" providerId="LiveId" clId="{24C4128A-871D-49AF-8A55-C36D1549A861}" dt="2024-02-20T05:07:09.372" v="37" actId="22"/>
          <ac:picMkLst>
            <pc:docMk/>
            <pc:sldMk cId="3760780161" sldId="413"/>
            <ac:picMk id="8" creationId="{473BF35F-B2FB-960C-4ED8-FD881603A469}"/>
          </ac:picMkLst>
        </pc:picChg>
      </pc:sldChg>
      <pc:sldChg chg="addSp delSp modSp new del mod">
        <pc:chgData name="Garima Singhal" userId="bd23a5c7e7d7f8f6" providerId="LiveId" clId="{24C4128A-871D-49AF-8A55-C36D1549A861}" dt="2024-02-27T04:59:19.812" v="155" actId="2696"/>
        <pc:sldMkLst>
          <pc:docMk/>
          <pc:sldMk cId="66196927" sldId="414"/>
        </pc:sldMkLst>
        <pc:spChg chg="del">
          <ac:chgData name="Garima Singhal" userId="bd23a5c7e7d7f8f6" providerId="LiveId" clId="{24C4128A-871D-49AF-8A55-C36D1549A861}" dt="2024-02-22T04:13:04.974" v="43" actId="478"/>
          <ac:spMkLst>
            <pc:docMk/>
            <pc:sldMk cId="66196927" sldId="414"/>
            <ac:spMk id="2" creationId="{6594DA9E-9E4A-11BB-B6B1-D8AE7DF02AC1}"/>
          </ac:spMkLst>
        </pc:spChg>
        <pc:spChg chg="del">
          <ac:chgData name="Garima Singhal" userId="bd23a5c7e7d7f8f6" providerId="LiveId" clId="{24C4128A-871D-49AF-8A55-C36D1549A861}" dt="2024-02-22T04:13:00.976" v="41"/>
          <ac:spMkLst>
            <pc:docMk/>
            <pc:sldMk cId="66196927" sldId="414"/>
            <ac:spMk id="3" creationId="{1C221E2E-4AF8-8F0D-63E6-EB2C5BA4BDB7}"/>
          </ac:spMkLst>
        </pc:spChg>
        <pc:picChg chg="add mod modCrop">
          <ac:chgData name="Garima Singhal" userId="bd23a5c7e7d7f8f6" providerId="LiveId" clId="{24C4128A-871D-49AF-8A55-C36D1549A861}" dt="2024-02-22T04:13:35.543" v="50" actId="1076"/>
          <ac:picMkLst>
            <pc:docMk/>
            <pc:sldMk cId="66196927" sldId="414"/>
            <ac:picMk id="8" creationId="{5592DCDA-4859-40F5-F0CF-F8EF1DCA560D}"/>
          </ac:picMkLst>
        </pc:picChg>
      </pc:sldChg>
      <pc:sldChg chg="modSp add mod">
        <pc:chgData name="Garima Singhal" userId="bd23a5c7e7d7f8f6" providerId="LiveId" clId="{24C4128A-871D-49AF-8A55-C36D1549A861}" dt="2024-02-23T08:53:19.795" v="124" actId="108"/>
        <pc:sldMkLst>
          <pc:docMk/>
          <pc:sldMk cId="363497196" sldId="415"/>
        </pc:sldMkLst>
        <pc:spChg chg="mod">
          <ac:chgData name="Garima Singhal" userId="bd23a5c7e7d7f8f6" providerId="LiveId" clId="{24C4128A-871D-49AF-8A55-C36D1549A861}" dt="2024-02-23T08:53:19.795" v="124" actId="108"/>
          <ac:spMkLst>
            <pc:docMk/>
            <pc:sldMk cId="363497196" sldId="415"/>
            <ac:spMk id="3" creationId="{5331DE3E-30A1-6953-42F9-38D8FEF436EE}"/>
          </ac:spMkLst>
        </pc:spChg>
        <pc:spChg chg="mod">
          <ac:chgData name="Garima Singhal" userId="bd23a5c7e7d7f8f6" providerId="LiveId" clId="{24C4128A-871D-49AF-8A55-C36D1549A861}" dt="2024-02-23T08:45:19.635" v="119" actId="20577"/>
          <ac:spMkLst>
            <pc:docMk/>
            <pc:sldMk cId="363497196" sldId="415"/>
            <ac:spMk id="8" creationId="{B4C75B83-7DA3-3AE9-B2A6-A69B3E3A1DC9}"/>
          </ac:spMkLst>
        </pc:spChg>
      </pc:sldChg>
      <pc:sldChg chg="addSp delSp modSp add mod">
        <pc:chgData name="Garima Singhal" userId="bd23a5c7e7d7f8f6" providerId="LiveId" clId="{24C4128A-871D-49AF-8A55-C36D1549A861}" dt="2024-02-23T08:55:10.245" v="135" actId="478"/>
        <pc:sldMkLst>
          <pc:docMk/>
          <pc:sldMk cId="508964992" sldId="416"/>
        </pc:sldMkLst>
        <pc:spChg chg="del mod">
          <ac:chgData name="Garima Singhal" userId="bd23a5c7e7d7f8f6" providerId="LiveId" clId="{24C4128A-871D-49AF-8A55-C36D1549A861}" dt="2024-02-23T08:55:10.245" v="135" actId="478"/>
          <ac:spMkLst>
            <pc:docMk/>
            <pc:sldMk cId="508964992" sldId="416"/>
            <ac:spMk id="3" creationId="{13FC4DA8-310E-1F9A-1172-D6F3B2BE0CCC}"/>
          </ac:spMkLst>
        </pc:spChg>
        <pc:picChg chg="add mod">
          <ac:chgData name="Garima Singhal" userId="bd23a5c7e7d7f8f6" providerId="LiveId" clId="{24C4128A-871D-49AF-8A55-C36D1549A861}" dt="2024-02-23T08:55:07.077" v="134" actId="1076"/>
          <ac:picMkLst>
            <pc:docMk/>
            <pc:sldMk cId="508964992" sldId="416"/>
            <ac:picMk id="1026" creationId="{C84222AF-6707-834B-0F3A-BE6AE2402B56}"/>
          </ac:picMkLst>
        </pc:picChg>
      </pc:sldChg>
      <pc:sldChg chg="addSp delSp new del mod">
        <pc:chgData name="Garima Singhal" userId="bd23a5c7e7d7f8f6" providerId="LiveId" clId="{24C4128A-871D-49AF-8A55-C36D1549A861}" dt="2024-02-27T04:59:07.672" v="154" actId="2696"/>
        <pc:sldMkLst>
          <pc:docMk/>
          <pc:sldMk cId="223768624" sldId="417"/>
        </pc:sldMkLst>
        <pc:spChg chg="del">
          <ac:chgData name="Garima Singhal" userId="bd23a5c7e7d7f8f6" providerId="LiveId" clId="{24C4128A-871D-49AF-8A55-C36D1549A861}" dt="2024-02-26T04:09:36.395" v="138" actId="478"/>
          <ac:spMkLst>
            <pc:docMk/>
            <pc:sldMk cId="223768624" sldId="417"/>
            <ac:spMk id="2" creationId="{A5116BD4-93B4-FF08-27E8-03FADA2B1F0F}"/>
          </ac:spMkLst>
        </pc:spChg>
        <pc:spChg chg="del">
          <ac:chgData name="Garima Singhal" userId="bd23a5c7e7d7f8f6" providerId="LiveId" clId="{24C4128A-871D-49AF-8A55-C36D1549A861}" dt="2024-02-26T04:09:34.841" v="137" actId="478"/>
          <ac:spMkLst>
            <pc:docMk/>
            <pc:sldMk cId="223768624" sldId="417"/>
            <ac:spMk id="3" creationId="{3B173843-22E0-84BC-AF73-761D0CE5563F}"/>
          </ac:spMkLst>
        </pc:spChg>
        <pc:picChg chg="add">
          <ac:chgData name="Garima Singhal" userId="bd23a5c7e7d7f8f6" providerId="LiveId" clId="{24C4128A-871D-49AF-8A55-C36D1549A861}" dt="2024-02-26T04:09:37.928" v="139" actId="22"/>
          <ac:picMkLst>
            <pc:docMk/>
            <pc:sldMk cId="223768624" sldId="417"/>
            <ac:picMk id="8" creationId="{FA8BF5FD-CC50-1384-78F0-45A3FA4CC542}"/>
          </ac:picMkLst>
        </pc:picChg>
      </pc:sldChg>
    </pc:docChg>
  </pc:docChgLst>
  <pc:docChgLst>
    <pc:chgData name="Garima Singhal" userId="bd23a5c7e7d7f8f6" providerId="LiveId" clId="{C3672CA3-9754-4262-B5E4-E1F9A3F66D40}"/>
    <pc:docChg chg="undo custSel addSld delSld modSld sldOrd modMainMaster modNotesMaster">
      <pc:chgData name="Garima Singhal" userId="bd23a5c7e7d7f8f6" providerId="LiveId" clId="{C3672CA3-9754-4262-B5E4-E1F9A3F66D40}" dt="2024-09-25T03:44:22.365" v="4722" actId="2696"/>
      <pc:docMkLst>
        <pc:docMk/>
      </pc:docMkLst>
      <pc:sldChg chg="addSp modSp del mod ord modNotes">
        <pc:chgData name="Garima Singhal" userId="bd23a5c7e7d7f8f6" providerId="LiveId" clId="{C3672CA3-9754-4262-B5E4-E1F9A3F66D40}" dt="2024-08-26T07:35:51.968" v="69" actId="47"/>
        <pc:sldMkLst>
          <pc:docMk/>
          <pc:sldMk cId="0" sldId="256"/>
        </pc:sldMkLst>
        <pc:spChg chg="mod">
          <ac:chgData name="Garima Singhal" userId="bd23a5c7e7d7f8f6" providerId="LiveId" clId="{C3672CA3-9754-4262-B5E4-E1F9A3F66D40}" dt="2024-08-26T07:34:51.703" v="64" actId="14100"/>
          <ac:spMkLst>
            <pc:docMk/>
            <pc:sldMk cId="0" sldId="256"/>
            <ac:spMk id="2" creationId="{00000000-0000-0000-0000-000000000000}"/>
          </ac:spMkLst>
        </pc:spChg>
        <pc:spChg chg="mod">
          <ac:chgData name="Garima Singhal" userId="bd23a5c7e7d7f8f6" providerId="LiveId" clId="{C3672CA3-9754-4262-B5E4-E1F9A3F66D40}" dt="2024-08-26T07:34:35.333" v="61" actId="2711"/>
          <ac:spMkLst>
            <pc:docMk/>
            <pc:sldMk cId="0" sldId="256"/>
            <ac:spMk id="3" creationId="{00000000-0000-0000-0000-000000000000}"/>
          </ac:spMkLst>
        </pc:spChg>
        <pc:spChg chg="mod">
          <ac:chgData name="Garima Singhal" userId="bd23a5c7e7d7f8f6" providerId="LiveId" clId="{C3672CA3-9754-4262-B5E4-E1F9A3F66D40}" dt="2024-08-26T07:34:25.303" v="59" actId="1076"/>
          <ac:spMkLst>
            <pc:docMk/>
            <pc:sldMk cId="0" sldId="256"/>
            <ac:spMk id="6" creationId="{00000000-0000-0000-0000-000000000000}"/>
          </ac:spMkLst>
        </pc:spChg>
        <pc:spChg chg="mod">
          <ac:chgData name="Garima Singhal" userId="bd23a5c7e7d7f8f6" providerId="LiveId" clId="{C3672CA3-9754-4262-B5E4-E1F9A3F66D40}" dt="2024-08-26T07:33:57.103" v="52" actId="1076"/>
          <ac:spMkLst>
            <pc:docMk/>
            <pc:sldMk cId="0" sldId="256"/>
            <ac:spMk id="9" creationId="{00000000-0000-0000-0000-000000000000}"/>
          </ac:spMkLst>
        </pc:spChg>
        <pc:spChg chg="mod">
          <ac:chgData name="Garima Singhal" userId="bd23a5c7e7d7f8f6" providerId="LiveId" clId="{C3672CA3-9754-4262-B5E4-E1F9A3F66D40}" dt="2024-08-26T07:34:05.046" v="54" actId="14100"/>
          <ac:spMkLst>
            <pc:docMk/>
            <pc:sldMk cId="0" sldId="256"/>
            <ac:spMk id="10" creationId="{00000000-0000-0000-0000-000000000000}"/>
          </ac:spMkLst>
        </pc:spChg>
        <pc:spChg chg="mod">
          <ac:chgData name="Garima Singhal" userId="bd23a5c7e7d7f8f6" providerId="LiveId" clId="{C3672CA3-9754-4262-B5E4-E1F9A3F66D40}" dt="2024-08-26T07:34:07.702" v="55" actId="14100"/>
          <ac:spMkLst>
            <pc:docMk/>
            <pc:sldMk cId="0" sldId="256"/>
            <ac:spMk id="11" creationId="{00000000-0000-0000-0000-000000000000}"/>
          </ac:spMkLst>
        </pc:spChg>
        <pc:spChg chg="mod">
          <ac:chgData name="Garima Singhal" userId="bd23a5c7e7d7f8f6" providerId="LiveId" clId="{C3672CA3-9754-4262-B5E4-E1F9A3F66D40}" dt="2024-08-26T07:34:14.541" v="56" actId="1076"/>
          <ac:spMkLst>
            <pc:docMk/>
            <pc:sldMk cId="0" sldId="256"/>
            <ac:spMk id="12" creationId="{00000000-0000-0000-0000-000000000000}"/>
          </ac:spMkLst>
        </pc:spChg>
        <pc:spChg chg="mod">
          <ac:chgData name="Garima Singhal" userId="bd23a5c7e7d7f8f6" providerId="LiveId" clId="{C3672CA3-9754-4262-B5E4-E1F9A3F66D40}" dt="2024-08-26T07:34:16.871" v="57" actId="14100"/>
          <ac:spMkLst>
            <pc:docMk/>
            <pc:sldMk cId="0" sldId="256"/>
            <ac:spMk id="14" creationId="{00000000-0000-0000-0000-000000000000}"/>
          </ac:spMkLst>
        </pc:spChg>
        <pc:spChg chg="mod">
          <ac:chgData name="Garima Singhal" userId="bd23a5c7e7d7f8f6" providerId="LiveId" clId="{C3672CA3-9754-4262-B5E4-E1F9A3F66D40}" dt="2024-08-26T07:34:19.215" v="58" actId="14100"/>
          <ac:spMkLst>
            <pc:docMk/>
            <pc:sldMk cId="0" sldId="256"/>
            <ac:spMk id="15" creationId="{00000000-0000-0000-0000-000000000000}"/>
          </ac:spMkLst>
        </pc:spChg>
        <pc:picChg chg="add">
          <ac:chgData name="Garima Singhal" userId="bd23a5c7e7d7f8f6" providerId="LiveId" clId="{C3672CA3-9754-4262-B5E4-E1F9A3F66D40}" dt="2024-08-26T07:35:41.499" v="65"/>
          <ac:picMkLst>
            <pc:docMk/>
            <pc:sldMk cId="0" sldId="256"/>
            <ac:picMk id="5" creationId="{D8F11B63-D1D3-083F-51A5-D496E472F26E}"/>
          </ac:picMkLst>
        </pc:picChg>
        <pc:picChg chg="mod">
          <ac:chgData name="Garima Singhal" userId="bd23a5c7e7d7f8f6" providerId="LiveId" clId="{C3672CA3-9754-4262-B5E4-E1F9A3F66D40}" dt="2024-08-26T07:34:48.382" v="63" actId="1076"/>
          <ac:picMkLst>
            <pc:docMk/>
            <pc:sldMk cId="0" sldId="256"/>
            <ac:picMk id="13" creationId="{00000000-0000-0000-0000-000000000000}"/>
          </ac:picMkLst>
        </pc:picChg>
      </pc:sldChg>
      <pc:sldChg chg="delSp modSp mod modNotes">
        <pc:chgData name="Garima Singhal" userId="bd23a5c7e7d7f8f6" providerId="LiveId" clId="{C3672CA3-9754-4262-B5E4-E1F9A3F66D40}" dt="2024-09-05T04:40:43.776" v="3638" actId="20577"/>
        <pc:sldMkLst>
          <pc:docMk/>
          <pc:sldMk cId="0" sldId="257"/>
        </pc:sldMkLst>
        <pc:spChg chg="mod">
          <ac:chgData name="Garima Singhal" userId="bd23a5c7e7d7f8f6" providerId="LiveId" clId="{C3672CA3-9754-4262-B5E4-E1F9A3F66D40}" dt="2024-09-05T04:40:43.776" v="3638" actId="20577"/>
          <ac:spMkLst>
            <pc:docMk/>
            <pc:sldMk cId="0" sldId="257"/>
            <ac:spMk id="3" creationId="{00000000-0000-0000-0000-000000000000}"/>
          </ac:spMkLst>
        </pc:spChg>
        <pc:spChg chg="mod">
          <ac:chgData name="Garima Singhal" userId="bd23a5c7e7d7f8f6" providerId="LiveId" clId="{C3672CA3-9754-4262-B5E4-E1F9A3F66D40}" dt="2024-09-05T04:33:05.810" v="3130" actId="20577"/>
          <ac:spMkLst>
            <pc:docMk/>
            <pc:sldMk cId="0" sldId="257"/>
            <ac:spMk id="8" creationId="{00000000-0000-0000-0000-000000000000}"/>
          </ac:spMkLst>
        </pc:spChg>
        <pc:picChg chg="del mod">
          <ac:chgData name="Garima Singhal" userId="bd23a5c7e7d7f8f6" providerId="LiveId" clId="{C3672CA3-9754-4262-B5E4-E1F9A3F66D40}" dt="2024-08-26T08:00:55.624" v="306" actId="478"/>
          <ac:picMkLst>
            <pc:docMk/>
            <pc:sldMk cId="0" sldId="257"/>
            <ac:picMk id="11" creationId="{00000000-0000-0000-0000-000000000000}"/>
          </ac:picMkLst>
        </pc:picChg>
      </pc:sldChg>
      <pc:sldChg chg="delSp modSp mod">
        <pc:chgData name="Garima Singhal" userId="bd23a5c7e7d7f8f6" providerId="LiveId" clId="{C3672CA3-9754-4262-B5E4-E1F9A3F66D40}" dt="2024-08-26T08:43:58.204" v="2525" actId="14100"/>
        <pc:sldMkLst>
          <pc:docMk/>
          <pc:sldMk cId="0" sldId="258"/>
        </pc:sldMkLst>
        <pc:spChg chg="mod">
          <ac:chgData name="Garima Singhal" userId="bd23a5c7e7d7f8f6" providerId="LiveId" clId="{C3672CA3-9754-4262-B5E4-E1F9A3F66D40}" dt="2024-08-26T08:43:46.251" v="2520" actId="20577"/>
          <ac:spMkLst>
            <pc:docMk/>
            <pc:sldMk cId="0" sldId="258"/>
            <ac:spMk id="3" creationId="{00000000-0000-0000-0000-000000000000}"/>
          </ac:spMkLst>
        </pc:spChg>
        <pc:spChg chg="mod">
          <ac:chgData name="Garima Singhal" userId="bd23a5c7e7d7f8f6" providerId="LiveId" clId="{C3672CA3-9754-4262-B5E4-E1F9A3F66D40}" dt="2024-08-26T08:43:58.204" v="2525" actId="14100"/>
          <ac:spMkLst>
            <pc:docMk/>
            <pc:sldMk cId="0" sldId="258"/>
            <ac:spMk id="7" creationId="{00000000-0000-0000-0000-000000000000}"/>
          </ac:spMkLst>
        </pc:spChg>
        <pc:picChg chg="del mod">
          <ac:chgData name="Garima Singhal" userId="bd23a5c7e7d7f8f6" providerId="LiveId" clId="{C3672CA3-9754-4262-B5E4-E1F9A3F66D40}" dt="2024-08-26T08:43:56.141" v="2524" actId="478"/>
          <ac:picMkLst>
            <pc:docMk/>
            <pc:sldMk cId="0" sldId="258"/>
            <ac:picMk id="10" creationId="{00000000-0000-0000-0000-000000000000}"/>
          </ac:picMkLst>
        </pc:picChg>
      </pc:sldChg>
      <pc:sldChg chg="delSp modSp mod">
        <pc:chgData name="Garima Singhal" userId="bd23a5c7e7d7f8f6" providerId="LiveId" clId="{C3672CA3-9754-4262-B5E4-E1F9A3F66D40}" dt="2024-08-26T08:44:49.779" v="2619" actId="14100"/>
        <pc:sldMkLst>
          <pc:docMk/>
          <pc:sldMk cId="0" sldId="259"/>
        </pc:sldMkLst>
        <pc:spChg chg="mod">
          <ac:chgData name="Garima Singhal" userId="bd23a5c7e7d7f8f6" providerId="LiveId" clId="{C3672CA3-9754-4262-B5E4-E1F9A3F66D40}" dt="2024-08-26T08:44:34.607" v="2613" actId="20577"/>
          <ac:spMkLst>
            <pc:docMk/>
            <pc:sldMk cId="0" sldId="259"/>
            <ac:spMk id="3" creationId="{00000000-0000-0000-0000-000000000000}"/>
          </ac:spMkLst>
        </pc:spChg>
        <pc:spChg chg="mod">
          <ac:chgData name="Garima Singhal" userId="bd23a5c7e7d7f8f6" providerId="LiveId" clId="{C3672CA3-9754-4262-B5E4-E1F9A3F66D40}" dt="2024-08-26T08:44:49.779" v="2619" actId="14100"/>
          <ac:spMkLst>
            <pc:docMk/>
            <pc:sldMk cId="0" sldId="259"/>
            <ac:spMk id="7" creationId="{00000000-0000-0000-0000-000000000000}"/>
          </ac:spMkLst>
        </pc:spChg>
        <pc:picChg chg="del mod">
          <ac:chgData name="Garima Singhal" userId="bd23a5c7e7d7f8f6" providerId="LiveId" clId="{C3672CA3-9754-4262-B5E4-E1F9A3F66D40}" dt="2024-08-26T08:44:05.155" v="2526" actId="478"/>
          <ac:picMkLst>
            <pc:docMk/>
            <pc:sldMk cId="0" sldId="259"/>
            <ac:picMk id="10" creationId="{00000000-0000-0000-0000-000000000000}"/>
          </ac:picMkLst>
        </pc:picChg>
      </pc:sldChg>
      <pc:sldChg chg="add del">
        <pc:chgData name="Garima Singhal" userId="bd23a5c7e7d7f8f6" providerId="LiveId" clId="{C3672CA3-9754-4262-B5E4-E1F9A3F66D40}" dt="2024-08-26T07:38:21.502" v="105"/>
        <pc:sldMkLst>
          <pc:docMk/>
          <pc:sldMk cId="1086509294" sldId="260"/>
        </pc:sldMkLst>
      </pc:sldChg>
      <pc:sldChg chg="add del">
        <pc:chgData name="Garima Singhal" userId="bd23a5c7e7d7f8f6" providerId="LiveId" clId="{C3672CA3-9754-4262-B5E4-E1F9A3F66D40}" dt="2024-08-26T07:38:21.502" v="105"/>
        <pc:sldMkLst>
          <pc:docMk/>
          <pc:sldMk cId="1618591427" sldId="261"/>
        </pc:sldMkLst>
      </pc:sldChg>
      <pc:sldChg chg="add del">
        <pc:chgData name="Garima Singhal" userId="bd23a5c7e7d7f8f6" providerId="LiveId" clId="{C3672CA3-9754-4262-B5E4-E1F9A3F66D40}" dt="2024-08-26T07:38:21.502" v="105"/>
        <pc:sldMkLst>
          <pc:docMk/>
          <pc:sldMk cId="4290476484" sldId="262"/>
        </pc:sldMkLst>
      </pc:sldChg>
      <pc:sldChg chg="delSp modSp mod">
        <pc:chgData name="Garima Singhal" userId="bd23a5c7e7d7f8f6" providerId="LiveId" clId="{C3672CA3-9754-4262-B5E4-E1F9A3F66D40}" dt="2024-08-26T08:48:17.311" v="2700" actId="20577"/>
        <pc:sldMkLst>
          <pc:docMk/>
          <pc:sldMk cId="0" sldId="264"/>
        </pc:sldMkLst>
        <pc:spChg chg="mod">
          <ac:chgData name="Garima Singhal" userId="bd23a5c7e7d7f8f6" providerId="LiveId" clId="{C3672CA3-9754-4262-B5E4-E1F9A3F66D40}" dt="2024-08-26T08:48:17.311" v="2700" actId="20577"/>
          <ac:spMkLst>
            <pc:docMk/>
            <pc:sldMk cId="0" sldId="264"/>
            <ac:spMk id="3" creationId="{00000000-0000-0000-0000-000000000000}"/>
          </ac:spMkLst>
        </pc:spChg>
        <pc:spChg chg="mod">
          <ac:chgData name="Garima Singhal" userId="bd23a5c7e7d7f8f6" providerId="LiveId" clId="{C3672CA3-9754-4262-B5E4-E1F9A3F66D40}" dt="2024-08-26T08:48:05.118" v="2682" actId="113"/>
          <ac:spMkLst>
            <pc:docMk/>
            <pc:sldMk cId="0" sldId="264"/>
            <ac:spMk id="7" creationId="{00000000-0000-0000-0000-000000000000}"/>
          </ac:spMkLst>
        </pc:spChg>
        <pc:picChg chg="del mod">
          <ac:chgData name="Garima Singhal" userId="bd23a5c7e7d7f8f6" providerId="LiveId" clId="{C3672CA3-9754-4262-B5E4-E1F9A3F66D40}" dt="2024-08-26T08:47:54.327" v="2678" actId="478"/>
          <ac:picMkLst>
            <pc:docMk/>
            <pc:sldMk cId="0" sldId="264"/>
            <ac:picMk id="10" creationId="{00000000-0000-0000-0000-000000000000}"/>
          </ac:picMkLst>
        </pc:picChg>
      </pc:sldChg>
      <pc:sldChg chg="add del">
        <pc:chgData name="Garima Singhal" userId="bd23a5c7e7d7f8f6" providerId="LiveId" clId="{C3672CA3-9754-4262-B5E4-E1F9A3F66D40}" dt="2024-08-26T07:38:21.502" v="105"/>
        <pc:sldMkLst>
          <pc:docMk/>
          <pc:sldMk cId="1364334135" sldId="265"/>
        </pc:sldMkLst>
      </pc:sldChg>
      <pc:sldChg chg="modSp add del mod">
        <pc:chgData name="Garima Singhal" userId="bd23a5c7e7d7f8f6" providerId="LiveId" clId="{C3672CA3-9754-4262-B5E4-E1F9A3F66D40}" dt="2024-08-26T07:38:21.502" v="105"/>
        <pc:sldMkLst>
          <pc:docMk/>
          <pc:sldMk cId="3733244239" sldId="266"/>
        </pc:sldMkLst>
        <pc:spChg chg="mod">
          <ac:chgData name="Garima Singhal" userId="bd23a5c7e7d7f8f6" providerId="LiveId" clId="{C3672CA3-9754-4262-B5E4-E1F9A3F66D40}" dt="2024-08-26T07:38:21.502" v="105"/>
          <ac:spMkLst>
            <pc:docMk/>
            <pc:sldMk cId="3733244239" sldId="266"/>
            <ac:spMk id="2" creationId="{1C46C9F1-AD2A-D5A1-AC10-174D5E802104}"/>
          </ac:spMkLst>
        </pc:spChg>
      </pc:sldChg>
      <pc:sldChg chg="delSp modSp mod">
        <pc:chgData name="Garima Singhal" userId="bd23a5c7e7d7f8f6" providerId="LiveId" clId="{C3672CA3-9754-4262-B5E4-E1F9A3F66D40}" dt="2024-08-26T08:54:50.413" v="3049" actId="20577"/>
        <pc:sldMkLst>
          <pc:docMk/>
          <pc:sldMk cId="0" sldId="267"/>
        </pc:sldMkLst>
        <pc:spChg chg="mod">
          <ac:chgData name="Garima Singhal" userId="bd23a5c7e7d7f8f6" providerId="LiveId" clId="{C3672CA3-9754-4262-B5E4-E1F9A3F66D40}" dt="2024-08-26T08:54:50.413" v="3049" actId="20577"/>
          <ac:spMkLst>
            <pc:docMk/>
            <pc:sldMk cId="0" sldId="267"/>
            <ac:spMk id="3" creationId="{00000000-0000-0000-0000-000000000000}"/>
          </ac:spMkLst>
        </pc:spChg>
        <pc:spChg chg="mod">
          <ac:chgData name="Garima Singhal" userId="bd23a5c7e7d7f8f6" providerId="LiveId" clId="{C3672CA3-9754-4262-B5E4-E1F9A3F66D40}" dt="2024-08-26T08:54:27.939" v="2976" actId="20577"/>
          <ac:spMkLst>
            <pc:docMk/>
            <pc:sldMk cId="0" sldId="267"/>
            <ac:spMk id="7" creationId="{00000000-0000-0000-0000-000000000000}"/>
          </ac:spMkLst>
        </pc:spChg>
        <pc:picChg chg="del mod">
          <ac:chgData name="Garima Singhal" userId="bd23a5c7e7d7f8f6" providerId="LiveId" clId="{C3672CA3-9754-4262-B5E4-E1F9A3F66D40}" dt="2024-08-26T08:54:21.619" v="2970" actId="478"/>
          <ac:picMkLst>
            <pc:docMk/>
            <pc:sldMk cId="0" sldId="267"/>
            <ac:picMk id="10" creationId="{00000000-0000-0000-0000-000000000000}"/>
          </ac:picMkLst>
        </pc:picChg>
      </pc:sldChg>
      <pc:sldChg chg="add del">
        <pc:chgData name="Garima Singhal" userId="bd23a5c7e7d7f8f6" providerId="LiveId" clId="{C3672CA3-9754-4262-B5E4-E1F9A3F66D40}" dt="2024-08-26T07:38:21.502" v="105"/>
        <pc:sldMkLst>
          <pc:docMk/>
          <pc:sldMk cId="69251818" sldId="268"/>
        </pc:sldMkLst>
      </pc:sldChg>
      <pc:sldChg chg="delSp modSp mod">
        <pc:chgData name="Garima Singhal" userId="bd23a5c7e7d7f8f6" providerId="LiveId" clId="{C3672CA3-9754-4262-B5E4-E1F9A3F66D40}" dt="2024-08-26T08:46:50.115" v="2656" actId="14100"/>
        <pc:sldMkLst>
          <pc:docMk/>
          <pc:sldMk cId="0" sldId="270"/>
        </pc:sldMkLst>
        <pc:spChg chg="mod">
          <ac:chgData name="Garima Singhal" userId="bd23a5c7e7d7f8f6" providerId="LiveId" clId="{C3672CA3-9754-4262-B5E4-E1F9A3F66D40}" dt="2024-08-26T08:46:39.314" v="2652" actId="27636"/>
          <ac:spMkLst>
            <pc:docMk/>
            <pc:sldMk cId="0" sldId="270"/>
            <ac:spMk id="3" creationId="{00000000-0000-0000-0000-000000000000}"/>
          </ac:spMkLst>
        </pc:spChg>
        <pc:spChg chg="mod">
          <ac:chgData name="Garima Singhal" userId="bd23a5c7e7d7f8f6" providerId="LiveId" clId="{C3672CA3-9754-4262-B5E4-E1F9A3F66D40}" dt="2024-08-26T08:46:50.115" v="2656" actId="14100"/>
          <ac:spMkLst>
            <pc:docMk/>
            <pc:sldMk cId="0" sldId="270"/>
            <ac:spMk id="7" creationId="{00000000-0000-0000-0000-000000000000}"/>
          </ac:spMkLst>
        </pc:spChg>
        <pc:picChg chg="del mod">
          <ac:chgData name="Garima Singhal" userId="bd23a5c7e7d7f8f6" providerId="LiveId" clId="{C3672CA3-9754-4262-B5E4-E1F9A3F66D40}" dt="2024-08-26T08:46:33.696" v="2648" actId="478"/>
          <ac:picMkLst>
            <pc:docMk/>
            <pc:sldMk cId="0" sldId="270"/>
            <ac:picMk id="10" creationId="{00000000-0000-0000-0000-000000000000}"/>
          </ac:picMkLst>
        </pc:picChg>
      </pc:sldChg>
      <pc:sldChg chg="add del">
        <pc:chgData name="Garima Singhal" userId="bd23a5c7e7d7f8f6" providerId="LiveId" clId="{C3672CA3-9754-4262-B5E4-E1F9A3F66D40}" dt="2024-08-26T07:38:21.502" v="105"/>
        <pc:sldMkLst>
          <pc:docMk/>
          <pc:sldMk cId="2041453337" sldId="272"/>
        </pc:sldMkLst>
      </pc:sldChg>
      <pc:sldChg chg="delSp modSp mod">
        <pc:chgData name="Garima Singhal" userId="bd23a5c7e7d7f8f6" providerId="LiveId" clId="{C3672CA3-9754-4262-B5E4-E1F9A3F66D40}" dt="2024-08-26T08:47:50.156" v="2677" actId="14100"/>
        <pc:sldMkLst>
          <pc:docMk/>
          <pc:sldMk cId="0" sldId="273"/>
        </pc:sldMkLst>
        <pc:spChg chg="mod">
          <ac:chgData name="Garima Singhal" userId="bd23a5c7e7d7f8f6" providerId="LiveId" clId="{C3672CA3-9754-4262-B5E4-E1F9A3F66D40}" dt="2024-08-26T08:47:33.083" v="2671" actId="14100"/>
          <ac:spMkLst>
            <pc:docMk/>
            <pc:sldMk cId="0" sldId="273"/>
            <ac:spMk id="3" creationId="{00000000-0000-0000-0000-000000000000}"/>
          </ac:spMkLst>
        </pc:spChg>
        <pc:spChg chg="mod">
          <ac:chgData name="Garima Singhal" userId="bd23a5c7e7d7f8f6" providerId="LiveId" clId="{C3672CA3-9754-4262-B5E4-E1F9A3F66D40}" dt="2024-08-26T08:47:50.156" v="2677" actId="14100"/>
          <ac:spMkLst>
            <pc:docMk/>
            <pc:sldMk cId="0" sldId="273"/>
            <ac:spMk id="7" creationId="{00000000-0000-0000-0000-000000000000}"/>
          </ac:spMkLst>
        </pc:spChg>
        <pc:picChg chg="del mod">
          <ac:chgData name="Garima Singhal" userId="bd23a5c7e7d7f8f6" providerId="LiveId" clId="{C3672CA3-9754-4262-B5E4-E1F9A3F66D40}" dt="2024-08-26T08:47:41.975" v="2674" actId="478"/>
          <ac:picMkLst>
            <pc:docMk/>
            <pc:sldMk cId="0" sldId="273"/>
            <ac:picMk id="10" creationId="{00000000-0000-0000-0000-000000000000}"/>
          </ac:picMkLst>
        </pc:picChg>
      </pc:sldChg>
      <pc:sldChg chg="delSp modSp mod">
        <pc:chgData name="Garima Singhal" userId="bd23a5c7e7d7f8f6" providerId="LiveId" clId="{C3672CA3-9754-4262-B5E4-E1F9A3F66D40}" dt="2024-08-26T08:46:22.595" v="2645" actId="14100"/>
        <pc:sldMkLst>
          <pc:docMk/>
          <pc:sldMk cId="0" sldId="275"/>
        </pc:sldMkLst>
        <pc:spChg chg="mod">
          <ac:chgData name="Garima Singhal" userId="bd23a5c7e7d7f8f6" providerId="LiveId" clId="{C3672CA3-9754-4262-B5E4-E1F9A3F66D40}" dt="2024-08-26T08:46:07.451" v="2639" actId="14100"/>
          <ac:spMkLst>
            <pc:docMk/>
            <pc:sldMk cId="0" sldId="275"/>
            <ac:spMk id="3" creationId="{00000000-0000-0000-0000-000000000000}"/>
          </ac:spMkLst>
        </pc:spChg>
        <pc:spChg chg="mod">
          <ac:chgData name="Garima Singhal" userId="bd23a5c7e7d7f8f6" providerId="LiveId" clId="{C3672CA3-9754-4262-B5E4-E1F9A3F66D40}" dt="2024-08-26T08:46:22.595" v="2645" actId="14100"/>
          <ac:spMkLst>
            <pc:docMk/>
            <pc:sldMk cId="0" sldId="275"/>
            <ac:spMk id="7" creationId="{00000000-0000-0000-0000-000000000000}"/>
          </ac:spMkLst>
        </pc:spChg>
        <pc:picChg chg="del mod">
          <ac:chgData name="Garima Singhal" userId="bd23a5c7e7d7f8f6" providerId="LiveId" clId="{C3672CA3-9754-4262-B5E4-E1F9A3F66D40}" dt="2024-08-26T08:46:16.919" v="2643" actId="478"/>
          <ac:picMkLst>
            <pc:docMk/>
            <pc:sldMk cId="0" sldId="275"/>
            <ac:picMk id="10" creationId="{00000000-0000-0000-0000-000000000000}"/>
          </ac:picMkLst>
        </pc:picChg>
      </pc:sldChg>
      <pc:sldChg chg="delSp modSp mod">
        <pc:chgData name="Garima Singhal" userId="bd23a5c7e7d7f8f6" providerId="LiveId" clId="{C3672CA3-9754-4262-B5E4-E1F9A3F66D40}" dt="2024-08-26T08:55:46.253" v="3072" actId="20577"/>
        <pc:sldMkLst>
          <pc:docMk/>
          <pc:sldMk cId="2555220207" sldId="283"/>
        </pc:sldMkLst>
        <pc:spChg chg="mod">
          <ac:chgData name="Garima Singhal" userId="bd23a5c7e7d7f8f6" providerId="LiveId" clId="{C3672CA3-9754-4262-B5E4-E1F9A3F66D40}" dt="2024-08-26T08:55:37.231" v="3062" actId="2711"/>
          <ac:spMkLst>
            <pc:docMk/>
            <pc:sldMk cId="2555220207" sldId="283"/>
            <ac:spMk id="7" creationId="{00000000-0000-0000-0000-000000000000}"/>
          </ac:spMkLst>
        </pc:spChg>
        <pc:spChg chg="mod">
          <ac:chgData name="Garima Singhal" userId="bd23a5c7e7d7f8f6" providerId="LiveId" clId="{C3672CA3-9754-4262-B5E4-E1F9A3F66D40}" dt="2024-08-26T08:55:46.253" v="3072" actId="20577"/>
          <ac:spMkLst>
            <pc:docMk/>
            <pc:sldMk cId="2555220207" sldId="283"/>
            <ac:spMk id="9" creationId="{00000000-0000-0000-0000-000000000000}"/>
          </ac:spMkLst>
        </pc:spChg>
        <pc:picChg chg="del mod">
          <ac:chgData name="Garima Singhal" userId="bd23a5c7e7d7f8f6" providerId="LiveId" clId="{C3672CA3-9754-4262-B5E4-E1F9A3F66D40}" dt="2024-08-26T08:55:29.056" v="3058" actId="478"/>
          <ac:picMkLst>
            <pc:docMk/>
            <pc:sldMk cId="2555220207" sldId="283"/>
            <ac:picMk id="11" creationId="{00000000-0000-0000-0000-000000000000}"/>
          </ac:picMkLst>
        </pc:picChg>
      </pc:sldChg>
      <pc:sldChg chg="delSp modSp mod ord">
        <pc:chgData name="Garima Singhal" userId="bd23a5c7e7d7f8f6" providerId="LiveId" clId="{C3672CA3-9754-4262-B5E4-E1F9A3F66D40}" dt="2024-09-05T05:13:04.734" v="3977"/>
        <pc:sldMkLst>
          <pc:docMk/>
          <pc:sldMk cId="0" sldId="285"/>
        </pc:sldMkLst>
        <pc:spChg chg="mod">
          <ac:chgData name="Garima Singhal" userId="bd23a5c7e7d7f8f6" providerId="LiveId" clId="{C3672CA3-9754-4262-B5E4-E1F9A3F66D40}" dt="2024-08-26T08:03:00.984" v="346" actId="20577"/>
          <ac:spMkLst>
            <pc:docMk/>
            <pc:sldMk cId="0" sldId="285"/>
            <ac:spMk id="3" creationId="{00000000-0000-0000-0000-000000000000}"/>
          </ac:spMkLst>
        </pc:spChg>
        <pc:spChg chg="mod">
          <ac:chgData name="Garima Singhal" userId="bd23a5c7e7d7f8f6" providerId="LiveId" clId="{C3672CA3-9754-4262-B5E4-E1F9A3F66D40}" dt="2024-08-26T08:02:36.899" v="340" actId="2711"/>
          <ac:spMkLst>
            <pc:docMk/>
            <pc:sldMk cId="0" sldId="285"/>
            <ac:spMk id="8" creationId="{00000000-0000-0000-0000-000000000000}"/>
          </ac:spMkLst>
        </pc:spChg>
        <pc:picChg chg="del mod">
          <ac:chgData name="Garima Singhal" userId="bd23a5c7e7d7f8f6" providerId="LiveId" clId="{C3672CA3-9754-4262-B5E4-E1F9A3F66D40}" dt="2024-08-26T08:02:26.427" v="336" actId="478"/>
          <ac:picMkLst>
            <pc:docMk/>
            <pc:sldMk cId="0" sldId="285"/>
            <ac:picMk id="10" creationId="{00000000-0000-0000-0000-000000000000}"/>
          </ac:picMkLst>
        </pc:picChg>
      </pc:sldChg>
      <pc:sldChg chg="delSp modSp del mod">
        <pc:chgData name="Garima Singhal" userId="bd23a5c7e7d7f8f6" providerId="LiveId" clId="{C3672CA3-9754-4262-B5E4-E1F9A3F66D40}" dt="2024-09-05T05:13:20.045" v="3980" actId="2696"/>
        <pc:sldMkLst>
          <pc:docMk/>
          <pc:sldMk cId="0" sldId="286"/>
        </pc:sldMkLst>
        <pc:spChg chg="mod">
          <ac:chgData name="Garima Singhal" userId="bd23a5c7e7d7f8f6" providerId="LiveId" clId="{C3672CA3-9754-4262-B5E4-E1F9A3F66D40}" dt="2024-08-26T08:03:34.794" v="370" actId="20577"/>
          <ac:spMkLst>
            <pc:docMk/>
            <pc:sldMk cId="0" sldId="286"/>
            <ac:spMk id="9" creationId="{00000000-0000-0000-0000-000000000000}"/>
          </ac:spMkLst>
        </pc:spChg>
        <pc:spChg chg="mod">
          <ac:chgData name="Garima Singhal" userId="bd23a5c7e7d7f8f6" providerId="LiveId" clId="{C3672CA3-9754-4262-B5E4-E1F9A3F66D40}" dt="2024-08-26T08:03:20.693" v="352" actId="14100"/>
          <ac:spMkLst>
            <pc:docMk/>
            <pc:sldMk cId="0" sldId="286"/>
            <ac:spMk id="10" creationId="{00000000-0000-0000-0000-000000000000}"/>
          </ac:spMkLst>
        </pc:spChg>
        <pc:picChg chg="del mod">
          <ac:chgData name="Garima Singhal" userId="bd23a5c7e7d7f8f6" providerId="LiveId" clId="{C3672CA3-9754-4262-B5E4-E1F9A3F66D40}" dt="2024-08-26T08:03:05.108" v="347" actId="478"/>
          <ac:picMkLst>
            <pc:docMk/>
            <pc:sldMk cId="0" sldId="286"/>
            <ac:picMk id="11" creationId="{00000000-0000-0000-0000-000000000000}"/>
          </ac:picMkLst>
        </pc:picChg>
      </pc:sldChg>
      <pc:sldChg chg="delSp modSp mod ord">
        <pc:chgData name="Garima Singhal" userId="bd23a5c7e7d7f8f6" providerId="LiveId" clId="{C3672CA3-9754-4262-B5E4-E1F9A3F66D40}" dt="2024-09-05T05:12:58.757" v="3975"/>
        <pc:sldMkLst>
          <pc:docMk/>
          <pc:sldMk cId="0" sldId="287"/>
        </pc:sldMkLst>
        <pc:spChg chg="mod">
          <ac:chgData name="Garima Singhal" userId="bd23a5c7e7d7f8f6" providerId="LiveId" clId="{C3672CA3-9754-4262-B5E4-E1F9A3F66D40}" dt="2024-08-26T08:04:08.502" v="379" actId="14100"/>
          <ac:spMkLst>
            <pc:docMk/>
            <pc:sldMk cId="0" sldId="287"/>
            <ac:spMk id="3" creationId="{00000000-0000-0000-0000-000000000000}"/>
          </ac:spMkLst>
        </pc:spChg>
        <pc:spChg chg="mod">
          <ac:chgData name="Garima Singhal" userId="bd23a5c7e7d7f8f6" providerId="LiveId" clId="{C3672CA3-9754-4262-B5E4-E1F9A3F66D40}" dt="2024-08-26T08:03:51.266" v="375" actId="2711"/>
          <ac:spMkLst>
            <pc:docMk/>
            <pc:sldMk cId="0" sldId="287"/>
            <ac:spMk id="8" creationId="{00000000-0000-0000-0000-000000000000}"/>
          </ac:spMkLst>
        </pc:spChg>
        <pc:picChg chg="del mod">
          <ac:chgData name="Garima Singhal" userId="bd23a5c7e7d7f8f6" providerId="LiveId" clId="{C3672CA3-9754-4262-B5E4-E1F9A3F66D40}" dt="2024-08-26T08:03:41.893" v="371" actId="478"/>
          <ac:picMkLst>
            <pc:docMk/>
            <pc:sldMk cId="0" sldId="287"/>
            <ac:picMk id="10" creationId="{00000000-0000-0000-0000-000000000000}"/>
          </ac:picMkLst>
        </pc:picChg>
      </pc:sldChg>
      <pc:sldChg chg="delSp modSp mod ord modNotes">
        <pc:chgData name="Garima Singhal" userId="bd23a5c7e7d7f8f6" providerId="LiveId" clId="{C3672CA3-9754-4262-B5E4-E1F9A3F66D40}" dt="2024-09-05T05:13:10.849" v="3979"/>
        <pc:sldMkLst>
          <pc:docMk/>
          <pc:sldMk cId="0" sldId="288"/>
        </pc:sldMkLst>
        <pc:spChg chg="mod">
          <ac:chgData name="Garima Singhal" userId="bd23a5c7e7d7f8f6" providerId="LiveId" clId="{C3672CA3-9754-4262-B5E4-E1F9A3F66D40}" dt="2024-08-26T08:04:43.521" v="388" actId="2711"/>
          <ac:spMkLst>
            <pc:docMk/>
            <pc:sldMk cId="0" sldId="288"/>
            <ac:spMk id="8" creationId="{00000000-0000-0000-0000-000000000000}"/>
          </ac:spMkLst>
        </pc:spChg>
        <pc:spChg chg="mod">
          <ac:chgData name="Garima Singhal" userId="bd23a5c7e7d7f8f6" providerId="LiveId" clId="{C3672CA3-9754-4262-B5E4-E1F9A3F66D40}" dt="2024-08-26T08:04:31.975" v="384" actId="14100"/>
          <ac:spMkLst>
            <pc:docMk/>
            <pc:sldMk cId="0" sldId="288"/>
            <ac:spMk id="12" creationId="{00000000-0000-0000-0000-000000000000}"/>
          </ac:spMkLst>
        </pc:spChg>
        <pc:picChg chg="del mod">
          <ac:chgData name="Garima Singhal" userId="bd23a5c7e7d7f8f6" providerId="LiveId" clId="{C3672CA3-9754-4262-B5E4-E1F9A3F66D40}" dt="2024-08-26T08:04:13.907" v="380" actId="478"/>
          <ac:picMkLst>
            <pc:docMk/>
            <pc:sldMk cId="0" sldId="288"/>
            <ac:picMk id="11" creationId="{00000000-0000-0000-0000-000000000000}"/>
          </ac:picMkLst>
        </pc:picChg>
      </pc:sldChg>
      <pc:sldChg chg="delSp modSp mod">
        <pc:chgData name="Garima Singhal" userId="bd23a5c7e7d7f8f6" providerId="LiveId" clId="{C3672CA3-9754-4262-B5E4-E1F9A3F66D40}" dt="2024-08-26T08:07:47.658" v="648" actId="113"/>
        <pc:sldMkLst>
          <pc:docMk/>
          <pc:sldMk cId="0" sldId="292"/>
        </pc:sldMkLst>
        <pc:spChg chg="mod">
          <ac:chgData name="Garima Singhal" userId="bd23a5c7e7d7f8f6" providerId="LiveId" clId="{C3672CA3-9754-4262-B5E4-E1F9A3F66D40}" dt="2024-08-26T08:07:38.938" v="646" actId="20577"/>
          <ac:spMkLst>
            <pc:docMk/>
            <pc:sldMk cId="0" sldId="292"/>
            <ac:spMk id="3" creationId="{00000000-0000-0000-0000-000000000000}"/>
          </ac:spMkLst>
        </pc:spChg>
        <pc:spChg chg="mod">
          <ac:chgData name="Garima Singhal" userId="bd23a5c7e7d7f8f6" providerId="LiveId" clId="{C3672CA3-9754-4262-B5E4-E1F9A3F66D40}" dt="2024-08-26T08:07:47.658" v="648" actId="113"/>
          <ac:spMkLst>
            <pc:docMk/>
            <pc:sldMk cId="0" sldId="292"/>
            <ac:spMk id="8" creationId="{00000000-0000-0000-0000-000000000000}"/>
          </ac:spMkLst>
        </pc:spChg>
        <pc:picChg chg="del mod">
          <ac:chgData name="Garima Singhal" userId="bd23a5c7e7d7f8f6" providerId="LiveId" clId="{C3672CA3-9754-4262-B5E4-E1F9A3F66D40}" dt="2024-08-26T08:06:55.974" v="439" actId="478"/>
          <ac:picMkLst>
            <pc:docMk/>
            <pc:sldMk cId="0" sldId="292"/>
            <ac:picMk id="10" creationId="{00000000-0000-0000-0000-000000000000}"/>
          </ac:picMkLst>
        </pc:picChg>
      </pc:sldChg>
      <pc:sldChg chg="delSp modSp mod">
        <pc:chgData name="Garima Singhal" userId="bd23a5c7e7d7f8f6" providerId="LiveId" clId="{C3672CA3-9754-4262-B5E4-E1F9A3F66D40}" dt="2024-08-26T08:06:51.420" v="438" actId="20577"/>
        <pc:sldMkLst>
          <pc:docMk/>
          <pc:sldMk cId="0" sldId="293"/>
        </pc:sldMkLst>
        <pc:spChg chg="mod">
          <ac:chgData name="Garima Singhal" userId="bd23a5c7e7d7f8f6" providerId="LiveId" clId="{C3672CA3-9754-4262-B5E4-E1F9A3F66D40}" dt="2024-08-26T08:06:29.354" v="427" actId="2711"/>
          <ac:spMkLst>
            <pc:docMk/>
            <pc:sldMk cId="0" sldId="293"/>
            <ac:spMk id="8" creationId="{00000000-0000-0000-0000-000000000000}"/>
          </ac:spMkLst>
        </pc:spChg>
        <pc:spChg chg="mod">
          <ac:chgData name="Garima Singhal" userId="bd23a5c7e7d7f8f6" providerId="LiveId" clId="{C3672CA3-9754-4262-B5E4-E1F9A3F66D40}" dt="2024-08-26T08:06:51.420" v="438" actId="20577"/>
          <ac:spMkLst>
            <pc:docMk/>
            <pc:sldMk cId="0" sldId="293"/>
            <ac:spMk id="9" creationId="{00000000-0000-0000-0000-000000000000}"/>
          </ac:spMkLst>
        </pc:spChg>
        <pc:picChg chg="del mod">
          <ac:chgData name="Garima Singhal" userId="bd23a5c7e7d7f8f6" providerId="LiveId" clId="{C3672CA3-9754-4262-B5E4-E1F9A3F66D40}" dt="2024-08-26T08:06:17.808" v="423" actId="478"/>
          <ac:picMkLst>
            <pc:docMk/>
            <pc:sldMk cId="0" sldId="293"/>
            <ac:picMk id="11" creationId="{00000000-0000-0000-0000-000000000000}"/>
          </ac:picMkLst>
        </pc:picChg>
      </pc:sldChg>
      <pc:sldChg chg="delSp modSp del mod">
        <pc:chgData name="Garima Singhal" userId="bd23a5c7e7d7f8f6" providerId="LiveId" clId="{C3672CA3-9754-4262-B5E4-E1F9A3F66D40}" dt="2024-09-05T04:57:46.207" v="3810" actId="2696"/>
        <pc:sldMkLst>
          <pc:docMk/>
          <pc:sldMk cId="0" sldId="294"/>
        </pc:sldMkLst>
        <pc:spChg chg="mod">
          <ac:chgData name="Garima Singhal" userId="bd23a5c7e7d7f8f6" providerId="LiveId" clId="{C3672CA3-9754-4262-B5E4-E1F9A3F66D40}" dt="2024-08-26T08:06:12.143" v="422" actId="12"/>
          <ac:spMkLst>
            <pc:docMk/>
            <pc:sldMk cId="0" sldId="294"/>
            <ac:spMk id="3" creationId="{00000000-0000-0000-0000-000000000000}"/>
          </ac:spMkLst>
        </pc:spChg>
        <pc:spChg chg="mod">
          <ac:chgData name="Garima Singhal" userId="bd23a5c7e7d7f8f6" providerId="LiveId" clId="{C3672CA3-9754-4262-B5E4-E1F9A3F66D40}" dt="2024-08-26T08:05:56.445" v="416" actId="14100"/>
          <ac:spMkLst>
            <pc:docMk/>
            <pc:sldMk cId="0" sldId="294"/>
            <ac:spMk id="9" creationId="{00000000-0000-0000-0000-000000000000}"/>
          </ac:spMkLst>
        </pc:spChg>
        <pc:picChg chg="del mod">
          <ac:chgData name="Garima Singhal" userId="bd23a5c7e7d7f8f6" providerId="LiveId" clId="{C3672CA3-9754-4262-B5E4-E1F9A3F66D40}" dt="2024-08-26T08:05:45.915" v="412" actId="478"/>
          <ac:picMkLst>
            <pc:docMk/>
            <pc:sldMk cId="0" sldId="294"/>
            <ac:picMk id="10" creationId="{00000000-0000-0000-0000-000000000000}"/>
          </ac:picMkLst>
        </pc:picChg>
      </pc:sldChg>
      <pc:sldChg chg="delSp modSp del mod modNotes">
        <pc:chgData name="Garima Singhal" userId="bd23a5c7e7d7f8f6" providerId="LiveId" clId="{C3672CA3-9754-4262-B5E4-E1F9A3F66D40}" dt="2024-09-12T05:07:39.063" v="4122" actId="47"/>
        <pc:sldMkLst>
          <pc:docMk/>
          <pc:sldMk cId="0" sldId="295"/>
        </pc:sldMkLst>
        <pc:spChg chg="mod">
          <ac:chgData name="Garima Singhal" userId="bd23a5c7e7d7f8f6" providerId="LiveId" clId="{C3672CA3-9754-4262-B5E4-E1F9A3F66D40}" dt="2024-08-26T08:15:22.929" v="1355" actId="20577"/>
          <ac:spMkLst>
            <pc:docMk/>
            <pc:sldMk cId="0" sldId="295"/>
            <ac:spMk id="3" creationId="{00000000-0000-0000-0000-000000000000}"/>
          </ac:spMkLst>
        </pc:spChg>
        <pc:spChg chg="mod">
          <ac:chgData name="Garima Singhal" userId="bd23a5c7e7d7f8f6" providerId="LiveId" clId="{C3672CA3-9754-4262-B5E4-E1F9A3F66D40}" dt="2024-08-26T08:14:35.285" v="1205" actId="113"/>
          <ac:spMkLst>
            <pc:docMk/>
            <pc:sldMk cId="0" sldId="295"/>
            <ac:spMk id="8" creationId="{00000000-0000-0000-0000-000000000000}"/>
          </ac:spMkLst>
        </pc:spChg>
        <pc:picChg chg="del mod">
          <ac:chgData name="Garima Singhal" userId="bd23a5c7e7d7f8f6" providerId="LiveId" clId="{C3672CA3-9754-4262-B5E4-E1F9A3F66D40}" dt="2024-08-26T08:14:22.417" v="1201" actId="478"/>
          <ac:picMkLst>
            <pc:docMk/>
            <pc:sldMk cId="0" sldId="295"/>
            <ac:picMk id="10" creationId="{00000000-0000-0000-0000-000000000000}"/>
          </ac:picMkLst>
        </pc:picChg>
      </pc:sldChg>
      <pc:sldChg chg="delSp modSp del mod">
        <pc:chgData name="Garima Singhal" userId="bd23a5c7e7d7f8f6" providerId="LiveId" clId="{C3672CA3-9754-4262-B5E4-E1F9A3F66D40}" dt="2024-09-12T05:07:39.063" v="4122" actId="47"/>
        <pc:sldMkLst>
          <pc:docMk/>
          <pc:sldMk cId="0" sldId="296"/>
        </pc:sldMkLst>
        <pc:spChg chg="mod">
          <ac:chgData name="Garima Singhal" userId="bd23a5c7e7d7f8f6" providerId="LiveId" clId="{C3672CA3-9754-4262-B5E4-E1F9A3F66D40}" dt="2024-08-26T08:13:58.783" v="1196" actId="113"/>
          <ac:spMkLst>
            <pc:docMk/>
            <pc:sldMk cId="0" sldId="296"/>
            <ac:spMk id="8" creationId="{00000000-0000-0000-0000-000000000000}"/>
          </ac:spMkLst>
        </pc:spChg>
        <pc:spChg chg="mod">
          <ac:chgData name="Garima Singhal" userId="bd23a5c7e7d7f8f6" providerId="LiveId" clId="{C3672CA3-9754-4262-B5E4-E1F9A3F66D40}" dt="2024-08-26T08:14:13.981" v="1200" actId="14100"/>
          <ac:spMkLst>
            <pc:docMk/>
            <pc:sldMk cId="0" sldId="296"/>
            <ac:spMk id="9" creationId="{00000000-0000-0000-0000-000000000000}"/>
          </ac:spMkLst>
        </pc:spChg>
        <pc:picChg chg="del mod">
          <ac:chgData name="Garima Singhal" userId="bd23a5c7e7d7f8f6" providerId="LiveId" clId="{C3672CA3-9754-4262-B5E4-E1F9A3F66D40}" dt="2024-08-26T08:13:46.191" v="1192" actId="478"/>
          <ac:picMkLst>
            <pc:docMk/>
            <pc:sldMk cId="0" sldId="296"/>
            <ac:picMk id="11" creationId="{00000000-0000-0000-0000-000000000000}"/>
          </ac:picMkLst>
        </pc:picChg>
      </pc:sldChg>
      <pc:sldChg chg="delSp modSp del mod">
        <pc:chgData name="Garima Singhal" userId="bd23a5c7e7d7f8f6" providerId="LiveId" clId="{C3672CA3-9754-4262-B5E4-E1F9A3F66D40}" dt="2024-09-12T04:57:49.413" v="4028" actId="47"/>
        <pc:sldMkLst>
          <pc:docMk/>
          <pc:sldMk cId="0" sldId="297"/>
        </pc:sldMkLst>
        <pc:spChg chg="mod">
          <ac:chgData name="Garima Singhal" userId="bd23a5c7e7d7f8f6" providerId="LiveId" clId="{C3672CA3-9754-4262-B5E4-E1F9A3F66D40}" dt="2024-08-26T08:13:42.908" v="1191" actId="20577"/>
          <ac:spMkLst>
            <pc:docMk/>
            <pc:sldMk cId="0" sldId="297"/>
            <ac:spMk id="3" creationId="{00000000-0000-0000-0000-000000000000}"/>
          </ac:spMkLst>
        </pc:spChg>
        <pc:spChg chg="mod">
          <ac:chgData name="Garima Singhal" userId="bd23a5c7e7d7f8f6" providerId="LiveId" clId="{C3672CA3-9754-4262-B5E4-E1F9A3F66D40}" dt="2024-08-26T08:13:14.579" v="1174" actId="2711"/>
          <ac:spMkLst>
            <pc:docMk/>
            <pc:sldMk cId="0" sldId="297"/>
            <ac:spMk id="8" creationId="{00000000-0000-0000-0000-000000000000}"/>
          </ac:spMkLst>
        </pc:spChg>
        <pc:picChg chg="del mod">
          <ac:chgData name="Garima Singhal" userId="bd23a5c7e7d7f8f6" providerId="LiveId" clId="{C3672CA3-9754-4262-B5E4-E1F9A3F66D40}" dt="2024-08-26T08:13:02.746" v="1170" actId="478"/>
          <ac:picMkLst>
            <pc:docMk/>
            <pc:sldMk cId="0" sldId="297"/>
            <ac:picMk id="10" creationId="{00000000-0000-0000-0000-000000000000}"/>
          </ac:picMkLst>
        </pc:picChg>
      </pc:sldChg>
      <pc:sldChg chg="delSp modSp del mod">
        <pc:chgData name="Garima Singhal" userId="bd23a5c7e7d7f8f6" providerId="LiveId" clId="{C3672CA3-9754-4262-B5E4-E1F9A3F66D40}" dt="2024-09-12T04:57:49.413" v="4028" actId="47"/>
        <pc:sldMkLst>
          <pc:docMk/>
          <pc:sldMk cId="0" sldId="298"/>
        </pc:sldMkLst>
        <pc:spChg chg="mod">
          <ac:chgData name="Garima Singhal" userId="bd23a5c7e7d7f8f6" providerId="LiveId" clId="{C3672CA3-9754-4262-B5E4-E1F9A3F66D40}" dt="2024-08-26T08:12:57.321" v="1169" actId="20577"/>
          <ac:spMkLst>
            <pc:docMk/>
            <pc:sldMk cId="0" sldId="298"/>
            <ac:spMk id="3" creationId="{00000000-0000-0000-0000-000000000000}"/>
          </ac:spMkLst>
        </pc:spChg>
        <pc:spChg chg="mod">
          <ac:chgData name="Garima Singhal" userId="bd23a5c7e7d7f8f6" providerId="LiveId" clId="{C3672CA3-9754-4262-B5E4-E1F9A3F66D40}" dt="2024-08-26T08:12:37.298" v="1025" actId="113"/>
          <ac:spMkLst>
            <pc:docMk/>
            <pc:sldMk cId="0" sldId="298"/>
            <ac:spMk id="8" creationId="{00000000-0000-0000-0000-000000000000}"/>
          </ac:spMkLst>
        </pc:spChg>
        <pc:picChg chg="del mod">
          <ac:chgData name="Garima Singhal" userId="bd23a5c7e7d7f8f6" providerId="LiveId" clId="{C3672CA3-9754-4262-B5E4-E1F9A3F66D40}" dt="2024-08-26T08:12:26.184" v="1022" actId="478"/>
          <ac:picMkLst>
            <pc:docMk/>
            <pc:sldMk cId="0" sldId="298"/>
            <ac:picMk id="10" creationId="{00000000-0000-0000-0000-000000000000}"/>
          </ac:picMkLst>
        </pc:picChg>
      </pc:sldChg>
      <pc:sldChg chg="delSp modSp del mod">
        <pc:chgData name="Garima Singhal" userId="bd23a5c7e7d7f8f6" providerId="LiveId" clId="{C3672CA3-9754-4262-B5E4-E1F9A3F66D40}" dt="2024-09-12T04:57:49.413" v="4028" actId="47"/>
        <pc:sldMkLst>
          <pc:docMk/>
          <pc:sldMk cId="0" sldId="299"/>
        </pc:sldMkLst>
        <pc:spChg chg="mod">
          <ac:chgData name="Garima Singhal" userId="bd23a5c7e7d7f8f6" providerId="LiveId" clId="{C3672CA3-9754-4262-B5E4-E1F9A3F66D40}" dt="2024-08-26T08:12:11.580" v="1017" actId="20577"/>
          <ac:spMkLst>
            <pc:docMk/>
            <pc:sldMk cId="0" sldId="299"/>
            <ac:spMk id="9" creationId="{00000000-0000-0000-0000-000000000000}"/>
          </ac:spMkLst>
        </pc:spChg>
        <pc:spChg chg="mod">
          <ac:chgData name="Garima Singhal" userId="bd23a5c7e7d7f8f6" providerId="LiveId" clId="{C3672CA3-9754-4262-B5E4-E1F9A3F66D40}" dt="2024-08-26T08:12:18.243" v="1021" actId="20577"/>
          <ac:spMkLst>
            <pc:docMk/>
            <pc:sldMk cId="0" sldId="299"/>
            <ac:spMk id="10" creationId="{00000000-0000-0000-0000-000000000000}"/>
          </ac:spMkLst>
        </pc:spChg>
        <pc:picChg chg="del mod">
          <ac:chgData name="Garima Singhal" userId="bd23a5c7e7d7f8f6" providerId="LiveId" clId="{C3672CA3-9754-4262-B5E4-E1F9A3F66D40}" dt="2024-08-26T08:11:59.380" v="1012" actId="478"/>
          <ac:picMkLst>
            <pc:docMk/>
            <pc:sldMk cId="0" sldId="299"/>
            <ac:picMk id="11" creationId="{00000000-0000-0000-0000-000000000000}"/>
          </ac:picMkLst>
        </pc:picChg>
      </pc:sldChg>
      <pc:sldChg chg="delSp modSp del mod">
        <pc:chgData name="Garima Singhal" userId="bd23a5c7e7d7f8f6" providerId="LiveId" clId="{C3672CA3-9754-4262-B5E4-E1F9A3F66D40}" dt="2024-09-12T04:57:49.413" v="4028" actId="47"/>
        <pc:sldMkLst>
          <pc:docMk/>
          <pc:sldMk cId="0" sldId="300"/>
        </pc:sldMkLst>
        <pc:spChg chg="mod">
          <ac:chgData name="Garima Singhal" userId="bd23a5c7e7d7f8f6" providerId="LiveId" clId="{C3672CA3-9754-4262-B5E4-E1F9A3F66D40}" dt="2024-08-26T08:11:45.793" v="971" actId="20577"/>
          <ac:spMkLst>
            <pc:docMk/>
            <pc:sldMk cId="0" sldId="300"/>
            <ac:spMk id="3" creationId="{00000000-0000-0000-0000-000000000000}"/>
          </ac:spMkLst>
        </pc:spChg>
        <pc:spChg chg="mod">
          <ac:chgData name="Garima Singhal" userId="bd23a5c7e7d7f8f6" providerId="LiveId" clId="{C3672CA3-9754-4262-B5E4-E1F9A3F66D40}" dt="2024-08-26T08:11:22.273" v="874" actId="113"/>
          <ac:spMkLst>
            <pc:docMk/>
            <pc:sldMk cId="0" sldId="300"/>
            <ac:spMk id="8" creationId="{00000000-0000-0000-0000-000000000000}"/>
          </ac:spMkLst>
        </pc:spChg>
        <pc:picChg chg="del mod">
          <ac:chgData name="Garima Singhal" userId="bd23a5c7e7d7f8f6" providerId="LiveId" clId="{C3672CA3-9754-4262-B5E4-E1F9A3F66D40}" dt="2024-08-26T08:11:13.557" v="871" actId="478"/>
          <ac:picMkLst>
            <pc:docMk/>
            <pc:sldMk cId="0" sldId="300"/>
            <ac:picMk id="10" creationId="{00000000-0000-0000-0000-000000000000}"/>
          </ac:picMkLst>
        </pc:picChg>
      </pc:sldChg>
      <pc:sldChg chg="delSp modSp del mod">
        <pc:chgData name="Garima Singhal" userId="bd23a5c7e7d7f8f6" providerId="LiveId" clId="{C3672CA3-9754-4262-B5E4-E1F9A3F66D40}" dt="2024-09-12T04:57:49.413" v="4028" actId="47"/>
        <pc:sldMkLst>
          <pc:docMk/>
          <pc:sldMk cId="0" sldId="301"/>
        </pc:sldMkLst>
        <pc:spChg chg="mod">
          <ac:chgData name="Garima Singhal" userId="bd23a5c7e7d7f8f6" providerId="LiveId" clId="{C3672CA3-9754-4262-B5E4-E1F9A3F66D40}" dt="2024-08-26T08:11:01.449" v="868" actId="20577"/>
          <ac:spMkLst>
            <pc:docMk/>
            <pc:sldMk cId="0" sldId="301"/>
            <ac:spMk id="3" creationId="{00000000-0000-0000-0000-000000000000}"/>
          </ac:spMkLst>
        </pc:spChg>
        <pc:spChg chg="mod">
          <ac:chgData name="Garima Singhal" userId="bd23a5c7e7d7f8f6" providerId="LiveId" clId="{C3672CA3-9754-4262-B5E4-E1F9A3F66D40}" dt="2024-08-26T08:11:08.257" v="870" actId="113"/>
          <ac:spMkLst>
            <pc:docMk/>
            <pc:sldMk cId="0" sldId="301"/>
            <ac:spMk id="8" creationId="{00000000-0000-0000-0000-000000000000}"/>
          </ac:spMkLst>
        </pc:spChg>
        <pc:picChg chg="del mod">
          <ac:chgData name="Garima Singhal" userId="bd23a5c7e7d7f8f6" providerId="LiveId" clId="{C3672CA3-9754-4262-B5E4-E1F9A3F66D40}" dt="2024-08-26T08:10:36.246" v="847" actId="478"/>
          <ac:picMkLst>
            <pc:docMk/>
            <pc:sldMk cId="0" sldId="301"/>
            <ac:picMk id="10" creationId="{00000000-0000-0000-0000-000000000000}"/>
          </ac:picMkLst>
        </pc:picChg>
      </pc:sldChg>
      <pc:sldChg chg="delSp modSp mod">
        <pc:chgData name="Garima Singhal" userId="bd23a5c7e7d7f8f6" providerId="LiveId" clId="{C3672CA3-9754-4262-B5E4-E1F9A3F66D40}" dt="2024-08-26T08:41:43.326" v="2215" actId="113"/>
        <pc:sldMkLst>
          <pc:docMk/>
          <pc:sldMk cId="0" sldId="303"/>
        </pc:sldMkLst>
        <pc:spChg chg="mod">
          <ac:chgData name="Garima Singhal" userId="bd23a5c7e7d7f8f6" providerId="LiveId" clId="{C3672CA3-9754-4262-B5E4-E1F9A3F66D40}" dt="2024-08-26T08:41:43.326" v="2215" actId="113"/>
          <ac:spMkLst>
            <pc:docMk/>
            <pc:sldMk cId="0" sldId="303"/>
            <ac:spMk id="8" creationId="{00000000-0000-0000-0000-000000000000}"/>
          </ac:spMkLst>
        </pc:spChg>
        <pc:spChg chg="mod">
          <ac:chgData name="Garima Singhal" userId="bd23a5c7e7d7f8f6" providerId="LiveId" clId="{C3672CA3-9754-4262-B5E4-E1F9A3F66D40}" dt="2024-08-26T07:30:25.632" v="6"/>
          <ac:spMkLst>
            <pc:docMk/>
            <pc:sldMk cId="0" sldId="303"/>
            <ac:spMk id="9" creationId="{00000000-0000-0000-0000-000000000000}"/>
          </ac:spMkLst>
        </pc:spChg>
        <pc:picChg chg="del mod">
          <ac:chgData name="Garima Singhal" userId="bd23a5c7e7d7f8f6" providerId="LiveId" clId="{C3672CA3-9754-4262-B5E4-E1F9A3F66D40}" dt="2024-08-26T08:41:31.115" v="2211" actId="478"/>
          <ac:picMkLst>
            <pc:docMk/>
            <pc:sldMk cId="0" sldId="303"/>
            <ac:picMk id="11" creationId="{00000000-0000-0000-0000-000000000000}"/>
          </ac:picMkLst>
        </pc:picChg>
        <pc:picChg chg="mod">
          <ac:chgData name="Garima Singhal" userId="bd23a5c7e7d7f8f6" providerId="LiveId" clId="{C3672CA3-9754-4262-B5E4-E1F9A3F66D40}" dt="2024-08-26T07:30:25.632" v="6"/>
          <ac:picMkLst>
            <pc:docMk/>
            <pc:sldMk cId="0" sldId="303"/>
            <ac:picMk id="2050" creationId="{00000000-0000-0000-0000-000000000000}"/>
          </ac:picMkLst>
        </pc:picChg>
      </pc:sldChg>
      <pc:sldChg chg="delSp modSp mod">
        <pc:chgData name="Garima Singhal" userId="bd23a5c7e7d7f8f6" providerId="LiveId" clId="{C3672CA3-9754-4262-B5E4-E1F9A3F66D40}" dt="2024-08-26T08:41:25.425" v="2210" actId="20577"/>
        <pc:sldMkLst>
          <pc:docMk/>
          <pc:sldMk cId="0" sldId="304"/>
        </pc:sldMkLst>
        <pc:spChg chg="mod">
          <ac:chgData name="Garima Singhal" userId="bd23a5c7e7d7f8f6" providerId="LiveId" clId="{C3672CA3-9754-4262-B5E4-E1F9A3F66D40}" dt="2024-08-26T08:41:25.425" v="2210" actId="20577"/>
          <ac:spMkLst>
            <pc:docMk/>
            <pc:sldMk cId="0" sldId="304"/>
            <ac:spMk id="3" creationId="{00000000-0000-0000-0000-000000000000}"/>
          </ac:spMkLst>
        </pc:spChg>
        <pc:spChg chg="mod">
          <ac:chgData name="Garima Singhal" userId="bd23a5c7e7d7f8f6" providerId="LiveId" clId="{C3672CA3-9754-4262-B5E4-E1F9A3F66D40}" dt="2024-08-26T08:40:27.791" v="2025" actId="113"/>
          <ac:spMkLst>
            <pc:docMk/>
            <pc:sldMk cId="0" sldId="304"/>
            <ac:spMk id="8" creationId="{00000000-0000-0000-0000-000000000000}"/>
          </ac:spMkLst>
        </pc:spChg>
        <pc:picChg chg="del mod">
          <ac:chgData name="Garima Singhal" userId="bd23a5c7e7d7f8f6" providerId="LiveId" clId="{C3672CA3-9754-4262-B5E4-E1F9A3F66D40}" dt="2024-08-26T08:40:13.183" v="2018" actId="478"/>
          <ac:picMkLst>
            <pc:docMk/>
            <pc:sldMk cId="0" sldId="304"/>
            <ac:picMk id="10" creationId="{00000000-0000-0000-0000-000000000000}"/>
          </ac:picMkLst>
        </pc:picChg>
      </pc:sldChg>
      <pc:sldChg chg="delSp modSp mod modNotes">
        <pc:chgData name="Garima Singhal" userId="bd23a5c7e7d7f8f6" providerId="LiveId" clId="{C3672CA3-9754-4262-B5E4-E1F9A3F66D40}" dt="2024-08-26T08:35:03.253" v="1742" actId="113"/>
        <pc:sldMkLst>
          <pc:docMk/>
          <pc:sldMk cId="0" sldId="305"/>
        </pc:sldMkLst>
        <pc:spChg chg="mod">
          <ac:chgData name="Garima Singhal" userId="bd23a5c7e7d7f8f6" providerId="LiveId" clId="{C3672CA3-9754-4262-B5E4-E1F9A3F66D40}" dt="2024-08-26T08:34:55.835" v="1740" actId="20577"/>
          <ac:spMkLst>
            <pc:docMk/>
            <pc:sldMk cId="0" sldId="305"/>
            <ac:spMk id="3" creationId="{00000000-0000-0000-0000-000000000000}"/>
          </ac:spMkLst>
        </pc:spChg>
        <pc:spChg chg="mod">
          <ac:chgData name="Garima Singhal" userId="bd23a5c7e7d7f8f6" providerId="LiveId" clId="{C3672CA3-9754-4262-B5E4-E1F9A3F66D40}" dt="2024-08-26T08:35:03.253" v="1742" actId="113"/>
          <ac:spMkLst>
            <pc:docMk/>
            <pc:sldMk cId="0" sldId="305"/>
            <ac:spMk id="8" creationId="{00000000-0000-0000-0000-000000000000}"/>
          </ac:spMkLst>
        </pc:spChg>
        <pc:spChg chg="mod">
          <ac:chgData name="Garima Singhal" userId="bd23a5c7e7d7f8f6" providerId="LiveId" clId="{C3672CA3-9754-4262-B5E4-E1F9A3F66D40}" dt="2024-08-26T08:34:46.347" v="1701" actId="1076"/>
          <ac:spMkLst>
            <pc:docMk/>
            <pc:sldMk cId="0" sldId="305"/>
            <ac:spMk id="9" creationId="{00000000-0000-0000-0000-000000000000}"/>
          </ac:spMkLst>
        </pc:spChg>
        <pc:picChg chg="del mod">
          <ac:chgData name="Garima Singhal" userId="bd23a5c7e7d7f8f6" providerId="LiveId" clId="{C3672CA3-9754-4262-B5E4-E1F9A3F66D40}" dt="2024-08-26T08:21:34.545" v="1688" actId="478"/>
          <ac:picMkLst>
            <pc:docMk/>
            <pc:sldMk cId="0" sldId="305"/>
            <ac:picMk id="11" creationId="{00000000-0000-0000-0000-000000000000}"/>
          </ac:picMkLst>
        </pc:picChg>
      </pc:sldChg>
      <pc:sldChg chg="delSp modSp mod">
        <pc:chgData name="Garima Singhal" userId="bd23a5c7e7d7f8f6" providerId="LiveId" clId="{C3672CA3-9754-4262-B5E4-E1F9A3F66D40}" dt="2024-08-26T08:20:49.789" v="1680" actId="20577"/>
        <pc:sldMkLst>
          <pc:docMk/>
          <pc:sldMk cId="0" sldId="306"/>
        </pc:sldMkLst>
        <pc:spChg chg="mod">
          <ac:chgData name="Garima Singhal" userId="bd23a5c7e7d7f8f6" providerId="LiveId" clId="{C3672CA3-9754-4262-B5E4-E1F9A3F66D40}" dt="2024-08-26T08:20:49.789" v="1680" actId="20577"/>
          <ac:spMkLst>
            <pc:docMk/>
            <pc:sldMk cId="0" sldId="306"/>
            <ac:spMk id="3" creationId="{00000000-0000-0000-0000-000000000000}"/>
          </ac:spMkLst>
        </pc:spChg>
        <pc:spChg chg="mod">
          <ac:chgData name="Garima Singhal" userId="bd23a5c7e7d7f8f6" providerId="LiveId" clId="{C3672CA3-9754-4262-B5E4-E1F9A3F66D40}" dt="2024-08-26T08:19:58.324" v="1658" actId="14100"/>
          <ac:spMkLst>
            <pc:docMk/>
            <pc:sldMk cId="0" sldId="306"/>
            <ac:spMk id="8" creationId="{00000000-0000-0000-0000-000000000000}"/>
          </ac:spMkLst>
        </pc:spChg>
        <pc:picChg chg="del mod">
          <ac:chgData name="Garima Singhal" userId="bd23a5c7e7d7f8f6" providerId="LiveId" clId="{C3672CA3-9754-4262-B5E4-E1F9A3F66D40}" dt="2024-08-26T08:19:51.548" v="1656" actId="478"/>
          <ac:picMkLst>
            <pc:docMk/>
            <pc:sldMk cId="0" sldId="306"/>
            <ac:picMk id="10" creationId="{00000000-0000-0000-0000-000000000000}"/>
          </ac:picMkLst>
        </pc:picChg>
      </pc:sldChg>
      <pc:sldChg chg="addSp delSp modSp mod">
        <pc:chgData name="Garima Singhal" userId="bd23a5c7e7d7f8f6" providerId="LiveId" clId="{C3672CA3-9754-4262-B5E4-E1F9A3F66D40}" dt="2024-08-26T08:21:10.990" v="1682" actId="12"/>
        <pc:sldMkLst>
          <pc:docMk/>
          <pc:sldMk cId="0" sldId="307"/>
        </pc:sldMkLst>
        <pc:spChg chg="add del mod">
          <ac:chgData name="Garima Singhal" userId="bd23a5c7e7d7f8f6" providerId="LiveId" clId="{C3672CA3-9754-4262-B5E4-E1F9A3F66D40}" dt="2024-08-26T08:19:46.058" v="1655" actId="478"/>
          <ac:spMkLst>
            <pc:docMk/>
            <pc:sldMk cId="0" sldId="307"/>
            <ac:spMk id="8" creationId="{00000000-0000-0000-0000-000000000000}"/>
          </ac:spMkLst>
        </pc:spChg>
        <pc:spChg chg="mod">
          <ac:chgData name="Garima Singhal" userId="bd23a5c7e7d7f8f6" providerId="LiveId" clId="{C3672CA3-9754-4262-B5E4-E1F9A3F66D40}" dt="2024-08-26T08:19:29.513" v="1648" actId="113"/>
          <ac:spMkLst>
            <pc:docMk/>
            <pc:sldMk cId="0" sldId="307"/>
            <ac:spMk id="11" creationId="{00000000-0000-0000-0000-000000000000}"/>
          </ac:spMkLst>
        </pc:spChg>
        <pc:spChg chg="mod">
          <ac:chgData name="Garima Singhal" userId="bd23a5c7e7d7f8f6" providerId="LiveId" clId="{C3672CA3-9754-4262-B5E4-E1F9A3F66D40}" dt="2024-08-26T08:21:04.247" v="1681" actId="12"/>
          <ac:spMkLst>
            <pc:docMk/>
            <pc:sldMk cId="0" sldId="307"/>
            <ac:spMk id="12" creationId="{00000000-0000-0000-0000-000000000000}"/>
          </ac:spMkLst>
        </pc:spChg>
        <pc:spChg chg="mod">
          <ac:chgData name="Garima Singhal" userId="bd23a5c7e7d7f8f6" providerId="LiveId" clId="{C3672CA3-9754-4262-B5E4-E1F9A3F66D40}" dt="2024-08-26T08:21:10.990" v="1682" actId="12"/>
          <ac:spMkLst>
            <pc:docMk/>
            <pc:sldMk cId="0" sldId="307"/>
            <ac:spMk id="13" creationId="{00000000-0000-0000-0000-000000000000}"/>
          </ac:spMkLst>
        </pc:spChg>
        <pc:picChg chg="del mod">
          <ac:chgData name="Garima Singhal" userId="bd23a5c7e7d7f8f6" providerId="LiveId" clId="{C3672CA3-9754-4262-B5E4-E1F9A3F66D40}" dt="2024-08-26T08:19:41.415" v="1652" actId="478"/>
          <ac:picMkLst>
            <pc:docMk/>
            <pc:sldMk cId="0" sldId="307"/>
            <ac:picMk id="10" creationId="{00000000-0000-0000-0000-000000000000}"/>
          </ac:picMkLst>
        </pc:picChg>
      </pc:sldChg>
      <pc:sldChg chg="delSp modSp mod">
        <pc:chgData name="Garima Singhal" userId="bd23a5c7e7d7f8f6" providerId="LiveId" clId="{C3672CA3-9754-4262-B5E4-E1F9A3F66D40}" dt="2024-08-26T08:19:09.920" v="1641" actId="113"/>
        <pc:sldMkLst>
          <pc:docMk/>
          <pc:sldMk cId="0" sldId="308"/>
        </pc:sldMkLst>
        <pc:spChg chg="mod">
          <ac:chgData name="Garima Singhal" userId="bd23a5c7e7d7f8f6" providerId="LiveId" clId="{C3672CA3-9754-4262-B5E4-E1F9A3F66D40}" dt="2024-08-26T08:19:09.920" v="1641" actId="113"/>
          <ac:spMkLst>
            <pc:docMk/>
            <pc:sldMk cId="0" sldId="308"/>
            <ac:spMk id="8" creationId="{00000000-0000-0000-0000-000000000000}"/>
          </ac:spMkLst>
        </pc:spChg>
        <pc:spChg chg="mod">
          <ac:chgData name="Garima Singhal" userId="bd23a5c7e7d7f8f6" providerId="LiveId" clId="{C3672CA3-9754-4262-B5E4-E1F9A3F66D40}" dt="2024-08-26T08:18:54.187" v="1636" actId="20577"/>
          <ac:spMkLst>
            <pc:docMk/>
            <pc:sldMk cId="0" sldId="308"/>
            <ac:spMk id="9" creationId="{00000000-0000-0000-0000-000000000000}"/>
          </ac:spMkLst>
        </pc:spChg>
        <pc:picChg chg="del mod">
          <ac:chgData name="Garima Singhal" userId="bd23a5c7e7d7f8f6" providerId="LiveId" clId="{C3672CA3-9754-4262-B5E4-E1F9A3F66D40}" dt="2024-08-26T08:18:56.166" v="1637" actId="478"/>
          <ac:picMkLst>
            <pc:docMk/>
            <pc:sldMk cId="0" sldId="308"/>
            <ac:picMk id="11" creationId="{00000000-0000-0000-0000-000000000000}"/>
          </ac:picMkLst>
        </pc:picChg>
      </pc:sldChg>
      <pc:sldChg chg="delSp modSp mod">
        <pc:chgData name="Garima Singhal" userId="bd23a5c7e7d7f8f6" providerId="LiveId" clId="{C3672CA3-9754-4262-B5E4-E1F9A3F66D40}" dt="2024-08-26T08:18:27.258" v="1614" actId="20577"/>
        <pc:sldMkLst>
          <pc:docMk/>
          <pc:sldMk cId="0" sldId="309"/>
        </pc:sldMkLst>
        <pc:spChg chg="mod">
          <ac:chgData name="Garima Singhal" userId="bd23a5c7e7d7f8f6" providerId="LiveId" clId="{C3672CA3-9754-4262-B5E4-E1F9A3F66D40}" dt="2024-08-26T08:18:27.258" v="1614" actId="20577"/>
          <ac:spMkLst>
            <pc:docMk/>
            <pc:sldMk cId="0" sldId="309"/>
            <ac:spMk id="3" creationId="{00000000-0000-0000-0000-000000000000}"/>
          </ac:spMkLst>
        </pc:spChg>
        <pc:spChg chg="mod">
          <ac:chgData name="Garima Singhal" userId="bd23a5c7e7d7f8f6" providerId="LiveId" clId="{C3672CA3-9754-4262-B5E4-E1F9A3F66D40}" dt="2024-08-26T08:17:49.461" v="1400" actId="2711"/>
          <ac:spMkLst>
            <pc:docMk/>
            <pc:sldMk cId="0" sldId="309"/>
            <ac:spMk id="8" creationId="{00000000-0000-0000-0000-000000000000}"/>
          </ac:spMkLst>
        </pc:spChg>
        <pc:picChg chg="del mod">
          <ac:chgData name="Garima Singhal" userId="bd23a5c7e7d7f8f6" providerId="LiveId" clId="{C3672CA3-9754-4262-B5E4-E1F9A3F66D40}" dt="2024-08-26T08:17:37.781" v="1396" actId="478"/>
          <ac:picMkLst>
            <pc:docMk/>
            <pc:sldMk cId="0" sldId="309"/>
            <ac:picMk id="10" creationId="{00000000-0000-0000-0000-000000000000}"/>
          </ac:picMkLst>
        </pc:picChg>
      </pc:sldChg>
      <pc:sldChg chg="delSp modSp del mod">
        <pc:chgData name="Garima Singhal" userId="bd23a5c7e7d7f8f6" providerId="LiveId" clId="{C3672CA3-9754-4262-B5E4-E1F9A3F66D40}" dt="2024-09-12T05:07:39.063" v="4122" actId="47"/>
        <pc:sldMkLst>
          <pc:docMk/>
          <pc:sldMk cId="0" sldId="310"/>
        </pc:sldMkLst>
        <pc:spChg chg="mod">
          <ac:chgData name="Garima Singhal" userId="bd23a5c7e7d7f8f6" providerId="LiveId" clId="{C3672CA3-9754-4262-B5E4-E1F9A3F66D40}" dt="2024-08-26T08:15:52.293" v="1363" actId="14100"/>
          <ac:spMkLst>
            <pc:docMk/>
            <pc:sldMk cId="0" sldId="310"/>
            <ac:spMk id="3" creationId="{00000000-0000-0000-0000-000000000000}"/>
          </ac:spMkLst>
        </pc:spChg>
        <pc:spChg chg="mod">
          <ac:chgData name="Garima Singhal" userId="bd23a5c7e7d7f8f6" providerId="LiveId" clId="{C3672CA3-9754-4262-B5E4-E1F9A3F66D40}" dt="2024-08-26T08:15:40.482" v="1360" actId="113"/>
          <ac:spMkLst>
            <pc:docMk/>
            <pc:sldMk cId="0" sldId="310"/>
            <ac:spMk id="8" creationId="{00000000-0000-0000-0000-000000000000}"/>
          </ac:spMkLst>
        </pc:spChg>
        <pc:picChg chg="del mod">
          <ac:chgData name="Garima Singhal" userId="bd23a5c7e7d7f8f6" providerId="LiveId" clId="{C3672CA3-9754-4262-B5E4-E1F9A3F66D40}" dt="2024-08-26T08:15:27.593" v="1356" actId="478"/>
          <ac:picMkLst>
            <pc:docMk/>
            <pc:sldMk cId="0" sldId="310"/>
            <ac:picMk id="10" creationId="{00000000-0000-0000-0000-000000000000}"/>
          </ac:picMkLst>
        </pc:picChg>
      </pc:sldChg>
      <pc:sldChg chg="addSp delSp modSp del mod ord">
        <pc:chgData name="Garima Singhal" userId="bd23a5c7e7d7f8f6" providerId="LiveId" clId="{C3672CA3-9754-4262-B5E4-E1F9A3F66D40}" dt="2024-09-12T04:57:49.413" v="4028" actId="47"/>
        <pc:sldMkLst>
          <pc:docMk/>
          <pc:sldMk cId="0" sldId="311"/>
        </pc:sldMkLst>
        <pc:spChg chg="add">
          <ac:chgData name="Garima Singhal" userId="bd23a5c7e7d7f8f6" providerId="LiveId" clId="{C3672CA3-9754-4262-B5E4-E1F9A3F66D40}" dt="2024-09-05T05:02:05.156" v="3819" actId="22"/>
          <ac:spMkLst>
            <pc:docMk/>
            <pc:sldMk cId="0" sldId="311"/>
            <ac:spMk id="3" creationId="{5128D1E3-25E2-FB34-E5EE-CCDED0A57A6E}"/>
          </ac:spMkLst>
        </pc:spChg>
        <pc:spChg chg="mod">
          <ac:chgData name="Garima Singhal" userId="bd23a5c7e7d7f8f6" providerId="LiveId" clId="{C3672CA3-9754-4262-B5E4-E1F9A3F66D40}" dt="2024-08-26T08:08:52.430" v="669" actId="14100"/>
          <ac:spMkLst>
            <pc:docMk/>
            <pc:sldMk cId="0" sldId="311"/>
            <ac:spMk id="8" creationId="{00000000-0000-0000-0000-000000000000}"/>
          </ac:spMkLst>
        </pc:spChg>
        <pc:spChg chg="mod">
          <ac:chgData name="Garima Singhal" userId="bd23a5c7e7d7f8f6" providerId="LiveId" clId="{C3672CA3-9754-4262-B5E4-E1F9A3F66D40}" dt="2024-08-26T08:09:01.013" v="672" actId="14100"/>
          <ac:spMkLst>
            <pc:docMk/>
            <pc:sldMk cId="0" sldId="311"/>
            <ac:spMk id="9" creationId="{00000000-0000-0000-0000-000000000000}"/>
          </ac:spMkLst>
        </pc:spChg>
        <pc:picChg chg="del mod">
          <ac:chgData name="Garima Singhal" userId="bd23a5c7e7d7f8f6" providerId="LiveId" clId="{C3672CA3-9754-4262-B5E4-E1F9A3F66D40}" dt="2024-08-26T08:08:41.727" v="665" actId="478"/>
          <ac:picMkLst>
            <pc:docMk/>
            <pc:sldMk cId="0" sldId="311"/>
            <ac:picMk id="11" creationId="{00000000-0000-0000-0000-000000000000}"/>
          </ac:picMkLst>
        </pc:picChg>
      </pc:sldChg>
      <pc:sldChg chg="delSp modSp del mod">
        <pc:chgData name="Garima Singhal" userId="bd23a5c7e7d7f8f6" providerId="LiveId" clId="{C3672CA3-9754-4262-B5E4-E1F9A3F66D40}" dt="2024-09-12T04:57:49.413" v="4028" actId="47"/>
        <pc:sldMkLst>
          <pc:docMk/>
          <pc:sldMk cId="0" sldId="312"/>
        </pc:sldMkLst>
        <pc:spChg chg="mod">
          <ac:chgData name="Garima Singhal" userId="bd23a5c7e7d7f8f6" providerId="LiveId" clId="{C3672CA3-9754-4262-B5E4-E1F9A3F66D40}" dt="2024-08-26T08:10:31.574" v="846" actId="20577"/>
          <ac:spMkLst>
            <pc:docMk/>
            <pc:sldMk cId="0" sldId="312"/>
            <ac:spMk id="3" creationId="{00000000-0000-0000-0000-000000000000}"/>
          </ac:spMkLst>
        </pc:spChg>
        <pc:spChg chg="mod">
          <ac:chgData name="Garima Singhal" userId="bd23a5c7e7d7f8f6" providerId="LiveId" clId="{C3672CA3-9754-4262-B5E4-E1F9A3F66D40}" dt="2024-08-26T08:09:52.041" v="685" actId="113"/>
          <ac:spMkLst>
            <pc:docMk/>
            <pc:sldMk cId="0" sldId="312"/>
            <ac:spMk id="8" creationId="{00000000-0000-0000-0000-000000000000}"/>
          </ac:spMkLst>
        </pc:spChg>
        <pc:picChg chg="del mod">
          <ac:chgData name="Garima Singhal" userId="bd23a5c7e7d7f8f6" providerId="LiveId" clId="{C3672CA3-9754-4262-B5E4-E1F9A3F66D40}" dt="2024-08-26T08:09:41.081" v="681" actId="478"/>
          <ac:picMkLst>
            <pc:docMk/>
            <pc:sldMk cId="0" sldId="312"/>
            <ac:picMk id="10" creationId="{00000000-0000-0000-0000-000000000000}"/>
          </ac:picMkLst>
        </pc:picChg>
      </pc:sldChg>
      <pc:sldChg chg="delSp modSp mod">
        <pc:chgData name="Garima Singhal" userId="bd23a5c7e7d7f8f6" providerId="LiveId" clId="{C3672CA3-9754-4262-B5E4-E1F9A3F66D40}" dt="2024-08-26T08:46:30.517" v="2647" actId="113"/>
        <pc:sldMkLst>
          <pc:docMk/>
          <pc:sldMk cId="0" sldId="315"/>
        </pc:sldMkLst>
        <pc:spChg chg="mod">
          <ac:chgData name="Garima Singhal" userId="bd23a5c7e7d7f8f6" providerId="LiveId" clId="{C3672CA3-9754-4262-B5E4-E1F9A3F66D40}" dt="2024-08-26T07:30:25.632" v="6"/>
          <ac:spMkLst>
            <pc:docMk/>
            <pc:sldMk cId="0" sldId="315"/>
            <ac:spMk id="3" creationId="{00000000-0000-0000-0000-000000000000}"/>
          </ac:spMkLst>
        </pc:spChg>
        <pc:spChg chg="mod">
          <ac:chgData name="Garima Singhal" userId="bd23a5c7e7d7f8f6" providerId="LiveId" clId="{C3672CA3-9754-4262-B5E4-E1F9A3F66D40}" dt="2024-08-26T08:46:30.517" v="2647" actId="113"/>
          <ac:spMkLst>
            <pc:docMk/>
            <pc:sldMk cId="0" sldId="315"/>
            <ac:spMk id="7" creationId="{00000000-0000-0000-0000-000000000000}"/>
          </ac:spMkLst>
        </pc:spChg>
        <pc:spChg chg="mod">
          <ac:chgData name="Garima Singhal" userId="bd23a5c7e7d7f8f6" providerId="LiveId" clId="{C3672CA3-9754-4262-B5E4-E1F9A3F66D40}" dt="2024-08-26T08:45:49.484" v="2634" actId="14100"/>
          <ac:spMkLst>
            <pc:docMk/>
            <pc:sldMk cId="0" sldId="315"/>
            <ac:spMk id="9" creationId="{00000000-0000-0000-0000-000000000000}"/>
          </ac:spMkLst>
        </pc:spChg>
        <pc:picChg chg="del mod">
          <ac:chgData name="Garima Singhal" userId="bd23a5c7e7d7f8f6" providerId="LiveId" clId="{C3672CA3-9754-4262-B5E4-E1F9A3F66D40}" dt="2024-08-26T08:45:40.143" v="2631" actId="478"/>
          <ac:picMkLst>
            <pc:docMk/>
            <pc:sldMk cId="0" sldId="315"/>
            <ac:picMk id="11" creationId="{00000000-0000-0000-0000-000000000000}"/>
          </ac:picMkLst>
        </pc:picChg>
      </pc:sldChg>
      <pc:sldChg chg="delSp modSp mod">
        <pc:chgData name="Garima Singhal" userId="bd23a5c7e7d7f8f6" providerId="LiveId" clId="{C3672CA3-9754-4262-B5E4-E1F9A3F66D40}" dt="2024-08-26T08:47:15.959" v="2668" actId="113"/>
        <pc:sldMkLst>
          <pc:docMk/>
          <pc:sldMk cId="0" sldId="316"/>
        </pc:sldMkLst>
        <pc:spChg chg="mod">
          <ac:chgData name="Garima Singhal" userId="bd23a5c7e7d7f8f6" providerId="LiveId" clId="{C3672CA3-9754-4262-B5E4-E1F9A3F66D40}" dt="2024-08-26T08:47:10.904" v="2666" actId="20577"/>
          <ac:spMkLst>
            <pc:docMk/>
            <pc:sldMk cId="0" sldId="316"/>
            <ac:spMk id="3" creationId="{00000000-0000-0000-0000-000000000000}"/>
          </ac:spMkLst>
        </pc:spChg>
        <pc:spChg chg="mod">
          <ac:chgData name="Garima Singhal" userId="bd23a5c7e7d7f8f6" providerId="LiveId" clId="{C3672CA3-9754-4262-B5E4-E1F9A3F66D40}" dt="2024-08-26T08:47:15.959" v="2668" actId="113"/>
          <ac:spMkLst>
            <pc:docMk/>
            <pc:sldMk cId="0" sldId="316"/>
            <ac:spMk id="7" creationId="{00000000-0000-0000-0000-000000000000}"/>
          </ac:spMkLst>
        </pc:spChg>
        <pc:picChg chg="del mod">
          <ac:chgData name="Garima Singhal" userId="bd23a5c7e7d7f8f6" providerId="LiveId" clId="{C3672CA3-9754-4262-B5E4-E1F9A3F66D40}" dt="2024-08-26T08:46:55.675" v="2657" actId="478"/>
          <ac:picMkLst>
            <pc:docMk/>
            <pc:sldMk cId="0" sldId="316"/>
            <ac:picMk id="10" creationId="{00000000-0000-0000-0000-000000000000}"/>
          </ac:picMkLst>
        </pc:picChg>
      </pc:sldChg>
      <pc:sldChg chg="delSp modSp mod">
        <pc:chgData name="Garima Singhal" userId="bd23a5c7e7d7f8f6" providerId="LiveId" clId="{C3672CA3-9754-4262-B5E4-E1F9A3F66D40}" dt="2024-08-26T08:48:56.336" v="2717" actId="20577"/>
        <pc:sldMkLst>
          <pc:docMk/>
          <pc:sldMk cId="0" sldId="317"/>
        </pc:sldMkLst>
        <pc:spChg chg="mod">
          <ac:chgData name="Garima Singhal" userId="bd23a5c7e7d7f8f6" providerId="LiveId" clId="{C3672CA3-9754-4262-B5E4-E1F9A3F66D40}" dt="2024-08-26T08:48:56.336" v="2717" actId="20577"/>
          <ac:spMkLst>
            <pc:docMk/>
            <pc:sldMk cId="0" sldId="317"/>
            <ac:spMk id="3" creationId="{00000000-0000-0000-0000-000000000000}"/>
          </ac:spMkLst>
        </pc:spChg>
        <pc:spChg chg="mod">
          <ac:chgData name="Garima Singhal" userId="bd23a5c7e7d7f8f6" providerId="LiveId" clId="{C3672CA3-9754-4262-B5E4-E1F9A3F66D40}" dt="2024-08-26T08:48:36.078" v="2705" actId="113"/>
          <ac:spMkLst>
            <pc:docMk/>
            <pc:sldMk cId="0" sldId="317"/>
            <ac:spMk id="7" creationId="{00000000-0000-0000-0000-000000000000}"/>
          </ac:spMkLst>
        </pc:spChg>
        <pc:picChg chg="del mod">
          <ac:chgData name="Garima Singhal" userId="bd23a5c7e7d7f8f6" providerId="LiveId" clId="{C3672CA3-9754-4262-B5E4-E1F9A3F66D40}" dt="2024-08-26T08:48:25.408" v="2701" actId="478"/>
          <ac:picMkLst>
            <pc:docMk/>
            <pc:sldMk cId="0" sldId="317"/>
            <ac:picMk id="10" creationId="{00000000-0000-0000-0000-000000000000}"/>
          </ac:picMkLst>
        </pc:picChg>
      </pc:sldChg>
      <pc:sldChg chg="delSp modSp mod">
        <pc:chgData name="Garima Singhal" userId="bd23a5c7e7d7f8f6" providerId="LiveId" clId="{C3672CA3-9754-4262-B5E4-E1F9A3F66D40}" dt="2024-08-26T08:50:32.090" v="2781" actId="20577"/>
        <pc:sldMkLst>
          <pc:docMk/>
          <pc:sldMk cId="0" sldId="318"/>
        </pc:sldMkLst>
        <pc:spChg chg="mod">
          <ac:chgData name="Garima Singhal" userId="bd23a5c7e7d7f8f6" providerId="LiveId" clId="{C3672CA3-9754-4262-B5E4-E1F9A3F66D40}" dt="2024-08-26T08:50:32.090" v="2781" actId="20577"/>
          <ac:spMkLst>
            <pc:docMk/>
            <pc:sldMk cId="0" sldId="318"/>
            <ac:spMk id="3" creationId="{00000000-0000-0000-0000-000000000000}"/>
          </ac:spMkLst>
        </pc:spChg>
        <pc:spChg chg="mod">
          <ac:chgData name="Garima Singhal" userId="bd23a5c7e7d7f8f6" providerId="LiveId" clId="{C3672CA3-9754-4262-B5E4-E1F9A3F66D40}" dt="2024-08-26T08:50:06.278" v="2739" actId="113"/>
          <ac:spMkLst>
            <pc:docMk/>
            <pc:sldMk cId="0" sldId="318"/>
            <ac:spMk id="7" creationId="{00000000-0000-0000-0000-000000000000}"/>
          </ac:spMkLst>
        </pc:spChg>
        <pc:picChg chg="del mod">
          <ac:chgData name="Garima Singhal" userId="bd23a5c7e7d7f8f6" providerId="LiveId" clId="{C3672CA3-9754-4262-B5E4-E1F9A3F66D40}" dt="2024-08-26T08:49:49.911" v="2734" actId="478"/>
          <ac:picMkLst>
            <pc:docMk/>
            <pc:sldMk cId="0" sldId="318"/>
            <ac:picMk id="10" creationId="{00000000-0000-0000-0000-000000000000}"/>
          </ac:picMkLst>
        </pc:picChg>
      </pc:sldChg>
      <pc:sldChg chg="delSp modSp mod">
        <pc:chgData name="Garima Singhal" userId="bd23a5c7e7d7f8f6" providerId="LiveId" clId="{C3672CA3-9754-4262-B5E4-E1F9A3F66D40}" dt="2024-08-26T08:55:25.666" v="3057" actId="14100"/>
        <pc:sldMkLst>
          <pc:docMk/>
          <pc:sldMk cId="0" sldId="320"/>
        </pc:sldMkLst>
        <pc:spChg chg="mod">
          <ac:chgData name="Garima Singhal" userId="bd23a5c7e7d7f8f6" providerId="LiveId" clId="{C3672CA3-9754-4262-B5E4-E1F9A3F66D40}" dt="2024-08-26T08:55:13.500" v="3055" actId="20577"/>
          <ac:spMkLst>
            <pc:docMk/>
            <pc:sldMk cId="0" sldId="320"/>
            <ac:spMk id="3" creationId="{00000000-0000-0000-0000-000000000000}"/>
          </ac:spMkLst>
        </pc:spChg>
        <pc:spChg chg="mod">
          <ac:chgData name="Garima Singhal" userId="bd23a5c7e7d7f8f6" providerId="LiveId" clId="{C3672CA3-9754-4262-B5E4-E1F9A3F66D40}" dt="2024-08-26T08:55:25.666" v="3057" actId="14100"/>
          <ac:spMkLst>
            <pc:docMk/>
            <pc:sldMk cId="0" sldId="320"/>
            <ac:spMk id="10" creationId="{00000000-0000-0000-0000-000000000000}"/>
          </ac:spMkLst>
        </pc:spChg>
        <pc:picChg chg="del mod">
          <ac:chgData name="Garima Singhal" userId="bd23a5c7e7d7f8f6" providerId="LiveId" clId="{C3672CA3-9754-4262-B5E4-E1F9A3F66D40}" dt="2024-08-26T08:55:04.713" v="3052" actId="478"/>
          <ac:picMkLst>
            <pc:docMk/>
            <pc:sldMk cId="0" sldId="320"/>
            <ac:picMk id="9" creationId="{00000000-0000-0000-0000-000000000000}"/>
          </ac:picMkLst>
        </pc:picChg>
      </pc:sldChg>
      <pc:sldChg chg="delSp modSp mod">
        <pc:chgData name="Garima Singhal" userId="bd23a5c7e7d7f8f6" providerId="LiveId" clId="{C3672CA3-9754-4262-B5E4-E1F9A3F66D40}" dt="2024-08-26T08:56:06.107" v="3079" actId="2711"/>
        <pc:sldMkLst>
          <pc:docMk/>
          <pc:sldMk cId="2555220207" sldId="321"/>
        </pc:sldMkLst>
        <pc:spChg chg="mod">
          <ac:chgData name="Garima Singhal" userId="bd23a5c7e7d7f8f6" providerId="LiveId" clId="{C3672CA3-9754-4262-B5E4-E1F9A3F66D40}" dt="2024-08-26T08:56:06.107" v="3079" actId="2711"/>
          <ac:spMkLst>
            <pc:docMk/>
            <pc:sldMk cId="2555220207" sldId="321"/>
            <ac:spMk id="7" creationId="{00000000-0000-0000-0000-000000000000}"/>
          </ac:spMkLst>
        </pc:spChg>
        <pc:spChg chg="mod">
          <ac:chgData name="Garima Singhal" userId="bd23a5c7e7d7f8f6" providerId="LiveId" clId="{C3672CA3-9754-4262-B5E4-E1F9A3F66D40}" dt="2024-08-26T08:55:55.393" v="3075" actId="14100"/>
          <ac:spMkLst>
            <pc:docMk/>
            <pc:sldMk cId="2555220207" sldId="321"/>
            <ac:spMk id="9" creationId="{00000000-0000-0000-0000-000000000000}"/>
          </ac:spMkLst>
        </pc:spChg>
        <pc:picChg chg="del mod">
          <ac:chgData name="Garima Singhal" userId="bd23a5c7e7d7f8f6" providerId="LiveId" clId="{C3672CA3-9754-4262-B5E4-E1F9A3F66D40}" dt="2024-08-26T08:55:49.775" v="3073" actId="478"/>
          <ac:picMkLst>
            <pc:docMk/>
            <pc:sldMk cId="2555220207" sldId="321"/>
            <ac:picMk id="11" creationId="{00000000-0000-0000-0000-000000000000}"/>
          </ac:picMkLst>
        </pc:picChg>
      </pc:sldChg>
      <pc:sldChg chg="delSp modSp mod">
        <pc:chgData name="Garima Singhal" userId="bd23a5c7e7d7f8f6" providerId="LiveId" clId="{C3672CA3-9754-4262-B5E4-E1F9A3F66D40}" dt="2024-08-26T08:34:20.445" v="1698" actId="12"/>
        <pc:sldMkLst>
          <pc:docMk/>
          <pc:sldMk cId="0" sldId="323"/>
        </pc:sldMkLst>
        <pc:spChg chg="mod">
          <ac:chgData name="Garima Singhal" userId="bd23a5c7e7d7f8f6" providerId="LiveId" clId="{C3672CA3-9754-4262-B5E4-E1F9A3F66D40}" dt="2024-08-26T08:34:20.445" v="1698" actId="12"/>
          <ac:spMkLst>
            <pc:docMk/>
            <pc:sldMk cId="0" sldId="323"/>
            <ac:spMk id="3" creationId="{00000000-0000-0000-0000-000000000000}"/>
          </ac:spMkLst>
        </pc:spChg>
        <pc:spChg chg="mod">
          <ac:chgData name="Garima Singhal" userId="bd23a5c7e7d7f8f6" providerId="LiveId" clId="{C3672CA3-9754-4262-B5E4-E1F9A3F66D40}" dt="2024-08-26T08:34:02.722" v="1693" actId="14100"/>
          <ac:spMkLst>
            <pc:docMk/>
            <pc:sldMk cId="0" sldId="323"/>
            <ac:spMk id="8" creationId="{00000000-0000-0000-0000-000000000000}"/>
          </ac:spMkLst>
        </pc:spChg>
        <pc:picChg chg="del mod">
          <ac:chgData name="Garima Singhal" userId="bd23a5c7e7d7f8f6" providerId="LiveId" clId="{C3672CA3-9754-4262-B5E4-E1F9A3F66D40}" dt="2024-08-26T08:33:47.792" v="1689" actId="478"/>
          <ac:picMkLst>
            <pc:docMk/>
            <pc:sldMk cId="0" sldId="323"/>
            <ac:picMk id="10" creationId="{00000000-0000-0000-0000-000000000000}"/>
          </ac:picMkLst>
        </pc:picChg>
      </pc:sldChg>
      <pc:sldChg chg="delSp modSp mod">
        <pc:chgData name="Garima Singhal" userId="bd23a5c7e7d7f8f6" providerId="LiveId" clId="{C3672CA3-9754-4262-B5E4-E1F9A3F66D40}" dt="2024-08-26T08:35:51.196" v="1750" actId="14100"/>
        <pc:sldMkLst>
          <pc:docMk/>
          <pc:sldMk cId="0" sldId="324"/>
        </pc:sldMkLst>
        <pc:spChg chg="mod">
          <ac:chgData name="Garima Singhal" userId="bd23a5c7e7d7f8f6" providerId="LiveId" clId="{C3672CA3-9754-4262-B5E4-E1F9A3F66D40}" dt="2024-08-26T08:35:51.196" v="1750" actId="14100"/>
          <ac:spMkLst>
            <pc:docMk/>
            <pc:sldMk cId="0" sldId="324"/>
            <ac:spMk id="3" creationId="{00000000-0000-0000-0000-000000000000}"/>
          </ac:spMkLst>
        </pc:spChg>
        <pc:spChg chg="mod">
          <ac:chgData name="Garima Singhal" userId="bd23a5c7e7d7f8f6" providerId="LiveId" clId="{C3672CA3-9754-4262-B5E4-E1F9A3F66D40}" dt="2024-08-26T08:35:40.115" v="1747" actId="113"/>
          <ac:spMkLst>
            <pc:docMk/>
            <pc:sldMk cId="0" sldId="324"/>
            <ac:spMk id="8" creationId="{00000000-0000-0000-0000-000000000000}"/>
          </ac:spMkLst>
        </pc:spChg>
        <pc:picChg chg="del mod">
          <ac:chgData name="Garima Singhal" userId="bd23a5c7e7d7f8f6" providerId="LiveId" clId="{C3672CA3-9754-4262-B5E4-E1F9A3F66D40}" dt="2024-08-26T08:35:27.412" v="1743" actId="478"/>
          <ac:picMkLst>
            <pc:docMk/>
            <pc:sldMk cId="0" sldId="324"/>
            <ac:picMk id="10" creationId="{00000000-0000-0000-0000-000000000000}"/>
          </ac:picMkLst>
        </pc:picChg>
      </pc:sldChg>
      <pc:sldChg chg="delSp modSp mod">
        <pc:chgData name="Garima Singhal" userId="bd23a5c7e7d7f8f6" providerId="LiveId" clId="{C3672CA3-9754-4262-B5E4-E1F9A3F66D40}" dt="2024-08-26T08:36:59.872" v="1852" actId="20577"/>
        <pc:sldMkLst>
          <pc:docMk/>
          <pc:sldMk cId="0" sldId="325"/>
        </pc:sldMkLst>
        <pc:spChg chg="mod">
          <ac:chgData name="Garima Singhal" userId="bd23a5c7e7d7f8f6" providerId="LiveId" clId="{C3672CA3-9754-4262-B5E4-E1F9A3F66D40}" dt="2024-08-26T08:36:59.872" v="1852" actId="20577"/>
          <ac:spMkLst>
            <pc:docMk/>
            <pc:sldMk cId="0" sldId="325"/>
            <ac:spMk id="3" creationId="{00000000-0000-0000-0000-000000000000}"/>
          </ac:spMkLst>
        </pc:spChg>
        <pc:spChg chg="mod">
          <ac:chgData name="Garima Singhal" userId="bd23a5c7e7d7f8f6" providerId="LiveId" clId="{C3672CA3-9754-4262-B5E4-E1F9A3F66D40}" dt="2024-08-26T08:36:11.796" v="1755" actId="14100"/>
          <ac:spMkLst>
            <pc:docMk/>
            <pc:sldMk cId="0" sldId="325"/>
            <ac:spMk id="8" creationId="{00000000-0000-0000-0000-000000000000}"/>
          </ac:spMkLst>
        </pc:spChg>
        <pc:picChg chg="del mod">
          <ac:chgData name="Garima Singhal" userId="bd23a5c7e7d7f8f6" providerId="LiveId" clId="{C3672CA3-9754-4262-B5E4-E1F9A3F66D40}" dt="2024-08-26T08:35:58.581" v="1751" actId="478"/>
          <ac:picMkLst>
            <pc:docMk/>
            <pc:sldMk cId="0" sldId="325"/>
            <ac:picMk id="10" creationId="{00000000-0000-0000-0000-000000000000}"/>
          </ac:picMkLst>
        </pc:picChg>
      </pc:sldChg>
      <pc:sldChg chg="delSp modSp mod">
        <pc:chgData name="Garima Singhal" userId="bd23a5c7e7d7f8f6" providerId="LiveId" clId="{C3672CA3-9754-4262-B5E4-E1F9A3F66D40}" dt="2024-08-26T08:38:26.467" v="1987" actId="20577"/>
        <pc:sldMkLst>
          <pc:docMk/>
          <pc:sldMk cId="0" sldId="326"/>
        </pc:sldMkLst>
        <pc:spChg chg="mod">
          <ac:chgData name="Garima Singhal" userId="bd23a5c7e7d7f8f6" providerId="LiveId" clId="{C3672CA3-9754-4262-B5E4-E1F9A3F66D40}" dt="2024-08-26T08:37:57.323" v="1894" actId="14100"/>
          <ac:spMkLst>
            <pc:docMk/>
            <pc:sldMk cId="0" sldId="326"/>
            <ac:spMk id="8" creationId="{00000000-0000-0000-0000-000000000000}"/>
          </ac:spMkLst>
        </pc:spChg>
        <pc:spChg chg="mod">
          <ac:chgData name="Garima Singhal" userId="bd23a5c7e7d7f8f6" providerId="LiveId" clId="{C3672CA3-9754-4262-B5E4-E1F9A3F66D40}" dt="2024-08-26T08:38:26.467" v="1987" actId="20577"/>
          <ac:spMkLst>
            <pc:docMk/>
            <pc:sldMk cId="0" sldId="326"/>
            <ac:spMk id="10" creationId="{00000000-0000-0000-0000-000000000000}"/>
          </ac:spMkLst>
        </pc:spChg>
        <pc:picChg chg="del mod">
          <ac:chgData name="Garima Singhal" userId="bd23a5c7e7d7f8f6" providerId="LiveId" clId="{C3672CA3-9754-4262-B5E4-E1F9A3F66D40}" dt="2024-08-26T08:37:07.168" v="1853" actId="478"/>
          <ac:picMkLst>
            <pc:docMk/>
            <pc:sldMk cId="0" sldId="326"/>
            <ac:picMk id="11" creationId="{00000000-0000-0000-0000-000000000000}"/>
          </ac:picMkLst>
        </pc:picChg>
      </pc:sldChg>
      <pc:sldChg chg="delSp modSp mod">
        <pc:chgData name="Garima Singhal" userId="bd23a5c7e7d7f8f6" providerId="LiveId" clId="{C3672CA3-9754-4262-B5E4-E1F9A3F66D40}" dt="2024-08-26T08:38:49.372" v="1993" actId="14100"/>
        <pc:sldMkLst>
          <pc:docMk/>
          <pc:sldMk cId="0" sldId="327"/>
        </pc:sldMkLst>
        <pc:spChg chg="mod">
          <ac:chgData name="Garima Singhal" userId="bd23a5c7e7d7f8f6" providerId="LiveId" clId="{C3672CA3-9754-4262-B5E4-E1F9A3F66D40}" dt="2024-08-26T08:38:49.372" v="1993" actId="14100"/>
          <ac:spMkLst>
            <pc:docMk/>
            <pc:sldMk cId="0" sldId="327"/>
            <ac:spMk id="8" creationId="{00000000-0000-0000-0000-000000000000}"/>
          </ac:spMkLst>
        </pc:spChg>
        <pc:spChg chg="mod">
          <ac:chgData name="Garima Singhal" userId="bd23a5c7e7d7f8f6" providerId="LiveId" clId="{C3672CA3-9754-4262-B5E4-E1F9A3F66D40}" dt="2024-08-26T07:30:25.632" v="6"/>
          <ac:spMkLst>
            <pc:docMk/>
            <pc:sldMk cId="0" sldId="327"/>
            <ac:spMk id="10" creationId="{00000000-0000-0000-0000-000000000000}"/>
          </ac:spMkLst>
        </pc:spChg>
        <pc:picChg chg="del mod">
          <ac:chgData name="Garima Singhal" userId="bd23a5c7e7d7f8f6" providerId="LiveId" clId="{C3672CA3-9754-4262-B5E4-E1F9A3F66D40}" dt="2024-08-26T08:38:33.397" v="1988" actId="478"/>
          <ac:picMkLst>
            <pc:docMk/>
            <pc:sldMk cId="0" sldId="327"/>
            <ac:picMk id="11" creationId="{00000000-0000-0000-0000-000000000000}"/>
          </ac:picMkLst>
        </pc:picChg>
        <pc:picChg chg="mod">
          <ac:chgData name="Garima Singhal" userId="bd23a5c7e7d7f8f6" providerId="LiveId" clId="{C3672CA3-9754-4262-B5E4-E1F9A3F66D40}" dt="2024-08-26T08:38:37.162" v="1989" actId="14100"/>
          <ac:picMkLst>
            <pc:docMk/>
            <pc:sldMk cId="0" sldId="327"/>
            <ac:picMk id="1026" creationId="{00000000-0000-0000-0000-000000000000}"/>
          </ac:picMkLst>
        </pc:picChg>
      </pc:sldChg>
      <pc:sldChg chg="delSp modSp mod">
        <pc:chgData name="Garima Singhal" userId="bd23a5c7e7d7f8f6" providerId="LiveId" clId="{C3672CA3-9754-4262-B5E4-E1F9A3F66D40}" dt="2024-08-26T08:42:17.818" v="2251" actId="313"/>
        <pc:sldMkLst>
          <pc:docMk/>
          <pc:sldMk cId="0" sldId="328"/>
        </pc:sldMkLst>
        <pc:spChg chg="mod">
          <ac:chgData name="Garima Singhal" userId="bd23a5c7e7d7f8f6" providerId="LiveId" clId="{C3672CA3-9754-4262-B5E4-E1F9A3F66D40}" dt="2024-08-26T08:42:17.818" v="2251" actId="313"/>
          <ac:spMkLst>
            <pc:docMk/>
            <pc:sldMk cId="0" sldId="328"/>
            <ac:spMk id="3" creationId="{00000000-0000-0000-0000-000000000000}"/>
          </ac:spMkLst>
        </pc:spChg>
        <pc:spChg chg="mod">
          <ac:chgData name="Garima Singhal" userId="bd23a5c7e7d7f8f6" providerId="LiveId" clId="{C3672CA3-9754-4262-B5E4-E1F9A3F66D40}" dt="2024-08-26T08:41:59.880" v="2220" actId="113"/>
          <ac:spMkLst>
            <pc:docMk/>
            <pc:sldMk cId="0" sldId="328"/>
            <ac:spMk id="8" creationId="{00000000-0000-0000-0000-000000000000}"/>
          </ac:spMkLst>
        </pc:spChg>
        <pc:picChg chg="del mod">
          <ac:chgData name="Garima Singhal" userId="bd23a5c7e7d7f8f6" providerId="LiveId" clId="{C3672CA3-9754-4262-B5E4-E1F9A3F66D40}" dt="2024-08-26T08:41:49.029" v="2216" actId="478"/>
          <ac:picMkLst>
            <pc:docMk/>
            <pc:sldMk cId="0" sldId="328"/>
            <ac:picMk id="10" creationId="{00000000-0000-0000-0000-000000000000}"/>
          </ac:picMkLst>
        </pc:picChg>
      </pc:sldChg>
      <pc:sldChg chg="delSp modSp mod">
        <pc:chgData name="Garima Singhal" userId="bd23a5c7e7d7f8f6" providerId="LiveId" clId="{C3672CA3-9754-4262-B5E4-E1F9A3F66D40}" dt="2024-08-26T08:43:01.213" v="2503" actId="20577"/>
        <pc:sldMkLst>
          <pc:docMk/>
          <pc:sldMk cId="0" sldId="329"/>
        </pc:sldMkLst>
        <pc:spChg chg="mod">
          <ac:chgData name="Garima Singhal" userId="bd23a5c7e7d7f8f6" providerId="LiveId" clId="{C3672CA3-9754-4262-B5E4-E1F9A3F66D40}" dt="2024-08-26T08:42:36.060" v="2256" actId="14100"/>
          <ac:spMkLst>
            <pc:docMk/>
            <pc:sldMk cId="0" sldId="329"/>
            <ac:spMk id="8" creationId="{00000000-0000-0000-0000-000000000000}"/>
          </ac:spMkLst>
        </pc:spChg>
        <pc:spChg chg="mod">
          <ac:chgData name="Garima Singhal" userId="bd23a5c7e7d7f8f6" providerId="LiveId" clId="{C3672CA3-9754-4262-B5E4-E1F9A3F66D40}" dt="2024-08-26T08:43:01.213" v="2503" actId="20577"/>
          <ac:spMkLst>
            <pc:docMk/>
            <pc:sldMk cId="0" sldId="329"/>
            <ac:spMk id="9" creationId="{00000000-0000-0000-0000-000000000000}"/>
          </ac:spMkLst>
        </pc:spChg>
        <pc:picChg chg="del mod">
          <ac:chgData name="Garima Singhal" userId="bd23a5c7e7d7f8f6" providerId="LiveId" clId="{C3672CA3-9754-4262-B5E4-E1F9A3F66D40}" dt="2024-08-26T08:42:26.006" v="2252" actId="478"/>
          <ac:picMkLst>
            <pc:docMk/>
            <pc:sldMk cId="0" sldId="329"/>
            <ac:picMk id="11" creationId="{00000000-0000-0000-0000-000000000000}"/>
          </ac:picMkLst>
        </pc:picChg>
      </pc:sldChg>
      <pc:sldChg chg="delSp modSp mod">
        <pc:chgData name="Garima Singhal" userId="bd23a5c7e7d7f8f6" providerId="LiveId" clId="{C3672CA3-9754-4262-B5E4-E1F9A3F66D40}" dt="2024-08-26T09:08:40.171" v="3085" actId="207"/>
        <pc:sldMkLst>
          <pc:docMk/>
          <pc:sldMk cId="2555220207" sldId="355"/>
        </pc:sldMkLst>
        <pc:spChg chg="del mod">
          <ac:chgData name="Garima Singhal" userId="bd23a5c7e7d7f8f6" providerId="LiveId" clId="{C3672CA3-9754-4262-B5E4-E1F9A3F66D40}" dt="2024-08-26T08:56:14.840" v="3081" actId="478"/>
          <ac:spMkLst>
            <pc:docMk/>
            <pc:sldMk cId="2555220207" sldId="355"/>
            <ac:spMk id="7" creationId="{00000000-0000-0000-0000-000000000000}"/>
          </ac:spMkLst>
        </pc:spChg>
        <pc:spChg chg="mod">
          <ac:chgData name="Garima Singhal" userId="bd23a5c7e7d7f8f6" providerId="LiveId" clId="{C3672CA3-9754-4262-B5E4-E1F9A3F66D40}" dt="2024-08-26T09:08:40.171" v="3085" actId="207"/>
          <ac:spMkLst>
            <pc:docMk/>
            <pc:sldMk cId="2555220207" sldId="355"/>
            <ac:spMk id="9" creationId="{00000000-0000-0000-0000-000000000000}"/>
          </ac:spMkLst>
        </pc:spChg>
        <pc:picChg chg="del mod">
          <ac:chgData name="Garima Singhal" userId="bd23a5c7e7d7f8f6" providerId="LiveId" clId="{C3672CA3-9754-4262-B5E4-E1F9A3F66D40}" dt="2024-08-26T08:56:11.143" v="3080" actId="478"/>
          <ac:picMkLst>
            <pc:docMk/>
            <pc:sldMk cId="2555220207" sldId="355"/>
            <ac:picMk id="11" creationId="{00000000-0000-0000-0000-000000000000}"/>
          </ac:picMkLst>
        </pc:picChg>
      </pc:sldChg>
      <pc:sldChg chg="delSp modSp del mod modNotes">
        <pc:chgData name="Garima Singhal" userId="bd23a5c7e7d7f8f6" providerId="LiveId" clId="{C3672CA3-9754-4262-B5E4-E1F9A3F66D40}" dt="2024-09-05T04:57:43.259" v="3809" actId="2696"/>
        <pc:sldMkLst>
          <pc:docMk/>
          <pc:sldMk cId="0" sldId="356"/>
        </pc:sldMkLst>
        <pc:spChg chg="mod">
          <ac:chgData name="Garima Singhal" userId="bd23a5c7e7d7f8f6" providerId="LiveId" clId="{C3672CA3-9754-4262-B5E4-E1F9A3F66D40}" dt="2024-08-26T08:04:59.460" v="393" actId="2711"/>
          <ac:spMkLst>
            <pc:docMk/>
            <pc:sldMk cId="0" sldId="356"/>
            <ac:spMk id="8" creationId="{00000000-0000-0000-0000-000000000000}"/>
          </ac:spMkLst>
        </pc:spChg>
        <pc:spChg chg="mod">
          <ac:chgData name="Garima Singhal" userId="bd23a5c7e7d7f8f6" providerId="LiveId" clId="{C3672CA3-9754-4262-B5E4-E1F9A3F66D40}" dt="2024-08-26T08:05:40.624" v="411" actId="113"/>
          <ac:spMkLst>
            <pc:docMk/>
            <pc:sldMk cId="0" sldId="356"/>
            <ac:spMk id="12" creationId="{00000000-0000-0000-0000-000000000000}"/>
          </ac:spMkLst>
        </pc:spChg>
        <pc:picChg chg="del mod">
          <ac:chgData name="Garima Singhal" userId="bd23a5c7e7d7f8f6" providerId="LiveId" clId="{C3672CA3-9754-4262-B5E4-E1F9A3F66D40}" dt="2024-08-26T08:04:48.605" v="389" actId="478"/>
          <ac:picMkLst>
            <pc:docMk/>
            <pc:sldMk cId="0" sldId="356"/>
            <ac:picMk id="11" creationId="{00000000-0000-0000-0000-000000000000}"/>
          </ac:picMkLst>
        </pc:picChg>
      </pc:sldChg>
      <pc:sldChg chg="delSp modSp mod">
        <pc:chgData name="Garima Singhal" userId="bd23a5c7e7d7f8f6" providerId="LiveId" clId="{C3672CA3-9754-4262-B5E4-E1F9A3F66D40}" dt="2024-08-26T08:51:10.096" v="2912" actId="20577"/>
        <pc:sldMkLst>
          <pc:docMk/>
          <pc:sldMk cId="0" sldId="357"/>
        </pc:sldMkLst>
        <pc:spChg chg="mod">
          <ac:chgData name="Garima Singhal" userId="bd23a5c7e7d7f8f6" providerId="LiveId" clId="{C3672CA3-9754-4262-B5E4-E1F9A3F66D40}" dt="2024-08-26T08:51:10.096" v="2912" actId="20577"/>
          <ac:spMkLst>
            <pc:docMk/>
            <pc:sldMk cId="0" sldId="357"/>
            <ac:spMk id="3" creationId="{00000000-0000-0000-0000-000000000000}"/>
          </ac:spMkLst>
        </pc:spChg>
        <pc:spChg chg="mod">
          <ac:chgData name="Garima Singhal" userId="bd23a5c7e7d7f8f6" providerId="LiveId" clId="{C3672CA3-9754-4262-B5E4-E1F9A3F66D40}" dt="2024-08-26T08:50:49.693" v="2786" actId="113"/>
          <ac:spMkLst>
            <pc:docMk/>
            <pc:sldMk cId="0" sldId="357"/>
            <ac:spMk id="7" creationId="{00000000-0000-0000-0000-000000000000}"/>
          </ac:spMkLst>
        </pc:spChg>
        <pc:picChg chg="del mod">
          <ac:chgData name="Garima Singhal" userId="bd23a5c7e7d7f8f6" providerId="LiveId" clId="{C3672CA3-9754-4262-B5E4-E1F9A3F66D40}" dt="2024-08-26T08:49:51.784" v="2735" actId="478"/>
          <ac:picMkLst>
            <pc:docMk/>
            <pc:sldMk cId="0" sldId="357"/>
            <ac:picMk id="10" creationId="{00000000-0000-0000-0000-000000000000}"/>
          </ac:picMkLst>
        </pc:picChg>
      </pc:sldChg>
      <pc:sldChg chg="modSp del mod">
        <pc:chgData name="Garima Singhal" userId="bd23a5c7e7d7f8f6" providerId="LiveId" clId="{C3672CA3-9754-4262-B5E4-E1F9A3F66D40}" dt="2024-08-26T08:49:08.335" v="2718" actId="47"/>
        <pc:sldMkLst>
          <pc:docMk/>
          <pc:sldMk cId="0" sldId="358"/>
        </pc:sldMkLst>
        <pc:spChg chg="mod">
          <ac:chgData name="Garima Singhal" userId="bd23a5c7e7d7f8f6" providerId="LiveId" clId="{C3672CA3-9754-4262-B5E4-E1F9A3F66D40}" dt="2024-08-26T07:32:28.118" v="43" actId="27636"/>
          <ac:spMkLst>
            <pc:docMk/>
            <pc:sldMk cId="0" sldId="358"/>
            <ac:spMk id="3" creationId="{00000000-0000-0000-0000-000000000000}"/>
          </ac:spMkLst>
        </pc:spChg>
        <pc:spChg chg="mod">
          <ac:chgData name="Garima Singhal" userId="bd23a5c7e7d7f8f6" providerId="LiveId" clId="{C3672CA3-9754-4262-B5E4-E1F9A3F66D40}" dt="2024-08-26T07:30:25.632" v="6"/>
          <ac:spMkLst>
            <pc:docMk/>
            <pc:sldMk cId="0" sldId="358"/>
            <ac:spMk id="7" creationId="{00000000-0000-0000-0000-000000000000}"/>
          </ac:spMkLst>
        </pc:spChg>
        <pc:picChg chg="mod">
          <ac:chgData name="Garima Singhal" userId="bd23a5c7e7d7f8f6" providerId="LiveId" clId="{C3672CA3-9754-4262-B5E4-E1F9A3F66D40}" dt="2024-08-26T07:30:25.632" v="6"/>
          <ac:picMkLst>
            <pc:docMk/>
            <pc:sldMk cId="0" sldId="358"/>
            <ac:picMk id="10" creationId="{00000000-0000-0000-0000-000000000000}"/>
          </ac:picMkLst>
        </pc:picChg>
      </pc:sldChg>
      <pc:sldChg chg="delSp modSp mod">
        <pc:chgData name="Garima Singhal" userId="bd23a5c7e7d7f8f6" providerId="LiveId" clId="{C3672CA3-9754-4262-B5E4-E1F9A3F66D40}" dt="2024-09-03T03:51:28.313" v="3098" actId="339"/>
        <pc:sldMkLst>
          <pc:docMk/>
          <pc:sldMk cId="0" sldId="359"/>
        </pc:sldMkLst>
        <pc:spChg chg="mod">
          <ac:chgData name="Garima Singhal" userId="bd23a5c7e7d7f8f6" providerId="LiveId" clId="{C3672CA3-9754-4262-B5E4-E1F9A3F66D40}" dt="2024-08-26T07:57:38.054" v="218" actId="2711"/>
          <ac:spMkLst>
            <pc:docMk/>
            <pc:sldMk cId="0" sldId="359"/>
            <ac:spMk id="3" creationId="{00000000-0000-0000-0000-000000000000}"/>
          </ac:spMkLst>
        </pc:spChg>
        <pc:spChg chg="mod">
          <ac:chgData name="Garima Singhal" userId="bd23a5c7e7d7f8f6" providerId="LiveId" clId="{C3672CA3-9754-4262-B5E4-E1F9A3F66D40}" dt="2024-09-03T03:51:28.313" v="3098" actId="339"/>
          <ac:spMkLst>
            <pc:docMk/>
            <pc:sldMk cId="0" sldId="359"/>
            <ac:spMk id="7" creationId="{00000000-0000-0000-0000-000000000000}"/>
          </ac:spMkLst>
        </pc:spChg>
        <pc:spChg chg="mod">
          <ac:chgData name="Garima Singhal" userId="bd23a5c7e7d7f8f6" providerId="LiveId" clId="{C3672CA3-9754-4262-B5E4-E1F9A3F66D40}" dt="2024-08-26T07:30:25.632" v="6"/>
          <ac:spMkLst>
            <pc:docMk/>
            <pc:sldMk cId="0" sldId="359"/>
            <ac:spMk id="9" creationId="{00000000-0000-0000-0000-000000000000}"/>
          </ac:spMkLst>
        </pc:spChg>
        <pc:picChg chg="del mod">
          <ac:chgData name="Garima Singhal" userId="bd23a5c7e7d7f8f6" providerId="LiveId" clId="{C3672CA3-9754-4262-B5E4-E1F9A3F66D40}" dt="2024-08-26T07:57:17.407" v="212" actId="478"/>
          <ac:picMkLst>
            <pc:docMk/>
            <pc:sldMk cId="0" sldId="359"/>
            <ac:picMk id="10" creationId="{00000000-0000-0000-0000-000000000000}"/>
          </ac:picMkLst>
        </pc:picChg>
      </pc:sldChg>
      <pc:sldChg chg="delSp modSp mod">
        <pc:chgData name="Garima Singhal" userId="bd23a5c7e7d7f8f6" providerId="LiveId" clId="{C3672CA3-9754-4262-B5E4-E1F9A3F66D40}" dt="2024-08-26T08:08:13.641" v="656" actId="20577"/>
        <pc:sldMkLst>
          <pc:docMk/>
          <pc:sldMk cId="0" sldId="360"/>
        </pc:sldMkLst>
        <pc:spChg chg="mod">
          <ac:chgData name="Garima Singhal" userId="bd23a5c7e7d7f8f6" providerId="LiveId" clId="{C3672CA3-9754-4262-B5E4-E1F9A3F66D40}" dt="2024-08-26T08:08:13.641" v="656" actId="20577"/>
          <ac:spMkLst>
            <pc:docMk/>
            <pc:sldMk cId="0" sldId="360"/>
            <ac:spMk id="3" creationId="{00000000-0000-0000-0000-000000000000}"/>
          </ac:spMkLst>
        </pc:spChg>
        <pc:spChg chg="mod">
          <ac:chgData name="Garima Singhal" userId="bd23a5c7e7d7f8f6" providerId="LiveId" clId="{C3672CA3-9754-4262-B5E4-E1F9A3F66D40}" dt="2024-08-26T08:08:05.113" v="653" actId="2711"/>
          <ac:spMkLst>
            <pc:docMk/>
            <pc:sldMk cId="0" sldId="360"/>
            <ac:spMk id="10" creationId="{00000000-0000-0000-0000-000000000000}"/>
          </ac:spMkLst>
        </pc:spChg>
        <pc:picChg chg="del mod">
          <ac:chgData name="Garima Singhal" userId="bd23a5c7e7d7f8f6" providerId="LiveId" clId="{C3672CA3-9754-4262-B5E4-E1F9A3F66D40}" dt="2024-08-26T08:07:53.671" v="649" actId="478"/>
          <ac:picMkLst>
            <pc:docMk/>
            <pc:sldMk cId="0" sldId="360"/>
            <ac:picMk id="9" creationId="{00000000-0000-0000-0000-000000000000}"/>
          </ac:picMkLst>
        </pc:picChg>
      </pc:sldChg>
      <pc:sldChg chg="delSp modSp del mod">
        <pc:chgData name="Garima Singhal" userId="bd23a5c7e7d7f8f6" providerId="LiveId" clId="{C3672CA3-9754-4262-B5E4-E1F9A3F66D40}" dt="2024-09-05T04:57:59.968" v="3815" actId="2696"/>
        <pc:sldMkLst>
          <pc:docMk/>
          <pc:sldMk cId="0" sldId="362"/>
        </pc:sldMkLst>
        <pc:spChg chg="mod">
          <ac:chgData name="Garima Singhal" userId="bd23a5c7e7d7f8f6" providerId="LiveId" clId="{C3672CA3-9754-4262-B5E4-E1F9A3F66D40}" dt="2024-08-26T08:08:20.973" v="658" actId="14100"/>
          <ac:spMkLst>
            <pc:docMk/>
            <pc:sldMk cId="0" sldId="362"/>
            <ac:spMk id="3" creationId="{00000000-0000-0000-0000-000000000000}"/>
          </ac:spMkLst>
        </pc:spChg>
        <pc:spChg chg="mod">
          <ac:chgData name="Garima Singhal" userId="bd23a5c7e7d7f8f6" providerId="LiveId" clId="{C3672CA3-9754-4262-B5E4-E1F9A3F66D40}" dt="2024-08-26T08:08:37.167" v="664" actId="113"/>
          <ac:spMkLst>
            <pc:docMk/>
            <pc:sldMk cId="0" sldId="362"/>
            <ac:spMk id="7" creationId="{00000000-0000-0000-0000-000000000000}"/>
          </ac:spMkLst>
        </pc:spChg>
        <pc:picChg chg="del mod">
          <ac:chgData name="Garima Singhal" userId="bd23a5c7e7d7f8f6" providerId="LiveId" clId="{C3672CA3-9754-4262-B5E4-E1F9A3F66D40}" dt="2024-08-26T08:08:22.714" v="659" actId="478"/>
          <ac:picMkLst>
            <pc:docMk/>
            <pc:sldMk cId="0" sldId="362"/>
            <ac:picMk id="10" creationId="{00000000-0000-0000-0000-000000000000}"/>
          </ac:picMkLst>
        </pc:picChg>
      </pc:sldChg>
      <pc:sldChg chg="delSp modSp mod">
        <pc:chgData name="Garima Singhal" userId="bd23a5c7e7d7f8f6" providerId="LiveId" clId="{C3672CA3-9754-4262-B5E4-E1F9A3F66D40}" dt="2024-08-26T08:16:23.964" v="1373" actId="2711"/>
        <pc:sldMkLst>
          <pc:docMk/>
          <pc:sldMk cId="0" sldId="363"/>
        </pc:sldMkLst>
        <pc:spChg chg="mod">
          <ac:chgData name="Garima Singhal" userId="bd23a5c7e7d7f8f6" providerId="LiveId" clId="{C3672CA3-9754-4262-B5E4-E1F9A3F66D40}" dt="2024-08-26T08:16:14.062" v="1369" actId="14100"/>
          <ac:spMkLst>
            <pc:docMk/>
            <pc:sldMk cId="0" sldId="363"/>
            <ac:spMk id="3" creationId="{00000000-0000-0000-0000-000000000000}"/>
          </ac:spMkLst>
        </pc:spChg>
        <pc:spChg chg="mod">
          <ac:chgData name="Garima Singhal" userId="bd23a5c7e7d7f8f6" providerId="LiveId" clId="{C3672CA3-9754-4262-B5E4-E1F9A3F66D40}" dt="2024-08-26T08:16:23.964" v="1373" actId="2711"/>
          <ac:spMkLst>
            <pc:docMk/>
            <pc:sldMk cId="0" sldId="363"/>
            <ac:spMk id="10" creationId="{00000000-0000-0000-0000-000000000000}"/>
          </ac:spMkLst>
        </pc:spChg>
        <pc:picChg chg="del mod">
          <ac:chgData name="Garima Singhal" userId="bd23a5c7e7d7f8f6" providerId="LiveId" clId="{C3672CA3-9754-4262-B5E4-E1F9A3F66D40}" dt="2024-08-26T08:15:59.246" v="1364" actId="478"/>
          <ac:picMkLst>
            <pc:docMk/>
            <pc:sldMk cId="0" sldId="363"/>
            <ac:picMk id="9" creationId="{00000000-0000-0000-0000-000000000000}"/>
          </ac:picMkLst>
        </pc:picChg>
      </pc:sldChg>
      <pc:sldChg chg="delSp modSp mod">
        <pc:chgData name="Garima Singhal" userId="bd23a5c7e7d7f8f6" providerId="LiveId" clId="{C3672CA3-9754-4262-B5E4-E1F9A3F66D40}" dt="2024-08-26T08:17:00.067" v="1387" actId="6549"/>
        <pc:sldMkLst>
          <pc:docMk/>
          <pc:sldMk cId="0" sldId="364"/>
        </pc:sldMkLst>
        <pc:spChg chg="mod">
          <ac:chgData name="Garima Singhal" userId="bd23a5c7e7d7f8f6" providerId="LiveId" clId="{C3672CA3-9754-4262-B5E4-E1F9A3F66D40}" dt="2024-08-26T08:17:00.067" v="1387" actId="6549"/>
          <ac:spMkLst>
            <pc:docMk/>
            <pc:sldMk cId="0" sldId="364"/>
            <ac:spMk id="3" creationId="{00000000-0000-0000-0000-000000000000}"/>
          </ac:spMkLst>
        </pc:spChg>
        <pc:spChg chg="mod">
          <ac:chgData name="Garima Singhal" userId="bd23a5c7e7d7f8f6" providerId="LiveId" clId="{C3672CA3-9754-4262-B5E4-E1F9A3F66D40}" dt="2024-08-26T08:16:39.212" v="1378" actId="2711"/>
          <ac:spMkLst>
            <pc:docMk/>
            <pc:sldMk cId="0" sldId="364"/>
            <ac:spMk id="7" creationId="{00000000-0000-0000-0000-000000000000}"/>
          </ac:spMkLst>
        </pc:spChg>
        <pc:picChg chg="del mod">
          <ac:chgData name="Garima Singhal" userId="bd23a5c7e7d7f8f6" providerId="LiveId" clId="{C3672CA3-9754-4262-B5E4-E1F9A3F66D40}" dt="2024-08-26T08:16:28.206" v="1374" actId="478"/>
          <ac:picMkLst>
            <pc:docMk/>
            <pc:sldMk cId="0" sldId="364"/>
            <ac:picMk id="10" creationId="{00000000-0000-0000-0000-000000000000}"/>
          </ac:picMkLst>
        </pc:picChg>
      </pc:sldChg>
      <pc:sldChg chg="delSp modSp mod">
        <pc:chgData name="Garima Singhal" userId="bd23a5c7e7d7f8f6" providerId="LiveId" clId="{C3672CA3-9754-4262-B5E4-E1F9A3F66D40}" dt="2024-08-26T08:17:31.464" v="1395" actId="113"/>
        <pc:sldMkLst>
          <pc:docMk/>
          <pc:sldMk cId="0" sldId="365"/>
        </pc:sldMkLst>
        <pc:spChg chg="mod">
          <ac:chgData name="Garima Singhal" userId="bd23a5c7e7d7f8f6" providerId="LiveId" clId="{C3672CA3-9754-4262-B5E4-E1F9A3F66D40}" dt="2024-08-26T08:17:22.765" v="1392" actId="14100"/>
          <ac:spMkLst>
            <pc:docMk/>
            <pc:sldMk cId="0" sldId="365"/>
            <ac:spMk id="3" creationId="{00000000-0000-0000-0000-000000000000}"/>
          </ac:spMkLst>
        </pc:spChg>
        <pc:spChg chg="mod">
          <ac:chgData name="Garima Singhal" userId="bd23a5c7e7d7f8f6" providerId="LiveId" clId="{C3672CA3-9754-4262-B5E4-E1F9A3F66D40}" dt="2024-08-26T08:17:31.464" v="1395" actId="113"/>
          <ac:spMkLst>
            <pc:docMk/>
            <pc:sldMk cId="0" sldId="365"/>
            <ac:spMk id="7" creationId="{00000000-0000-0000-0000-000000000000}"/>
          </ac:spMkLst>
        </pc:spChg>
        <pc:picChg chg="del mod">
          <ac:chgData name="Garima Singhal" userId="bd23a5c7e7d7f8f6" providerId="LiveId" clId="{C3672CA3-9754-4262-B5E4-E1F9A3F66D40}" dt="2024-08-26T08:17:05.952" v="1388" actId="478"/>
          <ac:picMkLst>
            <pc:docMk/>
            <pc:sldMk cId="0" sldId="365"/>
            <ac:picMk id="10" creationId="{00000000-0000-0000-0000-000000000000}"/>
          </ac:picMkLst>
        </pc:picChg>
      </pc:sldChg>
      <pc:sldChg chg="delSp modSp mod">
        <pc:chgData name="Garima Singhal" userId="bd23a5c7e7d7f8f6" providerId="LiveId" clId="{C3672CA3-9754-4262-B5E4-E1F9A3F66D40}" dt="2024-08-26T08:39:16.019" v="2001" actId="14100"/>
        <pc:sldMkLst>
          <pc:docMk/>
          <pc:sldMk cId="0" sldId="366"/>
        </pc:sldMkLst>
        <pc:spChg chg="mod">
          <ac:chgData name="Garima Singhal" userId="bd23a5c7e7d7f8f6" providerId="LiveId" clId="{C3672CA3-9754-4262-B5E4-E1F9A3F66D40}" dt="2024-08-26T08:39:16.019" v="2001" actId="14100"/>
          <ac:spMkLst>
            <pc:docMk/>
            <pc:sldMk cId="0" sldId="366"/>
            <ac:spMk id="3" creationId="{00000000-0000-0000-0000-000000000000}"/>
          </ac:spMkLst>
        </pc:spChg>
        <pc:spChg chg="mod">
          <ac:chgData name="Garima Singhal" userId="bd23a5c7e7d7f8f6" providerId="LiveId" clId="{C3672CA3-9754-4262-B5E4-E1F9A3F66D40}" dt="2024-08-26T08:39:03.877" v="1998" actId="2711"/>
          <ac:spMkLst>
            <pc:docMk/>
            <pc:sldMk cId="0" sldId="366"/>
            <ac:spMk id="10" creationId="{00000000-0000-0000-0000-000000000000}"/>
          </ac:spMkLst>
        </pc:spChg>
        <pc:picChg chg="del mod">
          <ac:chgData name="Garima Singhal" userId="bd23a5c7e7d7f8f6" providerId="LiveId" clId="{C3672CA3-9754-4262-B5E4-E1F9A3F66D40}" dt="2024-08-26T08:38:53.668" v="1994" actId="478"/>
          <ac:picMkLst>
            <pc:docMk/>
            <pc:sldMk cId="0" sldId="366"/>
            <ac:picMk id="9" creationId="{00000000-0000-0000-0000-000000000000}"/>
          </ac:picMkLst>
        </pc:picChg>
      </pc:sldChg>
      <pc:sldChg chg="delSp modSp mod">
        <pc:chgData name="Garima Singhal" userId="bd23a5c7e7d7f8f6" providerId="LiveId" clId="{C3672CA3-9754-4262-B5E4-E1F9A3F66D40}" dt="2024-08-26T08:39:40.972" v="2009" actId="14100"/>
        <pc:sldMkLst>
          <pc:docMk/>
          <pc:sldMk cId="0" sldId="367"/>
        </pc:sldMkLst>
        <pc:spChg chg="mod">
          <ac:chgData name="Garima Singhal" userId="bd23a5c7e7d7f8f6" providerId="LiveId" clId="{C3672CA3-9754-4262-B5E4-E1F9A3F66D40}" dt="2024-08-26T08:39:29.771" v="2005" actId="14100"/>
          <ac:spMkLst>
            <pc:docMk/>
            <pc:sldMk cId="0" sldId="367"/>
            <ac:spMk id="3" creationId="{00000000-0000-0000-0000-000000000000}"/>
          </ac:spMkLst>
        </pc:spChg>
        <pc:spChg chg="mod">
          <ac:chgData name="Garima Singhal" userId="bd23a5c7e7d7f8f6" providerId="LiveId" clId="{C3672CA3-9754-4262-B5E4-E1F9A3F66D40}" dt="2024-08-26T08:39:40.972" v="2009" actId="14100"/>
          <ac:spMkLst>
            <pc:docMk/>
            <pc:sldMk cId="0" sldId="367"/>
            <ac:spMk id="7" creationId="{00000000-0000-0000-0000-000000000000}"/>
          </ac:spMkLst>
        </pc:spChg>
        <pc:picChg chg="del mod">
          <ac:chgData name="Garima Singhal" userId="bd23a5c7e7d7f8f6" providerId="LiveId" clId="{C3672CA3-9754-4262-B5E4-E1F9A3F66D40}" dt="2024-08-26T08:39:21.569" v="2002" actId="478"/>
          <ac:picMkLst>
            <pc:docMk/>
            <pc:sldMk cId="0" sldId="367"/>
            <ac:picMk id="10" creationId="{00000000-0000-0000-0000-000000000000}"/>
          </ac:picMkLst>
        </pc:picChg>
      </pc:sldChg>
      <pc:sldChg chg="delSp modSp mod">
        <pc:chgData name="Garima Singhal" userId="bd23a5c7e7d7f8f6" providerId="LiveId" clId="{C3672CA3-9754-4262-B5E4-E1F9A3F66D40}" dt="2024-08-26T08:40:09.115" v="2017" actId="14100"/>
        <pc:sldMkLst>
          <pc:docMk/>
          <pc:sldMk cId="0" sldId="368"/>
        </pc:sldMkLst>
        <pc:spChg chg="mod">
          <ac:chgData name="Garima Singhal" userId="bd23a5c7e7d7f8f6" providerId="LiveId" clId="{C3672CA3-9754-4262-B5E4-E1F9A3F66D40}" dt="2024-08-26T08:40:09.115" v="2017" actId="14100"/>
          <ac:spMkLst>
            <pc:docMk/>
            <pc:sldMk cId="0" sldId="368"/>
            <ac:spMk id="3" creationId="{00000000-0000-0000-0000-000000000000}"/>
          </ac:spMkLst>
        </pc:spChg>
        <pc:spChg chg="mod">
          <ac:chgData name="Garima Singhal" userId="bd23a5c7e7d7f8f6" providerId="LiveId" clId="{C3672CA3-9754-4262-B5E4-E1F9A3F66D40}" dt="2024-08-26T08:39:59.492" v="2014" actId="14100"/>
          <ac:spMkLst>
            <pc:docMk/>
            <pc:sldMk cId="0" sldId="368"/>
            <ac:spMk id="7" creationId="{00000000-0000-0000-0000-000000000000}"/>
          </ac:spMkLst>
        </pc:spChg>
        <pc:picChg chg="del mod">
          <ac:chgData name="Garima Singhal" userId="bd23a5c7e7d7f8f6" providerId="LiveId" clId="{C3672CA3-9754-4262-B5E4-E1F9A3F66D40}" dt="2024-08-26T08:39:45.031" v="2010" actId="478"/>
          <ac:picMkLst>
            <pc:docMk/>
            <pc:sldMk cId="0" sldId="368"/>
            <ac:picMk id="10" creationId="{00000000-0000-0000-0000-000000000000}"/>
          </ac:picMkLst>
        </pc:picChg>
      </pc:sldChg>
      <pc:sldChg chg="delSp modSp mod ord">
        <pc:chgData name="Garima Singhal" userId="bd23a5c7e7d7f8f6" providerId="LiveId" clId="{C3672CA3-9754-4262-B5E4-E1F9A3F66D40}" dt="2024-09-03T03:48:33.299" v="3090" actId="207"/>
        <pc:sldMkLst>
          <pc:docMk/>
          <pc:sldMk cId="0" sldId="369"/>
        </pc:sldMkLst>
        <pc:spChg chg="mod">
          <ac:chgData name="Garima Singhal" userId="bd23a5c7e7d7f8f6" providerId="LiveId" clId="{C3672CA3-9754-4262-B5E4-E1F9A3F66D40}" dt="2024-08-26T08:45:35.795" v="2630" actId="14100"/>
          <ac:spMkLst>
            <pc:docMk/>
            <pc:sldMk cId="0" sldId="369"/>
            <ac:spMk id="7" creationId="{00000000-0000-0000-0000-000000000000}"/>
          </ac:spMkLst>
        </pc:spChg>
        <pc:graphicFrameChg chg="mod modGraphic">
          <ac:chgData name="Garima Singhal" userId="bd23a5c7e7d7f8f6" providerId="LiveId" clId="{C3672CA3-9754-4262-B5E4-E1F9A3F66D40}" dt="2024-09-03T03:48:33.299" v="3090" actId="207"/>
          <ac:graphicFrameMkLst>
            <pc:docMk/>
            <pc:sldMk cId="0" sldId="369"/>
            <ac:graphicFrameMk id="9" creationId="{00000000-0000-0000-0000-000000000000}"/>
          </ac:graphicFrameMkLst>
        </pc:graphicFrameChg>
        <pc:picChg chg="del mod">
          <ac:chgData name="Garima Singhal" userId="bd23a5c7e7d7f8f6" providerId="LiveId" clId="{C3672CA3-9754-4262-B5E4-E1F9A3F66D40}" dt="2024-08-26T08:45:28.717" v="2628" actId="478"/>
          <ac:picMkLst>
            <pc:docMk/>
            <pc:sldMk cId="0" sldId="369"/>
            <ac:picMk id="11" creationId="{00000000-0000-0000-0000-000000000000}"/>
          </ac:picMkLst>
        </pc:picChg>
      </pc:sldChg>
      <pc:sldChg chg="delSp modSp mod">
        <pc:chgData name="Garima Singhal" userId="bd23a5c7e7d7f8f6" providerId="LiveId" clId="{C3672CA3-9754-4262-B5E4-E1F9A3F66D40}" dt="2024-08-26T08:51:36.163" v="2920" actId="14100"/>
        <pc:sldMkLst>
          <pc:docMk/>
          <pc:sldMk cId="0" sldId="370"/>
        </pc:sldMkLst>
        <pc:spChg chg="mod">
          <ac:chgData name="Garima Singhal" userId="bd23a5c7e7d7f8f6" providerId="LiveId" clId="{C3672CA3-9754-4262-B5E4-E1F9A3F66D40}" dt="2024-08-26T08:51:27.515" v="2917" actId="14100"/>
          <ac:spMkLst>
            <pc:docMk/>
            <pc:sldMk cId="0" sldId="370"/>
            <ac:spMk id="3" creationId="{00000000-0000-0000-0000-000000000000}"/>
          </ac:spMkLst>
        </pc:spChg>
        <pc:spChg chg="mod">
          <ac:chgData name="Garima Singhal" userId="bd23a5c7e7d7f8f6" providerId="LiveId" clId="{C3672CA3-9754-4262-B5E4-E1F9A3F66D40}" dt="2024-08-26T08:51:36.163" v="2920" actId="14100"/>
          <ac:spMkLst>
            <pc:docMk/>
            <pc:sldMk cId="0" sldId="370"/>
            <ac:spMk id="7" creationId="{00000000-0000-0000-0000-000000000000}"/>
          </ac:spMkLst>
        </pc:spChg>
        <pc:spChg chg="mod">
          <ac:chgData name="Garima Singhal" userId="bd23a5c7e7d7f8f6" providerId="LiveId" clId="{C3672CA3-9754-4262-B5E4-E1F9A3F66D40}" dt="2024-08-26T07:30:25.632" v="6"/>
          <ac:spMkLst>
            <pc:docMk/>
            <pc:sldMk cId="0" sldId="370"/>
            <ac:spMk id="10" creationId="{00000000-0000-0000-0000-000000000000}"/>
          </ac:spMkLst>
        </pc:spChg>
        <pc:picChg chg="del mod">
          <ac:chgData name="Garima Singhal" userId="bd23a5c7e7d7f8f6" providerId="LiveId" clId="{C3672CA3-9754-4262-B5E4-E1F9A3F66D40}" dt="2024-08-26T08:51:18.278" v="2914" actId="478"/>
          <ac:picMkLst>
            <pc:docMk/>
            <pc:sldMk cId="0" sldId="370"/>
            <ac:picMk id="11" creationId="{00000000-0000-0000-0000-000000000000}"/>
          </ac:picMkLst>
        </pc:picChg>
      </pc:sldChg>
      <pc:sldChg chg="delSp modSp mod">
        <pc:chgData name="Garima Singhal" userId="bd23a5c7e7d7f8f6" providerId="LiveId" clId="{C3672CA3-9754-4262-B5E4-E1F9A3F66D40}" dt="2024-08-26T08:51:55.003" v="2926" actId="14100"/>
        <pc:sldMkLst>
          <pc:docMk/>
          <pc:sldMk cId="0" sldId="371"/>
        </pc:sldMkLst>
        <pc:spChg chg="mod">
          <ac:chgData name="Garima Singhal" userId="bd23a5c7e7d7f8f6" providerId="LiveId" clId="{C3672CA3-9754-4262-B5E4-E1F9A3F66D40}" dt="2024-08-26T08:51:55.003" v="2926" actId="14100"/>
          <ac:spMkLst>
            <pc:docMk/>
            <pc:sldMk cId="0" sldId="371"/>
            <ac:spMk id="3" creationId="{00000000-0000-0000-0000-000000000000}"/>
          </ac:spMkLst>
        </pc:spChg>
        <pc:spChg chg="mod">
          <ac:chgData name="Garima Singhal" userId="bd23a5c7e7d7f8f6" providerId="LiveId" clId="{C3672CA3-9754-4262-B5E4-E1F9A3F66D40}" dt="2024-08-26T08:51:47.669" v="2924" actId="113"/>
          <ac:spMkLst>
            <pc:docMk/>
            <pc:sldMk cId="0" sldId="371"/>
            <ac:spMk id="7" creationId="{00000000-0000-0000-0000-000000000000}"/>
          </ac:spMkLst>
        </pc:spChg>
        <pc:spChg chg="mod">
          <ac:chgData name="Garima Singhal" userId="bd23a5c7e7d7f8f6" providerId="LiveId" clId="{C3672CA3-9754-4262-B5E4-E1F9A3F66D40}" dt="2024-08-26T07:30:25.632" v="6"/>
          <ac:spMkLst>
            <pc:docMk/>
            <pc:sldMk cId="0" sldId="371"/>
            <ac:spMk id="9" creationId="{00000000-0000-0000-0000-000000000000}"/>
          </ac:spMkLst>
        </pc:spChg>
        <pc:picChg chg="del mod">
          <ac:chgData name="Garima Singhal" userId="bd23a5c7e7d7f8f6" providerId="LiveId" clId="{C3672CA3-9754-4262-B5E4-E1F9A3F66D40}" dt="2024-08-26T08:51:39.986" v="2921" actId="478"/>
          <ac:picMkLst>
            <pc:docMk/>
            <pc:sldMk cId="0" sldId="371"/>
            <ac:picMk id="11" creationId="{00000000-0000-0000-0000-000000000000}"/>
          </ac:picMkLst>
        </pc:picChg>
      </pc:sldChg>
      <pc:sldChg chg="delSp modSp mod">
        <pc:chgData name="Garima Singhal" userId="bd23a5c7e7d7f8f6" providerId="LiveId" clId="{C3672CA3-9754-4262-B5E4-E1F9A3F66D40}" dt="2024-08-26T08:52:13.091" v="2932" actId="113"/>
        <pc:sldMkLst>
          <pc:docMk/>
          <pc:sldMk cId="0" sldId="372"/>
        </pc:sldMkLst>
        <pc:spChg chg="mod">
          <ac:chgData name="Garima Singhal" userId="bd23a5c7e7d7f8f6" providerId="LiveId" clId="{C3672CA3-9754-4262-B5E4-E1F9A3F66D40}" dt="2024-08-26T08:52:03.419" v="2928" actId="14100"/>
          <ac:spMkLst>
            <pc:docMk/>
            <pc:sldMk cId="0" sldId="372"/>
            <ac:spMk id="3" creationId="{00000000-0000-0000-0000-000000000000}"/>
          </ac:spMkLst>
        </pc:spChg>
        <pc:spChg chg="mod">
          <ac:chgData name="Garima Singhal" userId="bd23a5c7e7d7f8f6" providerId="LiveId" clId="{C3672CA3-9754-4262-B5E4-E1F9A3F66D40}" dt="2024-08-26T08:52:13.091" v="2932" actId="113"/>
          <ac:spMkLst>
            <pc:docMk/>
            <pc:sldMk cId="0" sldId="372"/>
            <ac:spMk id="7" creationId="{00000000-0000-0000-0000-000000000000}"/>
          </ac:spMkLst>
        </pc:spChg>
        <pc:spChg chg="mod">
          <ac:chgData name="Garima Singhal" userId="bd23a5c7e7d7f8f6" providerId="LiveId" clId="{C3672CA3-9754-4262-B5E4-E1F9A3F66D40}" dt="2024-08-26T07:30:25.632" v="6"/>
          <ac:spMkLst>
            <pc:docMk/>
            <pc:sldMk cId="0" sldId="372"/>
            <ac:spMk id="10" creationId="{00000000-0000-0000-0000-000000000000}"/>
          </ac:spMkLst>
        </pc:spChg>
        <pc:picChg chg="del mod">
          <ac:chgData name="Garima Singhal" userId="bd23a5c7e7d7f8f6" providerId="LiveId" clId="{C3672CA3-9754-4262-B5E4-E1F9A3F66D40}" dt="2024-08-26T08:52:05.553" v="2929" actId="478"/>
          <ac:picMkLst>
            <pc:docMk/>
            <pc:sldMk cId="0" sldId="372"/>
            <ac:picMk id="11" creationId="{00000000-0000-0000-0000-000000000000}"/>
          </ac:picMkLst>
        </pc:picChg>
      </pc:sldChg>
      <pc:sldChg chg="delSp modSp mod">
        <pc:chgData name="Garima Singhal" userId="bd23a5c7e7d7f8f6" providerId="LiveId" clId="{C3672CA3-9754-4262-B5E4-E1F9A3F66D40}" dt="2024-08-26T08:52:44.381" v="2940" actId="14100"/>
        <pc:sldMkLst>
          <pc:docMk/>
          <pc:sldMk cId="0" sldId="373"/>
        </pc:sldMkLst>
        <pc:spChg chg="mod">
          <ac:chgData name="Garima Singhal" userId="bd23a5c7e7d7f8f6" providerId="LiveId" clId="{C3672CA3-9754-4262-B5E4-E1F9A3F66D40}" dt="2024-08-26T08:52:34.785" v="2937" actId="12"/>
          <ac:spMkLst>
            <pc:docMk/>
            <pc:sldMk cId="0" sldId="373"/>
            <ac:spMk id="3" creationId="{00000000-0000-0000-0000-000000000000}"/>
          </ac:spMkLst>
        </pc:spChg>
        <pc:spChg chg="mod">
          <ac:chgData name="Garima Singhal" userId="bd23a5c7e7d7f8f6" providerId="LiveId" clId="{C3672CA3-9754-4262-B5E4-E1F9A3F66D40}" dt="2024-08-26T08:52:44.381" v="2940" actId="14100"/>
          <ac:spMkLst>
            <pc:docMk/>
            <pc:sldMk cId="0" sldId="373"/>
            <ac:spMk id="7" creationId="{00000000-0000-0000-0000-000000000000}"/>
          </ac:spMkLst>
        </pc:spChg>
        <pc:spChg chg="mod">
          <ac:chgData name="Garima Singhal" userId="bd23a5c7e7d7f8f6" providerId="LiveId" clId="{C3672CA3-9754-4262-B5E4-E1F9A3F66D40}" dt="2024-08-26T07:30:25.632" v="6"/>
          <ac:spMkLst>
            <pc:docMk/>
            <pc:sldMk cId="0" sldId="373"/>
            <ac:spMk id="10" creationId="{00000000-0000-0000-0000-000000000000}"/>
          </ac:spMkLst>
        </pc:spChg>
        <pc:picChg chg="del mod">
          <ac:chgData name="Garima Singhal" userId="bd23a5c7e7d7f8f6" providerId="LiveId" clId="{C3672CA3-9754-4262-B5E4-E1F9A3F66D40}" dt="2024-08-26T08:52:17.410" v="2933" actId="478"/>
          <ac:picMkLst>
            <pc:docMk/>
            <pc:sldMk cId="0" sldId="373"/>
            <ac:picMk id="11" creationId="{00000000-0000-0000-0000-000000000000}"/>
          </ac:picMkLst>
        </pc:picChg>
      </pc:sldChg>
      <pc:sldChg chg="delSp modSp mod">
        <pc:chgData name="Garima Singhal" userId="bd23a5c7e7d7f8f6" providerId="LiveId" clId="{C3672CA3-9754-4262-B5E4-E1F9A3F66D40}" dt="2024-08-26T08:53:14.951" v="2950" actId="12"/>
        <pc:sldMkLst>
          <pc:docMk/>
          <pc:sldMk cId="0" sldId="374"/>
        </pc:sldMkLst>
        <pc:spChg chg="mod">
          <ac:chgData name="Garima Singhal" userId="bd23a5c7e7d7f8f6" providerId="LiveId" clId="{C3672CA3-9754-4262-B5E4-E1F9A3F66D40}" dt="2024-08-26T08:53:14.951" v="2950" actId="12"/>
          <ac:spMkLst>
            <pc:docMk/>
            <pc:sldMk cId="0" sldId="374"/>
            <ac:spMk id="3" creationId="{00000000-0000-0000-0000-000000000000}"/>
          </ac:spMkLst>
        </pc:spChg>
        <pc:spChg chg="mod">
          <ac:chgData name="Garima Singhal" userId="bd23a5c7e7d7f8f6" providerId="LiveId" clId="{C3672CA3-9754-4262-B5E4-E1F9A3F66D40}" dt="2024-08-26T08:52:56.023" v="2944" actId="113"/>
          <ac:spMkLst>
            <pc:docMk/>
            <pc:sldMk cId="0" sldId="374"/>
            <ac:spMk id="7" creationId="{00000000-0000-0000-0000-000000000000}"/>
          </ac:spMkLst>
        </pc:spChg>
        <pc:spChg chg="mod">
          <ac:chgData name="Garima Singhal" userId="bd23a5c7e7d7f8f6" providerId="LiveId" clId="{C3672CA3-9754-4262-B5E4-E1F9A3F66D40}" dt="2024-08-26T07:30:25.632" v="6"/>
          <ac:spMkLst>
            <pc:docMk/>
            <pc:sldMk cId="0" sldId="374"/>
            <ac:spMk id="9" creationId="{00000000-0000-0000-0000-000000000000}"/>
          </ac:spMkLst>
        </pc:spChg>
        <pc:picChg chg="del mod">
          <ac:chgData name="Garima Singhal" userId="bd23a5c7e7d7f8f6" providerId="LiveId" clId="{C3672CA3-9754-4262-B5E4-E1F9A3F66D40}" dt="2024-08-26T08:52:48.008" v="2941" actId="478"/>
          <ac:picMkLst>
            <pc:docMk/>
            <pc:sldMk cId="0" sldId="374"/>
            <ac:picMk id="11" creationId="{00000000-0000-0000-0000-000000000000}"/>
          </ac:picMkLst>
        </pc:picChg>
      </pc:sldChg>
      <pc:sldChg chg="add del">
        <pc:chgData name="Garima Singhal" userId="bd23a5c7e7d7f8f6" providerId="LiveId" clId="{C3672CA3-9754-4262-B5E4-E1F9A3F66D40}" dt="2024-08-26T07:38:21.502" v="105"/>
        <pc:sldMkLst>
          <pc:docMk/>
          <pc:sldMk cId="3281030629" sldId="375"/>
        </pc:sldMkLst>
      </pc:sldChg>
      <pc:sldChg chg="delSp modSp mod">
        <pc:chgData name="Garima Singhal" userId="bd23a5c7e7d7f8f6" providerId="LiveId" clId="{C3672CA3-9754-4262-B5E4-E1F9A3F66D40}" dt="2024-09-03T03:51:35.336" v="3099" actId="113"/>
        <pc:sldMkLst>
          <pc:docMk/>
          <pc:sldMk cId="2555220207" sldId="384"/>
        </pc:sldMkLst>
        <pc:spChg chg="mod">
          <ac:chgData name="Garima Singhal" userId="bd23a5c7e7d7f8f6" providerId="LiveId" clId="{C3672CA3-9754-4262-B5E4-E1F9A3F66D40}" dt="2024-09-03T03:51:35.336" v="3099" actId="113"/>
          <ac:spMkLst>
            <pc:docMk/>
            <pc:sldMk cId="2555220207" sldId="384"/>
            <ac:spMk id="7" creationId="{00000000-0000-0000-0000-000000000000}"/>
          </ac:spMkLst>
        </pc:spChg>
        <pc:spChg chg="mod">
          <ac:chgData name="Garima Singhal" userId="bd23a5c7e7d7f8f6" providerId="LiveId" clId="{C3672CA3-9754-4262-B5E4-E1F9A3F66D40}" dt="2024-08-26T07:57:08.764" v="210" actId="20577"/>
          <ac:spMkLst>
            <pc:docMk/>
            <pc:sldMk cId="2555220207" sldId="384"/>
            <ac:spMk id="9" creationId="{00000000-0000-0000-0000-000000000000}"/>
          </ac:spMkLst>
        </pc:spChg>
        <pc:spChg chg="mod">
          <ac:chgData name="Garima Singhal" userId="bd23a5c7e7d7f8f6" providerId="LiveId" clId="{C3672CA3-9754-4262-B5E4-E1F9A3F66D40}" dt="2024-08-26T07:30:25.632" v="6"/>
          <ac:spMkLst>
            <pc:docMk/>
            <pc:sldMk cId="2555220207" sldId="384"/>
            <ac:spMk id="10" creationId="{00000000-0000-0000-0000-000000000000}"/>
          </ac:spMkLst>
        </pc:spChg>
        <pc:picChg chg="del mod">
          <ac:chgData name="Garima Singhal" userId="bd23a5c7e7d7f8f6" providerId="LiveId" clId="{C3672CA3-9754-4262-B5E4-E1F9A3F66D40}" dt="2024-08-26T07:56:19.154" v="193" actId="478"/>
          <ac:picMkLst>
            <pc:docMk/>
            <pc:sldMk cId="2555220207" sldId="384"/>
            <ac:picMk id="11" creationId="{00000000-0000-0000-0000-000000000000}"/>
          </ac:picMkLst>
        </pc:picChg>
      </pc:sldChg>
      <pc:sldChg chg="delSp modSp del mod">
        <pc:chgData name="Garima Singhal" userId="bd23a5c7e7d7f8f6" providerId="LiveId" clId="{C3672CA3-9754-4262-B5E4-E1F9A3F66D40}" dt="2024-08-26T07:57:13.921" v="211" actId="2696"/>
        <pc:sldMkLst>
          <pc:docMk/>
          <pc:sldMk cId="2555220207" sldId="385"/>
        </pc:sldMkLst>
        <pc:spChg chg="mod">
          <ac:chgData name="Garima Singhal" userId="bd23a5c7e7d7f8f6" providerId="LiveId" clId="{C3672CA3-9754-4262-B5E4-E1F9A3F66D40}" dt="2024-08-26T07:56:47.590" v="202" actId="14100"/>
          <ac:spMkLst>
            <pc:docMk/>
            <pc:sldMk cId="2555220207" sldId="385"/>
            <ac:spMk id="7" creationId="{00000000-0000-0000-0000-000000000000}"/>
          </ac:spMkLst>
        </pc:spChg>
        <pc:spChg chg="mod">
          <ac:chgData name="Garima Singhal" userId="bd23a5c7e7d7f8f6" providerId="LiveId" clId="{C3672CA3-9754-4262-B5E4-E1F9A3F66D40}" dt="2024-08-26T07:56:53.445" v="204" actId="14100"/>
          <ac:spMkLst>
            <pc:docMk/>
            <pc:sldMk cId="2555220207" sldId="385"/>
            <ac:spMk id="9" creationId="{00000000-0000-0000-0000-000000000000}"/>
          </ac:spMkLst>
        </pc:spChg>
        <pc:picChg chg="del mod">
          <ac:chgData name="Garima Singhal" userId="bd23a5c7e7d7f8f6" providerId="LiveId" clId="{C3672CA3-9754-4262-B5E4-E1F9A3F66D40}" dt="2024-08-26T07:56:42.173" v="200" actId="478"/>
          <ac:picMkLst>
            <pc:docMk/>
            <pc:sldMk cId="2555220207" sldId="385"/>
            <ac:picMk id="11" creationId="{00000000-0000-0000-0000-000000000000}"/>
          </ac:picMkLst>
        </pc:picChg>
      </pc:sldChg>
      <pc:sldChg chg="delSp modSp mod">
        <pc:chgData name="Garima Singhal" userId="bd23a5c7e7d7f8f6" providerId="LiveId" clId="{C3672CA3-9754-4262-B5E4-E1F9A3F66D40}" dt="2024-08-26T08:49:44.145" v="2733" actId="2711"/>
        <pc:sldMkLst>
          <pc:docMk/>
          <pc:sldMk cId="0" sldId="387"/>
        </pc:sldMkLst>
        <pc:spChg chg="mod">
          <ac:chgData name="Garima Singhal" userId="bd23a5c7e7d7f8f6" providerId="LiveId" clId="{C3672CA3-9754-4262-B5E4-E1F9A3F66D40}" dt="2024-08-26T08:49:26.395" v="2726" actId="14100"/>
          <ac:spMkLst>
            <pc:docMk/>
            <pc:sldMk cId="0" sldId="387"/>
            <ac:spMk id="3" creationId="{00000000-0000-0000-0000-000000000000}"/>
          </ac:spMkLst>
        </pc:spChg>
        <pc:spChg chg="mod">
          <ac:chgData name="Garima Singhal" userId="bd23a5c7e7d7f8f6" providerId="LiveId" clId="{C3672CA3-9754-4262-B5E4-E1F9A3F66D40}" dt="2024-08-26T08:49:44.145" v="2733" actId="2711"/>
          <ac:spMkLst>
            <pc:docMk/>
            <pc:sldMk cId="0" sldId="387"/>
            <ac:spMk id="7" creationId="{00000000-0000-0000-0000-000000000000}"/>
          </ac:spMkLst>
        </pc:spChg>
        <pc:graphicFrameChg chg="mod">
          <ac:chgData name="Garima Singhal" userId="bd23a5c7e7d7f8f6" providerId="LiveId" clId="{C3672CA3-9754-4262-B5E4-E1F9A3F66D40}" dt="2024-08-26T07:30:25.632" v="6"/>
          <ac:graphicFrameMkLst>
            <pc:docMk/>
            <pc:sldMk cId="0" sldId="387"/>
            <ac:graphicFrameMk id="10" creationId="{00000000-0000-0000-0000-000000000000}"/>
          </ac:graphicFrameMkLst>
        </pc:graphicFrameChg>
        <pc:picChg chg="del mod">
          <ac:chgData name="Garima Singhal" userId="bd23a5c7e7d7f8f6" providerId="LiveId" clId="{C3672CA3-9754-4262-B5E4-E1F9A3F66D40}" dt="2024-08-26T08:49:30.320" v="2727" actId="478"/>
          <ac:picMkLst>
            <pc:docMk/>
            <pc:sldMk cId="0" sldId="387"/>
            <ac:picMk id="11" creationId="{00000000-0000-0000-0000-000000000000}"/>
          </ac:picMkLst>
        </pc:picChg>
      </pc:sldChg>
      <pc:sldChg chg="delSp modSp mod">
        <pc:chgData name="Garima Singhal" userId="bd23a5c7e7d7f8f6" providerId="LiveId" clId="{C3672CA3-9754-4262-B5E4-E1F9A3F66D40}" dt="2024-08-26T08:43:28.710" v="2510" actId="113"/>
        <pc:sldMkLst>
          <pc:docMk/>
          <pc:sldMk cId="0" sldId="388"/>
        </pc:sldMkLst>
        <pc:spChg chg="mod">
          <ac:chgData name="Garima Singhal" userId="bd23a5c7e7d7f8f6" providerId="LiveId" clId="{C3672CA3-9754-4262-B5E4-E1F9A3F66D40}" dt="2024-08-26T08:43:28.710" v="2510" actId="113"/>
          <ac:spMkLst>
            <pc:docMk/>
            <pc:sldMk cId="0" sldId="388"/>
            <ac:spMk id="6" creationId="{00000000-0000-0000-0000-000000000000}"/>
          </ac:spMkLst>
        </pc:spChg>
        <pc:picChg chg="del mod">
          <ac:chgData name="Garima Singhal" userId="bd23a5c7e7d7f8f6" providerId="LiveId" clId="{C3672CA3-9754-4262-B5E4-E1F9A3F66D40}" dt="2024-08-26T08:43:05.827" v="2504" actId="478"/>
          <ac:picMkLst>
            <pc:docMk/>
            <pc:sldMk cId="0" sldId="388"/>
            <ac:picMk id="9" creationId="{00000000-0000-0000-0000-000000000000}"/>
          </ac:picMkLst>
        </pc:picChg>
        <pc:picChg chg="mod">
          <ac:chgData name="Garima Singhal" userId="bd23a5c7e7d7f8f6" providerId="LiveId" clId="{C3672CA3-9754-4262-B5E4-E1F9A3F66D40}" dt="2024-08-26T08:43:12.315" v="2506" actId="14100"/>
          <ac:picMkLst>
            <pc:docMk/>
            <pc:sldMk cId="0" sldId="388"/>
            <ac:picMk id="3074" creationId="{00000000-0000-0000-0000-000000000000}"/>
          </ac:picMkLst>
        </pc:picChg>
      </pc:sldChg>
      <pc:sldChg chg="addSp delSp modSp add del mod">
        <pc:chgData name="Garima Singhal" userId="bd23a5c7e7d7f8f6" providerId="LiveId" clId="{C3672CA3-9754-4262-B5E4-E1F9A3F66D40}" dt="2024-08-26T07:49:23.496" v="146" actId="207"/>
        <pc:sldMkLst>
          <pc:docMk/>
          <pc:sldMk cId="0" sldId="390"/>
        </pc:sldMkLst>
        <pc:spChg chg="mod">
          <ac:chgData name="Garima Singhal" userId="bd23a5c7e7d7f8f6" providerId="LiveId" clId="{C3672CA3-9754-4262-B5E4-E1F9A3F66D40}" dt="2024-08-26T07:30:25.632" v="6"/>
          <ac:spMkLst>
            <pc:docMk/>
            <pc:sldMk cId="0" sldId="390"/>
            <ac:spMk id="5" creationId="{00000000-0000-0000-0000-000000000000}"/>
          </ac:spMkLst>
        </pc:spChg>
        <pc:spChg chg="mod">
          <ac:chgData name="Garima Singhal" userId="bd23a5c7e7d7f8f6" providerId="LiveId" clId="{C3672CA3-9754-4262-B5E4-E1F9A3F66D40}" dt="2024-08-26T07:45:38.758" v="117" actId="120"/>
          <ac:spMkLst>
            <pc:docMk/>
            <pc:sldMk cId="0" sldId="390"/>
            <ac:spMk id="7" creationId="{00000000-0000-0000-0000-000000000000}"/>
          </ac:spMkLst>
        </pc:spChg>
        <pc:graphicFrameChg chg="mod modGraphic">
          <ac:chgData name="Garima Singhal" userId="bd23a5c7e7d7f8f6" providerId="LiveId" clId="{C3672CA3-9754-4262-B5E4-E1F9A3F66D40}" dt="2024-08-26T07:49:23.496" v="146" actId="207"/>
          <ac:graphicFrameMkLst>
            <pc:docMk/>
            <pc:sldMk cId="0" sldId="390"/>
            <ac:graphicFrameMk id="12" creationId="{00000000-0000-0000-0000-000000000000}"/>
          </ac:graphicFrameMkLst>
        </pc:graphicFrameChg>
        <pc:picChg chg="add mod">
          <ac:chgData name="Garima Singhal" userId="bd23a5c7e7d7f8f6" providerId="LiveId" clId="{C3672CA3-9754-4262-B5E4-E1F9A3F66D40}" dt="2024-08-26T07:44:33.157" v="112" actId="14100"/>
          <ac:picMkLst>
            <pc:docMk/>
            <pc:sldMk cId="0" sldId="390"/>
            <ac:picMk id="2" creationId="{7C9FA8E4-FD3E-DF57-0297-041CBFAEDC0E}"/>
          </ac:picMkLst>
        </pc:picChg>
        <pc:picChg chg="del mod">
          <ac:chgData name="Garima Singhal" userId="bd23a5c7e7d7f8f6" providerId="LiveId" clId="{C3672CA3-9754-4262-B5E4-E1F9A3F66D40}" dt="2024-08-26T07:37:00.654" v="87" actId="478"/>
          <ac:picMkLst>
            <pc:docMk/>
            <pc:sldMk cId="0" sldId="390"/>
            <ac:picMk id="9" creationId="{9C030E0B-CF6D-B549-E18E-4AF23F580211}"/>
          </ac:picMkLst>
        </pc:picChg>
      </pc:sldChg>
      <pc:sldChg chg="delSp modSp add del mod">
        <pc:chgData name="Garima Singhal" userId="bd23a5c7e7d7f8f6" providerId="LiveId" clId="{C3672CA3-9754-4262-B5E4-E1F9A3F66D40}" dt="2024-08-26T07:53:42.885" v="179" actId="1076"/>
        <pc:sldMkLst>
          <pc:docMk/>
          <pc:sldMk cId="0" sldId="391"/>
        </pc:sldMkLst>
        <pc:spChg chg="mod">
          <ac:chgData name="Garima Singhal" userId="bd23a5c7e7d7f8f6" providerId="LiveId" clId="{C3672CA3-9754-4262-B5E4-E1F9A3F66D40}" dt="2024-08-26T07:53:42.885" v="179" actId="1076"/>
          <ac:spMkLst>
            <pc:docMk/>
            <pc:sldMk cId="0" sldId="391"/>
            <ac:spMk id="7" creationId="{00000000-0000-0000-0000-000000000000}"/>
          </ac:spMkLst>
        </pc:spChg>
        <pc:graphicFrameChg chg="mod modGraphic">
          <ac:chgData name="Garima Singhal" userId="bd23a5c7e7d7f8f6" providerId="LiveId" clId="{C3672CA3-9754-4262-B5E4-E1F9A3F66D40}" dt="2024-08-26T07:50:03.828" v="153" actId="207"/>
          <ac:graphicFrameMkLst>
            <pc:docMk/>
            <pc:sldMk cId="0" sldId="391"/>
            <ac:graphicFrameMk id="9" creationId="{00000000-0000-0000-0000-000000000000}"/>
          </ac:graphicFrameMkLst>
        </pc:graphicFrameChg>
        <pc:picChg chg="del mod">
          <ac:chgData name="Garima Singhal" userId="bd23a5c7e7d7f8f6" providerId="LiveId" clId="{C3672CA3-9754-4262-B5E4-E1F9A3F66D40}" dt="2024-08-26T07:47:18.933" v="124" actId="478"/>
          <ac:picMkLst>
            <pc:docMk/>
            <pc:sldMk cId="0" sldId="391"/>
            <ac:picMk id="12" creationId="{72E2F272-53FE-8483-10EA-5E90B16EF39F}"/>
          </ac:picMkLst>
        </pc:picChg>
      </pc:sldChg>
      <pc:sldChg chg="delSp modSp add del mod">
        <pc:chgData name="Garima Singhal" userId="bd23a5c7e7d7f8f6" providerId="LiveId" clId="{C3672CA3-9754-4262-B5E4-E1F9A3F66D40}" dt="2024-09-03T03:48:54.575" v="3091" actId="339"/>
        <pc:sldMkLst>
          <pc:docMk/>
          <pc:sldMk cId="0" sldId="392"/>
        </pc:sldMkLst>
        <pc:spChg chg="mod">
          <ac:chgData name="Garima Singhal" userId="bd23a5c7e7d7f8f6" providerId="LiveId" clId="{C3672CA3-9754-4262-B5E4-E1F9A3F66D40}" dt="2024-09-03T03:48:54.575" v="3091" actId="339"/>
          <ac:spMkLst>
            <pc:docMk/>
            <pc:sldMk cId="0" sldId="392"/>
            <ac:spMk id="7" creationId="{00000000-0000-0000-0000-000000000000}"/>
          </ac:spMkLst>
        </pc:spChg>
        <pc:spChg chg="mod">
          <ac:chgData name="Garima Singhal" userId="bd23a5c7e7d7f8f6" providerId="LiveId" clId="{C3672CA3-9754-4262-B5E4-E1F9A3F66D40}" dt="2024-08-26T07:30:25.632" v="6"/>
          <ac:spMkLst>
            <pc:docMk/>
            <pc:sldMk cId="0" sldId="392"/>
            <ac:spMk id="11" creationId="{00000000-0000-0000-0000-000000000000}"/>
          </ac:spMkLst>
        </pc:spChg>
        <pc:graphicFrameChg chg="mod modGraphic">
          <ac:chgData name="Garima Singhal" userId="bd23a5c7e7d7f8f6" providerId="LiveId" clId="{C3672CA3-9754-4262-B5E4-E1F9A3F66D40}" dt="2024-08-26T07:49:11.949" v="144" actId="207"/>
          <ac:graphicFrameMkLst>
            <pc:docMk/>
            <pc:sldMk cId="0" sldId="392"/>
            <ac:graphicFrameMk id="9" creationId="{00000000-0000-0000-0000-000000000000}"/>
          </ac:graphicFrameMkLst>
        </pc:graphicFrameChg>
        <pc:picChg chg="del mod">
          <ac:chgData name="Garima Singhal" userId="bd23a5c7e7d7f8f6" providerId="LiveId" clId="{C3672CA3-9754-4262-B5E4-E1F9A3F66D40}" dt="2024-08-26T07:47:24.726" v="126" actId="478"/>
          <ac:picMkLst>
            <pc:docMk/>
            <pc:sldMk cId="0" sldId="392"/>
            <ac:picMk id="12" creationId="{2B7DE474-8AB3-B6A9-8158-D05D5C04024B}"/>
          </ac:picMkLst>
        </pc:picChg>
      </pc:sldChg>
      <pc:sldChg chg="delSp modSp mod">
        <pc:chgData name="Garima Singhal" userId="bd23a5c7e7d7f8f6" providerId="LiveId" clId="{C3672CA3-9754-4262-B5E4-E1F9A3F66D40}" dt="2024-08-26T07:58:03.318" v="229" actId="14100"/>
        <pc:sldMkLst>
          <pc:docMk/>
          <pc:sldMk cId="449126898" sldId="393"/>
        </pc:sldMkLst>
        <pc:spChg chg="mod">
          <ac:chgData name="Garima Singhal" userId="bd23a5c7e7d7f8f6" providerId="LiveId" clId="{C3672CA3-9754-4262-B5E4-E1F9A3F66D40}" dt="2024-08-26T07:30:25.632" v="6"/>
          <ac:spMkLst>
            <pc:docMk/>
            <pc:sldMk cId="449126898" sldId="393"/>
            <ac:spMk id="5" creationId="{00000000-0000-0000-0000-000000000000}"/>
          </ac:spMkLst>
        </pc:spChg>
        <pc:spChg chg="mod">
          <ac:chgData name="Garima Singhal" userId="bd23a5c7e7d7f8f6" providerId="LiveId" clId="{C3672CA3-9754-4262-B5E4-E1F9A3F66D40}" dt="2024-08-26T07:57:48.749" v="221" actId="14100"/>
          <ac:spMkLst>
            <pc:docMk/>
            <pc:sldMk cId="449126898" sldId="393"/>
            <ac:spMk id="7" creationId="{00000000-0000-0000-0000-000000000000}"/>
          </ac:spMkLst>
        </pc:spChg>
        <pc:spChg chg="mod">
          <ac:chgData name="Garima Singhal" userId="bd23a5c7e7d7f8f6" providerId="LiveId" clId="{C3672CA3-9754-4262-B5E4-E1F9A3F66D40}" dt="2024-08-26T07:58:03.318" v="229" actId="14100"/>
          <ac:spMkLst>
            <pc:docMk/>
            <pc:sldMk cId="449126898" sldId="393"/>
            <ac:spMk id="10" creationId="{00000000-0000-0000-0000-000000000000}"/>
          </ac:spMkLst>
        </pc:spChg>
        <pc:picChg chg="del mod">
          <ac:chgData name="Garima Singhal" userId="bd23a5c7e7d7f8f6" providerId="LiveId" clId="{C3672CA3-9754-4262-B5E4-E1F9A3F66D40}" dt="2024-08-26T07:57:43.824" v="219" actId="478"/>
          <ac:picMkLst>
            <pc:docMk/>
            <pc:sldMk cId="449126898" sldId="393"/>
            <ac:picMk id="9" creationId="{00000000-0000-0000-0000-000000000000}"/>
          </ac:picMkLst>
        </pc:picChg>
      </pc:sldChg>
      <pc:sldChg chg="delSp modSp mod">
        <pc:chgData name="Garima Singhal" userId="bd23a5c7e7d7f8f6" providerId="LiveId" clId="{C3672CA3-9754-4262-B5E4-E1F9A3F66D40}" dt="2024-08-26T07:58:38.430" v="266" actId="20577"/>
        <pc:sldMkLst>
          <pc:docMk/>
          <pc:sldMk cId="3613191413" sldId="394"/>
        </pc:sldMkLst>
        <pc:spChg chg="mod">
          <ac:chgData name="Garima Singhal" userId="bd23a5c7e7d7f8f6" providerId="LiveId" clId="{C3672CA3-9754-4262-B5E4-E1F9A3F66D40}" dt="2024-08-26T07:58:38.430" v="266" actId="20577"/>
          <ac:spMkLst>
            <pc:docMk/>
            <pc:sldMk cId="3613191413" sldId="394"/>
            <ac:spMk id="3" creationId="{00000000-0000-0000-0000-000000000000}"/>
          </ac:spMkLst>
        </pc:spChg>
        <pc:spChg chg="mod">
          <ac:chgData name="Garima Singhal" userId="bd23a5c7e7d7f8f6" providerId="LiveId" clId="{C3672CA3-9754-4262-B5E4-E1F9A3F66D40}" dt="2024-08-26T07:30:25.632" v="6"/>
          <ac:spMkLst>
            <pc:docMk/>
            <pc:sldMk cId="3613191413" sldId="394"/>
            <ac:spMk id="5" creationId="{00000000-0000-0000-0000-000000000000}"/>
          </ac:spMkLst>
        </pc:spChg>
        <pc:spChg chg="mod">
          <ac:chgData name="Garima Singhal" userId="bd23a5c7e7d7f8f6" providerId="LiveId" clId="{C3672CA3-9754-4262-B5E4-E1F9A3F66D40}" dt="2024-08-26T07:58:19.998" v="232" actId="14100"/>
          <ac:spMkLst>
            <pc:docMk/>
            <pc:sldMk cId="3613191413" sldId="394"/>
            <ac:spMk id="7" creationId="{00000000-0000-0000-0000-000000000000}"/>
          </ac:spMkLst>
        </pc:spChg>
        <pc:picChg chg="del mod">
          <ac:chgData name="Garima Singhal" userId="bd23a5c7e7d7f8f6" providerId="LiveId" clId="{C3672CA3-9754-4262-B5E4-E1F9A3F66D40}" dt="2024-08-26T07:58:13.061" v="230" actId="478"/>
          <ac:picMkLst>
            <pc:docMk/>
            <pc:sldMk cId="3613191413" sldId="394"/>
            <ac:picMk id="9" creationId="{00000000-0000-0000-0000-000000000000}"/>
          </ac:picMkLst>
        </pc:picChg>
      </pc:sldChg>
      <pc:sldChg chg="addSp delSp modSp mod">
        <pc:chgData name="Garima Singhal" userId="bd23a5c7e7d7f8f6" providerId="LiveId" clId="{C3672CA3-9754-4262-B5E4-E1F9A3F66D40}" dt="2024-08-26T07:59:47.687" v="283" actId="14100"/>
        <pc:sldMkLst>
          <pc:docMk/>
          <pc:sldMk cId="716883844" sldId="395"/>
        </pc:sldMkLst>
        <pc:spChg chg="del mod">
          <ac:chgData name="Garima Singhal" userId="bd23a5c7e7d7f8f6" providerId="LiveId" clId="{C3672CA3-9754-4262-B5E4-E1F9A3F66D40}" dt="2024-08-26T07:59:34.607" v="280" actId="478"/>
          <ac:spMkLst>
            <pc:docMk/>
            <pc:sldMk cId="716883844" sldId="395"/>
            <ac:spMk id="3" creationId="{00000000-0000-0000-0000-000000000000}"/>
          </ac:spMkLst>
        </pc:spChg>
        <pc:spChg chg="mod">
          <ac:chgData name="Garima Singhal" userId="bd23a5c7e7d7f8f6" providerId="LiveId" clId="{C3672CA3-9754-4262-B5E4-E1F9A3F66D40}" dt="2024-08-26T07:59:31.276" v="279" actId="14100"/>
          <ac:spMkLst>
            <pc:docMk/>
            <pc:sldMk cId="716883844" sldId="395"/>
            <ac:spMk id="5" creationId="{00000000-0000-0000-0000-000000000000}"/>
          </ac:spMkLst>
        </pc:spChg>
        <pc:spChg chg="mod">
          <ac:chgData name="Garima Singhal" userId="bd23a5c7e7d7f8f6" providerId="LiveId" clId="{C3672CA3-9754-4262-B5E4-E1F9A3F66D40}" dt="2024-08-26T07:59:06.516" v="271" actId="14100"/>
          <ac:spMkLst>
            <pc:docMk/>
            <pc:sldMk cId="716883844" sldId="395"/>
            <ac:spMk id="7" creationId="{00000000-0000-0000-0000-000000000000}"/>
          </ac:spMkLst>
        </pc:spChg>
        <pc:spChg chg="add del mod">
          <ac:chgData name="Garima Singhal" userId="bd23a5c7e7d7f8f6" providerId="LiveId" clId="{C3672CA3-9754-4262-B5E4-E1F9A3F66D40}" dt="2024-08-26T07:59:38.802" v="281" actId="478"/>
          <ac:spMkLst>
            <pc:docMk/>
            <pc:sldMk cId="716883844" sldId="395"/>
            <ac:spMk id="8" creationId="{53C6018C-486F-ECFA-7569-39064A88BC4D}"/>
          </ac:spMkLst>
        </pc:spChg>
        <pc:spChg chg="mod">
          <ac:chgData name="Garima Singhal" userId="bd23a5c7e7d7f8f6" providerId="LiveId" clId="{C3672CA3-9754-4262-B5E4-E1F9A3F66D40}" dt="2024-08-26T07:59:47.687" v="283" actId="14100"/>
          <ac:spMkLst>
            <pc:docMk/>
            <pc:sldMk cId="716883844" sldId="395"/>
            <ac:spMk id="9" creationId="{00000000-0000-0000-0000-000000000000}"/>
          </ac:spMkLst>
        </pc:spChg>
        <pc:spChg chg="mod">
          <ac:chgData name="Garima Singhal" userId="bd23a5c7e7d7f8f6" providerId="LiveId" clId="{C3672CA3-9754-4262-B5E4-E1F9A3F66D40}" dt="2024-08-26T07:59:44.463" v="282" actId="14100"/>
          <ac:spMkLst>
            <pc:docMk/>
            <pc:sldMk cId="716883844" sldId="395"/>
            <ac:spMk id="12" creationId="{00000000-0000-0000-0000-000000000000}"/>
          </ac:spMkLst>
        </pc:spChg>
        <pc:picChg chg="mod">
          <ac:chgData name="Garima Singhal" userId="bd23a5c7e7d7f8f6" providerId="LiveId" clId="{C3672CA3-9754-4262-B5E4-E1F9A3F66D40}" dt="2024-08-26T07:59:11.733" v="273" actId="14100"/>
          <ac:picMkLst>
            <pc:docMk/>
            <pc:sldMk cId="716883844" sldId="395"/>
            <ac:picMk id="11" creationId="{00000000-0000-0000-0000-000000000000}"/>
          </ac:picMkLst>
        </pc:picChg>
        <pc:picChg chg="mod">
          <ac:chgData name="Garima Singhal" userId="bd23a5c7e7d7f8f6" providerId="LiveId" clId="{C3672CA3-9754-4262-B5E4-E1F9A3F66D40}" dt="2024-08-26T07:30:25.632" v="6"/>
          <ac:picMkLst>
            <pc:docMk/>
            <pc:sldMk cId="716883844" sldId="395"/>
            <ac:picMk id="13" creationId="{00000000-0000-0000-0000-000000000000}"/>
          </ac:picMkLst>
        </pc:picChg>
        <pc:picChg chg="mod">
          <ac:chgData name="Garima Singhal" userId="bd23a5c7e7d7f8f6" providerId="LiveId" clId="{C3672CA3-9754-4262-B5E4-E1F9A3F66D40}" dt="2024-08-26T07:59:25.653" v="277" actId="14100"/>
          <ac:picMkLst>
            <pc:docMk/>
            <pc:sldMk cId="716883844" sldId="395"/>
            <ac:picMk id="14" creationId="{00000000-0000-0000-0000-000000000000}"/>
          </ac:picMkLst>
        </pc:picChg>
        <pc:picChg chg="mod">
          <ac:chgData name="Garima Singhal" userId="bd23a5c7e7d7f8f6" providerId="LiveId" clId="{C3672CA3-9754-4262-B5E4-E1F9A3F66D40}" dt="2024-08-26T07:30:25.632" v="6"/>
          <ac:picMkLst>
            <pc:docMk/>
            <pc:sldMk cId="716883844" sldId="395"/>
            <ac:picMk id="15" creationId="{00000000-0000-0000-0000-000000000000}"/>
          </ac:picMkLst>
        </pc:picChg>
        <pc:picChg chg="del mod">
          <ac:chgData name="Garima Singhal" userId="bd23a5c7e7d7f8f6" providerId="LiveId" clId="{C3672CA3-9754-4262-B5E4-E1F9A3F66D40}" dt="2024-08-26T07:58:56.183" v="269" actId="478"/>
          <ac:picMkLst>
            <pc:docMk/>
            <pc:sldMk cId="716883844" sldId="395"/>
            <ac:picMk id="16" creationId="{00000000-0000-0000-0000-000000000000}"/>
          </ac:picMkLst>
        </pc:picChg>
      </pc:sldChg>
      <pc:sldChg chg="delSp modSp mod modNotes">
        <pc:chgData name="Garima Singhal" userId="bd23a5c7e7d7f8f6" providerId="LiveId" clId="{C3672CA3-9754-4262-B5E4-E1F9A3F66D40}" dt="2024-08-26T08:00:11.542" v="291" actId="14100"/>
        <pc:sldMkLst>
          <pc:docMk/>
          <pc:sldMk cId="1719219394" sldId="396"/>
        </pc:sldMkLst>
        <pc:spChg chg="mod">
          <ac:chgData name="Garima Singhal" userId="bd23a5c7e7d7f8f6" providerId="LiveId" clId="{C3672CA3-9754-4262-B5E4-E1F9A3F66D40}" dt="2024-08-26T08:00:11.542" v="291" actId="14100"/>
          <ac:spMkLst>
            <pc:docMk/>
            <pc:sldMk cId="1719219394" sldId="396"/>
            <ac:spMk id="3" creationId="{00000000-0000-0000-0000-000000000000}"/>
          </ac:spMkLst>
        </pc:spChg>
        <pc:spChg chg="mod">
          <ac:chgData name="Garima Singhal" userId="bd23a5c7e7d7f8f6" providerId="LiveId" clId="{C3672CA3-9754-4262-B5E4-E1F9A3F66D40}" dt="2024-08-26T07:59:56.940" v="286" actId="14100"/>
          <ac:spMkLst>
            <pc:docMk/>
            <pc:sldMk cId="1719219394" sldId="396"/>
            <ac:spMk id="8" creationId="{00000000-0000-0000-0000-000000000000}"/>
          </ac:spMkLst>
        </pc:spChg>
        <pc:spChg chg="mod">
          <ac:chgData name="Garima Singhal" userId="bd23a5c7e7d7f8f6" providerId="LiveId" clId="{C3672CA3-9754-4262-B5E4-E1F9A3F66D40}" dt="2024-08-26T07:30:25.632" v="6"/>
          <ac:spMkLst>
            <pc:docMk/>
            <pc:sldMk cId="1719219394" sldId="396"/>
            <ac:spMk id="10" creationId="{00000000-0000-0000-0000-000000000000}"/>
          </ac:spMkLst>
        </pc:spChg>
        <pc:picChg chg="del mod">
          <ac:chgData name="Garima Singhal" userId="bd23a5c7e7d7f8f6" providerId="LiveId" clId="{C3672CA3-9754-4262-B5E4-E1F9A3F66D40}" dt="2024-08-26T07:59:52.487" v="284" actId="478"/>
          <ac:picMkLst>
            <pc:docMk/>
            <pc:sldMk cId="1719219394" sldId="396"/>
            <ac:picMk id="11" creationId="{00000000-0000-0000-0000-000000000000}"/>
          </ac:picMkLst>
        </pc:picChg>
      </pc:sldChg>
      <pc:sldChg chg="delSp modSp del mod">
        <pc:chgData name="Garima Singhal" userId="bd23a5c7e7d7f8f6" providerId="LiveId" clId="{C3672CA3-9754-4262-B5E4-E1F9A3F66D40}" dt="2024-09-03T03:52:14.638" v="3104" actId="2696"/>
        <pc:sldMkLst>
          <pc:docMk/>
          <pc:sldMk cId="553128418" sldId="397"/>
        </pc:sldMkLst>
        <pc:spChg chg="mod">
          <ac:chgData name="Garima Singhal" userId="bd23a5c7e7d7f8f6" providerId="LiveId" clId="{C3672CA3-9754-4262-B5E4-E1F9A3F66D40}" dt="2024-08-26T07:30:25.632" v="6"/>
          <ac:spMkLst>
            <pc:docMk/>
            <pc:sldMk cId="553128418" sldId="397"/>
            <ac:spMk id="3" creationId="{00000000-0000-0000-0000-000000000000}"/>
          </ac:spMkLst>
        </pc:spChg>
        <pc:spChg chg="mod">
          <ac:chgData name="Garima Singhal" userId="bd23a5c7e7d7f8f6" providerId="LiveId" clId="{C3672CA3-9754-4262-B5E4-E1F9A3F66D40}" dt="2024-08-26T08:00:52.084" v="305" actId="14100"/>
          <ac:spMkLst>
            <pc:docMk/>
            <pc:sldMk cId="553128418" sldId="397"/>
            <ac:spMk id="5" creationId="{00000000-0000-0000-0000-000000000000}"/>
          </ac:spMkLst>
        </pc:spChg>
        <pc:spChg chg="mod">
          <ac:chgData name="Garima Singhal" userId="bd23a5c7e7d7f8f6" providerId="LiveId" clId="{C3672CA3-9754-4262-B5E4-E1F9A3F66D40}" dt="2024-08-26T08:00:23.926" v="295" actId="14100"/>
          <ac:spMkLst>
            <pc:docMk/>
            <pc:sldMk cId="553128418" sldId="397"/>
            <ac:spMk id="7" creationId="{00000000-0000-0000-0000-000000000000}"/>
          </ac:spMkLst>
        </pc:spChg>
        <pc:graphicFrameChg chg="mod modGraphic">
          <ac:chgData name="Garima Singhal" userId="bd23a5c7e7d7f8f6" providerId="LiveId" clId="{C3672CA3-9754-4262-B5E4-E1F9A3F66D40}" dt="2024-08-26T08:00:42.375" v="302" actId="403"/>
          <ac:graphicFrameMkLst>
            <pc:docMk/>
            <pc:sldMk cId="553128418" sldId="397"/>
            <ac:graphicFrameMk id="11" creationId="{00000000-0000-0000-0000-000000000000}"/>
          </ac:graphicFrameMkLst>
        </pc:graphicFrameChg>
        <pc:picChg chg="mod">
          <ac:chgData name="Garima Singhal" userId="bd23a5c7e7d7f8f6" providerId="LiveId" clId="{C3672CA3-9754-4262-B5E4-E1F9A3F66D40}" dt="2024-08-26T07:30:25.632" v="6"/>
          <ac:picMkLst>
            <pc:docMk/>
            <pc:sldMk cId="553128418" sldId="397"/>
            <ac:picMk id="10" creationId="{00000000-0000-0000-0000-000000000000}"/>
          </ac:picMkLst>
        </pc:picChg>
        <pc:picChg chg="del mod">
          <ac:chgData name="Garima Singhal" userId="bd23a5c7e7d7f8f6" providerId="LiveId" clId="{C3672CA3-9754-4262-B5E4-E1F9A3F66D40}" dt="2024-08-26T08:00:16.389" v="292" actId="478"/>
          <ac:picMkLst>
            <pc:docMk/>
            <pc:sldMk cId="553128418" sldId="397"/>
            <ac:picMk id="12" creationId="{00000000-0000-0000-0000-000000000000}"/>
          </ac:picMkLst>
        </pc:picChg>
      </pc:sldChg>
      <pc:sldChg chg="delSp modSp mod">
        <pc:chgData name="Garima Singhal" userId="bd23a5c7e7d7f8f6" providerId="LiveId" clId="{C3672CA3-9754-4262-B5E4-E1F9A3F66D40}" dt="2024-08-26T08:53:56.676" v="2962" actId="255"/>
        <pc:sldMkLst>
          <pc:docMk/>
          <pc:sldMk cId="0" sldId="398"/>
        </pc:sldMkLst>
        <pc:spChg chg="mod">
          <ac:chgData name="Garima Singhal" userId="bd23a5c7e7d7f8f6" providerId="LiveId" clId="{C3672CA3-9754-4262-B5E4-E1F9A3F66D40}" dt="2024-08-26T07:30:25.632" v="6"/>
          <ac:spMkLst>
            <pc:docMk/>
            <pc:sldMk cId="0" sldId="398"/>
            <ac:spMk id="3" creationId="{877EBB6C-5418-4EB8-B9DA-59B278CB65C5}"/>
          </ac:spMkLst>
        </pc:spChg>
        <pc:spChg chg="mod">
          <ac:chgData name="Garima Singhal" userId="bd23a5c7e7d7f8f6" providerId="LiveId" clId="{C3672CA3-9754-4262-B5E4-E1F9A3F66D40}" dt="2024-08-26T08:53:56.676" v="2962" actId="255"/>
          <ac:spMkLst>
            <pc:docMk/>
            <pc:sldMk cId="0" sldId="398"/>
            <ac:spMk id="7" creationId="{00000000-0000-0000-0000-000000000000}"/>
          </ac:spMkLst>
        </pc:spChg>
        <pc:picChg chg="del mod">
          <ac:chgData name="Garima Singhal" userId="bd23a5c7e7d7f8f6" providerId="LiveId" clId="{C3672CA3-9754-4262-B5E4-E1F9A3F66D40}" dt="2024-08-26T08:53:18.813" v="2951" actId="478"/>
          <ac:picMkLst>
            <pc:docMk/>
            <pc:sldMk cId="0" sldId="398"/>
            <ac:picMk id="9" creationId="{00000000-0000-0000-0000-000000000000}"/>
          </ac:picMkLst>
        </pc:picChg>
        <pc:picChg chg="mod">
          <ac:chgData name="Garima Singhal" userId="bd23a5c7e7d7f8f6" providerId="LiveId" clId="{C3672CA3-9754-4262-B5E4-E1F9A3F66D40}" dt="2024-08-26T07:30:25.632" v="6"/>
          <ac:picMkLst>
            <pc:docMk/>
            <pc:sldMk cId="0" sldId="398"/>
            <ac:picMk id="10" creationId="{00000000-0000-0000-0000-000000000000}"/>
          </ac:picMkLst>
        </pc:picChg>
      </pc:sldChg>
      <pc:sldChg chg="delSp modSp mod">
        <pc:chgData name="Garima Singhal" userId="bd23a5c7e7d7f8f6" providerId="LiveId" clId="{C3672CA3-9754-4262-B5E4-E1F9A3F66D40}" dt="2024-08-26T08:53:47.981" v="2961" actId="255"/>
        <pc:sldMkLst>
          <pc:docMk/>
          <pc:sldMk cId="0" sldId="399"/>
        </pc:sldMkLst>
        <pc:spChg chg="mod">
          <ac:chgData name="Garima Singhal" userId="bd23a5c7e7d7f8f6" providerId="LiveId" clId="{C3672CA3-9754-4262-B5E4-E1F9A3F66D40}" dt="2024-08-26T07:30:25.632" v="6"/>
          <ac:spMkLst>
            <pc:docMk/>
            <pc:sldMk cId="0" sldId="399"/>
            <ac:spMk id="3" creationId="{877EBB6C-5418-4EB8-B9DA-59B278CB65C5}"/>
          </ac:spMkLst>
        </pc:spChg>
        <pc:spChg chg="mod">
          <ac:chgData name="Garima Singhal" userId="bd23a5c7e7d7f8f6" providerId="LiveId" clId="{C3672CA3-9754-4262-B5E4-E1F9A3F66D40}" dt="2024-08-26T08:53:47.981" v="2961" actId="255"/>
          <ac:spMkLst>
            <pc:docMk/>
            <pc:sldMk cId="0" sldId="399"/>
            <ac:spMk id="7" creationId="{00000000-0000-0000-0000-000000000000}"/>
          </ac:spMkLst>
        </pc:spChg>
        <pc:picChg chg="mod">
          <ac:chgData name="Garima Singhal" userId="bd23a5c7e7d7f8f6" providerId="LiveId" clId="{C3672CA3-9754-4262-B5E4-E1F9A3F66D40}" dt="2024-08-26T07:30:25.632" v="6"/>
          <ac:picMkLst>
            <pc:docMk/>
            <pc:sldMk cId="0" sldId="399"/>
            <ac:picMk id="8" creationId="{00000000-0000-0000-0000-000000000000}"/>
          </ac:picMkLst>
        </pc:picChg>
        <pc:picChg chg="del mod">
          <ac:chgData name="Garima Singhal" userId="bd23a5c7e7d7f8f6" providerId="LiveId" clId="{C3672CA3-9754-4262-B5E4-E1F9A3F66D40}" dt="2024-08-26T08:53:34.625" v="2955" actId="478"/>
          <ac:picMkLst>
            <pc:docMk/>
            <pc:sldMk cId="0" sldId="399"/>
            <ac:picMk id="9" creationId="{00000000-0000-0000-0000-000000000000}"/>
          </ac:picMkLst>
        </pc:picChg>
      </pc:sldChg>
      <pc:sldChg chg="delSp modSp mod">
        <pc:chgData name="Garima Singhal" userId="bd23a5c7e7d7f8f6" providerId="LiveId" clId="{C3672CA3-9754-4262-B5E4-E1F9A3F66D40}" dt="2024-08-26T08:54:12.513" v="2967" actId="2711"/>
        <pc:sldMkLst>
          <pc:docMk/>
          <pc:sldMk cId="0" sldId="400"/>
        </pc:sldMkLst>
        <pc:spChg chg="mod">
          <ac:chgData name="Garima Singhal" userId="bd23a5c7e7d7f8f6" providerId="LiveId" clId="{C3672CA3-9754-4262-B5E4-E1F9A3F66D40}" dt="2024-08-26T07:30:25.632" v="6"/>
          <ac:spMkLst>
            <pc:docMk/>
            <pc:sldMk cId="0" sldId="400"/>
            <ac:spMk id="3" creationId="{877EBB6C-5418-4EB8-B9DA-59B278CB65C5}"/>
          </ac:spMkLst>
        </pc:spChg>
        <pc:spChg chg="mod">
          <ac:chgData name="Garima Singhal" userId="bd23a5c7e7d7f8f6" providerId="LiveId" clId="{C3672CA3-9754-4262-B5E4-E1F9A3F66D40}" dt="2024-08-26T08:54:12.513" v="2967" actId="2711"/>
          <ac:spMkLst>
            <pc:docMk/>
            <pc:sldMk cId="0" sldId="400"/>
            <ac:spMk id="7" creationId="{00000000-0000-0000-0000-000000000000}"/>
          </ac:spMkLst>
        </pc:spChg>
        <pc:picChg chg="mod">
          <ac:chgData name="Garima Singhal" userId="bd23a5c7e7d7f8f6" providerId="LiveId" clId="{C3672CA3-9754-4262-B5E4-E1F9A3F66D40}" dt="2024-08-26T07:30:25.632" v="6"/>
          <ac:picMkLst>
            <pc:docMk/>
            <pc:sldMk cId="0" sldId="400"/>
            <ac:picMk id="8" creationId="{00000000-0000-0000-0000-000000000000}"/>
          </ac:picMkLst>
        </pc:picChg>
        <pc:picChg chg="del mod">
          <ac:chgData name="Garima Singhal" userId="bd23a5c7e7d7f8f6" providerId="LiveId" clId="{C3672CA3-9754-4262-B5E4-E1F9A3F66D40}" dt="2024-08-26T08:54:00.280" v="2963" actId="478"/>
          <ac:picMkLst>
            <pc:docMk/>
            <pc:sldMk cId="0" sldId="400"/>
            <ac:picMk id="9" creationId="{00000000-0000-0000-0000-000000000000}"/>
          </ac:picMkLst>
        </pc:picChg>
      </pc:sldChg>
      <pc:sldChg chg="addSp delSp modSp mod modNotes">
        <pc:chgData name="Garima Singhal" userId="bd23a5c7e7d7f8f6" providerId="LiveId" clId="{C3672CA3-9754-4262-B5E4-E1F9A3F66D40}" dt="2024-09-03T03:49:06.756" v="3092" actId="339"/>
        <pc:sldMkLst>
          <pc:docMk/>
          <pc:sldMk cId="0" sldId="401"/>
        </pc:sldMkLst>
        <pc:spChg chg="mod">
          <ac:chgData name="Garima Singhal" userId="bd23a5c7e7d7f8f6" providerId="LiveId" clId="{C3672CA3-9754-4262-B5E4-E1F9A3F66D40}" dt="2024-09-03T03:49:06.756" v="3092" actId="339"/>
          <ac:spMkLst>
            <pc:docMk/>
            <pc:sldMk cId="0" sldId="401"/>
            <ac:spMk id="2" creationId="{00000000-0000-0000-0000-000000000000}"/>
          </ac:spMkLst>
        </pc:spChg>
        <pc:spChg chg="mod">
          <ac:chgData name="Garima Singhal" userId="bd23a5c7e7d7f8f6" providerId="LiveId" clId="{C3672CA3-9754-4262-B5E4-E1F9A3F66D40}" dt="2024-08-26T07:48:15.406" v="137" actId="12"/>
          <ac:spMkLst>
            <pc:docMk/>
            <pc:sldMk cId="0" sldId="401"/>
            <ac:spMk id="3" creationId="{9FA45854-5400-FB16-212F-46EC60150598}"/>
          </ac:spMkLst>
        </pc:spChg>
        <pc:spChg chg="mod">
          <ac:chgData name="Garima Singhal" userId="bd23a5c7e7d7f8f6" providerId="LiveId" clId="{C3672CA3-9754-4262-B5E4-E1F9A3F66D40}" dt="2024-08-26T07:50:15.124" v="155" actId="1076"/>
          <ac:spMkLst>
            <pc:docMk/>
            <pc:sldMk cId="0" sldId="401"/>
            <ac:spMk id="9" creationId="{00000000-0000-0000-0000-000000000000}"/>
          </ac:spMkLst>
        </pc:spChg>
        <pc:spChg chg="mod">
          <ac:chgData name="Garima Singhal" userId="bd23a5c7e7d7f8f6" providerId="LiveId" clId="{C3672CA3-9754-4262-B5E4-E1F9A3F66D40}" dt="2024-08-26T07:30:25.632" v="6"/>
          <ac:spMkLst>
            <pc:docMk/>
            <pc:sldMk cId="0" sldId="401"/>
            <ac:spMk id="13" creationId="{00000000-0000-0000-0000-000000000000}"/>
          </ac:spMkLst>
        </pc:spChg>
        <pc:spChg chg="mod">
          <ac:chgData name="Garima Singhal" userId="bd23a5c7e7d7f8f6" providerId="LiveId" clId="{C3672CA3-9754-4262-B5E4-E1F9A3F66D40}" dt="2024-08-26T07:30:25.632" v="6"/>
          <ac:spMkLst>
            <pc:docMk/>
            <pc:sldMk cId="0" sldId="401"/>
            <ac:spMk id="2050" creationId="{00000000-0000-0000-0000-000000000000}"/>
          </ac:spMkLst>
        </pc:spChg>
        <pc:spChg chg="mod">
          <ac:chgData name="Garima Singhal" userId="bd23a5c7e7d7f8f6" providerId="LiveId" clId="{C3672CA3-9754-4262-B5E4-E1F9A3F66D40}" dt="2024-08-26T07:30:25.632" v="6"/>
          <ac:spMkLst>
            <pc:docMk/>
            <pc:sldMk cId="0" sldId="401"/>
            <ac:spMk id="2052" creationId="{00000000-0000-0000-0000-000000000000}"/>
          </ac:spMkLst>
        </pc:spChg>
        <pc:picChg chg="del mod">
          <ac:chgData name="Garima Singhal" userId="bd23a5c7e7d7f8f6" providerId="LiveId" clId="{C3672CA3-9754-4262-B5E4-E1F9A3F66D40}" dt="2024-08-26T07:47:58.023" v="134" actId="478"/>
          <ac:picMkLst>
            <pc:docMk/>
            <pc:sldMk cId="0" sldId="401"/>
            <ac:picMk id="4" creationId="{BE29DF32-EF8B-8368-8BA1-34E04B87313F}"/>
          </ac:picMkLst>
        </pc:picChg>
        <pc:picChg chg="add mod">
          <ac:chgData name="Garima Singhal" userId="bd23a5c7e7d7f8f6" providerId="LiveId" clId="{C3672CA3-9754-4262-B5E4-E1F9A3F66D40}" dt="2024-08-26T07:47:34.971" v="127"/>
          <ac:picMkLst>
            <pc:docMk/>
            <pc:sldMk cId="0" sldId="401"/>
            <ac:picMk id="5" creationId="{98BBCBF4-ECB9-83AC-FBAF-B6193429AC1E}"/>
          </ac:picMkLst>
        </pc:picChg>
        <pc:picChg chg="add mod">
          <ac:chgData name="Garima Singhal" userId="bd23a5c7e7d7f8f6" providerId="LiveId" clId="{C3672CA3-9754-4262-B5E4-E1F9A3F66D40}" dt="2024-08-26T07:48:05.868" v="135"/>
          <ac:picMkLst>
            <pc:docMk/>
            <pc:sldMk cId="0" sldId="401"/>
            <ac:picMk id="6" creationId="{9340FC48-879D-B394-F809-CA9795059AF9}"/>
          </ac:picMkLst>
        </pc:picChg>
        <pc:picChg chg="del mod">
          <ac:chgData name="Garima Singhal" userId="bd23a5c7e7d7f8f6" providerId="LiveId" clId="{C3672CA3-9754-4262-B5E4-E1F9A3F66D40}" dt="2024-08-26T07:47:21.926" v="125" actId="478"/>
          <ac:picMkLst>
            <pc:docMk/>
            <pc:sldMk cId="0" sldId="401"/>
            <ac:picMk id="12" creationId="{72E2F272-53FE-8483-10EA-5E90B16EF39F}"/>
          </ac:picMkLst>
        </pc:picChg>
        <pc:picChg chg="del mod">
          <ac:chgData name="Garima Singhal" userId="bd23a5c7e7d7f8f6" providerId="LiveId" clId="{C3672CA3-9754-4262-B5E4-E1F9A3F66D40}" dt="2024-08-26T07:50:12.602" v="154" actId="478"/>
          <ac:picMkLst>
            <pc:docMk/>
            <pc:sldMk cId="0" sldId="401"/>
            <ac:picMk id="1027" creationId="{00000000-0000-0000-0000-000000000000}"/>
          </ac:picMkLst>
        </pc:picChg>
      </pc:sldChg>
      <pc:sldChg chg="delSp modSp mod">
        <pc:chgData name="Garima Singhal" userId="bd23a5c7e7d7f8f6" providerId="LiveId" clId="{C3672CA3-9754-4262-B5E4-E1F9A3F66D40}" dt="2024-09-03T03:49:16.748" v="3093" actId="339"/>
        <pc:sldMkLst>
          <pc:docMk/>
          <pc:sldMk cId="2555220207" sldId="402"/>
        </pc:sldMkLst>
        <pc:spChg chg="mod">
          <ac:chgData name="Garima Singhal" userId="bd23a5c7e7d7f8f6" providerId="LiveId" clId="{C3672CA3-9754-4262-B5E4-E1F9A3F66D40}" dt="2024-08-26T07:30:25.632" v="6"/>
          <ac:spMkLst>
            <pc:docMk/>
            <pc:sldMk cId="2555220207" sldId="402"/>
            <ac:spMk id="5" creationId="{00000000-0000-0000-0000-000000000000}"/>
          </ac:spMkLst>
        </pc:spChg>
        <pc:spChg chg="mod">
          <ac:chgData name="Garima Singhal" userId="bd23a5c7e7d7f8f6" providerId="LiveId" clId="{C3672CA3-9754-4262-B5E4-E1F9A3F66D40}" dt="2024-09-03T03:49:16.748" v="3093" actId="339"/>
          <ac:spMkLst>
            <pc:docMk/>
            <pc:sldMk cId="2555220207" sldId="402"/>
            <ac:spMk id="7" creationId="{00000000-0000-0000-0000-000000000000}"/>
          </ac:spMkLst>
        </pc:spChg>
        <pc:spChg chg="mod">
          <ac:chgData name="Garima Singhal" userId="bd23a5c7e7d7f8f6" providerId="LiveId" clId="{C3672CA3-9754-4262-B5E4-E1F9A3F66D40}" dt="2024-08-26T07:51:03.661" v="170" actId="1076"/>
          <ac:spMkLst>
            <pc:docMk/>
            <pc:sldMk cId="2555220207" sldId="402"/>
            <ac:spMk id="9" creationId="{00000000-0000-0000-0000-000000000000}"/>
          </ac:spMkLst>
        </pc:spChg>
        <pc:picChg chg="del mod">
          <ac:chgData name="Garima Singhal" userId="bd23a5c7e7d7f8f6" providerId="LiveId" clId="{C3672CA3-9754-4262-B5E4-E1F9A3F66D40}" dt="2024-08-26T07:50:36.515" v="160" actId="478"/>
          <ac:picMkLst>
            <pc:docMk/>
            <pc:sldMk cId="2555220207" sldId="402"/>
            <ac:picMk id="10" creationId="{72E2F272-53FE-8483-10EA-5E90B16EF39F}"/>
          </ac:picMkLst>
        </pc:picChg>
      </pc:sldChg>
      <pc:sldChg chg="delSp modSp mod">
        <pc:chgData name="Garima Singhal" userId="bd23a5c7e7d7f8f6" providerId="LiveId" clId="{C3672CA3-9754-4262-B5E4-E1F9A3F66D40}" dt="2024-09-03T03:49:30.224" v="3094" actId="339"/>
        <pc:sldMkLst>
          <pc:docMk/>
          <pc:sldMk cId="2555220207" sldId="403"/>
        </pc:sldMkLst>
        <pc:spChg chg="mod">
          <ac:chgData name="Garima Singhal" userId="bd23a5c7e7d7f8f6" providerId="LiveId" clId="{C3672CA3-9754-4262-B5E4-E1F9A3F66D40}" dt="2024-08-26T07:30:25.632" v="6"/>
          <ac:spMkLst>
            <pc:docMk/>
            <pc:sldMk cId="2555220207" sldId="403"/>
            <ac:spMk id="5" creationId="{00000000-0000-0000-0000-000000000000}"/>
          </ac:spMkLst>
        </pc:spChg>
        <pc:spChg chg="mod">
          <ac:chgData name="Garima Singhal" userId="bd23a5c7e7d7f8f6" providerId="LiveId" clId="{C3672CA3-9754-4262-B5E4-E1F9A3F66D40}" dt="2024-09-03T03:49:30.224" v="3094" actId="339"/>
          <ac:spMkLst>
            <pc:docMk/>
            <pc:sldMk cId="2555220207" sldId="403"/>
            <ac:spMk id="7" creationId="{00000000-0000-0000-0000-000000000000}"/>
          </ac:spMkLst>
        </pc:spChg>
        <pc:spChg chg="mod">
          <ac:chgData name="Garima Singhal" userId="bd23a5c7e7d7f8f6" providerId="LiveId" clId="{C3672CA3-9754-4262-B5E4-E1F9A3F66D40}" dt="2024-08-26T07:51:13.950" v="173" actId="1076"/>
          <ac:spMkLst>
            <pc:docMk/>
            <pc:sldMk cId="2555220207" sldId="403"/>
            <ac:spMk id="9" creationId="{00000000-0000-0000-0000-000000000000}"/>
          </ac:spMkLst>
        </pc:spChg>
        <pc:picChg chg="del mod">
          <ac:chgData name="Garima Singhal" userId="bd23a5c7e7d7f8f6" providerId="LiveId" clId="{C3672CA3-9754-4262-B5E4-E1F9A3F66D40}" dt="2024-08-26T07:51:15.486" v="174" actId="478"/>
          <ac:picMkLst>
            <pc:docMk/>
            <pc:sldMk cId="2555220207" sldId="403"/>
            <ac:picMk id="10" creationId="{72E2F272-53FE-8483-10EA-5E90B16EF39F}"/>
          </ac:picMkLst>
        </pc:picChg>
      </pc:sldChg>
      <pc:sldChg chg="delSp modSp mod">
        <pc:chgData name="Garima Singhal" userId="bd23a5c7e7d7f8f6" providerId="LiveId" clId="{C3672CA3-9754-4262-B5E4-E1F9A3F66D40}" dt="2024-09-03T03:51:50.240" v="3103" actId="113"/>
        <pc:sldMkLst>
          <pc:docMk/>
          <pc:sldMk cId="2555220207" sldId="404"/>
        </pc:sldMkLst>
        <pc:spChg chg="mod">
          <ac:chgData name="Garima Singhal" userId="bd23a5c7e7d7f8f6" providerId="LiveId" clId="{C3672CA3-9754-4262-B5E4-E1F9A3F66D40}" dt="2024-08-26T07:30:25.632" v="6"/>
          <ac:spMkLst>
            <pc:docMk/>
            <pc:sldMk cId="2555220207" sldId="404"/>
            <ac:spMk id="5" creationId="{00000000-0000-0000-0000-000000000000}"/>
          </ac:spMkLst>
        </pc:spChg>
        <pc:spChg chg="mod">
          <ac:chgData name="Garima Singhal" userId="bd23a5c7e7d7f8f6" providerId="LiveId" clId="{C3672CA3-9754-4262-B5E4-E1F9A3F66D40}" dt="2024-09-03T03:51:50.240" v="3103" actId="113"/>
          <ac:spMkLst>
            <pc:docMk/>
            <pc:sldMk cId="2555220207" sldId="404"/>
            <ac:spMk id="7" creationId="{00000000-0000-0000-0000-000000000000}"/>
          </ac:spMkLst>
        </pc:spChg>
        <pc:spChg chg="mod">
          <ac:chgData name="Garima Singhal" userId="bd23a5c7e7d7f8f6" providerId="LiveId" clId="{C3672CA3-9754-4262-B5E4-E1F9A3F66D40}" dt="2024-08-26T07:55:09.019" v="184" actId="14100"/>
          <ac:spMkLst>
            <pc:docMk/>
            <pc:sldMk cId="2555220207" sldId="404"/>
            <ac:spMk id="9" creationId="{00000000-0000-0000-0000-000000000000}"/>
          </ac:spMkLst>
        </pc:spChg>
        <pc:picChg chg="del mod">
          <ac:chgData name="Garima Singhal" userId="bd23a5c7e7d7f8f6" providerId="LiveId" clId="{C3672CA3-9754-4262-B5E4-E1F9A3F66D40}" dt="2024-08-26T07:55:02.261" v="182" actId="478"/>
          <ac:picMkLst>
            <pc:docMk/>
            <pc:sldMk cId="2555220207" sldId="404"/>
            <ac:picMk id="8" creationId="{00000000-0000-0000-0000-000000000000}"/>
          </ac:picMkLst>
        </pc:picChg>
      </pc:sldChg>
      <pc:sldChg chg="delSp modSp mod">
        <pc:chgData name="Garima Singhal" userId="bd23a5c7e7d7f8f6" providerId="LiveId" clId="{C3672CA3-9754-4262-B5E4-E1F9A3F66D40}" dt="2024-09-03T03:49:56.902" v="3096" actId="339"/>
        <pc:sldMkLst>
          <pc:docMk/>
          <pc:sldMk cId="2555220207" sldId="405"/>
        </pc:sldMkLst>
        <pc:spChg chg="mod">
          <ac:chgData name="Garima Singhal" userId="bd23a5c7e7d7f8f6" providerId="LiveId" clId="{C3672CA3-9754-4262-B5E4-E1F9A3F66D40}" dt="2024-08-26T07:30:25.632" v="6"/>
          <ac:spMkLst>
            <pc:docMk/>
            <pc:sldMk cId="2555220207" sldId="405"/>
            <ac:spMk id="5" creationId="{00000000-0000-0000-0000-000000000000}"/>
          </ac:spMkLst>
        </pc:spChg>
        <pc:spChg chg="mod">
          <ac:chgData name="Garima Singhal" userId="bd23a5c7e7d7f8f6" providerId="LiveId" clId="{C3672CA3-9754-4262-B5E4-E1F9A3F66D40}" dt="2024-09-03T03:49:56.902" v="3096" actId="339"/>
          <ac:spMkLst>
            <pc:docMk/>
            <pc:sldMk cId="2555220207" sldId="405"/>
            <ac:spMk id="7" creationId="{00000000-0000-0000-0000-000000000000}"/>
          </ac:spMkLst>
        </pc:spChg>
        <pc:graphicFrameChg chg="mod modGraphic">
          <ac:chgData name="Garima Singhal" userId="bd23a5c7e7d7f8f6" providerId="LiveId" clId="{C3672CA3-9754-4262-B5E4-E1F9A3F66D40}" dt="2024-08-26T07:56:14.765" v="192" actId="14100"/>
          <ac:graphicFrameMkLst>
            <pc:docMk/>
            <pc:sldMk cId="2555220207" sldId="405"/>
            <ac:graphicFrameMk id="12" creationId="{00000000-0000-0000-0000-000000000000}"/>
          </ac:graphicFrameMkLst>
        </pc:graphicFrameChg>
        <pc:picChg chg="del mod">
          <ac:chgData name="Garima Singhal" userId="bd23a5c7e7d7f8f6" providerId="LiveId" clId="{C3672CA3-9754-4262-B5E4-E1F9A3F66D40}" dt="2024-08-26T07:55:58.588" v="187" actId="478"/>
          <ac:picMkLst>
            <pc:docMk/>
            <pc:sldMk cId="2555220207" sldId="405"/>
            <ac:picMk id="8" creationId="{00000000-0000-0000-0000-000000000000}"/>
          </ac:picMkLst>
        </pc:picChg>
      </pc:sldChg>
      <pc:sldChg chg="delSp modSp del mod modNotes">
        <pc:chgData name="Garima Singhal" userId="bd23a5c7e7d7f8f6" providerId="LiveId" clId="{C3672CA3-9754-4262-B5E4-E1F9A3F66D40}" dt="2024-09-05T04:57:13.613" v="3806" actId="2696"/>
        <pc:sldMkLst>
          <pc:docMk/>
          <pc:sldMk cId="363497196" sldId="415"/>
        </pc:sldMkLst>
        <pc:spChg chg="mod">
          <ac:chgData name="Garima Singhal" userId="bd23a5c7e7d7f8f6" providerId="LiveId" clId="{C3672CA3-9754-4262-B5E4-E1F9A3F66D40}" dt="2024-08-26T08:02:00.254" v="328" actId="14100"/>
          <ac:spMkLst>
            <pc:docMk/>
            <pc:sldMk cId="363497196" sldId="415"/>
            <ac:spMk id="3" creationId="{5331DE3E-30A1-6953-42F9-38D8FEF436EE}"/>
          </ac:spMkLst>
        </pc:spChg>
        <pc:spChg chg="mod">
          <ac:chgData name="Garima Singhal" userId="bd23a5c7e7d7f8f6" providerId="LiveId" clId="{C3672CA3-9754-4262-B5E4-E1F9A3F66D40}" dt="2024-08-26T08:02:15.373" v="335" actId="14100"/>
          <ac:spMkLst>
            <pc:docMk/>
            <pc:sldMk cId="363497196" sldId="415"/>
            <ac:spMk id="8" creationId="{B4C75B83-7DA3-3AE9-B2A6-A69B3E3A1DC9}"/>
          </ac:spMkLst>
        </pc:spChg>
        <pc:picChg chg="del mod">
          <ac:chgData name="Garima Singhal" userId="bd23a5c7e7d7f8f6" providerId="LiveId" clId="{C3672CA3-9754-4262-B5E4-E1F9A3F66D40}" dt="2024-08-26T08:02:08.770" v="332" actId="478"/>
          <ac:picMkLst>
            <pc:docMk/>
            <pc:sldMk cId="363497196" sldId="415"/>
            <ac:picMk id="11" creationId="{3AA6E644-43EC-8B43-0A52-E699D64A50E3}"/>
          </ac:picMkLst>
        </pc:picChg>
      </pc:sldChg>
      <pc:sldChg chg="delSp modSp mod ord">
        <pc:chgData name="Garima Singhal" userId="bd23a5c7e7d7f8f6" providerId="LiveId" clId="{C3672CA3-9754-4262-B5E4-E1F9A3F66D40}" dt="2024-09-05T05:04:13.973" v="3856"/>
        <pc:sldMkLst>
          <pc:docMk/>
          <pc:sldMk cId="508964992" sldId="416"/>
        </pc:sldMkLst>
        <pc:spChg chg="mod">
          <ac:chgData name="Garima Singhal" userId="bd23a5c7e7d7f8f6" providerId="LiveId" clId="{C3672CA3-9754-4262-B5E4-E1F9A3F66D40}" dt="2024-09-05T05:04:13.973" v="3856"/>
          <ac:spMkLst>
            <pc:docMk/>
            <pc:sldMk cId="508964992" sldId="416"/>
            <ac:spMk id="8" creationId="{362C6E95-1382-0322-2C73-459EA990A491}"/>
          </ac:spMkLst>
        </pc:spChg>
        <pc:picChg chg="del mod">
          <ac:chgData name="Garima Singhal" userId="bd23a5c7e7d7f8f6" providerId="LiveId" clId="{C3672CA3-9754-4262-B5E4-E1F9A3F66D40}" dt="2024-08-26T08:09:07.290" v="673" actId="478"/>
          <ac:picMkLst>
            <pc:docMk/>
            <pc:sldMk cId="508964992" sldId="416"/>
            <ac:picMk id="10" creationId="{BC754242-3D8E-689F-D584-A38531B5681E}"/>
          </ac:picMkLst>
        </pc:picChg>
        <pc:picChg chg="mod">
          <ac:chgData name="Garima Singhal" userId="bd23a5c7e7d7f8f6" providerId="LiveId" clId="{C3672CA3-9754-4262-B5E4-E1F9A3F66D40}" dt="2024-08-26T08:09:34.485" v="680" actId="1076"/>
          <ac:picMkLst>
            <pc:docMk/>
            <pc:sldMk cId="508964992" sldId="416"/>
            <ac:picMk id="1026" creationId="{C84222AF-6707-834B-0F3A-BE6AE2402B56}"/>
          </ac:picMkLst>
        </pc:picChg>
      </pc:sldChg>
      <pc:sldChg chg="modSp add mod">
        <pc:chgData name="Garima Singhal" userId="bd23a5c7e7d7f8f6" providerId="LiveId" clId="{C3672CA3-9754-4262-B5E4-E1F9A3F66D40}" dt="2024-08-26T07:36:14.834" v="83" actId="20577"/>
        <pc:sldMkLst>
          <pc:docMk/>
          <pc:sldMk cId="3823976537" sldId="417"/>
        </pc:sldMkLst>
        <pc:spChg chg="mod">
          <ac:chgData name="Garima Singhal" userId="bd23a5c7e7d7f8f6" providerId="LiveId" clId="{C3672CA3-9754-4262-B5E4-E1F9A3F66D40}" dt="2024-08-26T07:36:09.367" v="81" actId="20577"/>
          <ac:spMkLst>
            <pc:docMk/>
            <pc:sldMk cId="3823976537" sldId="417"/>
            <ac:spMk id="5" creationId="{DF68EA21-D1DB-A2CF-CFD9-DD5215232E37}"/>
          </ac:spMkLst>
        </pc:spChg>
        <pc:spChg chg="mod">
          <ac:chgData name="Garima Singhal" userId="bd23a5c7e7d7f8f6" providerId="LiveId" clId="{C3672CA3-9754-4262-B5E4-E1F9A3F66D40}" dt="2024-08-26T07:36:14.834" v="83" actId="20577"/>
          <ac:spMkLst>
            <pc:docMk/>
            <pc:sldMk cId="3823976537" sldId="417"/>
            <ac:spMk id="9" creationId="{03B7956A-085D-A825-38C7-6F3A6C7CF2AB}"/>
          </ac:spMkLst>
        </pc:spChg>
      </pc:sldChg>
      <pc:sldChg chg="add del">
        <pc:chgData name="Garima Singhal" userId="bd23a5c7e7d7f8f6" providerId="LiveId" clId="{C3672CA3-9754-4262-B5E4-E1F9A3F66D40}" dt="2024-08-26T07:38:21.502" v="105"/>
        <pc:sldMkLst>
          <pc:docMk/>
          <pc:sldMk cId="1012338909" sldId="418"/>
        </pc:sldMkLst>
      </pc:sldChg>
      <pc:sldChg chg="modSp add mod">
        <pc:chgData name="Garima Singhal" userId="bd23a5c7e7d7f8f6" providerId="LiveId" clId="{C3672CA3-9754-4262-B5E4-E1F9A3F66D40}" dt="2024-09-05T05:12:46.031" v="3973"/>
        <pc:sldMkLst>
          <pc:docMk/>
          <pc:sldMk cId="4227760699" sldId="418"/>
        </pc:sldMkLst>
        <pc:spChg chg="mod">
          <ac:chgData name="Garima Singhal" userId="bd23a5c7e7d7f8f6" providerId="LiveId" clId="{C3672CA3-9754-4262-B5E4-E1F9A3F66D40}" dt="2024-09-05T05:12:42.923" v="3972" actId="21"/>
          <ac:spMkLst>
            <pc:docMk/>
            <pc:sldMk cId="4227760699" sldId="418"/>
            <ac:spMk id="3" creationId="{00000000-0000-0000-0000-000000000000}"/>
          </ac:spMkLst>
        </pc:spChg>
        <pc:spChg chg="mod">
          <ac:chgData name="Garima Singhal" userId="bd23a5c7e7d7f8f6" providerId="LiveId" clId="{C3672CA3-9754-4262-B5E4-E1F9A3F66D40}" dt="2024-09-05T05:12:46.031" v="3973"/>
          <ac:spMkLst>
            <pc:docMk/>
            <pc:sldMk cId="4227760699" sldId="418"/>
            <ac:spMk id="8" creationId="{00000000-0000-0000-0000-000000000000}"/>
          </ac:spMkLst>
        </pc:spChg>
      </pc:sldChg>
      <pc:sldChg chg="addSp delSp modSp add mod">
        <pc:chgData name="Garima Singhal" userId="bd23a5c7e7d7f8f6" providerId="LiveId" clId="{C3672CA3-9754-4262-B5E4-E1F9A3F66D40}" dt="2024-09-05T05:12:10.933" v="3967" actId="403"/>
        <pc:sldMkLst>
          <pc:docMk/>
          <pc:sldMk cId="2325143871" sldId="419"/>
        </pc:sldMkLst>
        <pc:spChg chg="mod">
          <ac:chgData name="Garima Singhal" userId="bd23a5c7e7d7f8f6" providerId="LiveId" clId="{C3672CA3-9754-4262-B5E4-E1F9A3F66D40}" dt="2024-09-05T05:12:10.933" v="3967" actId="403"/>
          <ac:spMkLst>
            <pc:docMk/>
            <pc:sldMk cId="2325143871" sldId="419"/>
            <ac:spMk id="3" creationId="{00000000-0000-0000-0000-000000000000}"/>
          </ac:spMkLst>
        </pc:spChg>
        <pc:spChg chg="mod">
          <ac:chgData name="Garima Singhal" userId="bd23a5c7e7d7f8f6" providerId="LiveId" clId="{C3672CA3-9754-4262-B5E4-E1F9A3F66D40}" dt="2024-09-05T04:41:09.732" v="3642"/>
          <ac:spMkLst>
            <pc:docMk/>
            <pc:sldMk cId="2325143871" sldId="419"/>
            <ac:spMk id="8" creationId="{00000000-0000-0000-0000-000000000000}"/>
          </ac:spMkLst>
        </pc:spChg>
        <pc:picChg chg="add del mod">
          <ac:chgData name="Garima Singhal" userId="bd23a5c7e7d7f8f6" providerId="LiveId" clId="{C3672CA3-9754-4262-B5E4-E1F9A3F66D40}" dt="2024-09-05T04:42:50.337" v="3650" actId="478"/>
          <ac:picMkLst>
            <pc:docMk/>
            <pc:sldMk cId="2325143871" sldId="419"/>
            <ac:picMk id="4" creationId="{035A58BA-9CEE-38A6-774B-C52A316D224D}"/>
          </ac:picMkLst>
        </pc:picChg>
        <pc:picChg chg="add mod">
          <ac:chgData name="Garima Singhal" userId="bd23a5c7e7d7f8f6" providerId="LiveId" clId="{C3672CA3-9754-4262-B5E4-E1F9A3F66D40}" dt="2024-09-05T04:42:56.139" v="3654" actId="1076"/>
          <ac:picMkLst>
            <pc:docMk/>
            <pc:sldMk cId="2325143871" sldId="419"/>
            <ac:picMk id="9" creationId="{83F990BF-91AC-BE6D-C7C1-2690A879A870}"/>
          </ac:picMkLst>
        </pc:picChg>
      </pc:sldChg>
      <pc:sldChg chg="add del">
        <pc:chgData name="Garima Singhal" userId="bd23a5c7e7d7f8f6" providerId="LiveId" clId="{C3672CA3-9754-4262-B5E4-E1F9A3F66D40}" dt="2024-08-26T07:38:21.502" v="105"/>
        <pc:sldMkLst>
          <pc:docMk/>
          <pc:sldMk cId="2440014083" sldId="419"/>
        </pc:sldMkLst>
      </pc:sldChg>
      <pc:sldChg chg="add del">
        <pc:chgData name="Garima Singhal" userId="bd23a5c7e7d7f8f6" providerId="LiveId" clId="{C3672CA3-9754-4262-B5E4-E1F9A3F66D40}" dt="2024-08-26T07:38:21.502" v="105"/>
        <pc:sldMkLst>
          <pc:docMk/>
          <pc:sldMk cId="2229070837" sldId="420"/>
        </pc:sldMkLst>
      </pc:sldChg>
      <pc:sldChg chg="addSp delSp modSp add mod">
        <pc:chgData name="Garima Singhal" userId="bd23a5c7e7d7f8f6" providerId="LiveId" clId="{C3672CA3-9754-4262-B5E4-E1F9A3F66D40}" dt="2024-09-05T05:12:19.590" v="3969" actId="403"/>
        <pc:sldMkLst>
          <pc:docMk/>
          <pc:sldMk cId="3585430126" sldId="420"/>
        </pc:sldMkLst>
        <pc:spChg chg="mod">
          <ac:chgData name="Garima Singhal" userId="bd23a5c7e7d7f8f6" providerId="LiveId" clId="{C3672CA3-9754-4262-B5E4-E1F9A3F66D40}" dt="2024-09-05T05:12:19.590" v="3969" actId="403"/>
          <ac:spMkLst>
            <pc:docMk/>
            <pc:sldMk cId="3585430126" sldId="420"/>
            <ac:spMk id="3" creationId="{00000000-0000-0000-0000-000000000000}"/>
          </ac:spMkLst>
        </pc:spChg>
        <pc:picChg chg="add mod">
          <ac:chgData name="Garima Singhal" userId="bd23a5c7e7d7f8f6" providerId="LiveId" clId="{C3672CA3-9754-4262-B5E4-E1F9A3F66D40}" dt="2024-09-05T04:44:09.904" v="3669" actId="1076"/>
          <ac:picMkLst>
            <pc:docMk/>
            <pc:sldMk cId="3585430126" sldId="420"/>
            <ac:picMk id="4" creationId="{6574AFC7-F591-ED3A-6433-855616D13106}"/>
          </ac:picMkLst>
        </pc:picChg>
        <pc:picChg chg="del">
          <ac:chgData name="Garima Singhal" userId="bd23a5c7e7d7f8f6" providerId="LiveId" clId="{C3672CA3-9754-4262-B5E4-E1F9A3F66D40}" dt="2024-09-05T04:43:01.001" v="3656" actId="478"/>
          <ac:picMkLst>
            <pc:docMk/>
            <pc:sldMk cId="3585430126" sldId="420"/>
            <ac:picMk id="9" creationId="{83F990BF-91AC-BE6D-C7C1-2690A879A870}"/>
          </ac:picMkLst>
        </pc:picChg>
      </pc:sldChg>
      <pc:sldChg chg="add del">
        <pc:chgData name="Garima Singhal" userId="bd23a5c7e7d7f8f6" providerId="LiveId" clId="{C3672CA3-9754-4262-B5E4-E1F9A3F66D40}" dt="2024-08-26T07:38:21.502" v="105"/>
        <pc:sldMkLst>
          <pc:docMk/>
          <pc:sldMk cId="3262736454" sldId="421"/>
        </pc:sldMkLst>
      </pc:sldChg>
      <pc:sldChg chg="addSp modSp add mod">
        <pc:chgData name="Garima Singhal" userId="bd23a5c7e7d7f8f6" providerId="LiveId" clId="{C3672CA3-9754-4262-B5E4-E1F9A3F66D40}" dt="2024-09-05T05:12:28.089" v="3971" actId="403"/>
        <pc:sldMkLst>
          <pc:docMk/>
          <pc:sldMk cId="3324604161" sldId="421"/>
        </pc:sldMkLst>
        <pc:spChg chg="mod">
          <ac:chgData name="Garima Singhal" userId="bd23a5c7e7d7f8f6" providerId="LiveId" clId="{C3672CA3-9754-4262-B5E4-E1F9A3F66D40}" dt="2024-09-05T05:12:28.089" v="3971" actId="403"/>
          <ac:spMkLst>
            <pc:docMk/>
            <pc:sldMk cId="3324604161" sldId="421"/>
            <ac:spMk id="3" creationId="{00000000-0000-0000-0000-000000000000}"/>
          </ac:spMkLst>
        </pc:spChg>
        <pc:picChg chg="add mod">
          <ac:chgData name="Garima Singhal" userId="bd23a5c7e7d7f8f6" providerId="LiveId" clId="{C3672CA3-9754-4262-B5E4-E1F9A3F66D40}" dt="2024-09-05T04:44:47.659" v="3676" actId="1076"/>
          <ac:picMkLst>
            <pc:docMk/>
            <pc:sldMk cId="3324604161" sldId="421"/>
            <ac:picMk id="4" creationId="{AD62A107-8477-E318-D4F1-F7DD48B48FDA}"/>
          </ac:picMkLst>
        </pc:picChg>
      </pc:sldChg>
      <pc:sldChg chg="add del">
        <pc:chgData name="Garima Singhal" userId="bd23a5c7e7d7f8f6" providerId="LiveId" clId="{C3672CA3-9754-4262-B5E4-E1F9A3F66D40}" dt="2024-08-26T07:38:21.502" v="105"/>
        <pc:sldMkLst>
          <pc:docMk/>
          <pc:sldMk cId="161049880" sldId="422"/>
        </pc:sldMkLst>
      </pc:sldChg>
      <pc:sldChg chg="delSp modSp add del mod">
        <pc:chgData name="Garima Singhal" userId="bd23a5c7e7d7f8f6" providerId="LiveId" clId="{C3672CA3-9754-4262-B5E4-E1F9A3F66D40}" dt="2024-09-05T04:59:12.714" v="3818" actId="2696"/>
        <pc:sldMkLst>
          <pc:docMk/>
          <pc:sldMk cId="3081190977" sldId="422"/>
        </pc:sldMkLst>
        <pc:spChg chg="mod">
          <ac:chgData name="Garima Singhal" userId="bd23a5c7e7d7f8f6" providerId="LiveId" clId="{C3672CA3-9754-4262-B5E4-E1F9A3F66D40}" dt="2024-09-05T04:47:22.007" v="3687" actId="403"/>
          <ac:spMkLst>
            <pc:docMk/>
            <pc:sldMk cId="3081190977" sldId="422"/>
            <ac:spMk id="3" creationId="{00000000-0000-0000-0000-000000000000}"/>
          </ac:spMkLst>
        </pc:spChg>
        <pc:spChg chg="mod">
          <ac:chgData name="Garima Singhal" userId="bd23a5c7e7d7f8f6" providerId="LiveId" clId="{C3672CA3-9754-4262-B5E4-E1F9A3F66D40}" dt="2024-09-05T04:47:10.722" v="3684"/>
          <ac:spMkLst>
            <pc:docMk/>
            <pc:sldMk cId="3081190977" sldId="422"/>
            <ac:spMk id="8" creationId="{00000000-0000-0000-0000-000000000000}"/>
          </ac:spMkLst>
        </pc:spChg>
        <pc:picChg chg="del">
          <ac:chgData name="Garima Singhal" userId="bd23a5c7e7d7f8f6" providerId="LiveId" clId="{C3672CA3-9754-4262-B5E4-E1F9A3F66D40}" dt="2024-09-05T04:46:54.137" v="3679" actId="478"/>
          <ac:picMkLst>
            <pc:docMk/>
            <pc:sldMk cId="3081190977" sldId="422"/>
            <ac:picMk id="4" creationId="{AD62A107-8477-E318-D4F1-F7DD48B48FDA}"/>
          </ac:picMkLst>
        </pc:picChg>
      </pc:sldChg>
      <pc:sldChg chg="add del">
        <pc:chgData name="Garima Singhal" userId="bd23a5c7e7d7f8f6" providerId="LiveId" clId="{C3672CA3-9754-4262-B5E4-E1F9A3F66D40}" dt="2024-08-26T07:38:21.502" v="105"/>
        <pc:sldMkLst>
          <pc:docMk/>
          <pc:sldMk cId="1452583971" sldId="423"/>
        </pc:sldMkLst>
      </pc:sldChg>
      <pc:sldChg chg="addSp delSp modSp add mod ord">
        <pc:chgData name="Garima Singhal" userId="bd23a5c7e7d7f8f6" providerId="LiveId" clId="{C3672CA3-9754-4262-B5E4-E1F9A3F66D40}" dt="2024-09-05T05:16:10.179" v="3996" actId="1076"/>
        <pc:sldMkLst>
          <pc:docMk/>
          <pc:sldMk cId="2173443660" sldId="423"/>
        </pc:sldMkLst>
        <pc:spChg chg="add del mod">
          <ac:chgData name="Garima Singhal" userId="bd23a5c7e7d7f8f6" providerId="LiveId" clId="{C3672CA3-9754-4262-B5E4-E1F9A3F66D40}" dt="2024-09-05T05:15:17.684" v="3986" actId="478"/>
          <ac:spMkLst>
            <pc:docMk/>
            <pc:sldMk cId="2173443660" sldId="423"/>
            <ac:spMk id="2" creationId="{A038C015-88E5-9B2D-1046-1B231CA5532D}"/>
          </ac:spMkLst>
        </pc:spChg>
        <pc:spChg chg="del mod">
          <ac:chgData name="Garima Singhal" userId="bd23a5c7e7d7f8f6" providerId="LiveId" clId="{C3672CA3-9754-4262-B5E4-E1F9A3F66D40}" dt="2024-09-05T04:57:04.577" v="3804"/>
          <ac:spMkLst>
            <pc:docMk/>
            <pc:sldMk cId="2173443660" sldId="423"/>
            <ac:spMk id="3" creationId="{00000000-0000-0000-0000-000000000000}"/>
          </ac:spMkLst>
        </pc:spChg>
        <pc:spChg chg="mod">
          <ac:chgData name="Garima Singhal" userId="bd23a5c7e7d7f8f6" providerId="LiveId" clId="{C3672CA3-9754-4262-B5E4-E1F9A3F66D40}" dt="2024-09-05T04:47:33.919" v="3688"/>
          <ac:spMkLst>
            <pc:docMk/>
            <pc:sldMk cId="2173443660" sldId="423"/>
            <ac:spMk id="8" creationId="{00000000-0000-0000-0000-000000000000}"/>
          </ac:spMkLst>
        </pc:spChg>
        <pc:picChg chg="add mod">
          <ac:chgData name="Garima Singhal" userId="bd23a5c7e7d7f8f6" providerId="LiveId" clId="{C3672CA3-9754-4262-B5E4-E1F9A3F66D40}" dt="2024-09-05T05:16:10.179" v="3996" actId="1076"/>
          <ac:picMkLst>
            <pc:docMk/>
            <pc:sldMk cId="2173443660" sldId="423"/>
            <ac:picMk id="5" creationId="{1719262C-702D-C042-5AAE-8DE6D29768E1}"/>
          </ac:picMkLst>
        </pc:picChg>
        <pc:picChg chg="add del mod">
          <ac:chgData name="Garima Singhal" userId="bd23a5c7e7d7f8f6" providerId="LiveId" clId="{C3672CA3-9754-4262-B5E4-E1F9A3F66D40}" dt="2024-09-05T05:15:06.924" v="3981" actId="478"/>
          <ac:picMkLst>
            <pc:docMk/>
            <pc:sldMk cId="2173443660" sldId="423"/>
            <ac:picMk id="1026" creationId="{B2B09D00-E354-00DB-7F16-220DBFC6D373}"/>
          </ac:picMkLst>
        </pc:picChg>
        <pc:picChg chg="add mod">
          <ac:chgData name="Garima Singhal" userId="bd23a5c7e7d7f8f6" providerId="LiveId" clId="{C3672CA3-9754-4262-B5E4-E1F9A3F66D40}" dt="2024-09-05T05:15:30.629" v="3988" actId="732"/>
          <ac:picMkLst>
            <pc:docMk/>
            <pc:sldMk cId="2173443660" sldId="423"/>
            <ac:picMk id="1028" creationId="{539C933F-8B38-3BFB-0598-FA991BD6DEBE}"/>
          </ac:picMkLst>
        </pc:picChg>
      </pc:sldChg>
      <pc:sldChg chg="add del">
        <pc:chgData name="Garima Singhal" userId="bd23a5c7e7d7f8f6" providerId="LiveId" clId="{C3672CA3-9754-4262-B5E4-E1F9A3F66D40}" dt="2024-09-05T04:56:44.785" v="3800" actId="47"/>
        <pc:sldMkLst>
          <pc:docMk/>
          <pc:sldMk cId="1426407154" sldId="424"/>
        </pc:sldMkLst>
      </pc:sldChg>
      <pc:sldChg chg="addSp delSp modSp add mod">
        <pc:chgData name="Garima Singhal" userId="bd23a5c7e7d7f8f6" providerId="LiveId" clId="{C3672CA3-9754-4262-B5E4-E1F9A3F66D40}" dt="2024-09-05T05:03:01.470" v="3836" actId="20577"/>
        <pc:sldMkLst>
          <pc:docMk/>
          <pc:sldMk cId="2817236602" sldId="424"/>
        </pc:sldMkLst>
        <pc:spChg chg="add mod">
          <ac:chgData name="Garima Singhal" userId="bd23a5c7e7d7f8f6" providerId="LiveId" clId="{C3672CA3-9754-4262-B5E4-E1F9A3F66D40}" dt="2024-09-05T05:03:01.470" v="3836" actId="20577"/>
          <ac:spMkLst>
            <pc:docMk/>
            <pc:sldMk cId="2817236602" sldId="424"/>
            <ac:spMk id="2" creationId="{20E9A0C5-9E42-ACE3-C80D-C5E690F60293}"/>
          </ac:spMkLst>
        </pc:spChg>
        <pc:spChg chg="mod">
          <ac:chgData name="Garima Singhal" userId="bd23a5c7e7d7f8f6" providerId="LiveId" clId="{C3672CA3-9754-4262-B5E4-E1F9A3F66D40}" dt="2024-09-05T05:02:25.235" v="3828"/>
          <ac:spMkLst>
            <pc:docMk/>
            <pc:sldMk cId="2817236602" sldId="424"/>
            <ac:spMk id="8" creationId="{00000000-0000-0000-0000-000000000000}"/>
          </ac:spMkLst>
        </pc:spChg>
        <pc:picChg chg="del">
          <ac:chgData name="Garima Singhal" userId="bd23a5c7e7d7f8f6" providerId="LiveId" clId="{C3672CA3-9754-4262-B5E4-E1F9A3F66D40}" dt="2024-09-05T05:02:09.879" v="3821" actId="478"/>
          <ac:picMkLst>
            <pc:docMk/>
            <pc:sldMk cId="2817236602" sldId="424"/>
            <ac:picMk id="1026" creationId="{B2B09D00-E354-00DB-7F16-220DBFC6D373}"/>
          </ac:picMkLst>
        </pc:picChg>
      </pc:sldChg>
      <pc:sldChg chg="add del">
        <pc:chgData name="Garima Singhal" userId="bd23a5c7e7d7f8f6" providerId="LiveId" clId="{C3672CA3-9754-4262-B5E4-E1F9A3F66D40}" dt="2024-08-26T07:38:21.502" v="105"/>
        <pc:sldMkLst>
          <pc:docMk/>
          <pc:sldMk cId="3826644912" sldId="424"/>
        </pc:sldMkLst>
      </pc:sldChg>
      <pc:sldChg chg="modSp add mod">
        <pc:chgData name="Garima Singhal" userId="bd23a5c7e7d7f8f6" providerId="LiveId" clId="{C3672CA3-9754-4262-B5E4-E1F9A3F66D40}" dt="2024-09-05T05:03:32.169" v="3844" actId="403"/>
        <pc:sldMkLst>
          <pc:docMk/>
          <pc:sldMk cId="374437297" sldId="425"/>
        </pc:sldMkLst>
        <pc:spChg chg="mod">
          <ac:chgData name="Garima Singhal" userId="bd23a5c7e7d7f8f6" providerId="LiveId" clId="{C3672CA3-9754-4262-B5E4-E1F9A3F66D40}" dt="2024-09-05T05:03:32.169" v="3844" actId="403"/>
          <ac:spMkLst>
            <pc:docMk/>
            <pc:sldMk cId="374437297" sldId="425"/>
            <ac:spMk id="2" creationId="{20E9A0C5-9E42-ACE3-C80D-C5E690F60293}"/>
          </ac:spMkLst>
        </pc:spChg>
      </pc:sldChg>
      <pc:sldChg chg="add del">
        <pc:chgData name="Garima Singhal" userId="bd23a5c7e7d7f8f6" providerId="LiveId" clId="{C3672CA3-9754-4262-B5E4-E1F9A3F66D40}" dt="2024-09-05T04:56:44.785" v="3800" actId="47"/>
        <pc:sldMkLst>
          <pc:docMk/>
          <pc:sldMk cId="442511478" sldId="425"/>
        </pc:sldMkLst>
      </pc:sldChg>
      <pc:sldChg chg="modSp add mod">
        <pc:chgData name="Garima Singhal" userId="bd23a5c7e7d7f8f6" providerId="LiveId" clId="{C3672CA3-9754-4262-B5E4-E1F9A3F66D40}" dt="2024-09-05T05:05:34.221" v="3890" actId="122"/>
        <pc:sldMkLst>
          <pc:docMk/>
          <pc:sldMk cId="653563234" sldId="426"/>
        </pc:sldMkLst>
        <pc:spChg chg="mod">
          <ac:chgData name="Garima Singhal" userId="bd23a5c7e7d7f8f6" providerId="LiveId" clId="{C3672CA3-9754-4262-B5E4-E1F9A3F66D40}" dt="2024-09-05T05:05:34.221" v="3890" actId="122"/>
          <ac:spMkLst>
            <pc:docMk/>
            <pc:sldMk cId="653563234" sldId="426"/>
            <ac:spMk id="2" creationId="{20E9A0C5-9E42-ACE3-C80D-C5E690F60293}"/>
          </ac:spMkLst>
        </pc:spChg>
        <pc:spChg chg="mod">
          <ac:chgData name="Garima Singhal" userId="bd23a5c7e7d7f8f6" providerId="LiveId" clId="{C3672CA3-9754-4262-B5E4-E1F9A3F66D40}" dt="2024-09-05T05:03:43.205" v="3845"/>
          <ac:spMkLst>
            <pc:docMk/>
            <pc:sldMk cId="653563234" sldId="426"/>
            <ac:spMk id="8" creationId="{00000000-0000-0000-0000-000000000000}"/>
          </ac:spMkLst>
        </pc:spChg>
      </pc:sldChg>
      <pc:sldChg chg="addSp delSp modSp add del mod">
        <pc:chgData name="Garima Singhal" userId="bd23a5c7e7d7f8f6" providerId="LiveId" clId="{C3672CA3-9754-4262-B5E4-E1F9A3F66D40}" dt="2024-09-05T04:56:44.785" v="3800" actId="47"/>
        <pc:sldMkLst>
          <pc:docMk/>
          <pc:sldMk cId="3096898337" sldId="426"/>
        </pc:sldMkLst>
        <pc:spChg chg="mod">
          <ac:chgData name="Garima Singhal" userId="bd23a5c7e7d7f8f6" providerId="LiveId" clId="{C3672CA3-9754-4262-B5E4-E1F9A3F66D40}" dt="2024-09-05T04:48:43.273" v="3701"/>
          <ac:spMkLst>
            <pc:docMk/>
            <pc:sldMk cId="3096898337" sldId="426"/>
            <ac:spMk id="3" creationId="{00000000-0000-0000-0000-000000000000}"/>
          </ac:spMkLst>
        </pc:spChg>
        <pc:picChg chg="add del mod">
          <ac:chgData name="Garima Singhal" userId="bd23a5c7e7d7f8f6" providerId="LiveId" clId="{C3672CA3-9754-4262-B5E4-E1F9A3F66D40}" dt="2024-09-05T04:50:57.854" v="3719" actId="478"/>
          <ac:picMkLst>
            <pc:docMk/>
            <pc:sldMk cId="3096898337" sldId="426"/>
            <ac:picMk id="4" creationId="{4BA1B203-A1EB-66C1-45BC-8494389C016A}"/>
          </ac:picMkLst>
        </pc:picChg>
      </pc:sldChg>
      <pc:sldChg chg="modSp add mod">
        <pc:chgData name="Garima Singhal" userId="bd23a5c7e7d7f8f6" providerId="LiveId" clId="{C3672CA3-9754-4262-B5E4-E1F9A3F66D40}" dt="2024-09-05T05:06:57.493" v="3912" actId="403"/>
        <pc:sldMkLst>
          <pc:docMk/>
          <pc:sldMk cId="3261145941" sldId="427"/>
        </pc:sldMkLst>
        <pc:spChg chg="mod">
          <ac:chgData name="Garima Singhal" userId="bd23a5c7e7d7f8f6" providerId="LiveId" clId="{C3672CA3-9754-4262-B5E4-E1F9A3F66D40}" dt="2024-09-05T05:06:57.493" v="3912" actId="403"/>
          <ac:spMkLst>
            <pc:docMk/>
            <pc:sldMk cId="3261145941" sldId="427"/>
            <ac:spMk id="2" creationId="{20E9A0C5-9E42-ACE3-C80D-C5E690F60293}"/>
          </ac:spMkLst>
        </pc:spChg>
        <pc:spChg chg="mod">
          <ac:chgData name="Garima Singhal" userId="bd23a5c7e7d7f8f6" providerId="LiveId" clId="{C3672CA3-9754-4262-B5E4-E1F9A3F66D40}" dt="2024-09-05T05:06:42.677" v="3907"/>
          <ac:spMkLst>
            <pc:docMk/>
            <pc:sldMk cId="3261145941" sldId="427"/>
            <ac:spMk id="8" creationId="{00000000-0000-0000-0000-000000000000}"/>
          </ac:spMkLst>
        </pc:spChg>
      </pc:sldChg>
      <pc:sldChg chg="addSp delSp modSp add del mod">
        <pc:chgData name="Garima Singhal" userId="bd23a5c7e7d7f8f6" providerId="LiveId" clId="{C3672CA3-9754-4262-B5E4-E1F9A3F66D40}" dt="2024-09-05T04:56:44.785" v="3800" actId="47"/>
        <pc:sldMkLst>
          <pc:docMk/>
          <pc:sldMk cId="3679460035" sldId="427"/>
        </pc:sldMkLst>
        <pc:spChg chg="mod">
          <ac:chgData name="Garima Singhal" userId="bd23a5c7e7d7f8f6" providerId="LiveId" clId="{C3672CA3-9754-4262-B5E4-E1F9A3F66D40}" dt="2024-09-05T04:49:43.756" v="3715" actId="20577"/>
          <ac:spMkLst>
            <pc:docMk/>
            <pc:sldMk cId="3679460035" sldId="427"/>
            <ac:spMk id="3" creationId="{00000000-0000-0000-0000-000000000000}"/>
          </ac:spMkLst>
        </pc:spChg>
        <pc:picChg chg="del">
          <ac:chgData name="Garima Singhal" userId="bd23a5c7e7d7f8f6" providerId="LiveId" clId="{C3672CA3-9754-4262-B5E4-E1F9A3F66D40}" dt="2024-09-05T04:49:23.580" v="3709" actId="478"/>
          <ac:picMkLst>
            <pc:docMk/>
            <pc:sldMk cId="3679460035" sldId="427"/>
            <ac:picMk id="4" creationId="{4BA1B203-A1EB-66C1-45BC-8494389C016A}"/>
          </ac:picMkLst>
        </pc:picChg>
        <pc:picChg chg="add del mod">
          <ac:chgData name="Garima Singhal" userId="bd23a5c7e7d7f8f6" providerId="LiveId" clId="{C3672CA3-9754-4262-B5E4-E1F9A3F66D40}" dt="2024-09-05T04:50:59.433" v="3720" actId="478"/>
          <ac:picMkLst>
            <pc:docMk/>
            <pc:sldMk cId="3679460035" sldId="427"/>
            <ac:picMk id="5" creationId="{415CCFFC-1064-9487-811F-702D6AACC5E6}"/>
          </ac:picMkLst>
        </pc:picChg>
      </pc:sldChg>
      <pc:sldChg chg="add">
        <pc:chgData name="Garima Singhal" userId="bd23a5c7e7d7f8f6" providerId="LiveId" clId="{C3672CA3-9754-4262-B5E4-E1F9A3F66D40}" dt="2024-09-05T05:03:10.398" v="3841"/>
        <pc:sldMkLst>
          <pc:docMk/>
          <pc:sldMk cId="909706132" sldId="428"/>
        </pc:sldMkLst>
      </pc:sldChg>
      <pc:sldChg chg="modSp add mod">
        <pc:chgData name="Garima Singhal" userId="bd23a5c7e7d7f8f6" providerId="LiveId" clId="{C3672CA3-9754-4262-B5E4-E1F9A3F66D40}" dt="2024-09-05T05:09:12.992" v="3945" actId="20577"/>
        <pc:sldMkLst>
          <pc:docMk/>
          <pc:sldMk cId="3832349317" sldId="429"/>
        </pc:sldMkLst>
        <pc:spChg chg="mod">
          <ac:chgData name="Garima Singhal" userId="bd23a5c7e7d7f8f6" providerId="LiveId" clId="{C3672CA3-9754-4262-B5E4-E1F9A3F66D40}" dt="2024-09-05T05:09:12.992" v="3945" actId="20577"/>
          <ac:spMkLst>
            <pc:docMk/>
            <pc:sldMk cId="3832349317" sldId="429"/>
            <ac:spMk id="2" creationId="{20E9A0C5-9E42-ACE3-C80D-C5E690F60293}"/>
          </ac:spMkLst>
        </pc:spChg>
      </pc:sldChg>
      <pc:sldChg chg="modSp add mod">
        <pc:chgData name="Garima Singhal" userId="bd23a5c7e7d7f8f6" providerId="LiveId" clId="{C3672CA3-9754-4262-B5E4-E1F9A3F66D40}" dt="2024-09-05T05:07:38.466" v="3926" actId="27636"/>
        <pc:sldMkLst>
          <pc:docMk/>
          <pc:sldMk cId="3406826409" sldId="430"/>
        </pc:sldMkLst>
        <pc:spChg chg="mod">
          <ac:chgData name="Garima Singhal" userId="bd23a5c7e7d7f8f6" providerId="LiveId" clId="{C3672CA3-9754-4262-B5E4-E1F9A3F66D40}" dt="2024-09-05T05:07:38.466" v="3926" actId="27636"/>
          <ac:spMkLst>
            <pc:docMk/>
            <pc:sldMk cId="3406826409" sldId="430"/>
            <ac:spMk id="2" creationId="{20E9A0C5-9E42-ACE3-C80D-C5E690F60293}"/>
          </ac:spMkLst>
        </pc:spChg>
      </pc:sldChg>
      <pc:sldChg chg="addSp modSp add mod">
        <pc:chgData name="Garima Singhal" userId="bd23a5c7e7d7f8f6" providerId="LiveId" clId="{C3672CA3-9754-4262-B5E4-E1F9A3F66D40}" dt="2024-09-05T05:10:32.803" v="3965" actId="14100"/>
        <pc:sldMkLst>
          <pc:docMk/>
          <pc:sldMk cId="1665122692" sldId="431"/>
        </pc:sldMkLst>
        <pc:spChg chg="mod">
          <ac:chgData name="Garima Singhal" userId="bd23a5c7e7d7f8f6" providerId="LiveId" clId="{C3672CA3-9754-4262-B5E4-E1F9A3F66D40}" dt="2024-09-05T05:10:09.083" v="3958" actId="20577"/>
          <ac:spMkLst>
            <pc:docMk/>
            <pc:sldMk cId="1665122692" sldId="431"/>
            <ac:spMk id="2" creationId="{20E9A0C5-9E42-ACE3-C80D-C5E690F60293}"/>
          </ac:spMkLst>
        </pc:spChg>
        <pc:spChg chg="add mod">
          <ac:chgData name="Garima Singhal" userId="bd23a5c7e7d7f8f6" providerId="LiveId" clId="{C3672CA3-9754-4262-B5E4-E1F9A3F66D40}" dt="2024-09-05T05:10:32.803" v="3965" actId="14100"/>
          <ac:spMkLst>
            <pc:docMk/>
            <pc:sldMk cId="1665122692" sldId="431"/>
            <ac:spMk id="5" creationId="{6C234A99-3314-09E6-9DC9-6752FB48BE27}"/>
          </ac:spMkLst>
        </pc:spChg>
        <pc:picChg chg="add mod">
          <ac:chgData name="Garima Singhal" userId="bd23a5c7e7d7f8f6" providerId="LiveId" clId="{C3672CA3-9754-4262-B5E4-E1F9A3F66D40}" dt="2024-09-05T05:09:42.867" v="3951" actId="1076"/>
          <ac:picMkLst>
            <pc:docMk/>
            <pc:sldMk cId="1665122692" sldId="431"/>
            <ac:picMk id="4" creationId="{3B7258E8-B8BE-D576-FD07-AC7CC74AC4CB}"/>
          </ac:picMkLst>
        </pc:picChg>
      </pc:sldChg>
      <pc:sldChg chg="addSp modSp mod">
        <pc:chgData name="Garima Singhal" userId="bd23a5c7e7d7f8f6" providerId="LiveId" clId="{C3672CA3-9754-4262-B5E4-E1F9A3F66D40}" dt="2024-09-12T04:56:22.723" v="4004" actId="1076"/>
        <pc:sldMkLst>
          <pc:docMk/>
          <pc:sldMk cId="1390238527" sldId="491"/>
        </pc:sldMkLst>
        <pc:spChg chg="mod">
          <ac:chgData name="Garima Singhal" userId="bd23a5c7e7d7f8f6" providerId="LiveId" clId="{C3672CA3-9754-4262-B5E4-E1F9A3F66D40}" dt="2024-09-12T04:56:09.008" v="4001" actId="20577"/>
          <ac:spMkLst>
            <pc:docMk/>
            <pc:sldMk cId="1390238527" sldId="491"/>
            <ac:spMk id="2" creationId="{20E9A0C5-9E42-ACE3-C80D-C5E690F60293}"/>
          </ac:spMkLst>
        </pc:spChg>
        <pc:picChg chg="add mod">
          <ac:chgData name="Garima Singhal" userId="bd23a5c7e7d7f8f6" providerId="LiveId" clId="{C3672CA3-9754-4262-B5E4-E1F9A3F66D40}" dt="2024-09-12T04:56:22.723" v="4004" actId="1076"/>
          <ac:picMkLst>
            <pc:docMk/>
            <pc:sldMk cId="1390238527" sldId="491"/>
            <ac:picMk id="3" creationId="{A846DCBC-55E6-C806-321D-C823B77BBC1B}"/>
          </ac:picMkLst>
        </pc:picChg>
      </pc:sldChg>
      <pc:sldChg chg="addSp modSp mod">
        <pc:chgData name="Garima Singhal" userId="bd23a5c7e7d7f8f6" providerId="LiveId" clId="{C3672CA3-9754-4262-B5E4-E1F9A3F66D40}" dt="2024-09-12T04:56:50.760" v="4011" actId="1076"/>
        <pc:sldMkLst>
          <pc:docMk/>
          <pc:sldMk cId="2680294804" sldId="492"/>
        </pc:sldMkLst>
        <pc:spChg chg="mod">
          <ac:chgData name="Garima Singhal" userId="bd23a5c7e7d7f8f6" providerId="LiveId" clId="{C3672CA3-9754-4262-B5E4-E1F9A3F66D40}" dt="2024-09-12T04:56:44.193" v="4009" actId="20577"/>
          <ac:spMkLst>
            <pc:docMk/>
            <pc:sldMk cId="2680294804" sldId="492"/>
            <ac:spMk id="2" creationId="{20E9A0C5-9E42-ACE3-C80D-C5E690F60293}"/>
          </ac:spMkLst>
        </pc:spChg>
        <pc:picChg chg="add mod">
          <ac:chgData name="Garima Singhal" userId="bd23a5c7e7d7f8f6" providerId="LiveId" clId="{C3672CA3-9754-4262-B5E4-E1F9A3F66D40}" dt="2024-09-12T04:56:50.760" v="4011" actId="1076"/>
          <ac:picMkLst>
            <pc:docMk/>
            <pc:sldMk cId="2680294804" sldId="492"/>
            <ac:picMk id="3" creationId="{6AFAA25A-6532-0732-C3C4-AE06AD70C1DE}"/>
          </ac:picMkLst>
        </pc:picChg>
      </pc:sldChg>
      <pc:sldChg chg="modSp mod">
        <pc:chgData name="Garima Singhal" userId="bd23a5c7e7d7f8f6" providerId="LiveId" clId="{C3672CA3-9754-4262-B5E4-E1F9A3F66D40}" dt="2024-09-12T04:57:31.877" v="4027" actId="27636"/>
        <pc:sldMkLst>
          <pc:docMk/>
          <pc:sldMk cId="4192766046" sldId="493"/>
        </pc:sldMkLst>
        <pc:spChg chg="mod">
          <ac:chgData name="Garima Singhal" userId="bd23a5c7e7d7f8f6" providerId="LiveId" clId="{C3672CA3-9754-4262-B5E4-E1F9A3F66D40}" dt="2024-09-12T04:57:31.877" v="4027" actId="27636"/>
          <ac:spMkLst>
            <pc:docMk/>
            <pc:sldMk cId="4192766046" sldId="493"/>
            <ac:spMk id="2" creationId="{20E9A0C5-9E42-ACE3-C80D-C5E690F60293}"/>
          </ac:spMkLst>
        </pc:spChg>
      </pc:sldChg>
      <pc:sldChg chg="addSp delSp modSp add mod">
        <pc:chgData name="Garima Singhal" userId="bd23a5c7e7d7f8f6" providerId="LiveId" clId="{C3672CA3-9754-4262-B5E4-E1F9A3F66D40}" dt="2024-09-12T04:58:15.619" v="4038" actId="1076"/>
        <pc:sldMkLst>
          <pc:docMk/>
          <pc:sldMk cId="2257797613" sldId="494"/>
        </pc:sldMkLst>
        <pc:spChg chg="del mod">
          <ac:chgData name="Garima Singhal" userId="bd23a5c7e7d7f8f6" providerId="LiveId" clId="{C3672CA3-9754-4262-B5E4-E1F9A3F66D40}" dt="2024-09-12T04:58:13.764" v="4037"/>
          <ac:spMkLst>
            <pc:docMk/>
            <pc:sldMk cId="2257797613" sldId="494"/>
            <ac:spMk id="2" creationId="{20E9A0C5-9E42-ACE3-C80D-C5E690F60293}"/>
          </ac:spMkLst>
        </pc:spChg>
        <pc:picChg chg="add mod">
          <ac:chgData name="Garima Singhal" userId="bd23a5c7e7d7f8f6" providerId="LiveId" clId="{C3672CA3-9754-4262-B5E4-E1F9A3F66D40}" dt="2024-09-12T04:58:15.619" v="4038" actId="1076"/>
          <ac:picMkLst>
            <pc:docMk/>
            <pc:sldMk cId="2257797613" sldId="494"/>
            <ac:picMk id="3" creationId="{FB7DDC0C-9246-EA02-947A-FD623657D7C3}"/>
          </ac:picMkLst>
        </pc:picChg>
      </pc:sldChg>
      <pc:sldChg chg="modSp add mod">
        <pc:chgData name="Garima Singhal" userId="bd23a5c7e7d7f8f6" providerId="LiveId" clId="{C3672CA3-9754-4262-B5E4-E1F9A3F66D40}" dt="2024-09-12T04:58:29.816" v="4044" actId="20577"/>
        <pc:sldMkLst>
          <pc:docMk/>
          <pc:sldMk cId="210186478" sldId="495"/>
        </pc:sldMkLst>
        <pc:spChg chg="mod">
          <ac:chgData name="Garima Singhal" userId="bd23a5c7e7d7f8f6" providerId="LiveId" clId="{C3672CA3-9754-4262-B5E4-E1F9A3F66D40}" dt="2024-09-12T04:58:29.816" v="4044" actId="20577"/>
          <ac:spMkLst>
            <pc:docMk/>
            <pc:sldMk cId="210186478" sldId="495"/>
            <ac:spMk id="2" creationId="{20E9A0C5-9E42-ACE3-C80D-C5E690F60293}"/>
          </ac:spMkLst>
        </pc:spChg>
      </pc:sldChg>
      <pc:sldChg chg="modSp add mod">
        <pc:chgData name="Garima Singhal" userId="bd23a5c7e7d7f8f6" providerId="LiveId" clId="{C3672CA3-9754-4262-B5E4-E1F9A3F66D40}" dt="2024-09-12T04:58:54.317" v="4047" actId="113"/>
        <pc:sldMkLst>
          <pc:docMk/>
          <pc:sldMk cId="3884097130" sldId="496"/>
        </pc:sldMkLst>
        <pc:spChg chg="mod">
          <ac:chgData name="Garima Singhal" userId="bd23a5c7e7d7f8f6" providerId="LiveId" clId="{C3672CA3-9754-4262-B5E4-E1F9A3F66D40}" dt="2024-09-12T04:58:54.317" v="4047" actId="113"/>
          <ac:spMkLst>
            <pc:docMk/>
            <pc:sldMk cId="3884097130" sldId="496"/>
            <ac:spMk id="2" creationId="{20E9A0C5-9E42-ACE3-C80D-C5E690F60293}"/>
          </ac:spMkLst>
        </pc:spChg>
      </pc:sldChg>
      <pc:sldChg chg="addSp modSp add mod">
        <pc:chgData name="Garima Singhal" userId="bd23a5c7e7d7f8f6" providerId="LiveId" clId="{C3672CA3-9754-4262-B5E4-E1F9A3F66D40}" dt="2024-09-12T04:59:31.684" v="4056" actId="1076"/>
        <pc:sldMkLst>
          <pc:docMk/>
          <pc:sldMk cId="2257700357" sldId="497"/>
        </pc:sldMkLst>
        <pc:spChg chg="mod">
          <ac:chgData name="Garima Singhal" userId="bd23a5c7e7d7f8f6" providerId="LiveId" clId="{C3672CA3-9754-4262-B5E4-E1F9A3F66D40}" dt="2024-09-12T04:59:29.378" v="4055" actId="20577"/>
          <ac:spMkLst>
            <pc:docMk/>
            <pc:sldMk cId="2257700357" sldId="497"/>
            <ac:spMk id="2" creationId="{20E9A0C5-9E42-ACE3-C80D-C5E690F60293}"/>
          </ac:spMkLst>
        </pc:spChg>
        <pc:picChg chg="add mod">
          <ac:chgData name="Garima Singhal" userId="bd23a5c7e7d7f8f6" providerId="LiveId" clId="{C3672CA3-9754-4262-B5E4-E1F9A3F66D40}" dt="2024-09-12T04:59:31.684" v="4056" actId="1076"/>
          <ac:picMkLst>
            <pc:docMk/>
            <pc:sldMk cId="2257700357" sldId="497"/>
            <ac:picMk id="3" creationId="{33490373-682B-82FD-9A91-FCDE1394988F}"/>
          </ac:picMkLst>
        </pc:picChg>
      </pc:sldChg>
      <pc:sldChg chg="modSp add mod">
        <pc:chgData name="Garima Singhal" userId="bd23a5c7e7d7f8f6" providerId="LiveId" clId="{C3672CA3-9754-4262-B5E4-E1F9A3F66D40}" dt="2024-09-12T05:01:33.252" v="4088" actId="113"/>
        <pc:sldMkLst>
          <pc:docMk/>
          <pc:sldMk cId="3805398078" sldId="498"/>
        </pc:sldMkLst>
        <pc:spChg chg="mod">
          <ac:chgData name="Garima Singhal" userId="bd23a5c7e7d7f8f6" providerId="LiveId" clId="{C3672CA3-9754-4262-B5E4-E1F9A3F66D40}" dt="2024-09-12T05:01:33.252" v="4088" actId="113"/>
          <ac:spMkLst>
            <pc:docMk/>
            <pc:sldMk cId="3805398078" sldId="498"/>
            <ac:spMk id="2" creationId="{20E9A0C5-9E42-ACE3-C80D-C5E690F60293}"/>
          </ac:spMkLst>
        </pc:spChg>
        <pc:spChg chg="mod">
          <ac:chgData name="Garima Singhal" userId="bd23a5c7e7d7f8f6" providerId="LiveId" clId="{C3672CA3-9754-4262-B5E4-E1F9A3F66D40}" dt="2024-09-12T05:01:14.309" v="4081" actId="6549"/>
          <ac:spMkLst>
            <pc:docMk/>
            <pc:sldMk cId="3805398078" sldId="498"/>
            <ac:spMk id="8" creationId="{00000000-0000-0000-0000-000000000000}"/>
          </ac:spMkLst>
        </pc:spChg>
      </pc:sldChg>
      <pc:sldChg chg="modSp add mod">
        <pc:chgData name="Garima Singhal" userId="bd23a5c7e7d7f8f6" providerId="LiveId" clId="{C3672CA3-9754-4262-B5E4-E1F9A3F66D40}" dt="2024-09-12T05:09:12.147" v="4134"/>
        <pc:sldMkLst>
          <pc:docMk/>
          <pc:sldMk cId="964875801" sldId="499"/>
        </pc:sldMkLst>
        <pc:spChg chg="mod">
          <ac:chgData name="Garima Singhal" userId="bd23a5c7e7d7f8f6" providerId="LiveId" clId="{C3672CA3-9754-4262-B5E4-E1F9A3F66D40}" dt="2024-09-12T05:09:12.147" v="4134"/>
          <ac:spMkLst>
            <pc:docMk/>
            <pc:sldMk cId="964875801" sldId="499"/>
            <ac:spMk id="2" creationId="{20E9A0C5-9E42-ACE3-C80D-C5E690F60293}"/>
          </ac:spMkLst>
        </pc:spChg>
        <pc:spChg chg="mod">
          <ac:chgData name="Garima Singhal" userId="bd23a5c7e7d7f8f6" providerId="LiveId" clId="{C3672CA3-9754-4262-B5E4-E1F9A3F66D40}" dt="2024-09-12T05:08:40.909" v="4123"/>
          <ac:spMkLst>
            <pc:docMk/>
            <pc:sldMk cId="964875801" sldId="499"/>
            <ac:spMk id="8" creationId="{00000000-0000-0000-0000-000000000000}"/>
          </ac:spMkLst>
        </pc:spChg>
      </pc:sldChg>
      <pc:sldChg chg="addSp delSp modSp add mod">
        <pc:chgData name="Garima Singhal" userId="bd23a5c7e7d7f8f6" providerId="LiveId" clId="{C3672CA3-9754-4262-B5E4-E1F9A3F66D40}" dt="2024-09-12T05:01:53.457" v="4091" actId="1076"/>
        <pc:sldMkLst>
          <pc:docMk/>
          <pc:sldMk cId="128794029" sldId="500"/>
        </pc:sldMkLst>
        <pc:spChg chg="del">
          <ac:chgData name="Garima Singhal" userId="bd23a5c7e7d7f8f6" providerId="LiveId" clId="{C3672CA3-9754-4262-B5E4-E1F9A3F66D40}" dt="2024-09-12T05:01:46.797" v="4089"/>
          <ac:spMkLst>
            <pc:docMk/>
            <pc:sldMk cId="128794029" sldId="500"/>
            <ac:spMk id="2" creationId="{20E9A0C5-9E42-ACE3-C80D-C5E690F60293}"/>
          </ac:spMkLst>
        </pc:spChg>
        <pc:picChg chg="add mod">
          <ac:chgData name="Garima Singhal" userId="bd23a5c7e7d7f8f6" providerId="LiveId" clId="{C3672CA3-9754-4262-B5E4-E1F9A3F66D40}" dt="2024-09-12T05:01:53.457" v="4091" actId="1076"/>
          <ac:picMkLst>
            <pc:docMk/>
            <pc:sldMk cId="128794029" sldId="500"/>
            <ac:picMk id="3" creationId="{58344D40-68E9-F9BC-2F00-E35988B51007}"/>
          </ac:picMkLst>
        </pc:picChg>
      </pc:sldChg>
      <pc:sldChg chg="modSp add mod">
        <pc:chgData name="Garima Singhal" userId="bd23a5c7e7d7f8f6" providerId="LiveId" clId="{C3672CA3-9754-4262-B5E4-E1F9A3F66D40}" dt="2024-09-12T05:05:30.936" v="4093" actId="113"/>
        <pc:sldMkLst>
          <pc:docMk/>
          <pc:sldMk cId="1379255006" sldId="501"/>
        </pc:sldMkLst>
        <pc:spChg chg="mod">
          <ac:chgData name="Garima Singhal" userId="bd23a5c7e7d7f8f6" providerId="LiveId" clId="{C3672CA3-9754-4262-B5E4-E1F9A3F66D40}" dt="2024-09-12T05:05:30.936" v="4093" actId="113"/>
          <ac:spMkLst>
            <pc:docMk/>
            <pc:sldMk cId="1379255006" sldId="501"/>
            <ac:spMk id="2" creationId="{20E9A0C5-9E42-ACE3-C80D-C5E690F60293}"/>
          </ac:spMkLst>
        </pc:spChg>
      </pc:sldChg>
      <pc:sldChg chg="addSp modSp add mod">
        <pc:chgData name="Garima Singhal" userId="bd23a5c7e7d7f8f6" providerId="LiveId" clId="{C3672CA3-9754-4262-B5E4-E1F9A3F66D40}" dt="2024-09-12T05:06:19.189" v="4112" actId="1076"/>
        <pc:sldMkLst>
          <pc:docMk/>
          <pc:sldMk cId="2208349080" sldId="502"/>
        </pc:sldMkLst>
        <pc:spChg chg="mod">
          <ac:chgData name="Garima Singhal" userId="bd23a5c7e7d7f8f6" providerId="LiveId" clId="{C3672CA3-9754-4262-B5E4-E1F9A3F66D40}" dt="2024-09-12T05:06:16.073" v="4111" actId="20577"/>
          <ac:spMkLst>
            <pc:docMk/>
            <pc:sldMk cId="2208349080" sldId="502"/>
            <ac:spMk id="2" creationId="{20E9A0C5-9E42-ACE3-C80D-C5E690F60293}"/>
          </ac:spMkLst>
        </pc:spChg>
        <pc:picChg chg="add mod">
          <ac:chgData name="Garima Singhal" userId="bd23a5c7e7d7f8f6" providerId="LiveId" clId="{C3672CA3-9754-4262-B5E4-E1F9A3F66D40}" dt="2024-09-12T05:06:19.189" v="4112" actId="1076"/>
          <ac:picMkLst>
            <pc:docMk/>
            <pc:sldMk cId="2208349080" sldId="502"/>
            <ac:picMk id="3" creationId="{FD6B6218-8E13-6A42-E7FE-95D7A19A5A07}"/>
          </ac:picMkLst>
        </pc:picChg>
      </pc:sldChg>
      <pc:sldChg chg="addSp modSp add mod">
        <pc:chgData name="Garima Singhal" userId="bd23a5c7e7d7f8f6" providerId="LiveId" clId="{C3672CA3-9754-4262-B5E4-E1F9A3F66D40}" dt="2024-09-12T05:07:04.876" v="4121" actId="1076"/>
        <pc:sldMkLst>
          <pc:docMk/>
          <pc:sldMk cId="2971139458" sldId="503"/>
        </pc:sldMkLst>
        <pc:spChg chg="mod">
          <ac:chgData name="Garima Singhal" userId="bd23a5c7e7d7f8f6" providerId="LiveId" clId="{C3672CA3-9754-4262-B5E4-E1F9A3F66D40}" dt="2024-09-12T05:06:41.240" v="4117" actId="20577"/>
          <ac:spMkLst>
            <pc:docMk/>
            <pc:sldMk cId="2971139458" sldId="503"/>
            <ac:spMk id="2" creationId="{20E9A0C5-9E42-ACE3-C80D-C5E690F60293}"/>
          </ac:spMkLst>
        </pc:spChg>
        <pc:picChg chg="add mod">
          <ac:chgData name="Garima Singhal" userId="bd23a5c7e7d7f8f6" providerId="LiveId" clId="{C3672CA3-9754-4262-B5E4-E1F9A3F66D40}" dt="2024-09-12T05:06:45.026" v="4119" actId="1076"/>
          <ac:picMkLst>
            <pc:docMk/>
            <pc:sldMk cId="2971139458" sldId="503"/>
            <ac:picMk id="3" creationId="{42DE3AE4-C1EC-54B3-90A6-8B584B2CEE32}"/>
          </ac:picMkLst>
        </pc:picChg>
        <pc:picChg chg="add mod">
          <ac:chgData name="Garima Singhal" userId="bd23a5c7e7d7f8f6" providerId="LiveId" clId="{C3672CA3-9754-4262-B5E4-E1F9A3F66D40}" dt="2024-09-12T05:07:04.876" v="4121" actId="1076"/>
          <ac:picMkLst>
            <pc:docMk/>
            <pc:sldMk cId="2971139458" sldId="503"/>
            <ac:picMk id="4" creationId="{0DA952CD-4849-5AE2-7064-9A5392D1B8E4}"/>
          </ac:picMkLst>
        </pc:picChg>
      </pc:sldChg>
      <pc:sldChg chg="modSp add mod">
        <pc:chgData name="Garima Singhal" userId="bd23a5c7e7d7f8f6" providerId="LiveId" clId="{C3672CA3-9754-4262-B5E4-E1F9A3F66D40}" dt="2024-09-12T05:09:35.378" v="4139" actId="20577"/>
        <pc:sldMkLst>
          <pc:docMk/>
          <pc:sldMk cId="2661216116" sldId="504"/>
        </pc:sldMkLst>
        <pc:spChg chg="mod">
          <ac:chgData name="Garima Singhal" userId="bd23a5c7e7d7f8f6" providerId="LiveId" clId="{C3672CA3-9754-4262-B5E4-E1F9A3F66D40}" dt="2024-09-12T05:09:35.378" v="4139" actId="20577"/>
          <ac:spMkLst>
            <pc:docMk/>
            <pc:sldMk cId="2661216116" sldId="504"/>
            <ac:spMk id="2" creationId="{20E9A0C5-9E42-ACE3-C80D-C5E690F60293}"/>
          </ac:spMkLst>
        </pc:spChg>
      </pc:sldChg>
      <pc:sldChg chg="addSp delSp modSp add mod">
        <pc:chgData name="Garima Singhal" userId="bd23a5c7e7d7f8f6" providerId="LiveId" clId="{C3672CA3-9754-4262-B5E4-E1F9A3F66D40}" dt="2024-09-12T05:10:21.100" v="4150" actId="1076"/>
        <pc:sldMkLst>
          <pc:docMk/>
          <pc:sldMk cId="1123375027" sldId="505"/>
        </pc:sldMkLst>
        <pc:spChg chg="del">
          <ac:chgData name="Garima Singhal" userId="bd23a5c7e7d7f8f6" providerId="LiveId" clId="{C3672CA3-9754-4262-B5E4-E1F9A3F66D40}" dt="2024-09-12T05:10:18.127" v="4149" actId="22"/>
          <ac:spMkLst>
            <pc:docMk/>
            <pc:sldMk cId="1123375027" sldId="505"/>
            <ac:spMk id="2" creationId="{20E9A0C5-9E42-ACE3-C80D-C5E690F60293}"/>
          </ac:spMkLst>
        </pc:spChg>
        <pc:spChg chg="mod">
          <ac:chgData name="Garima Singhal" userId="bd23a5c7e7d7f8f6" providerId="LiveId" clId="{C3672CA3-9754-4262-B5E4-E1F9A3F66D40}" dt="2024-09-12T05:10:01.425" v="4148" actId="20577"/>
          <ac:spMkLst>
            <pc:docMk/>
            <pc:sldMk cId="1123375027" sldId="505"/>
            <ac:spMk id="8" creationId="{00000000-0000-0000-0000-000000000000}"/>
          </ac:spMkLst>
        </pc:spChg>
        <pc:picChg chg="add mod ord">
          <ac:chgData name="Garima Singhal" userId="bd23a5c7e7d7f8f6" providerId="LiveId" clId="{C3672CA3-9754-4262-B5E4-E1F9A3F66D40}" dt="2024-09-12T05:10:21.100" v="4150" actId="1076"/>
          <ac:picMkLst>
            <pc:docMk/>
            <pc:sldMk cId="1123375027" sldId="505"/>
            <ac:picMk id="4" creationId="{861E00E7-8E9C-653E-26C8-D024A50B2CFE}"/>
          </ac:picMkLst>
        </pc:picChg>
      </pc:sldChg>
      <pc:sldChg chg="modSp add mod">
        <pc:chgData name="Garima Singhal" userId="bd23a5c7e7d7f8f6" providerId="LiveId" clId="{C3672CA3-9754-4262-B5E4-E1F9A3F66D40}" dt="2024-09-12T05:10:39.179" v="4152" actId="113"/>
        <pc:sldMkLst>
          <pc:docMk/>
          <pc:sldMk cId="4178781290" sldId="506"/>
        </pc:sldMkLst>
        <pc:spChg chg="mod">
          <ac:chgData name="Garima Singhal" userId="bd23a5c7e7d7f8f6" providerId="LiveId" clId="{C3672CA3-9754-4262-B5E4-E1F9A3F66D40}" dt="2024-09-12T05:10:39.179" v="4152" actId="113"/>
          <ac:spMkLst>
            <pc:docMk/>
            <pc:sldMk cId="4178781290" sldId="506"/>
            <ac:spMk id="2" creationId="{20E9A0C5-9E42-ACE3-C80D-C5E690F60293}"/>
          </ac:spMkLst>
        </pc:spChg>
      </pc:sldChg>
      <pc:sldChg chg="addSp modSp add mod">
        <pc:chgData name="Garima Singhal" userId="bd23a5c7e7d7f8f6" providerId="LiveId" clId="{C3672CA3-9754-4262-B5E4-E1F9A3F66D40}" dt="2024-09-12T05:11:30.428" v="4167" actId="1076"/>
        <pc:sldMkLst>
          <pc:docMk/>
          <pc:sldMk cId="1488355123" sldId="507"/>
        </pc:sldMkLst>
        <pc:spChg chg="mod">
          <ac:chgData name="Garima Singhal" userId="bd23a5c7e7d7f8f6" providerId="LiveId" clId="{C3672CA3-9754-4262-B5E4-E1F9A3F66D40}" dt="2024-09-12T05:11:20.236" v="4163" actId="20577"/>
          <ac:spMkLst>
            <pc:docMk/>
            <pc:sldMk cId="1488355123" sldId="507"/>
            <ac:spMk id="2" creationId="{20E9A0C5-9E42-ACE3-C80D-C5E690F60293}"/>
          </ac:spMkLst>
        </pc:spChg>
        <pc:spChg chg="mod">
          <ac:chgData name="Garima Singhal" userId="bd23a5c7e7d7f8f6" providerId="LiveId" clId="{C3672CA3-9754-4262-B5E4-E1F9A3F66D40}" dt="2024-09-12T05:11:04.347" v="4158"/>
          <ac:spMkLst>
            <pc:docMk/>
            <pc:sldMk cId="1488355123" sldId="507"/>
            <ac:spMk id="8" creationId="{00000000-0000-0000-0000-000000000000}"/>
          </ac:spMkLst>
        </pc:spChg>
        <pc:picChg chg="add mod">
          <ac:chgData name="Garima Singhal" userId="bd23a5c7e7d7f8f6" providerId="LiveId" clId="{C3672CA3-9754-4262-B5E4-E1F9A3F66D40}" dt="2024-09-12T05:11:30.428" v="4167" actId="1076"/>
          <ac:picMkLst>
            <pc:docMk/>
            <pc:sldMk cId="1488355123" sldId="507"/>
            <ac:picMk id="3" creationId="{8BB4CFAC-0117-D5CF-79E8-40E3F117B275}"/>
          </ac:picMkLst>
        </pc:picChg>
      </pc:sldChg>
      <pc:sldChg chg="modSp add mod">
        <pc:chgData name="Garima Singhal" userId="bd23a5c7e7d7f8f6" providerId="LiveId" clId="{C3672CA3-9754-4262-B5E4-E1F9A3F66D40}" dt="2024-09-12T05:16:44.846" v="4232"/>
        <pc:sldMkLst>
          <pc:docMk/>
          <pc:sldMk cId="2967431421" sldId="508"/>
        </pc:sldMkLst>
        <pc:spChg chg="mod">
          <ac:chgData name="Garima Singhal" userId="bd23a5c7e7d7f8f6" providerId="LiveId" clId="{C3672CA3-9754-4262-B5E4-E1F9A3F66D40}" dt="2024-09-12T05:16:23.001" v="4231" actId="27636"/>
          <ac:spMkLst>
            <pc:docMk/>
            <pc:sldMk cId="2967431421" sldId="508"/>
            <ac:spMk id="2" creationId="{20E9A0C5-9E42-ACE3-C80D-C5E690F60293}"/>
          </ac:spMkLst>
        </pc:spChg>
        <pc:spChg chg="mod">
          <ac:chgData name="Garima Singhal" userId="bd23a5c7e7d7f8f6" providerId="LiveId" clId="{C3672CA3-9754-4262-B5E4-E1F9A3F66D40}" dt="2024-09-12T05:16:44.846" v="4232"/>
          <ac:spMkLst>
            <pc:docMk/>
            <pc:sldMk cId="2967431421" sldId="508"/>
            <ac:spMk id="8" creationId="{00000000-0000-0000-0000-000000000000}"/>
          </ac:spMkLst>
        </pc:spChg>
      </pc:sldChg>
      <pc:sldChg chg="modSp add del mod">
        <pc:chgData name="Garima Singhal" userId="bd23a5c7e7d7f8f6" providerId="LiveId" clId="{C3672CA3-9754-4262-B5E4-E1F9A3F66D40}" dt="2024-09-25T03:44:22.365" v="4722" actId="2696"/>
        <pc:sldMkLst>
          <pc:docMk/>
          <pc:sldMk cId="684644676" sldId="509"/>
        </pc:sldMkLst>
        <pc:spChg chg="mod">
          <ac:chgData name="Garima Singhal" userId="bd23a5c7e7d7f8f6" providerId="LiveId" clId="{C3672CA3-9754-4262-B5E4-E1F9A3F66D40}" dt="2024-09-24T04:02:44.826" v="4299"/>
          <ac:spMkLst>
            <pc:docMk/>
            <pc:sldMk cId="684644676" sldId="509"/>
            <ac:spMk id="2" creationId="{20E9A0C5-9E42-ACE3-C80D-C5E690F60293}"/>
          </ac:spMkLst>
        </pc:spChg>
        <pc:spChg chg="mod">
          <ac:chgData name="Garima Singhal" userId="bd23a5c7e7d7f8f6" providerId="LiveId" clId="{C3672CA3-9754-4262-B5E4-E1F9A3F66D40}" dt="2024-09-24T04:01:31.610" v="4290"/>
          <ac:spMkLst>
            <pc:docMk/>
            <pc:sldMk cId="684644676" sldId="509"/>
            <ac:spMk id="8" creationId="{00000000-0000-0000-0000-000000000000}"/>
          </ac:spMkLst>
        </pc:spChg>
      </pc:sldChg>
      <pc:sldChg chg="modSp add del mod">
        <pc:chgData name="Garima Singhal" userId="bd23a5c7e7d7f8f6" providerId="LiveId" clId="{C3672CA3-9754-4262-B5E4-E1F9A3F66D40}" dt="2024-09-25T03:44:13.029" v="4721" actId="47"/>
        <pc:sldMkLst>
          <pc:docMk/>
          <pc:sldMk cId="1196760374" sldId="510"/>
        </pc:sldMkLst>
        <pc:spChg chg="mod">
          <ac:chgData name="Garima Singhal" userId="bd23a5c7e7d7f8f6" providerId="LiveId" clId="{C3672CA3-9754-4262-B5E4-E1F9A3F66D40}" dt="2024-09-24T04:08:30.853" v="4374" actId="403"/>
          <ac:spMkLst>
            <pc:docMk/>
            <pc:sldMk cId="1196760374" sldId="510"/>
            <ac:spMk id="2" creationId="{20E9A0C5-9E42-ACE3-C80D-C5E690F60293}"/>
          </ac:spMkLst>
        </pc:spChg>
        <pc:spChg chg="mod">
          <ac:chgData name="Garima Singhal" userId="bd23a5c7e7d7f8f6" providerId="LiveId" clId="{C3672CA3-9754-4262-B5E4-E1F9A3F66D40}" dt="2024-09-24T04:08:56.461" v="4375"/>
          <ac:spMkLst>
            <pc:docMk/>
            <pc:sldMk cId="1196760374" sldId="510"/>
            <ac:spMk id="8" creationId="{00000000-0000-0000-0000-000000000000}"/>
          </ac:spMkLst>
        </pc:spChg>
      </pc:sldChg>
      <pc:sldChg chg="add del">
        <pc:chgData name="Garima Singhal" userId="bd23a5c7e7d7f8f6" providerId="LiveId" clId="{C3672CA3-9754-4262-B5E4-E1F9A3F66D40}" dt="2024-09-24T04:18:48.764" v="4509" actId="47"/>
        <pc:sldMkLst>
          <pc:docMk/>
          <pc:sldMk cId="1686131126" sldId="511"/>
        </pc:sldMkLst>
      </pc:sldChg>
      <pc:sldChg chg="modSp add mod">
        <pc:chgData name="Garima Singhal" userId="bd23a5c7e7d7f8f6" providerId="LiveId" clId="{C3672CA3-9754-4262-B5E4-E1F9A3F66D40}" dt="2024-09-12T05:11:52.005" v="4171" actId="113"/>
        <pc:sldMkLst>
          <pc:docMk/>
          <pc:sldMk cId="367116587" sldId="512"/>
        </pc:sldMkLst>
        <pc:spChg chg="mod">
          <ac:chgData name="Garima Singhal" userId="bd23a5c7e7d7f8f6" providerId="LiveId" clId="{C3672CA3-9754-4262-B5E4-E1F9A3F66D40}" dt="2024-09-12T05:11:52.005" v="4171" actId="113"/>
          <ac:spMkLst>
            <pc:docMk/>
            <pc:sldMk cId="367116587" sldId="512"/>
            <ac:spMk id="2" creationId="{20E9A0C5-9E42-ACE3-C80D-C5E690F60293}"/>
          </ac:spMkLst>
        </pc:spChg>
      </pc:sldChg>
      <pc:sldChg chg="modSp add mod">
        <pc:chgData name="Garima Singhal" userId="bd23a5c7e7d7f8f6" providerId="LiveId" clId="{C3672CA3-9754-4262-B5E4-E1F9A3F66D40}" dt="2024-09-12T05:12:02.930" v="4173" actId="113"/>
        <pc:sldMkLst>
          <pc:docMk/>
          <pc:sldMk cId="611247479" sldId="513"/>
        </pc:sldMkLst>
        <pc:spChg chg="mod">
          <ac:chgData name="Garima Singhal" userId="bd23a5c7e7d7f8f6" providerId="LiveId" clId="{C3672CA3-9754-4262-B5E4-E1F9A3F66D40}" dt="2024-09-12T05:12:02.930" v="4173" actId="113"/>
          <ac:spMkLst>
            <pc:docMk/>
            <pc:sldMk cId="611247479" sldId="513"/>
            <ac:spMk id="2" creationId="{20E9A0C5-9E42-ACE3-C80D-C5E690F60293}"/>
          </ac:spMkLst>
        </pc:spChg>
      </pc:sldChg>
      <pc:sldChg chg="modSp add mod">
        <pc:chgData name="Garima Singhal" userId="bd23a5c7e7d7f8f6" providerId="LiveId" clId="{C3672CA3-9754-4262-B5E4-E1F9A3F66D40}" dt="2024-09-12T05:12:37.169" v="4183" actId="20577"/>
        <pc:sldMkLst>
          <pc:docMk/>
          <pc:sldMk cId="3382801215" sldId="514"/>
        </pc:sldMkLst>
        <pc:spChg chg="mod">
          <ac:chgData name="Garima Singhal" userId="bd23a5c7e7d7f8f6" providerId="LiveId" clId="{C3672CA3-9754-4262-B5E4-E1F9A3F66D40}" dt="2024-09-12T05:12:37.169" v="4183" actId="20577"/>
          <ac:spMkLst>
            <pc:docMk/>
            <pc:sldMk cId="3382801215" sldId="514"/>
            <ac:spMk id="2" creationId="{20E9A0C5-9E42-ACE3-C80D-C5E690F60293}"/>
          </ac:spMkLst>
        </pc:spChg>
      </pc:sldChg>
      <pc:sldChg chg="addSp delSp modSp add mod">
        <pc:chgData name="Garima Singhal" userId="bd23a5c7e7d7f8f6" providerId="LiveId" clId="{C3672CA3-9754-4262-B5E4-E1F9A3F66D40}" dt="2024-09-12T05:13:00.900" v="4191" actId="1076"/>
        <pc:sldMkLst>
          <pc:docMk/>
          <pc:sldMk cId="2072254385" sldId="515"/>
        </pc:sldMkLst>
        <pc:spChg chg="del mod">
          <ac:chgData name="Garima Singhal" userId="bd23a5c7e7d7f8f6" providerId="LiveId" clId="{C3672CA3-9754-4262-B5E4-E1F9A3F66D40}" dt="2024-09-12T05:12:58.938" v="4190"/>
          <ac:spMkLst>
            <pc:docMk/>
            <pc:sldMk cId="2072254385" sldId="515"/>
            <ac:spMk id="2" creationId="{20E9A0C5-9E42-ACE3-C80D-C5E690F60293}"/>
          </ac:spMkLst>
        </pc:spChg>
        <pc:picChg chg="add mod">
          <ac:chgData name="Garima Singhal" userId="bd23a5c7e7d7f8f6" providerId="LiveId" clId="{C3672CA3-9754-4262-B5E4-E1F9A3F66D40}" dt="2024-09-12T05:13:00.900" v="4191" actId="1076"/>
          <ac:picMkLst>
            <pc:docMk/>
            <pc:sldMk cId="2072254385" sldId="515"/>
            <ac:picMk id="3" creationId="{6D8FB5AB-D9D7-3333-27D8-FB18F15BC5B1}"/>
          </ac:picMkLst>
        </pc:picChg>
      </pc:sldChg>
      <pc:sldChg chg="modSp add mod">
        <pc:chgData name="Garima Singhal" userId="bd23a5c7e7d7f8f6" providerId="LiveId" clId="{C3672CA3-9754-4262-B5E4-E1F9A3F66D40}" dt="2024-09-12T05:13:21.861" v="4198" actId="20577"/>
        <pc:sldMkLst>
          <pc:docMk/>
          <pc:sldMk cId="1604513719" sldId="516"/>
        </pc:sldMkLst>
        <pc:spChg chg="mod">
          <ac:chgData name="Garima Singhal" userId="bd23a5c7e7d7f8f6" providerId="LiveId" clId="{C3672CA3-9754-4262-B5E4-E1F9A3F66D40}" dt="2024-09-12T05:13:21.861" v="4198" actId="20577"/>
          <ac:spMkLst>
            <pc:docMk/>
            <pc:sldMk cId="1604513719" sldId="516"/>
            <ac:spMk id="2" creationId="{20E9A0C5-9E42-ACE3-C80D-C5E690F60293}"/>
          </ac:spMkLst>
        </pc:spChg>
      </pc:sldChg>
      <pc:sldChg chg="add del">
        <pc:chgData name="Garima Singhal" userId="bd23a5c7e7d7f8f6" providerId="LiveId" clId="{C3672CA3-9754-4262-B5E4-E1F9A3F66D40}" dt="2024-09-12T05:12:49.969" v="4187"/>
        <pc:sldMkLst>
          <pc:docMk/>
          <pc:sldMk cId="3495982919" sldId="516"/>
        </pc:sldMkLst>
      </pc:sldChg>
      <pc:sldChg chg="modSp add mod">
        <pc:chgData name="Garima Singhal" userId="bd23a5c7e7d7f8f6" providerId="LiveId" clId="{C3672CA3-9754-4262-B5E4-E1F9A3F66D40}" dt="2024-09-12T05:15:10.987" v="4205"/>
        <pc:sldMkLst>
          <pc:docMk/>
          <pc:sldMk cId="3988106" sldId="517"/>
        </pc:sldMkLst>
        <pc:spChg chg="mod">
          <ac:chgData name="Garima Singhal" userId="bd23a5c7e7d7f8f6" providerId="LiveId" clId="{C3672CA3-9754-4262-B5E4-E1F9A3F66D40}" dt="2024-09-12T05:15:10.987" v="4205"/>
          <ac:spMkLst>
            <pc:docMk/>
            <pc:sldMk cId="3988106" sldId="517"/>
            <ac:spMk id="2" creationId="{20E9A0C5-9E42-ACE3-C80D-C5E690F60293}"/>
          </ac:spMkLst>
        </pc:spChg>
        <pc:spChg chg="mod">
          <ac:chgData name="Garima Singhal" userId="bd23a5c7e7d7f8f6" providerId="LiveId" clId="{C3672CA3-9754-4262-B5E4-E1F9A3F66D40}" dt="2024-09-12T05:14:53.655" v="4201"/>
          <ac:spMkLst>
            <pc:docMk/>
            <pc:sldMk cId="3988106" sldId="517"/>
            <ac:spMk id="8" creationId="{00000000-0000-0000-0000-000000000000}"/>
          </ac:spMkLst>
        </pc:spChg>
      </pc:sldChg>
      <pc:sldChg chg="modSp add mod">
        <pc:chgData name="Garima Singhal" userId="bd23a5c7e7d7f8f6" providerId="LiveId" clId="{C3672CA3-9754-4262-B5E4-E1F9A3F66D40}" dt="2024-09-12T05:15:30.672" v="4210"/>
        <pc:sldMkLst>
          <pc:docMk/>
          <pc:sldMk cId="4228842980" sldId="518"/>
        </pc:sldMkLst>
        <pc:spChg chg="mod">
          <ac:chgData name="Garima Singhal" userId="bd23a5c7e7d7f8f6" providerId="LiveId" clId="{C3672CA3-9754-4262-B5E4-E1F9A3F66D40}" dt="2024-09-12T05:15:30.672" v="4210"/>
          <ac:spMkLst>
            <pc:docMk/>
            <pc:sldMk cId="4228842980" sldId="518"/>
            <ac:spMk id="2" creationId="{20E9A0C5-9E42-ACE3-C80D-C5E690F60293}"/>
          </ac:spMkLst>
        </pc:spChg>
      </pc:sldChg>
      <pc:sldChg chg="modSp add mod">
        <pc:chgData name="Garima Singhal" userId="bd23a5c7e7d7f8f6" providerId="LiveId" clId="{C3672CA3-9754-4262-B5E4-E1F9A3F66D40}" dt="2024-09-12T05:15:46.291" v="4213" actId="20577"/>
        <pc:sldMkLst>
          <pc:docMk/>
          <pc:sldMk cId="1388167139" sldId="519"/>
        </pc:sldMkLst>
        <pc:spChg chg="mod">
          <ac:chgData name="Garima Singhal" userId="bd23a5c7e7d7f8f6" providerId="LiveId" clId="{C3672CA3-9754-4262-B5E4-E1F9A3F66D40}" dt="2024-09-12T05:15:46.291" v="4213" actId="20577"/>
          <ac:spMkLst>
            <pc:docMk/>
            <pc:sldMk cId="1388167139" sldId="519"/>
            <ac:spMk id="2" creationId="{20E9A0C5-9E42-ACE3-C80D-C5E690F60293}"/>
          </ac:spMkLst>
        </pc:spChg>
      </pc:sldChg>
      <pc:sldChg chg="modSp add mod">
        <pc:chgData name="Garima Singhal" userId="bd23a5c7e7d7f8f6" providerId="LiveId" clId="{C3672CA3-9754-4262-B5E4-E1F9A3F66D40}" dt="2024-09-12T05:16:11.365" v="4229" actId="20577"/>
        <pc:sldMkLst>
          <pc:docMk/>
          <pc:sldMk cId="2002654904" sldId="520"/>
        </pc:sldMkLst>
        <pc:spChg chg="mod">
          <ac:chgData name="Garima Singhal" userId="bd23a5c7e7d7f8f6" providerId="LiveId" clId="{C3672CA3-9754-4262-B5E4-E1F9A3F66D40}" dt="2024-09-12T05:16:11.365" v="4229" actId="20577"/>
          <ac:spMkLst>
            <pc:docMk/>
            <pc:sldMk cId="2002654904" sldId="520"/>
            <ac:spMk id="2" creationId="{20E9A0C5-9E42-ACE3-C80D-C5E690F60293}"/>
          </ac:spMkLst>
        </pc:spChg>
      </pc:sldChg>
      <pc:sldChg chg="modSp add mod">
        <pc:chgData name="Garima Singhal" userId="bd23a5c7e7d7f8f6" providerId="LiveId" clId="{C3672CA3-9754-4262-B5E4-E1F9A3F66D40}" dt="2024-09-12T05:18:13.409" v="4249" actId="20577"/>
        <pc:sldMkLst>
          <pc:docMk/>
          <pc:sldMk cId="3832819142" sldId="521"/>
        </pc:sldMkLst>
        <pc:spChg chg="mod">
          <ac:chgData name="Garima Singhal" userId="bd23a5c7e7d7f8f6" providerId="LiveId" clId="{C3672CA3-9754-4262-B5E4-E1F9A3F66D40}" dt="2024-09-12T05:18:13.409" v="4249" actId="20577"/>
          <ac:spMkLst>
            <pc:docMk/>
            <pc:sldMk cId="3832819142" sldId="521"/>
            <ac:spMk id="2" creationId="{20E9A0C5-9E42-ACE3-C80D-C5E690F60293}"/>
          </ac:spMkLst>
        </pc:spChg>
      </pc:sldChg>
      <pc:sldChg chg="modSp add mod">
        <pc:chgData name="Garima Singhal" userId="bd23a5c7e7d7f8f6" providerId="LiveId" clId="{C3672CA3-9754-4262-B5E4-E1F9A3F66D40}" dt="2024-09-12T05:18:28.286" v="4250"/>
        <pc:sldMkLst>
          <pc:docMk/>
          <pc:sldMk cId="322704797" sldId="522"/>
        </pc:sldMkLst>
        <pc:spChg chg="mod">
          <ac:chgData name="Garima Singhal" userId="bd23a5c7e7d7f8f6" providerId="LiveId" clId="{C3672CA3-9754-4262-B5E4-E1F9A3F66D40}" dt="2024-09-12T05:18:28.286" v="4250"/>
          <ac:spMkLst>
            <pc:docMk/>
            <pc:sldMk cId="322704797" sldId="522"/>
            <ac:spMk id="2" creationId="{20E9A0C5-9E42-ACE3-C80D-C5E690F60293}"/>
          </ac:spMkLst>
        </pc:spChg>
      </pc:sldChg>
      <pc:sldChg chg="modSp add mod">
        <pc:chgData name="Garima Singhal" userId="bd23a5c7e7d7f8f6" providerId="LiveId" clId="{C3672CA3-9754-4262-B5E4-E1F9A3F66D40}" dt="2024-09-12T05:18:59.021" v="4256" actId="113"/>
        <pc:sldMkLst>
          <pc:docMk/>
          <pc:sldMk cId="4015309501" sldId="523"/>
        </pc:sldMkLst>
        <pc:spChg chg="mod">
          <ac:chgData name="Garima Singhal" userId="bd23a5c7e7d7f8f6" providerId="LiveId" clId="{C3672CA3-9754-4262-B5E4-E1F9A3F66D40}" dt="2024-09-12T05:18:59.021" v="4256" actId="113"/>
          <ac:spMkLst>
            <pc:docMk/>
            <pc:sldMk cId="4015309501" sldId="523"/>
            <ac:spMk id="2" creationId="{20E9A0C5-9E42-ACE3-C80D-C5E690F60293}"/>
          </ac:spMkLst>
        </pc:spChg>
      </pc:sldChg>
      <pc:sldChg chg="modSp add mod">
        <pc:chgData name="Garima Singhal" userId="bd23a5c7e7d7f8f6" providerId="LiveId" clId="{C3672CA3-9754-4262-B5E4-E1F9A3F66D40}" dt="2024-09-12T05:19:11.617" v="4259" actId="113"/>
        <pc:sldMkLst>
          <pc:docMk/>
          <pc:sldMk cId="2990219540" sldId="524"/>
        </pc:sldMkLst>
        <pc:spChg chg="mod">
          <ac:chgData name="Garima Singhal" userId="bd23a5c7e7d7f8f6" providerId="LiveId" clId="{C3672CA3-9754-4262-B5E4-E1F9A3F66D40}" dt="2024-09-12T05:19:11.617" v="4259" actId="113"/>
          <ac:spMkLst>
            <pc:docMk/>
            <pc:sldMk cId="2990219540" sldId="524"/>
            <ac:spMk id="2" creationId="{20E9A0C5-9E42-ACE3-C80D-C5E690F60293}"/>
          </ac:spMkLst>
        </pc:spChg>
      </pc:sldChg>
      <pc:sldChg chg="addSp delSp modSp add mod">
        <pc:chgData name="Garima Singhal" userId="bd23a5c7e7d7f8f6" providerId="LiveId" clId="{C3672CA3-9754-4262-B5E4-E1F9A3F66D40}" dt="2024-09-12T05:19:56.759" v="4269" actId="1076"/>
        <pc:sldMkLst>
          <pc:docMk/>
          <pc:sldMk cId="1632640766" sldId="525"/>
        </pc:sldMkLst>
        <pc:spChg chg="del mod">
          <ac:chgData name="Garima Singhal" userId="bd23a5c7e7d7f8f6" providerId="LiveId" clId="{C3672CA3-9754-4262-B5E4-E1F9A3F66D40}" dt="2024-09-12T05:19:37.980" v="4263"/>
          <ac:spMkLst>
            <pc:docMk/>
            <pc:sldMk cId="1632640766" sldId="525"/>
            <ac:spMk id="2" creationId="{20E9A0C5-9E42-ACE3-C80D-C5E690F60293}"/>
          </ac:spMkLst>
        </pc:spChg>
        <pc:picChg chg="add mod modCrop">
          <ac:chgData name="Garima Singhal" userId="bd23a5c7e7d7f8f6" providerId="LiveId" clId="{C3672CA3-9754-4262-B5E4-E1F9A3F66D40}" dt="2024-09-12T05:19:56.759" v="4269" actId="1076"/>
          <ac:picMkLst>
            <pc:docMk/>
            <pc:sldMk cId="1632640766" sldId="525"/>
            <ac:picMk id="3" creationId="{C42EF4D1-781A-31D8-F257-3EFC4E70AA0D}"/>
          </ac:picMkLst>
        </pc:picChg>
      </pc:sldChg>
      <pc:sldChg chg="add del">
        <pc:chgData name="Garima Singhal" userId="bd23a5c7e7d7f8f6" providerId="LiveId" clId="{C3672CA3-9754-4262-B5E4-E1F9A3F66D40}" dt="2024-09-12T05:20:05.609" v="4270" actId="2696"/>
        <pc:sldMkLst>
          <pc:docMk/>
          <pc:sldMk cId="1582697606" sldId="526"/>
        </pc:sldMkLst>
      </pc:sldChg>
      <pc:sldChg chg="modSp add mod">
        <pc:chgData name="Garima Singhal" userId="bd23a5c7e7d7f8f6" providerId="LiveId" clId="{C3672CA3-9754-4262-B5E4-E1F9A3F66D40}" dt="2024-09-12T05:20:40.713" v="4289" actId="20577"/>
        <pc:sldMkLst>
          <pc:docMk/>
          <pc:sldMk cId="1906296942" sldId="526"/>
        </pc:sldMkLst>
        <pc:spChg chg="mod">
          <ac:chgData name="Garima Singhal" userId="bd23a5c7e7d7f8f6" providerId="LiveId" clId="{C3672CA3-9754-4262-B5E4-E1F9A3F66D40}" dt="2024-09-12T05:20:40.713" v="4289" actId="20577"/>
          <ac:spMkLst>
            <pc:docMk/>
            <pc:sldMk cId="1906296942" sldId="526"/>
            <ac:spMk id="2" creationId="{20E9A0C5-9E42-ACE3-C80D-C5E690F60293}"/>
          </ac:spMkLst>
        </pc:spChg>
      </pc:sldChg>
      <pc:sldChg chg="modSp add mod">
        <pc:chgData name="Garima Singhal" userId="bd23a5c7e7d7f8f6" providerId="LiveId" clId="{C3672CA3-9754-4262-B5E4-E1F9A3F66D40}" dt="2024-09-24T04:03:24.642" v="4308" actId="403"/>
        <pc:sldMkLst>
          <pc:docMk/>
          <pc:sldMk cId="2270265895" sldId="527"/>
        </pc:sldMkLst>
        <pc:spChg chg="mod">
          <ac:chgData name="Garima Singhal" userId="bd23a5c7e7d7f8f6" providerId="LiveId" clId="{C3672CA3-9754-4262-B5E4-E1F9A3F66D40}" dt="2024-09-24T04:03:24.642" v="4308" actId="403"/>
          <ac:spMkLst>
            <pc:docMk/>
            <pc:sldMk cId="2270265895" sldId="527"/>
            <ac:spMk id="2" creationId="{20E9A0C5-9E42-ACE3-C80D-C5E690F60293}"/>
          </ac:spMkLst>
        </pc:spChg>
      </pc:sldChg>
      <pc:sldChg chg="addSp modSp add">
        <pc:chgData name="Garima Singhal" userId="bd23a5c7e7d7f8f6" providerId="LiveId" clId="{C3672CA3-9754-4262-B5E4-E1F9A3F66D40}" dt="2024-09-24T04:03:51.829" v="4316" actId="1076"/>
        <pc:sldMkLst>
          <pc:docMk/>
          <pc:sldMk cId="768654513" sldId="528"/>
        </pc:sldMkLst>
        <pc:picChg chg="add mod">
          <ac:chgData name="Garima Singhal" userId="bd23a5c7e7d7f8f6" providerId="LiveId" clId="{C3672CA3-9754-4262-B5E4-E1F9A3F66D40}" dt="2024-09-24T04:03:51.829" v="4316" actId="1076"/>
          <ac:picMkLst>
            <pc:docMk/>
            <pc:sldMk cId="768654513" sldId="528"/>
            <ac:picMk id="1026" creationId="{7A84B394-0CDD-5AB8-B41E-2DCE82DA9B0E}"/>
          </ac:picMkLst>
        </pc:picChg>
      </pc:sldChg>
      <pc:sldChg chg="modSp add del mod">
        <pc:chgData name="Garima Singhal" userId="bd23a5c7e7d7f8f6" providerId="LiveId" clId="{C3672CA3-9754-4262-B5E4-E1F9A3F66D40}" dt="2024-09-25T03:43:52.958" v="4719" actId="2696"/>
        <pc:sldMkLst>
          <pc:docMk/>
          <pc:sldMk cId="1844593092" sldId="529"/>
        </pc:sldMkLst>
        <pc:spChg chg="mod">
          <ac:chgData name="Garima Singhal" userId="bd23a5c7e7d7f8f6" providerId="LiveId" clId="{C3672CA3-9754-4262-B5E4-E1F9A3F66D40}" dt="2024-09-24T04:04:29.339" v="4333" actId="27636"/>
          <ac:spMkLst>
            <pc:docMk/>
            <pc:sldMk cId="1844593092" sldId="529"/>
            <ac:spMk id="2" creationId="{20E9A0C5-9E42-ACE3-C80D-C5E690F60293}"/>
          </ac:spMkLst>
        </pc:spChg>
      </pc:sldChg>
      <pc:sldChg chg="modSp add del mod ord">
        <pc:chgData name="Garima Singhal" userId="bd23a5c7e7d7f8f6" providerId="LiveId" clId="{C3672CA3-9754-4262-B5E4-E1F9A3F66D40}" dt="2024-09-25T03:44:13.029" v="4721" actId="47"/>
        <pc:sldMkLst>
          <pc:docMk/>
          <pc:sldMk cId="3224987311" sldId="530"/>
        </pc:sldMkLst>
        <pc:spChg chg="mod">
          <ac:chgData name="Garima Singhal" userId="bd23a5c7e7d7f8f6" providerId="LiveId" clId="{C3672CA3-9754-4262-B5E4-E1F9A3F66D40}" dt="2024-09-24T04:07:18.987" v="4360" actId="27636"/>
          <ac:spMkLst>
            <pc:docMk/>
            <pc:sldMk cId="3224987311" sldId="530"/>
            <ac:spMk id="2" creationId="{20E9A0C5-9E42-ACE3-C80D-C5E690F60293}"/>
          </ac:spMkLst>
        </pc:spChg>
      </pc:sldChg>
      <pc:sldChg chg="addSp delSp modSp add del">
        <pc:chgData name="Garima Singhal" userId="bd23a5c7e7d7f8f6" providerId="LiveId" clId="{C3672CA3-9754-4262-B5E4-E1F9A3F66D40}" dt="2024-09-25T03:44:00.431" v="4720" actId="2696"/>
        <pc:sldMkLst>
          <pc:docMk/>
          <pc:sldMk cId="99767886" sldId="531"/>
        </pc:sldMkLst>
        <pc:spChg chg="del">
          <ac:chgData name="Garima Singhal" userId="bd23a5c7e7d7f8f6" providerId="LiveId" clId="{C3672CA3-9754-4262-B5E4-E1F9A3F66D40}" dt="2024-09-24T04:06:24.184" v="4344"/>
          <ac:spMkLst>
            <pc:docMk/>
            <pc:sldMk cId="99767886" sldId="531"/>
            <ac:spMk id="2" creationId="{20E9A0C5-9E42-ACE3-C80D-C5E690F60293}"/>
          </ac:spMkLst>
        </pc:spChg>
        <pc:picChg chg="add mod">
          <ac:chgData name="Garima Singhal" userId="bd23a5c7e7d7f8f6" providerId="LiveId" clId="{C3672CA3-9754-4262-B5E4-E1F9A3F66D40}" dt="2024-09-24T04:06:24.184" v="4344"/>
          <ac:picMkLst>
            <pc:docMk/>
            <pc:sldMk cId="99767886" sldId="531"/>
            <ac:picMk id="2050" creationId="{AD5042D7-883A-D2F5-B657-F68901EBEC07}"/>
          </ac:picMkLst>
        </pc:picChg>
      </pc:sldChg>
      <pc:sldChg chg="modSp add del mod">
        <pc:chgData name="Garima Singhal" userId="bd23a5c7e7d7f8f6" providerId="LiveId" clId="{C3672CA3-9754-4262-B5E4-E1F9A3F66D40}" dt="2024-09-25T03:44:13.029" v="4721" actId="47"/>
        <pc:sldMkLst>
          <pc:docMk/>
          <pc:sldMk cId="1393722788" sldId="532"/>
        </pc:sldMkLst>
        <pc:spChg chg="mod">
          <ac:chgData name="Garima Singhal" userId="bd23a5c7e7d7f8f6" providerId="LiveId" clId="{C3672CA3-9754-4262-B5E4-E1F9A3F66D40}" dt="2024-09-24T04:07:26.036" v="4363" actId="403"/>
          <ac:spMkLst>
            <pc:docMk/>
            <pc:sldMk cId="1393722788" sldId="532"/>
            <ac:spMk id="2" creationId="{20E9A0C5-9E42-ACE3-C80D-C5E690F60293}"/>
          </ac:spMkLst>
        </pc:spChg>
      </pc:sldChg>
      <pc:sldChg chg="modSp add del mod ord">
        <pc:chgData name="Garima Singhal" userId="bd23a5c7e7d7f8f6" providerId="LiveId" clId="{C3672CA3-9754-4262-B5E4-E1F9A3F66D40}" dt="2024-09-25T03:44:13.029" v="4721" actId="47"/>
        <pc:sldMkLst>
          <pc:docMk/>
          <pc:sldMk cId="188411233" sldId="533"/>
        </pc:sldMkLst>
        <pc:spChg chg="mod">
          <ac:chgData name="Garima Singhal" userId="bd23a5c7e7d7f8f6" providerId="LiveId" clId="{C3672CA3-9754-4262-B5E4-E1F9A3F66D40}" dt="2024-09-24T04:07:48.971" v="4366" actId="403"/>
          <ac:spMkLst>
            <pc:docMk/>
            <pc:sldMk cId="188411233" sldId="533"/>
            <ac:spMk id="2" creationId="{20E9A0C5-9E42-ACE3-C80D-C5E690F60293}"/>
          </ac:spMkLst>
        </pc:spChg>
      </pc:sldChg>
      <pc:sldChg chg="modSp add del mod">
        <pc:chgData name="Garima Singhal" userId="bd23a5c7e7d7f8f6" providerId="LiveId" clId="{C3672CA3-9754-4262-B5E4-E1F9A3F66D40}" dt="2024-09-25T03:44:13.029" v="4721" actId="47"/>
        <pc:sldMkLst>
          <pc:docMk/>
          <pc:sldMk cId="822815293" sldId="534"/>
        </pc:sldMkLst>
        <pc:spChg chg="mod">
          <ac:chgData name="Garima Singhal" userId="bd23a5c7e7d7f8f6" providerId="LiveId" clId="{C3672CA3-9754-4262-B5E4-E1F9A3F66D40}" dt="2024-09-24T04:08:18.540" v="4371" actId="403"/>
          <ac:spMkLst>
            <pc:docMk/>
            <pc:sldMk cId="822815293" sldId="534"/>
            <ac:spMk id="2" creationId="{20E9A0C5-9E42-ACE3-C80D-C5E690F60293}"/>
          </ac:spMkLst>
        </pc:spChg>
      </pc:sldChg>
      <pc:sldChg chg="modSp add mod">
        <pc:chgData name="Garima Singhal" userId="bd23a5c7e7d7f8f6" providerId="LiveId" clId="{C3672CA3-9754-4262-B5E4-E1F9A3F66D40}" dt="2024-09-24T04:09:57.338" v="4401" actId="20577"/>
        <pc:sldMkLst>
          <pc:docMk/>
          <pc:sldMk cId="3426907343" sldId="535"/>
        </pc:sldMkLst>
        <pc:spChg chg="mod">
          <ac:chgData name="Garima Singhal" userId="bd23a5c7e7d7f8f6" providerId="LiveId" clId="{C3672CA3-9754-4262-B5E4-E1F9A3F66D40}" dt="2024-09-24T04:09:57.338" v="4401" actId="20577"/>
          <ac:spMkLst>
            <pc:docMk/>
            <pc:sldMk cId="3426907343" sldId="535"/>
            <ac:spMk id="2" creationId="{20E9A0C5-9E42-ACE3-C80D-C5E690F60293}"/>
          </ac:spMkLst>
        </pc:spChg>
      </pc:sldChg>
      <pc:sldChg chg="modSp add mod">
        <pc:chgData name="Garima Singhal" userId="bd23a5c7e7d7f8f6" providerId="LiveId" clId="{C3672CA3-9754-4262-B5E4-E1F9A3F66D40}" dt="2024-09-24T04:10:10.443" v="4404" actId="403"/>
        <pc:sldMkLst>
          <pc:docMk/>
          <pc:sldMk cId="2750466347" sldId="536"/>
        </pc:sldMkLst>
        <pc:spChg chg="mod">
          <ac:chgData name="Garima Singhal" userId="bd23a5c7e7d7f8f6" providerId="LiveId" clId="{C3672CA3-9754-4262-B5E4-E1F9A3F66D40}" dt="2024-09-24T04:10:10.443" v="4404" actId="403"/>
          <ac:spMkLst>
            <pc:docMk/>
            <pc:sldMk cId="2750466347" sldId="536"/>
            <ac:spMk id="2" creationId="{20E9A0C5-9E42-ACE3-C80D-C5E690F60293}"/>
          </ac:spMkLst>
        </pc:spChg>
      </pc:sldChg>
      <pc:sldChg chg="modSp add mod">
        <pc:chgData name="Garima Singhal" userId="bd23a5c7e7d7f8f6" providerId="LiveId" clId="{C3672CA3-9754-4262-B5E4-E1F9A3F66D40}" dt="2024-09-24T04:10:21.835" v="4407" actId="403"/>
        <pc:sldMkLst>
          <pc:docMk/>
          <pc:sldMk cId="4153765578" sldId="537"/>
        </pc:sldMkLst>
        <pc:spChg chg="mod">
          <ac:chgData name="Garima Singhal" userId="bd23a5c7e7d7f8f6" providerId="LiveId" clId="{C3672CA3-9754-4262-B5E4-E1F9A3F66D40}" dt="2024-09-24T04:10:21.835" v="4407" actId="403"/>
          <ac:spMkLst>
            <pc:docMk/>
            <pc:sldMk cId="4153765578" sldId="537"/>
            <ac:spMk id="2" creationId="{20E9A0C5-9E42-ACE3-C80D-C5E690F60293}"/>
          </ac:spMkLst>
        </pc:spChg>
      </pc:sldChg>
      <pc:sldChg chg="modSp add mod">
        <pc:chgData name="Garima Singhal" userId="bd23a5c7e7d7f8f6" providerId="LiveId" clId="{C3672CA3-9754-4262-B5E4-E1F9A3F66D40}" dt="2024-09-24T04:10:40.872" v="4414" actId="403"/>
        <pc:sldMkLst>
          <pc:docMk/>
          <pc:sldMk cId="2868929871" sldId="538"/>
        </pc:sldMkLst>
        <pc:spChg chg="mod">
          <ac:chgData name="Garima Singhal" userId="bd23a5c7e7d7f8f6" providerId="LiveId" clId="{C3672CA3-9754-4262-B5E4-E1F9A3F66D40}" dt="2024-09-24T04:10:40.872" v="4414" actId="403"/>
          <ac:spMkLst>
            <pc:docMk/>
            <pc:sldMk cId="2868929871" sldId="538"/>
            <ac:spMk id="2" creationId="{20E9A0C5-9E42-ACE3-C80D-C5E690F60293}"/>
          </ac:spMkLst>
        </pc:spChg>
      </pc:sldChg>
      <pc:sldChg chg="modSp add mod">
        <pc:chgData name="Garima Singhal" userId="bd23a5c7e7d7f8f6" providerId="LiveId" clId="{C3672CA3-9754-4262-B5E4-E1F9A3F66D40}" dt="2024-09-24T04:10:55.688" v="4417" actId="403"/>
        <pc:sldMkLst>
          <pc:docMk/>
          <pc:sldMk cId="87183793" sldId="539"/>
        </pc:sldMkLst>
        <pc:spChg chg="mod">
          <ac:chgData name="Garima Singhal" userId="bd23a5c7e7d7f8f6" providerId="LiveId" clId="{C3672CA3-9754-4262-B5E4-E1F9A3F66D40}" dt="2024-09-24T04:10:55.688" v="4417" actId="403"/>
          <ac:spMkLst>
            <pc:docMk/>
            <pc:sldMk cId="87183793" sldId="539"/>
            <ac:spMk id="2" creationId="{20E9A0C5-9E42-ACE3-C80D-C5E690F60293}"/>
          </ac:spMkLst>
        </pc:spChg>
      </pc:sldChg>
      <pc:sldChg chg="modSp add mod">
        <pc:chgData name="Garima Singhal" userId="bd23a5c7e7d7f8f6" providerId="LiveId" clId="{C3672CA3-9754-4262-B5E4-E1F9A3F66D40}" dt="2024-09-24T04:11:13.778" v="4420" actId="403"/>
        <pc:sldMkLst>
          <pc:docMk/>
          <pc:sldMk cId="3874257494" sldId="540"/>
        </pc:sldMkLst>
        <pc:spChg chg="mod">
          <ac:chgData name="Garima Singhal" userId="bd23a5c7e7d7f8f6" providerId="LiveId" clId="{C3672CA3-9754-4262-B5E4-E1F9A3F66D40}" dt="2024-09-24T04:11:13.778" v="4420" actId="403"/>
          <ac:spMkLst>
            <pc:docMk/>
            <pc:sldMk cId="3874257494" sldId="540"/>
            <ac:spMk id="2" creationId="{20E9A0C5-9E42-ACE3-C80D-C5E690F60293}"/>
          </ac:spMkLst>
        </pc:spChg>
      </pc:sldChg>
      <pc:sldChg chg="modSp add mod">
        <pc:chgData name="Garima Singhal" userId="bd23a5c7e7d7f8f6" providerId="LiveId" clId="{C3672CA3-9754-4262-B5E4-E1F9A3F66D40}" dt="2024-09-24T04:12:20.785" v="4426"/>
        <pc:sldMkLst>
          <pc:docMk/>
          <pc:sldMk cId="3599635570" sldId="541"/>
        </pc:sldMkLst>
        <pc:spChg chg="mod">
          <ac:chgData name="Garima Singhal" userId="bd23a5c7e7d7f8f6" providerId="LiveId" clId="{C3672CA3-9754-4262-B5E4-E1F9A3F66D40}" dt="2024-09-24T04:12:20.785" v="4426"/>
          <ac:spMkLst>
            <pc:docMk/>
            <pc:sldMk cId="3599635570" sldId="541"/>
            <ac:spMk id="2" creationId="{20E9A0C5-9E42-ACE3-C80D-C5E690F60293}"/>
          </ac:spMkLst>
        </pc:spChg>
      </pc:sldChg>
      <pc:sldChg chg="addSp delSp modSp add mod">
        <pc:chgData name="Garima Singhal" userId="bd23a5c7e7d7f8f6" providerId="LiveId" clId="{C3672CA3-9754-4262-B5E4-E1F9A3F66D40}" dt="2024-09-24T04:14:01.363" v="4449" actId="1076"/>
        <pc:sldMkLst>
          <pc:docMk/>
          <pc:sldMk cId="1691132268" sldId="542"/>
        </pc:sldMkLst>
        <pc:spChg chg="del">
          <ac:chgData name="Garima Singhal" userId="bd23a5c7e7d7f8f6" providerId="LiveId" clId="{C3672CA3-9754-4262-B5E4-E1F9A3F66D40}" dt="2024-09-24T04:12:31.321" v="4427"/>
          <ac:spMkLst>
            <pc:docMk/>
            <pc:sldMk cId="1691132268" sldId="542"/>
            <ac:spMk id="2" creationId="{20E9A0C5-9E42-ACE3-C80D-C5E690F60293}"/>
          </ac:spMkLst>
        </pc:spChg>
        <pc:spChg chg="add mod">
          <ac:chgData name="Garima Singhal" userId="bd23a5c7e7d7f8f6" providerId="LiveId" clId="{C3672CA3-9754-4262-B5E4-E1F9A3F66D40}" dt="2024-09-24T04:13:39.443" v="4442" actId="1076"/>
          <ac:spMkLst>
            <pc:docMk/>
            <pc:sldMk cId="1691132268" sldId="542"/>
            <ac:spMk id="5" creationId="{09ABDDF0-639A-2D7E-FB23-18CC368AB810}"/>
          </ac:spMkLst>
        </pc:spChg>
        <pc:spChg chg="add mod">
          <ac:chgData name="Garima Singhal" userId="bd23a5c7e7d7f8f6" providerId="LiveId" clId="{C3672CA3-9754-4262-B5E4-E1F9A3F66D40}" dt="2024-09-24T04:13:54.844" v="4446" actId="1076"/>
          <ac:spMkLst>
            <pc:docMk/>
            <pc:sldMk cId="1691132268" sldId="542"/>
            <ac:spMk id="12" creationId="{0169C492-89E9-339C-E761-86E85459AF62}"/>
          </ac:spMkLst>
        </pc:spChg>
        <pc:spChg chg="add mod">
          <ac:chgData name="Garima Singhal" userId="bd23a5c7e7d7f8f6" providerId="LiveId" clId="{C3672CA3-9754-4262-B5E4-E1F9A3F66D40}" dt="2024-09-24T04:14:00.203" v="4448" actId="1076"/>
          <ac:spMkLst>
            <pc:docMk/>
            <pc:sldMk cId="1691132268" sldId="542"/>
            <ac:spMk id="14" creationId="{180B0009-5189-1E67-063C-FBAC4A983A3A}"/>
          </ac:spMkLst>
        </pc:spChg>
        <pc:picChg chg="add mod">
          <ac:chgData name="Garima Singhal" userId="bd23a5c7e7d7f8f6" providerId="LiveId" clId="{C3672CA3-9754-4262-B5E4-E1F9A3F66D40}" dt="2024-09-24T04:12:33.854" v="4428" actId="1076"/>
          <ac:picMkLst>
            <pc:docMk/>
            <pc:sldMk cId="1691132268" sldId="542"/>
            <ac:picMk id="3" creationId="{4D6CEB83-F41F-B454-D84E-0681D2512FCE}"/>
          </ac:picMkLst>
        </pc:picChg>
        <pc:picChg chg="add mod">
          <ac:chgData name="Garima Singhal" userId="bd23a5c7e7d7f8f6" providerId="LiveId" clId="{C3672CA3-9754-4262-B5E4-E1F9A3F66D40}" dt="2024-09-24T04:12:55.494" v="4433" actId="1076"/>
          <ac:picMkLst>
            <pc:docMk/>
            <pc:sldMk cId="1691132268" sldId="542"/>
            <ac:picMk id="9" creationId="{43220992-84B6-3D06-A72B-EEFC48B422E9}"/>
          </ac:picMkLst>
        </pc:picChg>
        <pc:picChg chg="add mod">
          <ac:chgData name="Garima Singhal" userId="bd23a5c7e7d7f8f6" providerId="LiveId" clId="{C3672CA3-9754-4262-B5E4-E1F9A3F66D40}" dt="2024-09-24T04:13:56.116" v="4447" actId="1076"/>
          <ac:picMkLst>
            <pc:docMk/>
            <pc:sldMk cId="1691132268" sldId="542"/>
            <ac:picMk id="3074" creationId="{284B2EA7-DB21-1D8A-E89C-6191C0FCEB1E}"/>
          </ac:picMkLst>
        </pc:picChg>
        <pc:picChg chg="add mod">
          <ac:chgData name="Garima Singhal" userId="bd23a5c7e7d7f8f6" providerId="LiveId" clId="{C3672CA3-9754-4262-B5E4-E1F9A3F66D40}" dt="2024-09-24T04:13:39.443" v="4442" actId="1076"/>
          <ac:picMkLst>
            <pc:docMk/>
            <pc:sldMk cId="1691132268" sldId="542"/>
            <ac:picMk id="3076" creationId="{97ABEC5A-7A7C-EF26-3430-4317720649F6}"/>
          </ac:picMkLst>
        </pc:picChg>
        <pc:picChg chg="add mod">
          <ac:chgData name="Garima Singhal" userId="bd23a5c7e7d7f8f6" providerId="LiveId" clId="{C3672CA3-9754-4262-B5E4-E1F9A3F66D40}" dt="2024-09-24T04:14:01.363" v="4449" actId="1076"/>
          <ac:picMkLst>
            <pc:docMk/>
            <pc:sldMk cId="1691132268" sldId="542"/>
            <ac:picMk id="3078" creationId="{BEEDBE5A-4504-F8C2-3A18-32284A3A5080}"/>
          </ac:picMkLst>
        </pc:picChg>
      </pc:sldChg>
      <pc:sldChg chg="modSp add mod">
        <pc:chgData name="Garima Singhal" userId="bd23a5c7e7d7f8f6" providerId="LiveId" clId="{C3672CA3-9754-4262-B5E4-E1F9A3F66D40}" dt="2024-09-24T04:14:28.992" v="4474" actId="20577"/>
        <pc:sldMkLst>
          <pc:docMk/>
          <pc:sldMk cId="1911241750" sldId="543"/>
        </pc:sldMkLst>
        <pc:spChg chg="mod">
          <ac:chgData name="Garima Singhal" userId="bd23a5c7e7d7f8f6" providerId="LiveId" clId="{C3672CA3-9754-4262-B5E4-E1F9A3F66D40}" dt="2024-09-24T04:14:28.992" v="4474" actId="20577"/>
          <ac:spMkLst>
            <pc:docMk/>
            <pc:sldMk cId="1911241750" sldId="543"/>
            <ac:spMk id="2" creationId="{20E9A0C5-9E42-ACE3-C80D-C5E690F60293}"/>
          </ac:spMkLst>
        </pc:spChg>
      </pc:sldChg>
      <pc:sldChg chg="modSp add mod">
        <pc:chgData name="Garima Singhal" userId="bd23a5c7e7d7f8f6" providerId="LiveId" clId="{C3672CA3-9754-4262-B5E4-E1F9A3F66D40}" dt="2024-09-24T04:17:52.032" v="4502" actId="403"/>
        <pc:sldMkLst>
          <pc:docMk/>
          <pc:sldMk cId="3695653653" sldId="544"/>
        </pc:sldMkLst>
        <pc:spChg chg="mod">
          <ac:chgData name="Garima Singhal" userId="bd23a5c7e7d7f8f6" providerId="LiveId" clId="{C3672CA3-9754-4262-B5E4-E1F9A3F66D40}" dt="2024-09-24T04:17:52.032" v="4502" actId="403"/>
          <ac:spMkLst>
            <pc:docMk/>
            <pc:sldMk cId="3695653653" sldId="544"/>
            <ac:spMk id="2" creationId="{20E9A0C5-9E42-ACE3-C80D-C5E690F60293}"/>
          </ac:spMkLst>
        </pc:spChg>
      </pc:sldChg>
      <pc:sldChg chg="modSp add del mod">
        <pc:chgData name="Garima Singhal" userId="bd23a5c7e7d7f8f6" providerId="LiveId" clId="{C3672CA3-9754-4262-B5E4-E1F9A3F66D40}" dt="2024-09-24T04:18:47.733" v="4508" actId="47"/>
        <pc:sldMkLst>
          <pc:docMk/>
          <pc:sldMk cId="478097546" sldId="545"/>
        </pc:sldMkLst>
        <pc:spChg chg="mod">
          <ac:chgData name="Garima Singhal" userId="bd23a5c7e7d7f8f6" providerId="LiveId" clId="{C3672CA3-9754-4262-B5E4-E1F9A3F66D40}" dt="2024-09-24T04:15:54.587" v="4478" actId="20577"/>
          <ac:spMkLst>
            <pc:docMk/>
            <pc:sldMk cId="478097546" sldId="545"/>
            <ac:spMk id="2" creationId="{20E9A0C5-9E42-ACE3-C80D-C5E690F60293}"/>
          </ac:spMkLst>
        </pc:spChg>
      </pc:sldChg>
      <pc:sldChg chg="modSp add mod">
        <pc:chgData name="Garima Singhal" userId="bd23a5c7e7d7f8f6" providerId="LiveId" clId="{C3672CA3-9754-4262-B5E4-E1F9A3F66D40}" dt="2024-09-24T04:16:35.425" v="4489"/>
        <pc:sldMkLst>
          <pc:docMk/>
          <pc:sldMk cId="1290071222" sldId="546"/>
        </pc:sldMkLst>
        <pc:spChg chg="mod">
          <ac:chgData name="Garima Singhal" userId="bd23a5c7e7d7f8f6" providerId="LiveId" clId="{C3672CA3-9754-4262-B5E4-E1F9A3F66D40}" dt="2024-09-24T04:16:35.425" v="4489"/>
          <ac:spMkLst>
            <pc:docMk/>
            <pc:sldMk cId="1290071222" sldId="546"/>
            <ac:spMk id="2" creationId="{20E9A0C5-9E42-ACE3-C80D-C5E690F60293}"/>
          </ac:spMkLst>
        </pc:spChg>
      </pc:sldChg>
      <pc:sldChg chg="modSp add mod">
        <pc:chgData name="Garima Singhal" userId="bd23a5c7e7d7f8f6" providerId="LiveId" clId="{C3672CA3-9754-4262-B5E4-E1F9A3F66D40}" dt="2024-09-24T04:16:44.253" v="4491" actId="20577"/>
        <pc:sldMkLst>
          <pc:docMk/>
          <pc:sldMk cId="560135414" sldId="547"/>
        </pc:sldMkLst>
        <pc:spChg chg="mod">
          <ac:chgData name="Garima Singhal" userId="bd23a5c7e7d7f8f6" providerId="LiveId" clId="{C3672CA3-9754-4262-B5E4-E1F9A3F66D40}" dt="2024-09-24T04:16:44.253" v="4491" actId="20577"/>
          <ac:spMkLst>
            <pc:docMk/>
            <pc:sldMk cId="560135414" sldId="547"/>
            <ac:spMk id="2" creationId="{20E9A0C5-9E42-ACE3-C80D-C5E690F60293}"/>
          </ac:spMkLst>
        </pc:spChg>
      </pc:sldChg>
      <pc:sldChg chg="modSp add mod">
        <pc:chgData name="Garima Singhal" userId="bd23a5c7e7d7f8f6" providerId="LiveId" clId="{C3672CA3-9754-4262-B5E4-E1F9A3F66D40}" dt="2024-09-24T04:17:01.313" v="4497" actId="403"/>
        <pc:sldMkLst>
          <pc:docMk/>
          <pc:sldMk cId="2322211316" sldId="548"/>
        </pc:sldMkLst>
        <pc:spChg chg="mod">
          <ac:chgData name="Garima Singhal" userId="bd23a5c7e7d7f8f6" providerId="LiveId" clId="{C3672CA3-9754-4262-B5E4-E1F9A3F66D40}" dt="2024-09-24T04:17:01.313" v="4497" actId="403"/>
          <ac:spMkLst>
            <pc:docMk/>
            <pc:sldMk cId="2322211316" sldId="548"/>
            <ac:spMk id="2" creationId="{20E9A0C5-9E42-ACE3-C80D-C5E690F60293}"/>
          </ac:spMkLst>
        </pc:spChg>
      </pc:sldChg>
      <pc:sldChg chg="modSp add mod">
        <pc:chgData name="Garima Singhal" userId="bd23a5c7e7d7f8f6" providerId="LiveId" clId="{C3672CA3-9754-4262-B5E4-E1F9A3F66D40}" dt="2024-09-24T04:27:44.055" v="4606" actId="403"/>
        <pc:sldMkLst>
          <pc:docMk/>
          <pc:sldMk cId="3061250350" sldId="549"/>
        </pc:sldMkLst>
        <pc:spChg chg="mod">
          <ac:chgData name="Garima Singhal" userId="bd23a5c7e7d7f8f6" providerId="LiveId" clId="{C3672CA3-9754-4262-B5E4-E1F9A3F66D40}" dt="2024-09-24T04:27:44.055" v="4606" actId="403"/>
          <ac:spMkLst>
            <pc:docMk/>
            <pc:sldMk cId="3061250350" sldId="549"/>
            <ac:spMk id="2" creationId="{20E9A0C5-9E42-ACE3-C80D-C5E690F60293}"/>
          </ac:spMkLst>
        </pc:spChg>
        <pc:spChg chg="mod">
          <ac:chgData name="Garima Singhal" userId="bd23a5c7e7d7f8f6" providerId="LiveId" clId="{C3672CA3-9754-4262-B5E4-E1F9A3F66D40}" dt="2024-09-24T04:26:17.983" v="4597" actId="20577"/>
          <ac:spMkLst>
            <pc:docMk/>
            <pc:sldMk cId="3061250350" sldId="549"/>
            <ac:spMk id="8" creationId="{00000000-0000-0000-0000-000000000000}"/>
          </ac:spMkLst>
        </pc:spChg>
      </pc:sldChg>
      <pc:sldChg chg="add del">
        <pc:chgData name="Garima Singhal" userId="bd23a5c7e7d7f8f6" providerId="LiveId" clId="{C3672CA3-9754-4262-B5E4-E1F9A3F66D40}" dt="2024-09-24T04:18:44.948" v="4505" actId="47"/>
        <pc:sldMkLst>
          <pc:docMk/>
          <pc:sldMk cId="48244249" sldId="550"/>
        </pc:sldMkLst>
      </pc:sldChg>
      <pc:sldChg chg="modSp add mod">
        <pc:chgData name="Garima Singhal" userId="bd23a5c7e7d7f8f6" providerId="LiveId" clId="{C3672CA3-9754-4262-B5E4-E1F9A3F66D40}" dt="2024-09-24T04:19:53.752" v="4525" actId="403"/>
        <pc:sldMkLst>
          <pc:docMk/>
          <pc:sldMk cId="3199120606" sldId="550"/>
        </pc:sldMkLst>
        <pc:spChg chg="mod">
          <ac:chgData name="Garima Singhal" userId="bd23a5c7e7d7f8f6" providerId="LiveId" clId="{C3672CA3-9754-4262-B5E4-E1F9A3F66D40}" dt="2024-09-24T04:19:53.752" v="4525" actId="403"/>
          <ac:spMkLst>
            <pc:docMk/>
            <pc:sldMk cId="3199120606" sldId="550"/>
            <ac:spMk id="2" creationId="{20E9A0C5-9E42-ACE3-C80D-C5E690F60293}"/>
          </ac:spMkLst>
        </pc:spChg>
      </pc:sldChg>
      <pc:sldChg chg="modSp add mod">
        <pc:chgData name="Garima Singhal" userId="bd23a5c7e7d7f8f6" providerId="LiveId" clId="{C3672CA3-9754-4262-B5E4-E1F9A3F66D40}" dt="2024-09-24T04:20:08.135" v="4528" actId="403"/>
        <pc:sldMkLst>
          <pc:docMk/>
          <pc:sldMk cId="1618887800" sldId="551"/>
        </pc:sldMkLst>
        <pc:spChg chg="mod">
          <ac:chgData name="Garima Singhal" userId="bd23a5c7e7d7f8f6" providerId="LiveId" clId="{C3672CA3-9754-4262-B5E4-E1F9A3F66D40}" dt="2024-09-24T04:20:08.135" v="4528" actId="403"/>
          <ac:spMkLst>
            <pc:docMk/>
            <pc:sldMk cId="1618887800" sldId="551"/>
            <ac:spMk id="2" creationId="{20E9A0C5-9E42-ACE3-C80D-C5E690F60293}"/>
          </ac:spMkLst>
        </pc:spChg>
      </pc:sldChg>
      <pc:sldChg chg="add del">
        <pc:chgData name="Garima Singhal" userId="bd23a5c7e7d7f8f6" providerId="LiveId" clId="{C3672CA3-9754-4262-B5E4-E1F9A3F66D40}" dt="2024-09-24T04:18:45.902" v="4506" actId="47"/>
        <pc:sldMkLst>
          <pc:docMk/>
          <pc:sldMk cId="3895279996" sldId="551"/>
        </pc:sldMkLst>
      </pc:sldChg>
      <pc:sldChg chg="modSp add mod">
        <pc:chgData name="Garima Singhal" userId="bd23a5c7e7d7f8f6" providerId="LiveId" clId="{C3672CA3-9754-4262-B5E4-E1F9A3F66D40}" dt="2024-09-24T04:20:32.224" v="4535" actId="403"/>
        <pc:sldMkLst>
          <pc:docMk/>
          <pc:sldMk cId="2126097800" sldId="552"/>
        </pc:sldMkLst>
        <pc:spChg chg="mod">
          <ac:chgData name="Garima Singhal" userId="bd23a5c7e7d7f8f6" providerId="LiveId" clId="{C3672CA3-9754-4262-B5E4-E1F9A3F66D40}" dt="2024-09-24T04:20:32.224" v="4535" actId="403"/>
          <ac:spMkLst>
            <pc:docMk/>
            <pc:sldMk cId="2126097800" sldId="552"/>
            <ac:spMk id="2" creationId="{20E9A0C5-9E42-ACE3-C80D-C5E690F60293}"/>
          </ac:spMkLst>
        </pc:spChg>
      </pc:sldChg>
      <pc:sldChg chg="add del">
        <pc:chgData name="Garima Singhal" userId="bd23a5c7e7d7f8f6" providerId="LiveId" clId="{C3672CA3-9754-4262-B5E4-E1F9A3F66D40}" dt="2024-09-24T04:18:46.593" v="4507" actId="47"/>
        <pc:sldMkLst>
          <pc:docMk/>
          <pc:sldMk cId="3513560363" sldId="552"/>
        </pc:sldMkLst>
      </pc:sldChg>
      <pc:sldChg chg="addSp delSp modSp add">
        <pc:chgData name="Garima Singhal" userId="bd23a5c7e7d7f8f6" providerId="LiveId" clId="{C3672CA3-9754-4262-B5E4-E1F9A3F66D40}" dt="2024-09-24T04:20:44.610" v="4536"/>
        <pc:sldMkLst>
          <pc:docMk/>
          <pc:sldMk cId="3833374103" sldId="553"/>
        </pc:sldMkLst>
        <pc:spChg chg="del">
          <ac:chgData name="Garima Singhal" userId="bd23a5c7e7d7f8f6" providerId="LiveId" clId="{C3672CA3-9754-4262-B5E4-E1F9A3F66D40}" dt="2024-09-24T04:20:44.610" v="4536"/>
          <ac:spMkLst>
            <pc:docMk/>
            <pc:sldMk cId="3833374103" sldId="553"/>
            <ac:spMk id="2" creationId="{20E9A0C5-9E42-ACE3-C80D-C5E690F60293}"/>
          </ac:spMkLst>
        </pc:spChg>
        <pc:picChg chg="add mod">
          <ac:chgData name="Garima Singhal" userId="bd23a5c7e7d7f8f6" providerId="LiveId" clId="{C3672CA3-9754-4262-B5E4-E1F9A3F66D40}" dt="2024-09-24T04:20:44.610" v="4536"/>
          <ac:picMkLst>
            <pc:docMk/>
            <pc:sldMk cId="3833374103" sldId="553"/>
            <ac:picMk id="3" creationId="{24BAE163-4203-F725-509D-C5A40C579D92}"/>
          </ac:picMkLst>
        </pc:picChg>
      </pc:sldChg>
      <pc:sldChg chg="modSp add mod">
        <pc:chgData name="Garima Singhal" userId="bd23a5c7e7d7f8f6" providerId="LiveId" clId="{C3672CA3-9754-4262-B5E4-E1F9A3F66D40}" dt="2024-09-24T04:21:26.137" v="4549" actId="27636"/>
        <pc:sldMkLst>
          <pc:docMk/>
          <pc:sldMk cId="2435612452" sldId="554"/>
        </pc:sldMkLst>
        <pc:spChg chg="mod">
          <ac:chgData name="Garima Singhal" userId="bd23a5c7e7d7f8f6" providerId="LiveId" clId="{C3672CA3-9754-4262-B5E4-E1F9A3F66D40}" dt="2024-09-24T04:21:26.137" v="4549" actId="27636"/>
          <ac:spMkLst>
            <pc:docMk/>
            <pc:sldMk cId="2435612452" sldId="554"/>
            <ac:spMk id="2" creationId="{20E9A0C5-9E42-ACE3-C80D-C5E690F60293}"/>
          </ac:spMkLst>
        </pc:spChg>
      </pc:sldChg>
      <pc:sldChg chg="modSp add mod">
        <pc:chgData name="Garima Singhal" userId="bd23a5c7e7d7f8f6" providerId="LiveId" clId="{C3672CA3-9754-4262-B5E4-E1F9A3F66D40}" dt="2024-09-24T04:21:34.680" v="4550"/>
        <pc:sldMkLst>
          <pc:docMk/>
          <pc:sldMk cId="3743765123" sldId="555"/>
        </pc:sldMkLst>
        <pc:spChg chg="mod">
          <ac:chgData name="Garima Singhal" userId="bd23a5c7e7d7f8f6" providerId="LiveId" clId="{C3672CA3-9754-4262-B5E4-E1F9A3F66D40}" dt="2024-09-24T04:21:34.680" v="4550"/>
          <ac:spMkLst>
            <pc:docMk/>
            <pc:sldMk cId="3743765123" sldId="555"/>
            <ac:spMk id="2" creationId="{20E9A0C5-9E42-ACE3-C80D-C5E690F60293}"/>
          </ac:spMkLst>
        </pc:spChg>
      </pc:sldChg>
      <pc:sldChg chg="addSp delSp modSp add mod">
        <pc:chgData name="Garima Singhal" userId="bd23a5c7e7d7f8f6" providerId="LiveId" clId="{C3672CA3-9754-4262-B5E4-E1F9A3F66D40}" dt="2024-09-24T04:22:24.675" v="4563" actId="1076"/>
        <pc:sldMkLst>
          <pc:docMk/>
          <pc:sldMk cId="739183396" sldId="556"/>
        </pc:sldMkLst>
        <pc:spChg chg="add del mod">
          <ac:chgData name="Garima Singhal" userId="bd23a5c7e7d7f8f6" providerId="LiveId" clId="{C3672CA3-9754-4262-B5E4-E1F9A3F66D40}" dt="2024-09-24T04:21:59.756" v="4560" actId="403"/>
          <ac:spMkLst>
            <pc:docMk/>
            <pc:sldMk cId="739183396" sldId="556"/>
            <ac:spMk id="2" creationId="{20E9A0C5-9E42-ACE3-C80D-C5E690F60293}"/>
          </ac:spMkLst>
        </pc:spChg>
        <pc:picChg chg="add mod">
          <ac:chgData name="Garima Singhal" userId="bd23a5c7e7d7f8f6" providerId="LiveId" clId="{C3672CA3-9754-4262-B5E4-E1F9A3F66D40}" dt="2024-09-24T04:21:47.960" v="4556"/>
          <ac:picMkLst>
            <pc:docMk/>
            <pc:sldMk cId="739183396" sldId="556"/>
            <ac:picMk id="3" creationId="{D9B1D9DB-0385-249D-A9F9-F090794DB087}"/>
          </ac:picMkLst>
        </pc:picChg>
        <pc:picChg chg="add mod">
          <ac:chgData name="Garima Singhal" userId="bd23a5c7e7d7f8f6" providerId="LiveId" clId="{C3672CA3-9754-4262-B5E4-E1F9A3F66D40}" dt="2024-09-24T04:22:24.675" v="4563" actId="1076"/>
          <ac:picMkLst>
            <pc:docMk/>
            <pc:sldMk cId="739183396" sldId="556"/>
            <ac:picMk id="4" creationId="{7A8EDCB7-C7EB-A159-624B-428F0D822953}"/>
          </ac:picMkLst>
        </pc:picChg>
      </pc:sldChg>
      <pc:sldChg chg="addSp modSp add mod">
        <pc:chgData name="Garima Singhal" userId="bd23a5c7e7d7f8f6" providerId="LiveId" clId="{C3672CA3-9754-4262-B5E4-E1F9A3F66D40}" dt="2024-09-24T04:22:54.035" v="4570" actId="1076"/>
        <pc:sldMkLst>
          <pc:docMk/>
          <pc:sldMk cId="1889141851" sldId="557"/>
        </pc:sldMkLst>
        <pc:spChg chg="mod">
          <ac:chgData name="Garima Singhal" userId="bd23a5c7e7d7f8f6" providerId="LiveId" clId="{C3672CA3-9754-4262-B5E4-E1F9A3F66D40}" dt="2024-09-24T04:22:42.767" v="4567" actId="403"/>
          <ac:spMkLst>
            <pc:docMk/>
            <pc:sldMk cId="1889141851" sldId="557"/>
            <ac:spMk id="2" creationId="{20E9A0C5-9E42-ACE3-C80D-C5E690F60293}"/>
          </ac:spMkLst>
        </pc:spChg>
        <pc:picChg chg="add mod">
          <ac:chgData name="Garima Singhal" userId="bd23a5c7e7d7f8f6" providerId="LiveId" clId="{C3672CA3-9754-4262-B5E4-E1F9A3F66D40}" dt="2024-09-24T04:22:54.035" v="4570" actId="1076"/>
          <ac:picMkLst>
            <pc:docMk/>
            <pc:sldMk cId="1889141851" sldId="557"/>
            <ac:picMk id="3" creationId="{1F143146-79B9-99C6-6033-A180782A3BD8}"/>
          </ac:picMkLst>
        </pc:picChg>
      </pc:sldChg>
      <pc:sldChg chg="addSp delSp modSp add">
        <pc:chgData name="Garima Singhal" userId="bd23a5c7e7d7f8f6" providerId="LiveId" clId="{C3672CA3-9754-4262-B5E4-E1F9A3F66D40}" dt="2024-09-24T04:23:22.571" v="4571"/>
        <pc:sldMkLst>
          <pc:docMk/>
          <pc:sldMk cId="3241281811" sldId="558"/>
        </pc:sldMkLst>
        <pc:spChg chg="del">
          <ac:chgData name="Garima Singhal" userId="bd23a5c7e7d7f8f6" providerId="LiveId" clId="{C3672CA3-9754-4262-B5E4-E1F9A3F66D40}" dt="2024-09-24T04:23:22.571" v="4571"/>
          <ac:spMkLst>
            <pc:docMk/>
            <pc:sldMk cId="3241281811" sldId="558"/>
            <ac:spMk id="2" creationId="{20E9A0C5-9E42-ACE3-C80D-C5E690F60293}"/>
          </ac:spMkLst>
        </pc:spChg>
        <pc:picChg chg="add mod">
          <ac:chgData name="Garima Singhal" userId="bd23a5c7e7d7f8f6" providerId="LiveId" clId="{C3672CA3-9754-4262-B5E4-E1F9A3F66D40}" dt="2024-09-24T04:23:22.571" v="4571"/>
          <ac:picMkLst>
            <pc:docMk/>
            <pc:sldMk cId="3241281811" sldId="558"/>
            <ac:picMk id="3" creationId="{D1ADB41F-49F3-9012-859C-BD7D6B7A1590}"/>
          </ac:picMkLst>
        </pc:picChg>
      </pc:sldChg>
      <pc:sldChg chg="addSp delSp modSp add">
        <pc:chgData name="Garima Singhal" userId="bd23a5c7e7d7f8f6" providerId="LiveId" clId="{C3672CA3-9754-4262-B5E4-E1F9A3F66D40}" dt="2024-09-24T04:23:31.366" v="4572"/>
        <pc:sldMkLst>
          <pc:docMk/>
          <pc:sldMk cId="829564184" sldId="559"/>
        </pc:sldMkLst>
        <pc:spChg chg="del">
          <ac:chgData name="Garima Singhal" userId="bd23a5c7e7d7f8f6" providerId="LiveId" clId="{C3672CA3-9754-4262-B5E4-E1F9A3F66D40}" dt="2024-09-24T04:23:31.366" v="4572"/>
          <ac:spMkLst>
            <pc:docMk/>
            <pc:sldMk cId="829564184" sldId="559"/>
            <ac:spMk id="2" creationId="{20E9A0C5-9E42-ACE3-C80D-C5E690F60293}"/>
          </ac:spMkLst>
        </pc:spChg>
        <pc:picChg chg="add mod">
          <ac:chgData name="Garima Singhal" userId="bd23a5c7e7d7f8f6" providerId="LiveId" clId="{C3672CA3-9754-4262-B5E4-E1F9A3F66D40}" dt="2024-09-24T04:23:31.366" v="4572"/>
          <ac:picMkLst>
            <pc:docMk/>
            <pc:sldMk cId="829564184" sldId="559"/>
            <ac:picMk id="3" creationId="{956E6C95-3739-641D-7EF6-387E5ACCB092}"/>
          </ac:picMkLst>
        </pc:picChg>
      </pc:sldChg>
      <pc:sldChg chg="addSp delSp modSp add">
        <pc:chgData name="Garima Singhal" userId="bd23a5c7e7d7f8f6" providerId="LiveId" clId="{C3672CA3-9754-4262-B5E4-E1F9A3F66D40}" dt="2024-09-24T04:23:42.886" v="4573"/>
        <pc:sldMkLst>
          <pc:docMk/>
          <pc:sldMk cId="91945854" sldId="560"/>
        </pc:sldMkLst>
        <pc:spChg chg="del">
          <ac:chgData name="Garima Singhal" userId="bd23a5c7e7d7f8f6" providerId="LiveId" clId="{C3672CA3-9754-4262-B5E4-E1F9A3F66D40}" dt="2024-09-24T04:23:42.886" v="4573"/>
          <ac:spMkLst>
            <pc:docMk/>
            <pc:sldMk cId="91945854" sldId="560"/>
            <ac:spMk id="2" creationId="{20E9A0C5-9E42-ACE3-C80D-C5E690F60293}"/>
          </ac:spMkLst>
        </pc:spChg>
        <pc:picChg chg="add mod">
          <ac:chgData name="Garima Singhal" userId="bd23a5c7e7d7f8f6" providerId="LiveId" clId="{C3672CA3-9754-4262-B5E4-E1F9A3F66D40}" dt="2024-09-24T04:23:42.886" v="4573"/>
          <ac:picMkLst>
            <pc:docMk/>
            <pc:sldMk cId="91945854" sldId="560"/>
            <ac:picMk id="3" creationId="{49C47906-64D7-FA22-7E05-DA2A8DE89B0F}"/>
          </ac:picMkLst>
        </pc:picChg>
      </pc:sldChg>
      <pc:sldChg chg="addSp delSp modSp add mod">
        <pc:chgData name="Garima Singhal" userId="bd23a5c7e7d7f8f6" providerId="LiveId" clId="{C3672CA3-9754-4262-B5E4-E1F9A3F66D40}" dt="2024-09-24T04:24:00.523" v="4578" actId="14100"/>
        <pc:sldMkLst>
          <pc:docMk/>
          <pc:sldMk cId="1664142560" sldId="561"/>
        </pc:sldMkLst>
        <pc:spChg chg="add del mod">
          <ac:chgData name="Garima Singhal" userId="bd23a5c7e7d7f8f6" providerId="LiveId" clId="{C3672CA3-9754-4262-B5E4-E1F9A3F66D40}" dt="2024-09-24T04:23:56.244" v="4576"/>
          <ac:spMkLst>
            <pc:docMk/>
            <pc:sldMk cId="1664142560" sldId="561"/>
            <ac:spMk id="4" creationId="{4649C33D-5759-3972-35D9-7561EDCBD1C1}"/>
          </ac:spMkLst>
        </pc:spChg>
        <pc:picChg chg="del">
          <ac:chgData name="Garima Singhal" userId="bd23a5c7e7d7f8f6" providerId="LiveId" clId="{C3672CA3-9754-4262-B5E4-E1F9A3F66D40}" dt="2024-09-24T04:23:51.982" v="4575" actId="478"/>
          <ac:picMkLst>
            <pc:docMk/>
            <pc:sldMk cId="1664142560" sldId="561"/>
            <ac:picMk id="3" creationId="{49C47906-64D7-FA22-7E05-DA2A8DE89B0F}"/>
          </ac:picMkLst>
        </pc:picChg>
        <pc:picChg chg="add mod">
          <ac:chgData name="Garima Singhal" userId="bd23a5c7e7d7f8f6" providerId="LiveId" clId="{C3672CA3-9754-4262-B5E4-E1F9A3F66D40}" dt="2024-09-24T04:24:00.523" v="4578" actId="14100"/>
          <ac:picMkLst>
            <pc:docMk/>
            <pc:sldMk cId="1664142560" sldId="561"/>
            <ac:picMk id="5" creationId="{BF4FB761-67BF-0EED-F472-00297626D252}"/>
          </ac:picMkLst>
        </pc:picChg>
      </pc:sldChg>
      <pc:sldChg chg="add">
        <pc:chgData name="Garima Singhal" userId="bd23a5c7e7d7f8f6" providerId="LiveId" clId="{C3672CA3-9754-4262-B5E4-E1F9A3F66D40}" dt="2024-09-24T04:24:33.419" v="4579"/>
        <pc:sldMkLst>
          <pc:docMk/>
          <pc:sldMk cId="304943849" sldId="562"/>
        </pc:sldMkLst>
      </pc:sldChg>
      <pc:sldChg chg="modSp add mod">
        <pc:chgData name="Garima Singhal" userId="bd23a5c7e7d7f8f6" providerId="LiveId" clId="{C3672CA3-9754-4262-B5E4-E1F9A3F66D40}" dt="2024-09-24T04:28:05.175" v="4613" actId="403"/>
        <pc:sldMkLst>
          <pc:docMk/>
          <pc:sldMk cId="1503936429" sldId="563"/>
        </pc:sldMkLst>
        <pc:spChg chg="mod">
          <ac:chgData name="Garima Singhal" userId="bd23a5c7e7d7f8f6" providerId="LiveId" clId="{C3672CA3-9754-4262-B5E4-E1F9A3F66D40}" dt="2024-09-24T04:28:05.175" v="4613" actId="403"/>
          <ac:spMkLst>
            <pc:docMk/>
            <pc:sldMk cId="1503936429" sldId="563"/>
            <ac:spMk id="2" creationId="{20E9A0C5-9E42-ACE3-C80D-C5E690F60293}"/>
          </ac:spMkLst>
        </pc:spChg>
      </pc:sldChg>
      <pc:sldChg chg="modSp add mod">
        <pc:chgData name="Garima Singhal" userId="bd23a5c7e7d7f8f6" providerId="LiveId" clId="{C3672CA3-9754-4262-B5E4-E1F9A3F66D40}" dt="2024-09-24T04:28:13.947" v="4615" actId="27636"/>
        <pc:sldMkLst>
          <pc:docMk/>
          <pc:sldMk cId="378270161" sldId="564"/>
        </pc:sldMkLst>
        <pc:spChg chg="mod">
          <ac:chgData name="Garima Singhal" userId="bd23a5c7e7d7f8f6" providerId="LiveId" clId="{C3672CA3-9754-4262-B5E4-E1F9A3F66D40}" dt="2024-09-24T04:28:13.947" v="4615" actId="27636"/>
          <ac:spMkLst>
            <pc:docMk/>
            <pc:sldMk cId="378270161" sldId="564"/>
            <ac:spMk id="2" creationId="{20E9A0C5-9E42-ACE3-C80D-C5E690F60293}"/>
          </ac:spMkLst>
        </pc:spChg>
      </pc:sldChg>
      <pc:sldChg chg="addSp modSp add mod">
        <pc:chgData name="Garima Singhal" userId="bd23a5c7e7d7f8f6" providerId="LiveId" clId="{C3672CA3-9754-4262-B5E4-E1F9A3F66D40}" dt="2024-09-24T04:28:46.475" v="4621" actId="1076"/>
        <pc:sldMkLst>
          <pc:docMk/>
          <pc:sldMk cId="370272100" sldId="565"/>
        </pc:sldMkLst>
        <pc:spChg chg="mod">
          <ac:chgData name="Garima Singhal" userId="bd23a5c7e7d7f8f6" providerId="LiveId" clId="{C3672CA3-9754-4262-B5E4-E1F9A3F66D40}" dt="2024-09-24T04:28:22.106" v="4616"/>
          <ac:spMkLst>
            <pc:docMk/>
            <pc:sldMk cId="370272100" sldId="565"/>
            <ac:spMk id="2" creationId="{20E9A0C5-9E42-ACE3-C80D-C5E690F60293}"/>
          </ac:spMkLst>
        </pc:spChg>
        <pc:picChg chg="add mod modCrop">
          <ac:chgData name="Garima Singhal" userId="bd23a5c7e7d7f8f6" providerId="LiveId" clId="{C3672CA3-9754-4262-B5E4-E1F9A3F66D40}" dt="2024-09-24T04:28:46.475" v="4621" actId="1076"/>
          <ac:picMkLst>
            <pc:docMk/>
            <pc:sldMk cId="370272100" sldId="565"/>
            <ac:picMk id="3" creationId="{49CF6D38-8116-8CA6-AEE5-4492CC6033CD}"/>
          </ac:picMkLst>
        </pc:picChg>
      </pc:sldChg>
      <pc:sldChg chg="modSp add mod">
        <pc:chgData name="Garima Singhal" userId="bd23a5c7e7d7f8f6" providerId="LiveId" clId="{C3672CA3-9754-4262-B5E4-E1F9A3F66D40}" dt="2024-09-24T04:29:25.531" v="4643" actId="403"/>
        <pc:sldMkLst>
          <pc:docMk/>
          <pc:sldMk cId="4030715684" sldId="566"/>
        </pc:sldMkLst>
        <pc:spChg chg="mod">
          <ac:chgData name="Garima Singhal" userId="bd23a5c7e7d7f8f6" providerId="LiveId" clId="{C3672CA3-9754-4262-B5E4-E1F9A3F66D40}" dt="2024-09-24T04:29:25.531" v="4643" actId="403"/>
          <ac:spMkLst>
            <pc:docMk/>
            <pc:sldMk cId="4030715684" sldId="566"/>
            <ac:spMk id="2" creationId="{20E9A0C5-9E42-ACE3-C80D-C5E690F60293}"/>
          </ac:spMkLst>
        </pc:spChg>
      </pc:sldChg>
      <pc:sldChg chg="modSp add mod">
        <pc:chgData name="Garima Singhal" userId="bd23a5c7e7d7f8f6" providerId="LiveId" clId="{C3672CA3-9754-4262-B5E4-E1F9A3F66D40}" dt="2024-09-24T04:29:51.382" v="4651" actId="14100"/>
        <pc:sldMkLst>
          <pc:docMk/>
          <pc:sldMk cId="432182327" sldId="567"/>
        </pc:sldMkLst>
        <pc:spChg chg="mod">
          <ac:chgData name="Garima Singhal" userId="bd23a5c7e7d7f8f6" providerId="LiveId" clId="{C3672CA3-9754-4262-B5E4-E1F9A3F66D40}" dt="2024-09-24T04:29:51.382" v="4651" actId="14100"/>
          <ac:spMkLst>
            <pc:docMk/>
            <pc:sldMk cId="432182327" sldId="567"/>
            <ac:spMk id="2" creationId="{20E9A0C5-9E42-ACE3-C80D-C5E690F60293}"/>
          </ac:spMkLst>
        </pc:spChg>
      </pc:sldChg>
      <pc:sldChg chg="modSp add mod">
        <pc:chgData name="Garima Singhal" userId="bd23a5c7e7d7f8f6" providerId="LiveId" clId="{C3672CA3-9754-4262-B5E4-E1F9A3F66D40}" dt="2024-09-24T04:30:18.733" v="4658" actId="14100"/>
        <pc:sldMkLst>
          <pc:docMk/>
          <pc:sldMk cId="138193879" sldId="568"/>
        </pc:sldMkLst>
        <pc:spChg chg="mod">
          <ac:chgData name="Garima Singhal" userId="bd23a5c7e7d7f8f6" providerId="LiveId" clId="{C3672CA3-9754-4262-B5E4-E1F9A3F66D40}" dt="2024-09-24T04:30:18.733" v="4658" actId="14100"/>
          <ac:spMkLst>
            <pc:docMk/>
            <pc:sldMk cId="138193879" sldId="568"/>
            <ac:spMk id="2" creationId="{20E9A0C5-9E42-ACE3-C80D-C5E690F60293}"/>
          </ac:spMkLst>
        </pc:spChg>
      </pc:sldChg>
      <pc:sldChg chg="modSp add mod">
        <pc:chgData name="Garima Singhal" userId="bd23a5c7e7d7f8f6" providerId="LiveId" clId="{C3672CA3-9754-4262-B5E4-E1F9A3F66D40}" dt="2024-09-24T04:30:51.911" v="4669" actId="403"/>
        <pc:sldMkLst>
          <pc:docMk/>
          <pc:sldMk cId="3477962561" sldId="569"/>
        </pc:sldMkLst>
        <pc:spChg chg="mod">
          <ac:chgData name="Garima Singhal" userId="bd23a5c7e7d7f8f6" providerId="LiveId" clId="{C3672CA3-9754-4262-B5E4-E1F9A3F66D40}" dt="2024-09-24T04:30:51.911" v="4669" actId="403"/>
          <ac:spMkLst>
            <pc:docMk/>
            <pc:sldMk cId="3477962561" sldId="569"/>
            <ac:spMk id="2" creationId="{20E9A0C5-9E42-ACE3-C80D-C5E690F60293}"/>
          </ac:spMkLst>
        </pc:spChg>
      </pc:sldChg>
      <pc:sldChg chg="modSp add mod">
        <pc:chgData name="Garima Singhal" userId="bd23a5c7e7d7f8f6" providerId="LiveId" clId="{C3672CA3-9754-4262-B5E4-E1F9A3F66D40}" dt="2024-09-24T04:31:03.906" v="4673" actId="403"/>
        <pc:sldMkLst>
          <pc:docMk/>
          <pc:sldMk cId="1107390657" sldId="570"/>
        </pc:sldMkLst>
        <pc:spChg chg="mod">
          <ac:chgData name="Garima Singhal" userId="bd23a5c7e7d7f8f6" providerId="LiveId" clId="{C3672CA3-9754-4262-B5E4-E1F9A3F66D40}" dt="2024-09-24T04:31:03.906" v="4673" actId="403"/>
          <ac:spMkLst>
            <pc:docMk/>
            <pc:sldMk cId="1107390657" sldId="570"/>
            <ac:spMk id="2" creationId="{20E9A0C5-9E42-ACE3-C80D-C5E690F60293}"/>
          </ac:spMkLst>
        </pc:spChg>
      </pc:sldChg>
      <pc:sldChg chg="modSp add mod">
        <pc:chgData name="Garima Singhal" userId="bd23a5c7e7d7f8f6" providerId="LiveId" clId="{C3672CA3-9754-4262-B5E4-E1F9A3F66D40}" dt="2024-09-24T04:31:16.658" v="4677" actId="403"/>
        <pc:sldMkLst>
          <pc:docMk/>
          <pc:sldMk cId="2168671835" sldId="571"/>
        </pc:sldMkLst>
        <pc:spChg chg="mod">
          <ac:chgData name="Garima Singhal" userId="bd23a5c7e7d7f8f6" providerId="LiveId" clId="{C3672CA3-9754-4262-B5E4-E1F9A3F66D40}" dt="2024-09-24T04:31:16.658" v="4677" actId="403"/>
          <ac:spMkLst>
            <pc:docMk/>
            <pc:sldMk cId="2168671835" sldId="571"/>
            <ac:spMk id="2" creationId="{20E9A0C5-9E42-ACE3-C80D-C5E690F60293}"/>
          </ac:spMkLst>
        </pc:spChg>
      </pc:sldChg>
      <pc:sldChg chg="modSp add mod">
        <pc:chgData name="Garima Singhal" userId="bd23a5c7e7d7f8f6" providerId="LiveId" clId="{C3672CA3-9754-4262-B5E4-E1F9A3F66D40}" dt="2024-09-24T04:31:36.404" v="4686" actId="403"/>
        <pc:sldMkLst>
          <pc:docMk/>
          <pc:sldMk cId="1976478166" sldId="572"/>
        </pc:sldMkLst>
        <pc:spChg chg="mod">
          <ac:chgData name="Garima Singhal" userId="bd23a5c7e7d7f8f6" providerId="LiveId" clId="{C3672CA3-9754-4262-B5E4-E1F9A3F66D40}" dt="2024-09-24T04:31:36.404" v="4686" actId="403"/>
          <ac:spMkLst>
            <pc:docMk/>
            <pc:sldMk cId="1976478166" sldId="572"/>
            <ac:spMk id="2" creationId="{20E9A0C5-9E42-ACE3-C80D-C5E690F60293}"/>
          </ac:spMkLst>
        </pc:spChg>
      </pc:sldChg>
      <pc:sldChg chg="modSp add mod">
        <pc:chgData name="Garima Singhal" userId="bd23a5c7e7d7f8f6" providerId="LiveId" clId="{C3672CA3-9754-4262-B5E4-E1F9A3F66D40}" dt="2024-09-24T04:31:47.071" v="4691" actId="403"/>
        <pc:sldMkLst>
          <pc:docMk/>
          <pc:sldMk cId="3573388795" sldId="573"/>
        </pc:sldMkLst>
        <pc:spChg chg="mod">
          <ac:chgData name="Garima Singhal" userId="bd23a5c7e7d7f8f6" providerId="LiveId" clId="{C3672CA3-9754-4262-B5E4-E1F9A3F66D40}" dt="2024-09-24T04:31:47.071" v="4691" actId="403"/>
          <ac:spMkLst>
            <pc:docMk/>
            <pc:sldMk cId="3573388795" sldId="573"/>
            <ac:spMk id="2" creationId="{20E9A0C5-9E42-ACE3-C80D-C5E690F60293}"/>
          </ac:spMkLst>
        </pc:spChg>
      </pc:sldChg>
      <pc:sldChg chg="addSp modSp add mod">
        <pc:chgData name="Garima Singhal" userId="bd23a5c7e7d7f8f6" providerId="LiveId" clId="{C3672CA3-9754-4262-B5E4-E1F9A3F66D40}" dt="2024-09-24T04:32:06.167" v="4700"/>
        <pc:sldMkLst>
          <pc:docMk/>
          <pc:sldMk cId="2101308466" sldId="574"/>
        </pc:sldMkLst>
        <pc:spChg chg="mod">
          <ac:chgData name="Garima Singhal" userId="bd23a5c7e7d7f8f6" providerId="LiveId" clId="{C3672CA3-9754-4262-B5E4-E1F9A3F66D40}" dt="2024-09-24T04:32:01.494" v="4698" actId="27636"/>
          <ac:spMkLst>
            <pc:docMk/>
            <pc:sldMk cId="2101308466" sldId="574"/>
            <ac:spMk id="2" creationId="{20E9A0C5-9E42-ACE3-C80D-C5E690F60293}"/>
          </ac:spMkLst>
        </pc:spChg>
        <pc:spChg chg="add mod">
          <ac:chgData name="Garima Singhal" userId="bd23a5c7e7d7f8f6" providerId="LiveId" clId="{C3672CA3-9754-4262-B5E4-E1F9A3F66D40}" dt="2024-09-24T04:32:06.167" v="4700"/>
          <ac:spMkLst>
            <pc:docMk/>
            <pc:sldMk cId="2101308466" sldId="574"/>
            <ac:spMk id="3" creationId="{AD54591C-E6C4-0736-3111-644C3695860C}"/>
          </ac:spMkLst>
        </pc:spChg>
      </pc:sldChg>
      <pc:sldChg chg="modSp add mod">
        <pc:chgData name="Garima Singhal" userId="bd23a5c7e7d7f8f6" providerId="LiveId" clId="{C3672CA3-9754-4262-B5E4-E1F9A3F66D40}" dt="2024-09-24T04:32:45.337" v="4718" actId="27636"/>
        <pc:sldMkLst>
          <pc:docMk/>
          <pc:sldMk cId="2989976177" sldId="575"/>
        </pc:sldMkLst>
        <pc:spChg chg="mod">
          <ac:chgData name="Garima Singhal" userId="bd23a5c7e7d7f8f6" providerId="LiveId" clId="{C3672CA3-9754-4262-B5E4-E1F9A3F66D40}" dt="2024-09-24T04:32:45.337" v="4718" actId="27636"/>
          <ac:spMkLst>
            <pc:docMk/>
            <pc:sldMk cId="2989976177" sldId="575"/>
            <ac:spMk id="2" creationId="{20E9A0C5-9E42-ACE3-C80D-C5E690F60293}"/>
          </ac:spMkLst>
        </pc:spChg>
      </pc:sldChg>
      <pc:sldChg chg="modSp add mod">
        <pc:chgData name="Garima Singhal" userId="bd23a5c7e7d7f8f6" providerId="LiveId" clId="{C3672CA3-9754-4262-B5E4-E1F9A3F66D40}" dt="2024-09-24T04:32:39.855" v="4716" actId="27636"/>
        <pc:sldMkLst>
          <pc:docMk/>
          <pc:sldMk cId="1942738922" sldId="576"/>
        </pc:sldMkLst>
        <pc:spChg chg="mod">
          <ac:chgData name="Garima Singhal" userId="bd23a5c7e7d7f8f6" providerId="LiveId" clId="{C3672CA3-9754-4262-B5E4-E1F9A3F66D40}" dt="2024-09-24T04:32:39.855" v="4716" actId="27636"/>
          <ac:spMkLst>
            <pc:docMk/>
            <pc:sldMk cId="1942738922" sldId="576"/>
            <ac:spMk id="2" creationId="{20E9A0C5-9E42-ACE3-C80D-C5E690F60293}"/>
          </ac:spMkLst>
        </pc:spChg>
      </pc:sldChg>
      <pc:sldMasterChg chg="modSp modSldLayout">
        <pc:chgData name="Garima Singhal" userId="bd23a5c7e7d7f8f6" providerId="LiveId" clId="{C3672CA3-9754-4262-B5E4-E1F9A3F66D40}" dt="2024-08-26T07:47:12.229" v="123"/>
        <pc:sldMasterMkLst>
          <pc:docMk/>
          <pc:sldMasterMk cId="0" sldId="2147483648"/>
        </pc:sldMasterMkLst>
        <pc:spChg chg="mod">
          <ac:chgData name="Garima Singhal" userId="bd23a5c7e7d7f8f6" providerId="LiveId" clId="{C3672CA3-9754-4262-B5E4-E1F9A3F66D40}" dt="2024-08-26T07:30:25.632" v="6"/>
          <ac:spMkLst>
            <pc:docMk/>
            <pc:sldMasterMk cId="0" sldId="2147483648"/>
            <ac:spMk id="2" creationId="{00000000-0000-0000-0000-000000000000}"/>
          </ac:spMkLst>
        </pc:spChg>
        <pc:spChg chg="mod">
          <ac:chgData name="Garima Singhal" userId="bd23a5c7e7d7f8f6" providerId="LiveId" clId="{C3672CA3-9754-4262-B5E4-E1F9A3F66D40}" dt="2024-08-26T07:32:27.637" v="36" actId="2711"/>
          <ac:spMkLst>
            <pc:docMk/>
            <pc:sldMasterMk cId="0" sldId="2147483648"/>
            <ac:spMk id="3" creationId="{00000000-0000-0000-0000-000000000000}"/>
          </ac:spMkLst>
        </pc:spChg>
        <pc:spChg chg="mod">
          <ac:chgData name="Garima Singhal" userId="bd23a5c7e7d7f8f6" providerId="LiveId" clId="{C3672CA3-9754-4262-B5E4-E1F9A3F66D40}" dt="2024-08-26T07:30:25.632" v="6"/>
          <ac:spMkLst>
            <pc:docMk/>
            <pc:sldMasterMk cId="0" sldId="2147483648"/>
            <ac:spMk id="4" creationId="{00000000-0000-0000-0000-000000000000}"/>
          </ac:spMkLst>
        </pc:spChg>
        <pc:spChg chg="mod">
          <ac:chgData name="Garima Singhal" userId="bd23a5c7e7d7f8f6" providerId="LiveId" clId="{C3672CA3-9754-4262-B5E4-E1F9A3F66D40}" dt="2024-08-26T07:30:25.632" v="6"/>
          <ac:spMkLst>
            <pc:docMk/>
            <pc:sldMasterMk cId="0" sldId="2147483648"/>
            <ac:spMk id="5" creationId="{00000000-0000-0000-0000-000000000000}"/>
          </ac:spMkLst>
        </pc:spChg>
        <pc:spChg chg="mod">
          <ac:chgData name="Garima Singhal" userId="bd23a5c7e7d7f8f6" providerId="LiveId" clId="{C3672CA3-9754-4262-B5E4-E1F9A3F66D40}" dt="2024-08-26T07:30:25.632" v="6"/>
          <ac:spMkLst>
            <pc:docMk/>
            <pc:sldMasterMk cId="0" sldId="2147483648"/>
            <ac:spMk id="6" creationId="{00000000-0000-0000-0000-000000000000}"/>
          </ac:spMkLst>
        </pc:spChg>
        <pc:sldLayoutChg chg="modSp mod">
          <pc:chgData name="Garima Singhal" userId="bd23a5c7e7d7f8f6" providerId="LiveId" clId="{C3672CA3-9754-4262-B5E4-E1F9A3F66D40}" dt="2024-08-26T07:30:25.632" v="6"/>
          <pc:sldLayoutMkLst>
            <pc:docMk/>
            <pc:sldMasterMk cId="0" sldId="2147483648"/>
            <pc:sldLayoutMk cId="0" sldId="2147483649"/>
          </pc:sldLayoutMkLst>
          <pc:spChg chg="mod">
            <ac:chgData name="Garima Singhal" userId="bd23a5c7e7d7f8f6" providerId="LiveId" clId="{C3672CA3-9754-4262-B5E4-E1F9A3F66D40}" dt="2024-08-26T07:30:25.632" v="6"/>
            <ac:spMkLst>
              <pc:docMk/>
              <pc:sldMasterMk cId="0" sldId="2147483648"/>
              <pc:sldLayoutMk cId="0" sldId="2147483649"/>
              <ac:spMk id="2" creationId="{00000000-0000-0000-0000-000000000000}"/>
            </ac:spMkLst>
          </pc:spChg>
          <pc:spChg chg="mod">
            <ac:chgData name="Garima Singhal" userId="bd23a5c7e7d7f8f6" providerId="LiveId" clId="{C3672CA3-9754-4262-B5E4-E1F9A3F66D40}" dt="2024-08-26T07:30:25.632" v="6"/>
            <ac:spMkLst>
              <pc:docMk/>
              <pc:sldMasterMk cId="0" sldId="2147483648"/>
              <pc:sldLayoutMk cId="0" sldId="2147483649"/>
              <ac:spMk id="3" creationId="{00000000-0000-0000-0000-000000000000}"/>
            </ac:spMkLst>
          </pc:spChg>
          <pc:spChg chg="mod">
            <ac:chgData name="Garima Singhal" userId="bd23a5c7e7d7f8f6" providerId="LiveId" clId="{C3672CA3-9754-4262-B5E4-E1F9A3F66D40}" dt="2024-08-26T07:30:25.632" v="6"/>
            <ac:spMkLst>
              <pc:docMk/>
              <pc:sldMasterMk cId="0" sldId="2147483648"/>
              <pc:sldLayoutMk cId="0" sldId="2147483649"/>
              <ac:spMk id="4" creationId="{00000000-0000-0000-0000-000000000000}"/>
            </ac:spMkLst>
          </pc:spChg>
          <pc:spChg chg="mod">
            <ac:chgData name="Garima Singhal" userId="bd23a5c7e7d7f8f6" providerId="LiveId" clId="{C3672CA3-9754-4262-B5E4-E1F9A3F66D40}" dt="2024-08-26T07:30:25.632" v="6"/>
            <ac:spMkLst>
              <pc:docMk/>
              <pc:sldMasterMk cId="0" sldId="2147483648"/>
              <pc:sldLayoutMk cId="0" sldId="2147483649"/>
              <ac:spMk id="5" creationId="{00000000-0000-0000-0000-000000000000}"/>
            </ac:spMkLst>
          </pc:spChg>
          <pc:spChg chg="mod">
            <ac:chgData name="Garima Singhal" userId="bd23a5c7e7d7f8f6" providerId="LiveId" clId="{C3672CA3-9754-4262-B5E4-E1F9A3F66D40}" dt="2024-08-26T07:30:25.632" v="6"/>
            <ac:spMkLst>
              <pc:docMk/>
              <pc:sldMasterMk cId="0" sldId="2147483648"/>
              <pc:sldLayoutMk cId="0" sldId="2147483649"/>
              <ac:spMk id="6" creationId="{00000000-0000-0000-0000-000000000000}"/>
            </ac:spMkLst>
          </pc:spChg>
        </pc:sldLayoutChg>
        <pc:sldLayoutChg chg="addSp modSp mod">
          <pc:chgData name="Garima Singhal" userId="bd23a5c7e7d7f8f6" providerId="LiveId" clId="{C3672CA3-9754-4262-B5E4-E1F9A3F66D40}" dt="2024-08-26T07:46:58.451" v="119" actId="1076"/>
          <pc:sldLayoutMkLst>
            <pc:docMk/>
            <pc:sldMasterMk cId="0" sldId="2147483648"/>
            <pc:sldLayoutMk cId="0" sldId="2147483650"/>
          </pc:sldLayoutMkLst>
          <pc:spChg chg="mod">
            <ac:chgData name="Garima Singhal" userId="bd23a5c7e7d7f8f6" providerId="LiveId" clId="{C3672CA3-9754-4262-B5E4-E1F9A3F66D40}" dt="2024-08-26T07:32:41.521" v="44" actId="2711"/>
            <ac:spMkLst>
              <pc:docMk/>
              <pc:sldMasterMk cId="0" sldId="2147483648"/>
              <pc:sldLayoutMk cId="0" sldId="2147483650"/>
              <ac:spMk id="3" creationId="{00000000-0000-0000-0000-000000000000}"/>
            </ac:spMkLst>
          </pc:spChg>
          <pc:spChg chg="mod">
            <ac:chgData name="Garima Singhal" userId="bd23a5c7e7d7f8f6" providerId="LiveId" clId="{C3672CA3-9754-4262-B5E4-E1F9A3F66D40}" dt="2024-08-26T07:30:33.872" v="10" actId="14100"/>
            <ac:spMkLst>
              <pc:docMk/>
              <pc:sldMasterMk cId="0" sldId="2147483648"/>
              <pc:sldLayoutMk cId="0" sldId="2147483650"/>
              <ac:spMk id="4" creationId="{00000000-0000-0000-0000-000000000000}"/>
            </ac:spMkLst>
          </pc:spChg>
          <pc:spChg chg="mod">
            <ac:chgData name="Garima Singhal" userId="bd23a5c7e7d7f8f6" providerId="LiveId" clId="{C3672CA3-9754-4262-B5E4-E1F9A3F66D40}" dt="2024-08-26T07:30:44.073" v="14" actId="14100"/>
            <ac:spMkLst>
              <pc:docMk/>
              <pc:sldMasterMk cId="0" sldId="2147483648"/>
              <pc:sldLayoutMk cId="0" sldId="2147483650"/>
              <ac:spMk id="5" creationId="{00000000-0000-0000-0000-000000000000}"/>
            </ac:spMkLst>
          </pc:spChg>
          <pc:spChg chg="mod">
            <ac:chgData name="Garima Singhal" userId="bd23a5c7e7d7f8f6" providerId="LiveId" clId="{C3672CA3-9754-4262-B5E4-E1F9A3F66D40}" dt="2024-08-26T07:30:40.839" v="13" actId="14100"/>
            <ac:spMkLst>
              <pc:docMk/>
              <pc:sldMasterMk cId="0" sldId="2147483648"/>
              <pc:sldLayoutMk cId="0" sldId="2147483650"/>
              <ac:spMk id="6" creationId="{00000000-0000-0000-0000-000000000000}"/>
            </ac:spMkLst>
          </pc:spChg>
          <pc:picChg chg="add mod">
            <ac:chgData name="Garima Singhal" userId="bd23a5c7e7d7f8f6" providerId="LiveId" clId="{C3672CA3-9754-4262-B5E4-E1F9A3F66D40}" dt="2024-08-26T07:46:58.451" v="119" actId="1076"/>
            <ac:picMkLst>
              <pc:docMk/>
              <pc:sldMasterMk cId="0" sldId="2147483648"/>
              <pc:sldLayoutMk cId="0" sldId="2147483650"/>
              <ac:picMk id="7" creationId="{7890DBA9-B01E-AF3D-33F3-F61F0CB7309D}"/>
            </ac:picMkLst>
          </pc:picChg>
        </pc:sldLayoutChg>
        <pc:sldLayoutChg chg="addSp modSp mod">
          <pc:chgData name="Garima Singhal" userId="bd23a5c7e7d7f8f6" providerId="LiveId" clId="{C3672CA3-9754-4262-B5E4-E1F9A3F66D40}" dt="2024-08-26T07:47:03.576" v="120"/>
          <pc:sldLayoutMkLst>
            <pc:docMk/>
            <pc:sldMasterMk cId="0" sldId="2147483648"/>
            <pc:sldLayoutMk cId="0" sldId="2147483651"/>
          </pc:sldLayoutMkLst>
          <pc:spChg chg="mod">
            <ac:chgData name="Garima Singhal" userId="bd23a5c7e7d7f8f6" providerId="LiveId" clId="{C3672CA3-9754-4262-B5E4-E1F9A3F66D40}" dt="2024-08-26T07:30:25.632" v="6"/>
            <ac:spMkLst>
              <pc:docMk/>
              <pc:sldMasterMk cId="0" sldId="2147483648"/>
              <pc:sldLayoutMk cId="0" sldId="2147483651"/>
              <ac:spMk id="2" creationId="{00000000-0000-0000-0000-000000000000}"/>
            </ac:spMkLst>
          </pc:spChg>
          <pc:spChg chg="mod">
            <ac:chgData name="Garima Singhal" userId="bd23a5c7e7d7f8f6" providerId="LiveId" clId="{C3672CA3-9754-4262-B5E4-E1F9A3F66D40}" dt="2024-08-26T07:30:25.632" v="6"/>
            <ac:spMkLst>
              <pc:docMk/>
              <pc:sldMasterMk cId="0" sldId="2147483648"/>
              <pc:sldLayoutMk cId="0" sldId="2147483651"/>
              <ac:spMk id="3" creationId="{00000000-0000-0000-0000-000000000000}"/>
            </ac:spMkLst>
          </pc:spChg>
          <pc:spChg chg="mod">
            <ac:chgData name="Garima Singhal" userId="bd23a5c7e7d7f8f6" providerId="LiveId" clId="{C3672CA3-9754-4262-B5E4-E1F9A3F66D40}" dt="2024-08-26T07:30:51.880" v="15" actId="14100"/>
            <ac:spMkLst>
              <pc:docMk/>
              <pc:sldMasterMk cId="0" sldId="2147483648"/>
              <pc:sldLayoutMk cId="0" sldId="2147483651"/>
              <ac:spMk id="4" creationId="{00000000-0000-0000-0000-000000000000}"/>
            </ac:spMkLst>
          </pc:spChg>
          <pc:spChg chg="mod">
            <ac:chgData name="Garima Singhal" userId="bd23a5c7e7d7f8f6" providerId="LiveId" clId="{C3672CA3-9754-4262-B5E4-E1F9A3F66D40}" dt="2024-08-26T07:30:58.246" v="18" actId="14100"/>
            <ac:spMkLst>
              <pc:docMk/>
              <pc:sldMasterMk cId="0" sldId="2147483648"/>
              <pc:sldLayoutMk cId="0" sldId="2147483651"/>
              <ac:spMk id="5" creationId="{00000000-0000-0000-0000-000000000000}"/>
            </ac:spMkLst>
          </pc:spChg>
          <pc:spChg chg="mod">
            <ac:chgData name="Garima Singhal" userId="bd23a5c7e7d7f8f6" providerId="LiveId" clId="{C3672CA3-9754-4262-B5E4-E1F9A3F66D40}" dt="2024-08-26T07:30:56.247" v="17" actId="14100"/>
            <ac:spMkLst>
              <pc:docMk/>
              <pc:sldMasterMk cId="0" sldId="2147483648"/>
              <pc:sldLayoutMk cId="0" sldId="2147483651"/>
              <ac:spMk id="6" creationId="{00000000-0000-0000-0000-000000000000}"/>
            </ac:spMkLst>
          </pc:spChg>
          <pc:picChg chg="add mod">
            <ac:chgData name="Garima Singhal" userId="bd23a5c7e7d7f8f6" providerId="LiveId" clId="{C3672CA3-9754-4262-B5E4-E1F9A3F66D40}" dt="2024-08-26T07:47:03.576" v="120"/>
            <ac:picMkLst>
              <pc:docMk/>
              <pc:sldMasterMk cId="0" sldId="2147483648"/>
              <pc:sldLayoutMk cId="0" sldId="2147483651"/>
              <ac:picMk id="7" creationId="{F7EF4C95-A067-002B-03E9-33A1A895E7E5}"/>
            </ac:picMkLst>
          </pc:picChg>
        </pc:sldLayoutChg>
        <pc:sldLayoutChg chg="addSp modSp mod">
          <pc:chgData name="Garima Singhal" userId="bd23a5c7e7d7f8f6" providerId="LiveId" clId="{C3672CA3-9754-4262-B5E4-E1F9A3F66D40}" dt="2024-08-26T07:47:06.130" v="121"/>
          <pc:sldLayoutMkLst>
            <pc:docMk/>
            <pc:sldMasterMk cId="0" sldId="2147483648"/>
            <pc:sldLayoutMk cId="0" sldId="2147483652"/>
          </pc:sldLayoutMkLst>
          <pc:spChg chg="mod">
            <ac:chgData name="Garima Singhal" userId="bd23a5c7e7d7f8f6" providerId="LiveId" clId="{C3672CA3-9754-4262-B5E4-E1F9A3F66D40}" dt="2024-08-26T07:32:52.850" v="45" actId="2711"/>
            <ac:spMkLst>
              <pc:docMk/>
              <pc:sldMasterMk cId="0" sldId="2147483648"/>
              <pc:sldLayoutMk cId="0" sldId="2147483652"/>
              <ac:spMk id="3" creationId="{00000000-0000-0000-0000-000000000000}"/>
            </ac:spMkLst>
          </pc:spChg>
          <pc:spChg chg="mod">
            <ac:chgData name="Garima Singhal" userId="bd23a5c7e7d7f8f6" providerId="LiveId" clId="{C3672CA3-9754-4262-B5E4-E1F9A3F66D40}" dt="2024-08-26T07:32:57.625" v="46" actId="2711"/>
            <ac:spMkLst>
              <pc:docMk/>
              <pc:sldMasterMk cId="0" sldId="2147483648"/>
              <pc:sldLayoutMk cId="0" sldId="2147483652"/>
              <ac:spMk id="4" creationId="{00000000-0000-0000-0000-000000000000}"/>
            </ac:spMkLst>
          </pc:spChg>
          <pc:spChg chg="mod">
            <ac:chgData name="Garima Singhal" userId="bd23a5c7e7d7f8f6" providerId="LiveId" clId="{C3672CA3-9754-4262-B5E4-E1F9A3F66D40}" dt="2024-08-26T07:31:02.672" v="19" actId="14100"/>
            <ac:spMkLst>
              <pc:docMk/>
              <pc:sldMasterMk cId="0" sldId="2147483648"/>
              <pc:sldLayoutMk cId="0" sldId="2147483652"/>
              <ac:spMk id="5" creationId="{00000000-0000-0000-0000-000000000000}"/>
            </ac:spMkLst>
          </pc:spChg>
          <pc:spChg chg="mod">
            <ac:chgData name="Garima Singhal" userId="bd23a5c7e7d7f8f6" providerId="LiveId" clId="{C3672CA3-9754-4262-B5E4-E1F9A3F66D40}" dt="2024-08-26T07:31:10.448" v="22" actId="14100"/>
            <ac:spMkLst>
              <pc:docMk/>
              <pc:sldMasterMk cId="0" sldId="2147483648"/>
              <pc:sldLayoutMk cId="0" sldId="2147483652"/>
              <ac:spMk id="6" creationId="{00000000-0000-0000-0000-000000000000}"/>
            </ac:spMkLst>
          </pc:spChg>
          <pc:spChg chg="mod">
            <ac:chgData name="Garima Singhal" userId="bd23a5c7e7d7f8f6" providerId="LiveId" clId="{C3672CA3-9754-4262-B5E4-E1F9A3F66D40}" dt="2024-08-26T07:31:07.935" v="21" actId="14100"/>
            <ac:spMkLst>
              <pc:docMk/>
              <pc:sldMasterMk cId="0" sldId="2147483648"/>
              <pc:sldLayoutMk cId="0" sldId="2147483652"/>
              <ac:spMk id="7" creationId="{00000000-0000-0000-0000-000000000000}"/>
            </ac:spMkLst>
          </pc:spChg>
          <pc:picChg chg="add mod">
            <ac:chgData name="Garima Singhal" userId="bd23a5c7e7d7f8f6" providerId="LiveId" clId="{C3672CA3-9754-4262-B5E4-E1F9A3F66D40}" dt="2024-08-26T07:47:06.130" v="121"/>
            <ac:picMkLst>
              <pc:docMk/>
              <pc:sldMasterMk cId="0" sldId="2147483648"/>
              <pc:sldLayoutMk cId="0" sldId="2147483652"/>
              <ac:picMk id="8" creationId="{BCC81958-F729-493B-D4F5-8283CD49FD5B}"/>
            </ac:picMkLst>
          </pc:picChg>
        </pc:sldLayoutChg>
        <pc:sldLayoutChg chg="addSp modSp mod">
          <pc:chgData name="Garima Singhal" userId="bd23a5c7e7d7f8f6" providerId="LiveId" clId="{C3672CA3-9754-4262-B5E4-E1F9A3F66D40}" dt="2024-08-26T07:47:09.280" v="122"/>
          <pc:sldLayoutMkLst>
            <pc:docMk/>
            <pc:sldMasterMk cId="0" sldId="2147483648"/>
            <pc:sldLayoutMk cId="0" sldId="2147483653"/>
          </pc:sldLayoutMkLst>
          <pc:spChg chg="mod">
            <ac:chgData name="Garima Singhal" userId="bd23a5c7e7d7f8f6" providerId="LiveId" clId="{C3672CA3-9754-4262-B5E4-E1F9A3F66D40}" dt="2024-08-26T07:30:25.632" v="6"/>
            <ac:spMkLst>
              <pc:docMk/>
              <pc:sldMasterMk cId="0" sldId="2147483648"/>
              <pc:sldLayoutMk cId="0" sldId="2147483653"/>
              <ac:spMk id="3" creationId="{00000000-0000-0000-0000-000000000000}"/>
            </ac:spMkLst>
          </pc:spChg>
          <pc:spChg chg="mod">
            <ac:chgData name="Garima Singhal" userId="bd23a5c7e7d7f8f6" providerId="LiveId" clId="{C3672CA3-9754-4262-B5E4-E1F9A3F66D40}" dt="2024-08-26T07:30:25.632" v="6"/>
            <ac:spMkLst>
              <pc:docMk/>
              <pc:sldMasterMk cId="0" sldId="2147483648"/>
              <pc:sldLayoutMk cId="0" sldId="2147483653"/>
              <ac:spMk id="4" creationId="{00000000-0000-0000-0000-000000000000}"/>
            </ac:spMkLst>
          </pc:spChg>
          <pc:spChg chg="mod">
            <ac:chgData name="Garima Singhal" userId="bd23a5c7e7d7f8f6" providerId="LiveId" clId="{C3672CA3-9754-4262-B5E4-E1F9A3F66D40}" dt="2024-08-26T07:30:25.632" v="6"/>
            <ac:spMkLst>
              <pc:docMk/>
              <pc:sldMasterMk cId="0" sldId="2147483648"/>
              <pc:sldLayoutMk cId="0" sldId="2147483653"/>
              <ac:spMk id="5" creationId="{00000000-0000-0000-0000-000000000000}"/>
            </ac:spMkLst>
          </pc:spChg>
          <pc:spChg chg="mod">
            <ac:chgData name="Garima Singhal" userId="bd23a5c7e7d7f8f6" providerId="LiveId" clId="{C3672CA3-9754-4262-B5E4-E1F9A3F66D40}" dt="2024-08-26T07:30:25.632" v="6"/>
            <ac:spMkLst>
              <pc:docMk/>
              <pc:sldMasterMk cId="0" sldId="2147483648"/>
              <pc:sldLayoutMk cId="0" sldId="2147483653"/>
              <ac:spMk id="6" creationId="{00000000-0000-0000-0000-000000000000}"/>
            </ac:spMkLst>
          </pc:spChg>
          <pc:spChg chg="mod">
            <ac:chgData name="Garima Singhal" userId="bd23a5c7e7d7f8f6" providerId="LiveId" clId="{C3672CA3-9754-4262-B5E4-E1F9A3F66D40}" dt="2024-08-26T07:31:14.935" v="23" actId="14100"/>
            <ac:spMkLst>
              <pc:docMk/>
              <pc:sldMasterMk cId="0" sldId="2147483648"/>
              <pc:sldLayoutMk cId="0" sldId="2147483653"/>
              <ac:spMk id="7" creationId="{00000000-0000-0000-0000-000000000000}"/>
            </ac:spMkLst>
          </pc:spChg>
          <pc:spChg chg="mod">
            <ac:chgData name="Garima Singhal" userId="bd23a5c7e7d7f8f6" providerId="LiveId" clId="{C3672CA3-9754-4262-B5E4-E1F9A3F66D40}" dt="2024-08-26T07:31:21.664" v="26" actId="14100"/>
            <ac:spMkLst>
              <pc:docMk/>
              <pc:sldMasterMk cId="0" sldId="2147483648"/>
              <pc:sldLayoutMk cId="0" sldId="2147483653"/>
              <ac:spMk id="8" creationId="{00000000-0000-0000-0000-000000000000}"/>
            </ac:spMkLst>
          </pc:spChg>
          <pc:spChg chg="mod">
            <ac:chgData name="Garima Singhal" userId="bd23a5c7e7d7f8f6" providerId="LiveId" clId="{C3672CA3-9754-4262-B5E4-E1F9A3F66D40}" dt="2024-08-26T07:31:19.055" v="25" actId="14100"/>
            <ac:spMkLst>
              <pc:docMk/>
              <pc:sldMasterMk cId="0" sldId="2147483648"/>
              <pc:sldLayoutMk cId="0" sldId="2147483653"/>
              <ac:spMk id="9" creationId="{00000000-0000-0000-0000-000000000000}"/>
            </ac:spMkLst>
          </pc:spChg>
          <pc:picChg chg="add mod">
            <ac:chgData name="Garima Singhal" userId="bd23a5c7e7d7f8f6" providerId="LiveId" clId="{C3672CA3-9754-4262-B5E4-E1F9A3F66D40}" dt="2024-08-26T07:47:09.280" v="122"/>
            <ac:picMkLst>
              <pc:docMk/>
              <pc:sldMasterMk cId="0" sldId="2147483648"/>
              <pc:sldLayoutMk cId="0" sldId="2147483653"/>
              <ac:picMk id="10" creationId="{9D944CA7-5610-25AF-0121-AC54AB61DE2D}"/>
            </ac:picMkLst>
          </pc:picChg>
        </pc:sldLayoutChg>
        <pc:sldLayoutChg chg="addSp modSp mod">
          <pc:chgData name="Garima Singhal" userId="bd23a5c7e7d7f8f6" providerId="LiveId" clId="{C3672CA3-9754-4262-B5E4-E1F9A3F66D40}" dt="2024-08-26T07:47:12.229" v="123"/>
          <pc:sldLayoutMkLst>
            <pc:docMk/>
            <pc:sldMasterMk cId="0" sldId="2147483648"/>
            <pc:sldLayoutMk cId="0" sldId="2147483654"/>
          </pc:sldLayoutMkLst>
          <pc:spChg chg="mod">
            <ac:chgData name="Garima Singhal" userId="bd23a5c7e7d7f8f6" providerId="LiveId" clId="{C3672CA3-9754-4262-B5E4-E1F9A3F66D40}" dt="2024-08-26T07:33:11.506" v="47" actId="2711"/>
            <ac:spMkLst>
              <pc:docMk/>
              <pc:sldMasterMk cId="0" sldId="2147483648"/>
              <pc:sldLayoutMk cId="0" sldId="2147483654"/>
              <ac:spMk id="2" creationId="{00000000-0000-0000-0000-000000000000}"/>
            </ac:spMkLst>
          </pc:spChg>
          <pc:spChg chg="mod">
            <ac:chgData name="Garima Singhal" userId="bd23a5c7e7d7f8f6" providerId="LiveId" clId="{C3672CA3-9754-4262-B5E4-E1F9A3F66D40}" dt="2024-08-26T07:33:15.671" v="48" actId="14100"/>
            <ac:spMkLst>
              <pc:docMk/>
              <pc:sldMasterMk cId="0" sldId="2147483648"/>
              <pc:sldLayoutMk cId="0" sldId="2147483654"/>
              <ac:spMk id="3" creationId="{00000000-0000-0000-0000-000000000000}"/>
            </ac:spMkLst>
          </pc:spChg>
          <pc:spChg chg="mod">
            <ac:chgData name="Garima Singhal" userId="bd23a5c7e7d7f8f6" providerId="LiveId" clId="{C3672CA3-9754-4262-B5E4-E1F9A3F66D40}" dt="2024-08-26T07:33:22.527" v="51" actId="14100"/>
            <ac:spMkLst>
              <pc:docMk/>
              <pc:sldMasterMk cId="0" sldId="2147483648"/>
              <pc:sldLayoutMk cId="0" sldId="2147483654"/>
              <ac:spMk id="4" creationId="{00000000-0000-0000-0000-000000000000}"/>
            </ac:spMkLst>
          </pc:spChg>
          <pc:spChg chg="mod">
            <ac:chgData name="Garima Singhal" userId="bd23a5c7e7d7f8f6" providerId="LiveId" clId="{C3672CA3-9754-4262-B5E4-E1F9A3F66D40}" dt="2024-08-26T07:33:20.343" v="50" actId="14100"/>
            <ac:spMkLst>
              <pc:docMk/>
              <pc:sldMasterMk cId="0" sldId="2147483648"/>
              <pc:sldLayoutMk cId="0" sldId="2147483654"/>
              <ac:spMk id="5" creationId="{00000000-0000-0000-0000-000000000000}"/>
            </ac:spMkLst>
          </pc:spChg>
          <pc:picChg chg="add mod">
            <ac:chgData name="Garima Singhal" userId="bd23a5c7e7d7f8f6" providerId="LiveId" clId="{C3672CA3-9754-4262-B5E4-E1F9A3F66D40}" dt="2024-08-26T07:47:12.229" v="123"/>
            <ac:picMkLst>
              <pc:docMk/>
              <pc:sldMasterMk cId="0" sldId="2147483648"/>
              <pc:sldLayoutMk cId="0" sldId="2147483654"/>
              <ac:picMk id="6" creationId="{34A4AA9D-5CBE-E49F-E54A-DE5D9A2A2CD3}"/>
            </ac:picMkLst>
          </pc:picChg>
        </pc:sldLayoutChg>
        <pc:sldLayoutChg chg="modSp">
          <pc:chgData name="Garima Singhal" userId="bd23a5c7e7d7f8f6" providerId="LiveId" clId="{C3672CA3-9754-4262-B5E4-E1F9A3F66D40}" dt="2024-08-26T07:30:25.632" v="6"/>
          <pc:sldLayoutMkLst>
            <pc:docMk/>
            <pc:sldMasterMk cId="0" sldId="2147483648"/>
            <pc:sldLayoutMk cId="0" sldId="2147483656"/>
          </pc:sldLayoutMkLst>
          <pc:spChg chg="mod">
            <ac:chgData name="Garima Singhal" userId="bd23a5c7e7d7f8f6" providerId="LiveId" clId="{C3672CA3-9754-4262-B5E4-E1F9A3F66D40}" dt="2024-08-26T07:30:25.632" v="6"/>
            <ac:spMkLst>
              <pc:docMk/>
              <pc:sldMasterMk cId="0" sldId="2147483648"/>
              <pc:sldLayoutMk cId="0" sldId="2147483656"/>
              <ac:spMk id="2" creationId="{00000000-0000-0000-0000-000000000000}"/>
            </ac:spMkLst>
          </pc:spChg>
          <pc:spChg chg="mod">
            <ac:chgData name="Garima Singhal" userId="bd23a5c7e7d7f8f6" providerId="LiveId" clId="{C3672CA3-9754-4262-B5E4-E1F9A3F66D40}" dt="2024-08-26T07:30:25.632" v="6"/>
            <ac:spMkLst>
              <pc:docMk/>
              <pc:sldMasterMk cId="0" sldId="2147483648"/>
              <pc:sldLayoutMk cId="0" sldId="2147483656"/>
              <ac:spMk id="3" creationId="{00000000-0000-0000-0000-000000000000}"/>
            </ac:spMkLst>
          </pc:spChg>
          <pc:spChg chg="mod">
            <ac:chgData name="Garima Singhal" userId="bd23a5c7e7d7f8f6" providerId="LiveId" clId="{C3672CA3-9754-4262-B5E4-E1F9A3F66D40}" dt="2024-08-26T07:30:25.632" v="6"/>
            <ac:spMkLst>
              <pc:docMk/>
              <pc:sldMasterMk cId="0" sldId="2147483648"/>
              <pc:sldLayoutMk cId="0" sldId="2147483656"/>
              <ac:spMk id="4" creationId="{00000000-0000-0000-0000-000000000000}"/>
            </ac:spMkLst>
          </pc:spChg>
        </pc:sldLayoutChg>
        <pc:sldLayoutChg chg="modSp">
          <pc:chgData name="Garima Singhal" userId="bd23a5c7e7d7f8f6" providerId="LiveId" clId="{C3672CA3-9754-4262-B5E4-E1F9A3F66D40}" dt="2024-08-26T07:30:25.632" v="6"/>
          <pc:sldLayoutMkLst>
            <pc:docMk/>
            <pc:sldMasterMk cId="0" sldId="2147483648"/>
            <pc:sldLayoutMk cId="0" sldId="2147483657"/>
          </pc:sldLayoutMkLst>
          <pc:spChg chg="mod">
            <ac:chgData name="Garima Singhal" userId="bd23a5c7e7d7f8f6" providerId="LiveId" clId="{C3672CA3-9754-4262-B5E4-E1F9A3F66D40}" dt="2024-08-26T07:30:25.632" v="6"/>
            <ac:spMkLst>
              <pc:docMk/>
              <pc:sldMasterMk cId="0" sldId="2147483648"/>
              <pc:sldLayoutMk cId="0" sldId="2147483657"/>
              <ac:spMk id="2" creationId="{00000000-0000-0000-0000-000000000000}"/>
            </ac:spMkLst>
          </pc:spChg>
          <pc:spChg chg="mod">
            <ac:chgData name="Garima Singhal" userId="bd23a5c7e7d7f8f6" providerId="LiveId" clId="{C3672CA3-9754-4262-B5E4-E1F9A3F66D40}" dt="2024-08-26T07:30:25.632" v="6"/>
            <ac:spMkLst>
              <pc:docMk/>
              <pc:sldMasterMk cId="0" sldId="2147483648"/>
              <pc:sldLayoutMk cId="0" sldId="2147483657"/>
              <ac:spMk id="3" creationId="{00000000-0000-0000-0000-000000000000}"/>
            </ac:spMkLst>
          </pc:spChg>
          <pc:spChg chg="mod">
            <ac:chgData name="Garima Singhal" userId="bd23a5c7e7d7f8f6" providerId="LiveId" clId="{C3672CA3-9754-4262-B5E4-E1F9A3F66D40}" dt="2024-08-26T07:30:25.632" v="6"/>
            <ac:spMkLst>
              <pc:docMk/>
              <pc:sldMasterMk cId="0" sldId="2147483648"/>
              <pc:sldLayoutMk cId="0" sldId="2147483657"/>
              <ac:spMk id="4" creationId="{00000000-0000-0000-0000-000000000000}"/>
            </ac:spMkLst>
          </pc:spChg>
        </pc:sldLayoutChg>
        <pc:sldLayoutChg chg="modSp">
          <pc:chgData name="Garima Singhal" userId="bd23a5c7e7d7f8f6" providerId="LiveId" clId="{C3672CA3-9754-4262-B5E4-E1F9A3F66D40}" dt="2024-08-26T07:30:25.632" v="6"/>
          <pc:sldLayoutMkLst>
            <pc:docMk/>
            <pc:sldMasterMk cId="0" sldId="2147483648"/>
            <pc:sldLayoutMk cId="0" sldId="2147483659"/>
          </pc:sldLayoutMkLst>
          <pc:spChg chg="mod">
            <ac:chgData name="Garima Singhal" userId="bd23a5c7e7d7f8f6" providerId="LiveId" clId="{C3672CA3-9754-4262-B5E4-E1F9A3F66D40}" dt="2024-08-26T07:30:25.632" v="6"/>
            <ac:spMkLst>
              <pc:docMk/>
              <pc:sldMasterMk cId="0" sldId="2147483648"/>
              <pc:sldLayoutMk cId="0" sldId="2147483659"/>
              <ac:spMk id="2" creationId="{00000000-0000-0000-0000-000000000000}"/>
            </ac:spMkLst>
          </pc:spChg>
          <pc:spChg chg="mod">
            <ac:chgData name="Garima Singhal" userId="bd23a5c7e7d7f8f6" providerId="LiveId" clId="{C3672CA3-9754-4262-B5E4-E1F9A3F66D40}" dt="2024-08-26T07:30:25.632" v="6"/>
            <ac:spMkLst>
              <pc:docMk/>
              <pc:sldMasterMk cId="0" sldId="2147483648"/>
              <pc:sldLayoutMk cId="0" sldId="2147483659"/>
              <ac:spMk id="3"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7/22/2025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5059380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87C975-42D7-4E4A-97FF-D27C03F4C1AA}" type="datetimeFigureOut">
              <a:rPr lang="en-US" smtClean="0"/>
              <a:pPr/>
              <a:t>7/22/2025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0EDF34-ED24-4CD8-B43F-56C6AD963CD4}" type="slidenum">
              <a:rPr lang="en-US" smtClean="0"/>
              <a:pPr/>
              <a:t>‹#›</a:t>
            </a:fld>
            <a:endParaRPr lang="en-US"/>
          </a:p>
        </p:txBody>
      </p:sp>
    </p:spTree>
    <p:extLst>
      <p:ext uri="{BB962C8B-B14F-4D97-AF65-F5344CB8AC3E}">
        <p14:creationId xmlns:p14="http://schemas.microsoft.com/office/powerpoint/2010/main" val="1120966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a:t>
            </a:fld>
            <a:endParaRPr lang="en-US" dirty="0"/>
          </a:p>
        </p:txBody>
      </p:sp>
    </p:spTree>
    <p:extLst>
      <p:ext uri="{BB962C8B-B14F-4D97-AF65-F5344CB8AC3E}">
        <p14:creationId xmlns:p14="http://schemas.microsoft.com/office/powerpoint/2010/main" val="3023659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16</a:t>
            </a:fld>
            <a:endParaRPr lang="en-US"/>
          </a:p>
        </p:txBody>
      </p:sp>
    </p:spTree>
    <p:extLst>
      <p:ext uri="{BB962C8B-B14F-4D97-AF65-F5344CB8AC3E}">
        <p14:creationId xmlns:p14="http://schemas.microsoft.com/office/powerpoint/2010/main" val="4152997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17</a:t>
            </a:fld>
            <a:endParaRPr lang="en-US"/>
          </a:p>
        </p:txBody>
      </p:sp>
    </p:spTree>
    <p:extLst>
      <p:ext uri="{BB962C8B-B14F-4D97-AF65-F5344CB8AC3E}">
        <p14:creationId xmlns:p14="http://schemas.microsoft.com/office/powerpoint/2010/main" val="2069519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18</a:t>
            </a:fld>
            <a:endParaRPr lang="en-US"/>
          </a:p>
        </p:txBody>
      </p:sp>
    </p:spTree>
    <p:extLst>
      <p:ext uri="{BB962C8B-B14F-4D97-AF65-F5344CB8AC3E}">
        <p14:creationId xmlns:p14="http://schemas.microsoft.com/office/powerpoint/2010/main" val="287716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19</a:t>
            </a:fld>
            <a:endParaRPr lang="en-US"/>
          </a:p>
        </p:txBody>
      </p:sp>
    </p:spTree>
    <p:extLst>
      <p:ext uri="{BB962C8B-B14F-4D97-AF65-F5344CB8AC3E}">
        <p14:creationId xmlns:p14="http://schemas.microsoft.com/office/powerpoint/2010/main" val="591194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20</a:t>
            </a:fld>
            <a:endParaRPr lang="en-US"/>
          </a:p>
        </p:txBody>
      </p:sp>
    </p:spTree>
    <p:extLst>
      <p:ext uri="{BB962C8B-B14F-4D97-AF65-F5344CB8AC3E}">
        <p14:creationId xmlns:p14="http://schemas.microsoft.com/office/powerpoint/2010/main" val="3802577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21</a:t>
            </a:fld>
            <a:endParaRPr lang="en-US"/>
          </a:p>
        </p:txBody>
      </p:sp>
    </p:spTree>
    <p:extLst>
      <p:ext uri="{BB962C8B-B14F-4D97-AF65-F5344CB8AC3E}">
        <p14:creationId xmlns:p14="http://schemas.microsoft.com/office/powerpoint/2010/main" val="28846251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22</a:t>
            </a:fld>
            <a:endParaRPr lang="en-US"/>
          </a:p>
        </p:txBody>
      </p:sp>
    </p:spTree>
    <p:extLst>
      <p:ext uri="{BB962C8B-B14F-4D97-AF65-F5344CB8AC3E}">
        <p14:creationId xmlns:p14="http://schemas.microsoft.com/office/powerpoint/2010/main" val="938865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28</a:t>
            </a:fld>
            <a:endParaRPr lang="en-US"/>
          </a:p>
        </p:txBody>
      </p:sp>
    </p:spTree>
    <p:extLst>
      <p:ext uri="{BB962C8B-B14F-4D97-AF65-F5344CB8AC3E}">
        <p14:creationId xmlns:p14="http://schemas.microsoft.com/office/powerpoint/2010/main" val="3990016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29</a:t>
            </a:fld>
            <a:endParaRPr lang="en-US"/>
          </a:p>
        </p:txBody>
      </p:sp>
    </p:spTree>
    <p:extLst>
      <p:ext uri="{BB962C8B-B14F-4D97-AF65-F5344CB8AC3E}">
        <p14:creationId xmlns:p14="http://schemas.microsoft.com/office/powerpoint/2010/main" val="29090275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30</a:t>
            </a:fld>
            <a:endParaRPr lang="en-US"/>
          </a:p>
        </p:txBody>
      </p:sp>
    </p:spTree>
    <p:extLst>
      <p:ext uri="{BB962C8B-B14F-4D97-AF65-F5344CB8AC3E}">
        <p14:creationId xmlns:p14="http://schemas.microsoft.com/office/powerpoint/2010/main" val="24643384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31</a:t>
            </a:fld>
            <a:endParaRPr lang="en-US"/>
          </a:p>
        </p:txBody>
      </p:sp>
    </p:spTree>
    <p:extLst>
      <p:ext uri="{BB962C8B-B14F-4D97-AF65-F5344CB8AC3E}">
        <p14:creationId xmlns:p14="http://schemas.microsoft.com/office/powerpoint/2010/main" val="5851431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32</a:t>
            </a:fld>
            <a:endParaRPr lang="en-US"/>
          </a:p>
        </p:txBody>
      </p:sp>
    </p:spTree>
    <p:extLst>
      <p:ext uri="{BB962C8B-B14F-4D97-AF65-F5344CB8AC3E}">
        <p14:creationId xmlns:p14="http://schemas.microsoft.com/office/powerpoint/2010/main" val="42022162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33</a:t>
            </a:fld>
            <a:endParaRPr lang="en-US"/>
          </a:p>
        </p:txBody>
      </p:sp>
    </p:spTree>
    <p:extLst>
      <p:ext uri="{BB962C8B-B14F-4D97-AF65-F5344CB8AC3E}">
        <p14:creationId xmlns:p14="http://schemas.microsoft.com/office/powerpoint/2010/main" val="3836936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35</a:t>
            </a:fld>
            <a:endParaRPr lang="en-US"/>
          </a:p>
        </p:txBody>
      </p:sp>
    </p:spTree>
    <p:extLst>
      <p:ext uri="{BB962C8B-B14F-4D97-AF65-F5344CB8AC3E}">
        <p14:creationId xmlns:p14="http://schemas.microsoft.com/office/powerpoint/2010/main" val="4074139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36</a:t>
            </a:fld>
            <a:endParaRPr lang="en-US"/>
          </a:p>
        </p:txBody>
      </p:sp>
    </p:spTree>
    <p:extLst>
      <p:ext uri="{BB962C8B-B14F-4D97-AF65-F5344CB8AC3E}">
        <p14:creationId xmlns:p14="http://schemas.microsoft.com/office/powerpoint/2010/main" val="17111880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37</a:t>
            </a:fld>
            <a:endParaRPr lang="en-US"/>
          </a:p>
        </p:txBody>
      </p:sp>
    </p:spTree>
    <p:extLst>
      <p:ext uri="{BB962C8B-B14F-4D97-AF65-F5344CB8AC3E}">
        <p14:creationId xmlns:p14="http://schemas.microsoft.com/office/powerpoint/2010/main" val="41268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38</a:t>
            </a:fld>
            <a:endParaRPr lang="en-US"/>
          </a:p>
        </p:txBody>
      </p:sp>
    </p:spTree>
    <p:extLst>
      <p:ext uri="{BB962C8B-B14F-4D97-AF65-F5344CB8AC3E}">
        <p14:creationId xmlns:p14="http://schemas.microsoft.com/office/powerpoint/2010/main" val="41866491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39</a:t>
            </a:fld>
            <a:endParaRPr lang="en-US"/>
          </a:p>
        </p:txBody>
      </p:sp>
    </p:spTree>
    <p:extLst>
      <p:ext uri="{BB962C8B-B14F-4D97-AF65-F5344CB8AC3E}">
        <p14:creationId xmlns:p14="http://schemas.microsoft.com/office/powerpoint/2010/main" val="41444367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40</a:t>
            </a:fld>
            <a:endParaRPr lang="en-US"/>
          </a:p>
        </p:txBody>
      </p:sp>
    </p:spTree>
    <p:extLst>
      <p:ext uri="{BB962C8B-B14F-4D97-AF65-F5344CB8AC3E}">
        <p14:creationId xmlns:p14="http://schemas.microsoft.com/office/powerpoint/2010/main" val="32660261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41</a:t>
            </a:fld>
            <a:endParaRPr lang="en-US"/>
          </a:p>
        </p:txBody>
      </p:sp>
    </p:spTree>
    <p:extLst>
      <p:ext uri="{BB962C8B-B14F-4D97-AF65-F5344CB8AC3E}">
        <p14:creationId xmlns:p14="http://schemas.microsoft.com/office/powerpoint/2010/main" val="13762658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42</a:t>
            </a:fld>
            <a:endParaRPr lang="en-US"/>
          </a:p>
        </p:txBody>
      </p:sp>
    </p:spTree>
    <p:extLst>
      <p:ext uri="{BB962C8B-B14F-4D97-AF65-F5344CB8AC3E}">
        <p14:creationId xmlns:p14="http://schemas.microsoft.com/office/powerpoint/2010/main" val="11153429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43</a:t>
            </a:fld>
            <a:endParaRPr lang="en-US"/>
          </a:p>
        </p:txBody>
      </p:sp>
    </p:spTree>
    <p:extLst>
      <p:ext uri="{BB962C8B-B14F-4D97-AF65-F5344CB8AC3E}">
        <p14:creationId xmlns:p14="http://schemas.microsoft.com/office/powerpoint/2010/main" val="28351943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44</a:t>
            </a:fld>
            <a:endParaRPr lang="en-US"/>
          </a:p>
        </p:txBody>
      </p:sp>
    </p:spTree>
    <p:extLst>
      <p:ext uri="{BB962C8B-B14F-4D97-AF65-F5344CB8AC3E}">
        <p14:creationId xmlns:p14="http://schemas.microsoft.com/office/powerpoint/2010/main" val="29174728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45</a:t>
            </a:fld>
            <a:endParaRPr lang="en-US"/>
          </a:p>
        </p:txBody>
      </p:sp>
    </p:spTree>
    <p:extLst>
      <p:ext uri="{BB962C8B-B14F-4D97-AF65-F5344CB8AC3E}">
        <p14:creationId xmlns:p14="http://schemas.microsoft.com/office/powerpoint/2010/main" val="29859749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46</a:t>
            </a:fld>
            <a:endParaRPr lang="en-US"/>
          </a:p>
        </p:txBody>
      </p:sp>
    </p:spTree>
    <p:extLst>
      <p:ext uri="{BB962C8B-B14F-4D97-AF65-F5344CB8AC3E}">
        <p14:creationId xmlns:p14="http://schemas.microsoft.com/office/powerpoint/2010/main" val="36842351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47</a:t>
            </a:fld>
            <a:endParaRPr lang="en-US"/>
          </a:p>
        </p:txBody>
      </p:sp>
    </p:spTree>
    <p:extLst>
      <p:ext uri="{BB962C8B-B14F-4D97-AF65-F5344CB8AC3E}">
        <p14:creationId xmlns:p14="http://schemas.microsoft.com/office/powerpoint/2010/main" val="27440080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48</a:t>
            </a:fld>
            <a:endParaRPr lang="en-US"/>
          </a:p>
        </p:txBody>
      </p:sp>
    </p:spTree>
    <p:extLst>
      <p:ext uri="{BB962C8B-B14F-4D97-AF65-F5344CB8AC3E}">
        <p14:creationId xmlns:p14="http://schemas.microsoft.com/office/powerpoint/2010/main" val="40553317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49</a:t>
            </a:fld>
            <a:endParaRPr lang="en-US"/>
          </a:p>
        </p:txBody>
      </p:sp>
    </p:spTree>
    <p:extLst>
      <p:ext uri="{BB962C8B-B14F-4D97-AF65-F5344CB8AC3E}">
        <p14:creationId xmlns:p14="http://schemas.microsoft.com/office/powerpoint/2010/main" val="40255347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50</a:t>
            </a:fld>
            <a:endParaRPr lang="en-US"/>
          </a:p>
        </p:txBody>
      </p:sp>
    </p:spTree>
    <p:extLst>
      <p:ext uri="{BB962C8B-B14F-4D97-AF65-F5344CB8AC3E}">
        <p14:creationId xmlns:p14="http://schemas.microsoft.com/office/powerpoint/2010/main" val="13847066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51</a:t>
            </a:fld>
            <a:endParaRPr lang="en-US"/>
          </a:p>
        </p:txBody>
      </p:sp>
    </p:spTree>
    <p:extLst>
      <p:ext uri="{BB962C8B-B14F-4D97-AF65-F5344CB8AC3E}">
        <p14:creationId xmlns:p14="http://schemas.microsoft.com/office/powerpoint/2010/main" val="24703737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52</a:t>
            </a:fld>
            <a:endParaRPr lang="en-US"/>
          </a:p>
        </p:txBody>
      </p:sp>
    </p:spTree>
    <p:extLst>
      <p:ext uri="{BB962C8B-B14F-4D97-AF65-F5344CB8AC3E}">
        <p14:creationId xmlns:p14="http://schemas.microsoft.com/office/powerpoint/2010/main" val="39121770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53</a:t>
            </a:fld>
            <a:endParaRPr lang="en-US"/>
          </a:p>
        </p:txBody>
      </p:sp>
    </p:spTree>
    <p:extLst>
      <p:ext uri="{BB962C8B-B14F-4D97-AF65-F5344CB8AC3E}">
        <p14:creationId xmlns:p14="http://schemas.microsoft.com/office/powerpoint/2010/main" val="13298795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54</a:t>
            </a:fld>
            <a:endParaRPr lang="en-US"/>
          </a:p>
        </p:txBody>
      </p:sp>
    </p:spTree>
    <p:extLst>
      <p:ext uri="{BB962C8B-B14F-4D97-AF65-F5344CB8AC3E}">
        <p14:creationId xmlns:p14="http://schemas.microsoft.com/office/powerpoint/2010/main" val="14919484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55</a:t>
            </a:fld>
            <a:endParaRPr lang="en-US"/>
          </a:p>
        </p:txBody>
      </p:sp>
    </p:spTree>
    <p:extLst>
      <p:ext uri="{BB962C8B-B14F-4D97-AF65-F5344CB8AC3E}">
        <p14:creationId xmlns:p14="http://schemas.microsoft.com/office/powerpoint/2010/main" val="27410193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56</a:t>
            </a:fld>
            <a:endParaRPr lang="en-US"/>
          </a:p>
        </p:txBody>
      </p:sp>
    </p:spTree>
    <p:extLst>
      <p:ext uri="{BB962C8B-B14F-4D97-AF65-F5344CB8AC3E}">
        <p14:creationId xmlns:p14="http://schemas.microsoft.com/office/powerpoint/2010/main" val="17372568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57</a:t>
            </a:fld>
            <a:endParaRPr lang="en-US"/>
          </a:p>
        </p:txBody>
      </p:sp>
    </p:spTree>
    <p:extLst>
      <p:ext uri="{BB962C8B-B14F-4D97-AF65-F5344CB8AC3E}">
        <p14:creationId xmlns:p14="http://schemas.microsoft.com/office/powerpoint/2010/main" val="14945216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58</a:t>
            </a:fld>
            <a:endParaRPr lang="en-US"/>
          </a:p>
        </p:txBody>
      </p:sp>
    </p:spTree>
    <p:extLst>
      <p:ext uri="{BB962C8B-B14F-4D97-AF65-F5344CB8AC3E}">
        <p14:creationId xmlns:p14="http://schemas.microsoft.com/office/powerpoint/2010/main" val="18088281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59</a:t>
            </a:fld>
            <a:endParaRPr lang="en-US"/>
          </a:p>
        </p:txBody>
      </p:sp>
    </p:spTree>
    <p:extLst>
      <p:ext uri="{BB962C8B-B14F-4D97-AF65-F5344CB8AC3E}">
        <p14:creationId xmlns:p14="http://schemas.microsoft.com/office/powerpoint/2010/main" val="18077131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60</a:t>
            </a:fld>
            <a:endParaRPr lang="en-US"/>
          </a:p>
        </p:txBody>
      </p:sp>
    </p:spTree>
    <p:extLst>
      <p:ext uri="{BB962C8B-B14F-4D97-AF65-F5344CB8AC3E}">
        <p14:creationId xmlns:p14="http://schemas.microsoft.com/office/powerpoint/2010/main" val="12974295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61</a:t>
            </a:fld>
            <a:endParaRPr lang="en-US"/>
          </a:p>
        </p:txBody>
      </p:sp>
    </p:spTree>
    <p:extLst>
      <p:ext uri="{BB962C8B-B14F-4D97-AF65-F5344CB8AC3E}">
        <p14:creationId xmlns:p14="http://schemas.microsoft.com/office/powerpoint/2010/main" val="9722497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62</a:t>
            </a:fld>
            <a:endParaRPr lang="en-US"/>
          </a:p>
        </p:txBody>
      </p:sp>
    </p:spTree>
    <p:extLst>
      <p:ext uri="{BB962C8B-B14F-4D97-AF65-F5344CB8AC3E}">
        <p14:creationId xmlns:p14="http://schemas.microsoft.com/office/powerpoint/2010/main" val="23148974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63</a:t>
            </a:fld>
            <a:endParaRPr lang="en-US"/>
          </a:p>
        </p:txBody>
      </p:sp>
    </p:spTree>
    <p:extLst>
      <p:ext uri="{BB962C8B-B14F-4D97-AF65-F5344CB8AC3E}">
        <p14:creationId xmlns:p14="http://schemas.microsoft.com/office/powerpoint/2010/main" val="11817214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64</a:t>
            </a:fld>
            <a:endParaRPr lang="en-US"/>
          </a:p>
        </p:txBody>
      </p:sp>
    </p:spTree>
    <p:extLst>
      <p:ext uri="{BB962C8B-B14F-4D97-AF65-F5344CB8AC3E}">
        <p14:creationId xmlns:p14="http://schemas.microsoft.com/office/powerpoint/2010/main" val="3206052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65</a:t>
            </a:fld>
            <a:endParaRPr lang="en-US"/>
          </a:p>
        </p:txBody>
      </p:sp>
    </p:spTree>
    <p:extLst>
      <p:ext uri="{BB962C8B-B14F-4D97-AF65-F5344CB8AC3E}">
        <p14:creationId xmlns:p14="http://schemas.microsoft.com/office/powerpoint/2010/main" val="18405062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66</a:t>
            </a:fld>
            <a:endParaRPr lang="en-US"/>
          </a:p>
        </p:txBody>
      </p:sp>
    </p:spTree>
    <p:extLst>
      <p:ext uri="{BB962C8B-B14F-4D97-AF65-F5344CB8AC3E}">
        <p14:creationId xmlns:p14="http://schemas.microsoft.com/office/powerpoint/2010/main" val="10247706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67</a:t>
            </a:fld>
            <a:endParaRPr lang="en-US"/>
          </a:p>
        </p:txBody>
      </p:sp>
    </p:spTree>
    <p:extLst>
      <p:ext uri="{BB962C8B-B14F-4D97-AF65-F5344CB8AC3E}">
        <p14:creationId xmlns:p14="http://schemas.microsoft.com/office/powerpoint/2010/main" val="29006435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68</a:t>
            </a:fld>
            <a:endParaRPr lang="en-US"/>
          </a:p>
        </p:txBody>
      </p:sp>
    </p:spTree>
    <p:extLst>
      <p:ext uri="{BB962C8B-B14F-4D97-AF65-F5344CB8AC3E}">
        <p14:creationId xmlns:p14="http://schemas.microsoft.com/office/powerpoint/2010/main" val="19961131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69</a:t>
            </a:fld>
            <a:endParaRPr lang="en-US"/>
          </a:p>
        </p:txBody>
      </p:sp>
    </p:spTree>
    <p:extLst>
      <p:ext uri="{BB962C8B-B14F-4D97-AF65-F5344CB8AC3E}">
        <p14:creationId xmlns:p14="http://schemas.microsoft.com/office/powerpoint/2010/main" val="5380728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70</a:t>
            </a:fld>
            <a:endParaRPr lang="en-US"/>
          </a:p>
        </p:txBody>
      </p:sp>
    </p:spTree>
    <p:extLst>
      <p:ext uri="{BB962C8B-B14F-4D97-AF65-F5344CB8AC3E}">
        <p14:creationId xmlns:p14="http://schemas.microsoft.com/office/powerpoint/2010/main" val="15622856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71</a:t>
            </a:fld>
            <a:endParaRPr lang="en-US"/>
          </a:p>
        </p:txBody>
      </p:sp>
    </p:spTree>
    <p:extLst>
      <p:ext uri="{BB962C8B-B14F-4D97-AF65-F5344CB8AC3E}">
        <p14:creationId xmlns:p14="http://schemas.microsoft.com/office/powerpoint/2010/main" val="251699196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72</a:t>
            </a:fld>
            <a:endParaRPr lang="en-US"/>
          </a:p>
        </p:txBody>
      </p:sp>
    </p:spTree>
    <p:extLst>
      <p:ext uri="{BB962C8B-B14F-4D97-AF65-F5344CB8AC3E}">
        <p14:creationId xmlns:p14="http://schemas.microsoft.com/office/powerpoint/2010/main" val="328806723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73</a:t>
            </a:fld>
            <a:endParaRPr lang="en-US"/>
          </a:p>
        </p:txBody>
      </p:sp>
    </p:spTree>
    <p:extLst>
      <p:ext uri="{BB962C8B-B14F-4D97-AF65-F5344CB8AC3E}">
        <p14:creationId xmlns:p14="http://schemas.microsoft.com/office/powerpoint/2010/main" val="362097343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74</a:t>
            </a:fld>
            <a:endParaRPr lang="en-US"/>
          </a:p>
        </p:txBody>
      </p:sp>
    </p:spTree>
    <p:extLst>
      <p:ext uri="{BB962C8B-B14F-4D97-AF65-F5344CB8AC3E}">
        <p14:creationId xmlns:p14="http://schemas.microsoft.com/office/powerpoint/2010/main" val="18705818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75</a:t>
            </a:fld>
            <a:endParaRPr lang="en-US"/>
          </a:p>
        </p:txBody>
      </p:sp>
    </p:spTree>
    <p:extLst>
      <p:ext uri="{BB962C8B-B14F-4D97-AF65-F5344CB8AC3E}">
        <p14:creationId xmlns:p14="http://schemas.microsoft.com/office/powerpoint/2010/main" val="40223460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76</a:t>
            </a:fld>
            <a:endParaRPr lang="en-US"/>
          </a:p>
        </p:txBody>
      </p:sp>
    </p:spTree>
    <p:extLst>
      <p:ext uri="{BB962C8B-B14F-4D97-AF65-F5344CB8AC3E}">
        <p14:creationId xmlns:p14="http://schemas.microsoft.com/office/powerpoint/2010/main" val="273489993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77</a:t>
            </a:fld>
            <a:endParaRPr lang="en-US"/>
          </a:p>
        </p:txBody>
      </p:sp>
    </p:spTree>
    <p:extLst>
      <p:ext uri="{BB962C8B-B14F-4D97-AF65-F5344CB8AC3E}">
        <p14:creationId xmlns:p14="http://schemas.microsoft.com/office/powerpoint/2010/main" val="166342086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78</a:t>
            </a:fld>
            <a:endParaRPr lang="en-US"/>
          </a:p>
        </p:txBody>
      </p:sp>
    </p:spTree>
    <p:extLst>
      <p:ext uri="{BB962C8B-B14F-4D97-AF65-F5344CB8AC3E}">
        <p14:creationId xmlns:p14="http://schemas.microsoft.com/office/powerpoint/2010/main" val="340452637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79</a:t>
            </a:fld>
            <a:endParaRPr lang="en-US"/>
          </a:p>
        </p:txBody>
      </p:sp>
    </p:spTree>
    <p:extLst>
      <p:ext uri="{BB962C8B-B14F-4D97-AF65-F5344CB8AC3E}">
        <p14:creationId xmlns:p14="http://schemas.microsoft.com/office/powerpoint/2010/main" val="329168097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80</a:t>
            </a:fld>
            <a:endParaRPr lang="en-US"/>
          </a:p>
        </p:txBody>
      </p:sp>
    </p:spTree>
    <p:extLst>
      <p:ext uri="{BB962C8B-B14F-4D97-AF65-F5344CB8AC3E}">
        <p14:creationId xmlns:p14="http://schemas.microsoft.com/office/powerpoint/2010/main" val="306473990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81</a:t>
            </a:fld>
            <a:endParaRPr lang="en-US"/>
          </a:p>
        </p:txBody>
      </p:sp>
    </p:spTree>
    <p:extLst>
      <p:ext uri="{BB962C8B-B14F-4D97-AF65-F5344CB8AC3E}">
        <p14:creationId xmlns:p14="http://schemas.microsoft.com/office/powerpoint/2010/main" val="327077417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82</a:t>
            </a:fld>
            <a:endParaRPr lang="en-US"/>
          </a:p>
        </p:txBody>
      </p:sp>
    </p:spTree>
    <p:extLst>
      <p:ext uri="{BB962C8B-B14F-4D97-AF65-F5344CB8AC3E}">
        <p14:creationId xmlns:p14="http://schemas.microsoft.com/office/powerpoint/2010/main" val="2381025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83</a:t>
            </a:fld>
            <a:endParaRPr lang="en-US"/>
          </a:p>
        </p:txBody>
      </p:sp>
    </p:spTree>
    <p:extLst>
      <p:ext uri="{BB962C8B-B14F-4D97-AF65-F5344CB8AC3E}">
        <p14:creationId xmlns:p14="http://schemas.microsoft.com/office/powerpoint/2010/main" val="2621104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84</a:t>
            </a:fld>
            <a:endParaRPr lang="en-US"/>
          </a:p>
        </p:txBody>
      </p:sp>
    </p:spTree>
    <p:extLst>
      <p:ext uri="{BB962C8B-B14F-4D97-AF65-F5344CB8AC3E}">
        <p14:creationId xmlns:p14="http://schemas.microsoft.com/office/powerpoint/2010/main" val="88632533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85</a:t>
            </a:fld>
            <a:endParaRPr lang="en-US"/>
          </a:p>
        </p:txBody>
      </p:sp>
    </p:spTree>
    <p:extLst>
      <p:ext uri="{BB962C8B-B14F-4D97-AF65-F5344CB8AC3E}">
        <p14:creationId xmlns:p14="http://schemas.microsoft.com/office/powerpoint/2010/main" val="267019908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86</a:t>
            </a:fld>
            <a:endParaRPr lang="en-US"/>
          </a:p>
        </p:txBody>
      </p:sp>
    </p:spTree>
    <p:extLst>
      <p:ext uri="{BB962C8B-B14F-4D97-AF65-F5344CB8AC3E}">
        <p14:creationId xmlns:p14="http://schemas.microsoft.com/office/powerpoint/2010/main" val="39512080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87</a:t>
            </a:fld>
            <a:endParaRPr lang="en-US"/>
          </a:p>
        </p:txBody>
      </p:sp>
    </p:spTree>
    <p:extLst>
      <p:ext uri="{BB962C8B-B14F-4D97-AF65-F5344CB8AC3E}">
        <p14:creationId xmlns:p14="http://schemas.microsoft.com/office/powerpoint/2010/main" val="312959200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88</a:t>
            </a:fld>
            <a:endParaRPr lang="en-US"/>
          </a:p>
        </p:txBody>
      </p:sp>
    </p:spTree>
    <p:extLst>
      <p:ext uri="{BB962C8B-B14F-4D97-AF65-F5344CB8AC3E}">
        <p14:creationId xmlns:p14="http://schemas.microsoft.com/office/powerpoint/2010/main" val="25441125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89</a:t>
            </a:fld>
            <a:endParaRPr lang="en-US"/>
          </a:p>
        </p:txBody>
      </p:sp>
    </p:spTree>
    <p:extLst>
      <p:ext uri="{BB962C8B-B14F-4D97-AF65-F5344CB8AC3E}">
        <p14:creationId xmlns:p14="http://schemas.microsoft.com/office/powerpoint/2010/main" val="422380692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90</a:t>
            </a:fld>
            <a:endParaRPr lang="en-US"/>
          </a:p>
        </p:txBody>
      </p:sp>
    </p:spTree>
    <p:extLst>
      <p:ext uri="{BB962C8B-B14F-4D97-AF65-F5344CB8AC3E}">
        <p14:creationId xmlns:p14="http://schemas.microsoft.com/office/powerpoint/2010/main" val="99466899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91</a:t>
            </a:fld>
            <a:endParaRPr lang="en-US"/>
          </a:p>
        </p:txBody>
      </p:sp>
    </p:spTree>
    <p:extLst>
      <p:ext uri="{BB962C8B-B14F-4D97-AF65-F5344CB8AC3E}">
        <p14:creationId xmlns:p14="http://schemas.microsoft.com/office/powerpoint/2010/main" val="349712774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92</a:t>
            </a:fld>
            <a:endParaRPr lang="en-US"/>
          </a:p>
        </p:txBody>
      </p:sp>
    </p:spTree>
    <p:extLst>
      <p:ext uri="{BB962C8B-B14F-4D97-AF65-F5344CB8AC3E}">
        <p14:creationId xmlns:p14="http://schemas.microsoft.com/office/powerpoint/2010/main" val="322553524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93</a:t>
            </a:fld>
            <a:endParaRPr lang="en-US"/>
          </a:p>
        </p:txBody>
      </p:sp>
    </p:spTree>
    <p:extLst>
      <p:ext uri="{BB962C8B-B14F-4D97-AF65-F5344CB8AC3E}">
        <p14:creationId xmlns:p14="http://schemas.microsoft.com/office/powerpoint/2010/main" val="390445174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94</a:t>
            </a:fld>
            <a:endParaRPr lang="en-US"/>
          </a:p>
        </p:txBody>
      </p:sp>
    </p:spTree>
    <p:extLst>
      <p:ext uri="{BB962C8B-B14F-4D97-AF65-F5344CB8AC3E}">
        <p14:creationId xmlns:p14="http://schemas.microsoft.com/office/powerpoint/2010/main" val="207426338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95</a:t>
            </a:fld>
            <a:endParaRPr lang="en-US"/>
          </a:p>
        </p:txBody>
      </p:sp>
    </p:spTree>
    <p:extLst>
      <p:ext uri="{BB962C8B-B14F-4D97-AF65-F5344CB8AC3E}">
        <p14:creationId xmlns:p14="http://schemas.microsoft.com/office/powerpoint/2010/main" val="428170585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96</a:t>
            </a:fld>
            <a:endParaRPr lang="en-US"/>
          </a:p>
        </p:txBody>
      </p:sp>
    </p:spTree>
    <p:extLst>
      <p:ext uri="{BB962C8B-B14F-4D97-AF65-F5344CB8AC3E}">
        <p14:creationId xmlns:p14="http://schemas.microsoft.com/office/powerpoint/2010/main" val="154423322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97</a:t>
            </a:fld>
            <a:endParaRPr lang="en-US"/>
          </a:p>
        </p:txBody>
      </p:sp>
    </p:spTree>
    <p:extLst>
      <p:ext uri="{BB962C8B-B14F-4D97-AF65-F5344CB8AC3E}">
        <p14:creationId xmlns:p14="http://schemas.microsoft.com/office/powerpoint/2010/main" val="204878037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98</a:t>
            </a:fld>
            <a:endParaRPr lang="en-US"/>
          </a:p>
        </p:txBody>
      </p:sp>
    </p:spTree>
    <p:extLst>
      <p:ext uri="{BB962C8B-B14F-4D97-AF65-F5344CB8AC3E}">
        <p14:creationId xmlns:p14="http://schemas.microsoft.com/office/powerpoint/2010/main" val="29167883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99</a:t>
            </a:fld>
            <a:endParaRPr lang="en-US"/>
          </a:p>
        </p:txBody>
      </p:sp>
    </p:spTree>
    <p:extLst>
      <p:ext uri="{BB962C8B-B14F-4D97-AF65-F5344CB8AC3E}">
        <p14:creationId xmlns:p14="http://schemas.microsoft.com/office/powerpoint/2010/main" val="324956307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100</a:t>
            </a:fld>
            <a:endParaRPr lang="en-US"/>
          </a:p>
        </p:txBody>
      </p:sp>
    </p:spTree>
    <p:extLst>
      <p:ext uri="{BB962C8B-B14F-4D97-AF65-F5344CB8AC3E}">
        <p14:creationId xmlns:p14="http://schemas.microsoft.com/office/powerpoint/2010/main" val="368990450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101</a:t>
            </a:fld>
            <a:endParaRPr lang="en-US"/>
          </a:p>
        </p:txBody>
      </p:sp>
    </p:spTree>
    <p:extLst>
      <p:ext uri="{BB962C8B-B14F-4D97-AF65-F5344CB8AC3E}">
        <p14:creationId xmlns:p14="http://schemas.microsoft.com/office/powerpoint/2010/main" val="303333752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102</a:t>
            </a:fld>
            <a:endParaRPr lang="en-US"/>
          </a:p>
        </p:txBody>
      </p:sp>
    </p:spTree>
    <p:extLst>
      <p:ext uri="{BB962C8B-B14F-4D97-AF65-F5344CB8AC3E}">
        <p14:creationId xmlns:p14="http://schemas.microsoft.com/office/powerpoint/2010/main" val="235558078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103</a:t>
            </a:fld>
            <a:endParaRPr lang="en-US"/>
          </a:p>
        </p:txBody>
      </p:sp>
    </p:spTree>
    <p:extLst>
      <p:ext uri="{BB962C8B-B14F-4D97-AF65-F5344CB8AC3E}">
        <p14:creationId xmlns:p14="http://schemas.microsoft.com/office/powerpoint/2010/main" val="141286202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104</a:t>
            </a:fld>
            <a:endParaRPr lang="en-US"/>
          </a:p>
        </p:txBody>
      </p:sp>
    </p:spTree>
    <p:extLst>
      <p:ext uri="{BB962C8B-B14F-4D97-AF65-F5344CB8AC3E}">
        <p14:creationId xmlns:p14="http://schemas.microsoft.com/office/powerpoint/2010/main" val="383397505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105</a:t>
            </a:fld>
            <a:endParaRPr lang="en-US"/>
          </a:p>
        </p:txBody>
      </p:sp>
    </p:spTree>
    <p:extLst>
      <p:ext uri="{BB962C8B-B14F-4D97-AF65-F5344CB8AC3E}">
        <p14:creationId xmlns:p14="http://schemas.microsoft.com/office/powerpoint/2010/main" val="226394264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106</a:t>
            </a:fld>
            <a:endParaRPr lang="en-US"/>
          </a:p>
        </p:txBody>
      </p:sp>
    </p:spTree>
    <p:extLst>
      <p:ext uri="{BB962C8B-B14F-4D97-AF65-F5344CB8AC3E}">
        <p14:creationId xmlns:p14="http://schemas.microsoft.com/office/powerpoint/2010/main" val="367532015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107</a:t>
            </a:fld>
            <a:endParaRPr lang="en-US"/>
          </a:p>
        </p:txBody>
      </p:sp>
    </p:spTree>
    <p:extLst>
      <p:ext uri="{BB962C8B-B14F-4D97-AF65-F5344CB8AC3E}">
        <p14:creationId xmlns:p14="http://schemas.microsoft.com/office/powerpoint/2010/main" val="288535181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108</a:t>
            </a:fld>
            <a:endParaRPr lang="en-US"/>
          </a:p>
        </p:txBody>
      </p:sp>
    </p:spTree>
    <p:extLst>
      <p:ext uri="{BB962C8B-B14F-4D97-AF65-F5344CB8AC3E}">
        <p14:creationId xmlns:p14="http://schemas.microsoft.com/office/powerpoint/2010/main" val="153284252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109</a:t>
            </a:fld>
            <a:endParaRPr lang="en-US"/>
          </a:p>
        </p:txBody>
      </p:sp>
    </p:spTree>
    <p:extLst>
      <p:ext uri="{BB962C8B-B14F-4D97-AF65-F5344CB8AC3E}">
        <p14:creationId xmlns:p14="http://schemas.microsoft.com/office/powerpoint/2010/main" val="2452205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110</a:t>
            </a:fld>
            <a:endParaRPr lang="en-US"/>
          </a:p>
        </p:txBody>
      </p:sp>
    </p:spTree>
    <p:extLst>
      <p:ext uri="{BB962C8B-B14F-4D97-AF65-F5344CB8AC3E}">
        <p14:creationId xmlns:p14="http://schemas.microsoft.com/office/powerpoint/2010/main" val="194528576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111</a:t>
            </a:fld>
            <a:endParaRPr lang="en-US"/>
          </a:p>
        </p:txBody>
      </p:sp>
    </p:spTree>
    <p:extLst>
      <p:ext uri="{BB962C8B-B14F-4D97-AF65-F5344CB8AC3E}">
        <p14:creationId xmlns:p14="http://schemas.microsoft.com/office/powerpoint/2010/main" val="61491964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112</a:t>
            </a:fld>
            <a:endParaRPr lang="en-US"/>
          </a:p>
        </p:txBody>
      </p:sp>
    </p:spTree>
    <p:extLst>
      <p:ext uri="{BB962C8B-B14F-4D97-AF65-F5344CB8AC3E}">
        <p14:creationId xmlns:p14="http://schemas.microsoft.com/office/powerpoint/2010/main" val="250333047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113</a:t>
            </a:fld>
            <a:endParaRPr lang="en-US"/>
          </a:p>
        </p:txBody>
      </p:sp>
    </p:spTree>
    <p:extLst>
      <p:ext uri="{BB962C8B-B14F-4D97-AF65-F5344CB8AC3E}">
        <p14:creationId xmlns:p14="http://schemas.microsoft.com/office/powerpoint/2010/main" val="311665753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114</a:t>
            </a:fld>
            <a:endParaRPr lang="en-US"/>
          </a:p>
        </p:txBody>
      </p:sp>
    </p:spTree>
    <p:extLst>
      <p:ext uri="{BB962C8B-B14F-4D97-AF65-F5344CB8AC3E}">
        <p14:creationId xmlns:p14="http://schemas.microsoft.com/office/powerpoint/2010/main" val="245102656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115</a:t>
            </a:fld>
            <a:endParaRPr lang="en-US"/>
          </a:p>
        </p:txBody>
      </p:sp>
    </p:spTree>
    <p:extLst>
      <p:ext uri="{BB962C8B-B14F-4D97-AF65-F5344CB8AC3E}">
        <p14:creationId xmlns:p14="http://schemas.microsoft.com/office/powerpoint/2010/main" val="221257739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116</a:t>
            </a:fld>
            <a:endParaRPr lang="en-US"/>
          </a:p>
        </p:txBody>
      </p:sp>
    </p:spTree>
    <p:extLst>
      <p:ext uri="{BB962C8B-B14F-4D97-AF65-F5344CB8AC3E}">
        <p14:creationId xmlns:p14="http://schemas.microsoft.com/office/powerpoint/2010/main" val="321299220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117</a:t>
            </a:fld>
            <a:endParaRPr lang="en-US"/>
          </a:p>
        </p:txBody>
      </p:sp>
    </p:spTree>
    <p:extLst>
      <p:ext uri="{BB962C8B-B14F-4D97-AF65-F5344CB8AC3E}">
        <p14:creationId xmlns:p14="http://schemas.microsoft.com/office/powerpoint/2010/main" val="409301407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118</a:t>
            </a:fld>
            <a:endParaRPr lang="en-US"/>
          </a:p>
        </p:txBody>
      </p:sp>
    </p:spTree>
    <p:extLst>
      <p:ext uri="{BB962C8B-B14F-4D97-AF65-F5344CB8AC3E}">
        <p14:creationId xmlns:p14="http://schemas.microsoft.com/office/powerpoint/2010/main" val="117858950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119</a:t>
            </a:fld>
            <a:endParaRPr lang="en-US"/>
          </a:p>
        </p:txBody>
      </p:sp>
    </p:spTree>
    <p:extLst>
      <p:ext uri="{BB962C8B-B14F-4D97-AF65-F5344CB8AC3E}">
        <p14:creationId xmlns:p14="http://schemas.microsoft.com/office/powerpoint/2010/main" val="294081519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120</a:t>
            </a:fld>
            <a:endParaRPr lang="en-US"/>
          </a:p>
        </p:txBody>
      </p:sp>
    </p:spTree>
    <p:extLst>
      <p:ext uri="{BB962C8B-B14F-4D97-AF65-F5344CB8AC3E}">
        <p14:creationId xmlns:p14="http://schemas.microsoft.com/office/powerpoint/2010/main" val="381782495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121</a:t>
            </a:fld>
            <a:endParaRPr lang="en-US"/>
          </a:p>
        </p:txBody>
      </p:sp>
    </p:spTree>
    <p:extLst>
      <p:ext uri="{BB962C8B-B14F-4D97-AF65-F5344CB8AC3E}">
        <p14:creationId xmlns:p14="http://schemas.microsoft.com/office/powerpoint/2010/main" val="86691082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122</a:t>
            </a:fld>
            <a:endParaRPr lang="en-US"/>
          </a:p>
        </p:txBody>
      </p:sp>
    </p:spTree>
    <p:extLst>
      <p:ext uri="{BB962C8B-B14F-4D97-AF65-F5344CB8AC3E}">
        <p14:creationId xmlns:p14="http://schemas.microsoft.com/office/powerpoint/2010/main" val="329429207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123</a:t>
            </a:fld>
            <a:endParaRPr lang="en-US"/>
          </a:p>
        </p:txBody>
      </p:sp>
    </p:spTree>
    <p:extLst>
      <p:ext uri="{BB962C8B-B14F-4D97-AF65-F5344CB8AC3E}">
        <p14:creationId xmlns:p14="http://schemas.microsoft.com/office/powerpoint/2010/main" val="176396071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124</a:t>
            </a:fld>
            <a:endParaRPr lang="en-US"/>
          </a:p>
        </p:txBody>
      </p:sp>
    </p:spTree>
    <p:extLst>
      <p:ext uri="{BB962C8B-B14F-4D97-AF65-F5344CB8AC3E}">
        <p14:creationId xmlns:p14="http://schemas.microsoft.com/office/powerpoint/2010/main" val="381756587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125</a:t>
            </a:fld>
            <a:endParaRPr lang="en-US"/>
          </a:p>
        </p:txBody>
      </p:sp>
    </p:spTree>
    <p:extLst>
      <p:ext uri="{BB962C8B-B14F-4D97-AF65-F5344CB8AC3E}">
        <p14:creationId xmlns:p14="http://schemas.microsoft.com/office/powerpoint/2010/main" val="1885232443"/>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126</a:t>
            </a:fld>
            <a:endParaRPr lang="en-US"/>
          </a:p>
        </p:txBody>
      </p:sp>
    </p:spTree>
    <p:extLst>
      <p:ext uri="{BB962C8B-B14F-4D97-AF65-F5344CB8AC3E}">
        <p14:creationId xmlns:p14="http://schemas.microsoft.com/office/powerpoint/2010/main" val="277177864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127</a:t>
            </a:fld>
            <a:endParaRPr lang="en-US"/>
          </a:p>
        </p:txBody>
      </p:sp>
    </p:spTree>
    <p:extLst>
      <p:ext uri="{BB962C8B-B14F-4D97-AF65-F5344CB8AC3E}">
        <p14:creationId xmlns:p14="http://schemas.microsoft.com/office/powerpoint/2010/main" val="415342272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128</a:t>
            </a:fld>
            <a:endParaRPr lang="en-US"/>
          </a:p>
        </p:txBody>
      </p:sp>
    </p:spTree>
    <p:extLst>
      <p:ext uri="{BB962C8B-B14F-4D97-AF65-F5344CB8AC3E}">
        <p14:creationId xmlns:p14="http://schemas.microsoft.com/office/powerpoint/2010/main" val="153286875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129</a:t>
            </a:fld>
            <a:endParaRPr lang="en-US"/>
          </a:p>
        </p:txBody>
      </p:sp>
    </p:spTree>
    <p:extLst>
      <p:ext uri="{BB962C8B-B14F-4D97-AF65-F5344CB8AC3E}">
        <p14:creationId xmlns:p14="http://schemas.microsoft.com/office/powerpoint/2010/main" val="257683380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130</a:t>
            </a:fld>
            <a:endParaRPr lang="en-US"/>
          </a:p>
        </p:txBody>
      </p:sp>
    </p:spTree>
    <p:extLst>
      <p:ext uri="{BB962C8B-B14F-4D97-AF65-F5344CB8AC3E}">
        <p14:creationId xmlns:p14="http://schemas.microsoft.com/office/powerpoint/2010/main" val="346375780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131</a:t>
            </a:fld>
            <a:endParaRPr lang="en-US"/>
          </a:p>
        </p:txBody>
      </p:sp>
    </p:spTree>
    <p:extLst>
      <p:ext uri="{BB962C8B-B14F-4D97-AF65-F5344CB8AC3E}">
        <p14:creationId xmlns:p14="http://schemas.microsoft.com/office/powerpoint/2010/main" val="372012892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132</a:t>
            </a:fld>
            <a:endParaRPr lang="en-US"/>
          </a:p>
        </p:txBody>
      </p:sp>
    </p:spTree>
    <p:extLst>
      <p:ext uri="{BB962C8B-B14F-4D97-AF65-F5344CB8AC3E}">
        <p14:creationId xmlns:p14="http://schemas.microsoft.com/office/powerpoint/2010/main" val="45802413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133</a:t>
            </a:fld>
            <a:endParaRPr lang="en-US"/>
          </a:p>
        </p:txBody>
      </p:sp>
    </p:spTree>
    <p:extLst>
      <p:ext uri="{BB962C8B-B14F-4D97-AF65-F5344CB8AC3E}">
        <p14:creationId xmlns:p14="http://schemas.microsoft.com/office/powerpoint/2010/main" val="419827989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134</a:t>
            </a:fld>
            <a:endParaRPr lang="en-US"/>
          </a:p>
        </p:txBody>
      </p:sp>
    </p:spTree>
    <p:extLst>
      <p:ext uri="{BB962C8B-B14F-4D97-AF65-F5344CB8AC3E}">
        <p14:creationId xmlns:p14="http://schemas.microsoft.com/office/powerpoint/2010/main" val="389761630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135</a:t>
            </a:fld>
            <a:endParaRPr lang="en-US"/>
          </a:p>
        </p:txBody>
      </p:sp>
    </p:spTree>
    <p:extLst>
      <p:ext uri="{BB962C8B-B14F-4D97-AF65-F5344CB8AC3E}">
        <p14:creationId xmlns:p14="http://schemas.microsoft.com/office/powerpoint/2010/main" val="1646391706"/>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136</a:t>
            </a:fld>
            <a:endParaRPr lang="en-US"/>
          </a:p>
        </p:txBody>
      </p:sp>
    </p:spTree>
    <p:extLst>
      <p:ext uri="{BB962C8B-B14F-4D97-AF65-F5344CB8AC3E}">
        <p14:creationId xmlns:p14="http://schemas.microsoft.com/office/powerpoint/2010/main" val="101598295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137</a:t>
            </a:fld>
            <a:endParaRPr lang="en-US"/>
          </a:p>
        </p:txBody>
      </p:sp>
    </p:spTree>
    <p:extLst>
      <p:ext uri="{BB962C8B-B14F-4D97-AF65-F5344CB8AC3E}">
        <p14:creationId xmlns:p14="http://schemas.microsoft.com/office/powerpoint/2010/main" val="155578478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138</a:t>
            </a:fld>
            <a:endParaRPr lang="en-US"/>
          </a:p>
        </p:txBody>
      </p:sp>
    </p:spTree>
    <p:extLst>
      <p:ext uri="{BB962C8B-B14F-4D97-AF65-F5344CB8AC3E}">
        <p14:creationId xmlns:p14="http://schemas.microsoft.com/office/powerpoint/2010/main" val="67235034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139</a:t>
            </a:fld>
            <a:endParaRPr lang="en-US"/>
          </a:p>
        </p:txBody>
      </p:sp>
    </p:spTree>
    <p:extLst>
      <p:ext uri="{BB962C8B-B14F-4D97-AF65-F5344CB8AC3E}">
        <p14:creationId xmlns:p14="http://schemas.microsoft.com/office/powerpoint/2010/main" val="324587810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140</a:t>
            </a:fld>
            <a:endParaRPr lang="en-US"/>
          </a:p>
        </p:txBody>
      </p:sp>
    </p:spTree>
    <p:extLst>
      <p:ext uri="{BB962C8B-B14F-4D97-AF65-F5344CB8AC3E}">
        <p14:creationId xmlns:p14="http://schemas.microsoft.com/office/powerpoint/2010/main" val="300603253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141</a:t>
            </a:fld>
            <a:endParaRPr lang="en-US"/>
          </a:p>
        </p:txBody>
      </p:sp>
    </p:spTree>
    <p:extLst>
      <p:ext uri="{BB962C8B-B14F-4D97-AF65-F5344CB8AC3E}">
        <p14:creationId xmlns:p14="http://schemas.microsoft.com/office/powerpoint/2010/main" val="2974877398"/>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142</a:t>
            </a:fld>
            <a:endParaRPr lang="en-US"/>
          </a:p>
        </p:txBody>
      </p:sp>
    </p:spTree>
    <p:extLst>
      <p:ext uri="{BB962C8B-B14F-4D97-AF65-F5344CB8AC3E}">
        <p14:creationId xmlns:p14="http://schemas.microsoft.com/office/powerpoint/2010/main" val="540524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143</a:t>
            </a:fld>
            <a:endParaRPr lang="en-US"/>
          </a:p>
        </p:txBody>
      </p:sp>
    </p:spTree>
    <p:extLst>
      <p:ext uri="{BB962C8B-B14F-4D97-AF65-F5344CB8AC3E}">
        <p14:creationId xmlns:p14="http://schemas.microsoft.com/office/powerpoint/2010/main" val="2655201829"/>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144</a:t>
            </a:fld>
            <a:endParaRPr lang="en-US"/>
          </a:p>
        </p:txBody>
      </p:sp>
    </p:spTree>
    <p:extLst>
      <p:ext uri="{BB962C8B-B14F-4D97-AF65-F5344CB8AC3E}">
        <p14:creationId xmlns:p14="http://schemas.microsoft.com/office/powerpoint/2010/main" val="366752788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145</a:t>
            </a:fld>
            <a:endParaRPr lang="en-US"/>
          </a:p>
        </p:txBody>
      </p:sp>
    </p:spTree>
    <p:extLst>
      <p:ext uri="{BB962C8B-B14F-4D97-AF65-F5344CB8AC3E}">
        <p14:creationId xmlns:p14="http://schemas.microsoft.com/office/powerpoint/2010/main" val="21811176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146</a:t>
            </a:fld>
            <a:endParaRPr lang="en-US"/>
          </a:p>
        </p:txBody>
      </p:sp>
    </p:spTree>
    <p:extLst>
      <p:ext uri="{BB962C8B-B14F-4D97-AF65-F5344CB8AC3E}">
        <p14:creationId xmlns:p14="http://schemas.microsoft.com/office/powerpoint/2010/main" val="90223341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147</a:t>
            </a:fld>
            <a:endParaRPr lang="en-US"/>
          </a:p>
        </p:txBody>
      </p:sp>
    </p:spTree>
    <p:extLst>
      <p:ext uri="{BB962C8B-B14F-4D97-AF65-F5344CB8AC3E}">
        <p14:creationId xmlns:p14="http://schemas.microsoft.com/office/powerpoint/2010/main" val="342025584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148</a:t>
            </a:fld>
            <a:endParaRPr lang="en-US"/>
          </a:p>
        </p:txBody>
      </p:sp>
    </p:spTree>
    <p:extLst>
      <p:ext uri="{BB962C8B-B14F-4D97-AF65-F5344CB8AC3E}">
        <p14:creationId xmlns:p14="http://schemas.microsoft.com/office/powerpoint/2010/main" val="340534509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149</a:t>
            </a:fld>
            <a:endParaRPr lang="en-US"/>
          </a:p>
        </p:txBody>
      </p:sp>
    </p:spTree>
    <p:extLst>
      <p:ext uri="{BB962C8B-B14F-4D97-AF65-F5344CB8AC3E}">
        <p14:creationId xmlns:p14="http://schemas.microsoft.com/office/powerpoint/2010/main" val="1844305156"/>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150</a:t>
            </a:fld>
            <a:endParaRPr lang="en-US"/>
          </a:p>
        </p:txBody>
      </p:sp>
    </p:spTree>
    <p:extLst>
      <p:ext uri="{BB962C8B-B14F-4D97-AF65-F5344CB8AC3E}">
        <p14:creationId xmlns:p14="http://schemas.microsoft.com/office/powerpoint/2010/main" val="239383396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151</a:t>
            </a:fld>
            <a:endParaRPr lang="en-US"/>
          </a:p>
        </p:txBody>
      </p:sp>
    </p:spTree>
    <p:extLst>
      <p:ext uri="{BB962C8B-B14F-4D97-AF65-F5344CB8AC3E}">
        <p14:creationId xmlns:p14="http://schemas.microsoft.com/office/powerpoint/2010/main" val="222603044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152</a:t>
            </a:fld>
            <a:endParaRPr lang="en-US"/>
          </a:p>
        </p:txBody>
      </p:sp>
    </p:spTree>
    <p:extLst>
      <p:ext uri="{BB962C8B-B14F-4D97-AF65-F5344CB8AC3E}">
        <p14:creationId xmlns:p14="http://schemas.microsoft.com/office/powerpoint/2010/main" val="1544276057"/>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153</a:t>
            </a:fld>
            <a:endParaRPr lang="en-US"/>
          </a:p>
        </p:txBody>
      </p:sp>
    </p:spTree>
    <p:extLst>
      <p:ext uri="{BB962C8B-B14F-4D97-AF65-F5344CB8AC3E}">
        <p14:creationId xmlns:p14="http://schemas.microsoft.com/office/powerpoint/2010/main" val="4096616293"/>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154</a:t>
            </a:fld>
            <a:endParaRPr lang="en-US"/>
          </a:p>
        </p:txBody>
      </p:sp>
    </p:spTree>
    <p:extLst>
      <p:ext uri="{BB962C8B-B14F-4D97-AF65-F5344CB8AC3E}">
        <p14:creationId xmlns:p14="http://schemas.microsoft.com/office/powerpoint/2010/main" val="3147142400"/>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155</a:t>
            </a:fld>
            <a:endParaRPr lang="en-US"/>
          </a:p>
        </p:txBody>
      </p:sp>
    </p:spTree>
    <p:extLst>
      <p:ext uri="{BB962C8B-B14F-4D97-AF65-F5344CB8AC3E}">
        <p14:creationId xmlns:p14="http://schemas.microsoft.com/office/powerpoint/2010/main" val="4131508888"/>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156</a:t>
            </a:fld>
            <a:endParaRPr lang="en-US"/>
          </a:p>
        </p:txBody>
      </p:sp>
    </p:spTree>
    <p:extLst>
      <p:ext uri="{BB962C8B-B14F-4D97-AF65-F5344CB8AC3E}">
        <p14:creationId xmlns:p14="http://schemas.microsoft.com/office/powerpoint/2010/main" val="392425326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157</a:t>
            </a:fld>
            <a:endParaRPr lang="en-US"/>
          </a:p>
        </p:txBody>
      </p:sp>
    </p:spTree>
    <p:extLst>
      <p:ext uri="{BB962C8B-B14F-4D97-AF65-F5344CB8AC3E}">
        <p14:creationId xmlns:p14="http://schemas.microsoft.com/office/powerpoint/2010/main" val="3171648678"/>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158</a:t>
            </a:fld>
            <a:endParaRPr lang="en-US"/>
          </a:p>
        </p:txBody>
      </p:sp>
    </p:spTree>
    <p:extLst>
      <p:ext uri="{BB962C8B-B14F-4D97-AF65-F5344CB8AC3E}">
        <p14:creationId xmlns:p14="http://schemas.microsoft.com/office/powerpoint/2010/main" val="2516689410"/>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159</a:t>
            </a:fld>
            <a:endParaRPr lang="en-US"/>
          </a:p>
        </p:txBody>
      </p:sp>
    </p:spTree>
    <p:extLst>
      <p:ext uri="{BB962C8B-B14F-4D97-AF65-F5344CB8AC3E}">
        <p14:creationId xmlns:p14="http://schemas.microsoft.com/office/powerpoint/2010/main" val="1306507428"/>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160</a:t>
            </a:fld>
            <a:endParaRPr lang="en-US"/>
          </a:p>
        </p:txBody>
      </p:sp>
    </p:spTree>
    <p:extLst>
      <p:ext uri="{BB962C8B-B14F-4D97-AF65-F5344CB8AC3E}">
        <p14:creationId xmlns:p14="http://schemas.microsoft.com/office/powerpoint/2010/main" val="1603373256"/>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161</a:t>
            </a:fld>
            <a:endParaRPr lang="en-US"/>
          </a:p>
        </p:txBody>
      </p:sp>
    </p:spTree>
    <p:extLst>
      <p:ext uri="{BB962C8B-B14F-4D97-AF65-F5344CB8AC3E}">
        <p14:creationId xmlns:p14="http://schemas.microsoft.com/office/powerpoint/2010/main" val="1192708473"/>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162</a:t>
            </a:fld>
            <a:endParaRPr lang="en-US"/>
          </a:p>
        </p:txBody>
      </p:sp>
    </p:spTree>
    <p:extLst>
      <p:ext uri="{BB962C8B-B14F-4D97-AF65-F5344CB8AC3E}">
        <p14:creationId xmlns:p14="http://schemas.microsoft.com/office/powerpoint/2010/main" val="335311117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163</a:t>
            </a:fld>
            <a:endParaRPr lang="en-US"/>
          </a:p>
        </p:txBody>
      </p:sp>
    </p:spTree>
    <p:extLst>
      <p:ext uri="{BB962C8B-B14F-4D97-AF65-F5344CB8AC3E}">
        <p14:creationId xmlns:p14="http://schemas.microsoft.com/office/powerpoint/2010/main" val="2029506018"/>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164</a:t>
            </a:fld>
            <a:endParaRPr lang="en-US"/>
          </a:p>
        </p:txBody>
      </p:sp>
    </p:spTree>
    <p:extLst>
      <p:ext uri="{BB962C8B-B14F-4D97-AF65-F5344CB8AC3E}">
        <p14:creationId xmlns:p14="http://schemas.microsoft.com/office/powerpoint/2010/main" val="3006882448"/>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165</a:t>
            </a:fld>
            <a:endParaRPr lang="en-US"/>
          </a:p>
        </p:txBody>
      </p:sp>
    </p:spTree>
    <p:extLst>
      <p:ext uri="{BB962C8B-B14F-4D97-AF65-F5344CB8AC3E}">
        <p14:creationId xmlns:p14="http://schemas.microsoft.com/office/powerpoint/2010/main" val="41657482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166</a:t>
            </a:fld>
            <a:endParaRPr lang="en-US"/>
          </a:p>
        </p:txBody>
      </p:sp>
    </p:spTree>
    <p:extLst>
      <p:ext uri="{BB962C8B-B14F-4D97-AF65-F5344CB8AC3E}">
        <p14:creationId xmlns:p14="http://schemas.microsoft.com/office/powerpoint/2010/main" val="3123488705"/>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167</a:t>
            </a:fld>
            <a:endParaRPr lang="en-US"/>
          </a:p>
        </p:txBody>
      </p:sp>
    </p:spTree>
    <p:extLst>
      <p:ext uri="{BB962C8B-B14F-4D97-AF65-F5344CB8AC3E}">
        <p14:creationId xmlns:p14="http://schemas.microsoft.com/office/powerpoint/2010/main" val="3563939249"/>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168</a:t>
            </a:fld>
            <a:endParaRPr lang="en-US"/>
          </a:p>
        </p:txBody>
      </p:sp>
    </p:spTree>
    <p:extLst>
      <p:ext uri="{BB962C8B-B14F-4D97-AF65-F5344CB8AC3E}">
        <p14:creationId xmlns:p14="http://schemas.microsoft.com/office/powerpoint/2010/main" val="32250782"/>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169</a:t>
            </a:fld>
            <a:endParaRPr lang="en-US"/>
          </a:p>
        </p:txBody>
      </p:sp>
    </p:spTree>
    <p:extLst>
      <p:ext uri="{BB962C8B-B14F-4D97-AF65-F5344CB8AC3E}">
        <p14:creationId xmlns:p14="http://schemas.microsoft.com/office/powerpoint/2010/main" val="26158199"/>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170</a:t>
            </a:fld>
            <a:endParaRPr lang="en-US"/>
          </a:p>
        </p:txBody>
      </p:sp>
    </p:spTree>
    <p:extLst>
      <p:ext uri="{BB962C8B-B14F-4D97-AF65-F5344CB8AC3E}">
        <p14:creationId xmlns:p14="http://schemas.microsoft.com/office/powerpoint/2010/main" val="1528208335"/>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171</a:t>
            </a:fld>
            <a:endParaRPr lang="en-US"/>
          </a:p>
        </p:txBody>
      </p:sp>
    </p:spTree>
    <p:extLst>
      <p:ext uri="{BB962C8B-B14F-4D97-AF65-F5344CB8AC3E}">
        <p14:creationId xmlns:p14="http://schemas.microsoft.com/office/powerpoint/2010/main" val="217850311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172</a:t>
            </a:fld>
            <a:endParaRPr lang="en-US"/>
          </a:p>
        </p:txBody>
      </p:sp>
    </p:spTree>
    <p:extLst>
      <p:ext uri="{BB962C8B-B14F-4D97-AF65-F5344CB8AC3E}">
        <p14:creationId xmlns:p14="http://schemas.microsoft.com/office/powerpoint/2010/main" val="73300170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180</a:t>
            </a:fld>
            <a:endParaRPr lang="en-US"/>
          </a:p>
        </p:txBody>
      </p:sp>
    </p:spTree>
    <p:extLst>
      <p:ext uri="{BB962C8B-B14F-4D97-AF65-F5344CB8AC3E}">
        <p14:creationId xmlns:p14="http://schemas.microsoft.com/office/powerpoint/2010/main" val="2973258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609600" y="6356351"/>
            <a:ext cx="2032000" cy="365125"/>
          </a:xfrm>
        </p:spPr>
        <p:txBody>
          <a:bodyPr/>
          <a:lstStyle/>
          <a:p>
            <a:fld id="{7339F016-88EC-41F7-9AD6-94903B1DA4EA}" type="datetime1">
              <a:rPr lang="en-US" smtClean="0"/>
              <a:t>7/22/2025</a:t>
            </a:fld>
            <a:endParaRPr lang="en-US"/>
          </a:p>
        </p:txBody>
      </p:sp>
      <p:sp>
        <p:nvSpPr>
          <p:cNvPr id="5" name="Footer Placeholder 4"/>
          <p:cNvSpPr>
            <a:spLocks noGrp="1"/>
          </p:cNvSpPr>
          <p:nvPr>
            <p:ph type="ftr" sz="quarter" idx="11"/>
          </p:nvPr>
        </p:nvSpPr>
        <p:spPr>
          <a:xfrm>
            <a:off x="2641600" y="6356351"/>
            <a:ext cx="7416800" cy="365125"/>
          </a:xfrm>
        </p:spPr>
        <p:txBody>
          <a:bodyPr/>
          <a:lstStyle/>
          <a:p>
            <a:r>
              <a:rPr lang="en-US" dirty="0"/>
              <a:t>Ms. Garima Singhal         AOE0770      Finance For Engineers                  Unit II</a:t>
            </a:r>
          </a:p>
        </p:txBody>
      </p:sp>
      <p:sp>
        <p:nvSpPr>
          <p:cNvPr id="6" name="Slide Number Placeholder 5"/>
          <p:cNvSpPr>
            <a:spLocks noGrp="1"/>
          </p:cNvSpPr>
          <p:nvPr>
            <p:ph type="sldNum" sz="quarter" idx="12"/>
          </p:nvPr>
        </p:nvSpPr>
        <p:spPr>
          <a:xfrm>
            <a:off x="10160000" y="6356351"/>
            <a:ext cx="1422400" cy="365125"/>
          </a:xfr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09600" y="6356351"/>
            <a:ext cx="1600200" cy="365125"/>
          </a:xfrm>
        </p:spPr>
        <p:txBody>
          <a:bodyPr/>
          <a:lstStyle/>
          <a:p>
            <a:fld id="{675ADBA3-C6E8-41EC-BB0F-8B69386EC554}" type="datetime1">
              <a:rPr lang="en-US" smtClean="0"/>
              <a:t>7/22/2025</a:t>
            </a:fld>
            <a:endParaRPr lang="en-US"/>
          </a:p>
        </p:txBody>
      </p:sp>
      <p:sp>
        <p:nvSpPr>
          <p:cNvPr id="5" name="Footer Placeholder 4"/>
          <p:cNvSpPr>
            <a:spLocks noGrp="1"/>
          </p:cNvSpPr>
          <p:nvPr>
            <p:ph type="ftr" sz="quarter" idx="11"/>
          </p:nvPr>
        </p:nvSpPr>
        <p:spPr>
          <a:xfrm>
            <a:off x="2362200" y="6356351"/>
            <a:ext cx="7086600" cy="365125"/>
          </a:xfrm>
        </p:spPr>
        <p:txBody>
          <a:bodyPr/>
          <a:lstStyle/>
          <a:p>
            <a:r>
              <a:rPr lang="en-US" dirty="0"/>
              <a:t>Ms. Sonali Sharma         AOE0770      Finance For Engineers                  Unit II</a:t>
            </a:r>
          </a:p>
        </p:txBody>
      </p:sp>
      <p:sp>
        <p:nvSpPr>
          <p:cNvPr id="6" name="Slide Number Placeholder 5"/>
          <p:cNvSpPr>
            <a:spLocks noGrp="1"/>
          </p:cNvSpPr>
          <p:nvPr>
            <p:ph type="sldNum" sz="quarter" idx="12"/>
          </p:nvPr>
        </p:nvSpPr>
        <p:spPr>
          <a:xfrm>
            <a:off x="9448800" y="6356351"/>
            <a:ext cx="2133600" cy="365125"/>
          </a:xfrm>
        </p:spPr>
        <p:txBody>
          <a:bodyPr/>
          <a:lstStyle/>
          <a:p>
            <a:fld id="{B6F15528-21DE-4FAA-801E-634DDDAF4B2B}" type="slidenum">
              <a:rPr lang="en-US" smtClean="0"/>
              <a:pPr/>
              <a:t>‹#›</a:t>
            </a:fld>
            <a:endParaRPr lang="en-US"/>
          </a:p>
        </p:txBody>
      </p:sp>
      <p:pic>
        <p:nvPicPr>
          <p:cNvPr id="7" name="Picture 6" descr="A close-up of a logo&#10;&#10;Description automatically generated">
            <a:extLst>
              <a:ext uri="{FF2B5EF4-FFF2-40B4-BE49-F238E27FC236}">
                <a16:creationId xmlns:a16="http://schemas.microsoft.com/office/drawing/2014/main" id="{7890DBA9-B01E-AF3D-33F3-F61F0CB7309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39833"/>
            <a:ext cx="2035709" cy="871538"/>
          </a:xfrm>
          <a:prstGeom prst="rect">
            <a:avLst/>
          </a:prstGeom>
        </p:spPr>
      </p:pic>
      <p:cxnSp>
        <p:nvCxnSpPr>
          <p:cNvPr id="9" name="Straight Connector 8">
            <a:extLst>
              <a:ext uri="{FF2B5EF4-FFF2-40B4-BE49-F238E27FC236}">
                <a16:creationId xmlns:a16="http://schemas.microsoft.com/office/drawing/2014/main" id="{682E074D-1EFF-A95E-61FA-D7D1CBAF023D}"/>
              </a:ext>
            </a:extLst>
          </p:cNvPr>
          <p:cNvCxnSpPr>
            <a:cxnSpLocks/>
          </p:cNvCxnSpPr>
          <p:nvPr userDrawn="1"/>
        </p:nvCxnSpPr>
        <p:spPr>
          <a:xfrm flipV="1">
            <a:off x="0" y="838200"/>
            <a:ext cx="12192000" cy="73171"/>
          </a:xfrm>
          <a:prstGeom prst="line">
            <a:avLst/>
          </a:prstGeom>
          <a:effectLst>
            <a:outerShdw blurRad="50800" dist="38100" dir="5400000" algn="t"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a:xfrm>
            <a:off x="609600" y="6356351"/>
            <a:ext cx="1676400" cy="365125"/>
          </a:xfrm>
        </p:spPr>
        <p:txBody>
          <a:bodyPr/>
          <a:lstStyle/>
          <a:p>
            <a:fld id="{B56CA384-86C1-45F0-8041-4F88DD1D28BA}" type="datetime1">
              <a:rPr lang="en-US" smtClean="0"/>
              <a:t>7/22/2025</a:t>
            </a:fld>
            <a:endParaRPr lang="en-US"/>
          </a:p>
        </p:txBody>
      </p:sp>
      <p:sp>
        <p:nvSpPr>
          <p:cNvPr id="5" name="Footer Placeholder 4"/>
          <p:cNvSpPr>
            <a:spLocks noGrp="1"/>
          </p:cNvSpPr>
          <p:nvPr>
            <p:ph type="ftr" sz="quarter" idx="11"/>
          </p:nvPr>
        </p:nvSpPr>
        <p:spPr>
          <a:xfrm>
            <a:off x="2438400" y="6356351"/>
            <a:ext cx="6781800" cy="365125"/>
          </a:xfrm>
        </p:spPr>
        <p:txBody>
          <a:bodyPr/>
          <a:lstStyle/>
          <a:p>
            <a:r>
              <a:rPr lang="en-US"/>
              <a:t>Ms. Garima Singhal         AOE0770      Finance For Engineers                  Unit II</a:t>
            </a:r>
          </a:p>
        </p:txBody>
      </p:sp>
      <p:sp>
        <p:nvSpPr>
          <p:cNvPr id="6" name="Slide Number Placeholder 5"/>
          <p:cNvSpPr>
            <a:spLocks noGrp="1"/>
          </p:cNvSpPr>
          <p:nvPr>
            <p:ph type="sldNum" sz="quarter" idx="12"/>
          </p:nvPr>
        </p:nvSpPr>
        <p:spPr>
          <a:xfrm>
            <a:off x="9220200" y="6356351"/>
            <a:ext cx="2362200" cy="365125"/>
          </a:xfrm>
        </p:spPr>
        <p:txBody>
          <a:bodyPr/>
          <a:lstStyle/>
          <a:p>
            <a:fld id="{B6F15528-21DE-4FAA-801E-634DDDAF4B2B}" type="slidenum">
              <a:rPr lang="en-US" smtClean="0"/>
              <a:pPr/>
              <a:t>‹#›</a:t>
            </a:fld>
            <a:endParaRPr lang="en-US"/>
          </a:p>
        </p:txBody>
      </p:sp>
      <p:pic>
        <p:nvPicPr>
          <p:cNvPr id="7" name="Picture 6" descr="A close-up of a logo&#10;&#10;Description automatically generated">
            <a:extLst>
              <a:ext uri="{FF2B5EF4-FFF2-40B4-BE49-F238E27FC236}">
                <a16:creationId xmlns:a16="http://schemas.microsoft.com/office/drawing/2014/main" id="{F7EF4C95-A067-002B-03E9-33A1A895E7E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cxnSp>
        <p:nvCxnSpPr>
          <p:cNvPr id="8" name="Straight Connector 7">
            <a:extLst>
              <a:ext uri="{FF2B5EF4-FFF2-40B4-BE49-F238E27FC236}">
                <a16:creationId xmlns:a16="http://schemas.microsoft.com/office/drawing/2014/main" id="{74453DBB-903F-8325-D8D0-D9C988933F16}"/>
              </a:ext>
            </a:extLst>
          </p:cNvPr>
          <p:cNvCxnSpPr>
            <a:cxnSpLocks/>
          </p:cNvCxnSpPr>
          <p:nvPr userDrawn="1"/>
        </p:nvCxnSpPr>
        <p:spPr>
          <a:xfrm flipV="1">
            <a:off x="0" y="838200"/>
            <a:ext cx="12192000" cy="73171"/>
          </a:xfrm>
          <a:prstGeom prst="line">
            <a:avLst/>
          </a:prstGeom>
          <a:effectLst>
            <a:outerShdw blurRad="50800" dist="38100" dir="5400000" algn="t"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atin typeface="+mj-lt"/>
              </a:defRPr>
            </a:lvl1pPr>
            <a:lvl2pPr>
              <a:defRPr sz="2400">
                <a:latin typeface="+mj-lt"/>
              </a:defRPr>
            </a:lvl2pPr>
            <a:lvl3pPr>
              <a:defRPr sz="2000">
                <a:latin typeface="+mj-lt"/>
              </a:defRPr>
            </a:lvl3pPr>
            <a:lvl4pPr>
              <a:defRPr sz="1800">
                <a:latin typeface="+mj-lt"/>
              </a:defRPr>
            </a:lvl4pPr>
            <a:lvl5pPr>
              <a:defRPr sz="1800">
                <a:latin typeface="+mj-lt"/>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1"/>
            <a:ext cx="5384800" cy="4525963"/>
          </a:xfrm>
        </p:spPr>
        <p:txBody>
          <a:bodyPr/>
          <a:lstStyle>
            <a:lvl1pPr>
              <a:defRPr sz="2800">
                <a:latin typeface="+mj-lt"/>
              </a:defRPr>
            </a:lvl1pPr>
            <a:lvl2pPr>
              <a:defRPr sz="2400">
                <a:latin typeface="+mj-lt"/>
              </a:defRPr>
            </a:lvl2pPr>
            <a:lvl3pPr>
              <a:defRPr sz="2000">
                <a:latin typeface="+mj-lt"/>
              </a:defRPr>
            </a:lvl3pPr>
            <a:lvl4pPr>
              <a:defRPr sz="1800">
                <a:latin typeface="+mj-lt"/>
              </a:defRPr>
            </a:lvl4pPr>
            <a:lvl5pPr>
              <a:defRPr sz="1800">
                <a:latin typeface="+mj-lt"/>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609600" y="6356351"/>
            <a:ext cx="1600200" cy="365125"/>
          </a:xfrm>
        </p:spPr>
        <p:txBody>
          <a:bodyPr/>
          <a:lstStyle/>
          <a:p>
            <a:fld id="{4E037635-F39C-48E8-9661-304989A18F9B}" type="datetime1">
              <a:rPr lang="en-US" smtClean="0"/>
              <a:t>7/22/2025</a:t>
            </a:fld>
            <a:endParaRPr lang="en-US"/>
          </a:p>
        </p:txBody>
      </p:sp>
      <p:sp>
        <p:nvSpPr>
          <p:cNvPr id="6" name="Footer Placeholder 5"/>
          <p:cNvSpPr>
            <a:spLocks noGrp="1"/>
          </p:cNvSpPr>
          <p:nvPr>
            <p:ph type="ftr" sz="quarter" idx="11"/>
          </p:nvPr>
        </p:nvSpPr>
        <p:spPr>
          <a:xfrm>
            <a:off x="2362200" y="6356351"/>
            <a:ext cx="7467600" cy="365125"/>
          </a:xfrm>
        </p:spPr>
        <p:txBody>
          <a:bodyPr/>
          <a:lstStyle/>
          <a:p>
            <a:r>
              <a:rPr lang="en-US"/>
              <a:t>Ms. Garima Singhal         AOE0770      Finance For Engineers                  Unit II</a:t>
            </a:r>
          </a:p>
        </p:txBody>
      </p:sp>
      <p:sp>
        <p:nvSpPr>
          <p:cNvPr id="7" name="Slide Number Placeholder 6"/>
          <p:cNvSpPr>
            <a:spLocks noGrp="1"/>
          </p:cNvSpPr>
          <p:nvPr>
            <p:ph type="sldNum" sz="quarter" idx="12"/>
          </p:nvPr>
        </p:nvSpPr>
        <p:spPr>
          <a:xfrm>
            <a:off x="10439400" y="6356351"/>
            <a:ext cx="1143000" cy="365125"/>
          </a:xfrm>
        </p:spPr>
        <p:txBody>
          <a:bodyPr/>
          <a:lstStyle/>
          <a:p>
            <a:fld id="{B6F15528-21DE-4FAA-801E-634DDDAF4B2B}" type="slidenum">
              <a:rPr lang="en-US" smtClean="0"/>
              <a:pPr/>
              <a:t>‹#›</a:t>
            </a:fld>
            <a:endParaRPr lang="en-US"/>
          </a:p>
        </p:txBody>
      </p:sp>
      <p:pic>
        <p:nvPicPr>
          <p:cNvPr id="8" name="Picture 7" descr="A close-up of a logo&#10;&#10;Description automatically generated">
            <a:extLst>
              <a:ext uri="{FF2B5EF4-FFF2-40B4-BE49-F238E27FC236}">
                <a16:creationId xmlns:a16="http://schemas.microsoft.com/office/drawing/2014/main" id="{BCC81958-F729-493B-D4F5-8283CD49FD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cxnSp>
        <p:nvCxnSpPr>
          <p:cNvPr id="9" name="Straight Connector 8">
            <a:extLst>
              <a:ext uri="{FF2B5EF4-FFF2-40B4-BE49-F238E27FC236}">
                <a16:creationId xmlns:a16="http://schemas.microsoft.com/office/drawing/2014/main" id="{E0442855-4E21-17DB-E45C-D1CF4829E148}"/>
              </a:ext>
            </a:extLst>
          </p:cNvPr>
          <p:cNvCxnSpPr>
            <a:cxnSpLocks/>
          </p:cNvCxnSpPr>
          <p:nvPr userDrawn="1"/>
        </p:nvCxnSpPr>
        <p:spPr>
          <a:xfrm flipV="1">
            <a:off x="0" y="838200"/>
            <a:ext cx="12192000" cy="73171"/>
          </a:xfrm>
          <a:prstGeom prst="line">
            <a:avLst/>
          </a:prstGeom>
          <a:effectLst>
            <a:outerShdw blurRad="50800" dist="38100" dir="5400000" algn="t"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600" y="6356351"/>
            <a:ext cx="1600200" cy="365125"/>
          </a:xfrm>
        </p:spPr>
        <p:txBody>
          <a:bodyPr/>
          <a:lstStyle/>
          <a:p>
            <a:fld id="{1C1FF66C-D945-42B4-9399-F13997686990}" type="datetime1">
              <a:rPr lang="en-US" smtClean="0"/>
              <a:t>7/22/2025</a:t>
            </a:fld>
            <a:endParaRPr lang="en-US"/>
          </a:p>
        </p:txBody>
      </p:sp>
      <p:sp>
        <p:nvSpPr>
          <p:cNvPr id="8" name="Footer Placeholder 7"/>
          <p:cNvSpPr>
            <a:spLocks noGrp="1"/>
          </p:cNvSpPr>
          <p:nvPr>
            <p:ph type="ftr" sz="quarter" idx="11"/>
          </p:nvPr>
        </p:nvSpPr>
        <p:spPr>
          <a:xfrm>
            <a:off x="2286000" y="6356351"/>
            <a:ext cx="7162800" cy="365125"/>
          </a:xfrm>
        </p:spPr>
        <p:txBody>
          <a:bodyPr/>
          <a:lstStyle/>
          <a:p>
            <a:r>
              <a:rPr lang="en-US" dirty="0"/>
              <a:t>Ms. Garima Singhal         AOE0770      Finance For Engineers                  Unit II</a:t>
            </a:r>
          </a:p>
        </p:txBody>
      </p:sp>
      <p:sp>
        <p:nvSpPr>
          <p:cNvPr id="9" name="Slide Number Placeholder 8"/>
          <p:cNvSpPr>
            <a:spLocks noGrp="1"/>
          </p:cNvSpPr>
          <p:nvPr>
            <p:ph type="sldNum" sz="quarter" idx="12"/>
          </p:nvPr>
        </p:nvSpPr>
        <p:spPr>
          <a:xfrm>
            <a:off x="9677400" y="6356351"/>
            <a:ext cx="1905000" cy="365125"/>
          </a:xfrm>
        </p:spPr>
        <p:txBody>
          <a:bodyPr/>
          <a:lstStyle/>
          <a:p>
            <a:fld id="{B6F15528-21DE-4FAA-801E-634DDDAF4B2B}" type="slidenum">
              <a:rPr lang="en-US" smtClean="0"/>
              <a:pPr/>
              <a:t>‹#›</a:t>
            </a:fld>
            <a:endParaRPr lang="en-US"/>
          </a:p>
        </p:txBody>
      </p:sp>
      <p:pic>
        <p:nvPicPr>
          <p:cNvPr id="10" name="Picture 9" descr="A close-up of a logo&#10;&#10;Description automatically generated">
            <a:extLst>
              <a:ext uri="{FF2B5EF4-FFF2-40B4-BE49-F238E27FC236}">
                <a16:creationId xmlns:a16="http://schemas.microsoft.com/office/drawing/2014/main" id="{9D944CA7-5610-25AF-0121-AC54AB61DE2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cxnSp>
        <p:nvCxnSpPr>
          <p:cNvPr id="11" name="Straight Connector 10">
            <a:extLst>
              <a:ext uri="{FF2B5EF4-FFF2-40B4-BE49-F238E27FC236}">
                <a16:creationId xmlns:a16="http://schemas.microsoft.com/office/drawing/2014/main" id="{13EFF8B4-FAC5-6363-25DB-D5B3885F9A91}"/>
              </a:ext>
            </a:extLst>
          </p:cNvPr>
          <p:cNvCxnSpPr>
            <a:cxnSpLocks/>
          </p:cNvCxnSpPr>
          <p:nvPr userDrawn="1"/>
        </p:nvCxnSpPr>
        <p:spPr>
          <a:xfrm flipV="1">
            <a:off x="0" y="838200"/>
            <a:ext cx="12192000" cy="73171"/>
          </a:xfrm>
          <a:prstGeom prst="line">
            <a:avLst/>
          </a:prstGeom>
          <a:effectLst>
            <a:outerShdw blurRad="50800" dist="38100" dir="5400000" algn="t"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defRPr>
            </a:lvl1pPr>
          </a:lstStyle>
          <a:p>
            <a:r>
              <a:rPr lang="en-US" dirty="0"/>
              <a:t>Click to edit Master title style</a:t>
            </a:r>
          </a:p>
        </p:txBody>
      </p:sp>
      <p:sp>
        <p:nvSpPr>
          <p:cNvPr id="3" name="Date Placeholder 2"/>
          <p:cNvSpPr>
            <a:spLocks noGrp="1"/>
          </p:cNvSpPr>
          <p:nvPr>
            <p:ph type="dt" sz="half" idx="10"/>
          </p:nvPr>
        </p:nvSpPr>
        <p:spPr>
          <a:xfrm>
            <a:off x="609600" y="6356351"/>
            <a:ext cx="1295400" cy="365125"/>
          </a:xfrm>
        </p:spPr>
        <p:txBody>
          <a:bodyPr/>
          <a:lstStyle/>
          <a:p>
            <a:fld id="{3B94577A-31D2-4A2B-A66A-F245627A861B}" type="datetime1">
              <a:rPr lang="en-US" smtClean="0"/>
              <a:t>7/22/2025</a:t>
            </a:fld>
            <a:endParaRPr lang="en-US"/>
          </a:p>
        </p:txBody>
      </p:sp>
      <p:sp>
        <p:nvSpPr>
          <p:cNvPr id="4" name="Footer Placeholder 3"/>
          <p:cNvSpPr>
            <a:spLocks noGrp="1"/>
          </p:cNvSpPr>
          <p:nvPr>
            <p:ph type="ftr" sz="quarter" idx="11"/>
          </p:nvPr>
        </p:nvSpPr>
        <p:spPr>
          <a:xfrm>
            <a:off x="1981200" y="6356351"/>
            <a:ext cx="8382000" cy="365125"/>
          </a:xfrm>
        </p:spPr>
        <p:txBody>
          <a:bodyPr/>
          <a:lstStyle/>
          <a:p>
            <a:r>
              <a:rPr lang="en-US" dirty="0"/>
              <a:t>Ms. Garima Singhal         AOE0770      Finance For Engineers                  Unit II</a:t>
            </a:r>
          </a:p>
        </p:txBody>
      </p:sp>
      <p:sp>
        <p:nvSpPr>
          <p:cNvPr id="5" name="Slide Number Placeholder 4"/>
          <p:cNvSpPr>
            <a:spLocks noGrp="1"/>
          </p:cNvSpPr>
          <p:nvPr>
            <p:ph type="sldNum" sz="quarter" idx="12"/>
          </p:nvPr>
        </p:nvSpPr>
        <p:spPr>
          <a:xfrm>
            <a:off x="10591800" y="6356351"/>
            <a:ext cx="990600" cy="365125"/>
          </a:xfrm>
        </p:spPr>
        <p:txBody>
          <a:bodyPr/>
          <a:lstStyle/>
          <a:p>
            <a:fld id="{B6F15528-21DE-4FAA-801E-634DDDAF4B2B}" type="slidenum">
              <a:rPr lang="en-US" smtClean="0"/>
              <a:pPr/>
              <a:t>‹#›</a:t>
            </a:fld>
            <a:endParaRPr lang="en-US"/>
          </a:p>
        </p:txBody>
      </p:sp>
      <p:pic>
        <p:nvPicPr>
          <p:cNvPr id="6" name="Picture 5" descr="A close-up of a logo&#10;&#10;Description automatically generated">
            <a:extLst>
              <a:ext uri="{FF2B5EF4-FFF2-40B4-BE49-F238E27FC236}">
                <a16:creationId xmlns:a16="http://schemas.microsoft.com/office/drawing/2014/main" id="{34A4AA9D-5CBE-E49F-E54A-DE5D9A2A2CD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cxnSp>
        <p:nvCxnSpPr>
          <p:cNvPr id="7" name="Straight Connector 6">
            <a:extLst>
              <a:ext uri="{FF2B5EF4-FFF2-40B4-BE49-F238E27FC236}">
                <a16:creationId xmlns:a16="http://schemas.microsoft.com/office/drawing/2014/main" id="{4827A67F-71F5-E273-6642-FAA0A208A205}"/>
              </a:ext>
            </a:extLst>
          </p:cNvPr>
          <p:cNvCxnSpPr>
            <a:cxnSpLocks/>
          </p:cNvCxnSpPr>
          <p:nvPr userDrawn="1"/>
        </p:nvCxnSpPr>
        <p:spPr>
          <a:xfrm flipV="1">
            <a:off x="0" y="838200"/>
            <a:ext cx="12192000" cy="73171"/>
          </a:xfrm>
          <a:prstGeom prst="line">
            <a:avLst/>
          </a:prstGeom>
          <a:effectLst>
            <a:outerShdw blurRad="50800" dist="38100" dir="5400000" algn="t"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CDD087-1616-4673-ACA3-C9A24F925D6C}" type="datetime1">
              <a:rPr lang="en-US" smtClean="0"/>
              <a:t>7/22/2025</a:t>
            </a:fld>
            <a:endParaRPr lang="en-US"/>
          </a:p>
        </p:txBody>
      </p:sp>
      <p:sp>
        <p:nvSpPr>
          <p:cNvPr id="3" name="Footer Placeholder 2"/>
          <p:cNvSpPr>
            <a:spLocks noGrp="1"/>
          </p:cNvSpPr>
          <p:nvPr>
            <p:ph type="ftr" sz="quarter" idx="11"/>
          </p:nvPr>
        </p:nvSpPr>
        <p:spPr/>
        <p:txBody>
          <a:bodyPr/>
          <a:lstStyle/>
          <a:p>
            <a:r>
              <a:rPr lang="en-US"/>
              <a:t>Ms. Garima Singhal         AOE0770      Finance For Engineers                  Unit II</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cxnSp>
        <p:nvCxnSpPr>
          <p:cNvPr id="5" name="Straight Connector 4">
            <a:extLst>
              <a:ext uri="{FF2B5EF4-FFF2-40B4-BE49-F238E27FC236}">
                <a16:creationId xmlns:a16="http://schemas.microsoft.com/office/drawing/2014/main" id="{2436DBF8-AF05-EBBB-FE62-937D00396B68}"/>
              </a:ext>
            </a:extLst>
          </p:cNvPr>
          <p:cNvCxnSpPr>
            <a:cxnSpLocks/>
          </p:cNvCxnSpPr>
          <p:nvPr userDrawn="1"/>
        </p:nvCxnSpPr>
        <p:spPr>
          <a:xfrm flipV="1">
            <a:off x="0" y="838200"/>
            <a:ext cx="12192000" cy="73171"/>
          </a:xfrm>
          <a:prstGeom prst="line">
            <a:avLst/>
          </a:prstGeom>
          <a:effectLst>
            <a:outerShdw blurRad="50800" dist="38100" dir="5400000" algn="t"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24F58C-8125-4349-92EE-0619D9BFBB4E}" type="datetime1">
              <a:rPr lang="en-US" smtClean="0"/>
              <a:t>7/22/2025</a:t>
            </a:fld>
            <a:endParaRPr lang="en-US"/>
          </a:p>
        </p:txBody>
      </p:sp>
      <p:sp>
        <p:nvSpPr>
          <p:cNvPr id="6" name="Footer Placeholder 5"/>
          <p:cNvSpPr>
            <a:spLocks noGrp="1"/>
          </p:cNvSpPr>
          <p:nvPr>
            <p:ph type="ftr" sz="quarter" idx="11"/>
          </p:nvPr>
        </p:nvSpPr>
        <p:spPr/>
        <p:txBody>
          <a:bodyPr/>
          <a:lstStyle/>
          <a:p>
            <a:r>
              <a:rPr lang="en-US"/>
              <a:t>Ms. Garima Singhal         AOE0770      Finance For Engineers                  Unit II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a:extLst>
              <a:ext uri="{FF2B5EF4-FFF2-40B4-BE49-F238E27FC236}">
                <a16:creationId xmlns:a16="http://schemas.microsoft.com/office/drawing/2014/main" id="{B4359487-1CEE-4FA2-9B35-3A2980B3104E}"/>
              </a:ext>
            </a:extLst>
          </p:cNvPr>
          <p:cNvCxnSpPr>
            <a:cxnSpLocks/>
          </p:cNvCxnSpPr>
          <p:nvPr userDrawn="1"/>
        </p:nvCxnSpPr>
        <p:spPr>
          <a:xfrm flipV="1">
            <a:off x="0" y="838200"/>
            <a:ext cx="12192000" cy="73171"/>
          </a:xfrm>
          <a:prstGeom prst="line">
            <a:avLst/>
          </a:prstGeom>
          <a:effectLst>
            <a:outerShdw blurRad="50800" dist="38100" dir="5400000" algn="t"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684BF8-A0A0-4263-802C-C4928DAB2382}" type="datetime1">
              <a:rPr lang="en-US" smtClean="0"/>
              <a:t>7/22/2025</a:t>
            </a:fld>
            <a:endParaRPr lang="en-US"/>
          </a:p>
        </p:txBody>
      </p:sp>
      <p:sp>
        <p:nvSpPr>
          <p:cNvPr id="6" name="Footer Placeholder 5"/>
          <p:cNvSpPr>
            <a:spLocks noGrp="1"/>
          </p:cNvSpPr>
          <p:nvPr>
            <p:ph type="ftr" sz="quarter" idx="11"/>
          </p:nvPr>
        </p:nvSpPr>
        <p:spPr/>
        <p:txBody>
          <a:bodyPr/>
          <a:lstStyle/>
          <a:p>
            <a:r>
              <a:rPr lang="en-US"/>
              <a:t>Ms. Garima Singhal         AOE0770      Finance For Engineers                  Unit II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a:extLst>
              <a:ext uri="{FF2B5EF4-FFF2-40B4-BE49-F238E27FC236}">
                <a16:creationId xmlns:a16="http://schemas.microsoft.com/office/drawing/2014/main" id="{3DC4FE76-E51E-FD6C-7ECB-F18154881E6D}"/>
              </a:ext>
            </a:extLst>
          </p:cNvPr>
          <p:cNvCxnSpPr>
            <a:cxnSpLocks/>
          </p:cNvCxnSpPr>
          <p:nvPr userDrawn="1"/>
        </p:nvCxnSpPr>
        <p:spPr>
          <a:xfrm flipV="1">
            <a:off x="0" y="838200"/>
            <a:ext cx="12192000" cy="73171"/>
          </a:xfrm>
          <a:prstGeom prst="line">
            <a:avLst/>
          </a:prstGeom>
          <a:effectLst>
            <a:outerShdw blurRad="50800" dist="38100" dir="5400000" algn="t"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E15D93-F199-4940-A76D-FE89241FB598}" type="datetime1">
              <a:rPr lang="en-US" smtClean="0"/>
              <a:t>7/22/2025</a:t>
            </a:fld>
            <a:endParaRPr lang="en-US"/>
          </a:p>
        </p:txBody>
      </p:sp>
      <p:sp>
        <p:nvSpPr>
          <p:cNvPr id="5" name="Footer Placeholder 4"/>
          <p:cNvSpPr>
            <a:spLocks noGrp="1"/>
          </p:cNvSpPr>
          <p:nvPr>
            <p:ph type="ftr" sz="quarter" idx="11"/>
          </p:nvPr>
        </p:nvSpPr>
        <p:spPr/>
        <p:txBody>
          <a:bodyPr/>
          <a:lstStyle/>
          <a:p>
            <a:r>
              <a:rPr lang="en-US"/>
              <a:t>Ms. Garima Singhal         AOE0770      Finance For Engineers                  Unit II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a:extLst>
              <a:ext uri="{FF2B5EF4-FFF2-40B4-BE49-F238E27FC236}">
                <a16:creationId xmlns:a16="http://schemas.microsoft.com/office/drawing/2014/main" id="{5B8ACD1F-70F6-29DC-DD93-4FD14922460F}"/>
              </a:ext>
            </a:extLst>
          </p:cNvPr>
          <p:cNvCxnSpPr>
            <a:cxnSpLocks/>
          </p:cNvCxnSpPr>
          <p:nvPr userDrawn="1"/>
        </p:nvCxnSpPr>
        <p:spPr>
          <a:xfrm flipV="1">
            <a:off x="0" y="838200"/>
            <a:ext cx="12192000" cy="73171"/>
          </a:xfrm>
          <a:prstGeom prst="line">
            <a:avLst/>
          </a:prstGeom>
          <a:effectLst>
            <a:outerShdw blurRad="50800" dist="38100" dir="5400000" algn="t"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00791D-249B-4B48-BB3B-A8B8A3B323FD}" type="datetime1">
              <a:rPr lang="en-US" smtClean="0"/>
              <a:t>7/22/2025</a:t>
            </a:fld>
            <a:endParaRPr lang="en-US"/>
          </a:p>
        </p:txBody>
      </p:sp>
      <p:sp>
        <p:nvSpPr>
          <p:cNvPr id="5" name="Footer Placeholder 4"/>
          <p:cNvSpPr>
            <a:spLocks noGrp="1"/>
          </p:cNvSpPr>
          <p:nvPr>
            <p:ph type="ftr" sz="quarter" idx="11"/>
          </p:nvPr>
        </p:nvSpPr>
        <p:spPr/>
        <p:txBody>
          <a:bodyPr/>
          <a:lstStyle/>
          <a:p>
            <a:r>
              <a:rPr lang="en-US"/>
              <a:t>Ms. Garima Singhal         AOE0770      Finance For Engineers                  Unit II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a:extLst>
              <a:ext uri="{FF2B5EF4-FFF2-40B4-BE49-F238E27FC236}">
                <a16:creationId xmlns:a16="http://schemas.microsoft.com/office/drawing/2014/main" id="{074D09F0-B062-9B5C-7436-ADB356D8DD56}"/>
              </a:ext>
            </a:extLst>
          </p:cNvPr>
          <p:cNvCxnSpPr>
            <a:cxnSpLocks/>
          </p:cNvCxnSpPr>
          <p:nvPr userDrawn="1"/>
        </p:nvCxnSpPr>
        <p:spPr>
          <a:xfrm flipV="1">
            <a:off x="0" y="838200"/>
            <a:ext cx="12192000" cy="73171"/>
          </a:xfrm>
          <a:prstGeom prst="line">
            <a:avLst/>
          </a:prstGeom>
          <a:effectLst>
            <a:outerShdw blurRad="50800" dist="38100" dir="5400000" algn="t"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4D8E6C-04E7-4843-ACB6-8995FE040D9A}" type="datetime1">
              <a:rPr lang="en-US" smtClean="0"/>
              <a:t>7/22/2025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Ms. Garima Singhal         AOE0770      Finance For Engineers                  Unit II</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j-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j-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3.png"/><Relationship Id="rId2" Type="http://schemas.openxmlformats.org/officeDocument/2006/relationships/notesSlide" Target="../notesSlides/notesSlide119.xml"/><Relationship Id="rId1" Type="http://schemas.openxmlformats.org/officeDocument/2006/relationships/slideLayout" Target="../slideLayouts/slideLayout2.xml"/><Relationship Id="rId6" Type="http://schemas.openxmlformats.org/officeDocument/2006/relationships/hyperlink" Target="https://www.wallstreetmojo.com/asset-turnover-ratio/" TargetMode="External"/><Relationship Id="rId5" Type="http://schemas.openxmlformats.org/officeDocument/2006/relationships/image" Target="../media/image52.png"/><Relationship Id="rId4" Type="http://schemas.openxmlformats.org/officeDocument/2006/relationships/image" Target="../media/image51.png"/></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hyperlink" Target="https://youtu.be/exgufyNpLsY" TargetMode="External"/><Relationship Id="rId2" Type="http://schemas.openxmlformats.org/officeDocument/2006/relationships/hyperlink" Target="https://youtu.be/Y4azRCTTWoU" TargetMode="External"/><Relationship Id="rId1" Type="http://schemas.openxmlformats.org/officeDocument/2006/relationships/slideLayout" Target="../slideLayouts/slideLayout2.xml"/><Relationship Id="rId5" Type="http://schemas.openxmlformats.org/officeDocument/2006/relationships/hyperlink" Target="https://youtu.be/pLc4IMw2X5E" TargetMode="External"/><Relationship Id="rId4" Type="http://schemas.openxmlformats.org/officeDocument/2006/relationships/hyperlink" Target="https://youtu.be/T_ROCN-Clbk" TargetMode="Externa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F68EA21-D1DB-A2CF-CFD9-DD5215232E37}"/>
              </a:ext>
            </a:extLst>
          </p:cNvPr>
          <p:cNvSpPr txBox="1">
            <a:spLocks/>
          </p:cNvSpPr>
          <p:nvPr/>
        </p:nvSpPr>
        <p:spPr>
          <a:xfrm>
            <a:off x="2952726" y="2911147"/>
            <a:ext cx="7791474" cy="95250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dirty="0">
                <a:solidFill>
                  <a:srgbClr val="383A3C"/>
                </a:solidFill>
                <a:latin typeface="Times New Roman" panose="02020603050405020304" pitchFamily="18" charset="0"/>
                <a:cs typeface="Times New Roman" panose="02020603050405020304" pitchFamily="18" charset="0"/>
              </a:rPr>
              <a:t>Course:- B. Tech &amp; Branch:- CSE, DS, AI, AIML, IoT</a:t>
            </a:r>
            <a:br>
              <a:rPr lang="en-IN" sz="3200" b="1" dirty="0">
                <a:solidFill>
                  <a:srgbClr val="383A3C"/>
                </a:solidFill>
                <a:latin typeface="Times New Roman" panose="02020603050405020304" pitchFamily="18" charset="0"/>
                <a:cs typeface="Times New Roman" panose="02020603050405020304" pitchFamily="18" charset="0"/>
              </a:rPr>
            </a:br>
            <a:r>
              <a:rPr lang="en-IN" sz="3200" b="1" dirty="0">
                <a:solidFill>
                  <a:srgbClr val="383A3C"/>
                </a:solidFill>
                <a:latin typeface="Times New Roman" panose="02020603050405020304" pitchFamily="18" charset="0"/>
                <a:cs typeface="Times New Roman" panose="02020603050405020304" pitchFamily="18" charset="0"/>
              </a:rPr>
              <a:t>Subject Name:- Finance For Engineers  Subject Code:-AOE0770</a:t>
            </a:r>
            <a:endParaRPr lang="en-US" sz="4400" b="1" dirty="0">
              <a:solidFill>
                <a:srgbClr val="383A3C"/>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51F8B70D-3F64-4D35-E5AB-6FF8E0423FCD}"/>
              </a:ext>
            </a:extLst>
          </p:cNvPr>
          <p:cNvSpPr/>
          <p:nvPr/>
        </p:nvSpPr>
        <p:spPr>
          <a:xfrm>
            <a:off x="206477" y="61390"/>
            <a:ext cx="11356258" cy="1107986"/>
          </a:xfrm>
          <a:prstGeom prst="rect">
            <a:avLst/>
          </a:prstGeom>
        </p:spPr>
        <p:txBody>
          <a:bodyPr wrap="square" lIns="121908" tIns="60955" rIns="121908" bIns="60955">
            <a:spAutoFit/>
          </a:bodyPr>
          <a:lstStyle/>
          <a:p>
            <a:pPr algn="ctr"/>
            <a:r>
              <a:rPr lang="en-IN" sz="3200" b="1" dirty="0">
                <a:solidFill>
                  <a:srgbClr val="D42229"/>
                </a:solidFill>
                <a:latin typeface="Times New Roman" panose="02020603050405020304" pitchFamily="18" charset="0"/>
                <a:cs typeface="Times New Roman" panose="02020603050405020304" pitchFamily="18" charset="0"/>
              </a:rPr>
              <a:t>NOIDA</a:t>
            </a:r>
            <a:r>
              <a:rPr lang="en-IN" sz="3200" b="1" dirty="0">
                <a:solidFill>
                  <a:srgbClr val="D4222A"/>
                </a:solidFill>
                <a:latin typeface="Times New Roman" panose="02020603050405020304" pitchFamily="18" charset="0"/>
                <a:cs typeface="Times New Roman" panose="02020603050405020304" pitchFamily="18" charset="0"/>
              </a:rPr>
              <a:t> INSTITUTE OF ENGINEERING &amp; TECHNOLOGY GREATER NOIDA</a:t>
            </a:r>
            <a:endParaRPr lang="en-US" sz="3200" dirty="0">
              <a:solidFill>
                <a:srgbClr val="D4222A"/>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95C2B02D-0DC2-431D-DF60-401E531B651F}"/>
              </a:ext>
            </a:extLst>
          </p:cNvPr>
          <p:cNvSpPr/>
          <p:nvPr/>
        </p:nvSpPr>
        <p:spPr>
          <a:xfrm>
            <a:off x="5810246" y="4882529"/>
            <a:ext cx="502064" cy="338554"/>
          </a:xfrm>
          <a:prstGeom prst="rect">
            <a:avLst/>
          </a:prstGeom>
        </p:spPr>
        <p:txBody>
          <a:bodyPr wrap="square">
            <a:spAutoFit/>
          </a:bodyPr>
          <a:lstStyle/>
          <a:p>
            <a:r>
              <a:rPr lang="en-IN" sz="1600" b="1" dirty="0">
                <a:latin typeface="Times New Roman" panose="02020603050405020304" pitchFamily="18" charset="0"/>
                <a:cs typeface="Times New Roman" panose="02020603050405020304" pitchFamily="18" charset="0"/>
              </a:rPr>
              <a:t>By</a:t>
            </a:r>
            <a:r>
              <a:rPr lang="en-IN" sz="1600" b="1" dirty="0">
                <a:solidFill>
                  <a:srgbClr val="A20000"/>
                </a:solidFill>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8DD14CEA-0AFA-2840-50F8-7CD1850C6115}"/>
              </a:ext>
            </a:extLst>
          </p:cNvPr>
          <p:cNvSpPr/>
          <p:nvPr/>
        </p:nvSpPr>
        <p:spPr>
          <a:xfrm>
            <a:off x="2751177" y="5221083"/>
            <a:ext cx="6689652" cy="1323439"/>
          </a:xfrm>
          <a:prstGeom prst="rect">
            <a:avLst/>
          </a:prstGeom>
        </p:spPr>
        <p:txBody>
          <a:bodyPr wrap="none">
            <a:spAutoFit/>
          </a:bodyPr>
          <a:lstStyle/>
          <a:p>
            <a:pPr algn="ctr"/>
            <a:r>
              <a:rPr lang="en-IN" sz="3200" b="1" dirty="0">
                <a:solidFill>
                  <a:srgbClr val="383A3C"/>
                </a:solidFill>
                <a:latin typeface="Times New Roman" panose="02020603050405020304" pitchFamily="18" charset="0"/>
                <a:cs typeface="Times New Roman" panose="02020603050405020304" pitchFamily="18" charset="0"/>
              </a:rPr>
              <a:t>Name of Faculty:- Ms Sonali Sharma</a:t>
            </a:r>
          </a:p>
          <a:p>
            <a:pPr algn="ctr"/>
            <a:r>
              <a:rPr lang="en-IN" sz="1600" b="1" dirty="0">
                <a:solidFill>
                  <a:srgbClr val="383A3C"/>
                </a:solidFill>
                <a:latin typeface="Times New Roman" panose="02020603050405020304" pitchFamily="18" charset="0"/>
                <a:cs typeface="Times New Roman" panose="02020603050405020304" pitchFamily="18" charset="0"/>
              </a:rPr>
              <a:t>Designation:- Assistant Professor</a:t>
            </a:r>
          </a:p>
          <a:p>
            <a:pPr algn="ctr"/>
            <a:r>
              <a:rPr lang="en-IN" sz="1600" b="1" dirty="0">
                <a:solidFill>
                  <a:srgbClr val="383A3C"/>
                </a:solidFill>
                <a:latin typeface="Times New Roman" panose="02020603050405020304" pitchFamily="18" charset="0"/>
                <a:cs typeface="Times New Roman" panose="02020603050405020304" pitchFamily="18" charset="0"/>
              </a:rPr>
              <a:t>Department:- MBA Department</a:t>
            </a:r>
          </a:p>
          <a:p>
            <a:pPr algn="ctr"/>
            <a:r>
              <a:rPr lang="en-IN" sz="1600" b="1" dirty="0">
                <a:solidFill>
                  <a:srgbClr val="383A3C"/>
                </a:solidFill>
                <a:latin typeface="Times New Roman" panose="02020603050405020304" pitchFamily="18" charset="0"/>
                <a:cs typeface="Times New Roman" panose="02020603050405020304" pitchFamily="18" charset="0"/>
              </a:rPr>
              <a:t>NIET, GREATER NOIDA </a:t>
            </a:r>
            <a:endParaRPr lang="en-US" sz="1600" dirty="0">
              <a:solidFill>
                <a:srgbClr val="383A3C"/>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03B7956A-085D-A825-38C7-6F3A6C7CF2AB}"/>
              </a:ext>
            </a:extLst>
          </p:cNvPr>
          <p:cNvSpPr/>
          <p:nvPr/>
        </p:nvSpPr>
        <p:spPr>
          <a:xfrm>
            <a:off x="1714467" y="3930556"/>
            <a:ext cx="8763061" cy="923330"/>
          </a:xfrm>
          <a:prstGeom prst="rect">
            <a:avLst/>
          </a:prstGeom>
        </p:spPr>
        <p:txBody>
          <a:bodyPr wrap="square">
            <a:spAutoFit/>
          </a:bodyPr>
          <a:lstStyle/>
          <a:p>
            <a:pPr algn="ctr"/>
            <a:r>
              <a:rPr lang="en-IN" b="1" dirty="0">
                <a:solidFill>
                  <a:srgbClr val="383A3C"/>
                </a:solidFill>
                <a:latin typeface="Times New Roman" panose="02020603050405020304" pitchFamily="18" charset="0"/>
                <a:cs typeface="Times New Roman" panose="02020603050405020304" pitchFamily="18" charset="0"/>
              </a:rPr>
              <a:t>Lecture – (1-8)</a:t>
            </a:r>
            <a:br>
              <a:rPr lang="en-IN" b="1" dirty="0">
                <a:solidFill>
                  <a:srgbClr val="A20000"/>
                </a:solidFill>
                <a:latin typeface="Times New Roman" panose="02020603050405020304" pitchFamily="18" charset="0"/>
                <a:cs typeface="Times New Roman" panose="02020603050405020304" pitchFamily="18" charset="0"/>
              </a:rPr>
            </a:br>
            <a:r>
              <a:rPr lang="en-IN" sz="3600" b="1" dirty="0">
                <a:solidFill>
                  <a:srgbClr val="D4222A"/>
                </a:solidFill>
                <a:latin typeface="Times New Roman" panose="02020603050405020304" pitchFamily="18" charset="0"/>
                <a:cs typeface="Times New Roman" panose="02020603050405020304" pitchFamily="18" charset="0"/>
              </a:rPr>
              <a:t>UNIT-2</a:t>
            </a:r>
            <a:endParaRPr lang="en-US" sz="3600" dirty="0">
              <a:solidFill>
                <a:srgbClr val="D4222A"/>
              </a:solidFill>
              <a:latin typeface="Times New Roman" panose="02020603050405020304" pitchFamily="18" charset="0"/>
              <a:cs typeface="Times New Roman" panose="02020603050405020304" pitchFamily="18" charset="0"/>
            </a:endParaRPr>
          </a:p>
        </p:txBody>
      </p:sp>
      <p:pic>
        <p:nvPicPr>
          <p:cNvPr id="13" name="Picture 12" descr="A close-up of a logo&#10;&#10;Description automatically generated">
            <a:extLst>
              <a:ext uri="{FF2B5EF4-FFF2-40B4-BE49-F238E27FC236}">
                <a16:creationId xmlns:a16="http://schemas.microsoft.com/office/drawing/2014/main" id="{47EBCF00-B6B8-EBDF-019C-6C1D35F139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2314" y="1198019"/>
            <a:ext cx="3285524" cy="1406615"/>
          </a:xfrm>
          <a:prstGeom prst="rect">
            <a:avLst/>
          </a:prstGeom>
        </p:spPr>
      </p:pic>
      <p:sp>
        <p:nvSpPr>
          <p:cNvPr id="3" name="Slide Number Placeholder 2">
            <a:extLst>
              <a:ext uri="{FF2B5EF4-FFF2-40B4-BE49-F238E27FC236}">
                <a16:creationId xmlns:a16="http://schemas.microsoft.com/office/drawing/2014/main" id="{6315DDC1-5CC7-AE86-1D1F-610CFF2D87E1}"/>
              </a:ext>
            </a:extLst>
          </p:cNvPr>
          <p:cNvSpPr>
            <a:spLocks noGrp="1"/>
          </p:cNvSpPr>
          <p:nvPr>
            <p:ph type="sldNum" sz="quarter" idx="12"/>
          </p:nvPr>
        </p:nvSpPr>
        <p:spPr/>
        <p:txBody>
          <a:bodyPr/>
          <a:lstStyle/>
          <a:p>
            <a:fld id="{5721E972-0DBC-4911-A10C-C7172303CA11}" type="slidenum">
              <a:rPr lang="en-IN" smtClean="0"/>
              <a:t>1</a:t>
            </a:fld>
            <a:endParaRPr lang="en-IN"/>
          </a:p>
        </p:txBody>
      </p:sp>
    </p:spTree>
    <p:extLst>
      <p:ext uri="{BB962C8B-B14F-4D97-AF65-F5344CB8AC3E}">
        <p14:creationId xmlns:p14="http://schemas.microsoft.com/office/powerpoint/2010/main" val="3823976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17F6AA7-085A-499C-9F3C-900F32B1A20B}" type="datetime1">
              <a:rPr lang="en-US" smtClean="0"/>
              <a:t>7/22/2025</a:t>
            </a:fld>
            <a:endParaRPr lang="en-US" dirty="0"/>
          </a:p>
        </p:txBody>
      </p:sp>
      <p:sp>
        <p:nvSpPr>
          <p:cNvPr id="5" name="Footer Placeholder 4"/>
          <p:cNvSpPr>
            <a:spLocks noGrp="1"/>
          </p:cNvSpPr>
          <p:nvPr>
            <p:ph type="ftr" sz="quarter" idx="11"/>
          </p:nvPr>
        </p:nvSpPr>
        <p:spPr>
          <a:xfrm>
            <a:off x="3276600" y="6356353"/>
            <a:ext cx="6400800" cy="365125"/>
          </a:xfrm>
        </p:spPr>
        <p:txBody>
          <a:bodyPr/>
          <a:lstStyle/>
          <a:p>
            <a:r>
              <a:rPr lang="en-US" dirty="0">
                <a:solidFill>
                  <a:schemeClr val="tx1"/>
                </a:solidFill>
              </a:rPr>
              <a:t>Ms. </a:t>
            </a:r>
            <a:r>
              <a:rPr lang="en-US">
                <a:solidFill>
                  <a:schemeClr val="tx1"/>
                </a:solidFill>
              </a:rPr>
              <a:t>Sonali Sharma         </a:t>
            </a:r>
            <a:r>
              <a:rPr lang="en-US" dirty="0">
                <a:solidFill>
                  <a:schemeClr val="tx1"/>
                </a:solidFill>
              </a:rPr>
              <a:t>AOE0770      Finance For Engineers                  Unit II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7" name="Title 1"/>
          <p:cNvSpPr txBox="1">
            <a:spLocks/>
          </p:cNvSpPr>
          <p:nvPr/>
        </p:nvSpPr>
        <p:spPr>
          <a:xfrm>
            <a:off x="1799303" y="88354"/>
            <a:ext cx="10287000" cy="72997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Index/Content</a:t>
            </a:r>
          </a:p>
        </p:txBody>
      </p:sp>
      <p:graphicFrame>
        <p:nvGraphicFramePr>
          <p:cNvPr id="12" name="Table 11"/>
          <p:cNvGraphicFramePr>
            <a:graphicFrameLocks noGrp="1"/>
          </p:cNvGraphicFramePr>
          <p:nvPr>
            <p:extLst>
              <p:ext uri="{D42A27DB-BD31-4B8C-83A1-F6EECF244321}">
                <p14:modId xmlns:p14="http://schemas.microsoft.com/office/powerpoint/2010/main" val="2727835886"/>
              </p:ext>
            </p:extLst>
          </p:nvPr>
        </p:nvGraphicFramePr>
        <p:xfrm>
          <a:off x="457200" y="958442"/>
          <a:ext cx="11506200" cy="5257798"/>
        </p:xfrm>
        <a:graphic>
          <a:graphicData uri="http://schemas.openxmlformats.org/drawingml/2006/table">
            <a:tbl>
              <a:tblPr firstRow="1" bandRow="1">
                <a:tableStyleId>{5940675A-B579-460E-94D1-54222C63F5DA}</a:tableStyleId>
              </a:tblPr>
              <a:tblGrid>
                <a:gridCol w="2130778">
                  <a:extLst>
                    <a:ext uri="{9D8B030D-6E8A-4147-A177-3AD203B41FA5}">
                      <a16:colId xmlns:a16="http://schemas.microsoft.com/office/drawing/2014/main" val="20000"/>
                    </a:ext>
                  </a:extLst>
                </a:gridCol>
                <a:gridCol w="9375422">
                  <a:extLst>
                    <a:ext uri="{9D8B030D-6E8A-4147-A177-3AD203B41FA5}">
                      <a16:colId xmlns:a16="http://schemas.microsoft.com/office/drawing/2014/main" val="20001"/>
                    </a:ext>
                  </a:extLst>
                </a:gridCol>
              </a:tblGrid>
              <a:tr h="399779">
                <a:tc>
                  <a:txBody>
                    <a:bodyPr/>
                    <a:lstStyle/>
                    <a:p>
                      <a:r>
                        <a:rPr lang="en-US" sz="2000" dirty="0"/>
                        <a:t>S. No.</a:t>
                      </a:r>
                      <a:endParaRPr lang="en-US" sz="2000" dirty="0">
                        <a:latin typeface="+mj-lt"/>
                      </a:endParaRPr>
                    </a:p>
                  </a:txBody>
                  <a:tcPr/>
                </a:tc>
                <a:tc>
                  <a:txBody>
                    <a:bodyPr/>
                    <a:lstStyle/>
                    <a:p>
                      <a:pPr algn="l"/>
                      <a:r>
                        <a:rPr lang="en-US" sz="2000" dirty="0"/>
                        <a:t>Index</a:t>
                      </a:r>
                      <a:endParaRPr lang="en-US" sz="2000" dirty="0">
                        <a:latin typeface="+mj-lt"/>
                      </a:endParaRPr>
                    </a:p>
                  </a:txBody>
                  <a:tcPr/>
                </a:tc>
                <a:extLst>
                  <a:ext uri="{0D108BD9-81ED-4DB2-BD59-A6C34878D82A}">
                    <a16:rowId xmlns:a16="http://schemas.microsoft.com/office/drawing/2014/main" val="10000"/>
                  </a:ext>
                </a:extLst>
              </a:tr>
              <a:tr h="779925">
                <a:tc>
                  <a:txBody>
                    <a:bodyPr/>
                    <a:lstStyle/>
                    <a:p>
                      <a:r>
                        <a:rPr lang="en-US" sz="2400" b="0" dirty="0"/>
                        <a:t>1.</a:t>
                      </a:r>
                      <a:endParaRPr lang="en-US" sz="2400" b="0" dirty="0">
                        <a:latin typeface="+mj-lt"/>
                        <a:cs typeface="Times New Roman" pitchFamily="18" charset="0"/>
                      </a:endParaRPr>
                    </a:p>
                  </a:txBody>
                  <a:tcPr/>
                </a:tc>
                <a:tc>
                  <a:txBody>
                    <a:bodyPr/>
                    <a:lstStyle/>
                    <a:p>
                      <a:pPr algn="l" fontAlgn="ctr"/>
                      <a:r>
                        <a:rPr lang="en-US" sz="2400" b="0" u="none" strike="noStrike" dirty="0">
                          <a:solidFill>
                            <a:srgbClr val="000000"/>
                          </a:solidFill>
                        </a:rPr>
                        <a:t>Name of Subject with code, Course and Subject Teacher</a:t>
                      </a:r>
                      <a:endParaRPr lang="en-US" sz="2400" b="0" i="0" u="none" strike="noStrike" dirty="0">
                        <a:solidFill>
                          <a:srgbClr val="000000"/>
                        </a:solidFill>
                        <a:latin typeface="+mj-lt"/>
                      </a:endParaRPr>
                    </a:p>
                  </a:txBody>
                  <a:tcPr marL="9525" marR="9525" marT="9525" marB="0" anchor="ctr"/>
                </a:tc>
                <a:extLst>
                  <a:ext uri="{0D108BD9-81ED-4DB2-BD59-A6C34878D82A}">
                    <a16:rowId xmlns:a16="http://schemas.microsoft.com/office/drawing/2014/main" val="10001"/>
                  </a:ext>
                </a:extLst>
              </a:tr>
              <a:tr h="779925">
                <a:tc>
                  <a:txBody>
                    <a:bodyPr/>
                    <a:lstStyle/>
                    <a:p>
                      <a:r>
                        <a:rPr lang="en-US" sz="2400" b="0" dirty="0"/>
                        <a:t>2.</a:t>
                      </a:r>
                      <a:endParaRPr lang="en-US" sz="2400" b="0" dirty="0">
                        <a:latin typeface="+mj-lt"/>
                        <a:cs typeface="Times New Roman" pitchFamily="18" charset="0"/>
                      </a:endParaRPr>
                    </a:p>
                  </a:txBody>
                  <a:tcPr/>
                </a:tc>
                <a:tc>
                  <a:txBody>
                    <a:bodyPr/>
                    <a:lstStyle/>
                    <a:p>
                      <a:pPr algn="l" fontAlgn="ctr"/>
                      <a:r>
                        <a:rPr lang="en-US" sz="2400" b="0" u="none" strike="noStrike" dirty="0">
                          <a:solidFill>
                            <a:srgbClr val="000000"/>
                          </a:solidFill>
                        </a:rPr>
                        <a:t>Brief Introduction of Faculty member with Photograph</a:t>
                      </a:r>
                      <a:endParaRPr lang="en-US" sz="2400" b="0" i="0" u="none" strike="noStrike" dirty="0">
                        <a:solidFill>
                          <a:srgbClr val="000000"/>
                        </a:solidFill>
                        <a:latin typeface="+mj-lt"/>
                      </a:endParaRPr>
                    </a:p>
                  </a:txBody>
                  <a:tcPr marL="9525" marR="9525" marT="9525" marB="0" anchor="ctr"/>
                </a:tc>
                <a:extLst>
                  <a:ext uri="{0D108BD9-81ED-4DB2-BD59-A6C34878D82A}">
                    <a16:rowId xmlns:a16="http://schemas.microsoft.com/office/drawing/2014/main" val="10002"/>
                  </a:ext>
                </a:extLst>
              </a:tr>
              <a:tr h="471167">
                <a:tc>
                  <a:txBody>
                    <a:bodyPr/>
                    <a:lstStyle/>
                    <a:p>
                      <a:r>
                        <a:rPr lang="en-US" sz="2400" b="0" dirty="0"/>
                        <a:t>3.</a:t>
                      </a:r>
                      <a:endParaRPr lang="en-US" sz="2400" b="0" dirty="0">
                        <a:latin typeface="+mj-lt"/>
                        <a:cs typeface="Times New Roman" pitchFamily="18" charset="0"/>
                      </a:endParaRPr>
                    </a:p>
                  </a:txBody>
                  <a:tcPr/>
                </a:tc>
                <a:tc>
                  <a:txBody>
                    <a:bodyPr/>
                    <a:lstStyle/>
                    <a:p>
                      <a:pPr algn="l" fontAlgn="ctr"/>
                      <a:r>
                        <a:rPr lang="en-US" sz="2400" b="0" u="none" strike="noStrike" dirty="0">
                          <a:solidFill>
                            <a:srgbClr val="000000"/>
                          </a:solidFill>
                        </a:rPr>
                        <a:t>Evaluation Scheme</a:t>
                      </a:r>
                      <a:endParaRPr lang="en-US" sz="2400" b="0" i="0" u="none" strike="noStrike" dirty="0">
                        <a:solidFill>
                          <a:srgbClr val="000000"/>
                        </a:solidFill>
                        <a:latin typeface="+mj-lt"/>
                      </a:endParaRPr>
                    </a:p>
                  </a:txBody>
                  <a:tcPr marL="9525" marR="9525" marT="9525" marB="0" anchor="ctr"/>
                </a:tc>
                <a:extLst>
                  <a:ext uri="{0D108BD9-81ED-4DB2-BD59-A6C34878D82A}">
                    <a16:rowId xmlns:a16="http://schemas.microsoft.com/office/drawing/2014/main" val="10003"/>
                  </a:ext>
                </a:extLst>
              </a:tr>
              <a:tr h="471167">
                <a:tc>
                  <a:txBody>
                    <a:bodyPr/>
                    <a:lstStyle/>
                    <a:p>
                      <a:r>
                        <a:rPr lang="en-US" sz="2400" b="0" dirty="0"/>
                        <a:t>4.</a:t>
                      </a:r>
                      <a:endParaRPr lang="en-US" sz="2400" b="0" dirty="0">
                        <a:latin typeface="+mj-lt"/>
                        <a:cs typeface="Times New Roman" pitchFamily="18" charset="0"/>
                      </a:endParaRPr>
                    </a:p>
                  </a:txBody>
                  <a:tcPr/>
                </a:tc>
                <a:tc>
                  <a:txBody>
                    <a:bodyPr/>
                    <a:lstStyle/>
                    <a:p>
                      <a:r>
                        <a:rPr lang="en-US" sz="2400" b="0" dirty="0"/>
                        <a:t>Syllabus</a:t>
                      </a:r>
                      <a:endParaRPr lang="en-US" sz="2400" b="0" dirty="0">
                        <a:latin typeface="+mj-lt"/>
                        <a:cs typeface="Times New Roman" pitchFamily="18" charset="0"/>
                      </a:endParaRPr>
                    </a:p>
                  </a:txBody>
                  <a:tcPr/>
                </a:tc>
                <a:extLst>
                  <a:ext uri="{0D108BD9-81ED-4DB2-BD59-A6C34878D82A}">
                    <a16:rowId xmlns:a16="http://schemas.microsoft.com/office/drawing/2014/main" val="10004"/>
                  </a:ext>
                </a:extLst>
              </a:tr>
              <a:tr h="471167">
                <a:tc>
                  <a:txBody>
                    <a:bodyPr/>
                    <a:lstStyle/>
                    <a:p>
                      <a:r>
                        <a:rPr lang="en-US" sz="2400" b="0" dirty="0"/>
                        <a:t>5.</a:t>
                      </a:r>
                      <a:endParaRPr lang="en-US" sz="2400" b="0" dirty="0">
                        <a:latin typeface="+mj-lt"/>
                        <a:cs typeface="Times New Roman" pitchFamily="18" charset="0"/>
                      </a:endParaRPr>
                    </a:p>
                  </a:txBody>
                  <a:tcPr/>
                </a:tc>
                <a:tc>
                  <a:txBody>
                    <a:bodyPr/>
                    <a:lstStyle/>
                    <a:p>
                      <a:r>
                        <a:rPr lang="en-US" sz="2400" dirty="0"/>
                        <a:t>Branch wise Application</a:t>
                      </a:r>
                      <a:endParaRPr lang="en-US" sz="2400" dirty="0">
                        <a:latin typeface="+mj-lt"/>
                      </a:endParaRPr>
                    </a:p>
                  </a:txBody>
                  <a:tcPr/>
                </a:tc>
                <a:extLst>
                  <a:ext uri="{0D108BD9-81ED-4DB2-BD59-A6C34878D82A}">
                    <a16:rowId xmlns:a16="http://schemas.microsoft.com/office/drawing/2014/main" val="10005"/>
                  </a:ext>
                </a:extLst>
              </a:tr>
              <a:tr h="471167">
                <a:tc>
                  <a:txBody>
                    <a:bodyPr/>
                    <a:lstStyle/>
                    <a:p>
                      <a:r>
                        <a:rPr lang="en-US" sz="2400" b="0" dirty="0"/>
                        <a:t>6.</a:t>
                      </a:r>
                      <a:endParaRPr lang="en-US" sz="2400" b="0" dirty="0">
                        <a:latin typeface="+mj-lt"/>
                        <a:cs typeface="Times New Roman" pitchFamily="18" charset="0"/>
                      </a:endParaRPr>
                    </a:p>
                  </a:txBody>
                  <a:tcPr/>
                </a:tc>
                <a:tc>
                  <a:txBody>
                    <a:bodyPr/>
                    <a:lstStyle/>
                    <a:p>
                      <a:r>
                        <a:rPr lang="en-US" sz="2400" b="0" dirty="0"/>
                        <a:t>Course Objective(s)</a:t>
                      </a:r>
                      <a:endParaRPr lang="en-US" sz="2400" b="0" dirty="0">
                        <a:latin typeface="+mj-lt"/>
                        <a:cs typeface="Times New Roman" pitchFamily="18" charset="0"/>
                      </a:endParaRPr>
                    </a:p>
                  </a:txBody>
                  <a:tcPr/>
                </a:tc>
                <a:extLst>
                  <a:ext uri="{0D108BD9-81ED-4DB2-BD59-A6C34878D82A}">
                    <a16:rowId xmlns:a16="http://schemas.microsoft.com/office/drawing/2014/main" val="10006"/>
                  </a:ext>
                </a:extLst>
              </a:tr>
              <a:tr h="471167">
                <a:tc>
                  <a:txBody>
                    <a:bodyPr/>
                    <a:lstStyle/>
                    <a:p>
                      <a:r>
                        <a:rPr lang="en-US" sz="2400" b="0" dirty="0"/>
                        <a:t>7.</a:t>
                      </a:r>
                      <a:endParaRPr lang="en-US" sz="2400" b="0" dirty="0">
                        <a:latin typeface="+mj-lt"/>
                        <a:cs typeface="Times New Roman" pitchFamily="18" charset="0"/>
                      </a:endParaRPr>
                    </a:p>
                  </a:txBody>
                  <a:tcPr/>
                </a:tc>
                <a:tc>
                  <a:txBody>
                    <a:bodyPr/>
                    <a:lstStyle/>
                    <a:p>
                      <a:r>
                        <a:rPr lang="en-US" sz="2400" b="0" dirty="0"/>
                        <a:t>Course Outcome(s)</a:t>
                      </a:r>
                      <a:endParaRPr lang="en-US" sz="2400" b="0" dirty="0">
                        <a:latin typeface="+mj-lt"/>
                        <a:cs typeface="Times New Roman" pitchFamily="18" charset="0"/>
                      </a:endParaRPr>
                    </a:p>
                  </a:txBody>
                  <a:tcPr/>
                </a:tc>
                <a:extLst>
                  <a:ext uri="{0D108BD9-81ED-4DB2-BD59-A6C34878D82A}">
                    <a16:rowId xmlns:a16="http://schemas.microsoft.com/office/drawing/2014/main" val="10007"/>
                  </a:ext>
                </a:extLst>
              </a:tr>
              <a:tr h="471167">
                <a:tc>
                  <a:txBody>
                    <a:bodyPr/>
                    <a:lstStyle/>
                    <a:p>
                      <a:r>
                        <a:rPr lang="en-US" sz="2400" b="0" dirty="0"/>
                        <a:t>8.</a:t>
                      </a:r>
                      <a:endParaRPr lang="en-US" sz="2400" b="0" dirty="0">
                        <a:latin typeface="+mj-lt"/>
                        <a:cs typeface="Times New Roman" pitchFamily="18" charset="0"/>
                      </a:endParaRPr>
                    </a:p>
                  </a:txBody>
                  <a:tcPr/>
                </a:tc>
                <a:tc>
                  <a:txBody>
                    <a:bodyPr/>
                    <a:lstStyle/>
                    <a:p>
                      <a:r>
                        <a:rPr lang="en-US" sz="2400" b="0" dirty="0"/>
                        <a:t>Program Outcomes </a:t>
                      </a:r>
                      <a:r>
                        <a:rPr lang="en-US" sz="2400" b="0"/>
                        <a:t>(POs</a:t>
                      </a:r>
                      <a:r>
                        <a:rPr lang="en-US" sz="2400" b="0" dirty="0"/>
                        <a:t>)</a:t>
                      </a:r>
                      <a:endParaRPr lang="en-US" sz="2400" b="0" dirty="0">
                        <a:latin typeface="+mj-lt"/>
                        <a:cs typeface="Times New Roman" pitchFamily="18" charset="0"/>
                      </a:endParaRPr>
                    </a:p>
                  </a:txBody>
                  <a:tcPr/>
                </a:tc>
                <a:extLst>
                  <a:ext uri="{0D108BD9-81ED-4DB2-BD59-A6C34878D82A}">
                    <a16:rowId xmlns:a16="http://schemas.microsoft.com/office/drawing/2014/main" val="10008"/>
                  </a:ext>
                </a:extLst>
              </a:tr>
              <a:tr h="471167">
                <a:tc>
                  <a:txBody>
                    <a:bodyPr/>
                    <a:lstStyle/>
                    <a:p>
                      <a:r>
                        <a:rPr lang="en-US" sz="2400" b="0" dirty="0"/>
                        <a:t>9.</a:t>
                      </a:r>
                      <a:endParaRPr lang="en-US" sz="2400" b="0" dirty="0">
                        <a:latin typeface="+mj-lt"/>
                        <a:cs typeface="Times New Roman" pitchFamily="18" charset="0"/>
                      </a:endParaRPr>
                    </a:p>
                  </a:txBody>
                  <a:tcPr/>
                </a:tc>
                <a:tc>
                  <a:txBody>
                    <a:bodyPr/>
                    <a:lstStyle/>
                    <a:p>
                      <a:r>
                        <a:rPr lang="en-US" sz="2400" dirty="0"/>
                        <a:t>Cos and POs Mapping</a:t>
                      </a:r>
                      <a:endParaRPr lang="en-US" sz="2400" dirty="0">
                        <a:latin typeface="+mj-lt"/>
                      </a:endParaRPr>
                    </a:p>
                  </a:txBody>
                  <a:tcPr/>
                </a:tc>
                <a:extLst>
                  <a:ext uri="{0D108BD9-81ED-4DB2-BD59-A6C34878D82A}">
                    <a16:rowId xmlns:a16="http://schemas.microsoft.com/office/drawing/2014/main" val="10009"/>
                  </a:ext>
                </a:extLst>
              </a:tr>
            </a:tbl>
          </a:graphicData>
        </a:graphic>
      </p:graphicFrame>
      <p:pic>
        <p:nvPicPr>
          <p:cNvPr id="2" name="Picture 1" descr="A close-up of a logo&#10;&#10;Description automatically generated">
            <a:extLst>
              <a:ext uri="{FF2B5EF4-FFF2-40B4-BE49-F238E27FC236}">
                <a16:creationId xmlns:a16="http://schemas.microsoft.com/office/drawing/2014/main" id="{7C9FA8E4-FD3E-DF57-0297-041CBFAEDC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7505"/>
            <a:ext cx="1828800" cy="7829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3788163529"/>
              </p:ext>
            </p:extLst>
          </p:nvPr>
        </p:nvGraphicFramePr>
        <p:xfrm>
          <a:off x="381000" y="900431"/>
          <a:ext cx="11658600" cy="5250613"/>
        </p:xfrm>
        <a:graphic>
          <a:graphicData uri="http://schemas.openxmlformats.org/drawingml/2006/table">
            <a:tbl>
              <a:tblPr firstRow="1" bandRow="1">
                <a:tableStyleId>{5940675A-B579-460E-94D1-54222C63F5DA}</a:tableStyleId>
              </a:tblPr>
              <a:tblGrid>
                <a:gridCol w="2158999">
                  <a:extLst>
                    <a:ext uri="{9D8B030D-6E8A-4147-A177-3AD203B41FA5}">
                      <a16:colId xmlns:a16="http://schemas.microsoft.com/office/drawing/2014/main" val="20000"/>
                    </a:ext>
                  </a:extLst>
                </a:gridCol>
                <a:gridCol w="9499601">
                  <a:extLst>
                    <a:ext uri="{9D8B030D-6E8A-4147-A177-3AD203B41FA5}">
                      <a16:colId xmlns:a16="http://schemas.microsoft.com/office/drawing/2014/main" val="20001"/>
                    </a:ext>
                  </a:extLst>
                </a:gridCol>
              </a:tblGrid>
              <a:tr h="410663">
                <a:tc>
                  <a:txBody>
                    <a:bodyPr/>
                    <a:lstStyle/>
                    <a:p>
                      <a:r>
                        <a:rPr lang="en-US" sz="2000" dirty="0"/>
                        <a:t>S. No.</a:t>
                      </a:r>
                      <a:endParaRPr lang="en-US" sz="2000" dirty="0">
                        <a:latin typeface="+mj-lt"/>
                      </a:endParaRPr>
                    </a:p>
                  </a:txBody>
                  <a:tcPr/>
                </a:tc>
                <a:tc>
                  <a:txBody>
                    <a:bodyPr/>
                    <a:lstStyle/>
                    <a:p>
                      <a:pPr algn="l"/>
                      <a:r>
                        <a:rPr lang="en-US" sz="2000" dirty="0"/>
                        <a:t>Index</a:t>
                      </a:r>
                      <a:endParaRPr lang="en-US" sz="2000" dirty="0">
                        <a:latin typeface="+mj-lt"/>
                      </a:endParaRPr>
                    </a:p>
                  </a:txBody>
                  <a:tcPr/>
                </a:tc>
                <a:extLst>
                  <a:ext uri="{0D108BD9-81ED-4DB2-BD59-A6C34878D82A}">
                    <a16:rowId xmlns:a16="http://schemas.microsoft.com/office/drawing/2014/main" val="10000"/>
                  </a:ext>
                </a:extLst>
              </a:tr>
              <a:tr h="483995">
                <a:tc>
                  <a:txBody>
                    <a:bodyPr/>
                    <a:lstStyle/>
                    <a:p>
                      <a:r>
                        <a:rPr lang="en-US" sz="2000" b="0" dirty="0"/>
                        <a:t>10.</a:t>
                      </a:r>
                      <a:endParaRPr lang="en-US" sz="2000" b="0" dirty="0">
                        <a:latin typeface="+mj-lt"/>
                        <a:cs typeface="Times New Roman" pitchFamily="18" charset="0"/>
                      </a:endParaRPr>
                    </a:p>
                  </a:txBody>
                  <a:tcPr/>
                </a:tc>
                <a:tc>
                  <a:txBody>
                    <a:bodyPr/>
                    <a:lstStyle/>
                    <a:p>
                      <a:r>
                        <a:rPr lang="en-US" sz="2000" b="0" dirty="0"/>
                        <a:t>Program Specific  Outcomes (PSOs)</a:t>
                      </a:r>
                      <a:endParaRPr lang="en-US" sz="2000" b="0" dirty="0">
                        <a:latin typeface="+mj-lt"/>
                        <a:cs typeface="Times New Roman" pitchFamily="18" charset="0"/>
                      </a:endParaRPr>
                    </a:p>
                  </a:txBody>
                  <a:tcPr/>
                </a:tc>
                <a:extLst>
                  <a:ext uri="{0D108BD9-81ED-4DB2-BD59-A6C34878D82A}">
                    <a16:rowId xmlns:a16="http://schemas.microsoft.com/office/drawing/2014/main" val="10001"/>
                  </a:ext>
                </a:extLst>
              </a:tr>
              <a:tr h="483995">
                <a:tc>
                  <a:txBody>
                    <a:bodyPr/>
                    <a:lstStyle/>
                    <a:p>
                      <a:r>
                        <a:rPr lang="en-US" sz="2000" b="0" dirty="0"/>
                        <a:t>11.</a:t>
                      </a:r>
                      <a:endParaRPr lang="en-US" sz="2000" b="0" dirty="0">
                        <a:latin typeface="+mj-lt"/>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u="none" strike="noStrike" kern="1200" cap="none" spc="0" normalizeH="0" baseline="0" noProof="0" dirty="0">
                          <a:ln>
                            <a:noFill/>
                          </a:ln>
                          <a:solidFill>
                            <a:schemeClr val="dk1"/>
                          </a:solidFill>
                          <a:effectLst/>
                          <a:uLnTx/>
                          <a:uFillTx/>
                        </a:rPr>
                        <a:t>Cos and PSOs Mapping</a:t>
                      </a:r>
                      <a:endParaRPr kumimoji="0" lang="en-US" sz="2000" b="0" i="0" u="none" strike="noStrike" kern="1200" cap="none" spc="0" normalizeH="0" baseline="0" noProof="0" dirty="0">
                        <a:ln>
                          <a:noFill/>
                        </a:ln>
                        <a:solidFill>
                          <a:schemeClr val="dk1"/>
                        </a:solidFill>
                        <a:effectLst/>
                        <a:uLnTx/>
                        <a:uFillTx/>
                        <a:latin typeface="+mj-lt"/>
                        <a:cs typeface="Times New Roman" pitchFamily="18" charset="0"/>
                      </a:endParaRPr>
                    </a:p>
                  </a:txBody>
                  <a:tcPr/>
                </a:tc>
                <a:extLst>
                  <a:ext uri="{0D108BD9-81ED-4DB2-BD59-A6C34878D82A}">
                    <a16:rowId xmlns:a16="http://schemas.microsoft.com/office/drawing/2014/main" val="10002"/>
                  </a:ext>
                </a:extLst>
              </a:tr>
              <a:tr h="483995">
                <a:tc>
                  <a:txBody>
                    <a:bodyPr/>
                    <a:lstStyle/>
                    <a:p>
                      <a:r>
                        <a:rPr lang="en-US" sz="2000" b="0" dirty="0"/>
                        <a:t>12.</a:t>
                      </a:r>
                      <a:endParaRPr lang="en-US" sz="2000" b="0" dirty="0">
                        <a:latin typeface="+mj-lt"/>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t>Program Educational Objectives (PEOs)</a:t>
                      </a:r>
                      <a:endParaRPr lang="en-US" sz="2000" b="0" dirty="0">
                        <a:latin typeface="+mj-lt"/>
                        <a:cs typeface="Times New Roman" pitchFamily="18" charset="0"/>
                      </a:endParaRPr>
                    </a:p>
                  </a:txBody>
                  <a:tcPr/>
                </a:tc>
                <a:extLst>
                  <a:ext uri="{0D108BD9-81ED-4DB2-BD59-A6C34878D82A}">
                    <a16:rowId xmlns:a16="http://schemas.microsoft.com/office/drawing/2014/main" val="10003"/>
                  </a:ext>
                </a:extLst>
              </a:tr>
              <a:tr h="483995">
                <a:tc>
                  <a:txBody>
                    <a:bodyPr/>
                    <a:lstStyle/>
                    <a:p>
                      <a:r>
                        <a:rPr lang="en-US" sz="2000" b="0" dirty="0"/>
                        <a:t>13.</a:t>
                      </a:r>
                      <a:endParaRPr lang="en-US" sz="2000" b="0" dirty="0">
                        <a:latin typeface="+mj-lt"/>
                        <a:cs typeface="Times New Roman" pitchFamily="18" charset="0"/>
                      </a:endParaRPr>
                    </a:p>
                  </a:txBody>
                  <a:tcPr/>
                </a:tc>
                <a:tc>
                  <a:txBody>
                    <a:bodyPr/>
                    <a:lstStyle/>
                    <a:p>
                      <a:r>
                        <a:rPr lang="en-US" sz="2000" b="0" dirty="0"/>
                        <a:t>Result Analysis</a:t>
                      </a:r>
                      <a:endParaRPr lang="en-US" sz="2000" b="0" dirty="0">
                        <a:latin typeface="+mj-lt"/>
                        <a:cs typeface="Times New Roman" pitchFamily="18" charset="0"/>
                      </a:endParaRPr>
                    </a:p>
                  </a:txBody>
                  <a:tcPr/>
                </a:tc>
                <a:extLst>
                  <a:ext uri="{0D108BD9-81ED-4DB2-BD59-A6C34878D82A}">
                    <a16:rowId xmlns:a16="http://schemas.microsoft.com/office/drawing/2014/main" val="10004"/>
                  </a:ext>
                </a:extLst>
              </a:tr>
              <a:tr h="483995">
                <a:tc>
                  <a:txBody>
                    <a:bodyPr/>
                    <a:lstStyle/>
                    <a:p>
                      <a:r>
                        <a:rPr lang="en-US" sz="2000" b="0" dirty="0"/>
                        <a:t>14.</a:t>
                      </a:r>
                      <a:endParaRPr lang="en-US" sz="2000" b="0" dirty="0">
                        <a:latin typeface="+mj-lt"/>
                        <a:cs typeface="Times New Roman" pitchFamily="18" charset="0"/>
                      </a:endParaRPr>
                    </a:p>
                  </a:txBody>
                  <a:tcPr/>
                </a:tc>
                <a:tc>
                  <a:txBody>
                    <a:bodyPr/>
                    <a:lstStyle/>
                    <a:p>
                      <a:r>
                        <a:rPr lang="en-US" sz="2000" b="0" dirty="0"/>
                        <a:t>End Semester Question paper Templates</a:t>
                      </a:r>
                      <a:endParaRPr lang="en-US" sz="2000" b="0" dirty="0">
                        <a:latin typeface="+mj-lt"/>
                        <a:cs typeface="Times New Roman" pitchFamily="18" charset="0"/>
                      </a:endParaRPr>
                    </a:p>
                  </a:txBody>
                  <a:tcPr/>
                </a:tc>
                <a:extLst>
                  <a:ext uri="{0D108BD9-81ED-4DB2-BD59-A6C34878D82A}">
                    <a16:rowId xmlns:a16="http://schemas.microsoft.com/office/drawing/2014/main" val="10005"/>
                  </a:ext>
                </a:extLst>
              </a:tr>
              <a:tr h="483995">
                <a:tc>
                  <a:txBody>
                    <a:bodyPr/>
                    <a:lstStyle/>
                    <a:p>
                      <a:r>
                        <a:rPr lang="en-US" sz="2000" b="0" dirty="0"/>
                        <a:t>15.</a:t>
                      </a:r>
                      <a:endParaRPr lang="en-US" sz="2000" b="0" dirty="0">
                        <a:latin typeface="+mj-lt"/>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t>Prequisite/Recap</a:t>
                      </a:r>
                      <a:endParaRPr lang="en-US" sz="2000" b="0" dirty="0">
                        <a:latin typeface="+mj-lt"/>
                        <a:cs typeface="Times New Roman" pitchFamily="18" charset="0"/>
                      </a:endParaRPr>
                    </a:p>
                  </a:txBody>
                  <a:tcPr/>
                </a:tc>
                <a:extLst>
                  <a:ext uri="{0D108BD9-81ED-4DB2-BD59-A6C34878D82A}">
                    <a16:rowId xmlns:a16="http://schemas.microsoft.com/office/drawing/2014/main" val="10006"/>
                  </a:ext>
                </a:extLst>
              </a:tr>
              <a:tr h="483995">
                <a:tc>
                  <a:txBody>
                    <a:bodyPr/>
                    <a:lstStyle/>
                    <a:p>
                      <a:r>
                        <a:rPr lang="en-US" sz="2000" b="0" dirty="0"/>
                        <a:t>16.</a:t>
                      </a:r>
                      <a:endParaRPr lang="en-US" sz="2000" b="0" dirty="0">
                        <a:latin typeface="+mj-lt"/>
                        <a:cs typeface="Times New Roman" pitchFamily="18" charset="0"/>
                      </a:endParaRPr>
                    </a:p>
                  </a:txBody>
                  <a:tcPr/>
                </a:tc>
                <a:tc>
                  <a:txBody>
                    <a:bodyPr/>
                    <a:lstStyle/>
                    <a:p>
                      <a:r>
                        <a:rPr lang="en-US" sz="2000" b="0" dirty="0"/>
                        <a:t>Brief Introduction about the Subject with Videos</a:t>
                      </a:r>
                      <a:endParaRPr lang="en-US" sz="2000" b="0" dirty="0">
                        <a:latin typeface="+mj-lt"/>
                        <a:cs typeface="Times New Roman" pitchFamily="18" charset="0"/>
                      </a:endParaRPr>
                    </a:p>
                  </a:txBody>
                  <a:tcPr/>
                </a:tc>
                <a:extLst>
                  <a:ext uri="{0D108BD9-81ED-4DB2-BD59-A6C34878D82A}">
                    <a16:rowId xmlns:a16="http://schemas.microsoft.com/office/drawing/2014/main" val="10007"/>
                  </a:ext>
                </a:extLst>
              </a:tr>
              <a:tr h="483995">
                <a:tc>
                  <a:txBody>
                    <a:bodyPr/>
                    <a:lstStyle/>
                    <a:p>
                      <a:r>
                        <a:rPr lang="en-US" sz="2000" b="0" dirty="0"/>
                        <a:t>17.</a:t>
                      </a:r>
                      <a:endParaRPr lang="en-US" sz="2000" b="0" dirty="0">
                        <a:latin typeface="+mj-lt"/>
                        <a:cs typeface="Times New Roman" pitchFamily="18" charset="0"/>
                      </a:endParaRPr>
                    </a:p>
                  </a:txBody>
                  <a:tcPr/>
                </a:tc>
                <a:tc>
                  <a:txBody>
                    <a:bodyPr/>
                    <a:lstStyle/>
                    <a:p>
                      <a:r>
                        <a:rPr lang="en-US" sz="2000" b="0" dirty="0"/>
                        <a:t>Unit Contents</a:t>
                      </a:r>
                      <a:endParaRPr lang="en-US" sz="2000" b="0" dirty="0">
                        <a:latin typeface="+mj-lt"/>
                        <a:cs typeface="Times New Roman" pitchFamily="18" charset="0"/>
                      </a:endParaRPr>
                    </a:p>
                  </a:txBody>
                  <a:tcPr/>
                </a:tc>
                <a:extLst>
                  <a:ext uri="{0D108BD9-81ED-4DB2-BD59-A6C34878D82A}">
                    <a16:rowId xmlns:a16="http://schemas.microsoft.com/office/drawing/2014/main" val="10008"/>
                  </a:ext>
                </a:extLst>
              </a:tr>
              <a:tr h="483995">
                <a:tc>
                  <a:txBody>
                    <a:bodyPr/>
                    <a:lstStyle/>
                    <a:p>
                      <a:r>
                        <a:rPr lang="en-US" sz="2000" b="0" dirty="0"/>
                        <a:t>18.</a:t>
                      </a:r>
                      <a:endParaRPr lang="en-US" sz="2000" b="0" dirty="0">
                        <a:latin typeface="+mj-lt"/>
                        <a:cs typeface="Times New Roman" pitchFamily="18" charset="0"/>
                      </a:endParaRPr>
                    </a:p>
                  </a:txBody>
                  <a:tcPr/>
                </a:tc>
                <a:tc>
                  <a:txBody>
                    <a:bodyPr/>
                    <a:lstStyle/>
                    <a:p>
                      <a:r>
                        <a:rPr lang="en-US" sz="2000" b="0" dirty="0"/>
                        <a:t>Unit</a:t>
                      </a:r>
                      <a:r>
                        <a:rPr lang="en-US" sz="2000" b="0" baseline="0" dirty="0"/>
                        <a:t> Objectives</a:t>
                      </a:r>
                      <a:endParaRPr lang="en-US" sz="2000" b="0" dirty="0">
                        <a:latin typeface="+mj-lt"/>
                        <a:cs typeface="Times New Roman" pitchFamily="18" charset="0"/>
                      </a:endParaRPr>
                    </a:p>
                  </a:txBody>
                  <a:tcPr/>
                </a:tc>
                <a:extLst>
                  <a:ext uri="{0D108BD9-81ED-4DB2-BD59-A6C34878D82A}">
                    <a16:rowId xmlns:a16="http://schemas.microsoft.com/office/drawing/2014/main" val="10009"/>
                  </a:ext>
                </a:extLst>
              </a:tr>
              <a:tr h="483995">
                <a:tc>
                  <a:txBody>
                    <a:bodyPr/>
                    <a:lstStyle/>
                    <a:p>
                      <a:r>
                        <a:rPr lang="en-US" sz="2000" b="0" dirty="0"/>
                        <a:t>19.</a:t>
                      </a:r>
                      <a:endParaRPr lang="en-US" sz="2000" b="0" dirty="0">
                        <a:latin typeface="+mj-lt"/>
                        <a:cs typeface="Times New Roman" pitchFamily="18" charset="0"/>
                      </a:endParaRPr>
                    </a:p>
                  </a:txBody>
                  <a:tcPr/>
                </a:tc>
                <a:tc>
                  <a:txBody>
                    <a:bodyPr/>
                    <a:lstStyle/>
                    <a:p>
                      <a:r>
                        <a:rPr lang="en-US" sz="2000" b="0" dirty="0"/>
                        <a:t>Topic Objectives/Topic Outcome</a:t>
                      </a:r>
                      <a:endParaRPr lang="en-US" sz="2000" b="0" dirty="0">
                        <a:latin typeface="+mj-lt"/>
                        <a:cs typeface="Times New Roman" pitchFamily="18" charset="0"/>
                      </a:endParaRPr>
                    </a:p>
                  </a:txBody>
                  <a:tcPr/>
                </a:tc>
                <a:extLst>
                  <a:ext uri="{0D108BD9-81ED-4DB2-BD59-A6C34878D82A}">
                    <a16:rowId xmlns:a16="http://schemas.microsoft.com/office/drawing/2014/main" val="10010"/>
                  </a:ext>
                </a:extLst>
              </a:tr>
            </a:tbl>
          </a:graphicData>
        </a:graphic>
      </p:graphicFrame>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7" name="Title 1"/>
          <p:cNvSpPr txBox="1">
            <a:spLocks/>
          </p:cNvSpPr>
          <p:nvPr/>
        </p:nvSpPr>
        <p:spPr>
          <a:xfrm>
            <a:off x="2057400" y="21157"/>
            <a:ext cx="10134600" cy="68579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Index/Content</a:t>
            </a:r>
          </a:p>
        </p:txBody>
      </p:sp>
      <p:sp>
        <p:nvSpPr>
          <p:cNvPr id="10" name="Date Placeholder 9"/>
          <p:cNvSpPr>
            <a:spLocks noGrp="1"/>
          </p:cNvSpPr>
          <p:nvPr>
            <p:ph type="dt" sz="half" idx="10"/>
          </p:nvPr>
        </p:nvSpPr>
        <p:spPr/>
        <p:txBody>
          <a:bodyPr/>
          <a:lstStyle/>
          <a:p>
            <a:fld id="{A8FA3C5E-D87F-468D-B4EB-9F551D7F877F}" type="datetime1">
              <a:rPr lang="en-US" smtClean="0"/>
              <a:t>7/22/2025</a:t>
            </a:fld>
            <a:endParaRPr lang="en-US" dirty="0"/>
          </a:p>
        </p:txBody>
      </p:sp>
      <p:sp>
        <p:nvSpPr>
          <p:cNvPr id="11" name="Footer Placeholder 10"/>
          <p:cNvSpPr>
            <a:spLocks noGrp="1"/>
          </p:cNvSpPr>
          <p:nvPr>
            <p:ph type="ftr" sz="quarter" idx="11"/>
          </p:nvPr>
        </p:nvSpPr>
        <p:spPr/>
        <p:txBody>
          <a:bodyPr/>
          <a:lstStyle/>
          <a:p>
            <a:r>
              <a:rPr lang="en-US"/>
              <a:t>Ms. Garima Singhal         AOE0770      Finance For Engineers                  Unit II</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1130201201"/>
              </p:ext>
            </p:extLst>
          </p:nvPr>
        </p:nvGraphicFramePr>
        <p:xfrm>
          <a:off x="304800" y="952500"/>
          <a:ext cx="11582400" cy="4953000"/>
        </p:xfrm>
        <a:graphic>
          <a:graphicData uri="http://schemas.openxmlformats.org/drawingml/2006/table">
            <a:tbl>
              <a:tblPr firstRow="1" bandRow="1">
                <a:tableStyleId>{5940675A-B579-460E-94D1-54222C63F5DA}</a:tableStyleId>
              </a:tblPr>
              <a:tblGrid>
                <a:gridCol w="2144888">
                  <a:extLst>
                    <a:ext uri="{9D8B030D-6E8A-4147-A177-3AD203B41FA5}">
                      <a16:colId xmlns:a16="http://schemas.microsoft.com/office/drawing/2014/main" val="20000"/>
                    </a:ext>
                  </a:extLst>
                </a:gridCol>
                <a:gridCol w="9437512">
                  <a:extLst>
                    <a:ext uri="{9D8B030D-6E8A-4147-A177-3AD203B41FA5}">
                      <a16:colId xmlns:a16="http://schemas.microsoft.com/office/drawing/2014/main" val="20001"/>
                    </a:ext>
                  </a:extLst>
                </a:gridCol>
              </a:tblGrid>
              <a:tr h="402266">
                <a:tc>
                  <a:txBody>
                    <a:bodyPr/>
                    <a:lstStyle/>
                    <a:p>
                      <a:r>
                        <a:rPr lang="en-US" sz="2200" dirty="0"/>
                        <a:t>S. No.</a:t>
                      </a:r>
                    </a:p>
                  </a:txBody>
                  <a:tcPr/>
                </a:tc>
                <a:tc>
                  <a:txBody>
                    <a:bodyPr/>
                    <a:lstStyle/>
                    <a:p>
                      <a:pPr algn="l"/>
                      <a:r>
                        <a:rPr lang="en-US" sz="2200" dirty="0"/>
                        <a:t>Index</a:t>
                      </a:r>
                    </a:p>
                  </a:txBody>
                  <a:tcPr/>
                </a:tc>
                <a:extLst>
                  <a:ext uri="{0D108BD9-81ED-4DB2-BD59-A6C34878D82A}">
                    <a16:rowId xmlns:a16="http://schemas.microsoft.com/office/drawing/2014/main" val="10000"/>
                  </a:ext>
                </a:extLst>
              </a:tr>
              <a:tr h="474099">
                <a:tc>
                  <a:txBody>
                    <a:bodyPr/>
                    <a:lstStyle/>
                    <a:p>
                      <a:r>
                        <a:rPr lang="en-US" sz="2700" b="0" dirty="0"/>
                        <a:t>20.</a:t>
                      </a:r>
                      <a:endParaRPr lang="en-US" sz="2700" b="0" dirty="0">
                        <a:latin typeface="Times New Roman" pitchFamily="18" charset="0"/>
                        <a:cs typeface="Times New Roman" pitchFamily="18" charset="0"/>
                      </a:endParaRPr>
                    </a:p>
                  </a:txBody>
                  <a:tcPr/>
                </a:tc>
                <a:tc>
                  <a:txBody>
                    <a:bodyPr/>
                    <a:lstStyle/>
                    <a:p>
                      <a:r>
                        <a:rPr lang="en-US" sz="2700" b="0" dirty="0"/>
                        <a:t>Lecture related to topic</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474099">
                <a:tc>
                  <a:txBody>
                    <a:bodyPr/>
                    <a:lstStyle/>
                    <a:p>
                      <a:r>
                        <a:rPr lang="en-US" sz="2700" b="0" dirty="0"/>
                        <a:t>21.</a:t>
                      </a:r>
                      <a:endParaRPr lang="en-US" sz="2700" b="0" dirty="0">
                        <a:latin typeface="Times New Roman" pitchFamily="18" charset="0"/>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0" u="none" strike="noStrike" kern="1200" cap="none" spc="0" normalizeH="0" baseline="0" noProof="0" dirty="0">
                          <a:ln>
                            <a:noFill/>
                          </a:ln>
                          <a:solidFill>
                            <a:schemeClr val="dk1"/>
                          </a:solidFill>
                          <a:effectLst/>
                          <a:uLnTx/>
                          <a:uFillTx/>
                        </a:rPr>
                        <a:t>Daily Quiz</a:t>
                      </a:r>
                      <a:endParaRPr kumimoji="0" lang="en-US" sz="2700" b="0"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474099">
                <a:tc>
                  <a:txBody>
                    <a:bodyPr/>
                    <a:lstStyle/>
                    <a:p>
                      <a:r>
                        <a:rPr lang="en-US" sz="2700" b="0" dirty="0"/>
                        <a:t>22.</a:t>
                      </a:r>
                      <a:endParaRPr lang="en-US" sz="2700"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700" b="0" dirty="0"/>
                        <a:t>Weekly Assignment</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474099">
                <a:tc>
                  <a:txBody>
                    <a:bodyPr/>
                    <a:lstStyle/>
                    <a:p>
                      <a:r>
                        <a:rPr lang="en-US" sz="2700" b="0" dirty="0"/>
                        <a:t>23.</a:t>
                      </a:r>
                      <a:endParaRPr lang="en-US" sz="2700" b="0" dirty="0">
                        <a:latin typeface="Times New Roman" pitchFamily="18" charset="0"/>
                        <a:cs typeface="Times New Roman" pitchFamily="18" charset="0"/>
                      </a:endParaRPr>
                    </a:p>
                  </a:txBody>
                  <a:tcPr/>
                </a:tc>
                <a:tc>
                  <a:txBody>
                    <a:bodyPr/>
                    <a:lstStyle/>
                    <a:p>
                      <a:r>
                        <a:rPr lang="en-US" sz="2700" b="0" dirty="0"/>
                        <a:t>Topic Links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474099">
                <a:tc>
                  <a:txBody>
                    <a:bodyPr/>
                    <a:lstStyle/>
                    <a:p>
                      <a:r>
                        <a:rPr lang="en-US" sz="2700" b="0" dirty="0"/>
                        <a:t>24.</a:t>
                      </a:r>
                      <a:endParaRPr lang="en-US" sz="2700" b="0" dirty="0">
                        <a:latin typeface="Times New Roman" pitchFamily="18" charset="0"/>
                        <a:cs typeface="Times New Roman" pitchFamily="18" charset="0"/>
                      </a:endParaRPr>
                    </a:p>
                  </a:txBody>
                  <a:tcPr/>
                </a:tc>
                <a:tc>
                  <a:txBody>
                    <a:bodyPr/>
                    <a:lstStyle/>
                    <a:p>
                      <a:r>
                        <a:rPr lang="en-US" sz="2700" b="0" dirty="0"/>
                        <a:t>MCQs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474099">
                <a:tc>
                  <a:txBody>
                    <a:bodyPr/>
                    <a:lstStyle/>
                    <a:p>
                      <a:r>
                        <a:rPr lang="en-US" sz="2700" b="0" dirty="0"/>
                        <a:t>25.</a:t>
                      </a:r>
                      <a:endParaRPr lang="en-US" sz="2700"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700" b="0" dirty="0"/>
                        <a:t>Glossary Questions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r h="474099">
                <a:tc>
                  <a:txBody>
                    <a:bodyPr/>
                    <a:lstStyle/>
                    <a:p>
                      <a:r>
                        <a:rPr lang="en-US" sz="2700" b="0" dirty="0"/>
                        <a:t>26.</a:t>
                      </a:r>
                      <a:endParaRPr lang="en-US" sz="2700" b="0" dirty="0">
                        <a:latin typeface="Times New Roman" pitchFamily="18" charset="0"/>
                        <a:cs typeface="Times New Roman" pitchFamily="18" charset="0"/>
                      </a:endParaRPr>
                    </a:p>
                  </a:txBody>
                  <a:tcPr/>
                </a:tc>
                <a:tc>
                  <a:txBody>
                    <a:bodyPr/>
                    <a:lstStyle/>
                    <a:p>
                      <a:r>
                        <a:rPr lang="en-US" sz="2700" b="0" dirty="0"/>
                        <a:t>Old question papers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7"/>
                  </a:ext>
                </a:extLst>
              </a:tr>
              <a:tr h="474099">
                <a:tc>
                  <a:txBody>
                    <a:bodyPr/>
                    <a:lstStyle/>
                    <a:p>
                      <a:r>
                        <a:rPr lang="en-US" sz="2700" b="0" dirty="0"/>
                        <a:t>27.</a:t>
                      </a:r>
                      <a:endParaRPr lang="en-US" sz="2700" b="0" dirty="0">
                        <a:latin typeface="Times New Roman" pitchFamily="18" charset="0"/>
                        <a:cs typeface="Times New Roman" pitchFamily="18" charset="0"/>
                      </a:endParaRPr>
                    </a:p>
                  </a:txBody>
                  <a:tcPr/>
                </a:tc>
                <a:tc>
                  <a:txBody>
                    <a:bodyPr/>
                    <a:lstStyle/>
                    <a:p>
                      <a:r>
                        <a:rPr lang="en-US" sz="2700" b="0" dirty="0"/>
                        <a:t>Expected Questions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8"/>
                  </a:ext>
                </a:extLst>
              </a:tr>
              <a:tr h="474099">
                <a:tc>
                  <a:txBody>
                    <a:bodyPr/>
                    <a:lstStyle/>
                    <a:p>
                      <a:r>
                        <a:rPr lang="en-US" sz="2700" b="0" dirty="0"/>
                        <a:t>28.</a:t>
                      </a:r>
                      <a:endParaRPr lang="en-US" sz="2700" b="0" dirty="0">
                        <a:latin typeface="Times New Roman" pitchFamily="18" charset="0"/>
                        <a:cs typeface="Times New Roman" pitchFamily="18" charset="0"/>
                      </a:endParaRPr>
                    </a:p>
                  </a:txBody>
                  <a:tcPr/>
                </a:tc>
                <a:tc>
                  <a:txBody>
                    <a:bodyPr/>
                    <a:lstStyle/>
                    <a:p>
                      <a:r>
                        <a:rPr lang="en-US" sz="2700" b="0" dirty="0"/>
                        <a:t>Recap of unit</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9"/>
                  </a:ext>
                </a:extLst>
              </a:tr>
            </a:tbl>
          </a:graphicData>
        </a:graphic>
      </p:graphicFrame>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dirty="0"/>
          </a:p>
        </p:txBody>
      </p:sp>
      <p:sp>
        <p:nvSpPr>
          <p:cNvPr id="7" name="Title 1"/>
          <p:cNvSpPr txBox="1">
            <a:spLocks/>
          </p:cNvSpPr>
          <p:nvPr/>
        </p:nvSpPr>
        <p:spPr>
          <a:xfrm>
            <a:off x="1981200" y="41274"/>
            <a:ext cx="10210800" cy="685799"/>
          </a:xfrm>
          <a:prstGeom prst="rect">
            <a:avLst/>
          </a:prstGeom>
          <a:gradFill flip="none" rotWithShape="1">
            <a:gsLst>
              <a:gs pos="0">
                <a:schemeClr val="accent5">
                  <a:tint val="83000"/>
                  <a:shade val="100000"/>
                  <a:satMod val="100000"/>
                </a:schemeClr>
              </a:gs>
              <a:gs pos="100000">
                <a:schemeClr val="accent5">
                  <a:tint val="61000"/>
                  <a:alpha val="100000"/>
                  <a:satMod val="180000"/>
                </a:schemeClr>
              </a:gs>
            </a:gsLst>
            <a:lin ang="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Index/Content</a:t>
            </a:r>
          </a:p>
        </p:txBody>
      </p:sp>
      <p:sp>
        <p:nvSpPr>
          <p:cNvPr id="10" name="Date Placeholder 9"/>
          <p:cNvSpPr>
            <a:spLocks noGrp="1"/>
          </p:cNvSpPr>
          <p:nvPr>
            <p:ph type="dt" sz="half" idx="10"/>
          </p:nvPr>
        </p:nvSpPr>
        <p:spPr/>
        <p:txBody>
          <a:bodyPr/>
          <a:lstStyle/>
          <a:p>
            <a:fld id="{71E99E4E-8880-4618-A272-1270C7C509D2}" type="datetime1">
              <a:rPr lang="en-US" smtClean="0"/>
              <a:t>7/22/2025</a:t>
            </a:fld>
            <a:endParaRPr lang="en-US" dirty="0"/>
          </a:p>
        </p:txBody>
      </p:sp>
      <p:sp>
        <p:nvSpPr>
          <p:cNvPr id="11" name="Footer Placeholder 10"/>
          <p:cNvSpPr>
            <a:spLocks noGrp="1"/>
          </p:cNvSpPr>
          <p:nvPr>
            <p:ph type="ftr" sz="quarter" idx="11"/>
          </p:nvPr>
        </p:nvSpPr>
        <p:spPr>
          <a:xfrm>
            <a:off x="3048000" y="6356353"/>
            <a:ext cx="6324600" cy="365125"/>
          </a:xfrm>
        </p:spPr>
        <p:txBody>
          <a:bodyPr/>
          <a:lstStyle/>
          <a:p>
            <a:r>
              <a:rPr lang="en-US"/>
              <a:t>Ms. Garima Singhal         AOE0770      Finance For Engineers                  Unit II</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82880" y="2"/>
            <a:ext cx="10109120" cy="685799"/>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a:latin typeface="+mj-lt"/>
              </a:rPr>
              <a:t>Noida Institute of Engineering and Technology, Greater Noida</a:t>
            </a:r>
          </a:p>
        </p:txBody>
      </p:sp>
      <p:sp>
        <p:nvSpPr>
          <p:cNvPr id="9" name="Date Placeholder 8"/>
          <p:cNvSpPr>
            <a:spLocks noGrp="1"/>
          </p:cNvSpPr>
          <p:nvPr>
            <p:ph type="dt" sz="half" idx="10"/>
          </p:nvPr>
        </p:nvSpPr>
        <p:spPr>
          <a:xfrm>
            <a:off x="735041" y="6373557"/>
            <a:ext cx="2133600" cy="365125"/>
          </a:xfrm>
        </p:spPr>
        <p:txBody>
          <a:bodyPr/>
          <a:lstStyle/>
          <a:p>
            <a:fld id="{BE83D716-5F19-425C-A7E8-289FDF23D001}" type="datetime1">
              <a:rPr lang="en-US" smtClean="0"/>
              <a:t>7/22/2025</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5</a:t>
            </a:fld>
            <a:endParaRPr lang="en-US" dirty="0"/>
          </a:p>
        </p:txBody>
      </p:sp>
      <p:sp>
        <p:nvSpPr>
          <p:cNvPr id="13" name="Footer Placeholder 12"/>
          <p:cNvSpPr>
            <a:spLocks noGrp="1"/>
          </p:cNvSpPr>
          <p:nvPr>
            <p:ph type="ftr" sz="quarter" idx="11"/>
          </p:nvPr>
        </p:nvSpPr>
        <p:spPr>
          <a:xfrm>
            <a:off x="3124200" y="6248401"/>
            <a:ext cx="6781800" cy="365125"/>
          </a:xfrm>
        </p:spPr>
        <p:txBody>
          <a:bodyPr/>
          <a:lstStyle/>
          <a:p>
            <a:r>
              <a:rPr lang="en-US">
                <a:solidFill>
                  <a:schemeClr val="tx1"/>
                </a:solidFill>
              </a:rPr>
              <a:t>Ms. Garima Singhal         AOE0770      Finance For Engineers                  Unit II</a:t>
            </a:r>
            <a:endParaRPr lang="en-US" dirty="0">
              <a:solidFill>
                <a:schemeClr val="tx1"/>
              </a:solidFill>
            </a:endParaRPr>
          </a:p>
        </p:txBody>
      </p:sp>
      <p:sp>
        <p:nvSpPr>
          <p:cNvPr id="2050" name="AutoShape 2" descr="blob:https://web.whatsapp.com/9b6cb46f-af06-4c69-9a7f-b571e3b7a52f"/>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blob:https://web.whatsapp.com/9b6cb46f-af06-4c69-9a7f-b571e3b7a52f"/>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 name="Subtitle 2">
            <a:extLst>
              <a:ext uri="{FF2B5EF4-FFF2-40B4-BE49-F238E27FC236}">
                <a16:creationId xmlns:a16="http://schemas.microsoft.com/office/drawing/2014/main" id="{9FA45854-5400-FB16-212F-46EC60150598}"/>
              </a:ext>
            </a:extLst>
          </p:cNvPr>
          <p:cNvSpPr txBox="1">
            <a:spLocks/>
          </p:cNvSpPr>
          <p:nvPr/>
        </p:nvSpPr>
        <p:spPr>
          <a:xfrm>
            <a:off x="457200" y="990600"/>
            <a:ext cx="11506200" cy="5029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Ms Garima Singhal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Assistant Professor</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Department: Management Studies (MBA)</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Email ID: garima.singhal@niet.co.in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Qualification: Diploma (CSE), B.Tech (CSE), M Tech (CS),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MBA</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Specialisation: Information Technology &amp; Finance</a:t>
            </a:r>
          </a:p>
          <a:p>
            <a:pPr marL="571500" indent="-571500">
              <a:buFont typeface="Arial" panose="020B0604020202020204" pitchFamily="34" charset="0"/>
              <a:buChar char="•"/>
            </a:pPr>
            <a:endParaRPr lang="en-IN" sz="3600" dirty="0"/>
          </a:p>
        </p:txBody>
      </p:sp>
      <p:pic>
        <p:nvPicPr>
          <p:cNvPr id="5" name="Picture 4" descr="A close-up of a logo&#10;&#10;Description automatically generated">
            <a:extLst>
              <a:ext uri="{FF2B5EF4-FFF2-40B4-BE49-F238E27FC236}">
                <a16:creationId xmlns:a16="http://schemas.microsoft.com/office/drawing/2014/main" id="{98BBCBF4-ECB9-83AC-FBAF-B6193429AC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pic>
        <p:nvPicPr>
          <p:cNvPr id="6" name="Picture 5">
            <a:extLst>
              <a:ext uri="{FF2B5EF4-FFF2-40B4-BE49-F238E27FC236}">
                <a16:creationId xmlns:a16="http://schemas.microsoft.com/office/drawing/2014/main" id="{9340FC48-879D-B394-F809-CA9795059AF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3553" t="10399" r="26629" b="14830"/>
          <a:stretch/>
        </p:blipFill>
        <p:spPr>
          <a:xfrm>
            <a:off x="8739456" y="1175662"/>
            <a:ext cx="2802511" cy="35083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6E7E16D-A4FB-4C24-8831-47A3F5671F0C}" type="datetime1">
              <a:rPr lang="en-US" smtClean="0"/>
              <a:t>7/22/2025</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a:t>Ms. Garima Singhal         AOE0770      Finance For Engineers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sp>
        <p:nvSpPr>
          <p:cNvPr id="7" name="Title 1"/>
          <p:cNvSpPr txBox="1">
            <a:spLocks/>
          </p:cNvSpPr>
          <p:nvPr/>
        </p:nvSpPr>
        <p:spPr>
          <a:xfrm>
            <a:off x="1981200" y="2"/>
            <a:ext cx="10210800" cy="68579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Syllabus</a:t>
            </a:r>
          </a:p>
        </p:txBody>
      </p:sp>
      <p:sp>
        <p:nvSpPr>
          <p:cNvPr id="9" name="Content Placeholder 8"/>
          <p:cNvSpPr>
            <a:spLocks noGrp="1"/>
          </p:cNvSpPr>
          <p:nvPr>
            <p:ph idx="1"/>
          </p:nvPr>
        </p:nvSpPr>
        <p:spPr>
          <a:xfrm>
            <a:off x="304800" y="1066800"/>
            <a:ext cx="11582400" cy="3071610"/>
          </a:xfrm>
          <a:prstGeom prst="rect">
            <a:avLst/>
          </a:prstGeom>
          <a:noFill/>
        </p:spPr>
        <p:txBody>
          <a:bodyPr vert="horz" wrap="square" lIns="91440" tIns="45720" rIns="91440" bIns="45720" rtlCol="0">
            <a:spAutoFit/>
          </a:bodyPr>
          <a:lstStyle/>
          <a:p>
            <a:pPr algn="just"/>
            <a:r>
              <a:rPr lang="en-US" sz="2400" b="1" dirty="0"/>
              <a:t>Course Contents / Syllabus</a:t>
            </a:r>
            <a:endParaRPr lang="en-US" sz="2400" dirty="0"/>
          </a:p>
          <a:p>
            <a:pPr>
              <a:buNone/>
            </a:pPr>
            <a:r>
              <a:rPr lang="en-US" sz="2400" b="1" dirty="0"/>
              <a:t>UNIT-I             Basics of Accounting                                   Hours- 9</a:t>
            </a:r>
            <a:endParaRPr lang="en-US" sz="2400" dirty="0"/>
          </a:p>
          <a:p>
            <a:pPr algn="just"/>
            <a:r>
              <a:rPr lang="en-US" sz="2000" dirty="0"/>
              <a:t>Basics of Accounting: Principles of Accounting, Concept of debit &amp; credit, Books of accounts, Journal, Ledgers, Basic Accounting terminologies, Overview to Deprecation (straight line and diminishing method)</a:t>
            </a:r>
          </a:p>
          <a:p>
            <a:pPr>
              <a:buNone/>
            </a:pPr>
            <a:r>
              <a:rPr lang="en-US" sz="2400" b="1" dirty="0"/>
              <a:t>UNIT-II              Financial Statements Analysis         Hours-9</a:t>
            </a:r>
            <a:endParaRPr lang="en-US" sz="2400" dirty="0"/>
          </a:p>
          <a:p>
            <a:pPr algn="just"/>
            <a:r>
              <a:rPr lang="en-US" sz="2000" dirty="0"/>
              <a:t>Financial Statements: Income statement &amp; Position statement: Preparation and analysis of Key financial ratios, their interpretation, comparison of ratio with competition to identify improvement areas</a:t>
            </a:r>
          </a:p>
          <a:p>
            <a:pPr algn="just"/>
            <a:endParaRPr lang="en-US" sz="2000" dirty="0"/>
          </a:p>
        </p:txBody>
      </p:sp>
    </p:spTree>
    <p:extLst>
      <p:ext uri="{BB962C8B-B14F-4D97-AF65-F5344CB8AC3E}">
        <p14:creationId xmlns:p14="http://schemas.microsoft.com/office/powerpoint/2010/main" val="2555220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3799ED-696B-4A34-85BF-C7119DDBE507}" type="datetime1">
              <a:rPr lang="en-US" smtClean="0"/>
              <a:t>7/22/2025</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a:t>Ms. Garima Singhal         AOE0770      Finance For Engineers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dirty="0"/>
          </a:p>
        </p:txBody>
      </p:sp>
      <p:sp>
        <p:nvSpPr>
          <p:cNvPr id="7" name="Title 1"/>
          <p:cNvSpPr txBox="1">
            <a:spLocks/>
          </p:cNvSpPr>
          <p:nvPr/>
        </p:nvSpPr>
        <p:spPr>
          <a:xfrm>
            <a:off x="2133600" y="2"/>
            <a:ext cx="10058400" cy="68579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Syllabus</a:t>
            </a:r>
          </a:p>
        </p:txBody>
      </p:sp>
      <p:sp>
        <p:nvSpPr>
          <p:cNvPr id="9" name="Content Placeholder 8"/>
          <p:cNvSpPr>
            <a:spLocks noGrp="1"/>
          </p:cNvSpPr>
          <p:nvPr>
            <p:ph idx="1"/>
          </p:nvPr>
        </p:nvSpPr>
        <p:spPr>
          <a:xfrm>
            <a:off x="304800" y="1066800"/>
            <a:ext cx="11734800" cy="3268587"/>
          </a:xfrm>
          <a:prstGeom prst="rect">
            <a:avLst/>
          </a:prstGeom>
          <a:noFill/>
        </p:spPr>
        <p:txBody>
          <a:bodyPr vert="horz" wrap="square" lIns="91440" tIns="45720" rIns="91440" bIns="45720" rtlCol="0">
            <a:spAutoFit/>
          </a:bodyPr>
          <a:lstStyle/>
          <a:p>
            <a:pPr>
              <a:buNone/>
            </a:pPr>
            <a:r>
              <a:rPr lang="en-US" sz="2400" b="1" dirty="0"/>
              <a:t>UNIT-III                           Project Finance                           Hours-8</a:t>
            </a:r>
            <a:endParaRPr lang="en-US" sz="2400" dirty="0"/>
          </a:p>
          <a:p>
            <a:pPr algn="just"/>
            <a:r>
              <a:rPr lang="en-US" sz="2400" dirty="0"/>
              <a:t>Appraisal of projects: Techniques, Finance for Startups- </a:t>
            </a:r>
            <a:r>
              <a:rPr lang="en-US" sz="2400" dirty="0" err="1"/>
              <a:t>Govt</a:t>
            </a:r>
            <a:r>
              <a:rPr lang="en-US" sz="2400" dirty="0"/>
              <a:t> Schemes / PSU &amp;PSE Bank Finance, Bank Scrutiny for approvals etc., Project Budgeting, </a:t>
            </a:r>
            <a:r>
              <a:rPr lang="en-US" sz="2400" dirty="0" err="1"/>
              <a:t>Capex</a:t>
            </a:r>
            <a:r>
              <a:rPr lang="en-US" sz="2400" dirty="0"/>
              <a:t>, </a:t>
            </a:r>
            <a:r>
              <a:rPr lang="en-US" sz="2400" dirty="0" err="1"/>
              <a:t>Opex</a:t>
            </a:r>
            <a:r>
              <a:rPr lang="en-US" sz="2400" dirty="0"/>
              <a:t> and Importance of tracking cost of projects in execution,	</a:t>
            </a:r>
          </a:p>
          <a:p>
            <a:pPr>
              <a:buNone/>
            </a:pPr>
            <a:r>
              <a:rPr lang="en-US" sz="2400" b="1" dirty="0"/>
              <a:t>UNIT-IV            Working Capital Management                 Hours-8</a:t>
            </a:r>
            <a:endParaRPr lang="en-US" sz="2400" dirty="0"/>
          </a:p>
          <a:p>
            <a:pPr algn="just"/>
            <a:r>
              <a:rPr lang="en-US" sz="2400" dirty="0"/>
              <a:t>Concepts of Working Capital and its types, Approaches to working capital, Inventory management: Nature, Objective, Techniques of inventory management, Cash Management: Objectives, preparation of Cash Flow Statement and its analysis.</a:t>
            </a:r>
          </a:p>
        </p:txBody>
      </p:sp>
    </p:spTree>
    <p:extLst>
      <p:ext uri="{BB962C8B-B14F-4D97-AF65-F5344CB8AC3E}">
        <p14:creationId xmlns:p14="http://schemas.microsoft.com/office/powerpoint/2010/main" val="2555220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BAEE8B-7024-481B-9CED-529E18994D3E}" type="datetime1">
              <a:rPr lang="en-US" smtClean="0"/>
              <a:t>7/22/2025</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a:t>Ms. Garima Singhal         AOE0770      Finance For Engineers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dirty="0"/>
          </a:p>
        </p:txBody>
      </p:sp>
      <p:sp>
        <p:nvSpPr>
          <p:cNvPr id="7" name="Title 1"/>
          <p:cNvSpPr txBox="1">
            <a:spLocks/>
          </p:cNvSpPr>
          <p:nvPr/>
        </p:nvSpPr>
        <p:spPr>
          <a:xfrm>
            <a:off x="2057400" y="12290"/>
            <a:ext cx="10134600" cy="68579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latin typeface="+mj-lt"/>
                <a:cs typeface="Arial" panose="020B0604020202020204" pitchFamily="34" charset="0"/>
              </a:rPr>
              <a:t>Syllabus</a:t>
            </a:r>
          </a:p>
        </p:txBody>
      </p:sp>
      <p:sp>
        <p:nvSpPr>
          <p:cNvPr id="9" name="Content Placeholder 8"/>
          <p:cNvSpPr>
            <a:spLocks noGrp="1"/>
          </p:cNvSpPr>
          <p:nvPr>
            <p:ph idx="1"/>
          </p:nvPr>
        </p:nvSpPr>
        <p:spPr>
          <a:xfrm>
            <a:off x="228600" y="1295400"/>
            <a:ext cx="11811000" cy="1274195"/>
          </a:xfrm>
          <a:prstGeom prst="rect">
            <a:avLst/>
          </a:prstGeom>
          <a:noFill/>
        </p:spPr>
        <p:txBody>
          <a:bodyPr vert="horz" wrap="square" lIns="91440" tIns="45720" rIns="91440" bIns="45720" rtlCol="0">
            <a:spAutoFit/>
          </a:bodyPr>
          <a:lstStyle/>
          <a:p>
            <a:pPr>
              <a:buNone/>
            </a:pPr>
            <a:r>
              <a:rPr lang="en-US" sz="2400" b="1" dirty="0"/>
              <a:t>UNIT-V                    Financial Products &amp; Services             Hours-6</a:t>
            </a:r>
            <a:endParaRPr lang="en-US" sz="2400" dirty="0"/>
          </a:p>
          <a:p>
            <a:pPr algn="just"/>
            <a:r>
              <a:rPr lang="en-US" sz="2400" dirty="0"/>
              <a:t>Introduction to Personal Financial Portfolio Management, Key Options of Savings &amp;Investment – Debt, Equity, etc. Brief Introduction to Mutual Funds and Stock Market</a:t>
            </a:r>
          </a:p>
        </p:txBody>
      </p:sp>
    </p:spTree>
    <p:extLst>
      <p:ext uri="{BB962C8B-B14F-4D97-AF65-F5344CB8AC3E}">
        <p14:creationId xmlns:p14="http://schemas.microsoft.com/office/powerpoint/2010/main" val="2555220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3A77438-5C4B-4025-B980-9701C61AFFA1}" type="datetime1">
              <a:rPr lang="en-US" smtClean="0"/>
              <a:t>7/22/2025</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a:t>Ms. Garima Singhal         AOE0770      Finance For Engineers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dirty="0"/>
          </a:p>
        </p:txBody>
      </p:sp>
      <p:sp>
        <p:nvSpPr>
          <p:cNvPr id="7" name="Title 1"/>
          <p:cNvSpPr txBox="1">
            <a:spLocks/>
          </p:cNvSpPr>
          <p:nvPr/>
        </p:nvSpPr>
        <p:spPr>
          <a:xfrm>
            <a:off x="1981200" y="2"/>
            <a:ext cx="10210800" cy="68579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Course Objectives</a:t>
            </a:r>
          </a:p>
        </p:txBody>
      </p:sp>
      <p:graphicFrame>
        <p:nvGraphicFramePr>
          <p:cNvPr id="12" name="Table 11"/>
          <p:cNvGraphicFramePr>
            <a:graphicFrameLocks noGrp="1"/>
          </p:cNvGraphicFramePr>
          <p:nvPr>
            <p:extLst>
              <p:ext uri="{D42A27DB-BD31-4B8C-83A1-F6EECF244321}">
                <p14:modId xmlns:p14="http://schemas.microsoft.com/office/powerpoint/2010/main" val="3702863795"/>
              </p:ext>
            </p:extLst>
          </p:nvPr>
        </p:nvGraphicFramePr>
        <p:xfrm>
          <a:off x="685800" y="1295400"/>
          <a:ext cx="11277600" cy="4343401"/>
        </p:xfrm>
        <a:graphic>
          <a:graphicData uri="http://schemas.openxmlformats.org/drawingml/2006/table">
            <a:tbl>
              <a:tblPr/>
              <a:tblGrid>
                <a:gridCol w="1831120">
                  <a:extLst>
                    <a:ext uri="{9D8B030D-6E8A-4147-A177-3AD203B41FA5}">
                      <a16:colId xmlns:a16="http://schemas.microsoft.com/office/drawing/2014/main" val="20000"/>
                    </a:ext>
                  </a:extLst>
                </a:gridCol>
                <a:gridCol w="7610129">
                  <a:extLst>
                    <a:ext uri="{9D8B030D-6E8A-4147-A177-3AD203B41FA5}">
                      <a16:colId xmlns:a16="http://schemas.microsoft.com/office/drawing/2014/main" val="20001"/>
                    </a:ext>
                  </a:extLst>
                </a:gridCol>
                <a:gridCol w="1836351">
                  <a:extLst>
                    <a:ext uri="{9D8B030D-6E8A-4147-A177-3AD203B41FA5}">
                      <a16:colId xmlns:a16="http://schemas.microsoft.com/office/drawing/2014/main" val="20002"/>
                    </a:ext>
                  </a:extLst>
                </a:gridCol>
              </a:tblGrid>
              <a:tr h="1110078">
                <a:tc>
                  <a:txBody>
                    <a:bodyPr/>
                    <a:lstStyle/>
                    <a:p>
                      <a:pPr marL="0" marR="0" algn="ctr">
                        <a:lnSpc>
                          <a:spcPct val="115000"/>
                        </a:lnSpc>
                        <a:spcBef>
                          <a:spcPts val="0"/>
                        </a:spcBef>
                        <a:spcAft>
                          <a:spcPts val="0"/>
                        </a:spcAft>
                        <a:tabLst>
                          <a:tab pos="1533525" algn="l"/>
                        </a:tabLst>
                      </a:pPr>
                      <a:r>
                        <a:rPr lang="en-US" sz="2400" dirty="0">
                          <a:latin typeface="Times New Roman"/>
                          <a:ea typeface="Calibri"/>
                          <a:cs typeface="Times New Roman"/>
                        </a:rPr>
                        <a:t>1</a:t>
                      </a:r>
                      <a:endParaRPr lang="en-US" sz="18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tabLst>
                          <a:tab pos="783590" algn="l"/>
                        </a:tabLst>
                      </a:pPr>
                      <a:r>
                        <a:rPr lang="en-US" sz="2400" dirty="0">
                          <a:latin typeface="Times New Roman"/>
                          <a:ea typeface="Calibri"/>
                          <a:cs typeface="Times New Roman"/>
                        </a:rPr>
                        <a:t>Familiarize students with basic financial accounting concepts &amp; process</a:t>
                      </a:r>
                      <a:endParaRPr lang="en-US" sz="18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533525" algn="l"/>
                        </a:tabLst>
                      </a:pPr>
                      <a:r>
                        <a:rPr lang="en-US" sz="2400">
                          <a:latin typeface="Times New Roman"/>
                          <a:ea typeface="Calibri"/>
                          <a:cs typeface="Times New Roman"/>
                        </a:rPr>
                        <a:t>CO1</a:t>
                      </a:r>
                      <a:endParaRPr lang="en-US" sz="180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36912">
                <a:tc>
                  <a:txBody>
                    <a:bodyPr/>
                    <a:lstStyle/>
                    <a:p>
                      <a:pPr marL="0" marR="0" algn="ctr">
                        <a:lnSpc>
                          <a:spcPct val="115000"/>
                        </a:lnSpc>
                        <a:spcBef>
                          <a:spcPts val="0"/>
                        </a:spcBef>
                        <a:spcAft>
                          <a:spcPts val="0"/>
                        </a:spcAft>
                        <a:tabLst>
                          <a:tab pos="1533525" algn="l"/>
                        </a:tabLst>
                      </a:pPr>
                      <a:r>
                        <a:rPr lang="en-US" sz="2400" dirty="0">
                          <a:latin typeface="Times New Roman"/>
                          <a:ea typeface="Calibri"/>
                          <a:cs typeface="Times New Roman"/>
                        </a:rPr>
                        <a:t>2</a:t>
                      </a:r>
                      <a:endParaRPr lang="en-US" sz="18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215"/>
                        </a:spcBef>
                        <a:spcAft>
                          <a:spcPts val="0"/>
                        </a:spcAft>
                        <a:tabLst>
                          <a:tab pos="783590" algn="l"/>
                        </a:tabLst>
                      </a:pPr>
                      <a:r>
                        <a:rPr lang="en-US" sz="2400" dirty="0">
                          <a:latin typeface="Times New Roman"/>
                          <a:ea typeface="Calibri"/>
                          <a:cs typeface="Times New Roman"/>
                        </a:rPr>
                        <a:t>Develop analytical skills for financial analysis</a:t>
                      </a:r>
                      <a:endParaRPr lang="en-US" sz="18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533525" algn="l"/>
                        </a:tabLst>
                      </a:pPr>
                      <a:r>
                        <a:rPr lang="en-US" sz="2400">
                          <a:latin typeface="Times New Roman"/>
                          <a:ea typeface="Calibri"/>
                          <a:cs typeface="Times New Roman"/>
                        </a:rPr>
                        <a:t>CO2</a:t>
                      </a:r>
                      <a:endParaRPr lang="en-US" sz="180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83245">
                <a:tc>
                  <a:txBody>
                    <a:bodyPr/>
                    <a:lstStyle/>
                    <a:p>
                      <a:pPr marL="0" marR="0" algn="ctr">
                        <a:lnSpc>
                          <a:spcPct val="115000"/>
                        </a:lnSpc>
                        <a:spcBef>
                          <a:spcPts val="0"/>
                        </a:spcBef>
                        <a:spcAft>
                          <a:spcPts val="0"/>
                        </a:spcAft>
                        <a:tabLst>
                          <a:tab pos="1533525" algn="l"/>
                        </a:tabLst>
                      </a:pPr>
                      <a:r>
                        <a:rPr lang="en-US" sz="2400">
                          <a:latin typeface="Times New Roman"/>
                          <a:ea typeface="Calibri"/>
                          <a:cs typeface="Times New Roman"/>
                        </a:rPr>
                        <a:t>3</a:t>
                      </a:r>
                      <a:endParaRPr lang="en-US" sz="180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205"/>
                        </a:spcBef>
                        <a:spcAft>
                          <a:spcPts val="0"/>
                        </a:spcAft>
                      </a:pPr>
                      <a:r>
                        <a:rPr lang="en-US" sz="2400" dirty="0">
                          <a:latin typeface="Times New Roman"/>
                          <a:ea typeface="Calibri"/>
                          <a:cs typeface="Times New Roman"/>
                        </a:rPr>
                        <a:t>Develop capacity to apprise projects and their financing along with solving various issued related to inventory and cash</a:t>
                      </a:r>
                      <a:endParaRPr lang="en-US" sz="18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533525" algn="l"/>
                        </a:tabLst>
                      </a:pPr>
                      <a:r>
                        <a:rPr lang="en-US" sz="2400">
                          <a:latin typeface="Times New Roman"/>
                          <a:ea typeface="Calibri"/>
                          <a:cs typeface="Times New Roman"/>
                        </a:rPr>
                        <a:t>CO3</a:t>
                      </a:r>
                      <a:endParaRPr lang="en-US" sz="180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13166">
                <a:tc>
                  <a:txBody>
                    <a:bodyPr/>
                    <a:lstStyle/>
                    <a:p>
                      <a:pPr marL="0" marR="0" algn="ctr">
                        <a:lnSpc>
                          <a:spcPct val="115000"/>
                        </a:lnSpc>
                        <a:spcBef>
                          <a:spcPts val="0"/>
                        </a:spcBef>
                        <a:spcAft>
                          <a:spcPts val="0"/>
                        </a:spcAft>
                        <a:tabLst>
                          <a:tab pos="1533525" algn="l"/>
                        </a:tabLst>
                      </a:pPr>
                      <a:r>
                        <a:rPr lang="en-US" sz="2400">
                          <a:latin typeface="Times New Roman"/>
                          <a:ea typeface="Calibri"/>
                          <a:cs typeface="Times New Roman"/>
                        </a:rPr>
                        <a:t>4</a:t>
                      </a:r>
                      <a:endParaRPr lang="en-US" sz="180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7485" algn="just">
                        <a:lnSpc>
                          <a:spcPct val="105000"/>
                        </a:lnSpc>
                        <a:spcBef>
                          <a:spcPts val="715"/>
                        </a:spcBef>
                        <a:spcAft>
                          <a:spcPts val="0"/>
                        </a:spcAft>
                        <a:tabLst>
                          <a:tab pos="1533525" algn="l"/>
                        </a:tabLst>
                      </a:pPr>
                      <a:r>
                        <a:rPr lang="en-US" sz="2400" dirty="0">
                          <a:latin typeface="Times New Roman"/>
                          <a:ea typeface="Times New Roman"/>
                        </a:rPr>
                        <a:t>Understand and construct personal saving and investment portfolios</a:t>
                      </a:r>
                      <a:endParaRPr lang="en-US" sz="1800" dirty="0">
                        <a:latin typeface="Times New Roman"/>
                        <a:ea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533525" algn="l"/>
                        </a:tabLst>
                      </a:pPr>
                      <a:r>
                        <a:rPr lang="en-US" sz="2400" dirty="0">
                          <a:latin typeface="Times New Roman"/>
                          <a:ea typeface="Calibri"/>
                          <a:cs typeface="Times New Roman"/>
                        </a:rPr>
                        <a:t>CO4</a:t>
                      </a:r>
                      <a:endParaRPr lang="en-US" sz="1800" dirty="0">
                        <a:latin typeface="Calibri"/>
                        <a:ea typeface="Calibri"/>
                        <a:cs typeface="Times New Roman"/>
                      </a:endParaRPr>
                    </a:p>
                  </a:txBody>
                  <a:tcPr marL="61045" marR="61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55220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A225FF4-CF19-44CE-83AC-29830435514E}" type="datetime1">
              <a:rPr lang="en-US" smtClean="0"/>
              <a:t>7/22/2025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dirty="0"/>
          </a:p>
        </p:txBody>
      </p:sp>
      <p:sp>
        <p:nvSpPr>
          <p:cNvPr id="7" name="Title 1"/>
          <p:cNvSpPr txBox="1">
            <a:spLocks/>
          </p:cNvSpPr>
          <p:nvPr/>
        </p:nvSpPr>
        <p:spPr>
          <a:xfrm>
            <a:off x="2057400" y="2"/>
            <a:ext cx="10134600" cy="68579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latin typeface="+mj-lt"/>
              </a:rPr>
              <a:t>Branch wise Applications </a:t>
            </a:r>
            <a:endParaRPr lang="en-US" sz="2800" b="1" dirty="0">
              <a:latin typeface="+mj-lt"/>
              <a:cs typeface="Arial" panose="020B0604020202020204" pitchFamily="34" charset="0"/>
            </a:endParaRPr>
          </a:p>
        </p:txBody>
      </p:sp>
      <p:sp>
        <p:nvSpPr>
          <p:cNvPr id="9" name="Content Placeholder 8"/>
          <p:cNvSpPr>
            <a:spLocks noGrp="1"/>
          </p:cNvSpPr>
          <p:nvPr>
            <p:ph idx="1"/>
          </p:nvPr>
        </p:nvSpPr>
        <p:spPr>
          <a:xfrm>
            <a:off x="152400" y="1143000"/>
            <a:ext cx="11887200" cy="5706177"/>
          </a:xfrm>
          <a:prstGeom prst="rect">
            <a:avLst/>
          </a:prstGeom>
          <a:noFill/>
        </p:spPr>
        <p:txBody>
          <a:bodyPr vert="horz" wrap="square" lIns="91440" tIns="45720" rIns="91440" bIns="45720" rtlCol="0">
            <a:spAutoFit/>
          </a:bodyPr>
          <a:lstStyle/>
          <a:p>
            <a:pPr algn="just">
              <a:buFont typeface="Wingdings" panose="05000000000000000000" pitchFamily="2" charset="2"/>
              <a:buChar char="Ø"/>
            </a:pPr>
            <a:r>
              <a:rPr lang="en-US" sz="2400" dirty="0">
                <a:solidFill>
                  <a:srgbClr val="111111"/>
                </a:solidFill>
              </a:rPr>
              <a:t>Financial accounting can be used in short-term and long-term decisions involving the financial health of a company. </a:t>
            </a:r>
          </a:p>
          <a:p>
            <a:pPr algn="just">
              <a:buFont typeface="Wingdings" panose="05000000000000000000" pitchFamily="2" charset="2"/>
              <a:buChar char="Ø"/>
            </a:pPr>
            <a:r>
              <a:rPr lang="en-US" sz="2400" dirty="0">
                <a:solidFill>
                  <a:srgbClr val="111111"/>
                </a:solidFill>
              </a:rPr>
              <a:t>Financial accounting helps managers make operational decisions–intended to help increase the company's operational efficiency–which also helps in making long-term investment decisions. </a:t>
            </a:r>
          </a:p>
          <a:p>
            <a:pPr algn="just">
              <a:buFont typeface="Wingdings" panose="05000000000000000000" pitchFamily="2" charset="2"/>
              <a:buChar char="Ø"/>
            </a:pPr>
            <a:r>
              <a:rPr lang="en-US" sz="2400" dirty="0">
                <a:solidFill>
                  <a:srgbClr val="111111"/>
                </a:solidFill>
              </a:rPr>
              <a:t>Forecasting, monitoring, and tracking performance is a critical aspect of managerial accounting to ensure actual results meet the budgets and forecasts outlined at the onset.</a:t>
            </a:r>
          </a:p>
          <a:p>
            <a:pPr algn="just">
              <a:buFont typeface="Wingdings" panose="05000000000000000000" pitchFamily="2" charset="2"/>
              <a:buChar char="Ø"/>
            </a:pPr>
            <a:r>
              <a:rPr lang="en-US" sz="2400" dirty="0">
                <a:solidFill>
                  <a:srgbClr val="111111"/>
                </a:solidFill>
              </a:rPr>
              <a:t> Financial accounting is the type of accounting that provides financial information to top and middle level management in a company.</a:t>
            </a:r>
          </a:p>
          <a:p>
            <a:pPr algn="just">
              <a:buFont typeface="Wingdings" panose="05000000000000000000" pitchFamily="2" charset="2"/>
              <a:buChar char="Ø"/>
            </a:pPr>
            <a:r>
              <a:rPr lang="en-US" sz="2400" dirty="0"/>
              <a:t>Financial accounting often involves various financial metrics, including revenue, sales, operating expenses, and cost controls.</a:t>
            </a:r>
          </a:p>
          <a:p>
            <a:pPr algn="just">
              <a:buFont typeface="Wingdings" panose="05000000000000000000" pitchFamily="2" charset="2"/>
              <a:buChar char="Ø"/>
            </a:pPr>
            <a:r>
              <a:rPr lang="en-US" sz="2400" dirty="0"/>
              <a:t> Financial accounting helps companies plan, forecast, and budget at an enterprise-wide level to ensure the company's long-term success.</a:t>
            </a:r>
          </a:p>
          <a:p>
            <a:pPr algn="just">
              <a:buFont typeface="Wingdings" panose="05000000000000000000" pitchFamily="2" charset="2"/>
              <a:buChar char="Ø"/>
            </a:pPr>
            <a:endParaRPr lang="en-US" sz="2400" dirty="0"/>
          </a:p>
        </p:txBody>
      </p:sp>
      <p:sp>
        <p:nvSpPr>
          <p:cNvPr id="10" name="Footer Placeholder 9"/>
          <p:cNvSpPr>
            <a:spLocks noGrp="1"/>
          </p:cNvSpPr>
          <p:nvPr>
            <p:ph type="ftr" sz="quarter" idx="11"/>
          </p:nvPr>
        </p:nvSpPr>
        <p:spPr>
          <a:xfrm>
            <a:off x="3657600" y="6356351"/>
            <a:ext cx="5562600" cy="365125"/>
          </a:xfrm>
        </p:spPr>
        <p:txBody>
          <a:bodyPr/>
          <a:lstStyle/>
          <a:p>
            <a:r>
              <a:rPr lang="en-US"/>
              <a:t>Ms. Garima Singhal         AOE0770      Finance For Engineers                  Unit II</a:t>
            </a:r>
            <a:endParaRPr lang="en-US" dirty="0"/>
          </a:p>
        </p:txBody>
      </p:sp>
    </p:spTree>
    <p:extLst>
      <p:ext uri="{BB962C8B-B14F-4D97-AF65-F5344CB8AC3E}">
        <p14:creationId xmlns:p14="http://schemas.microsoft.com/office/powerpoint/2010/main" val="2555220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1"/>
            <a:ext cx="11734800" cy="4525963"/>
          </a:xfrm>
        </p:spPr>
        <p:txBody>
          <a:bodyPr>
            <a:normAutofit/>
          </a:bodyPr>
          <a:lstStyle/>
          <a:p>
            <a:pPr>
              <a:buFont typeface="Wingdings" panose="05000000000000000000" pitchFamily="2" charset="2"/>
              <a:buChar char="Ø"/>
            </a:pPr>
            <a:r>
              <a:rPr lang="en-IN" sz="2600" b="1" dirty="0">
                <a:cs typeface="Times New Roman" pitchFamily="18" charset="0"/>
              </a:rPr>
              <a:t>Students will be able to know the following concepts:</a:t>
            </a:r>
          </a:p>
          <a:p>
            <a:pPr algn="just">
              <a:buFont typeface="Wingdings" panose="05000000000000000000" pitchFamily="2" charset="2"/>
              <a:buChar char="Ø"/>
            </a:pPr>
            <a:r>
              <a:rPr lang="en-US" sz="2400" dirty="0"/>
              <a:t>Introduction &amp; Meaning of Ratio Analysis</a:t>
            </a:r>
            <a:endParaRPr lang="en-US" sz="2400" dirty="0">
              <a:cs typeface="Arial"/>
            </a:endParaRPr>
          </a:p>
          <a:p>
            <a:pPr algn="just">
              <a:buFont typeface="Wingdings" panose="05000000000000000000" pitchFamily="2" charset="2"/>
              <a:buChar char="Ø"/>
            </a:pPr>
            <a:r>
              <a:rPr lang="en-US" sz="2400" dirty="0"/>
              <a:t>Usefulness of Ratio Analysis</a:t>
            </a:r>
          </a:p>
          <a:p>
            <a:pPr algn="just">
              <a:buFont typeface="Wingdings" panose="05000000000000000000" pitchFamily="2" charset="2"/>
              <a:buChar char="Ø"/>
            </a:pPr>
            <a:r>
              <a:rPr lang="en-US" sz="2400" dirty="0"/>
              <a:t>Limitations of Ratio Analysis </a:t>
            </a:r>
          </a:p>
          <a:p>
            <a:pPr algn="just">
              <a:buFont typeface="Wingdings" panose="05000000000000000000" pitchFamily="2" charset="2"/>
              <a:buChar char="Ø"/>
            </a:pPr>
            <a:r>
              <a:rPr lang="en-US" sz="2400" dirty="0"/>
              <a:t>Classification of Ratios</a:t>
            </a:r>
          </a:p>
          <a:p>
            <a:pPr algn="just">
              <a:buFont typeface="Wingdings" panose="05000000000000000000" pitchFamily="2" charset="2"/>
              <a:buChar char="Ø"/>
            </a:pPr>
            <a:r>
              <a:rPr lang="en-US" sz="2400" dirty="0"/>
              <a:t>Income statement &amp; Position statement</a:t>
            </a:r>
          </a:p>
          <a:p>
            <a:pPr algn="just">
              <a:buFont typeface="Wingdings" panose="05000000000000000000" pitchFamily="2" charset="2"/>
              <a:buChar char="Ø"/>
            </a:pPr>
            <a:r>
              <a:rPr lang="en-US" sz="2400" dirty="0"/>
              <a:t>Preparation and analysis Key financial ratios</a:t>
            </a:r>
          </a:p>
          <a:p>
            <a:pPr algn="just">
              <a:buFont typeface="Wingdings" panose="05000000000000000000" pitchFamily="2" charset="2"/>
              <a:buChar char="Ø"/>
            </a:pPr>
            <a:r>
              <a:rPr lang="en-US" sz="2400" dirty="0"/>
              <a:t> Interpretation, comparison of ratio with competition to identify improvement areas</a:t>
            </a:r>
          </a:p>
          <a:p>
            <a:pPr algn="just">
              <a:buFont typeface="Wingdings" panose="05000000000000000000" pitchFamily="2" charset="2"/>
              <a:buChar char="Ø"/>
            </a:pPr>
            <a:endParaRPr lang="en-US" sz="2400" dirty="0"/>
          </a:p>
          <a:p>
            <a:pPr algn="just">
              <a:buFont typeface="Wingdings" panose="05000000000000000000" pitchFamily="2" charset="2"/>
              <a:buChar char="Ø"/>
            </a:pPr>
            <a:endParaRPr lang="en-US" sz="2400" dirty="0"/>
          </a:p>
        </p:txBody>
      </p:sp>
      <p:sp>
        <p:nvSpPr>
          <p:cNvPr id="4" name="Date Placeholder 3"/>
          <p:cNvSpPr>
            <a:spLocks noGrp="1"/>
          </p:cNvSpPr>
          <p:nvPr>
            <p:ph type="dt" sz="half" idx="10"/>
          </p:nvPr>
        </p:nvSpPr>
        <p:spPr/>
        <p:txBody>
          <a:bodyPr/>
          <a:lstStyle/>
          <a:p>
            <a:fld id="{8762A2B4-F8EC-4308-BCDF-AA1CD977D35C}" type="datetime1">
              <a:rPr lang="en-US" smtClean="0"/>
              <a:t>7/22/2025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dirty="0"/>
          </a:p>
        </p:txBody>
      </p:sp>
      <p:sp>
        <p:nvSpPr>
          <p:cNvPr id="7" name="Title 1"/>
          <p:cNvSpPr txBox="1">
            <a:spLocks/>
          </p:cNvSpPr>
          <p:nvPr/>
        </p:nvSpPr>
        <p:spPr>
          <a:xfrm>
            <a:off x="2057400" y="1"/>
            <a:ext cx="10134600" cy="68579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latin typeface="Times New Roman" pitchFamily="18" charset="0"/>
                <a:cs typeface="Times New Roman" pitchFamily="18" charset="0"/>
              </a:rPr>
              <a:t>Session Learning Objectives</a:t>
            </a:r>
          </a:p>
        </p:txBody>
      </p:sp>
      <p:sp>
        <p:nvSpPr>
          <p:cNvPr id="9" name="Footer Placeholder 8"/>
          <p:cNvSpPr>
            <a:spLocks noGrp="1"/>
          </p:cNvSpPr>
          <p:nvPr>
            <p:ph type="ftr" sz="quarter" idx="11"/>
          </p:nvPr>
        </p:nvSpPr>
        <p:spPr>
          <a:xfrm>
            <a:off x="3352800" y="6356351"/>
            <a:ext cx="6019800" cy="365125"/>
          </a:xfrm>
        </p:spPr>
        <p:txBody>
          <a:bodyPr/>
          <a:lstStyle/>
          <a:p>
            <a:r>
              <a:rPr lang="en-US">
                <a:solidFill>
                  <a:schemeClr val="tx1"/>
                </a:solidFill>
              </a:rPr>
              <a:t>Ms. Garima Singhal         AOE0770      Finance For Engineers                  Unit II</a:t>
            </a:r>
            <a:endParaRPr lang="en-US"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1B60F5D-6200-4DD3-AE03-FE410F8062D0}" type="datetime1">
              <a:rPr lang="en-US" smtClean="0"/>
              <a:t>7/22/2025</a:t>
            </a:fld>
            <a:endParaRPr lang="en-US"/>
          </a:p>
        </p:txBody>
      </p:sp>
      <p:sp>
        <p:nvSpPr>
          <p:cNvPr id="5" name="Footer Placeholder 4"/>
          <p:cNvSpPr>
            <a:spLocks noGrp="1"/>
          </p:cNvSpPr>
          <p:nvPr>
            <p:ph type="ftr" sz="quarter" idx="11"/>
          </p:nvPr>
        </p:nvSpPr>
        <p:spPr>
          <a:xfrm>
            <a:off x="3733800" y="6248401"/>
            <a:ext cx="5715000" cy="365125"/>
          </a:xfrm>
        </p:spPr>
        <p:txBody>
          <a:bodyPr/>
          <a:lstStyle/>
          <a:p>
            <a:r>
              <a:rPr lang="en-US"/>
              <a:t>Ms. Garima Singhal         AOE0770      Finance For Engineers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dirty="0"/>
          </a:p>
        </p:txBody>
      </p:sp>
      <p:sp>
        <p:nvSpPr>
          <p:cNvPr id="7" name="Title 1"/>
          <p:cNvSpPr txBox="1">
            <a:spLocks/>
          </p:cNvSpPr>
          <p:nvPr/>
        </p:nvSpPr>
        <p:spPr>
          <a:xfrm>
            <a:off x="1981200" y="2"/>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latin typeface="Arial" panose="020B0604020202020204" pitchFamily="34" charset="0"/>
                <a:cs typeface="Arial" panose="020B0604020202020204" pitchFamily="34" charset="0"/>
              </a:rPr>
              <a:t>Objective of Unit</a:t>
            </a:r>
          </a:p>
        </p:txBody>
      </p:sp>
      <p:sp>
        <p:nvSpPr>
          <p:cNvPr id="10" name="Content Placeholder 9"/>
          <p:cNvSpPr>
            <a:spLocks noGrp="1"/>
          </p:cNvSpPr>
          <p:nvPr>
            <p:ph idx="1"/>
          </p:nvPr>
        </p:nvSpPr>
        <p:spPr>
          <a:xfrm>
            <a:off x="609600" y="1219201"/>
            <a:ext cx="10972800" cy="4906964"/>
          </a:xfrm>
        </p:spPr>
        <p:txBody>
          <a:bodyPr>
            <a:normAutofit/>
          </a:bodyPr>
          <a:lstStyle/>
          <a:p>
            <a:pPr algn="just">
              <a:buFont typeface="Wingdings" panose="05000000000000000000" pitchFamily="2" charset="2"/>
              <a:buChar char="Ø"/>
            </a:pPr>
            <a:r>
              <a:rPr lang="en-US" sz="2400" dirty="0">
                <a:cs typeface="Arial" pitchFamily="34" charset="0"/>
              </a:rPr>
              <a:t>   To understand the ratios.</a:t>
            </a:r>
          </a:p>
          <a:p>
            <a:pPr algn="just">
              <a:buFont typeface="Wingdings" panose="05000000000000000000" pitchFamily="2" charset="2"/>
              <a:buChar char="Ø"/>
            </a:pPr>
            <a:r>
              <a:rPr lang="en-US" sz="2400" dirty="0">
                <a:cs typeface="Arial" pitchFamily="34" charset="0"/>
              </a:rPr>
              <a:t>   To understand the trend analysis.</a:t>
            </a:r>
          </a:p>
          <a:p>
            <a:pPr algn="just">
              <a:buFont typeface="Wingdings" panose="05000000000000000000" pitchFamily="2" charset="2"/>
              <a:buChar char="Ø"/>
            </a:pPr>
            <a:r>
              <a:rPr lang="en-US" sz="2400" dirty="0">
                <a:cs typeface="Arial" pitchFamily="34" charset="0"/>
              </a:rPr>
              <a:t>   To understand the caparison of financial statement.</a:t>
            </a:r>
          </a:p>
          <a:p>
            <a:pPr algn="just">
              <a:buFont typeface="Wingdings" panose="05000000000000000000" pitchFamily="2" charset="2"/>
              <a:buChar char="Ø"/>
            </a:pPr>
            <a:endParaRPr lang="en-US" sz="2400" dirty="0">
              <a:cs typeface="Arial" pitchFamily="34" charset="0"/>
            </a:endParaRPr>
          </a:p>
        </p:txBody>
      </p:sp>
    </p:spTree>
    <p:extLst>
      <p:ext uri="{BB962C8B-B14F-4D97-AF65-F5344CB8AC3E}">
        <p14:creationId xmlns:p14="http://schemas.microsoft.com/office/powerpoint/2010/main" val="449126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11582400" cy="4525963"/>
          </a:xfrm>
        </p:spPr>
        <p:txBody>
          <a:bodyPr>
            <a:normAutofit/>
          </a:bodyPr>
          <a:lstStyle/>
          <a:p>
            <a:pPr algn="just">
              <a:buFont typeface="Wingdings" panose="05000000000000000000" pitchFamily="2" charset="2"/>
              <a:buChar char="Ø"/>
            </a:pPr>
            <a:r>
              <a:rPr lang="en-US" sz="2400" dirty="0">
                <a:cs typeface="Arial" pitchFamily="34" charset="0"/>
              </a:rPr>
              <a:t>CO1: Understand and apply accounting concepts, principles and conventions for their routine monetary transaction. </a:t>
            </a:r>
          </a:p>
          <a:p>
            <a:pPr algn="just">
              <a:buFont typeface="Wingdings" panose="05000000000000000000" pitchFamily="2" charset="2"/>
              <a:buChar char="Ø"/>
            </a:pPr>
            <a:r>
              <a:rPr lang="en-US" sz="2400" dirty="0">
                <a:cs typeface="Arial" pitchFamily="34" charset="0"/>
              </a:rPr>
              <a:t>CO2: Applying planning and managerial decision-making skills.</a:t>
            </a:r>
          </a:p>
          <a:p>
            <a:pPr algn="just">
              <a:buFont typeface="Wingdings" panose="05000000000000000000" pitchFamily="2" charset="2"/>
              <a:buChar char="Ø"/>
            </a:pPr>
            <a:r>
              <a:rPr lang="en-US" sz="2400" dirty="0">
                <a:cs typeface="Arial" pitchFamily="34" charset="0"/>
              </a:rPr>
              <a:t>CO3: Develop analytical and problem solving skills based on an understanding of management concepts and theories</a:t>
            </a:r>
          </a:p>
          <a:p>
            <a:pPr algn="just">
              <a:buFont typeface="Wingdings" panose="05000000000000000000" pitchFamily="2" charset="2"/>
              <a:buChar char="Ø"/>
            </a:pPr>
            <a:r>
              <a:rPr lang="en-US" sz="2400" dirty="0">
                <a:cs typeface="Arial" pitchFamily="34" charset="0"/>
              </a:rPr>
              <a:t>CO4: Comprehend and practice Indian Ethos and Value Systems.</a:t>
            </a:r>
          </a:p>
          <a:p>
            <a:pPr algn="just">
              <a:buFont typeface="Wingdings" panose="05000000000000000000" pitchFamily="2" charset="2"/>
              <a:buChar char="Ø"/>
            </a:pPr>
            <a:r>
              <a:rPr lang="en-US" sz="2400" dirty="0">
                <a:cs typeface="Arial" pitchFamily="34" charset="0"/>
              </a:rPr>
              <a:t>CO5: Applying value-based management and ethical practices.</a:t>
            </a:r>
          </a:p>
        </p:txBody>
      </p:sp>
      <p:sp>
        <p:nvSpPr>
          <p:cNvPr id="4" name="Date Placeholder 3"/>
          <p:cNvSpPr>
            <a:spLocks noGrp="1"/>
          </p:cNvSpPr>
          <p:nvPr>
            <p:ph type="dt" sz="half" idx="10"/>
          </p:nvPr>
        </p:nvSpPr>
        <p:spPr/>
        <p:txBody>
          <a:bodyPr/>
          <a:lstStyle/>
          <a:p>
            <a:fld id="{339B2DCE-D674-49E8-B1B4-4139AAD2EF5F}" type="datetime1">
              <a:rPr lang="en-US" smtClean="0"/>
              <a:t>7/22/2025</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en-US"/>
              <a:t>Ms. Garima Singhal         AOE0770      Finance For Engineers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dirty="0"/>
          </a:p>
        </p:txBody>
      </p:sp>
      <p:sp>
        <p:nvSpPr>
          <p:cNvPr id="7" name="Title 1"/>
          <p:cNvSpPr txBox="1">
            <a:spLocks/>
          </p:cNvSpPr>
          <p:nvPr/>
        </p:nvSpPr>
        <p:spPr>
          <a:xfrm>
            <a:off x="2057400" y="1"/>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latin typeface="Arial" panose="020B0604020202020204" pitchFamily="34" charset="0"/>
                <a:cs typeface="Arial" panose="020B0604020202020204" pitchFamily="34" charset="0"/>
              </a:rPr>
              <a:t>Course Outcome</a:t>
            </a:r>
          </a:p>
        </p:txBody>
      </p:sp>
    </p:spTree>
    <p:extLst>
      <p:ext uri="{BB962C8B-B14F-4D97-AF65-F5344CB8AC3E}">
        <p14:creationId xmlns:p14="http://schemas.microsoft.com/office/powerpoint/2010/main" val="3613191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6D8549A-C75F-4690-B140-D0F4588E45F6}" type="datetime1">
              <a:rPr lang="en-US" smtClean="0"/>
              <a:t>7/22/2025</a:t>
            </a:fld>
            <a:endParaRPr lang="en-US"/>
          </a:p>
        </p:txBody>
      </p:sp>
      <p:sp>
        <p:nvSpPr>
          <p:cNvPr id="5" name="Footer Placeholder 4"/>
          <p:cNvSpPr>
            <a:spLocks noGrp="1"/>
          </p:cNvSpPr>
          <p:nvPr>
            <p:ph type="ftr" sz="quarter" idx="11"/>
          </p:nvPr>
        </p:nvSpPr>
        <p:spPr>
          <a:xfrm>
            <a:off x="2057400" y="6356351"/>
            <a:ext cx="8229600" cy="365125"/>
          </a:xfrm>
        </p:spPr>
        <p:txBody>
          <a:bodyPr/>
          <a:lstStyle/>
          <a:p>
            <a:r>
              <a:rPr lang="en-US" dirty="0"/>
              <a:t>Ms. Garima Singhal         AOE0770      Finance For Engineers                  Unit II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dirty="0"/>
          </a:p>
        </p:txBody>
      </p:sp>
      <p:sp>
        <p:nvSpPr>
          <p:cNvPr id="7" name="Title 1"/>
          <p:cNvSpPr txBox="1">
            <a:spLocks/>
          </p:cNvSpPr>
          <p:nvPr/>
        </p:nvSpPr>
        <p:spPr>
          <a:xfrm>
            <a:off x="2057400" y="1"/>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latin typeface="Arial" panose="020B0604020202020204" pitchFamily="34" charset="0"/>
                <a:cs typeface="Arial" panose="020B0604020202020204" pitchFamily="34" charset="0"/>
              </a:rPr>
              <a:t>CO-PO Mapping</a:t>
            </a:r>
          </a:p>
        </p:txBody>
      </p:sp>
      <p:sp>
        <p:nvSpPr>
          <p:cNvPr id="9" name="Rectangle 1"/>
          <p:cNvSpPr>
            <a:spLocks noChangeArrowheads="1"/>
          </p:cNvSpPr>
          <p:nvPr/>
        </p:nvSpPr>
        <p:spPr bwMode="auto">
          <a:xfrm>
            <a:off x="1066800" y="815976"/>
            <a:ext cx="9105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dirty="0">
                <a:latin typeface="Times New Roman" panose="02020603050405020304" pitchFamily="18" charset="0"/>
                <a:cs typeface="Times New Roman" panose="02020603050405020304" pitchFamily="18" charset="0"/>
              </a:rPr>
              <a:t> Mapping of Course Outcomes and Program Outcomes</a:t>
            </a:r>
          </a:p>
        </p:txBody>
      </p:sp>
      <p:pic>
        <p:nvPicPr>
          <p:cNvPr id="11" name="Picture 10"/>
          <p:cNvPicPr>
            <a:picLocks noChangeAspect="1"/>
          </p:cNvPicPr>
          <p:nvPr/>
        </p:nvPicPr>
        <p:blipFill>
          <a:blip r:embed="rId2"/>
          <a:stretch>
            <a:fillRect/>
          </a:stretch>
        </p:blipFill>
        <p:spPr>
          <a:xfrm>
            <a:off x="1066800" y="1447800"/>
            <a:ext cx="9372600" cy="1520424"/>
          </a:xfrm>
          <a:prstGeom prst="rect">
            <a:avLst/>
          </a:prstGeom>
        </p:spPr>
      </p:pic>
      <p:sp>
        <p:nvSpPr>
          <p:cNvPr id="12" name="Rectangle 9"/>
          <p:cNvSpPr>
            <a:spLocks noChangeArrowheads="1"/>
          </p:cNvSpPr>
          <p:nvPr/>
        </p:nvSpPr>
        <p:spPr bwMode="auto">
          <a:xfrm>
            <a:off x="914400" y="3435350"/>
            <a:ext cx="9448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dirty="0">
                <a:latin typeface="Times New Roman" panose="02020603050405020304" pitchFamily="18" charset="0"/>
                <a:cs typeface="Times New Roman" panose="02020603050405020304" pitchFamily="18" charset="0"/>
              </a:rPr>
              <a:t>Mapping of Program Specific Outcomes and Course Outcomes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1" y="2971801"/>
            <a:ext cx="2524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p:cNvPicPr>
            <a:picLocks noChangeAspect="1"/>
          </p:cNvPicPr>
          <p:nvPr/>
        </p:nvPicPr>
        <p:blipFill>
          <a:blip r:embed="rId4"/>
          <a:stretch>
            <a:fillRect/>
          </a:stretch>
        </p:blipFill>
        <p:spPr>
          <a:xfrm>
            <a:off x="990600" y="4248150"/>
            <a:ext cx="5410200" cy="1374775"/>
          </a:xfrm>
          <a:prstGeom prst="rect">
            <a:avLst/>
          </a:prstGeom>
        </p:spPr>
      </p:pic>
      <p:pic>
        <p:nvPicPr>
          <p:cNvPr id="1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1" y="5602288"/>
            <a:ext cx="2524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6883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2539787487"/>
              </p:ext>
            </p:extLst>
          </p:nvPr>
        </p:nvGraphicFramePr>
        <p:xfrm>
          <a:off x="609601" y="1153160"/>
          <a:ext cx="11277598" cy="4866638"/>
        </p:xfrm>
        <a:graphic>
          <a:graphicData uri="http://schemas.openxmlformats.org/drawingml/2006/table">
            <a:tbl>
              <a:tblPr firstRow="1" bandRow="1">
                <a:tableStyleId>{7DF18680-E054-41AD-8BC1-D1AEF772440D}</a:tableStyleId>
              </a:tblPr>
              <a:tblGrid>
                <a:gridCol w="2088444">
                  <a:extLst>
                    <a:ext uri="{9D8B030D-6E8A-4147-A177-3AD203B41FA5}">
                      <a16:colId xmlns:a16="http://schemas.microsoft.com/office/drawing/2014/main" val="20000"/>
                    </a:ext>
                  </a:extLst>
                </a:gridCol>
                <a:gridCol w="2227674">
                  <a:extLst>
                    <a:ext uri="{9D8B030D-6E8A-4147-A177-3AD203B41FA5}">
                      <a16:colId xmlns:a16="http://schemas.microsoft.com/office/drawing/2014/main" val="20001"/>
                    </a:ext>
                  </a:extLst>
                </a:gridCol>
                <a:gridCol w="1113837">
                  <a:extLst>
                    <a:ext uri="{9D8B030D-6E8A-4147-A177-3AD203B41FA5}">
                      <a16:colId xmlns:a16="http://schemas.microsoft.com/office/drawing/2014/main" val="20002"/>
                    </a:ext>
                  </a:extLst>
                </a:gridCol>
                <a:gridCol w="2366903">
                  <a:extLst>
                    <a:ext uri="{9D8B030D-6E8A-4147-A177-3AD203B41FA5}">
                      <a16:colId xmlns:a16="http://schemas.microsoft.com/office/drawing/2014/main" val="20003"/>
                    </a:ext>
                  </a:extLst>
                </a:gridCol>
                <a:gridCol w="1253066">
                  <a:extLst>
                    <a:ext uri="{9D8B030D-6E8A-4147-A177-3AD203B41FA5}">
                      <a16:colId xmlns:a16="http://schemas.microsoft.com/office/drawing/2014/main" val="20004"/>
                    </a:ext>
                  </a:extLst>
                </a:gridCol>
                <a:gridCol w="2227674">
                  <a:extLst>
                    <a:ext uri="{9D8B030D-6E8A-4147-A177-3AD203B41FA5}">
                      <a16:colId xmlns:a16="http://schemas.microsoft.com/office/drawing/2014/main" val="20005"/>
                    </a:ext>
                  </a:extLst>
                </a:gridCol>
              </a:tblGrid>
              <a:tr h="841147">
                <a:tc rowSpan="2">
                  <a:txBody>
                    <a:bodyPr/>
                    <a:lstStyle/>
                    <a:p>
                      <a:endParaRPr lang="en-US" sz="2400" b="1" dirty="0">
                        <a:solidFill>
                          <a:schemeClr val="bg1"/>
                        </a:solidFill>
                        <a:latin typeface="+mj-lt"/>
                      </a:endParaRPr>
                    </a:p>
                    <a:p>
                      <a:r>
                        <a:rPr lang="en-US" sz="2400" b="1" dirty="0">
                          <a:solidFill>
                            <a:schemeClr val="bg1"/>
                          </a:solidFill>
                          <a:latin typeface="+mj-lt"/>
                        </a:rPr>
                        <a:t> Unit</a:t>
                      </a:r>
                    </a:p>
                  </a:txBody>
                  <a:tcPr>
                    <a:solidFill>
                      <a:schemeClr val="accent4">
                        <a:lumMod val="50000"/>
                      </a:schemeClr>
                    </a:solidFill>
                  </a:tcPr>
                </a:tc>
                <a:tc rowSpan="2">
                  <a:txBody>
                    <a:bodyPr/>
                    <a:lstStyle/>
                    <a:p>
                      <a:endParaRPr lang="en-US" sz="2400" b="1" dirty="0">
                        <a:solidFill>
                          <a:schemeClr val="bg1"/>
                        </a:solidFill>
                        <a:latin typeface="+mj-lt"/>
                      </a:endParaRPr>
                    </a:p>
                    <a:p>
                      <a:r>
                        <a:rPr lang="en-US" sz="2400" b="1" dirty="0">
                          <a:solidFill>
                            <a:schemeClr val="bg1"/>
                          </a:solidFill>
                          <a:latin typeface="+mj-lt"/>
                        </a:rPr>
                        <a:t>   So. No.</a:t>
                      </a:r>
                    </a:p>
                  </a:txBody>
                  <a:tcPr>
                    <a:solidFill>
                      <a:schemeClr val="accent4">
                        <a:lumMod val="50000"/>
                      </a:schemeClr>
                    </a:solidFill>
                  </a:tcPr>
                </a:tc>
                <a:tc gridSpan="4">
                  <a:txBody>
                    <a:bodyPr/>
                    <a:lstStyle/>
                    <a:p>
                      <a:pPr algn="ctr"/>
                      <a:r>
                        <a:rPr lang="en-US" sz="2400" b="1" dirty="0">
                          <a:solidFill>
                            <a:schemeClr val="bg1"/>
                          </a:solidFill>
                          <a:latin typeface="+mj-lt"/>
                        </a:rPr>
                        <a:t>Mapping</a:t>
                      </a:r>
                    </a:p>
                  </a:txBody>
                  <a:tcPr>
                    <a:solidFill>
                      <a:schemeClr val="accent4">
                        <a:lumMod val="50000"/>
                      </a:schemeClr>
                    </a:solidFill>
                  </a:tcPr>
                </a:tc>
                <a:tc hMerge="1">
                  <a:txBody>
                    <a:bodyPr/>
                    <a:lstStyle/>
                    <a:p>
                      <a:endParaRPr lang="en-US"/>
                    </a:p>
                  </a:txBody>
                  <a:tcPr/>
                </a:tc>
                <a:tc hMerge="1">
                  <a:txBody>
                    <a:bodyPr/>
                    <a:lstStyle/>
                    <a:p>
                      <a:endParaRPr lang="en-US" dirty="0">
                        <a:solidFill>
                          <a:schemeClr val="bg1"/>
                        </a:solidFill>
                      </a:endParaRPr>
                    </a:p>
                  </a:txBody>
                  <a:tcPr/>
                </a:tc>
                <a:tc hMerge="1">
                  <a:txBody>
                    <a:bodyPr/>
                    <a:lstStyle/>
                    <a:p>
                      <a:endParaRPr lang="en-US"/>
                    </a:p>
                  </a:txBody>
                  <a:tcPr/>
                </a:tc>
                <a:extLst>
                  <a:ext uri="{0D108BD9-81ED-4DB2-BD59-A6C34878D82A}">
                    <a16:rowId xmlns:a16="http://schemas.microsoft.com/office/drawing/2014/main" val="10000"/>
                  </a:ext>
                </a:extLst>
              </a:tr>
              <a:tr h="1502050">
                <a:tc vMerge="1">
                  <a:txBody>
                    <a:bodyPr/>
                    <a:lstStyle/>
                    <a:p>
                      <a:endParaRPr lang="en-US" dirty="0"/>
                    </a:p>
                  </a:txBody>
                  <a:tcPr/>
                </a:tc>
                <a:tc vMerge="1">
                  <a:txBody>
                    <a:bodyPr/>
                    <a:lstStyle/>
                    <a:p>
                      <a:endParaRPr lang="en-US" dirty="0"/>
                    </a:p>
                  </a:txBody>
                  <a:tcPr/>
                </a:tc>
                <a:tc>
                  <a:txBody>
                    <a:bodyPr/>
                    <a:lstStyle/>
                    <a:p>
                      <a:r>
                        <a:rPr lang="en-US" sz="2400" b="1" dirty="0">
                          <a:latin typeface="+mj-lt"/>
                        </a:rPr>
                        <a:t>CO</a:t>
                      </a:r>
                    </a:p>
                  </a:txBody>
                  <a:tcPr/>
                </a:tc>
                <a:tc>
                  <a:txBody>
                    <a:bodyPr/>
                    <a:lstStyle/>
                    <a:p>
                      <a:r>
                        <a:rPr lang="en-US" sz="2400" b="1" dirty="0">
                          <a:latin typeface="+mj-lt"/>
                        </a:rPr>
                        <a:t>Level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latin typeface="+mj-lt"/>
                        </a:rPr>
                        <a:t>PO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latin typeface="+mj-lt"/>
                        </a:rPr>
                        <a:t>Level</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dirty="0">
                        <a:latin typeface="+mj-lt"/>
                      </a:endParaRPr>
                    </a:p>
                  </a:txBody>
                  <a:tcPr/>
                </a:tc>
                <a:extLst>
                  <a:ext uri="{0D108BD9-81ED-4DB2-BD59-A6C34878D82A}">
                    <a16:rowId xmlns:a16="http://schemas.microsoft.com/office/drawing/2014/main" val="10001"/>
                  </a:ext>
                </a:extLst>
              </a:tr>
              <a:tr h="841147">
                <a:tc>
                  <a:txBody>
                    <a:bodyPr/>
                    <a:lstStyle/>
                    <a:p>
                      <a:r>
                        <a:rPr lang="en-US" sz="2400" b="1" dirty="0">
                          <a:latin typeface="+mj-lt"/>
                        </a:rPr>
                        <a:t>         II</a:t>
                      </a:r>
                    </a:p>
                  </a:txBody>
                  <a:tcPr/>
                </a:tc>
                <a:tc>
                  <a:txBody>
                    <a:bodyPr/>
                    <a:lstStyle/>
                    <a:p>
                      <a:pPr algn="ctr"/>
                      <a:r>
                        <a:rPr lang="en-US" sz="2400" b="1" dirty="0">
                          <a:latin typeface="+mj-lt"/>
                        </a:rPr>
                        <a:t> 1</a:t>
                      </a:r>
                    </a:p>
                  </a:txBody>
                  <a:tcPr/>
                </a:tc>
                <a:tc>
                  <a:txBody>
                    <a:bodyPr/>
                    <a:lstStyle/>
                    <a:p>
                      <a:r>
                        <a:rPr lang="en-US" sz="2400" b="1" dirty="0">
                          <a:latin typeface="+mj-lt"/>
                        </a:rPr>
                        <a:t>3</a:t>
                      </a:r>
                      <a:r>
                        <a:rPr lang="en-US" sz="2400" b="1" baseline="0" dirty="0">
                          <a:latin typeface="+mj-lt"/>
                        </a:rPr>
                        <a:t> </a:t>
                      </a:r>
                      <a:endParaRPr lang="en-US" sz="2400" b="1" dirty="0">
                        <a:latin typeface="+mj-lt"/>
                      </a:endParaRPr>
                    </a:p>
                  </a:txBody>
                  <a:tcPr/>
                </a:tc>
                <a:tc>
                  <a:txBody>
                    <a:bodyPr/>
                    <a:lstStyle/>
                    <a:p>
                      <a:r>
                        <a:rPr lang="en-US" sz="2400" b="1" dirty="0">
                          <a:latin typeface="+mj-lt"/>
                        </a:rPr>
                        <a:t>High</a:t>
                      </a:r>
                    </a:p>
                  </a:txBody>
                  <a:tcPr/>
                </a:tc>
                <a:tc>
                  <a:txBody>
                    <a:bodyPr/>
                    <a:lstStyle/>
                    <a:p>
                      <a:r>
                        <a:rPr lang="en-US" sz="2400" b="1" dirty="0">
                          <a:latin typeface="+mj-lt"/>
                        </a:rPr>
                        <a:t>2</a:t>
                      </a:r>
                      <a:r>
                        <a:rPr lang="en-US" sz="2400" b="1" baseline="0" dirty="0">
                          <a:latin typeface="+mj-lt"/>
                        </a:rPr>
                        <a:t> </a:t>
                      </a:r>
                      <a:endParaRPr lang="en-US" sz="2400" b="1" dirty="0">
                        <a:latin typeface="+mj-lt"/>
                      </a:endParaRPr>
                    </a:p>
                  </a:txBody>
                  <a:tcPr/>
                </a:tc>
                <a:tc>
                  <a:txBody>
                    <a:bodyPr/>
                    <a:lstStyle/>
                    <a:p>
                      <a:r>
                        <a:rPr lang="en-US" sz="2400" b="1" dirty="0">
                          <a:latin typeface="+mj-lt"/>
                        </a:rPr>
                        <a:t>Medium</a:t>
                      </a:r>
                    </a:p>
                  </a:txBody>
                  <a:tcPr/>
                </a:tc>
                <a:extLst>
                  <a:ext uri="{0D108BD9-81ED-4DB2-BD59-A6C34878D82A}">
                    <a16:rowId xmlns:a16="http://schemas.microsoft.com/office/drawing/2014/main" val="10002"/>
                  </a:ext>
                </a:extLst>
              </a:tr>
              <a:tr h="841147">
                <a:tc>
                  <a:txBody>
                    <a:bodyPr/>
                    <a:lstStyle/>
                    <a:p>
                      <a:endParaRPr lang="en-US" sz="2400" b="1" dirty="0">
                        <a:latin typeface="+mj-lt"/>
                      </a:endParaRPr>
                    </a:p>
                  </a:txBody>
                  <a:tcPr/>
                </a:tc>
                <a:tc>
                  <a:txBody>
                    <a:bodyPr/>
                    <a:lstStyle/>
                    <a:p>
                      <a:pPr algn="ctr"/>
                      <a:r>
                        <a:rPr lang="en-US" sz="2400" b="1" dirty="0">
                          <a:latin typeface="+mj-lt"/>
                        </a:rPr>
                        <a:t>2</a:t>
                      </a:r>
                    </a:p>
                  </a:txBody>
                  <a:tcPr/>
                </a:tc>
                <a:tc>
                  <a:txBody>
                    <a:bodyPr/>
                    <a:lstStyle/>
                    <a:p>
                      <a:r>
                        <a:rPr lang="en-US" sz="2400" b="1" dirty="0">
                          <a:latin typeface="+mj-lt"/>
                        </a:rPr>
                        <a:t>4</a:t>
                      </a:r>
                    </a:p>
                  </a:txBody>
                  <a:tcPr/>
                </a:tc>
                <a:tc>
                  <a:txBody>
                    <a:bodyPr/>
                    <a:lstStyle/>
                    <a:p>
                      <a:r>
                        <a:rPr lang="en-US" sz="2400" b="1" dirty="0">
                          <a:latin typeface="+mj-lt"/>
                        </a:rPr>
                        <a:t>Medium</a:t>
                      </a:r>
                    </a:p>
                  </a:txBody>
                  <a:tcPr/>
                </a:tc>
                <a:tc>
                  <a:txBody>
                    <a:bodyPr/>
                    <a:lstStyle/>
                    <a:p>
                      <a:r>
                        <a:rPr lang="en-US" sz="2400" b="1" dirty="0">
                          <a:latin typeface="+mj-lt"/>
                        </a:rPr>
                        <a:t>4</a:t>
                      </a:r>
                    </a:p>
                  </a:txBody>
                  <a:tcPr/>
                </a:tc>
                <a:tc>
                  <a:txBody>
                    <a:bodyPr/>
                    <a:lstStyle/>
                    <a:p>
                      <a:r>
                        <a:rPr lang="en-US" sz="2400" b="1" dirty="0">
                          <a:latin typeface="+mj-lt"/>
                        </a:rPr>
                        <a:t>High</a:t>
                      </a:r>
                    </a:p>
                  </a:txBody>
                  <a:tcPr/>
                </a:tc>
                <a:extLst>
                  <a:ext uri="{0D108BD9-81ED-4DB2-BD59-A6C34878D82A}">
                    <a16:rowId xmlns:a16="http://schemas.microsoft.com/office/drawing/2014/main" val="10003"/>
                  </a:ext>
                </a:extLst>
              </a:tr>
              <a:tr h="841147">
                <a:tc>
                  <a:txBody>
                    <a:bodyPr/>
                    <a:lstStyle/>
                    <a:p>
                      <a:endParaRPr lang="en-US" sz="2400" b="1" dirty="0">
                        <a:latin typeface="+mj-lt"/>
                      </a:endParaRPr>
                    </a:p>
                  </a:txBody>
                  <a:tcPr/>
                </a:tc>
                <a:tc>
                  <a:txBody>
                    <a:bodyPr/>
                    <a:lstStyle/>
                    <a:p>
                      <a:pPr algn="ctr"/>
                      <a:r>
                        <a:rPr lang="en-US" sz="2400" b="1" dirty="0">
                          <a:latin typeface="+mj-lt"/>
                        </a:rPr>
                        <a:t>3</a:t>
                      </a:r>
                    </a:p>
                  </a:txBody>
                  <a:tcPr/>
                </a:tc>
                <a:tc>
                  <a:txBody>
                    <a:bodyPr/>
                    <a:lstStyle/>
                    <a:p>
                      <a:r>
                        <a:rPr lang="en-US" sz="2400" b="1" dirty="0">
                          <a:latin typeface="+mj-lt"/>
                        </a:rPr>
                        <a:t>5</a:t>
                      </a:r>
                    </a:p>
                  </a:txBody>
                  <a:tcPr/>
                </a:tc>
                <a:tc>
                  <a:txBody>
                    <a:bodyPr/>
                    <a:lstStyle/>
                    <a:p>
                      <a:r>
                        <a:rPr lang="en-US" sz="2400" b="1" dirty="0">
                          <a:latin typeface="+mj-lt"/>
                        </a:rPr>
                        <a:t>High</a:t>
                      </a:r>
                    </a:p>
                  </a:txBody>
                  <a:tcPr/>
                </a:tc>
                <a:tc>
                  <a:txBody>
                    <a:bodyPr/>
                    <a:lstStyle/>
                    <a:p>
                      <a:r>
                        <a:rPr lang="en-US" sz="2400" b="1" dirty="0">
                          <a:latin typeface="+mj-lt"/>
                        </a:rPr>
                        <a:t>5</a:t>
                      </a:r>
                    </a:p>
                  </a:txBody>
                  <a:tcPr/>
                </a:tc>
                <a:tc>
                  <a:txBody>
                    <a:bodyPr/>
                    <a:lstStyle/>
                    <a:p>
                      <a:r>
                        <a:rPr lang="en-US" sz="2400" b="1" dirty="0">
                          <a:latin typeface="+mj-lt"/>
                        </a:rPr>
                        <a:t>High</a:t>
                      </a:r>
                    </a:p>
                  </a:txBody>
                  <a:tcPr/>
                </a:tc>
                <a:extLst>
                  <a:ext uri="{0D108BD9-81ED-4DB2-BD59-A6C34878D82A}">
                    <a16:rowId xmlns:a16="http://schemas.microsoft.com/office/drawing/2014/main" val="10004"/>
                  </a:ext>
                </a:extLst>
              </a:tr>
            </a:tbl>
          </a:graphicData>
        </a:graphic>
      </p:graphicFrame>
      <p:sp>
        <p:nvSpPr>
          <p:cNvPr id="4" name="Date Placeholder 3"/>
          <p:cNvSpPr>
            <a:spLocks noGrp="1"/>
          </p:cNvSpPr>
          <p:nvPr>
            <p:ph type="dt" sz="half" idx="10"/>
          </p:nvPr>
        </p:nvSpPr>
        <p:spPr/>
        <p:txBody>
          <a:bodyPr/>
          <a:lstStyle/>
          <a:p>
            <a:fld id="{614C3141-E793-4EBD-8EC3-BDC0F2E4BC30}" type="datetime1">
              <a:rPr lang="en-US" smtClean="0"/>
              <a:t>7/22/2025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dirty="0"/>
          </a:p>
        </p:txBody>
      </p:sp>
      <p:sp>
        <p:nvSpPr>
          <p:cNvPr id="7"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cs typeface="Times New Roman" pitchFamily="18" charset="0"/>
              </a:rPr>
              <a:t>CO-PO and PSO Mapping</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11353800" cy="4525963"/>
          </a:xfrm>
        </p:spPr>
        <p:txBody>
          <a:bodyPr>
            <a:normAutofit/>
          </a:bodyPr>
          <a:lstStyle/>
          <a:p>
            <a:pPr algn="just">
              <a:buFont typeface="Wingdings" panose="05000000000000000000" pitchFamily="2" charset="2"/>
              <a:buChar char="Ø"/>
            </a:pPr>
            <a:r>
              <a:rPr lang="en-US" sz="2000" dirty="0">
                <a:cs typeface="Arial" panose="020B0604020202020204" pitchFamily="34" charset="0"/>
              </a:rPr>
              <a:t>Overall we learn following aspects in previous Unit 2: </a:t>
            </a:r>
          </a:p>
          <a:p>
            <a:pPr algn="just">
              <a:buFont typeface="Wingdings" panose="05000000000000000000" pitchFamily="2" charset="2"/>
              <a:buChar char="Ø"/>
            </a:pPr>
            <a:r>
              <a:rPr lang="en-US" sz="2000" dirty="0">
                <a:cs typeface="Arial" panose="020B0604020202020204" pitchFamily="34" charset="0"/>
              </a:rPr>
              <a:t>Rules of journal entries</a:t>
            </a:r>
          </a:p>
          <a:p>
            <a:pPr algn="just">
              <a:buFont typeface="Wingdings" panose="05000000000000000000" pitchFamily="2" charset="2"/>
              <a:buChar char="Ø"/>
            </a:pPr>
            <a:r>
              <a:rPr lang="en-US" sz="2000" dirty="0">
                <a:cs typeface="Arial" panose="020B0604020202020204" pitchFamily="34" charset="0"/>
              </a:rPr>
              <a:t>Ledger</a:t>
            </a:r>
          </a:p>
          <a:p>
            <a:pPr algn="just">
              <a:buFont typeface="Wingdings" panose="05000000000000000000" pitchFamily="2" charset="2"/>
              <a:buChar char="Ø"/>
            </a:pPr>
            <a:r>
              <a:rPr lang="en-US" sz="2000" dirty="0">
                <a:cs typeface="Arial" panose="020B0604020202020204" pitchFamily="34" charset="0"/>
              </a:rPr>
              <a:t>Financial statement</a:t>
            </a:r>
          </a:p>
          <a:p>
            <a:pPr algn="just">
              <a:buFont typeface="Wingdings" panose="05000000000000000000" pitchFamily="2" charset="2"/>
              <a:buChar char="Ø"/>
            </a:pPr>
            <a:endParaRPr lang="en-US" sz="2000" dirty="0">
              <a:cs typeface="Arial"/>
            </a:endParaRPr>
          </a:p>
        </p:txBody>
      </p:sp>
      <p:sp>
        <p:nvSpPr>
          <p:cNvPr id="6" name="Date Placeholder 5"/>
          <p:cNvSpPr>
            <a:spLocks noGrp="1"/>
          </p:cNvSpPr>
          <p:nvPr>
            <p:ph type="dt" sz="half" idx="10"/>
          </p:nvPr>
        </p:nvSpPr>
        <p:spPr/>
        <p:txBody>
          <a:bodyPr/>
          <a:lstStyle/>
          <a:p>
            <a:fld id="{2B9BD30A-7B92-41FF-BA60-3EDEDA3EBD3F}"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16</a:t>
            </a:fld>
            <a:endParaRPr lang="en-US"/>
          </a:p>
        </p:txBody>
      </p:sp>
      <p:sp>
        <p:nvSpPr>
          <p:cNvPr id="8"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Recap</a:t>
            </a:r>
          </a:p>
        </p:txBody>
      </p:sp>
      <p:sp>
        <p:nvSpPr>
          <p:cNvPr id="10" name="Footer Placeholder 9"/>
          <p:cNvSpPr>
            <a:spLocks noGrp="1"/>
          </p:cNvSpPr>
          <p:nvPr>
            <p:ph type="ftr" sz="quarter" idx="11"/>
          </p:nvPr>
        </p:nvSpPr>
        <p:spPr>
          <a:xfrm>
            <a:off x="4038600" y="6356351"/>
            <a:ext cx="5029200" cy="365125"/>
          </a:xfrm>
        </p:spPr>
        <p:txBody>
          <a:bodyPr/>
          <a:lstStyle/>
          <a:p>
            <a:r>
              <a:rPr lang="en-US"/>
              <a:t>Ms. Garima Singhal         AOE0770      Finance For Engineers                  Unit II</a:t>
            </a:r>
            <a:endParaRPr lang="en-US" dirty="0"/>
          </a:p>
        </p:txBody>
      </p:sp>
    </p:spTree>
    <p:extLst>
      <p:ext uri="{BB962C8B-B14F-4D97-AF65-F5344CB8AC3E}">
        <p14:creationId xmlns:p14="http://schemas.microsoft.com/office/powerpoint/2010/main" val="1719219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70832"/>
            <a:ext cx="11811000" cy="5429967"/>
          </a:xfrm>
        </p:spPr>
        <p:txBody>
          <a:bodyPr>
            <a:normAutofit fontScale="92500"/>
          </a:bodyPr>
          <a:lstStyle/>
          <a:p>
            <a:pPr algn="just"/>
            <a:r>
              <a:rPr lang="en-US" sz="2000" dirty="0">
                <a:cs typeface="Arial"/>
              </a:rPr>
              <a:t>Financial statements provide the fundamental information we use to analyse and answer valuation questions. It is important, therefore, that we understand the principles governing these statements by looking at four questions:</a:t>
            </a:r>
          </a:p>
          <a:p>
            <a:pPr algn="just"/>
            <a:r>
              <a:rPr lang="en-US" sz="2000" dirty="0">
                <a:cs typeface="Arial"/>
              </a:rPr>
              <a:t>•	How valuable are the assets of a firm? A firm’s assets can come in several forms – assets with long lives, such as land and buildings; assets with shorter lives, such as inventory; and intangible assets that still produce revenues, such as patents and trademarks.</a:t>
            </a:r>
          </a:p>
          <a:p>
            <a:pPr algn="just"/>
            <a:r>
              <a:rPr lang="en-US" sz="2000" dirty="0">
                <a:cs typeface="Arial"/>
              </a:rPr>
              <a:t>•	How did the firm raise the funds to finance these assets? In acquiring these assets, firms</a:t>
            </a:r>
          </a:p>
          <a:p>
            <a:pPr algn="just"/>
            <a:r>
              <a:rPr lang="en-US" sz="2000" dirty="0">
                <a:cs typeface="Arial"/>
              </a:rPr>
              <a:t>can use the funds of the owners (equity) or borrowed money (debt), and the mix is likely to change as the assets age.</a:t>
            </a:r>
          </a:p>
          <a:p>
            <a:pPr algn="just"/>
            <a:r>
              <a:rPr lang="en-US" sz="2000" dirty="0">
                <a:cs typeface="Arial"/>
              </a:rPr>
              <a:t>•	How profitable are these assets? A good investment, we argued, makes a return greater than the hurdle rate. To evaluate whether the investments that a firm has already made are good investments, we need to estimate what returns we are making on these investments.</a:t>
            </a:r>
          </a:p>
          <a:p>
            <a:pPr algn="just"/>
            <a:r>
              <a:rPr lang="en-US" sz="2000" dirty="0">
                <a:cs typeface="Arial"/>
              </a:rPr>
              <a:t>•	How much uncertainty (or risk) is embedded in these assets? While we have not directly</a:t>
            </a:r>
          </a:p>
          <a:p>
            <a:pPr algn="just"/>
            <a:r>
              <a:rPr lang="en-US" sz="2000" dirty="0">
                <a:cs typeface="Arial"/>
              </a:rPr>
              <a:t>confronted the issue of risk, yet estimating the uncertainty in existing investments and the implications for a firm is clearly a first step.</a:t>
            </a:r>
          </a:p>
          <a:p>
            <a:pPr algn="just"/>
            <a:r>
              <a:rPr lang="en-US" sz="2000" dirty="0">
                <a:cs typeface="Arial"/>
              </a:rPr>
              <a:t>We will look at how accountants answer these questions and why the answers might be different when doing valuation. Some of these differences can be traced to the differences in objectives—accountants try to measure a firm’s current standing and immediate past performance, whereas valuation is much more forward-looking.</a:t>
            </a:r>
          </a:p>
        </p:txBody>
      </p:sp>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17</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Financial Statements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70832"/>
            <a:ext cx="11811000" cy="5429967"/>
          </a:xfrm>
        </p:spPr>
        <p:txBody>
          <a:bodyPr>
            <a:normAutofit/>
          </a:bodyPr>
          <a:lstStyle/>
          <a:p>
            <a:pPr algn="just">
              <a:buFont typeface="Wingdings" panose="05000000000000000000" pitchFamily="2" charset="2"/>
              <a:buChar char="Ø"/>
            </a:pPr>
            <a:r>
              <a:rPr lang="en-US" sz="2000" dirty="0">
                <a:cs typeface="Arial"/>
              </a:rPr>
              <a:t>There are three basic accounting statements that summarize information about a firm. The first is </a:t>
            </a:r>
            <a:r>
              <a:rPr lang="en-US" sz="2400" b="1" dirty="0">
                <a:cs typeface="Arial"/>
              </a:rPr>
              <a:t>the balance sheet</a:t>
            </a:r>
            <a:r>
              <a:rPr lang="en-US" sz="2000" dirty="0">
                <a:cs typeface="Arial"/>
              </a:rPr>
              <a:t>, which summarizes the assets owned by a firm, the value of these assets and the mix of financing, debt and equity, used to finance these assets at a point in time.</a:t>
            </a:r>
          </a:p>
          <a:p>
            <a:pPr algn="just">
              <a:buFont typeface="Wingdings" panose="05000000000000000000" pitchFamily="2" charset="2"/>
              <a:buChar char="Ø"/>
            </a:pPr>
            <a:endParaRPr lang="en-US" sz="2000" dirty="0">
              <a:cs typeface="Arial"/>
            </a:endParaRPr>
          </a:p>
        </p:txBody>
      </p:sp>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The Basic Accounting Statements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9" name="Picture 8">
            <a:extLst>
              <a:ext uri="{FF2B5EF4-FFF2-40B4-BE49-F238E27FC236}">
                <a16:creationId xmlns:a16="http://schemas.microsoft.com/office/drawing/2014/main" id="{83F990BF-91AC-BE6D-C7C1-2690A879A870}"/>
              </a:ext>
            </a:extLst>
          </p:cNvPr>
          <p:cNvPicPr>
            <a:picLocks noChangeAspect="1"/>
          </p:cNvPicPr>
          <p:nvPr/>
        </p:nvPicPr>
        <p:blipFill>
          <a:blip r:embed="rId3"/>
          <a:stretch>
            <a:fillRect/>
          </a:stretch>
        </p:blipFill>
        <p:spPr>
          <a:xfrm>
            <a:off x="1637704" y="2286000"/>
            <a:ext cx="8535591" cy="3248478"/>
          </a:xfrm>
          <a:prstGeom prst="rect">
            <a:avLst/>
          </a:prstGeom>
        </p:spPr>
      </p:pic>
    </p:spTree>
    <p:extLst>
      <p:ext uri="{BB962C8B-B14F-4D97-AF65-F5344CB8AC3E}">
        <p14:creationId xmlns:p14="http://schemas.microsoft.com/office/powerpoint/2010/main" val="2325143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70832"/>
            <a:ext cx="4343400" cy="5429967"/>
          </a:xfrm>
        </p:spPr>
        <p:txBody>
          <a:bodyPr>
            <a:normAutofit/>
          </a:bodyPr>
          <a:lstStyle/>
          <a:p>
            <a:pPr algn="just">
              <a:buFont typeface="Wingdings" panose="05000000000000000000" pitchFamily="2" charset="2"/>
              <a:buChar char="Ø"/>
            </a:pPr>
            <a:r>
              <a:rPr lang="en-US" sz="2000" dirty="0">
                <a:cs typeface="Arial"/>
              </a:rPr>
              <a:t>The next is the </a:t>
            </a:r>
            <a:r>
              <a:rPr lang="en-US" sz="2400" b="1" dirty="0">
                <a:cs typeface="Arial"/>
              </a:rPr>
              <a:t>income statement</a:t>
            </a:r>
            <a:r>
              <a:rPr lang="en-US" sz="2000" dirty="0">
                <a:cs typeface="Arial"/>
              </a:rPr>
              <a:t>, shown in Figure 2, which provides information on the revenues and expenses of the firm, and the resulting income made by the firm, during a period. The period can be a quarter (if it is a quarterly income statement) or a year (if it is an annual report).</a:t>
            </a:r>
          </a:p>
        </p:txBody>
      </p:sp>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The Basic Accounting Statements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4" name="Picture 3">
            <a:extLst>
              <a:ext uri="{FF2B5EF4-FFF2-40B4-BE49-F238E27FC236}">
                <a16:creationId xmlns:a16="http://schemas.microsoft.com/office/drawing/2014/main" id="{6574AFC7-F591-ED3A-6433-855616D13106}"/>
              </a:ext>
            </a:extLst>
          </p:cNvPr>
          <p:cNvPicPr>
            <a:picLocks noChangeAspect="1"/>
          </p:cNvPicPr>
          <p:nvPr/>
        </p:nvPicPr>
        <p:blipFill>
          <a:blip r:embed="rId3"/>
          <a:stretch>
            <a:fillRect/>
          </a:stretch>
        </p:blipFill>
        <p:spPr>
          <a:xfrm>
            <a:off x="5562600" y="809586"/>
            <a:ext cx="5867400" cy="5261733"/>
          </a:xfrm>
          <a:prstGeom prst="rect">
            <a:avLst/>
          </a:prstGeom>
        </p:spPr>
      </p:pic>
    </p:spTree>
    <p:extLst>
      <p:ext uri="{BB962C8B-B14F-4D97-AF65-F5344CB8AC3E}">
        <p14:creationId xmlns:p14="http://schemas.microsoft.com/office/powerpoint/2010/main" val="3585430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70832"/>
            <a:ext cx="4495800" cy="5429967"/>
          </a:xfrm>
        </p:spPr>
        <p:txBody>
          <a:bodyPr>
            <a:normAutofit/>
          </a:bodyPr>
          <a:lstStyle/>
          <a:p>
            <a:pPr algn="just">
              <a:buFont typeface="Wingdings" panose="05000000000000000000" pitchFamily="2" charset="2"/>
              <a:buChar char="Ø"/>
            </a:pPr>
            <a:r>
              <a:rPr lang="en-US" sz="2000" dirty="0">
                <a:cs typeface="Arial"/>
              </a:rPr>
              <a:t>Finally, there is the </a:t>
            </a:r>
            <a:r>
              <a:rPr lang="en-US" sz="2400" b="1" dirty="0">
                <a:cs typeface="Arial"/>
              </a:rPr>
              <a:t>statement of cash flows,</a:t>
            </a:r>
            <a:r>
              <a:rPr lang="en-US" sz="2000" dirty="0">
                <a:cs typeface="Arial"/>
              </a:rPr>
              <a:t> shown in figure 3, which specifies the sources and uses of cash of the firm from operating, investing and financing activities, during a period.</a:t>
            </a:r>
          </a:p>
        </p:txBody>
      </p:sp>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The Basic Accounting Statements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4" name="Picture 3">
            <a:extLst>
              <a:ext uri="{FF2B5EF4-FFF2-40B4-BE49-F238E27FC236}">
                <a16:creationId xmlns:a16="http://schemas.microsoft.com/office/drawing/2014/main" id="{AD62A107-8477-E318-D4F1-F7DD48B48FDA}"/>
              </a:ext>
            </a:extLst>
          </p:cNvPr>
          <p:cNvPicPr>
            <a:picLocks noChangeAspect="1"/>
          </p:cNvPicPr>
          <p:nvPr/>
        </p:nvPicPr>
        <p:blipFill>
          <a:blip r:embed="rId3"/>
          <a:stretch>
            <a:fillRect/>
          </a:stretch>
        </p:blipFill>
        <p:spPr>
          <a:xfrm>
            <a:off x="4800600" y="1087098"/>
            <a:ext cx="6925642" cy="4867954"/>
          </a:xfrm>
          <a:prstGeom prst="rect">
            <a:avLst/>
          </a:prstGeom>
        </p:spPr>
      </p:pic>
    </p:spTree>
    <p:extLst>
      <p:ext uri="{BB962C8B-B14F-4D97-AF65-F5344CB8AC3E}">
        <p14:creationId xmlns:p14="http://schemas.microsoft.com/office/powerpoint/2010/main" val="3324604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70833"/>
            <a:ext cx="11811000" cy="5105400"/>
          </a:xfrm>
        </p:spPr>
        <p:txBody>
          <a:bodyPr>
            <a:normAutofit/>
          </a:bodyPr>
          <a:lstStyle/>
          <a:p>
            <a:pPr algn="just"/>
            <a:r>
              <a:rPr lang="en-US" sz="2000" dirty="0"/>
              <a:t>Financial ratios are created using numerical values taken from financial statements to gain meaningful information about a company. The numbers found on a company’s financial statements – balance sheet, income statement, and cash flow statement – are used to perform quantitative analysis and assess a company’s liquidity, leverage, growth, margins, profitability, rates of return, valuation, and more.</a:t>
            </a:r>
          </a:p>
          <a:p>
            <a:pPr algn="just"/>
            <a:r>
              <a:rPr lang="en-US" sz="2000" dirty="0"/>
              <a:t>It is a comparative analysis between two factors.</a:t>
            </a:r>
          </a:p>
          <a:p>
            <a:pPr algn="just"/>
            <a:r>
              <a:rPr lang="en-US" sz="2000" dirty="0"/>
              <a:t>Business performance can be measured by the use of ratios.</a:t>
            </a:r>
          </a:p>
          <a:p>
            <a:pPr algn="just"/>
            <a:endParaRPr lang="en-US" sz="2400" dirty="0">
              <a:latin typeface="Arial"/>
              <a:cs typeface="Arial"/>
            </a:endParaRPr>
          </a:p>
        </p:txBody>
      </p:sp>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rPr>
              <a:t>What are Financial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Tree>
    <p:extLst>
      <p:ext uri="{BB962C8B-B14F-4D97-AF65-F5344CB8AC3E}">
        <p14:creationId xmlns:p14="http://schemas.microsoft.com/office/powerpoint/2010/main" val="4227760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6F1328-5046-4BE5-A2AD-F487AAA64D1E}"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22</a:t>
            </a:fld>
            <a:endParaRPr lang="en-US"/>
          </a:p>
        </p:txBody>
      </p:sp>
      <p:sp>
        <p:nvSpPr>
          <p:cNvPr id="8" name="Title 1"/>
          <p:cNvSpPr txBox="1">
            <a:spLocks/>
          </p:cNvSpPr>
          <p:nvPr/>
        </p:nvSpPr>
        <p:spPr>
          <a:xfrm>
            <a:off x="2057400" y="2"/>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mj-lt"/>
              </a:rPr>
              <a:t> How a Ratio is expressed?</a:t>
            </a:r>
          </a:p>
        </p:txBody>
      </p:sp>
      <p:sp>
        <p:nvSpPr>
          <p:cNvPr id="12" name="Content Placeholder 11"/>
          <p:cNvSpPr>
            <a:spLocks noGrp="1"/>
          </p:cNvSpPr>
          <p:nvPr>
            <p:ph idx="1"/>
          </p:nvPr>
        </p:nvSpPr>
        <p:spPr>
          <a:xfrm>
            <a:off x="381000" y="1066800"/>
            <a:ext cx="11430000" cy="5181600"/>
          </a:xfrm>
        </p:spPr>
        <p:txBody>
          <a:bodyPr>
            <a:normAutofit/>
          </a:bodyPr>
          <a:lstStyle/>
          <a:p>
            <a:pPr marL="274320" indent="-274320" algn="just">
              <a:buFont typeface="Wingdings 2"/>
              <a:buChar char=""/>
              <a:defRPr/>
            </a:pPr>
            <a:r>
              <a:rPr lang="en-US" sz="2400" b="1" dirty="0"/>
              <a:t>As Percentage  </a:t>
            </a:r>
            <a:r>
              <a:rPr lang="en-US" sz="2400" dirty="0"/>
              <a:t>-  </a:t>
            </a:r>
            <a:r>
              <a:rPr lang="en-US" sz="2000" dirty="0"/>
              <a:t>such as 25% or 50% . For example if net profit is Rs.25,000/- and the sales is Rs.1,00,000/- then the net profit can be said to be 25% of the sales.</a:t>
            </a:r>
          </a:p>
          <a:p>
            <a:pPr marL="274320" indent="-274320" algn="just">
              <a:buFont typeface="Wingdings 2"/>
              <a:buChar char=""/>
              <a:defRPr/>
            </a:pPr>
            <a:r>
              <a:rPr lang="en-US" sz="2000" b="1" dirty="0"/>
              <a:t>As Proportion    - </a:t>
            </a:r>
            <a:r>
              <a:rPr lang="en-US" sz="2000" dirty="0"/>
              <a:t>The above figures may be expressed in terms of the relationship between net profit to sales as 1 : 4. </a:t>
            </a:r>
          </a:p>
          <a:p>
            <a:pPr marL="274320" indent="-274320" algn="just">
              <a:buFont typeface="Wingdings 2"/>
              <a:buChar char=""/>
              <a:defRPr/>
            </a:pPr>
            <a:r>
              <a:rPr lang="en-US" sz="2000" b="1" dirty="0"/>
              <a:t>As Pure Number /Times  - </a:t>
            </a:r>
            <a:r>
              <a:rPr lang="en-US" sz="2000" dirty="0"/>
              <a:t>The same can also be expressed in an alternatively way such as the sale is 4 times of the net profit or profit is 1/4</a:t>
            </a:r>
            <a:r>
              <a:rPr lang="en-US" sz="2000" baseline="30000" dirty="0"/>
              <a:t>th</a:t>
            </a:r>
            <a:r>
              <a:rPr lang="en-US" sz="2000" dirty="0"/>
              <a:t> of the sales.</a:t>
            </a:r>
            <a:endParaRPr lang="en-US" sz="2000" b="1" dirty="0"/>
          </a:p>
          <a:p>
            <a:pPr marL="114300" indent="0" algn="just"/>
            <a:endParaRPr lang="en-IN" sz="2400" b="1" dirty="0"/>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0"/>
            <a:ext cx="11734800" cy="5334000"/>
          </a:xfrm>
        </p:spPr>
        <p:txBody>
          <a:bodyPr>
            <a:normAutofit/>
          </a:bodyPr>
          <a:lstStyle/>
          <a:p>
            <a:pPr marL="137160" indent="0" algn="just"/>
            <a:r>
              <a:rPr lang="en-IN" sz="2600" b="1" dirty="0"/>
              <a:t> </a:t>
            </a:r>
            <a:r>
              <a:rPr lang="en-US" sz="2600" b="1" dirty="0"/>
              <a:t>Four Ways to Analyze Ratio </a:t>
            </a:r>
          </a:p>
          <a:p>
            <a:pPr marL="137160" indent="0" algn="just"/>
            <a:r>
              <a:rPr lang="en-US" sz="2000" dirty="0"/>
              <a:t> </a:t>
            </a:r>
            <a:r>
              <a:rPr lang="en-US" sz="2000" b="1" dirty="0"/>
              <a:t>Trend Analysis</a:t>
            </a:r>
          </a:p>
          <a:p>
            <a:pPr marL="137160" indent="0" algn="just"/>
            <a:r>
              <a:rPr lang="en-US" sz="2000" dirty="0"/>
              <a:t> It helps you analyze the movement of the variables compared.</a:t>
            </a:r>
          </a:p>
          <a:p>
            <a:pPr marL="137160" indent="0" algn="just"/>
            <a:r>
              <a:rPr lang="en-US" sz="2000" b="1" dirty="0"/>
              <a:t>Comparative Analysis</a:t>
            </a:r>
          </a:p>
          <a:p>
            <a:pPr marL="137160" indent="0" algn="just"/>
            <a:r>
              <a:rPr lang="en-US" sz="2000" dirty="0"/>
              <a:t>This helps to make comparisons of two companies of </a:t>
            </a:r>
          </a:p>
          <a:p>
            <a:pPr marL="137160" indent="0" algn="just"/>
            <a:r>
              <a:rPr lang="en-US" sz="2000" b="1" dirty="0"/>
              <a:t>Individual Analysis.</a:t>
            </a:r>
          </a:p>
          <a:p>
            <a:pPr marL="137160" indent="0" algn="just"/>
            <a:r>
              <a:rPr lang="en-US" sz="2000" dirty="0"/>
              <a:t>It helps you look into the persistent record of a particular.</a:t>
            </a:r>
          </a:p>
          <a:p>
            <a:pPr marL="137160" indent="0" algn="just"/>
            <a:r>
              <a:rPr lang="en-US" sz="2000" b="1" dirty="0"/>
              <a:t>Group Ratio Analysis</a:t>
            </a:r>
          </a:p>
          <a:p>
            <a:pPr marL="137160" indent="0" algn="just"/>
            <a:r>
              <a:rPr lang="en-US" sz="2000" dirty="0"/>
              <a:t>It helps the firm to determine the group of compared ratios of a across years.</a:t>
            </a:r>
            <a:endParaRPr lang="en-IN" sz="2000" dirty="0"/>
          </a:p>
          <a:p>
            <a:pPr marL="114300" indent="0">
              <a:buNone/>
            </a:pPr>
            <a:endParaRPr lang="en-IN" sz="2400" b="1" dirty="0"/>
          </a:p>
          <a:p>
            <a:pPr>
              <a:buNone/>
            </a:pPr>
            <a:endParaRPr lang="en-US" sz="1800" dirty="0">
              <a:latin typeface="Arial"/>
              <a:cs typeface="Arial"/>
            </a:endParaRPr>
          </a:p>
          <a:p>
            <a:endParaRPr lang="en-US" sz="2200" spc="-5" dirty="0"/>
          </a:p>
          <a:p>
            <a:endParaRPr lang="en-US" sz="2200" dirty="0"/>
          </a:p>
        </p:txBody>
      </p:sp>
      <p:sp>
        <p:nvSpPr>
          <p:cNvPr id="4" name="Date Placeholder 3"/>
          <p:cNvSpPr>
            <a:spLocks noGrp="1"/>
          </p:cNvSpPr>
          <p:nvPr>
            <p:ph type="dt" sz="half" idx="10"/>
          </p:nvPr>
        </p:nvSpPr>
        <p:spPr/>
        <p:txBody>
          <a:bodyPr/>
          <a:lstStyle/>
          <a:p>
            <a:fld id="{DADAA46F-C731-4371-AD0D-304CCA0D085B}"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8" name="Title 1"/>
          <p:cNvSpPr txBox="1">
            <a:spLocks noGrp="1"/>
          </p:cNvSpPr>
          <p:nvPr>
            <p:ph type="title"/>
          </p:nvPr>
        </p:nvSpPr>
        <p:spPr>
          <a:xfrm>
            <a:off x="2209800" y="0"/>
            <a:ext cx="9982200" cy="609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137160"/>
            <a:r>
              <a:rPr lang="en-IN" sz="3000" dirty="0">
                <a:latin typeface="+mj-lt"/>
              </a:rPr>
              <a:t> </a:t>
            </a:r>
            <a:r>
              <a:rPr lang="en-US" sz="3000" dirty="0">
                <a:latin typeface="+mj-lt"/>
              </a:rPr>
              <a:t>Four Ways to Analyze Ratio </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11811000" cy="5334000"/>
          </a:xfrm>
        </p:spPr>
        <p:txBody>
          <a:bodyPr>
            <a:normAutofit/>
          </a:bodyPr>
          <a:lstStyle/>
          <a:p>
            <a:pPr marL="457200" algn="just">
              <a:buFont typeface="Wingdings" panose="05000000000000000000" pitchFamily="2" charset="2"/>
              <a:buChar char="Ø"/>
            </a:pPr>
            <a:r>
              <a:rPr lang="en-US" sz="2400" dirty="0"/>
              <a:t>It depends on the past data which in itself serves as a limiting factor. </a:t>
            </a:r>
          </a:p>
          <a:p>
            <a:pPr marL="457200" algn="just">
              <a:buFont typeface="Wingdings" panose="05000000000000000000" pitchFamily="2" charset="2"/>
              <a:buChar char="Ø"/>
            </a:pPr>
            <a:r>
              <a:rPr lang="en-US" sz="2400" dirty="0"/>
              <a:t>It may not represent the correct picture of the business. </a:t>
            </a:r>
          </a:p>
          <a:p>
            <a:pPr marL="457200" algn="just">
              <a:buFont typeface="Wingdings" panose="05000000000000000000" pitchFamily="2" charset="2"/>
              <a:buChar char="Ø"/>
            </a:pPr>
            <a:r>
              <a:rPr lang="en-US" sz="2400" dirty="0"/>
              <a:t>Only accounting information is used while analyzing and interpreting the results of ratio analysis.</a:t>
            </a:r>
          </a:p>
          <a:p>
            <a:pPr marL="457200" algn="just">
              <a:buFont typeface="Wingdings" panose="05000000000000000000" pitchFamily="2" charset="2"/>
              <a:buChar char="Ø"/>
            </a:pPr>
            <a:r>
              <a:rPr lang="en-US" sz="2400" dirty="0"/>
              <a:t>In taking corrective actions, the management might concentrate more on improving the ratio over the years rather than solving the major reason behind such an adverse condition.</a:t>
            </a:r>
          </a:p>
        </p:txBody>
      </p:sp>
      <p:sp>
        <p:nvSpPr>
          <p:cNvPr id="4" name="Date Placeholder 3"/>
          <p:cNvSpPr>
            <a:spLocks noGrp="1"/>
          </p:cNvSpPr>
          <p:nvPr>
            <p:ph type="dt" sz="half" idx="10"/>
          </p:nvPr>
        </p:nvSpPr>
        <p:spPr/>
        <p:txBody>
          <a:bodyPr/>
          <a:lstStyle/>
          <a:p>
            <a:fld id="{3487C0F8-D2AD-4B94-A44D-5726B3C77979}"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dirty="0"/>
          </a:p>
        </p:txBody>
      </p:sp>
      <p:sp>
        <p:nvSpPr>
          <p:cNvPr id="8" name="Title 1"/>
          <p:cNvSpPr txBox="1">
            <a:spLocks/>
          </p:cNvSpPr>
          <p:nvPr/>
        </p:nvSpPr>
        <p:spPr>
          <a:xfrm>
            <a:off x="2209800" y="2"/>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114300" algn="ctr"/>
            <a:r>
              <a:rPr lang="en-US" sz="3000" dirty="0">
                <a:latin typeface="+mj-lt"/>
              </a:rPr>
              <a:t>Limitations of Ratio Analysis </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18C9639-FB9F-4BF4-B796-B8CD17E8B66B}"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
        <p:nvSpPr>
          <p:cNvPr id="8"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rPr>
              <a:t>Some important notes </a:t>
            </a:r>
          </a:p>
        </p:txBody>
      </p:sp>
      <p:sp>
        <p:nvSpPr>
          <p:cNvPr id="9" name="Content Placeholder 8"/>
          <p:cNvSpPr>
            <a:spLocks noGrp="1"/>
          </p:cNvSpPr>
          <p:nvPr>
            <p:ph idx="1"/>
          </p:nvPr>
        </p:nvSpPr>
        <p:spPr>
          <a:xfrm>
            <a:off x="457200" y="1053640"/>
            <a:ext cx="11430000" cy="5287963"/>
          </a:xfrm>
        </p:spPr>
        <p:txBody>
          <a:bodyPr>
            <a:normAutofit/>
          </a:bodyPr>
          <a:lstStyle/>
          <a:p>
            <a:pPr algn="just">
              <a:buFont typeface="Wingdings" panose="05000000000000000000" pitchFamily="2" charset="2"/>
              <a:buChar char="Ø"/>
            </a:pPr>
            <a:r>
              <a:rPr lang="en-US" sz="2400" dirty="0"/>
              <a:t>Liabilities have Credit balance, and Assets have a Debit balance</a:t>
            </a:r>
          </a:p>
          <a:p>
            <a:pPr algn="just">
              <a:buFont typeface="Wingdings" panose="05000000000000000000" pitchFamily="2" charset="2"/>
              <a:buChar char="Ø"/>
            </a:pPr>
            <a:r>
              <a:rPr lang="en-US" sz="2400" dirty="0"/>
              <a:t>Current Liabilities are those which have either become due for payment or shall fall due for payment within 12 months from the date of Balance Sheet</a:t>
            </a:r>
          </a:p>
          <a:p>
            <a:pPr algn="just">
              <a:buFont typeface="Wingdings" panose="05000000000000000000" pitchFamily="2" charset="2"/>
              <a:buChar char="Ø"/>
            </a:pPr>
            <a:r>
              <a:rPr lang="en-US" sz="2400" dirty="0"/>
              <a:t>Current Assets undergo a change in their shape/form within 12 months. These are also called Working Capital or Gross Working Capital</a:t>
            </a:r>
          </a:p>
          <a:p>
            <a:pPr algn="just">
              <a:buFont typeface="Wingdings" panose="05000000000000000000" pitchFamily="2" charset="2"/>
              <a:buChar char="Ø"/>
            </a:pPr>
            <a:r>
              <a:rPr lang="en-US" sz="2400" dirty="0"/>
              <a:t>Net Worth &amp; Long Term Liabilities are also called </a:t>
            </a:r>
            <a:r>
              <a:rPr lang="en-US" sz="2400" b="1" i="1" u="sng" dirty="0"/>
              <a:t>Long Term Sources of Funds</a:t>
            </a:r>
          </a:p>
          <a:p>
            <a:pPr algn="just">
              <a:buFont typeface="Wingdings" panose="05000000000000000000" pitchFamily="2" charset="2"/>
              <a:buChar char="Ø"/>
            </a:pPr>
            <a:r>
              <a:rPr lang="en-US" sz="2400" dirty="0"/>
              <a:t>Current Liabilities are known as </a:t>
            </a:r>
            <a:r>
              <a:rPr lang="en-US" sz="2400" b="1" i="1" u="sng" dirty="0"/>
              <a:t>Short Term Sources of Funds</a:t>
            </a:r>
          </a:p>
          <a:p>
            <a:pPr algn="just">
              <a:buFont typeface="Wingdings" panose="05000000000000000000" pitchFamily="2" charset="2"/>
              <a:buChar char="Ø"/>
            </a:pPr>
            <a:r>
              <a:rPr lang="en-US" sz="2400" dirty="0"/>
              <a:t>Long Term Liabilities &amp; Short Term Liabilities are also called </a:t>
            </a:r>
            <a:r>
              <a:rPr lang="en-US" sz="2400" b="1" i="1" u="sng" dirty="0"/>
              <a:t>Outside Liabilities</a:t>
            </a:r>
          </a:p>
          <a:p>
            <a:pPr algn="just">
              <a:buFont typeface="Wingdings" panose="05000000000000000000" pitchFamily="2" charset="2"/>
              <a:buChar char="Ø"/>
            </a:pPr>
            <a:r>
              <a:rPr lang="en-US" sz="2400" dirty="0"/>
              <a:t>Current Assets are </a:t>
            </a:r>
            <a:r>
              <a:rPr lang="en-US" sz="2400" b="1" i="1" u="sng" dirty="0"/>
              <a:t>Short Term Use of Funds</a:t>
            </a:r>
          </a:p>
          <a:p>
            <a:pPr algn="just">
              <a:buFont typeface="Wingdings" panose="05000000000000000000" pitchFamily="2" charset="2"/>
              <a:buChar char="Ø"/>
            </a:pPr>
            <a:endParaRPr lang="en-US" sz="2800" b="1" dirty="0"/>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74750"/>
            <a:ext cx="11582400" cy="5364163"/>
          </a:xfrm>
        </p:spPr>
        <p:txBody>
          <a:bodyPr>
            <a:normAutofit/>
          </a:bodyPr>
          <a:lstStyle/>
          <a:p>
            <a:pPr algn="just"/>
            <a:r>
              <a:rPr lang="en-US" sz="2200" dirty="0"/>
              <a:t>Assets other than Current Assets are </a:t>
            </a:r>
            <a:r>
              <a:rPr lang="en-US" sz="2200" b="1" i="1" u="sng" dirty="0"/>
              <a:t>Long Term Use Funds </a:t>
            </a:r>
          </a:p>
          <a:p>
            <a:pPr algn="just"/>
            <a:r>
              <a:rPr lang="en-US" sz="2200" dirty="0"/>
              <a:t>Installments of a Term Loan Payable in 12 months are to be taken as Current Liabilities only for Calculating the Current Ratio and quick Ratio.</a:t>
            </a:r>
          </a:p>
          <a:p>
            <a:pPr algn="just"/>
            <a:r>
              <a:rPr lang="en-US" sz="2200" dirty="0"/>
              <a:t>If there is </a:t>
            </a:r>
            <a:r>
              <a:rPr lang="en-US" sz="2200" b="1" dirty="0"/>
              <a:t>profit,</a:t>
            </a:r>
            <a:r>
              <a:rPr lang="en-US" sz="2200" dirty="0"/>
              <a:t> it shall become part of </a:t>
            </a:r>
            <a:r>
              <a:rPr lang="en-US" sz="2200" b="1" dirty="0"/>
              <a:t>Net Worth </a:t>
            </a:r>
            <a:r>
              <a:rPr lang="en-US" sz="2200" dirty="0"/>
              <a:t>under the head Reserves, and if there is </a:t>
            </a:r>
            <a:r>
              <a:rPr lang="en-US" sz="2200" b="1" dirty="0"/>
              <a:t>loss,</a:t>
            </a:r>
            <a:r>
              <a:rPr lang="en-US" sz="2200" dirty="0"/>
              <a:t> it will become part of </a:t>
            </a:r>
            <a:r>
              <a:rPr lang="en-US" sz="2200" b="1" dirty="0"/>
              <a:t>Intangible Assets</a:t>
            </a:r>
          </a:p>
          <a:p>
            <a:pPr algn="just"/>
            <a:r>
              <a:rPr lang="en-US" sz="2200" dirty="0"/>
              <a:t>Investments in Govt. Securities are to be treated currently only if they are marketable and due.  Investments in other securities are to be treated as </a:t>
            </a:r>
            <a:r>
              <a:rPr lang="en-US" sz="2200" b="1" dirty="0"/>
              <a:t>Current</a:t>
            </a:r>
            <a:r>
              <a:rPr lang="en-US" sz="2200" dirty="0"/>
              <a:t> if they are quoted. Investments in allied/associate/sister units or firms are to be treated as </a:t>
            </a:r>
            <a:r>
              <a:rPr lang="en-US" sz="2200" b="1" dirty="0"/>
              <a:t>Non-current.</a:t>
            </a:r>
          </a:p>
          <a:p>
            <a:pPr algn="just"/>
            <a:r>
              <a:rPr lang="en-US" sz="2200" dirty="0"/>
              <a:t>Bonus Shares as issued by the capitalisation of General reserves and, as such, do not affect the Net Worth. With the Rights Issue, change takes place in Net Worth and Current Ratio.</a:t>
            </a:r>
          </a:p>
        </p:txBody>
      </p:sp>
      <p:sp>
        <p:nvSpPr>
          <p:cNvPr id="4" name="Date Placeholder 3"/>
          <p:cNvSpPr>
            <a:spLocks noGrp="1"/>
          </p:cNvSpPr>
          <p:nvPr>
            <p:ph type="dt" sz="half" idx="10"/>
          </p:nvPr>
        </p:nvSpPr>
        <p:spPr/>
        <p:txBody>
          <a:bodyPr/>
          <a:lstStyle/>
          <a:p>
            <a:fld id="{009B428F-01EF-4023-A5E4-155009EA7F5D}"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
        <p:nvSpPr>
          <p:cNvPr id="8" name="Title 1"/>
          <p:cNvSpPr txBox="1">
            <a:spLocks/>
          </p:cNvSpPr>
          <p:nvPr/>
        </p:nvSpPr>
        <p:spPr>
          <a:xfrm>
            <a:off x="2133600" y="2"/>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rPr>
              <a:t>Some important notes </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1"/>
            <a:ext cx="11658600" cy="4525963"/>
          </a:xfrm>
        </p:spPr>
        <p:txBody>
          <a:bodyPr>
            <a:normAutofit/>
          </a:bodyPr>
          <a:lstStyle/>
          <a:p>
            <a:r>
              <a:rPr lang="en-US" sz="2600" b="1" dirty="0">
                <a:latin typeface="Times New Roman" pitchFamily="18" charset="0"/>
                <a:cs typeface="Times New Roman" pitchFamily="18" charset="0"/>
              </a:rPr>
              <a:t>We have covered the following  topics in this lecture:</a:t>
            </a:r>
          </a:p>
          <a:p>
            <a:r>
              <a:rPr lang="en-US" sz="2400" dirty="0"/>
              <a:t>Introduction &amp; Meaning of Ratio Analysis</a:t>
            </a:r>
            <a:endParaRPr lang="en-US" sz="2400" dirty="0">
              <a:latin typeface="Arial"/>
              <a:cs typeface="Arial"/>
            </a:endParaRPr>
          </a:p>
          <a:p>
            <a:r>
              <a:rPr lang="en-US" sz="2400" dirty="0"/>
              <a:t>Usefulness of Ratio Analysis</a:t>
            </a:r>
          </a:p>
          <a:p>
            <a:r>
              <a:rPr lang="en-US" sz="2400" dirty="0"/>
              <a:t>Limitations of Ratio Analysis </a:t>
            </a:r>
          </a:p>
          <a:p>
            <a:r>
              <a:rPr lang="en-US" sz="2400" dirty="0"/>
              <a:t>Classification of Ratios</a:t>
            </a:r>
            <a:endParaRPr lang="en-US" sz="2400"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B25706D7-F1E3-4060-85FF-F348BE42C59B}" type="datetime1">
              <a:rPr lang="en-US" smtClean="0"/>
              <a:t>7/22/2025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dirty="0"/>
          </a:p>
        </p:txBody>
      </p:sp>
      <p:sp>
        <p:nvSpPr>
          <p:cNvPr id="10" name="Title 1"/>
          <p:cNvSpPr txBox="1">
            <a:spLocks/>
          </p:cNvSpPr>
          <p:nvPr/>
        </p:nvSpPr>
        <p:spPr>
          <a:xfrm>
            <a:off x="2133600" y="2"/>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Summary</a:t>
            </a:r>
          </a:p>
        </p:txBody>
      </p:sp>
      <p:sp>
        <p:nvSpPr>
          <p:cNvPr id="7" name="Footer Placeholder 6"/>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Financial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1028" name="Picture 4" descr="Ratio Analysis Types | 24 Ratios | Formulas | Real Examples">
            <a:extLst>
              <a:ext uri="{FF2B5EF4-FFF2-40B4-BE49-F238E27FC236}">
                <a16:creationId xmlns:a16="http://schemas.microsoft.com/office/drawing/2014/main" id="{539C933F-8B38-3BFB-0598-FA991BD6DE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r="-1941" b="-1519"/>
          <a:stretch/>
        </p:blipFill>
        <p:spPr bwMode="auto">
          <a:xfrm>
            <a:off x="2667000" y="717755"/>
            <a:ext cx="8001000" cy="5638596"/>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Angel face with solid fill with solid fill">
            <a:extLst>
              <a:ext uri="{FF2B5EF4-FFF2-40B4-BE49-F238E27FC236}">
                <a16:creationId xmlns:a16="http://schemas.microsoft.com/office/drawing/2014/main" id="{1719262C-702D-C042-5AAE-8DE6D29768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21877" y="5822951"/>
            <a:ext cx="1524000" cy="533400"/>
          </a:xfrm>
          <a:prstGeom prst="rect">
            <a:avLst/>
          </a:prstGeom>
        </p:spPr>
      </p:pic>
    </p:spTree>
    <p:extLst>
      <p:ext uri="{BB962C8B-B14F-4D97-AF65-F5344CB8AC3E}">
        <p14:creationId xmlns:p14="http://schemas.microsoft.com/office/powerpoint/2010/main" val="21734436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Liquidity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r>
              <a:rPr lang="en-US" sz="2000" dirty="0"/>
              <a:t>Liquidity is a very critical part of a business. Liquidity is required for a business to meet its short term obligations. Liquidity ratios are a measure of the ability of a company to pay off its short-term liabilities.</a:t>
            </a:r>
          </a:p>
          <a:p>
            <a:pPr>
              <a:buFont typeface="Wingdings" panose="05000000000000000000" pitchFamily="2" charset="2"/>
              <a:buChar char="Ø"/>
            </a:pPr>
            <a:r>
              <a:rPr lang="en-US" sz="2000" dirty="0"/>
              <a:t>Liquidity ratios determine how quickly a company can convert the assets and use them for meeting the dues that arise. The higher the ratio, the easier is the ability to clear the debts and avoid defaulting on payments.</a:t>
            </a:r>
          </a:p>
          <a:p>
            <a:pPr>
              <a:buFont typeface="Wingdings" panose="05000000000000000000" pitchFamily="2" charset="2"/>
              <a:buChar char="Ø"/>
            </a:pPr>
            <a:r>
              <a:rPr lang="en-US" sz="2000" dirty="0"/>
              <a:t>This is a very important criterion that creditors check before offering short term loans to the business. An organisation which is unable to clear dues results in creating impact on the creditworthiness and also affects credit rating of the company.</a:t>
            </a:r>
          </a:p>
          <a:p>
            <a:pPr>
              <a:buFont typeface="Wingdings" panose="05000000000000000000" pitchFamily="2" charset="2"/>
              <a:buChar char="Ø"/>
            </a:pPr>
            <a:r>
              <a:rPr lang="en-US" sz="2000" dirty="0"/>
              <a:t>A liquidity ratio is a type of financial ratio used to determine a company’s ability to pay its short-term debt obligations. The metric helps determine if a company can use its current, or liquid, assets to cover its current liabilities.</a:t>
            </a:r>
          </a:p>
        </p:txBody>
      </p:sp>
    </p:spTree>
    <p:extLst>
      <p:ext uri="{BB962C8B-B14F-4D97-AF65-F5344CB8AC3E}">
        <p14:creationId xmlns:p14="http://schemas.microsoft.com/office/powerpoint/2010/main" val="28172366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Liquidity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r>
              <a:rPr lang="en-US" sz="2000" dirty="0"/>
              <a:t>Three liquidity ratios are commonly used – </a:t>
            </a:r>
            <a:r>
              <a:rPr lang="en-US" sz="2400" b="1" dirty="0"/>
              <a:t>the current ratio, quick ratio, and cash ratio</a:t>
            </a:r>
            <a:r>
              <a:rPr lang="en-US" sz="2000" dirty="0"/>
              <a:t>. In each of the liquidity ratios, the current liabilities amount is placed in the denominator of the equation, and the liquid assets amount is placed in the numerator.</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Given the structure of the ratio, with assets on top and liabilities on the bottom, ratios above 1.0 are sought after. A ratio of 1 means that a company can exactly pay off all its current liabilities with its current assets. A ratio of less than 1 (e.g., 0.75) would imply that a company is not able to satisfy its current liabilities.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A ratio greater than 1 (e.g., 2.0) would imply that a company is able to satisfy its current bills. In fact, a ratio of 2.0 means that a company can cover its current liabilities two times over. A ratio of 3.0 would mean they could cover their current liabilities three times over, and so forth.</a:t>
            </a:r>
          </a:p>
        </p:txBody>
      </p:sp>
    </p:spTree>
    <p:extLst>
      <p:ext uri="{BB962C8B-B14F-4D97-AF65-F5344CB8AC3E}">
        <p14:creationId xmlns:p14="http://schemas.microsoft.com/office/powerpoint/2010/main" val="374437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Types of Liquidity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Autofit/>
          </a:bodyPr>
          <a:lstStyle/>
          <a:p>
            <a:pPr>
              <a:buFont typeface="Wingdings" panose="05000000000000000000" pitchFamily="2" charset="2"/>
              <a:buChar char="Ø"/>
            </a:pPr>
            <a:r>
              <a:rPr lang="en-US" sz="2400" b="1" dirty="0"/>
              <a:t>1. Current Ratio</a:t>
            </a:r>
          </a:p>
          <a:p>
            <a:pPr algn="ctr">
              <a:buFont typeface="Wingdings" panose="05000000000000000000" pitchFamily="2" charset="2"/>
              <a:buChar char="Ø"/>
            </a:pPr>
            <a:r>
              <a:rPr lang="en-US" sz="2000" dirty="0"/>
              <a:t>Current Ratio = Current Assets / Current Liabilities</a:t>
            </a:r>
          </a:p>
          <a:p>
            <a:pPr>
              <a:buFont typeface="Wingdings" panose="05000000000000000000" pitchFamily="2" charset="2"/>
              <a:buChar char="Ø"/>
            </a:pPr>
            <a:r>
              <a:rPr lang="en-US" sz="2000" dirty="0"/>
              <a:t>The current ratio is the simplest liquidity ratio to calculate and interpret. Anyone can easily find the current assets and current liabilities line items on a company’s balance sheet. Divide current assets by current liabilities, and you will arrive at the current ratio.</a:t>
            </a:r>
          </a:p>
          <a:p>
            <a:pPr>
              <a:buFont typeface="Wingdings" panose="05000000000000000000" pitchFamily="2" charset="2"/>
              <a:buChar char="Ø"/>
            </a:pPr>
            <a:r>
              <a:rPr lang="en-US" sz="2400" b="1" dirty="0"/>
              <a:t>2. Quick Ratio</a:t>
            </a:r>
          </a:p>
          <a:p>
            <a:pPr algn="ctr">
              <a:buFont typeface="Wingdings" panose="05000000000000000000" pitchFamily="2" charset="2"/>
              <a:buChar char="Ø"/>
            </a:pPr>
            <a:r>
              <a:rPr lang="en-US" sz="2000" dirty="0"/>
              <a:t>Quick Ratio = (Cash + Accounts Receivables + Marketable Securities) / Current Liabilities</a:t>
            </a:r>
          </a:p>
          <a:p>
            <a:pPr>
              <a:buFont typeface="Wingdings" panose="05000000000000000000" pitchFamily="2" charset="2"/>
              <a:buChar char="Ø"/>
            </a:pPr>
            <a:r>
              <a:rPr lang="en-US" sz="2000" dirty="0"/>
              <a:t>The quick ratio is a stricter test of liquidity than the current ratio. Both are similar in the sense that current assets is the numerator, and current liabilities is the denominator. However, the quick ratio only considers certain current assets. It considers more liquid assets such as cash, accounts receivables, and marketable securities. It leaves out current assets such as inventory and prepaid expenses because the two are less liquid. So, the quick ratio is more of a true test of a company’s ability to cover its short-term obligations.</a:t>
            </a:r>
          </a:p>
        </p:txBody>
      </p:sp>
    </p:spTree>
    <p:extLst>
      <p:ext uri="{BB962C8B-B14F-4D97-AF65-F5344CB8AC3E}">
        <p14:creationId xmlns:p14="http://schemas.microsoft.com/office/powerpoint/2010/main" val="6535632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32</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Types of Liquidity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Autofit/>
          </a:bodyPr>
          <a:lstStyle/>
          <a:p>
            <a:pPr>
              <a:buFont typeface="Wingdings" panose="05000000000000000000" pitchFamily="2" charset="2"/>
              <a:buChar char="Ø"/>
            </a:pPr>
            <a:r>
              <a:rPr lang="en-US" sz="2400" b="1" dirty="0"/>
              <a:t>3. Cash Ratio</a:t>
            </a:r>
          </a:p>
          <a:p>
            <a:pPr algn="ctr">
              <a:buFont typeface="Wingdings" panose="05000000000000000000" pitchFamily="2" charset="2"/>
              <a:buChar char="Ø"/>
            </a:pPr>
            <a:r>
              <a:rPr lang="en-US" sz="2000" dirty="0"/>
              <a:t>Cash Ratio = (Cash + Marketable Securities) / Current Liabilities</a:t>
            </a:r>
          </a:p>
          <a:p>
            <a:pPr>
              <a:buFont typeface="Wingdings" panose="05000000000000000000" pitchFamily="2" charset="2"/>
              <a:buChar char="Ø"/>
            </a:pPr>
            <a:r>
              <a:rPr lang="en-US" sz="2000" dirty="0"/>
              <a:t>The cash ratio takes the test of liquidity even further. This ratio only considers a company’s most liquid assets – cash and marketable securities. They are the assets that are most readily available to a company to pay short-term obligations.</a:t>
            </a:r>
          </a:p>
          <a:p>
            <a:pPr>
              <a:buFont typeface="Wingdings" panose="05000000000000000000" pitchFamily="2" charset="2"/>
              <a:buChar char="Ø"/>
            </a:pPr>
            <a:r>
              <a:rPr lang="en-US" sz="2400" b="1" dirty="0"/>
              <a:t>4. Net Working Capital Ratio</a:t>
            </a:r>
          </a:p>
          <a:p>
            <a:pPr>
              <a:buFont typeface="Wingdings" panose="05000000000000000000" pitchFamily="2" charset="2"/>
              <a:buChar char="Ø"/>
            </a:pPr>
            <a:r>
              <a:rPr lang="en-US" sz="2000" dirty="0"/>
              <a:t>The net working capital ratio is used to determine whether a company has sufficient cash or funds to continue its operations. It is calculated by subtracting the current liabilities from the current assets.</a:t>
            </a:r>
          </a:p>
          <a:p>
            <a:pPr algn="ctr">
              <a:buFont typeface="Wingdings" panose="05000000000000000000" pitchFamily="2" charset="2"/>
              <a:buChar char="Ø"/>
            </a:pPr>
            <a:r>
              <a:rPr lang="en-US" sz="2000" dirty="0"/>
              <a:t>Net Working Capital Ratio = Current Assets – Current Liabilities</a:t>
            </a:r>
          </a:p>
        </p:txBody>
      </p:sp>
    </p:spTree>
    <p:extLst>
      <p:ext uri="{BB962C8B-B14F-4D97-AF65-F5344CB8AC3E}">
        <p14:creationId xmlns:p14="http://schemas.microsoft.com/office/powerpoint/2010/main" val="3832349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33</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Types of Liquidity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8347185" y="762000"/>
            <a:ext cx="3844815" cy="5029200"/>
          </a:xfrm>
        </p:spPr>
        <p:txBody>
          <a:bodyPr>
            <a:noAutofit/>
          </a:bodyPr>
          <a:lstStyle/>
          <a:p>
            <a:pPr>
              <a:buFont typeface="Wingdings" panose="05000000000000000000" pitchFamily="2" charset="2"/>
              <a:buChar char="Ø"/>
            </a:pPr>
            <a:r>
              <a:rPr lang="en-US" sz="2000" dirty="0"/>
              <a:t>Since the three ratios vary by what is used in the numerator of the equation, an acceptable ratio will differ between the three. It is logical because the cash ratio only considers cash and marketable securities in the numerator, whereas the current ratio considers all current assets. Therefore, an acceptable current ratio will be higher than an acceptable quick ratio. Both will be higher than an acceptable cash ratio. </a:t>
            </a:r>
          </a:p>
        </p:txBody>
      </p:sp>
      <p:pic>
        <p:nvPicPr>
          <p:cNvPr id="4" name="Picture 3">
            <a:extLst>
              <a:ext uri="{FF2B5EF4-FFF2-40B4-BE49-F238E27FC236}">
                <a16:creationId xmlns:a16="http://schemas.microsoft.com/office/drawing/2014/main" id="{3B7258E8-B8BE-D576-FD07-AC7CC74AC4CB}"/>
              </a:ext>
            </a:extLst>
          </p:cNvPr>
          <p:cNvPicPr>
            <a:picLocks noChangeAspect="1"/>
          </p:cNvPicPr>
          <p:nvPr/>
        </p:nvPicPr>
        <p:blipFill>
          <a:blip r:embed="rId3"/>
          <a:stretch>
            <a:fillRect/>
          </a:stretch>
        </p:blipFill>
        <p:spPr>
          <a:xfrm>
            <a:off x="228600" y="896322"/>
            <a:ext cx="8125959" cy="3677163"/>
          </a:xfrm>
          <a:prstGeom prst="rect">
            <a:avLst/>
          </a:prstGeom>
        </p:spPr>
      </p:pic>
      <p:sp>
        <p:nvSpPr>
          <p:cNvPr id="5" name="Content Placeholder 1">
            <a:extLst>
              <a:ext uri="{FF2B5EF4-FFF2-40B4-BE49-F238E27FC236}">
                <a16:creationId xmlns:a16="http://schemas.microsoft.com/office/drawing/2014/main" id="{6C234A99-3314-09E6-9DC9-6752FB48BE27}"/>
              </a:ext>
            </a:extLst>
          </p:cNvPr>
          <p:cNvSpPr txBox="1">
            <a:spLocks/>
          </p:cNvSpPr>
          <p:nvPr/>
        </p:nvSpPr>
        <p:spPr>
          <a:xfrm>
            <a:off x="228600" y="5138636"/>
            <a:ext cx="11963400" cy="103356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j-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j-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Ø"/>
            </a:pPr>
            <a:r>
              <a:rPr lang="en-US" sz="2000" dirty="0"/>
              <a:t>For example, a company may have a current ratio of 3.9, a quick ratio of 1.9, and a cash ratio of 0.94. All three may be considered healthy by analysts and investors, depending on the company.</a:t>
            </a:r>
          </a:p>
        </p:txBody>
      </p:sp>
    </p:spTree>
    <p:extLst>
      <p:ext uri="{BB962C8B-B14F-4D97-AF65-F5344CB8AC3E}">
        <p14:creationId xmlns:p14="http://schemas.microsoft.com/office/powerpoint/2010/main" val="16651226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35873-8383-A8C8-500A-043C75D988A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16BA209-1381-B99F-34CE-42181B1AE634}"/>
              </a:ext>
            </a:extLst>
          </p:cNvPr>
          <p:cNvSpPr>
            <a:spLocks noGrp="1"/>
          </p:cNvSpPr>
          <p:nvPr>
            <p:ph type="dt" sz="half" idx="10"/>
          </p:nvPr>
        </p:nvSpPr>
        <p:spPr/>
        <p:txBody>
          <a:bodyPr/>
          <a:lstStyle/>
          <a:p>
            <a:fld id="{A36C19F7-0614-4D55-B837-60D3BD179B6E}" type="datetime1">
              <a:rPr lang="en-US" smtClean="0"/>
              <a:t>7/22/2025</a:t>
            </a:fld>
            <a:endParaRPr lang="en-US"/>
          </a:p>
        </p:txBody>
      </p:sp>
      <p:sp>
        <p:nvSpPr>
          <p:cNvPr id="6" name="Slide Number Placeholder 5">
            <a:extLst>
              <a:ext uri="{FF2B5EF4-FFF2-40B4-BE49-F238E27FC236}">
                <a16:creationId xmlns:a16="http://schemas.microsoft.com/office/drawing/2014/main" id="{07F5A358-EBD2-C85E-E410-5A07630D342B}"/>
              </a:ext>
            </a:extLst>
          </p:cNvPr>
          <p:cNvSpPr>
            <a:spLocks noGrp="1"/>
          </p:cNvSpPr>
          <p:nvPr>
            <p:ph type="sldNum" sz="quarter" idx="12"/>
          </p:nvPr>
        </p:nvSpPr>
        <p:spPr/>
        <p:txBody>
          <a:bodyPr/>
          <a:lstStyle/>
          <a:p>
            <a:fld id="{B6F15528-21DE-4FAA-801E-634DDDAF4B2B}" type="slidenum">
              <a:rPr lang="en-US" smtClean="0"/>
              <a:pPr/>
              <a:t>34</a:t>
            </a:fld>
            <a:endParaRPr lang="en-US" dirty="0"/>
          </a:p>
        </p:txBody>
      </p:sp>
      <p:sp>
        <p:nvSpPr>
          <p:cNvPr id="8" name="Title 1">
            <a:extLst>
              <a:ext uri="{FF2B5EF4-FFF2-40B4-BE49-F238E27FC236}">
                <a16:creationId xmlns:a16="http://schemas.microsoft.com/office/drawing/2014/main" id="{362C6E95-1382-0322-2C73-459EA990A491}"/>
              </a:ext>
            </a:extLst>
          </p:cNvPr>
          <p:cNvSpPr txBox="1">
            <a:spLocks/>
          </p:cNvSpPr>
          <p:nvPr/>
        </p:nvSpPr>
        <p:spPr>
          <a:xfrm>
            <a:off x="1981200" y="2"/>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Types of Liquidity Ratios</a:t>
            </a:r>
          </a:p>
        </p:txBody>
      </p:sp>
      <p:sp>
        <p:nvSpPr>
          <p:cNvPr id="9" name="Footer Placeholder 8">
            <a:extLst>
              <a:ext uri="{FF2B5EF4-FFF2-40B4-BE49-F238E27FC236}">
                <a16:creationId xmlns:a16="http://schemas.microsoft.com/office/drawing/2014/main" id="{BB3F491D-35A4-CB1F-923B-BF5A20CE9A0C}"/>
              </a:ext>
            </a:extLst>
          </p:cNvPr>
          <p:cNvSpPr>
            <a:spLocks noGrp="1"/>
          </p:cNvSpPr>
          <p:nvPr>
            <p:ph type="ftr" sz="quarter" idx="11"/>
          </p:nvPr>
        </p:nvSpPr>
        <p:spPr/>
        <p:txBody>
          <a:bodyPr/>
          <a:lstStyle/>
          <a:p>
            <a:r>
              <a:rPr lang="en-US"/>
              <a:t>Ms. Garima Singhal         AOE0770      Finance For Engineers                  Unit II</a:t>
            </a:r>
          </a:p>
        </p:txBody>
      </p:sp>
      <p:pic>
        <p:nvPicPr>
          <p:cNvPr id="1026" name="Picture 2" descr="Examples of Calculating Different Liquidity Ratios">
            <a:extLst>
              <a:ext uri="{FF2B5EF4-FFF2-40B4-BE49-F238E27FC236}">
                <a16:creationId xmlns:a16="http://schemas.microsoft.com/office/drawing/2014/main" id="{C84222AF-6707-834B-0F3A-BE6AE2402B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990600"/>
            <a:ext cx="11353800" cy="5178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89649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35</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Importance of Liquidity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r>
              <a:rPr lang="en-US" sz="2400" b="1" dirty="0"/>
              <a:t>1. Determine the ability to cover short-term obligations</a:t>
            </a:r>
          </a:p>
          <a:p>
            <a:pPr>
              <a:buFont typeface="Wingdings" panose="05000000000000000000" pitchFamily="2" charset="2"/>
              <a:buChar char="Ø"/>
            </a:pPr>
            <a:r>
              <a:rPr lang="en-US" sz="2000" dirty="0"/>
              <a:t>Liquidity ratios are important to investors and creditors to determine if a company can cover their short-term obligations, and to what degree. A ratio of 1 is better than a ratio of less than 1, but it isn’t ideal.</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Creditors and investors like to see higher liquidity ratios, such as 2 or 3. The higher the ratio is, the more likely a company is able to pay its short-term bills. A ratio of less than 1 means the company faces a negative working capital and can be experiencing a liquidity crisis.</a:t>
            </a:r>
          </a:p>
          <a:p>
            <a:pPr>
              <a:buFont typeface="Wingdings" panose="05000000000000000000" pitchFamily="2" charset="2"/>
              <a:buChar char="Ø"/>
            </a:pPr>
            <a:endParaRPr lang="en-US" sz="2000" dirty="0"/>
          </a:p>
          <a:p>
            <a:pPr>
              <a:buFont typeface="Wingdings" panose="05000000000000000000" pitchFamily="2" charset="2"/>
              <a:buChar char="Ø"/>
            </a:pPr>
            <a:r>
              <a:rPr lang="en-US" sz="2400" b="1" dirty="0"/>
              <a:t>2. Determine creditworthiness</a:t>
            </a:r>
          </a:p>
          <a:p>
            <a:pPr>
              <a:buFont typeface="Wingdings" panose="05000000000000000000" pitchFamily="2" charset="2"/>
              <a:buChar char="Ø"/>
            </a:pPr>
            <a:r>
              <a:rPr lang="en-US" sz="2000" dirty="0"/>
              <a:t>Creditors analyze liquidity ratios when deciding whether or not they should extend credit to a company. They want to be sure that the company they lend to has the ability to pay them back. Any hint of financial instability may disqualify a company from obtaining loans.</a:t>
            </a:r>
          </a:p>
        </p:txBody>
      </p:sp>
    </p:spTree>
    <p:extLst>
      <p:ext uri="{BB962C8B-B14F-4D97-AF65-F5344CB8AC3E}">
        <p14:creationId xmlns:p14="http://schemas.microsoft.com/office/powerpoint/2010/main" val="32611459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36</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Importance of Liquidity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r>
              <a:rPr lang="en-US" sz="2200" b="1" dirty="0"/>
              <a:t>3. Determine investment worthiness</a:t>
            </a:r>
          </a:p>
          <a:p>
            <a:pPr>
              <a:buFont typeface="Wingdings" panose="05000000000000000000" pitchFamily="2" charset="2"/>
              <a:buChar char="Ø"/>
            </a:pPr>
            <a:r>
              <a:rPr lang="en-US" sz="2000" dirty="0"/>
              <a:t>For investors, they will analyze a company using liquidity ratios to ensure that a company is financially healthy and worthy of their investment. Working capital issues will put restraints on the rest of the business as well. A company needs to be able to pay its short-term bills with some leeway.</a:t>
            </a:r>
          </a:p>
          <a:p>
            <a:pPr>
              <a:buFont typeface="Wingdings" panose="05000000000000000000" pitchFamily="2" charset="2"/>
              <a:buChar char="Ø"/>
            </a:pPr>
            <a:r>
              <a:rPr lang="en-US" sz="2000" dirty="0"/>
              <a:t>Low liquidity ratios raise a red flag, but “the higher, the better” is only true to a certain extent. At some point, investors will question why a company’s liquidity ratios are so high. Yes, a company with a liquidity ratio of 8.5 will be able to confidently pay its short-term bills, but investors may deem such a ratio excessive. An abnormally high ratio means the company holds a large amount of liquid assets.</a:t>
            </a:r>
          </a:p>
          <a:p>
            <a:pPr>
              <a:buFont typeface="Wingdings" panose="05000000000000000000" pitchFamily="2" charset="2"/>
              <a:buChar char="Ø"/>
            </a:pPr>
            <a:r>
              <a:rPr lang="en-US" sz="2000" dirty="0"/>
              <a:t>For example, if a company’s cash ratio was 8.5, investors and analysts may consider that too high. The company holds too much cash on hand, which isn’t earning anything more than the interest the bank offers to hold their cash. It can be argued that the company should allocate the cash amount towards other initiatives and investments that can achieve a higher return.</a:t>
            </a:r>
          </a:p>
          <a:p>
            <a:pPr>
              <a:buFont typeface="Wingdings" panose="05000000000000000000" pitchFamily="2" charset="2"/>
              <a:buChar char="Ø"/>
            </a:pPr>
            <a:r>
              <a:rPr lang="en-US" sz="2000" dirty="0"/>
              <a:t>With liquidity ratios, there is a balance between a company being able to safely cover its bills and improper capital allocation. Capital should be allocated in the best way to increase the value of the firm for shareholders.</a:t>
            </a:r>
          </a:p>
        </p:txBody>
      </p:sp>
    </p:spTree>
    <p:extLst>
      <p:ext uri="{BB962C8B-B14F-4D97-AF65-F5344CB8AC3E}">
        <p14:creationId xmlns:p14="http://schemas.microsoft.com/office/powerpoint/2010/main" val="3406826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37</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r>
              <a:rPr lang="en-US" sz="2000" dirty="0"/>
              <a:t>Profitability ratios measure a company’s ability to generate profit relative to its sales, assets, and equity.</a:t>
            </a:r>
          </a:p>
          <a:p>
            <a:pPr>
              <a:buFont typeface="Wingdings" panose="05000000000000000000" pitchFamily="2" charset="2"/>
              <a:buChar char="Ø"/>
            </a:pPr>
            <a:r>
              <a:rPr lang="en-US" sz="2000" dirty="0"/>
              <a:t>Typically, a higher value indicates better financial health. But these ratios are just numbers when seen in isolation. They provide meaningful information when analyzed compared to an industry benchmark, the firm’s competitors, or its past performance. </a:t>
            </a:r>
          </a:p>
          <a:p>
            <a:pPr>
              <a:buFont typeface="Wingdings" panose="05000000000000000000" pitchFamily="2" charset="2"/>
              <a:buChar char="Ø"/>
            </a:pPr>
            <a:r>
              <a:rPr lang="en-US" sz="2000" dirty="0"/>
              <a:t>Profitability ratio analysis helps answer essential questions, including:</a:t>
            </a:r>
          </a:p>
          <a:p>
            <a:pPr>
              <a:buFont typeface="Wingdings" panose="05000000000000000000" pitchFamily="2" charset="2"/>
              <a:buChar char="Ø"/>
            </a:pPr>
            <a:r>
              <a:rPr lang="en-US" sz="2000" dirty="0"/>
              <a:t>Does a company produce value for shareholders?</a:t>
            </a:r>
          </a:p>
          <a:p>
            <a:pPr>
              <a:buFont typeface="Wingdings" panose="05000000000000000000" pitchFamily="2" charset="2"/>
              <a:buChar char="Ø"/>
            </a:pPr>
            <a:r>
              <a:rPr lang="en-US" sz="2000" dirty="0"/>
              <a:t>How well does it utilize its assets to generate profit?</a:t>
            </a:r>
          </a:p>
          <a:p>
            <a:pPr>
              <a:buFont typeface="Wingdings" panose="05000000000000000000" pitchFamily="2" charset="2"/>
              <a:buChar char="Ø"/>
            </a:pPr>
            <a:r>
              <a:rPr lang="en-US" sz="2000" dirty="0"/>
              <a:t>Does its financial performance improve or worsen over time?</a:t>
            </a:r>
          </a:p>
          <a:p>
            <a:pPr>
              <a:buFont typeface="Wingdings" panose="05000000000000000000" pitchFamily="2" charset="2"/>
              <a:buChar char="Ø"/>
            </a:pPr>
            <a:r>
              <a:rPr lang="en-US" sz="2000" dirty="0"/>
              <a:t>How does it compare to its peers and industry benchmarks?</a:t>
            </a:r>
          </a:p>
          <a:p>
            <a:pPr>
              <a:buFont typeface="Wingdings" panose="05000000000000000000" pitchFamily="2" charset="2"/>
              <a:buChar char="Ø"/>
            </a:pPr>
            <a:r>
              <a:rPr lang="en-US" sz="2000" dirty="0"/>
              <a:t>There’s no uniform formula for profitability ratios; it varies depending on the type of ratio we calculate. But for all types, we use information from the company’s Income Statement. So, before we move on to the definition, formulas, and types of probability ratios, let’s go over the Income Statement’s structure.</a:t>
            </a:r>
          </a:p>
        </p:txBody>
      </p:sp>
    </p:spTree>
    <p:extLst>
      <p:ext uri="{BB962C8B-B14F-4D97-AF65-F5344CB8AC3E}">
        <p14:creationId xmlns:p14="http://schemas.microsoft.com/office/powerpoint/2010/main" val="9097061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Income Statement Structure</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9" name="Content Placeholder 8">
            <a:extLst>
              <a:ext uri="{FF2B5EF4-FFF2-40B4-BE49-F238E27FC236}">
                <a16:creationId xmlns:a16="http://schemas.microsoft.com/office/drawing/2014/main" id="{20C5C7A2-9F4B-AD57-A0F3-70791EA66E3F}"/>
              </a:ext>
            </a:extLst>
          </p:cNvPr>
          <p:cNvPicPr>
            <a:picLocks noGrp="1" noChangeAspect="1"/>
          </p:cNvPicPr>
          <p:nvPr>
            <p:ph idx="1"/>
          </p:nvPr>
        </p:nvPicPr>
        <p:blipFill>
          <a:blip r:embed="rId3"/>
          <a:stretch>
            <a:fillRect/>
          </a:stretch>
        </p:blipFill>
        <p:spPr>
          <a:xfrm>
            <a:off x="457200" y="990600"/>
            <a:ext cx="11277600" cy="5117505"/>
          </a:xfrm>
          <a:prstGeom prst="rect">
            <a:avLst/>
          </a:prstGeom>
        </p:spPr>
      </p:pic>
    </p:spTree>
    <p:extLst>
      <p:ext uri="{BB962C8B-B14F-4D97-AF65-F5344CB8AC3E}">
        <p14:creationId xmlns:p14="http://schemas.microsoft.com/office/powerpoint/2010/main" val="24768001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3" name="Content Placeholder 2">
            <a:extLst>
              <a:ext uri="{FF2B5EF4-FFF2-40B4-BE49-F238E27FC236}">
                <a16:creationId xmlns:a16="http://schemas.microsoft.com/office/drawing/2014/main" id="{AD0741A6-17CD-F562-4D76-B855CB02F168}"/>
              </a:ext>
            </a:extLst>
          </p:cNvPr>
          <p:cNvPicPr>
            <a:picLocks noGrp="1" noChangeAspect="1"/>
          </p:cNvPicPr>
          <p:nvPr>
            <p:ph idx="1"/>
          </p:nvPr>
        </p:nvPicPr>
        <p:blipFill>
          <a:blip r:embed="rId3"/>
          <a:stretch>
            <a:fillRect/>
          </a:stretch>
        </p:blipFill>
        <p:spPr>
          <a:xfrm>
            <a:off x="1892398" y="758762"/>
            <a:ext cx="8668675" cy="5524627"/>
          </a:xfrm>
          <a:prstGeom prst="rect">
            <a:avLst/>
          </a:prstGeom>
        </p:spPr>
      </p:pic>
    </p:spTree>
    <p:extLst>
      <p:ext uri="{BB962C8B-B14F-4D97-AF65-F5344CB8AC3E}">
        <p14:creationId xmlns:p14="http://schemas.microsoft.com/office/powerpoint/2010/main" val="16980063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Different Types of Profitability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r>
              <a:rPr lang="en-US" sz="2400" b="1" dirty="0"/>
              <a:t>A. Margin Ratios</a:t>
            </a:r>
          </a:p>
          <a:p>
            <a:pPr>
              <a:buFont typeface="Wingdings" panose="05000000000000000000" pitchFamily="2" charset="2"/>
              <a:buChar char="Ø"/>
            </a:pPr>
            <a:r>
              <a:rPr lang="en-US" sz="2000" dirty="0"/>
              <a:t>Margin ratios represent the company’s ability to convert sales into profits at various degrees of measurement.</a:t>
            </a:r>
          </a:p>
          <a:p>
            <a:pPr>
              <a:buFont typeface="Wingdings" panose="05000000000000000000" pitchFamily="2" charset="2"/>
              <a:buChar char="Ø"/>
            </a:pPr>
            <a:r>
              <a:rPr lang="en-US" sz="2000" dirty="0"/>
              <a:t>Examples are gross profit margin, operating profit margin, net profit margin, cash flow margin, EBIT, EBITDA, EBITDAR, NOPAT, operating expense ratio, and overhead ratio.</a:t>
            </a:r>
          </a:p>
          <a:p>
            <a:pPr>
              <a:buFont typeface="Wingdings" panose="05000000000000000000" pitchFamily="2" charset="2"/>
              <a:buChar char="Ø"/>
            </a:pPr>
            <a:endParaRPr lang="en-US" sz="2400" b="1" dirty="0"/>
          </a:p>
          <a:p>
            <a:pPr>
              <a:buFont typeface="Wingdings" panose="05000000000000000000" pitchFamily="2" charset="2"/>
              <a:buChar char="Ø"/>
            </a:pPr>
            <a:r>
              <a:rPr lang="en-US" sz="2400" b="1" dirty="0"/>
              <a:t>B. Return Ratios</a:t>
            </a:r>
          </a:p>
          <a:p>
            <a:pPr>
              <a:buFont typeface="Wingdings" panose="05000000000000000000" pitchFamily="2" charset="2"/>
              <a:buChar char="Ø"/>
            </a:pPr>
            <a:r>
              <a:rPr lang="en-US" sz="2200" dirty="0"/>
              <a:t>Return ratios represent the company’s ability to generate returns to its shareholders.</a:t>
            </a:r>
          </a:p>
          <a:p>
            <a:pPr>
              <a:buFont typeface="Wingdings" panose="05000000000000000000" pitchFamily="2" charset="2"/>
              <a:buChar char="Ø"/>
            </a:pPr>
            <a:r>
              <a:rPr lang="en-US" sz="2200" dirty="0"/>
              <a:t>Examples include return on assets, return on equity, cash return on assets, return on debt, return on retained earnings, return on revenue, risk-adjusted return, return on invested capital, and return on capital employed.</a:t>
            </a:r>
            <a:endParaRPr lang="en-US" sz="1900" dirty="0"/>
          </a:p>
        </p:txBody>
      </p:sp>
    </p:spTree>
    <p:extLst>
      <p:ext uri="{BB962C8B-B14F-4D97-AF65-F5344CB8AC3E}">
        <p14:creationId xmlns:p14="http://schemas.microsoft.com/office/powerpoint/2010/main" val="27116918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Net Profit Margin</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r>
              <a:rPr lang="en-US" sz="2000" dirty="0"/>
              <a:t>Net Profit Margin (also known as “Profit Margin” or “Net Profit Margin Ratio”) is a financial ratio used to calculate the percentage of profit a company produces from its total revenue. It measures the amount of net profit a company obtains per dollar of revenue gained. The net profit margin is equal to net profit (also known as net income) divided by total revenue, expressed as a percentage.</a:t>
            </a:r>
          </a:p>
          <a:p>
            <a:pPr>
              <a:buFont typeface="Wingdings" panose="05000000000000000000" pitchFamily="2" charset="2"/>
              <a:buChar char="Ø"/>
            </a:pPr>
            <a:r>
              <a:rPr lang="en-US" sz="2000" dirty="0"/>
              <a:t>The typical profit margin ratio of a company can be different depending on which industry the company is in. As a financial analyst, this is important in day-to-day financial analysis.</a:t>
            </a:r>
          </a:p>
          <a:p>
            <a:pPr>
              <a:buFont typeface="Wingdings" panose="05000000000000000000" pitchFamily="2" charset="2"/>
              <a:buChar char="Ø"/>
            </a:pPr>
            <a:endParaRPr lang="en-US" sz="2000" dirty="0"/>
          </a:p>
          <a:p>
            <a:pPr>
              <a:buFont typeface="Wingdings" panose="05000000000000000000" pitchFamily="2" charset="2"/>
              <a:buChar char="Ø"/>
            </a:pPr>
            <a:endParaRPr lang="en-US" sz="2000" dirty="0"/>
          </a:p>
        </p:txBody>
      </p:sp>
      <p:pic>
        <p:nvPicPr>
          <p:cNvPr id="3" name="Picture 2">
            <a:extLst>
              <a:ext uri="{FF2B5EF4-FFF2-40B4-BE49-F238E27FC236}">
                <a16:creationId xmlns:a16="http://schemas.microsoft.com/office/drawing/2014/main" id="{26A7B567-5931-CEBB-2FE2-BF912804FA2E}"/>
              </a:ext>
            </a:extLst>
          </p:cNvPr>
          <p:cNvPicPr>
            <a:picLocks noChangeAspect="1"/>
          </p:cNvPicPr>
          <p:nvPr/>
        </p:nvPicPr>
        <p:blipFill>
          <a:blip r:embed="rId3"/>
          <a:stretch>
            <a:fillRect/>
          </a:stretch>
        </p:blipFill>
        <p:spPr>
          <a:xfrm>
            <a:off x="2209800" y="3601399"/>
            <a:ext cx="6924675" cy="1590675"/>
          </a:xfrm>
          <a:prstGeom prst="rect">
            <a:avLst/>
          </a:prstGeom>
        </p:spPr>
      </p:pic>
    </p:spTree>
    <p:extLst>
      <p:ext uri="{BB962C8B-B14F-4D97-AF65-F5344CB8AC3E}">
        <p14:creationId xmlns:p14="http://schemas.microsoft.com/office/powerpoint/2010/main" val="23080588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42</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Net Profit Margin</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endParaRPr lang="en-US" sz="2000" dirty="0"/>
          </a:p>
        </p:txBody>
      </p:sp>
      <p:pic>
        <p:nvPicPr>
          <p:cNvPr id="2050" name="Picture 2" descr="Example of Net Profit Margin Ratio Formula">
            <a:extLst>
              <a:ext uri="{FF2B5EF4-FFF2-40B4-BE49-F238E27FC236}">
                <a16:creationId xmlns:a16="http://schemas.microsoft.com/office/drawing/2014/main" id="{39C71D66-DC88-4E96-BA3E-B1FAA675D5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329" y="1069259"/>
            <a:ext cx="9448800" cy="5241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2414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43</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Net Profit Margin Formula</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r>
              <a:rPr lang="en-US" sz="2000" dirty="0"/>
              <a:t>Net Profit Margin = Net Profit  ⁄  Total Revenue x 100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Net profit is calculated by deducting all company expenses from its total revenue. The profit margin calculation results in a percentage – for example, a 10% profit margin means for each $1 of revenue the company earns $0.10 in net profit. Revenue represents the total sales of the company in a period.</a:t>
            </a:r>
          </a:p>
          <a:p>
            <a:pPr>
              <a:buFont typeface="Wingdings" panose="05000000000000000000" pitchFamily="2" charset="2"/>
              <a:buChar char="Ø"/>
            </a:pPr>
            <a:endParaRPr lang="en-US" sz="2000" dirty="0"/>
          </a:p>
          <a:p>
            <a:pPr>
              <a:buFont typeface="Wingdings" panose="05000000000000000000" pitchFamily="2" charset="2"/>
              <a:buChar char="Ø"/>
            </a:pPr>
            <a:r>
              <a:rPr lang="en-US" sz="2400" b="1" dirty="0"/>
              <a:t>Calculation Example #1</a:t>
            </a:r>
          </a:p>
          <a:p>
            <a:pPr>
              <a:buFont typeface="Wingdings" panose="05000000000000000000" pitchFamily="2" charset="2"/>
              <a:buChar char="Ø"/>
            </a:pPr>
            <a:r>
              <a:rPr lang="en-US" sz="2000" dirty="0"/>
              <a:t>Company XYZ and ABC both operate in the same industry. Which company has a higher net profit margin?</a:t>
            </a:r>
          </a:p>
          <a:p>
            <a:pPr>
              <a:buFont typeface="Wingdings" panose="05000000000000000000" pitchFamily="2" charset="2"/>
              <a:buChar char="Ø"/>
            </a:pPr>
            <a:endParaRPr lang="en-US" sz="2000" dirty="0"/>
          </a:p>
          <a:p>
            <a:pPr>
              <a:buFont typeface="Wingdings" panose="05000000000000000000" pitchFamily="2" charset="2"/>
              <a:buChar char="Ø"/>
            </a:pPr>
            <a:endParaRPr lang="en-US" sz="2000" dirty="0"/>
          </a:p>
        </p:txBody>
      </p:sp>
    </p:spTree>
    <p:extLst>
      <p:ext uri="{BB962C8B-B14F-4D97-AF65-F5344CB8AC3E}">
        <p14:creationId xmlns:p14="http://schemas.microsoft.com/office/powerpoint/2010/main" val="25329744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44</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Example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endParaRPr lang="en-US" sz="2000" dirty="0"/>
          </a:p>
        </p:txBody>
      </p:sp>
      <p:pic>
        <p:nvPicPr>
          <p:cNvPr id="3074" name="Picture 2" descr="How to Calculate Net Profit Margin - Example 1">
            <a:extLst>
              <a:ext uri="{FF2B5EF4-FFF2-40B4-BE49-F238E27FC236}">
                <a16:creationId xmlns:a16="http://schemas.microsoft.com/office/drawing/2014/main" id="{D1B5DE42-0882-1568-29FF-8D45953A89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103673"/>
            <a:ext cx="11896342" cy="5059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05408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45</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Net Profit Margin Formula</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fontScale="92500" lnSpcReduction="10000"/>
          </a:bodyPr>
          <a:lstStyle/>
          <a:p>
            <a:pPr>
              <a:buFont typeface="Wingdings" panose="05000000000000000000" pitchFamily="2" charset="2"/>
              <a:buChar char="Ø"/>
            </a:pPr>
            <a:r>
              <a:rPr lang="en-US" sz="2000" dirty="0"/>
              <a:t>Step 1: Write out the formula</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Net Profit Margin = Net Profit/Revenue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2: Calculate the net profit margin for each company</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Company XYZ:</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Net Profit Margin = Net Profit/Revenue = $30/$100 = 30%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Company ABC:</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Net Profit Margin = Net Profit/Revenue = $80/$225 = 35.56%</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Company ABC has a higher net profit margin.</a:t>
            </a:r>
          </a:p>
        </p:txBody>
      </p:sp>
    </p:spTree>
    <p:extLst>
      <p:ext uri="{BB962C8B-B14F-4D97-AF65-F5344CB8AC3E}">
        <p14:creationId xmlns:p14="http://schemas.microsoft.com/office/powerpoint/2010/main" val="29574421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46</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Net Profit Margin Formula</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Autofit/>
          </a:bodyPr>
          <a:lstStyle/>
          <a:p>
            <a:pPr>
              <a:buFont typeface="Wingdings" panose="05000000000000000000" pitchFamily="2" charset="2"/>
              <a:buChar char="Ø"/>
            </a:pPr>
            <a:r>
              <a:rPr lang="en-US" sz="2000" b="1" dirty="0"/>
              <a:t>Company A and Company B have net profit </a:t>
            </a:r>
            <a:r>
              <a:rPr lang="en-US" sz="2000" b="1" dirty="0" err="1"/>
              <a:t>margi</a:t>
            </a:r>
            <a:r>
              <a:rPr lang="en-US" sz="2000" b="1" dirty="0"/>
              <a:t> respectively. Both companies earned $150 in revenue. How much net profit did each company make?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1: Write out the formula</a:t>
            </a:r>
          </a:p>
          <a:p>
            <a:pPr>
              <a:buFont typeface="Wingdings" panose="05000000000000000000" pitchFamily="2" charset="2"/>
              <a:buChar char="Ø"/>
            </a:pPr>
            <a:r>
              <a:rPr lang="en-US" sz="2000" dirty="0"/>
              <a:t>Net Profit Margin = Net Profit/Revenue</a:t>
            </a:r>
          </a:p>
          <a:p>
            <a:pPr>
              <a:buFont typeface="Wingdings" panose="05000000000000000000" pitchFamily="2" charset="2"/>
              <a:buChar char="Ø"/>
            </a:pPr>
            <a:r>
              <a:rPr lang="en-US" sz="2000" dirty="0"/>
              <a:t>Net Profit = Net Margin * Revenue</a:t>
            </a:r>
          </a:p>
          <a:p>
            <a:pPr>
              <a:buFont typeface="Wingdings" panose="05000000000000000000" pitchFamily="2" charset="2"/>
              <a:buChar char="Ø"/>
            </a:pPr>
            <a:r>
              <a:rPr lang="en-US" sz="2000" dirty="0"/>
              <a:t>Step 2: Calculate net profit for each company</a:t>
            </a:r>
          </a:p>
          <a:p>
            <a:pPr>
              <a:buFont typeface="Wingdings" panose="05000000000000000000" pitchFamily="2" charset="2"/>
              <a:buChar char="Ø"/>
            </a:pPr>
            <a:r>
              <a:rPr lang="en-US" sz="2000" dirty="0"/>
              <a:t>Company A:</a:t>
            </a:r>
          </a:p>
          <a:p>
            <a:pPr>
              <a:buFont typeface="Wingdings" panose="05000000000000000000" pitchFamily="2" charset="2"/>
              <a:buChar char="Ø"/>
            </a:pPr>
            <a:r>
              <a:rPr lang="en-US" sz="2000" dirty="0"/>
              <a:t>Net Profit = Net Margin * Revenue = 12% * $150 = $18</a:t>
            </a:r>
          </a:p>
          <a:p>
            <a:pPr>
              <a:buFont typeface="Wingdings" panose="05000000000000000000" pitchFamily="2" charset="2"/>
              <a:buChar char="Ø"/>
            </a:pPr>
            <a:r>
              <a:rPr lang="en-US" sz="2000" dirty="0"/>
              <a:t>Company B:</a:t>
            </a:r>
          </a:p>
          <a:p>
            <a:pPr>
              <a:buFont typeface="Wingdings" panose="05000000000000000000" pitchFamily="2" charset="2"/>
              <a:buChar char="Ø"/>
            </a:pPr>
            <a:r>
              <a:rPr lang="en-US" sz="2000" dirty="0"/>
              <a:t>Net Profit = Net Margin * Revenue = 15% * $150 = $22.50</a:t>
            </a:r>
          </a:p>
        </p:txBody>
      </p:sp>
    </p:spTree>
    <p:extLst>
      <p:ext uri="{BB962C8B-B14F-4D97-AF65-F5344CB8AC3E}">
        <p14:creationId xmlns:p14="http://schemas.microsoft.com/office/powerpoint/2010/main" val="18060335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47</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Net Profit Margin Understanding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Autofit/>
          </a:bodyPr>
          <a:lstStyle/>
          <a:p>
            <a:pPr>
              <a:buFont typeface="Wingdings" panose="05000000000000000000" pitchFamily="2" charset="2"/>
              <a:buChar char="Ø"/>
            </a:pPr>
            <a:r>
              <a:rPr lang="en-US" sz="2000" dirty="0"/>
              <a:t>The net profit margin ratio is used to describe a company’s ability to produce profit and to consider several scenarios, such as an increase in expenses which is deemed ineffective. It is used extensively in financial modeling and company valuation.</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Net profit margin is a strong indicator of a firm’s overall success and is usually stated as a percentage. However, keep in mind that a single number in a company report is rarely adequate to point out overall company performance. An increase in revenue might translate to a loss if followed by an increase in expenses. On the other hand, a decrease in revenue, followed by tight control over expenses, might put the company further in profit.</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Other common financial metrics are EBITDA and Gross Profit.</a:t>
            </a:r>
          </a:p>
        </p:txBody>
      </p:sp>
    </p:spTree>
    <p:extLst>
      <p:ext uri="{BB962C8B-B14F-4D97-AF65-F5344CB8AC3E}">
        <p14:creationId xmlns:p14="http://schemas.microsoft.com/office/powerpoint/2010/main" val="30920127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Net Profit Margin Understanding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Autofit/>
          </a:bodyPr>
          <a:lstStyle/>
          <a:p>
            <a:pPr>
              <a:buFont typeface="Wingdings" panose="05000000000000000000" pitchFamily="2" charset="2"/>
              <a:buChar char="Ø"/>
            </a:pPr>
            <a:r>
              <a:rPr lang="en-US" sz="2000" b="1" dirty="0"/>
              <a:t>A high net profit margin </a:t>
            </a:r>
            <a:r>
              <a:rPr lang="en-US" sz="2000" dirty="0"/>
              <a:t>means that a company is able to effectively control its costs and/or provide goods or services at a price significantly higher than its costs. Therefore, a high ratio can result from:</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Efficient management</a:t>
            </a:r>
          </a:p>
          <a:p>
            <a:pPr>
              <a:buFont typeface="Wingdings" panose="05000000000000000000" pitchFamily="2" charset="2"/>
              <a:buChar char="Ø"/>
            </a:pPr>
            <a:r>
              <a:rPr lang="en-US" sz="2000" dirty="0"/>
              <a:t>Low costs (expenses)</a:t>
            </a:r>
          </a:p>
          <a:p>
            <a:pPr>
              <a:buFont typeface="Wingdings" panose="05000000000000000000" pitchFamily="2" charset="2"/>
              <a:buChar char="Ø"/>
            </a:pPr>
            <a:r>
              <a:rPr lang="en-US" sz="2000" dirty="0"/>
              <a:t>Strong pricing strategies</a:t>
            </a:r>
          </a:p>
          <a:p>
            <a:pPr>
              <a:buFont typeface="Wingdings" panose="05000000000000000000" pitchFamily="2" charset="2"/>
              <a:buChar char="Ø"/>
            </a:pPr>
            <a:endParaRPr lang="en-US" sz="2000" dirty="0"/>
          </a:p>
          <a:p>
            <a:pPr>
              <a:buFont typeface="Wingdings" panose="05000000000000000000" pitchFamily="2" charset="2"/>
              <a:buChar char="Ø"/>
            </a:pPr>
            <a:r>
              <a:rPr lang="en-US" sz="2000" b="1" dirty="0"/>
              <a:t>A low net profit margin </a:t>
            </a:r>
            <a:r>
              <a:rPr lang="en-US" sz="2000" dirty="0"/>
              <a:t>means that a company uses an ineffective cost structure and/or poor pricing strategies. Therefore, a low ratio can result from:</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Inefficient management</a:t>
            </a:r>
          </a:p>
          <a:p>
            <a:pPr>
              <a:buFont typeface="Wingdings" panose="05000000000000000000" pitchFamily="2" charset="2"/>
              <a:buChar char="Ø"/>
            </a:pPr>
            <a:r>
              <a:rPr lang="en-US" sz="2000" dirty="0"/>
              <a:t>High costs (expenses)</a:t>
            </a:r>
          </a:p>
          <a:p>
            <a:pPr>
              <a:buFont typeface="Wingdings" panose="05000000000000000000" pitchFamily="2" charset="2"/>
              <a:buChar char="Ø"/>
            </a:pPr>
            <a:r>
              <a:rPr lang="en-US" sz="2000" dirty="0"/>
              <a:t>Weak pricing strategies</a:t>
            </a:r>
          </a:p>
        </p:txBody>
      </p:sp>
    </p:spTree>
    <p:extLst>
      <p:ext uri="{BB962C8B-B14F-4D97-AF65-F5344CB8AC3E}">
        <p14:creationId xmlns:p14="http://schemas.microsoft.com/office/powerpoint/2010/main" val="16510004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Limitations of Net Profit Margin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r>
              <a:rPr lang="en-US" sz="2000" dirty="0"/>
              <a:t>When calculating the net profit margin ratio, analysts commonly compare the figure to different companies to determine which business performs the best.</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While this is common practice, the net profit margin ratio can greatly differ between companies in different industries. For example, companies in the automotive industry may report a high profit margin ratio but lower revenue as compared to a company in the food industry.  A company in the food industry may show a lower profit margin ratio, but higher revenue.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It is recommended to compare only companies in the same sector with similar business models.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Other limitations include the possibility of misinterpreting the profit margin ratio and cash flow figures. A low net profit margin does not always indicate a poorly performing company. Also, a high net profit margin does not necessarily translate to high cash flows.</a:t>
            </a:r>
          </a:p>
        </p:txBody>
      </p:sp>
    </p:spTree>
    <p:extLst>
      <p:ext uri="{BB962C8B-B14F-4D97-AF65-F5344CB8AC3E}">
        <p14:creationId xmlns:p14="http://schemas.microsoft.com/office/powerpoint/2010/main" val="6844510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Limitations of Net Profit Margin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r>
              <a:rPr lang="en-US" sz="2000" dirty="0"/>
              <a:t>Limitations Example #1 – Comparing Companies</a:t>
            </a:r>
          </a:p>
          <a:p>
            <a:pPr>
              <a:buFont typeface="Wingdings" panose="05000000000000000000" pitchFamily="2" charset="2"/>
              <a:buChar char="Ø"/>
            </a:pPr>
            <a:r>
              <a:rPr lang="en-US" sz="2000" dirty="0"/>
              <a:t>A jewelry company that sells a few expensive products may have a much higher profit margin as compared to a grocery store that sells many cheap products.</a:t>
            </a:r>
          </a:p>
          <a:p>
            <a:pPr>
              <a:buFont typeface="Wingdings" panose="05000000000000000000" pitchFamily="2" charset="2"/>
              <a:buChar char="Ø"/>
            </a:pPr>
            <a:endParaRPr lang="en-US" sz="2000" dirty="0"/>
          </a:p>
        </p:txBody>
      </p:sp>
      <p:pic>
        <p:nvPicPr>
          <p:cNvPr id="4100" name="Picture 4" descr="Limitations Example #1 - Comparing Companies">
            <a:extLst>
              <a:ext uri="{FF2B5EF4-FFF2-40B4-BE49-F238E27FC236}">
                <a16:creationId xmlns:a16="http://schemas.microsoft.com/office/drawing/2014/main" id="{1629349F-91F9-4D7F-33C0-47473CD421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514600"/>
            <a:ext cx="7010400" cy="3621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68116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EBITDA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7010400" y="1066801"/>
            <a:ext cx="4572000" cy="5059364"/>
          </a:xfrm>
        </p:spPr>
        <p:txBody>
          <a:bodyPr>
            <a:normAutofit/>
          </a:bodyPr>
          <a:lstStyle/>
          <a:p>
            <a:pPr>
              <a:buFont typeface="Wingdings" panose="05000000000000000000" pitchFamily="2" charset="2"/>
              <a:buChar char="Ø"/>
            </a:pPr>
            <a:r>
              <a:rPr lang="en-US" sz="2000" dirty="0"/>
              <a:t>EBITDA stands for Earnings Before Interest, Taxes, Depreciation, and Amortization and is a metric used to evaluate a company’s operating performance. It can be seen as a loose proxy for cash flow from the entire company’s operations.</a:t>
            </a:r>
          </a:p>
        </p:txBody>
      </p:sp>
      <p:pic>
        <p:nvPicPr>
          <p:cNvPr id="3" name="Content Placeholder 2">
            <a:extLst>
              <a:ext uri="{FF2B5EF4-FFF2-40B4-BE49-F238E27FC236}">
                <a16:creationId xmlns:a16="http://schemas.microsoft.com/office/drawing/2014/main" id="{CF174E24-411A-B4B3-B588-885F719DFB13}"/>
              </a:ext>
            </a:extLst>
          </p:cNvPr>
          <p:cNvPicPr>
            <a:picLocks noChangeAspect="1"/>
          </p:cNvPicPr>
          <p:nvPr/>
        </p:nvPicPr>
        <p:blipFill>
          <a:blip r:embed="rId3"/>
          <a:stretch>
            <a:fillRect/>
          </a:stretch>
        </p:blipFill>
        <p:spPr>
          <a:xfrm>
            <a:off x="685800" y="1008600"/>
            <a:ext cx="6229060" cy="5059363"/>
          </a:xfrm>
          <a:prstGeom prst="rect">
            <a:avLst/>
          </a:prstGeom>
        </p:spPr>
      </p:pic>
    </p:spTree>
    <p:extLst>
      <p:ext uri="{BB962C8B-B14F-4D97-AF65-F5344CB8AC3E}">
        <p14:creationId xmlns:p14="http://schemas.microsoft.com/office/powerpoint/2010/main" val="2299574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52</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EBITDA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r>
              <a:rPr lang="en-US" sz="2000" dirty="0"/>
              <a:t>The EBITDA metric is a variation of operating income (EBIT) that excludes certain non-cash expenses. The purpose of these deductions is to remove the factors that business owners have discretion over, such as debt financing, capital structure, methods of depreciation, and taxes (to some extent). It can be used to showcase a firm’s financial performance without the impact of its capital structure.</a:t>
            </a:r>
          </a:p>
          <a:p>
            <a:endParaRPr lang="en-US" sz="2000" dirty="0"/>
          </a:p>
          <a:p>
            <a:r>
              <a:rPr lang="en-US" sz="2000" dirty="0"/>
              <a:t>EBITDA is not a recognized metric in use by IFRS or US GAAP. In fact, certain investors like Warren Buffet have a particular disdain for this metric, as it does not account for the depreciation of a company’s assets.</a:t>
            </a:r>
          </a:p>
          <a:p>
            <a:endParaRPr lang="en-US" sz="2000" dirty="0"/>
          </a:p>
          <a:p>
            <a:r>
              <a:rPr lang="en-US" sz="2000" dirty="0"/>
              <a:t>For example, if a company has a large amount of depreciable equipment (and thus a high amount of depreciation expense), then the cost of maintaining and sustaining these capital assets is not captured.</a:t>
            </a:r>
          </a:p>
        </p:txBody>
      </p:sp>
    </p:spTree>
    <p:extLst>
      <p:ext uri="{BB962C8B-B14F-4D97-AF65-F5344CB8AC3E}">
        <p14:creationId xmlns:p14="http://schemas.microsoft.com/office/powerpoint/2010/main" val="40695701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53</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EBITDA</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4" name="Picture 3">
            <a:extLst>
              <a:ext uri="{FF2B5EF4-FFF2-40B4-BE49-F238E27FC236}">
                <a16:creationId xmlns:a16="http://schemas.microsoft.com/office/drawing/2014/main" id="{293DB7BD-F4C1-B925-5A40-69276582916B}"/>
              </a:ext>
            </a:extLst>
          </p:cNvPr>
          <p:cNvPicPr>
            <a:picLocks noChangeAspect="1"/>
          </p:cNvPicPr>
          <p:nvPr/>
        </p:nvPicPr>
        <p:blipFill>
          <a:blip r:embed="rId3"/>
          <a:stretch>
            <a:fillRect/>
          </a:stretch>
        </p:blipFill>
        <p:spPr>
          <a:xfrm>
            <a:off x="413657" y="1143000"/>
            <a:ext cx="11168743" cy="4343400"/>
          </a:xfrm>
          <a:prstGeom prst="rect">
            <a:avLst/>
          </a:prstGeom>
        </p:spPr>
      </p:pic>
    </p:spTree>
    <p:extLst>
      <p:ext uri="{BB962C8B-B14F-4D97-AF65-F5344CB8AC3E}">
        <p14:creationId xmlns:p14="http://schemas.microsoft.com/office/powerpoint/2010/main" val="1120238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54</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EBITDA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r>
              <a:rPr lang="en-US" sz="2400" b="1" dirty="0"/>
              <a:t>Here is the formula for calculating EBITDA:</a:t>
            </a:r>
          </a:p>
          <a:p>
            <a:endParaRPr lang="en-US" sz="2000" dirty="0"/>
          </a:p>
          <a:p>
            <a:r>
              <a:rPr lang="en-US" sz="2000" dirty="0"/>
              <a:t>EBITDA = Net Income + Interest + Taxes + Depreciation + Amortization</a:t>
            </a:r>
          </a:p>
          <a:p>
            <a:endParaRPr lang="en-US" sz="2000" dirty="0"/>
          </a:p>
          <a:p>
            <a:r>
              <a:rPr lang="en-US" sz="2000" dirty="0"/>
              <a:t>or</a:t>
            </a:r>
          </a:p>
          <a:p>
            <a:endParaRPr lang="en-US" sz="2000" dirty="0"/>
          </a:p>
          <a:p>
            <a:r>
              <a:rPr lang="en-US" sz="2000" dirty="0"/>
              <a:t>EBITDA = Operating Profit + Depreciation + Amortization</a:t>
            </a:r>
          </a:p>
        </p:txBody>
      </p:sp>
    </p:spTree>
    <p:extLst>
      <p:ext uri="{BB962C8B-B14F-4D97-AF65-F5344CB8AC3E}">
        <p14:creationId xmlns:p14="http://schemas.microsoft.com/office/powerpoint/2010/main" val="39369016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55</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EBITDA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2" name="Content Placeholder 1">
            <a:extLst>
              <a:ext uri="{FF2B5EF4-FFF2-40B4-BE49-F238E27FC236}">
                <a16:creationId xmlns:a16="http://schemas.microsoft.com/office/drawing/2014/main" id="{DBD1DC51-9D90-D8CB-BDFD-CA731F375A50}"/>
              </a:ext>
            </a:extLst>
          </p:cNvPr>
          <p:cNvPicPr>
            <a:picLocks noGrp="1" noChangeAspect="1"/>
          </p:cNvPicPr>
          <p:nvPr>
            <p:ph idx="1"/>
          </p:nvPr>
        </p:nvPicPr>
        <p:blipFill>
          <a:blip r:embed="rId3"/>
          <a:stretch>
            <a:fillRect/>
          </a:stretch>
        </p:blipFill>
        <p:spPr>
          <a:xfrm>
            <a:off x="990600" y="1066800"/>
            <a:ext cx="9220200" cy="5162352"/>
          </a:xfrm>
          <a:prstGeom prst="rect">
            <a:avLst/>
          </a:prstGeom>
        </p:spPr>
      </p:pic>
    </p:spTree>
    <p:extLst>
      <p:ext uri="{BB962C8B-B14F-4D97-AF65-F5344CB8AC3E}">
        <p14:creationId xmlns:p14="http://schemas.microsoft.com/office/powerpoint/2010/main" val="10124139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56</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EBITDA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r>
              <a:rPr lang="en-US" sz="2400" b="1" dirty="0"/>
              <a:t>Interest</a:t>
            </a:r>
          </a:p>
          <a:p>
            <a:r>
              <a:rPr lang="en-US" sz="2000" dirty="0"/>
              <a:t>Interest expense is excluded from EBITDA, as this expense depends on the financing structure of a company. Interest expense comes from the money a company has borrowed to fund its business activities.</a:t>
            </a:r>
          </a:p>
          <a:p>
            <a:endParaRPr lang="en-US" sz="2000" dirty="0"/>
          </a:p>
          <a:p>
            <a:r>
              <a:rPr lang="en-US" sz="2000" dirty="0"/>
              <a:t>Different companies have different capital structures, resulting in different interest expenses. Hence, it is easier to compare the relative performance of companies by adding back interest and ignoring the impact of capital structure on the business. Note that interest payments are tax-deductible, meaning corporations can take advantage of this benefit in what is called a corporate tax shield.</a:t>
            </a:r>
          </a:p>
          <a:p>
            <a:endParaRPr lang="en-US" sz="2000" dirty="0"/>
          </a:p>
          <a:p>
            <a:r>
              <a:rPr lang="en-US" sz="2400" b="1" dirty="0"/>
              <a:t>Taxes</a:t>
            </a:r>
          </a:p>
          <a:p>
            <a:r>
              <a:rPr lang="en-US" sz="2000" dirty="0"/>
              <a:t>Taxes vary and depend on the region where the business is operating. They are a function of a jurisdiction’s tax rules, which are not really part of assessing a management team’s performance, and, thus, many financial analysts prefer to add them back when comparing businesses.</a:t>
            </a:r>
          </a:p>
        </p:txBody>
      </p:sp>
    </p:spTree>
    <p:extLst>
      <p:ext uri="{BB962C8B-B14F-4D97-AF65-F5344CB8AC3E}">
        <p14:creationId xmlns:p14="http://schemas.microsoft.com/office/powerpoint/2010/main" val="35301928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57</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EBITDA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lnSpcReduction="10000"/>
          </a:bodyPr>
          <a:lstStyle/>
          <a:p>
            <a:r>
              <a:rPr lang="en-US" sz="2400" b="1" dirty="0"/>
              <a:t>Depreciation &amp; Amortization</a:t>
            </a:r>
          </a:p>
          <a:p>
            <a:r>
              <a:rPr lang="en-US" sz="2000" dirty="0"/>
              <a:t>Depreciation and amortization (D&amp;A) depend on the historical investments the company has made and not on the current operating performance of the business. Companies invest in long-term fixed assets (such as buildings or vehicles) that lose value due to wear and tear.</a:t>
            </a:r>
          </a:p>
          <a:p>
            <a:endParaRPr lang="en-US" sz="2000" dirty="0"/>
          </a:p>
          <a:p>
            <a:r>
              <a:rPr lang="en-US" sz="2000" dirty="0"/>
              <a:t>The depreciation expense is based on a portion of the company’s tangible fixed assets deteriorating over time. Amortization expense is incurred if the asset is intangible. Intangible assets such as patents are amortized because they have a limited useful life (competitive protection) before expiration.</a:t>
            </a:r>
          </a:p>
          <a:p>
            <a:endParaRPr lang="en-US" sz="2000" dirty="0"/>
          </a:p>
          <a:p>
            <a:r>
              <a:rPr lang="en-US" sz="2000" dirty="0"/>
              <a:t>D&amp;A is heavily influenced by assumptions regarding useful economic life, salvage value, and the depreciation method used. Because of this, analysts may find that operating income is different than what they think the number should be, and therefore, D&amp;A is backed out of the EBITDA calculation.</a:t>
            </a:r>
          </a:p>
          <a:p>
            <a:endParaRPr lang="en-US" sz="2000" dirty="0"/>
          </a:p>
          <a:p>
            <a:r>
              <a:rPr lang="en-US" sz="2000" dirty="0"/>
              <a:t>The D&amp;A expense can be located in the firm’s cash flow statement under the cash from operating activities section. Since depreciation and amortization is a non-cash expense, it is added back (the expense is usually a positive number for this reason) while on the cash flow statement.</a:t>
            </a:r>
          </a:p>
        </p:txBody>
      </p:sp>
    </p:spTree>
    <p:extLst>
      <p:ext uri="{BB962C8B-B14F-4D97-AF65-F5344CB8AC3E}">
        <p14:creationId xmlns:p14="http://schemas.microsoft.com/office/powerpoint/2010/main" val="2499533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EBITDA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2" name="Content Placeholder 1">
            <a:extLst>
              <a:ext uri="{FF2B5EF4-FFF2-40B4-BE49-F238E27FC236}">
                <a16:creationId xmlns:a16="http://schemas.microsoft.com/office/drawing/2014/main" id="{11A52672-1159-4A28-A61C-FD78777617CF}"/>
              </a:ext>
            </a:extLst>
          </p:cNvPr>
          <p:cNvPicPr>
            <a:picLocks noGrp="1" noChangeAspect="1"/>
          </p:cNvPicPr>
          <p:nvPr>
            <p:ph idx="1"/>
          </p:nvPr>
        </p:nvPicPr>
        <p:blipFill>
          <a:blip r:embed="rId3"/>
          <a:stretch>
            <a:fillRect/>
          </a:stretch>
        </p:blipFill>
        <p:spPr>
          <a:xfrm>
            <a:off x="3124200" y="953294"/>
            <a:ext cx="4436571" cy="5135563"/>
          </a:xfrm>
          <a:prstGeom prst="rect">
            <a:avLst/>
          </a:prstGeom>
        </p:spPr>
      </p:pic>
      <p:sp>
        <p:nvSpPr>
          <p:cNvPr id="4" name="TextBox 3">
            <a:extLst>
              <a:ext uri="{FF2B5EF4-FFF2-40B4-BE49-F238E27FC236}">
                <a16:creationId xmlns:a16="http://schemas.microsoft.com/office/drawing/2014/main" id="{08777B2B-8C4B-B2BC-9159-CC2C724C9DBB}"/>
              </a:ext>
            </a:extLst>
          </p:cNvPr>
          <p:cNvSpPr txBox="1"/>
          <p:nvPr/>
        </p:nvSpPr>
        <p:spPr>
          <a:xfrm>
            <a:off x="7696200" y="3124200"/>
            <a:ext cx="3886200" cy="1015663"/>
          </a:xfrm>
          <a:prstGeom prst="rect">
            <a:avLst/>
          </a:prstGeom>
          <a:noFill/>
        </p:spPr>
        <p:txBody>
          <a:bodyPr wrap="square">
            <a:spAutoFit/>
          </a:bodyPr>
          <a:lstStyle/>
          <a:p>
            <a:r>
              <a:rPr lang="en-US" sz="2000" b="0" i="0" dirty="0">
                <a:effectLst/>
                <a:latin typeface="+mj-lt"/>
              </a:rPr>
              <a:t>Example: The depreciation and </a:t>
            </a:r>
            <a:r>
              <a:rPr lang="en-US" sz="2000" b="0" i="0" dirty="0" err="1">
                <a:effectLst/>
                <a:latin typeface="+mj-lt"/>
              </a:rPr>
              <a:t>amortisation</a:t>
            </a:r>
            <a:r>
              <a:rPr lang="en-US" sz="2000" b="0" i="0" dirty="0">
                <a:effectLst/>
                <a:latin typeface="+mj-lt"/>
              </a:rPr>
              <a:t> expense for XYZ is $12,000.</a:t>
            </a:r>
            <a:endParaRPr lang="en-US" sz="2000" dirty="0">
              <a:latin typeface="+mj-lt"/>
            </a:endParaRPr>
          </a:p>
        </p:txBody>
      </p:sp>
    </p:spTree>
    <p:extLst>
      <p:ext uri="{BB962C8B-B14F-4D97-AF65-F5344CB8AC3E}">
        <p14:creationId xmlns:p14="http://schemas.microsoft.com/office/powerpoint/2010/main" val="16449578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EBITDA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152400" y="990601"/>
            <a:ext cx="11734800" cy="5135564"/>
          </a:xfrm>
        </p:spPr>
        <p:txBody>
          <a:bodyPr>
            <a:normAutofit lnSpcReduction="10000"/>
          </a:bodyPr>
          <a:lstStyle/>
          <a:p>
            <a:pPr>
              <a:buFont typeface="Wingdings" panose="05000000000000000000" pitchFamily="2" charset="2"/>
              <a:buChar char="Ø"/>
            </a:pPr>
            <a:r>
              <a:rPr lang="en-US" sz="2200" b="1" dirty="0"/>
              <a:t>Why Use EBITDA?</a:t>
            </a:r>
          </a:p>
          <a:p>
            <a:pPr>
              <a:buFont typeface="Wingdings" panose="05000000000000000000" pitchFamily="2" charset="2"/>
              <a:buChar char="Ø"/>
            </a:pPr>
            <a:r>
              <a:rPr lang="en-US" sz="2000" dirty="0"/>
              <a:t>The EBITDA metric is commonly used as a loose proxy for cash flow. It can give an analyst a quick estimate of the value of the company, as well as a valuation range by multiplying it by a valuation multiple obtained from equity research reports, publicly traded peers, and industry transactions, or M&amp;A.</a:t>
            </a:r>
          </a:p>
          <a:p>
            <a:pPr>
              <a:buFont typeface="Wingdings" panose="05000000000000000000" pitchFamily="2" charset="2"/>
              <a:buChar char="Ø"/>
            </a:pPr>
            <a:r>
              <a:rPr lang="en-US" sz="2000" dirty="0"/>
              <a:t>In addition, when a company is not making a net profit, investors can turn to EBITDA to evaluate a company. Many private equity firms use this metric because it is very good for comparing similar companies in the same industry. Business owners use it to compare their performance against their competitors.</a:t>
            </a:r>
          </a:p>
          <a:p>
            <a:pPr>
              <a:buFont typeface="Wingdings" panose="05000000000000000000" pitchFamily="2" charset="2"/>
              <a:buChar char="Ø"/>
            </a:pPr>
            <a:endParaRPr lang="en-US" sz="2000" dirty="0"/>
          </a:p>
          <a:p>
            <a:pPr>
              <a:buFont typeface="Wingdings" panose="05000000000000000000" pitchFamily="2" charset="2"/>
              <a:buChar char="Ø"/>
            </a:pPr>
            <a:r>
              <a:rPr lang="en-US" sz="2000" b="1" dirty="0"/>
              <a:t>Disadvantages</a:t>
            </a:r>
          </a:p>
          <a:p>
            <a:pPr>
              <a:buFont typeface="Wingdings" panose="05000000000000000000" pitchFamily="2" charset="2"/>
              <a:buChar char="Ø"/>
            </a:pPr>
            <a:r>
              <a:rPr lang="en-US" sz="2000" dirty="0"/>
              <a:t>EBITDA is not recognized by GAAP or IFRS. Some are skeptical (like Warren Buffett) of using it because it presents the company as if it has never paid any interest or taxes, and it shows assets as having never lost their natural value over time (no depreciation or capital expenditures are deducted).</a:t>
            </a:r>
          </a:p>
          <a:p>
            <a:pPr>
              <a:buFont typeface="Wingdings" panose="05000000000000000000" pitchFamily="2" charset="2"/>
              <a:buChar char="Ø"/>
            </a:pPr>
            <a:r>
              <a:rPr lang="en-US" sz="2000" dirty="0"/>
              <a:t>For example, a fast-growing manufacturing company may present increasing sales and EBITDA year-over-year (YoY). To expand rapidly, it acquired many fixed assets over time and all were funded with debt. Although it may seem that the company has strong top-line growth, investors should look at other metrics as well, such as capital expenditures, cash flow, and net income.</a:t>
            </a:r>
          </a:p>
        </p:txBody>
      </p:sp>
    </p:spTree>
    <p:extLst>
      <p:ext uri="{BB962C8B-B14F-4D97-AF65-F5344CB8AC3E}">
        <p14:creationId xmlns:p14="http://schemas.microsoft.com/office/powerpoint/2010/main" val="41504579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EBITDA Used in Valuation (EV/EBITDA Multiple)</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pPr>
              <a:buFont typeface="Wingdings" panose="05000000000000000000" pitchFamily="2" charset="2"/>
              <a:buChar char="Ø"/>
            </a:pPr>
            <a:r>
              <a:rPr lang="en-US" sz="2000" dirty="0"/>
              <a:t>When comparing two companies, the Enterprise Value/EBITDA ratio can be used to give investors a general idea of whether a company is overvalued (high ratio) or undervalued (low ratio). It’s important to compare companies that are similar in nature (same industry, operations, customers, margins, growth rate, etc.), as different industries have vastly different average ratios (high ratios for high-growth industries, low ratios for low-growth industries).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 metric is widely used in business valuation and is found by dividing a company’s enterprise value by EBITDA.</a:t>
            </a:r>
          </a:p>
        </p:txBody>
      </p:sp>
    </p:spTree>
    <p:extLst>
      <p:ext uri="{BB962C8B-B14F-4D97-AF65-F5344CB8AC3E}">
        <p14:creationId xmlns:p14="http://schemas.microsoft.com/office/powerpoint/2010/main" val="12098081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EBITDA Used in Valuation (EV/EBITDA Multiple)</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pPr>
              <a:buFont typeface="Wingdings" panose="05000000000000000000" pitchFamily="2" charset="2"/>
              <a:buChar char="Ø"/>
            </a:pPr>
            <a:r>
              <a:rPr lang="en-US" sz="2000" b="1" dirty="0"/>
              <a:t>EV/EBITDA Example:</a:t>
            </a:r>
          </a:p>
          <a:p>
            <a:pPr>
              <a:buFont typeface="Wingdings" panose="05000000000000000000" pitchFamily="2" charset="2"/>
              <a:buChar char="Ø"/>
            </a:pPr>
            <a:r>
              <a:rPr lang="en-US" sz="2000" dirty="0"/>
              <a:t>Company ABC and Company XYZ are competing grocery stores that operate in New York. ABC has an enterprise value of $200M and an EBITDA of $10M, while firm XYZ has an enterprise value of $300M and an EBITDA of $30M. Which company is undervalued on an EV/EBITDA basis?</a:t>
            </a:r>
          </a:p>
        </p:txBody>
      </p:sp>
      <p:pic>
        <p:nvPicPr>
          <p:cNvPr id="3" name="Picture 2">
            <a:extLst>
              <a:ext uri="{FF2B5EF4-FFF2-40B4-BE49-F238E27FC236}">
                <a16:creationId xmlns:a16="http://schemas.microsoft.com/office/drawing/2014/main" id="{894F861A-6BED-B559-72D3-13F09973462D}"/>
              </a:ext>
            </a:extLst>
          </p:cNvPr>
          <p:cNvPicPr>
            <a:picLocks noChangeAspect="1"/>
          </p:cNvPicPr>
          <p:nvPr/>
        </p:nvPicPr>
        <p:blipFill>
          <a:blip r:embed="rId3"/>
          <a:stretch>
            <a:fillRect/>
          </a:stretch>
        </p:blipFill>
        <p:spPr>
          <a:xfrm>
            <a:off x="9832" y="2667000"/>
            <a:ext cx="12192000" cy="3008313"/>
          </a:xfrm>
          <a:prstGeom prst="rect">
            <a:avLst/>
          </a:prstGeom>
        </p:spPr>
      </p:pic>
    </p:spTree>
    <p:extLst>
      <p:ext uri="{BB962C8B-B14F-4D97-AF65-F5344CB8AC3E}">
        <p14:creationId xmlns:p14="http://schemas.microsoft.com/office/powerpoint/2010/main" val="32725899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62</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EBITDA Used in Valuation (EV/EBITDA Multiple)</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pPr>
              <a:buFont typeface="Wingdings" panose="05000000000000000000" pitchFamily="2" charset="2"/>
              <a:buChar char="Ø"/>
            </a:pPr>
            <a:r>
              <a:rPr lang="en-US" sz="2000" dirty="0"/>
              <a:t>Company ABC:                                                       Company XYZ:</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EV = $200M                                                              EV = $300M</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EBITDA = $10M                                                        EBITDA = $30M</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EV/EBITDA = $200M/$10M = 20x                          EV/EBITDA = $300M/$30M = 10x</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On an EV/EBITDA basis, company XYZ is undervalued because it has a lower ratio.</a:t>
            </a:r>
          </a:p>
        </p:txBody>
      </p:sp>
    </p:spTree>
    <p:extLst>
      <p:ext uri="{BB962C8B-B14F-4D97-AF65-F5344CB8AC3E}">
        <p14:creationId xmlns:p14="http://schemas.microsoft.com/office/powerpoint/2010/main" val="6436435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63</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EBITDA Example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r>
              <a:rPr lang="en-US" sz="2000" dirty="0"/>
              <a:t>Company XYZ accounts for their $12,000 depreciation and amortization expense as a part of their operating expenses. Calculate their Earnings Before Interest Taxes Depreciation and Amortization:</a:t>
            </a:r>
          </a:p>
          <a:p>
            <a:endParaRPr lang="en-US" sz="2000" dirty="0"/>
          </a:p>
        </p:txBody>
      </p:sp>
      <p:pic>
        <p:nvPicPr>
          <p:cNvPr id="2" name="Picture 1">
            <a:extLst>
              <a:ext uri="{FF2B5EF4-FFF2-40B4-BE49-F238E27FC236}">
                <a16:creationId xmlns:a16="http://schemas.microsoft.com/office/drawing/2014/main" id="{A9E9C2F6-573F-C989-F0EF-6A04FDBFDFF3}"/>
              </a:ext>
            </a:extLst>
          </p:cNvPr>
          <p:cNvPicPr>
            <a:picLocks noChangeAspect="1"/>
          </p:cNvPicPr>
          <p:nvPr/>
        </p:nvPicPr>
        <p:blipFill>
          <a:blip r:embed="rId3"/>
          <a:stretch>
            <a:fillRect/>
          </a:stretch>
        </p:blipFill>
        <p:spPr>
          <a:xfrm>
            <a:off x="1295400" y="1828800"/>
            <a:ext cx="8001000" cy="4205761"/>
          </a:xfrm>
          <a:prstGeom prst="rect">
            <a:avLst/>
          </a:prstGeom>
        </p:spPr>
      </p:pic>
    </p:spTree>
    <p:extLst>
      <p:ext uri="{BB962C8B-B14F-4D97-AF65-F5344CB8AC3E}">
        <p14:creationId xmlns:p14="http://schemas.microsoft.com/office/powerpoint/2010/main" val="42908013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64</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EBITDA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r>
              <a:rPr lang="en-US" sz="2000" dirty="0"/>
              <a:t>EBITDA = Net Income + Tax Expense + Interest Expense + Depreciation &amp; Amortization Expense</a:t>
            </a:r>
          </a:p>
          <a:p>
            <a:endParaRPr lang="en-US" sz="2000" dirty="0"/>
          </a:p>
          <a:p>
            <a:r>
              <a:rPr lang="en-US" sz="2000" dirty="0"/>
              <a:t>= $19,000 + $19,000 + $2,000 + $12,000</a:t>
            </a:r>
          </a:p>
          <a:p>
            <a:endParaRPr lang="en-US" sz="2000" dirty="0"/>
          </a:p>
          <a:p>
            <a:r>
              <a:rPr lang="en-US" sz="2000" dirty="0"/>
              <a:t>= $52,000</a:t>
            </a:r>
          </a:p>
          <a:p>
            <a:endParaRPr lang="en-US" sz="2000" dirty="0"/>
          </a:p>
          <a:p>
            <a:r>
              <a:rPr lang="en-US" sz="2000" dirty="0"/>
              <a:t>EBITDA = Revenue – Cost of Goods Sold – Operating Expenses + Depreciation &amp; Amortization Expense</a:t>
            </a:r>
          </a:p>
          <a:p>
            <a:endParaRPr lang="en-US" sz="2000" dirty="0"/>
          </a:p>
          <a:p>
            <a:r>
              <a:rPr lang="en-US" sz="2000" dirty="0"/>
              <a:t>= $82,000 – $23,000 – $19,000 + $12,000</a:t>
            </a:r>
          </a:p>
          <a:p>
            <a:endParaRPr lang="en-US" sz="2000" dirty="0"/>
          </a:p>
          <a:p>
            <a:r>
              <a:rPr lang="en-US" sz="2000" dirty="0"/>
              <a:t>= $52,000</a:t>
            </a:r>
          </a:p>
        </p:txBody>
      </p:sp>
    </p:spTree>
    <p:extLst>
      <p:ext uri="{BB962C8B-B14F-4D97-AF65-F5344CB8AC3E}">
        <p14:creationId xmlns:p14="http://schemas.microsoft.com/office/powerpoint/2010/main" val="31729887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65</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EBITDA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r>
              <a:rPr lang="en-US" sz="2000" dirty="0"/>
              <a:t>Example Calculation #2</a:t>
            </a:r>
          </a:p>
          <a:p>
            <a:r>
              <a:rPr lang="en-US" sz="2000" dirty="0"/>
              <a:t>Company XYZ’s depreciation and amortization expense are incurred from using its machine that packages the candy the company sells. It pays 5% interest to debtholders and has a tax rate of 50%. What is XYZ’s Earnings Before Interest Taxes Depreciation and Amortization?</a:t>
            </a:r>
          </a:p>
        </p:txBody>
      </p:sp>
    </p:spTree>
    <p:extLst>
      <p:ext uri="{BB962C8B-B14F-4D97-AF65-F5344CB8AC3E}">
        <p14:creationId xmlns:p14="http://schemas.microsoft.com/office/powerpoint/2010/main" val="29752182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66</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EBITDA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3" name="Content Placeholder 2">
            <a:extLst>
              <a:ext uri="{FF2B5EF4-FFF2-40B4-BE49-F238E27FC236}">
                <a16:creationId xmlns:a16="http://schemas.microsoft.com/office/drawing/2014/main" id="{7A542EAE-5F84-3EAE-EA43-93BA494FF2D6}"/>
              </a:ext>
            </a:extLst>
          </p:cNvPr>
          <p:cNvPicPr>
            <a:picLocks noGrp="1" noChangeAspect="1"/>
          </p:cNvPicPr>
          <p:nvPr>
            <p:ph idx="1"/>
          </p:nvPr>
        </p:nvPicPr>
        <p:blipFill>
          <a:blip r:embed="rId3"/>
          <a:stretch>
            <a:fillRect/>
          </a:stretch>
        </p:blipFill>
        <p:spPr>
          <a:xfrm>
            <a:off x="609600" y="953294"/>
            <a:ext cx="10271126" cy="5135563"/>
          </a:xfrm>
          <a:prstGeom prst="rect">
            <a:avLst/>
          </a:prstGeom>
        </p:spPr>
      </p:pic>
    </p:spTree>
    <p:extLst>
      <p:ext uri="{BB962C8B-B14F-4D97-AF65-F5344CB8AC3E}">
        <p14:creationId xmlns:p14="http://schemas.microsoft.com/office/powerpoint/2010/main" val="32404572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67</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EBITDA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fontScale="92500" lnSpcReduction="10000"/>
          </a:bodyPr>
          <a:lstStyle/>
          <a:p>
            <a:pPr>
              <a:buFont typeface="Wingdings" panose="05000000000000000000" pitchFamily="2" charset="2"/>
              <a:buChar char="Ø"/>
            </a:pPr>
            <a:r>
              <a:rPr lang="en-US" sz="2000" dirty="0"/>
              <a:t>Interest expense = 5% * $40,000 (operating profit) = $2,000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Earnings Before Taxes = $40,000 (operating profit) – $2,000 (interest expense) = $38,000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Tax Expense = $38,000 (earnings before taxes) * 50% = $19,000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Net Income = $38,000 (earnings before taxes) – $19,000 (tax expense) = $19,000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Second Step: Find the depreciation and amortization expense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In the Statement of Cash Flows, the expense is listed as $12,000.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Since the expense is attributed to the machines that package the company’s candy (the depreciating asset directly helps with producing inventory), the expense will be a part of their cost of goods sold (COGS).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Third Step: Calculate Earnings Before Interest Taxes Depreciation and Amortization</a:t>
            </a:r>
          </a:p>
        </p:txBody>
      </p:sp>
    </p:spTree>
    <p:extLst>
      <p:ext uri="{BB962C8B-B14F-4D97-AF65-F5344CB8AC3E}">
        <p14:creationId xmlns:p14="http://schemas.microsoft.com/office/powerpoint/2010/main" val="3267248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EBITDA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pPr>
              <a:buFont typeface="Wingdings" panose="05000000000000000000" pitchFamily="2" charset="2"/>
              <a:buChar char="Ø"/>
            </a:pPr>
            <a:r>
              <a:rPr lang="en-US" sz="2000" dirty="0"/>
              <a:t>EBITDA = Net Income + Tax Expense + Interest Expense + Depreciation &amp; Amortization Expense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$19,000 + $19,000 + $2,000 + $12,000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$52,000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EBITDA = Revenue – Cost of Goods Sold – Operating Expenses + Depreciation &amp; Amortization Expense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$82,000 – $23,000 – $19,000 + $12,000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$52,000</a:t>
            </a:r>
          </a:p>
        </p:txBody>
      </p:sp>
    </p:spTree>
    <p:extLst>
      <p:ext uri="{BB962C8B-B14F-4D97-AF65-F5344CB8AC3E}">
        <p14:creationId xmlns:p14="http://schemas.microsoft.com/office/powerpoint/2010/main" val="22616903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Operating Margin (Return on Sales)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pPr>
              <a:buFont typeface="Wingdings" panose="05000000000000000000" pitchFamily="2" charset="2"/>
              <a:buChar char="Ø"/>
            </a:pPr>
            <a:r>
              <a:rPr lang="en-US" sz="2000" dirty="0"/>
              <a:t>Operating margin, also known as return on sales, is an important profitability ratio measuring revenue after the deduction of operating expenses. It is calculated by dividing operating income by revenue. The operating margin indicates how much of the generated sales is left when all operating expenses are paid off.</a:t>
            </a:r>
          </a:p>
        </p:txBody>
      </p:sp>
      <p:pic>
        <p:nvPicPr>
          <p:cNvPr id="2" name="Content Placeholder 1">
            <a:extLst>
              <a:ext uri="{FF2B5EF4-FFF2-40B4-BE49-F238E27FC236}">
                <a16:creationId xmlns:a16="http://schemas.microsoft.com/office/drawing/2014/main" id="{E983D671-390D-ACE7-891B-D3BEA657CCE3}"/>
              </a:ext>
            </a:extLst>
          </p:cNvPr>
          <p:cNvPicPr>
            <a:picLocks noChangeAspect="1"/>
          </p:cNvPicPr>
          <p:nvPr/>
        </p:nvPicPr>
        <p:blipFill>
          <a:blip r:embed="rId3"/>
          <a:srcRect t="15965"/>
          <a:stretch/>
        </p:blipFill>
        <p:spPr>
          <a:xfrm>
            <a:off x="2514600" y="2257424"/>
            <a:ext cx="7315200" cy="3609975"/>
          </a:xfrm>
          <a:prstGeom prst="rect">
            <a:avLst/>
          </a:prstGeom>
        </p:spPr>
      </p:pic>
    </p:spTree>
    <p:extLst>
      <p:ext uri="{BB962C8B-B14F-4D97-AF65-F5344CB8AC3E}">
        <p14:creationId xmlns:p14="http://schemas.microsoft.com/office/powerpoint/2010/main" val="29788646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Operating Margin (Return on Sales)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4" name="Content Placeholder 3">
            <a:extLst>
              <a:ext uri="{FF2B5EF4-FFF2-40B4-BE49-F238E27FC236}">
                <a16:creationId xmlns:a16="http://schemas.microsoft.com/office/drawing/2014/main" id="{31AF9ED1-79AF-7804-5071-6AB8CECF5600}"/>
              </a:ext>
            </a:extLst>
          </p:cNvPr>
          <p:cNvSpPr>
            <a:spLocks noGrp="1"/>
          </p:cNvSpPr>
          <p:nvPr>
            <p:ph idx="1"/>
          </p:nvPr>
        </p:nvSpPr>
        <p:spPr>
          <a:xfrm>
            <a:off x="609600" y="914401"/>
            <a:ext cx="10972800" cy="5211764"/>
          </a:xfrm>
        </p:spPr>
        <p:txBody>
          <a:bodyPr>
            <a:normAutofit/>
          </a:bodyPr>
          <a:lstStyle/>
          <a:p>
            <a:pPr>
              <a:buFont typeface="Wingdings" panose="05000000000000000000" pitchFamily="2" charset="2"/>
              <a:buChar char="Ø"/>
            </a:pPr>
            <a:r>
              <a:rPr lang="en-US" sz="2000" dirty="0"/>
              <a:t>In the above example, you can clearly see how to arrive at the 2022 operating margin for this company. 2022 has revenue of $118.1 million, less COGS of $48.0 million, resulting in gross profit of $70.1 million.</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From there, another $22.7 million of salaries and benefits, $10.1 million of rent and overhead and $18.2 million of depreciation and amortization expenses are deducted, to arrive at operating income of $19.1 million.</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By taking $19.1 million and dividing it by $118.1 million in revenue, we arrive at an operating margin of 16.2%, which is why operating margin is sometimes referred to as return on sales.</a:t>
            </a:r>
          </a:p>
        </p:txBody>
      </p:sp>
    </p:spTree>
    <p:extLst>
      <p:ext uri="{BB962C8B-B14F-4D97-AF65-F5344CB8AC3E}">
        <p14:creationId xmlns:p14="http://schemas.microsoft.com/office/powerpoint/2010/main" val="31941872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Operating Margin (Return on Sales)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pPr>
              <a:buFont typeface="Wingdings" panose="05000000000000000000" pitchFamily="2" charset="2"/>
              <a:buChar char="Ø"/>
            </a:pPr>
            <a:r>
              <a:rPr lang="en-US" sz="2400" b="1" dirty="0"/>
              <a:t>Key Highlights</a:t>
            </a:r>
          </a:p>
          <a:p>
            <a:pPr>
              <a:buFont typeface="Wingdings" panose="05000000000000000000" pitchFamily="2" charset="2"/>
              <a:buChar char="Ø"/>
            </a:pPr>
            <a:r>
              <a:rPr lang="en-US" sz="2000" dirty="0"/>
              <a:t>Operating margin, also known as return on sales, is an important profitability ratio measuring revenue after covering the operating expenses of a business.</a:t>
            </a:r>
          </a:p>
          <a:p>
            <a:pPr>
              <a:buFont typeface="Wingdings" panose="05000000000000000000" pitchFamily="2" charset="2"/>
              <a:buChar char="Ø"/>
            </a:pPr>
            <a:r>
              <a:rPr lang="en-US" sz="2000" dirty="0"/>
              <a:t>Operating margin is calculated by dividing operating income by revenue.</a:t>
            </a:r>
          </a:p>
          <a:p>
            <a:pPr>
              <a:buFont typeface="Wingdings" panose="05000000000000000000" pitchFamily="2" charset="2"/>
              <a:buChar char="Ø"/>
            </a:pPr>
            <a:r>
              <a:rPr lang="en-US" sz="2000" dirty="0"/>
              <a:t>A business that can generate operating profit rather than a loss is a positive sign for potential investors and existing creditors. This means the company’s operating margin creates value for shareholders and continuous loan servicing for lenders.</a:t>
            </a:r>
          </a:p>
        </p:txBody>
      </p:sp>
    </p:spTree>
    <p:extLst>
      <p:ext uri="{BB962C8B-B14F-4D97-AF65-F5344CB8AC3E}">
        <p14:creationId xmlns:p14="http://schemas.microsoft.com/office/powerpoint/2010/main" val="40284779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72</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Operating Margin (Return on Sales)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1201400" cy="5365750"/>
          </a:xfrm>
        </p:spPr>
        <p:txBody>
          <a:bodyPr>
            <a:normAutofit/>
          </a:bodyPr>
          <a:lstStyle/>
          <a:p>
            <a:r>
              <a:rPr lang="en-US" sz="2400" b="1" dirty="0"/>
              <a:t>Operating Margin Formula</a:t>
            </a:r>
          </a:p>
          <a:p>
            <a:r>
              <a:rPr lang="en-US" sz="2000" dirty="0"/>
              <a:t>Operating Margin = Operating Income / Revenue</a:t>
            </a:r>
          </a:p>
          <a:p>
            <a:r>
              <a:rPr lang="en-US" sz="2000" dirty="0"/>
              <a:t>Another example: DT Clinton Manufacturing company reported on $125 million in revenue in its 2022 annual income statement. Operating income before tax was $45 million after deducting $80 million in operating expenses for the year. As a result, the company has an operating margin of 36%. In other words, for every dollar in sales achieved, $0.36 cents is retained as operating profit.</a:t>
            </a:r>
          </a:p>
          <a:p>
            <a:r>
              <a:rPr lang="en-US" sz="2400" b="1" dirty="0"/>
              <a:t>Why is Profit Margin Important in Business?</a:t>
            </a:r>
          </a:p>
          <a:p>
            <a:r>
              <a:rPr lang="en-US" sz="2000" dirty="0"/>
              <a:t>A business that can generate operating profit rather than operating at a loss is a positive sign for potential investors and existing creditors. This means that the company’s operating margin creates value for shareholders and continuous loan servicing for lenders. The higher the margin a company has, all things being equal, the less financial risk it has. However, different industries will have different operating margins so any comparisons made should be relative to other, similar companies in the same industry. Continued increases in profit margin over time shows that profitability is improving. This may either be attributed to efficient control of operating costs or other factors that influence revenue, such as higher pricing, better marketing and increases in customer demand.</a:t>
            </a:r>
          </a:p>
        </p:txBody>
      </p:sp>
    </p:spTree>
    <p:extLst>
      <p:ext uri="{BB962C8B-B14F-4D97-AF65-F5344CB8AC3E}">
        <p14:creationId xmlns:p14="http://schemas.microsoft.com/office/powerpoint/2010/main" val="26458582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73</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Operating Margin (Return on Sales)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r>
              <a:rPr lang="en-US" sz="2400" b="1" dirty="0"/>
              <a:t>Operating Margin/Profit Drawbacks</a:t>
            </a:r>
          </a:p>
          <a:p>
            <a:r>
              <a:rPr lang="en-US" sz="2000" dirty="0"/>
              <a:t>Operating profit is an accounting metric and, therefore, not an indicator of economic value or cash flow. Profit includes several non-cash expenses such as depreciation and amortization, stock-based compensation, and other items. Conversely, it doesn’t include capital expenditures and changes in working capital.</a:t>
            </a:r>
          </a:p>
          <a:p>
            <a:endParaRPr lang="en-US" sz="2000" dirty="0"/>
          </a:p>
          <a:p>
            <a:r>
              <a:rPr lang="en-US" sz="2000" dirty="0"/>
              <a:t>In conjunction, these various items that are included or excluded can cause cash flow (the ultimate driver of value for a business) to be very different (higher or lower) than operating profit.</a:t>
            </a:r>
          </a:p>
        </p:txBody>
      </p:sp>
    </p:spTree>
    <p:extLst>
      <p:ext uri="{BB962C8B-B14F-4D97-AF65-F5344CB8AC3E}">
        <p14:creationId xmlns:p14="http://schemas.microsoft.com/office/powerpoint/2010/main" val="806909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74</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Gross Profit Margin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r>
              <a:rPr lang="en-US" sz="2000" dirty="0"/>
              <a:t>The gross profit margin looks at the company’s profitability of production. It reveals whether a business sells its products at higher prices than their actual cost. The higher the gross margin, the more money there is to cover other expenses.</a:t>
            </a:r>
          </a:p>
          <a:p>
            <a:r>
              <a:rPr lang="en-US" sz="2000" dirty="0"/>
              <a:t>Note that direct costs (see the Income Statement) comprise the costs of the goods sold (COGS) and not the ones that have been produced and warehoused (the inventory).It’s rare to see negative margins at this level―if the produced items cost more than people are willing to pay, then the business is a non-starter.</a:t>
            </a:r>
          </a:p>
        </p:txBody>
      </p:sp>
      <p:pic>
        <p:nvPicPr>
          <p:cNvPr id="3" name="Picture 2">
            <a:extLst>
              <a:ext uri="{FF2B5EF4-FFF2-40B4-BE49-F238E27FC236}">
                <a16:creationId xmlns:a16="http://schemas.microsoft.com/office/drawing/2014/main" id="{C6B5E6D7-A495-C299-861B-AF878FCDCBB9}"/>
              </a:ext>
            </a:extLst>
          </p:cNvPr>
          <p:cNvPicPr>
            <a:picLocks noChangeAspect="1"/>
          </p:cNvPicPr>
          <p:nvPr/>
        </p:nvPicPr>
        <p:blipFill>
          <a:blip r:embed="rId3"/>
          <a:srcRect t="10062"/>
          <a:stretch/>
        </p:blipFill>
        <p:spPr>
          <a:xfrm>
            <a:off x="1070861" y="3436374"/>
            <a:ext cx="10050278" cy="1362286"/>
          </a:xfrm>
          <a:prstGeom prst="rect">
            <a:avLst/>
          </a:prstGeom>
        </p:spPr>
      </p:pic>
    </p:spTree>
    <p:extLst>
      <p:ext uri="{BB962C8B-B14F-4D97-AF65-F5344CB8AC3E}">
        <p14:creationId xmlns:p14="http://schemas.microsoft.com/office/powerpoint/2010/main" val="8254496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75</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Cash Flow Margin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pPr>
              <a:buFont typeface="Wingdings" panose="05000000000000000000" pitchFamily="2" charset="2"/>
              <a:buChar char="Ø"/>
            </a:pPr>
            <a:r>
              <a:rPr lang="en-US" sz="2000" dirty="0"/>
              <a:t>Expresses the relationship between cash flows from operating activities and sales generated by the business. It measures the ability of the company to convert sales into cash. The higher the percentage of cash flow, the more cash available from sales to pay for suppliers, dividends, utilities, and service debt, as well as to purchase capital assets. Negative cash flow, however, means that even if the business is generating sales or profits, it may still be losing money. In the instance of a company with inadequate cash flow, the company may opt to borrow funds or to raise money through investors in order to keep operations going.</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Managing cash flow is critical to a company’s success because always having adequate cash flow both minimizes expenses (e.g., avoid late payment fees and extra interest expense) and enables a company to take advantage of any extra profit or growth opportunities that may arise (e.g. the opportunity to purchase at a substantial discount the inventory of a competitor who goes out of business).</a:t>
            </a:r>
          </a:p>
        </p:txBody>
      </p:sp>
    </p:spTree>
    <p:extLst>
      <p:ext uri="{BB962C8B-B14F-4D97-AF65-F5344CB8AC3E}">
        <p14:creationId xmlns:p14="http://schemas.microsoft.com/office/powerpoint/2010/main" val="48019060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76</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Cash Flow Margin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pPr>
              <a:buFont typeface="Wingdings" panose="05000000000000000000" pitchFamily="2" charset="2"/>
              <a:buChar char="Ø"/>
            </a:pPr>
            <a:r>
              <a:rPr lang="en-US" sz="2400" b="1" dirty="0"/>
              <a:t>What is Operating Cash Flow?</a:t>
            </a:r>
          </a:p>
          <a:p>
            <a:pPr>
              <a:buFont typeface="Wingdings" panose="05000000000000000000" pitchFamily="2" charset="2"/>
              <a:buChar char="Ø"/>
            </a:pPr>
            <a:r>
              <a:rPr lang="en-US" sz="2000" dirty="0"/>
              <a:t>Operating Cash Flow (OCF) is the amount of cash generated by the regular operating activities of a business within a specific time period.</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 formula for each company will be a little different, but the basic structure always consists of the three same elements: 1) OCF begins with net income, 2) adds back any non-cash items, 3) and adjusts for changes in net working capital. Summing these three elements together arrives at the total cash generated or consumed by operations in the period.</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When performing financial analysis, operating cash flow should be used in conjunction with net income, free cash flow (FCF), and other metrics to properly assess a company’s performance and financial health.</a:t>
            </a:r>
          </a:p>
        </p:txBody>
      </p:sp>
    </p:spTree>
    <p:extLst>
      <p:ext uri="{BB962C8B-B14F-4D97-AF65-F5344CB8AC3E}">
        <p14:creationId xmlns:p14="http://schemas.microsoft.com/office/powerpoint/2010/main" val="7250107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77</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Cash Flow Margin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2" name="Content Placeholder 1">
            <a:extLst>
              <a:ext uri="{FF2B5EF4-FFF2-40B4-BE49-F238E27FC236}">
                <a16:creationId xmlns:a16="http://schemas.microsoft.com/office/drawing/2014/main" id="{3B164ACC-1505-D101-BC2C-374D5F1E9BE3}"/>
              </a:ext>
            </a:extLst>
          </p:cNvPr>
          <p:cNvPicPr>
            <a:picLocks noGrp="1" noChangeAspect="1"/>
          </p:cNvPicPr>
          <p:nvPr>
            <p:ph idx="1"/>
          </p:nvPr>
        </p:nvPicPr>
        <p:blipFill>
          <a:blip r:embed="rId3"/>
          <a:stretch>
            <a:fillRect/>
          </a:stretch>
        </p:blipFill>
        <p:spPr>
          <a:xfrm>
            <a:off x="457200" y="1026601"/>
            <a:ext cx="9753600" cy="5057775"/>
          </a:xfrm>
          <a:prstGeom prst="rect">
            <a:avLst/>
          </a:prstGeom>
        </p:spPr>
      </p:pic>
    </p:spTree>
    <p:extLst>
      <p:ext uri="{BB962C8B-B14F-4D97-AF65-F5344CB8AC3E}">
        <p14:creationId xmlns:p14="http://schemas.microsoft.com/office/powerpoint/2010/main" val="30550711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Cash Flow Margin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pPr>
              <a:buFont typeface="Wingdings" panose="05000000000000000000" pitchFamily="2" charset="2"/>
              <a:buChar char="Ø"/>
            </a:pPr>
            <a:r>
              <a:rPr lang="en-US" sz="2400" b="1" dirty="0"/>
              <a:t>Key Highlights</a:t>
            </a:r>
          </a:p>
          <a:p>
            <a:pPr>
              <a:buFont typeface="Wingdings" panose="05000000000000000000" pitchFamily="2" charset="2"/>
              <a:buChar char="Ø"/>
            </a:pPr>
            <a:r>
              <a:rPr lang="en-US" sz="2000" dirty="0"/>
              <a:t>Operating cash flow (OCF) is how much cash a company generated (or consumed) from its operating activities during a period.</a:t>
            </a:r>
          </a:p>
          <a:p>
            <a:pPr>
              <a:buFont typeface="Wingdings" panose="05000000000000000000" pitchFamily="2" charset="2"/>
              <a:buChar char="Ø"/>
            </a:pPr>
            <a:r>
              <a:rPr lang="en-US" sz="2000" dirty="0"/>
              <a:t>The OCF calculation will always include the following three components: 1) net income, 2) plus non-cash expenses, and 3) minus the net increase in net working capital.</a:t>
            </a:r>
          </a:p>
          <a:p>
            <a:pPr>
              <a:buFont typeface="Wingdings" panose="05000000000000000000" pitchFamily="2" charset="2"/>
              <a:buChar char="Ø"/>
            </a:pPr>
            <a:r>
              <a:rPr lang="en-US" sz="2000" dirty="0"/>
              <a:t>Financial analysts will look at OCF, along with free cash flow (FCF) and net income, to analyze a company’s profitability.</a:t>
            </a:r>
          </a:p>
        </p:txBody>
      </p:sp>
    </p:spTree>
    <p:extLst>
      <p:ext uri="{BB962C8B-B14F-4D97-AF65-F5344CB8AC3E}">
        <p14:creationId xmlns:p14="http://schemas.microsoft.com/office/powerpoint/2010/main" val="15297312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Cash Flow Margin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152400" y="990601"/>
            <a:ext cx="12115800" cy="5365750"/>
          </a:xfrm>
        </p:spPr>
        <p:txBody>
          <a:bodyPr>
            <a:normAutofit/>
          </a:bodyPr>
          <a:lstStyle/>
          <a:p>
            <a:pPr>
              <a:buFont typeface="Wingdings" panose="05000000000000000000" pitchFamily="2" charset="2"/>
              <a:buChar char="Ø"/>
            </a:pPr>
            <a:r>
              <a:rPr lang="en-US" sz="2400" b="1" dirty="0"/>
              <a:t>Operating Cash Flow Example</a:t>
            </a:r>
          </a:p>
          <a:p>
            <a:pPr>
              <a:buFont typeface="Wingdings" panose="05000000000000000000" pitchFamily="2" charset="2"/>
              <a:buChar char="Ø"/>
            </a:pPr>
            <a:r>
              <a:rPr lang="en-US" sz="2000" dirty="0"/>
              <a:t>Below is an example of operating cash flow (OCF) using Amazon’s 2022 annual report.</a:t>
            </a:r>
          </a:p>
          <a:p>
            <a:pPr>
              <a:buFont typeface="Wingdings" panose="05000000000000000000" pitchFamily="2" charset="2"/>
              <a:buChar char="Ø"/>
            </a:pPr>
            <a:r>
              <a:rPr lang="en-US" sz="2000" dirty="0"/>
              <a:t>As you can see, the consolidated statement of cash flows is organized into three distinct sections, with operating activities at the top, then investing activities, and finally, financing activities. In addition to those three sections, the statement also shows the starting cash balance, total change for the period, and ending balance.</a:t>
            </a:r>
          </a:p>
          <a:p>
            <a:pPr>
              <a:buFont typeface="Wingdings" panose="05000000000000000000" pitchFamily="2" charset="2"/>
              <a:buChar char="Ø"/>
            </a:pPr>
            <a:r>
              <a:rPr lang="en-US" sz="2000" b="1" dirty="0"/>
              <a:t>Let’s analyse how the operating section works:</a:t>
            </a:r>
          </a:p>
          <a:p>
            <a:pPr>
              <a:buFont typeface="Wingdings" panose="05000000000000000000" pitchFamily="2" charset="2"/>
              <a:buChar char="Ø"/>
            </a:pPr>
            <a:r>
              <a:rPr lang="en-US" sz="2000" dirty="0"/>
              <a:t>Net income from the bottom of the income statement is used as the starting point</a:t>
            </a:r>
          </a:p>
          <a:p>
            <a:pPr>
              <a:buFont typeface="Wingdings" panose="05000000000000000000" pitchFamily="2" charset="2"/>
              <a:buChar char="Ø"/>
            </a:pPr>
            <a:r>
              <a:rPr lang="en-US" sz="2000" dirty="0"/>
              <a:t>All non-cash items are “added back,” meaning any accruals are reversed, including:</a:t>
            </a:r>
          </a:p>
          <a:p>
            <a:pPr>
              <a:buFont typeface="Wingdings" panose="05000000000000000000" pitchFamily="2" charset="2"/>
              <a:buChar char="Ø"/>
            </a:pPr>
            <a:r>
              <a:rPr lang="en-US" sz="2000" dirty="0"/>
              <a:t>Depreciation and amortization is the accrual-based expensing of capital the company invested in maintaining its property, equipment, website, software, etc.</a:t>
            </a:r>
          </a:p>
          <a:p>
            <a:pPr>
              <a:buFont typeface="Wingdings" panose="05000000000000000000" pitchFamily="2" charset="2"/>
              <a:buChar char="Ø"/>
            </a:pPr>
            <a:r>
              <a:rPr lang="en-US" sz="2000" dirty="0"/>
              <a:t>Stock-based compensation is expensed but not paid out with actual cash; instead, this compensation is paid with the issuance of shares to key employees</a:t>
            </a:r>
          </a:p>
          <a:p>
            <a:pPr>
              <a:buFont typeface="Wingdings" panose="05000000000000000000" pitchFamily="2" charset="2"/>
              <a:buChar char="Ø"/>
            </a:pPr>
            <a:r>
              <a:rPr lang="en-US" sz="2000" dirty="0"/>
              <a:t>Other expense/income could include various items such as unrealized gains or losses or other accrued items</a:t>
            </a:r>
          </a:p>
          <a:p>
            <a:pPr>
              <a:buFont typeface="Wingdings" panose="05000000000000000000" pitchFamily="2" charset="2"/>
              <a:buChar char="Ø"/>
            </a:pPr>
            <a:r>
              <a:rPr lang="en-US" sz="2000" dirty="0"/>
              <a:t>Deferred taxes arise from the difference between accounting methods companies use when filing their taxes vs those needed for filing their financial statements</a:t>
            </a:r>
          </a:p>
        </p:txBody>
      </p:sp>
    </p:spTree>
    <p:extLst>
      <p:ext uri="{BB962C8B-B14F-4D97-AF65-F5344CB8AC3E}">
        <p14:creationId xmlns:p14="http://schemas.microsoft.com/office/powerpoint/2010/main" val="34603351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80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Cash Flow Margin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5" name="Content Placeholder 4">
            <a:extLst>
              <a:ext uri="{FF2B5EF4-FFF2-40B4-BE49-F238E27FC236}">
                <a16:creationId xmlns:a16="http://schemas.microsoft.com/office/drawing/2014/main" id="{6053FCB4-48B4-FD6C-7E6F-DCB0EFCB20E0}"/>
              </a:ext>
            </a:extLst>
          </p:cNvPr>
          <p:cNvSpPr>
            <a:spLocks noGrp="1"/>
          </p:cNvSpPr>
          <p:nvPr>
            <p:ph idx="1"/>
          </p:nvPr>
        </p:nvSpPr>
        <p:spPr>
          <a:xfrm>
            <a:off x="609600" y="990601"/>
            <a:ext cx="10972800" cy="5135564"/>
          </a:xfrm>
        </p:spPr>
        <p:txBody>
          <a:bodyPr>
            <a:normAutofit/>
          </a:bodyPr>
          <a:lstStyle/>
          <a:p>
            <a:pPr>
              <a:buFont typeface="Wingdings" panose="05000000000000000000" pitchFamily="2" charset="2"/>
              <a:buChar char="Ø"/>
            </a:pPr>
            <a:r>
              <a:rPr lang="en-US" sz="2000" dirty="0"/>
              <a:t>Change in working capital (operating assets and liabilities) adjustments include:</a:t>
            </a:r>
          </a:p>
          <a:p>
            <a:pPr>
              <a:buFont typeface="Wingdings" panose="05000000000000000000" pitchFamily="2" charset="2"/>
              <a:buChar char="Ø"/>
            </a:pPr>
            <a:r>
              <a:rPr lang="en-US" sz="2000" dirty="0"/>
              <a:t>When inventory on the balance sheet goes up, it results in a reduction of cash (or vice versa)</a:t>
            </a:r>
          </a:p>
          <a:p>
            <a:pPr>
              <a:buFont typeface="Wingdings" panose="05000000000000000000" pitchFamily="2" charset="2"/>
              <a:buChar char="Ø"/>
            </a:pPr>
            <a:r>
              <a:rPr lang="en-US" sz="2000" dirty="0"/>
              <a:t>When accounts receivable increases, it also creates a reduction of cash, as it means a portion of the revenues recorded have not yet been paid by customers</a:t>
            </a:r>
          </a:p>
          <a:p>
            <a:pPr>
              <a:buFont typeface="Wingdings" panose="05000000000000000000" pitchFamily="2" charset="2"/>
              <a:buChar char="Ø"/>
            </a:pPr>
            <a:r>
              <a:rPr lang="en-US" sz="2000" dirty="0"/>
              <a:t>When accounts payable, accrued expenses, and unearned revenue increase, they cause an increase in cash.</a:t>
            </a:r>
          </a:p>
          <a:p>
            <a:pPr>
              <a:buFont typeface="Wingdings" panose="05000000000000000000" pitchFamily="2" charset="2"/>
              <a:buChar char="Ø"/>
            </a:pPr>
            <a:endParaRPr lang="en-US" sz="2000" dirty="0"/>
          </a:p>
        </p:txBody>
      </p:sp>
    </p:spTree>
    <p:extLst>
      <p:ext uri="{BB962C8B-B14F-4D97-AF65-F5344CB8AC3E}">
        <p14:creationId xmlns:p14="http://schemas.microsoft.com/office/powerpoint/2010/main" val="19981876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81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Cash Flow Margin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2" name="Content Placeholder 1">
            <a:extLst>
              <a:ext uri="{FF2B5EF4-FFF2-40B4-BE49-F238E27FC236}">
                <a16:creationId xmlns:a16="http://schemas.microsoft.com/office/drawing/2014/main" id="{910A27A0-EDB2-57A0-A569-FCFC3B2BFF4C}"/>
              </a:ext>
            </a:extLst>
          </p:cNvPr>
          <p:cNvPicPr>
            <a:picLocks noGrp="1" noChangeAspect="1"/>
          </p:cNvPicPr>
          <p:nvPr>
            <p:ph idx="1"/>
          </p:nvPr>
        </p:nvPicPr>
        <p:blipFill>
          <a:blip r:embed="rId3"/>
          <a:srcRect b="48837"/>
          <a:stretch/>
        </p:blipFill>
        <p:spPr>
          <a:xfrm>
            <a:off x="1419532" y="813467"/>
            <a:ext cx="9906000" cy="5488959"/>
          </a:xfrm>
          <a:prstGeom prst="rect">
            <a:avLst/>
          </a:prstGeom>
        </p:spPr>
      </p:pic>
    </p:spTree>
    <p:extLst>
      <p:ext uri="{BB962C8B-B14F-4D97-AF65-F5344CB8AC3E}">
        <p14:creationId xmlns:p14="http://schemas.microsoft.com/office/powerpoint/2010/main" val="325849722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82</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Cash Flow Margin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2" name="Content Placeholder 1">
            <a:extLst>
              <a:ext uri="{FF2B5EF4-FFF2-40B4-BE49-F238E27FC236}">
                <a16:creationId xmlns:a16="http://schemas.microsoft.com/office/drawing/2014/main" id="{747B1DD0-FB1A-0155-B0E5-481E114EA061}"/>
              </a:ext>
            </a:extLst>
          </p:cNvPr>
          <p:cNvPicPr>
            <a:picLocks noGrp="1" noChangeAspect="1"/>
          </p:cNvPicPr>
          <p:nvPr>
            <p:ph idx="1"/>
          </p:nvPr>
        </p:nvPicPr>
        <p:blipFill>
          <a:blip r:embed="rId3"/>
          <a:srcRect t="50448"/>
          <a:stretch/>
        </p:blipFill>
        <p:spPr>
          <a:xfrm>
            <a:off x="929379" y="914400"/>
            <a:ext cx="9738621" cy="5226311"/>
          </a:xfrm>
          <a:prstGeom prst="rect">
            <a:avLst/>
          </a:prstGeom>
        </p:spPr>
      </p:pic>
    </p:spTree>
    <p:extLst>
      <p:ext uri="{BB962C8B-B14F-4D97-AF65-F5344CB8AC3E}">
        <p14:creationId xmlns:p14="http://schemas.microsoft.com/office/powerpoint/2010/main" val="14034332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83</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Cash Flow Margin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4" name="Content Placeholder 3">
            <a:extLst>
              <a:ext uri="{FF2B5EF4-FFF2-40B4-BE49-F238E27FC236}">
                <a16:creationId xmlns:a16="http://schemas.microsoft.com/office/drawing/2014/main" id="{672A0380-73AC-7A2E-38C4-888850F807E3}"/>
              </a:ext>
            </a:extLst>
          </p:cNvPr>
          <p:cNvSpPr>
            <a:spLocks noGrp="1"/>
          </p:cNvSpPr>
          <p:nvPr>
            <p:ph idx="1"/>
          </p:nvPr>
        </p:nvSpPr>
        <p:spPr>
          <a:xfrm>
            <a:off x="609600" y="990599"/>
            <a:ext cx="10972800" cy="5135565"/>
          </a:xfrm>
        </p:spPr>
        <p:txBody>
          <a:bodyPr>
            <a:normAutofit/>
          </a:bodyPr>
          <a:lstStyle/>
          <a:p>
            <a:r>
              <a:rPr lang="en-US" sz="2400" b="1" dirty="0"/>
              <a:t>Operating Cash Flow Formula</a:t>
            </a:r>
          </a:p>
          <a:p>
            <a:r>
              <a:rPr lang="en-US" sz="2000" dirty="0"/>
              <a:t>Whether you’re an accountant, a financial analyst, or a private investor, it’s important to know how to calculate how much cash flow was generated in a period. We sometimes take for granted when reading financial statements how many steps are actually involved in the calculation.</a:t>
            </a:r>
          </a:p>
          <a:p>
            <a:endParaRPr lang="en-US" sz="2000" dirty="0"/>
          </a:p>
          <a:p>
            <a:r>
              <a:rPr lang="en-US" sz="2000" dirty="0"/>
              <a:t>Let’s analyze the operating cash flow formula and each of the various components.</a:t>
            </a:r>
          </a:p>
          <a:p>
            <a:endParaRPr lang="en-US" sz="2000" dirty="0"/>
          </a:p>
          <a:p>
            <a:r>
              <a:rPr lang="en-US" sz="2000" dirty="0"/>
              <a:t>Formula (short form): </a:t>
            </a:r>
          </a:p>
          <a:p>
            <a:endParaRPr lang="en-US" sz="2000" dirty="0"/>
          </a:p>
          <a:p>
            <a:r>
              <a:rPr lang="en-US" sz="2000" dirty="0"/>
              <a:t>Operating Cash Flow = Net Income + Non-Cash Expenses – Increase in Working Capital</a:t>
            </a:r>
          </a:p>
        </p:txBody>
      </p:sp>
    </p:spTree>
    <p:extLst>
      <p:ext uri="{BB962C8B-B14F-4D97-AF65-F5344CB8AC3E}">
        <p14:creationId xmlns:p14="http://schemas.microsoft.com/office/powerpoint/2010/main" val="29650969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84</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Cash Flow Margin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2" name="Content Placeholder 1">
            <a:extLst>
              <a:ext uri="{FF2B5EF4-FFF2-40B4-BE49-F238E27FC236}">
                <a16:creationId xmlns:a16="http://schemas.microsoft.com/office/drawing/2014/main" id="{096BCE96-5716-E3CE-8C69-2EF2FBD9656C}"/>
              </a:ext>
            </a:extLst>
          </p:cNvPr>
          <p:cNvPicPr>
            <a:picLocks noGrp="1" noChangeAspect="1"/>
          </p:cNvPicPr>
          <p:nvPr>
            <p:ph idx="1"/>
          </p:nvPr>
        </p:nvPicPr>
        <p:blipFill>
          <a:blip r:embed="rId3"/>
          <a:stretch>
            <a:fillRect/>
          </a:stretch>
        </p:blipFill>
        <p:spPr>
          <a:xfrm>
            <a:off x="942512" y="975417"/>
            <a:ext cx="9573088" cy="5135563"/>
          </a:xfrm>
          <a:prstGeom prst="rect">
            <a:avLst/>
          </a:prstGeom>
        </p:spPr>
      </p:pic>
    </p:spTree>
    <p:extLst>
      <p:ext uri="{BB962C8B-B14F-4D97-AF65-F5344CB8AC3E}">
        <p14:creationId xmlns:p14="http://schemas.microsoft.com/office/powerpoint/2010/main" val="36268931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85</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Cash Flow Margin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4" name="Content Placeholder 3">
            <a:extLst>
              <a:ext uri="{FF2B5EF4-FFF2-40B4-BE49-F238E27FC236}">
                <a16:creationId xmlns:a16="http://schemas.microsoft.com/office/drawing/2014/main" id="{672A0380-73AC-7A2E-38C4-888850F807E3}"/>
              </a:ext>
            </a:extLst>
          </p:cNvPr>
          <p:cNvSpPr>
            <a:spLocks noGrp="1"/>
          </p:cNvSpPr>
          <p:nvPr>
            <p:ph idx="1"/>
          </p:nvPr>
        </p:nvSpPr>
        <p:spPr>
          <a:xfrm>
            <a:off x="609600" y="990599"/>
            <a:ext cx="10972800" cy="5135565"/>
          </a:xfrm>
        </p:spPr>
        <p:txBody>
          <a:bodyPr>
            <a:normAutofit/>
          </a:bodyPr>
          <a:lstStyle/>
          <a:p>
            <a:r>
              <a:rPr lang="en-US" sz="2000" dirty="0"/>
              <a:t>Using the short-form version of the operating cash flow formula, we can clearly see the three basic elements in every OCF calculation.</a:t>
            </a:r>
          </a:p>
          <a:p>
            <a:endParaRPr lang="en-US" sz="2000" dirty="0"/>
          </a:p>
          <a:p>
            <a:r>
              <a:rPr lang="en-US" sz="2400" b="1" dirty="0"/>
              <a:t>Net Income: </a:t>
            </a:r>
            <a:r>
              <a:rPr lang="en-US" sz="2000" dirty="0"/>
              <a:t>Net income is the net after-tax profit of the business from the bottom of the income statement. It is the direct link between the income statement and the cash flow statement.</a:t>
            </a:r>
          </a:p>
          <a:p>
            <a:r>
              <a:rPr lang="en-US" sz="2400" b="1" dirty="0"/>
              <a:t>Non-cash Expenses: </a:t>
            </a:r>
            <a:r>
              <a:rPr lang="en-US" sz="2000" dirty="0"/>
              <a:t>Non-cash expenses are all accrual-based expenses that are not actually paid for with cash or credit in a given period. The most common examples of non-cash expenses include depreciation and amortization, stock-based compensation, deferred tax, impairment charges, and unrealized gains or losses.</a:t>
            </a:r>
          </a:p>
          <a:p>
            <a:r>
              <a:rPr lang="en-US" sz="2400" b="1" dirty="0"/>
              <a:t>Non-cash Working Capital: </a:t>
            </a:r>
            <a:r>
              <a:rPr lang="en-US" sz="2000" dirty="0"/>
              <a:t>Non-cash working capital is all current assets (except for cash) less all current liabilities (except for debt). An increase in current assets causes a reduction in cash, while an increase in current liabilities causes an increase in cash.</a:t>
            </a:r>
          </a:p>
        </p:txBody>
      </p:sp>
    </p:spTree>
    <p:extLst>
      <p:ext uri="{BB962C8B-B14F-4D97-AF65-F5344CB8AC3E}">
        <p14:creationId xmlns:p14="http://schemas.microsoft.com/office/powerpoint/2010/main" val="17598115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86</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Cash Flow Margin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4" name="Content Placeholder 3">
            <a:extLst>
              <a:ext uri="{FF2B5EF4-FFF2-40B4-BE49-F238E27FC236}">
                <a16:creationId xmlns:a16="http://schemas.microsoft.com/office/drawing/2014/main" id="{672A0380-73AC-7A2E-38C4-888850F807E3}"/>
              </a:ext>
            </a:extLst>
          </p:cNvPr>
          <p:cNvSpPr>
            <a:spLocks noGrp="1"/>
          </p:cNvSpPr>
          <p:nvPr>
            <p:ph idx="1"/>
          </p:nvPr>
        </p:nvSpPr>
        <p:spPr>
          <a:xfrm>
            <a:off x="609600" y="990599"/>
            <a:ext cx="10972800" cy="5135565"/>
          </a:xfrm>
        </p:spPr>
        <p:txBody>
          <a:bodyPr>
            <a:normAutofit/>
          </a:bodyPr>
          <a:lstStyle/>
          <a:p>
            <a:r>
              <a:rPr lang="en-US" sz="2400" b="1" dirty="0"/>
              <a:t>Formula (long form):</a:t>
            </a:r>
          </a:p>
          <a:p>
            <a:endParaRPr lang="en-US" sz="2000" dirty="0"/>
          </a:p>
          <a:p>
            <a:r>
              <a:rPr lang="en-US" sz="2000" dirty="0"/>
              <a:t>Operating Cash Flow = Net Income + Depreciation &amp; Amortization + Stock-Based Compensation + Deferred Tax + Other Non-Cash Items – Increase in Accounts Receivable – Increase in Inventory + Increase in Accounts Payable + Increase in Accrued Expenses + Increase in Deferred Revenue</a:t>
            </a:r>
          </a:p>
          <a:p>
            <a:r>
              <a:rPr lang="en-US" sz="2000" dirty="0"/>
              <a:t>The formulas above are meant to give you an idea of how to perform the calculation on your own; however, they are not entirely exhaustive.</a:t>
            </a:r>
          </a:p>
          <a:p>
            <a:endParaRPr lang="en-US" sz="2000" dirty="0"/>
          </a:p>
          <a:p>
            <a:r>
              <a:rPr lang="en-US" sz="2000" dirty="0"/>
              <a:t>There can be additional non-cash items and additional changes in current assets or current liabilities that are not listed above. The key is to ensure that all items are accounted for, and this will vary from company to company.</a:t>
            </a:r>
          </a:p>
        </p:txBody>
      </p:sp>
    </p:spTree>
    <p:extLst>
      <p:ext uri="{BB962C8B-B14F-4D97-AF65-F5344CB8AC3E}">
        <p14:creationId xmlns:p14="http://schemas.microsoft.com/office/powerpoint/2010/main" val="258409294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87</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Cash Flow Margin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4" name="Content Placeholder 3">
            <a:extLst>
              <a:ext uri="{FF2B5EF4-FFF2-40B4-BE49-F238E27FC236}">
                <a16:creationId xmlns:a16="http://schemas.microsoft.com/office/drawing/2014/main" id="{672A0380-73AC-7A2E-38C4-888850F807E3}"/>
              </a:ext>
            </a:extLst>
          </p:cNvPr>
          <p:cNvSpPr>
            <a:spLocks noGrp="1"/>
          </p:cNvSpPr>
          <p:nvPr>
            <p:ph idx="1"/>
          </p:nvPr>
        </p:nvSpPr>
        <p:spPr>
          <a:xfrm>
            <a:off x="609600" y="990599"/>
            <a:ext cx="10972800" cy="5135565"/>
          </a:xfrm>
        </p:spPr>
        <p:txBody>
          <a:bodyPr>
            <a:normAutofit/>
          </a:bodyPr>
          <a:lstStyle/>
          <a:p>
            <a:r>
              <a:rPr lang="en-US" sz="2400" b="1" dirty="0"/>
              <a:t>Operating Cash Flow vs Net Income</a:t>
            </a:r>
          </a:p>
          <a:p>
            <a:r>
              <a:rPr lang="en-US" sz="2000" dirty="0"/>
              <a:t>Net income and earnings per share (EPS) are two of the most frequently referenced financial metrics, so how are they different from operating cash flow? The main difference comes down to accounting rules such as the matching principle and the accrual principle when preparing financial statements.</a:t>
            </a:r>
          </a:p>
          <a:p>
            <a:endParaRPr lang="en-US" sz="2000" dirty="0"/>
          </a:p>
          <a:p>
            <a:r>
              <a:rPr lang="en-US" sz="2000" dirty="0"/>
              <a:t>Net income includes various sorts of expenses, some that may have actually been paid for and some that may have simply been created by accounting principles (such as depreciation).</a:t>
            </a:r>
          </a:p>
          <a:p>
            <a:endParaRPr lang="en-US" sz="2000" dirty="0"/>
          </a:p>
          <a:p>
            <a:r>
              <a:rPr lang="en-US" sz="2000" dirty="0"/>
              <a:t>In addition, a company’s revenue recognition principle and matching of expenses to the timing of revenues can result in a material difference between OCF and net income.</a:t>
            </a:r>
          </a:p>
          <a:p>
            <a:endParaRPr lang="en-US" sz="2000" dirty="0"/>
          </a:p>
          <a:p>
            <a:r>
              <a:rPr lang="en-US" sz="2000" dirty="0"/>
              <a:t>Unfortunately, it is not possible to simply say that one number is always higher or lower than the other. Sometimes, OCF is higher than net income (as with Amazon), and sometimes it’s the opposite.</a:t>
            </a:r>
          </a:p>
        </p:txBody>
      </p:sp>
    </p:spTree>
    <p:extLst>
      <p:ext uri="{BB962C8B-B14F-4D97-AF65-F5344CB8AC3E}">
        <p14:creationId xmlns:p14="http://schemas.microsoft.com/office/powerpoint/2010/main" val="57777526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88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Assets &amp; ROA</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4" name="Content Placeholder 3">
            <a:extLst>
              <a:ext uri="{FF2B5EF4-FFF2-40B4-BE49-F238E27FC236}">
                <a16:creationId xmlns:a16="http://schemas.microsoft.com/office/drawing/2014/main" id="{672A0380-73AC-7A2E-38C4-888850F807E3}"/>
              </a:ext>
            </a:extLst>
          </p:cNvPr>
          <p:cNvSpPr>
            <a:spLocks noGrp="1"/>
          </p:cNvSpPr>
          <p:nvPr>
            <p:ph idx="1"/>
          </p:nvPr>
        </p:nvSpPr>
        <p:spPr>
          <a:xfrm>
            <a:off x="609600" y="990599"/>
            <a:ext cx="10972800" cy="5135565"/>
          </a:xfrm>
        </p:spPr>
        <p:txBody>
          <a:bodyPr>
            <a:normAutofit/>
          </a:bodyPr>
          <a:lstStyle/>
          <a:p>
            <a:r>
              <a:rPr lang="en-US" sz="2000" dirty="0"/>
              <a:t>Return on Assets (ROA) is a type of return on investment (ROI) metric that measures the profitability of a business in relation to its total assets. This ratio indicates how well a company is performing by comparing the profit (net income) it’s generating to the capital it’s invested in assets. The higher the return, the more productive and efficient management is in utilizing economic resources.</a:t>
            </a:r>
          </a:p>
        </p:txBody>
      </p:sp>
      <p:pic>
        <p:nvPicPr>
          <p:cNvPr id="3" name="Picture 2">
            <a:extLst>
              <a:ext uri="{FF2B5EF4-FFF2-40B4-BE49-F238E27FC236}">
                <a16:creationId xmlns:a16="http://schemas.microsoft.com/office/drawing/2014/main" id="{CCEC0A31-34F6-BC0F-E653-6967E2369AB5}"/>
              </a:ext>
            </a:extLst>
          </p:cNvPr>
          <p:cNvPicPr>
            <a:picLocks noChangeAspect="1"/>
          </p:cNvPicPr>
          <p:nvPr/>
        </p:nvPicPr>
        <p:blipFill>
          <a:blip r:embed="rId3"/>
          <a:stretch>
            <a:fillRect/>
          </a:stretch>
        </p:blipFill>
        <p:spPr>
          <a:xfrm>
            <a:off x="1295400" y="2472567"/>
            <a:ext cx="7581900" cy="3653597"/>
          </a:xfrm>
          <a:prstGeom prst="rect">
            <a:avLst/>
          </a:prstGeom>
        </p:spPr>
      </p:pic>
    </p:spTree>
    <p:extLst>
      <p:ext uri="{BB962C8B-B14F-4D97-AF65-F5344CB8AC3E}">
        <p14:creationId xmlns:p14="http://schemas.microsoft.com/office/powerpoint/2010/main" val="152836514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89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Assets &amp; ROA</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4" name="Content Placeholder 3">
            <a:extLst>
              <a:ext uri="{FF2B5EF4-FFF2-40B4-BE49-F238E27FC236}">
                <a16:creationId xmlns:a16="http://schemas.microsoft.com/office/drawing/2014/main" id="{672A0380-73AC-7A2E-38C4-888850F807E3}"/>
              </a:ext>
            </a:extLst>
          </p:cNvPr>
          <p:cNvSpPr>
            <a:spLocks noGrp="1"/>
          </p:cNvSpPr>
          <p:nvPr>
            <p:ph idx="1"/>
          </p:nvPr>
        </p:nvSpPr>
        <p:spPr>
          <a:xfrm>
            <a:off x="609600" y="990599"/>
            <a:ext cx="10972800" cy="5135565"/>
          </a:xfrm>
        </p:spPr>
        <p:txBody>
          <a:bodyPr>
            <a:normAutofit lnSpcReduction="10000"/>
          </a:bodyPr>
          <a:lstStyle/>
          <a:p>
            <a:r>
              <a:rPr lang="en-US" sz="2400" b="1" dirty="0"/>
              <a:t>What is the ROA Formula?</a:t>
            </a:r>
          </a:p>
          <a:p>
            <a:r>
              <a:rPr lang="en-US" sz="2000" dirty="0"/>
              <a:t>The ROA formula is:</a:t>
            </a:r>
          </a:p>
          <a:p>
            <a:endParaRPr lang="en-US" sz="2000" dirty="0"/>
          </a:p>
          <a:p>
            <a:r>
              <a:rPr lang="en-US" sz="2000" dirty="0"/>
              <a:t>ROA = Net Income / Average Assets</a:t>
            </a:r>
          </a:p>
          <a:p>
            <a:endParaRPr lang="en-US" sz="2000" dirty="0"/>
          </a:p>
          <a:p>
            <a:r>
              <a:rPr lang="en-US" sz="2000" dirty="0"/>
              <a:t>or</a:t>
            </a:r>
          </a:p>
          <a:p>
            <a:endParaRPr lang="en-US" sz="2000" dirty="0"/>
          </a:p>
          <a:p>
            <a:r>
              <a:rPr lang="en-US" sz="2000" dirty="0"/>
              <a:t>ROA = Net Income / End of Period Assets</a:t>
            </a:r>
          </a:p>
          <a:p>
            <a:endParaRPr lang="en-US" sz="2000" dirty="0"/>
          </a:p>
          <a:p>
            <a:r>
              <a:rPr lang="en-US" sz="2000" dirty="0"/>
              <a:t>Where:</a:t>
            </a:r>
          </a:p>
          <a:p>
            <a:endParaRPr lang="en-US" sz="2000" dirty="0"/>
          </a:p>
          <a:p>
            <a:r>
              <a:rPr lang="en-US" sz="2000" dirty="0"/>
              <a:t>Net Income is equal to net earnings or net income in the year (annual period)</a:t>
            </a:r>
          </a:p>
          <a:p>
            <a:endParaRPr lang="en-US" sz="2000" dirty="0"/>
          </a:p>
          <a:p>
            <a:r>
              <a:rPr lang="en-US" sz="2000" dirty="0"/>
              <a:t>Average Assets = (Starting Total Assets + Ending Total Assets) / 2</a:t>
            </a:r>
          </a:p>
        </p:txBody>
      </p:sp>
    </p:spTree>
    <p:extLst>
      <p:ext uri="{BB962C8B-B14F-4D97-AF65-F5344CB8AC3E}">
        <p14:creationId xmlns:p14="http://schemas.microsoft.com/office/powerpoint/2010/main" val="275657886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Assets &amp; ROA</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2" name="Content Placeholder 1">
            <a:extLst>
              <a:ext uri="{FF2B5EF4-FFF2-40B4-BE49-F238E27FC236}">
                <a16:creationId xmlns:a16="http://schemas.microsoft.com/office/drawing/2014/main" id="{11CA8507-A344-7B96-C0AC-69C28BD5336C}"/>
              </a:ext>
            </a:extLst>
          </p:cNvPr>
          <p:cNvPicPr>
            <a:picLocks noGrp="1" noChangeAspect="1"/>
          </p:cNvPicPr>
          <p:nvPr>
            <p:ph idx="1"/>
          </p:nvPr>
        </p:nvPicPr>
        <p:blipFill>
          <a:blip r:embed="rId3"/>
          <a:stretch>
            <a:fillRect/>
          </a:stretch>
        </p:blipFill>
        <p:spPr>
          <a:xfrm>
            <a:off x="870672" y="1143000"/>
            <a:ext cx="9933556" cy="4876800"/>
          </a:xfrm>
          <a:prstGeom prst="rect">
            <a:avLst/>
          </a:prstGeom>
        </p:spPr>
      </p:pic>
    </p:spTree>
    <p:extLst>
      <p:ext uri="{BB962C8B-B14F-4D97-AF65-F5344CB8AC3E}">
        <p14:creationId xmlns:p14="http://schemas.microsoft.com/office/powerpoint/2010/main" val="421010958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Assets &amp; ROA</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4" name="Content Placeholder 3">
            <a:extLst>
              <a:ext uri="{FF2B5EF4-FFF2-40B4-BE49-F238E27FC236}">
                <a16:creationId xmlns:a16="http://schemas.microsoft.com/office/drawing/2014/main" id="{672A0380-73AC-7A2E-38C4-888850F807E3}"/>
              </a:ext>
            </a:extLst>
          </p:cNvPr>
          <p:cNvSpPr>
            <a:spLocks noGrp="1"/>
          </p:cNvSpPr>
          <p:nvPr>
            <p:ph idx="1"/>
          </p:nvPr>
        </p:nvSpPr>
        <p:spPr>
          <a:xfrm>
            <a:off x="609600" y="990599"/>
            <a:ext cx="10972800" cy="5135565"/>
          </a:xfrm>
        </p:spPr>
        <p:txBody>
          <a:bodyPr>
            <a:normAutofit/>
          </a:bodyPr>
          <a:lstStyle/>
          <a:p>
            <a:r>
              <a:rPr lang="en-US" sz="2400" b="1" dirty="0"/>
              <a:t>Example of ROA Calculation</a:t>
            </a:r>
          </a:p>
          <a:p>
            <a:r>
              <a:rPr lang="en-US" sz="2000" dirty="0"/>
              <a:t>Let’s walk through an example, step by step, of how to calculate return on assets using the formula above.</a:t>
            </a:r>
          </a:p>
          <a:p>
            <a:endParaRPr lang="en-US" sz="2000" dirty="0"/>
          </a:p>
          <a:p>
            <a:r>
              <a:rPr lang="en-US" sz="2000" dirty="0"/>
              <a:t>Q: If a business posts a net income of $10 million in current operations, and owns $50 million worth of assets as per the balance sheet, what is its return on assets?</a:t>
            </a:r>
          </a:p>
          <a:p>
            <a:endParaRPr lang="en-US" sz="2000" dirty="0"/>
          </a:p>
          <a:p>
            <a:r>
              <a:rPr lang="en-US" sz="2000" dirty="0"/>
              <a:t>A: $10 million divided by $50 million is 0.2, therefore the business’s ROA is 20%. For every dollar of assets the company invests in, it returns 20 cents in net profit per year.</a:t>
            </a:r>
          </a:p>
        </p:txBody>
      </p:sp>
    </p:spTree>
    <p:extLst>
      <p:ext uri="{BB962C8B-B14F-4D97-AF65-F5344CB8AC3E}">
        <p14:creationId xmlns:p14="http://schemas.microsoft.com/office/powerpoint/2010/main" val="4195756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92</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Assets &amp; ROA</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4" name="Content Placeholder 3">
            <a:extLst>
              <a:ext uri="{FF2B5EF4-FFF2-40B4-BE49-F238E27FC236}">
                <a16:creationId xmlns:a16="http://schemas.microsoft.com/office/drawing/2014/main" id="{672A0380-73AC-7A2E-38C4-888850F807E3}"/>
              </a:ext>
            </a:extLst>
          </p:cNvPr>
          <p:cNvSpPr>
            <a:spLocks noGrp="1"/>
          </p:cNvSpPr>
          <p:nvPr>
            <p:ph idx="1"/>
          </p:nvPr>
        </p:nvSpPr>
        <p:spPr>
          <a:xfrm>
            <a:off x="609600" y="990599"/>
            <a:ext cx="10972800" cy="5135565"/>
          </a:xfrm>
        </p:spPr>
        <p:txBody>
          <a:bodyPr>
            <a:normAutofit/>
          </a:bodyPr>
          <a:lstStyle/>
          <a:p>
            <a:r>
              <a:rPr lang="en-US" sz="2400" b="1" dirty="0"/>
              <a:t>What is the Importance of Return on Assets?</a:t>
            </a:r>
          </a:p>
          <a:p>
            <a:r>
              <a:rPr lang="en-US" sz="2000" dirty="0"/>
              <a:t>The ROA formula is an important ratio in analyzing a company’s profitability. The ratio is typically used when comparing a company’s performance between periods, or when comparing two different companies of similar size in the same industry. Note that it is very important to consider the scale of a business and the operations performed when comparing two different firms using ROA.</a:t>
            </a:r>
          </a:p>
          <a:p>
            <a:endParaRPr lang="en-US" sz="2000" dirty="0"/>
          </a:p>
          <a:p>
            <a:r>
              <a:rPr lang="en-US" sz="2000" dirty="0"/>
              <a:t>Typically, different industries have different ROA’s. Industries that are capital-intensive and require a high value of fixed assets for operations, will generally have a lower ROA, as their large asset base will increase the denominator of the formula. Naturally, a company with a large asset base can have a large ROA, if their income is high enough.</a:t>
            </a:r>
          </a:p>
        </p:txBody>
      </p:sp>
    </p:spTree>
    <p:extLst>
      <p:ext uri="{BB962C8B-B14F-4D97-AF65-F5344CB8AC3E}">
        <p14:creationId xmlns:p14="http://schemas.microsoft.com/office/powerpoint/2010/main" val="248558888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93</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Assets &amp; ROA</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4" name="Content Placeholder 3">
            <a:extLst>
              <a:ext uri="{FF2B5EF4-FFF2-40B4-BE49-F238E27FC236}">
                <a16:creationId xmlns:a16="http://schemas.microsoft.com/office/drawing/2014/main" id="{672A0380-73AC-7A2E-38C4-888850F807E3}"/>
              </a:ext>
            </a:extLst>
          </p:cNvPr>
          <p:cNvSpPr>
            <a:spLocks noGrp="1"/>
          </p:cNvSpPr>
          <p:nvPr>
            <p:ph idx="1"/>
          </p:nvPr>
        </p:nvSpPr>
        <p:spPr>
          <a:xfrm>
            <a:off x="609600" y="990599"/>
            <a:ext cx="10972800" cy="5135565"/>
          </a:xfrm>
        </p:spPr>
        <p:txBody>
          <a:bodyPr>
            <a:normAutofit/>
          </a:bodyPr>
          <a:lstStyle/>
          <a:p>
            <a:r>
              <a:rPr lang="en-US" sz="2400" b="1" dirty="0"/>
              <a:t>What is Net Income?</a:t>
            </a:r>
          </a:p>
          <a:p>
            <a:r>
              <a:rPr lang="en-US" sz="2000" dirty="0"/>
              <a:t>Net income is the net amount realized by a firm after deducting all the costs of doing business in a given period. It includes all interest paid on debt, income tax due to the government, and all operational and non-operational expenses.</a:t>
            </a:r>
          </a:p>
          <a:p>
            <a:endParaRPr lang="en-US" sz="2000" dirty="0"/>
          </a:p>
          <a:p>
            <a:r>
              <a:rPr lang="en-US" sz="2000" dirty="0"/>
              <a:t>Operational costs can include cost of goods sold (COGS), production overhead, administrative and marketing expenses, and amortization and depreciation of equipment and property.</a:t>
            </a:r>
          </a:p>
          <a:p>
            <a:endParaRPr lang="en-US" sz="2000" dirty="0"/>
          </a:p>
          <a:p>
            <a:r>
              <a:rPr lang="en-US" sz="2000" dirty="0"/>
              <a:t>Also added into net income is the additional income arising from investments or those that are not directly resulting from primary operations, such as proceeds from the sale of equipment or fixed assets. Note: non-operating items may be adjusted out of net income by a financial analyst.</a:t>
            </a:r>
          </a:p>
          <a:p>
            <a:endParaRPr lang="en-US" sz="2000" dirty="0"/>
          </a:p>
          <a:p>
            <a:r>
              <a:rPr lang="en-US" sz="2000" dirty="0"/>
              <a:t>Net income/loss is found at the bottom of the income statement and divided into total assets to arrive at ROA.</a:t>
            </a:r>
          </a:p>
        </p:txBody>
      </p:sp>
    </p:spTree>
    <p:extLst>
      <p:ext uri="{BB962C8B-B14F-4D97-AF65-F5344CB8AC3E}">
        <p14:creationId xmlns:p14="http://schemas.microsoft.com/office/powerpoint/2010/main" val="211340405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94</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Cash Flow Margin </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4" name="Content Placeholder 3">
            <a:extLst>
              <a:ext uri="{FF2B5EF4-FFF2-40B4-BE49-F238E27FC236}">
                <a16:creationId xmlns:a16="http://schemas.microsoft.com/office/drawing/2014/main" id="{672A0380-73AC-7A2E-38C4-888850F807E3}"/>
              </a:ext>
            </a:extLst>
          </p:cNvPr>
          <p:cNvSpPr>
            <a:spLocks noGrp="1"/>
          </p:cNvSpPr>
          <p:nvPr>
            <p:ph idx="1"/>
          </p:nvPr>
        </p:nvSpPr>
        <p:spPr>
          <a:xfrm>
            <a:off x="609600" y="990599"/>
            <a:ext cx="10972800" cy="5135565"/>
          </a:xfrm>
        </p:spPr>
        <p:txBody>
          <a:bodyPr>
            <a:normAutofit/>
          </a:bodyPr>
          <a:lstStyle/>
          <a:p>
            <a:r>
              <a:rPr lang="en-US" sz="2400" b="1" dirty="0"/>
              <a:t>Return on Assets for Companies</a:t>
            </a:r>
          </a:p>
          <a:p>
            <a:r>
              <a:rPr lang="en-US" sz="2000" dirty="0"/>
              <a:t>Below are some examples of the most common reasons companies perform an analysis of their return on assets.</a:t>
            </a:r>
          </a:p>
          <a:p>
            <a:endParaRPr lang="en-US" sz="2000" dirty="0"/>
          </a:p>
          <a:p>
            <a:r>
              <a:rPr lang="en-US" sz="2000" b="1" dirty="0"/>
              <a:t>1. Using ROA to determine profitability and efficiency</a:t>
            </a:r>
          </a:p>
          <a:p>
            <a:r>
              <a:rPr lang="en-US" sz="2000" dirty="0"/>
              <a:t>Return on assets indicates the amount of money earned per dollar of assets. Therefore, a higher return on assets value indicates that a business is more profitable and efficient.</a:t>
            </a:r>
          </a:p>
          <a:p>
            <a:endParaRPr lang="en-US" sz="2000" dirty="0"/>
          </a:p>
          <a:p>
            <a:r>
              <a:rPr lang="en-US" sz="2000" b="1" dirty="0"/>
              <a:t>2. Using ROA to compare performance between companies</a:t>
            </a:r>
          </a:p>
          <a:p>
            <a:r>
              <a:rPr lang="en-US" sz="2000" dirty="0"/>
              <a:t>It is important to note that return on assets should not be compared across industries. Companies in different industries vary significantly in their use of assets. For example, some industries may require expensive property, plant, and equipment (PP&amp;E) to generate income as opposed to companies in other industries.</a:t>
            </a:r>
          </a:p>
        </p:txBody>
      </p:sp>
    </p:spTree>
    <p:extLst>
      <p:ext uri="{BB962C8B-B14F-4D97-AF65-F5344CB8AC3E}">
        <p14:creationId xmlns:p14="http://schemas.microsoft.com/office/powerpoint/2010/main" val="44816544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95</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Equity (ROE)</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r>
              <a:rPr lang="en-US" sz="2000" dirty="0"/>
              <a:t>Return on Equity (ROE) is the measure of a company’s annual return (net income) divided by the value of its total shareholders’ equity, expressed as a percentage (e.g., 12%). Alternatively, ROE can also be derived by dividing the firm’s dividend growth rate by its earnings retention rate (1 – dividend payout ratio).</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Return on Equity is a two-part ratio in its derivation because it brings together the income statement and the balance sheet, where net income or profit is compared to the shareholders’ equity. The number represents the total return on equity capital and shows the firm’s ability to turn equity investments into profits. To put it another way, it measures the profits made for each dollar from shareholders’ equity.</a:t>
            </a:r>
          </a:p>
        </p:txBody>
      </p:sp>
      <p:pic>
        <p:nvPicPr>
          <p:cNvPr id="3" name="Picture 2">
            <a:extLst>
              <a:ext uri="{FF2B5EF4-FFF2-40B4-BE49-F238E27FC236}">
                <a16:creationId xmlns:a16="http://schemas.microsoft.com/office/drawing/2014/main" id="{9D9961F0-00F1-47DB-EA09-990D6292FD4C}"/>
              </a:ext>
            </a:extLst>
          </p:cNvPr>
          <p:cNvPicPr>
            <a:picLocks noChangeAspect="1"/>
          </p:cNvPicPr>
          <p:nvPr/>
        </p:nvPicPr>
        <p:blipFill>
          <a:blip r:embed="rId3"/>
          <a:stretch>
            <a:fillRect/>
          </a:stretch>
        </p:blipFill>
        <p:spPr>
          <a:xfrm>
            <a:off x="876300" y="4225413"/>
            <a:ext cx="5400020" cy="1718187"/>
          </a:xfrm>
          <a:prstGeom prst="rect">
            <a:avLst/>
          </a:prstGeom>
        </p:spPr>
      </p:pic>
    </p:spTree>
    <p:extLst>
      <p:ext uri="{BB962C8B-B14F-4D97-AF65-F5344CB8AC3E}">
        <p14:creationId xmlns:p14="http://schemas.microsoft.com/office/powerpoint/2010/main" val="224910199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96</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Equity (ROE)</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r>
              <a:rPr lang="en-US" sz="2400" b="1" dirty="0"/>
              <a:t>Return on Equity Formula</a:t>
            </a:r>
          </a:p>
          <a:p>
            <a:pPr>
              <a:buFont typeface="Wingdings" panose="05000000000000000000" pitchFamily="2" charset="2"/>
              <a:buChar char="Ø"/>
            </a:pPr>
            <a:r>
              <a:rPr lang="en-US" sz="2000" dirty="0"/>
              <a:t>The following is the ROE equation:</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ROE = Net Income / Shareholders’ Equity </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ROE provides a simple metric for evaluating investment returns. By comparing a company’s ROE to the industry’s average, something may be pinpointed about the company’s competitive advantage. ROE may also provide insight into how the company management is using financing from equity to grow the business.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A sustainable and increasing ROE over time can mean a company is good at generating shareholder value because it knows how to reinvest its earnings wisely, so as to increase productivity and profits. In contrast, a declining ROE can mean that management is making poor decisions on reinvesting capital in unproductive assets.</a:t>
            </a:r>
          </a:p>
        </p:txBody>
      </p:sp>
    </p:spTree>
    <p:extLst>
      <p:ext uri="{BB962C8B-B14F-4D97-AF65-F5344CB8AC3E}">
        <p14:creationId xmlns:p14="http://schemas.microsoft.com/office/powerpoint/2010/main" val="78270301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97</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Equity (ROE)</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r>
              <a:rPr lang="en-US" sz="2000" b="1" dirty="0"/>
              <a:t>ROE Formula Drivers</a:t>
            </a:r>
          </a:p>
          <a:p>
            <a:pPr>
              <a:buFont typeface="Wingdings" panose="05000000000000000000" pitchFamily="2" charset="2"/>
              <a:buChar char="Ø"/>
            </a:pPr>
            <a:r>
              <a:rPr lang="en-US" sz="2000" dirty="0"/>
              <a:t>While the simple return on equity formula is net income divided by shareholder’s equity, we can break it down further into additional drivers. As you can see in the diagram below, the return on equity formula is also a function of a firm’s return on assets (ROA) and the amount of financial leverage it has. Both of these concepts will be discussed in more detail below.</a:t>
            </a:r>
          </a:p>
          <a:p>
            <a:pPr>
              <a:buFont typeface="Wingdings" panose="05000000000000000000" pitchFamily="2" charset="2"/>
              <a:buChar char="Ø"/>
            </a:pPr>
            <a:endParaRPr lang="en-US" sz="2000" dirty="0"/>
          </a:p>
        </p:txBody>
      </p:sp>
      <p:pic>
        <p:nvPicPr>
          <p:cNvPr id="3" name="Picture 2">
            <a:extLst>
              <a:ext uri="{FF2B5EF4-FFF2-40B4-BE49-F238E27FC236}">
                <a16:creationId xmlns:a16="http://schemas.microsoft.com/office/drawing/2014/main" id="{A846DCBC-55E6-C806-321D-C823B77BBC1B}"/>
              </a:ext>
            </a:extLst>
          </p:cNvPr>
          <p:cNvPicPr>
            <a:picLocks noChangeAspect="1"/>
          </p:cNvPicPr>
          <p:nvPr/>
        </p:nvPicPr>
        <p:blipFill>
          <a:blip r:embed="rId3"/>
          <a:stretch>
            <a:fillRect/>
          </a:stretch>
        </p:blipFill>
        <p:spPr>
          <a:xfrm>
            <a:off x="2590800" y="2707790"/>
            <a:ext cx="5154670" cy="3533468"/>
          </a:xfrm>
          <a:prstGeom prst="rect">
            <a:avLst/>
          </a:prstGeom>
        </p:spPr>
      </p:pic>
    </p:spTree>
    <p:extLst>
      <p:ext uri="{BB962C8B-B14F-4D97-AF65-F5344CB8AC3E}">
        <p14:creationId xmlns:p14="http://schemas.microsoft.com/office/powerpoint/2010/main" val="139023852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Equity (ROE)</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457200" y="1066801"/>
            <a:ext cx="11125200" cy="5059364"/>
          </a:xfrm>
        </p:spPr>
        <p:txBody>
          <a:bodyPr>
            <a:normAutofit/>
          </a:bodyPr>
          <a:lstStyle/>
          <a:p>
            <a:pPr>
              <a:buFont typeface="Wingdings" panose="05000000000000000000" pitchFamily="2" charset="2"/>
              <a:buChar char="Ø"/>
            </a:pPr>
            <a:r>
              <a:rPr lang="en-US" sz="2000" b="1" dirty="0"/>
              <a:t>Why is ROE Important?</a:t>
            </a:r>
          </a:p>
          <a:p>
            <a:pPr>
              <a:buFont typeface="Wingdings" panose="05000000000000000000" pitchFamily="2" charset="2"/>
              <a:buChar char="Ø"/>
            </a:pPr>
            <a:r>
              <a:rPr lang="en-US" sz="2000" dirty="0"/>
              <a:t>With net income in the numerator, Return on Equity (ROE) looks at the firm’s bottom line to gauge overall profitability for the firm’s owners and investors. Stockholders are at the bottom of the pecking order of a firm’s capital structure, and the income returned to them is a useful measure that represents excess profits that remain after paying mandatory obligations and reinvesting in the business.</a:t>
            </a:r>
          </a:p>
          <a:p>
            <a:pPr>
              <a:buFont typeface="Wingdings" panose="05000000000000000000" pitchFamily="2" charset="2"/>
              <a:buChar char="Ø"/>
            </a:pPr>
            <a:endParaRPr lang="en-US" sz="2000" dirty="0"/>
          </a:p>
        </p:txBody>
      </p:sp>
      <p:pic>
        <p:nvPicPr>
          <p:cNvPr id="3" name="Picture 2">
            <a:extLst>
              <a:ext uri="{FF2B5EF4-FFF2-40B4-BE49-F238E27FC236}">
                <a16:creationId xmlns:a16="http://schemas.microsoft.com/office/drawing/2014/main" id="{6AFAA25A-6532-0732-C3C4-AE06AD70C1DE}"/>
              </a:ext>
            </a:extLst>
          </p:cNvPr>
          <p:cNvPicPr>
            <a:picLocks noChangeAspect="1"/>
          </p:cNvPicPr>
          <p:nvPr/>
        </p:nvPicPr>
        <p:blipFill>
          <a:blip r:embed="rId3"/>
          <a:stretch>
            <a:fillRect/>
          </a:stretch>
        </p:blipFill>
        <p:spPr>
          <a:xfrm>
            <a:off x="708537" y="3124200"/>
            <a:ext cx="5276850" cy="2533650"/>
          </a:xfrm>
          <a:prstGeom prst="rect">
            <a:avLst/>
          </a:prstGeom>
        </p:spPr>
      </p:pic>
    </p:spTree>
    <p:extLst>
      <p:ext uri="{BB962C8B-B14F-4D97-AF65-F5344CB8AC3E}">
        <p14:creationId xmlns:p14="http://schemas.microsoft.com/office/powerpoint/2010/main" val="26802948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Equity (ROE)</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lnSpcReduction="10000"/>
          </a:bodyPr>
          <a:lstStyle/>
          <a:p>
            <a:pPr>
              <a:buFont typeface="Wingdings" panose="05000000000000000000" pitchFamily="2" charset="2"/>
              <a:buChar char="Ø"/>
            </a:pPr>
            <a:r>
              <a:rPr lang="en-US" sz="2000" b="1" dirty="0"/>
              <a:t>Why Use the Return on Equity Metric?</a:t>
            </a:r>
          </a:p>
          <a:p>
            <a:pPr>
              <a:buFont typeface="Wingdings" panose="05000000000000000000" pitchFamily="2" charset="2"/>
              <a:buChar char="Ø"/>
            </a:pPr>
            <a:r>
              <a:rPr lang="en-US" sz="2000" dirty="0"/>
              <a:t>Simply put, with ROE, investors can see if they’re getting a good return on their money, while a company can evaluate how efficiently they’re utilizing the firm’s equity. ROE must be compared to the historical ROE of the company and to the industry’s ROE average – it means little if merely looked at in isolation. Other financial ratios can be looked at to get a more complete and informed picture of the company for evaluation purposes.</a:t>
            </a:r>
          </a:p>
          <a:p>
            <a:pPr>
              <a:buFont typeface="Wingdings" panose="05000000000000000000" pitchFamily="2" charset="2"/>
              <a:buChar char="Ø"/>
            </a:pPr>
            <a:r>
              <a:rPr lang="en-US" sz="2000" b="1" dirty="0"/>
              <a:t>Effect of Leverage</a:t>
            </a:r>
          </a:p>
          <a:p>
            <a:pPr>
              <a:buFont typeface="Wingdings" panose="05000000000000000000" pitchFamily="2" charset="2"/>
              <a:buChar char="Ø"/>
            </a:pPr>
            <a:r>
              <a:rPr lang="en-US" sz="2000" dirty="0"/>
              <a:t>A high ROE could mean a company is more successful in generating profit internally. However, it doesn’t fully show the risk associated with that return. A company may rely heavily on debt to generate a higher net profit, thereby boosting the ROE higher.</a:t>
            </a:r>
          </a:p>
          <a:p>
            <a:pPr>
              <a:buFont typeface="Wingdings" panose="05000000000000000000" pitchFamily="2" charset="2"/>
              <a:buChar char="Ø"/>
            </a:pPr>
            <a:r>
              <a:rPr lang="en-US" sz="2000" dirty="0"/>
              <a:t>As an example, if a company has $150,000 in equity and $850,000 in debt, then the total capital employed is $1,000,000. This is the same number of total assets employed. At 5%, it will cost $42,000 to service that debt, annually.</a:t>
            </a:r>
          </a:p>
          <a:p>
            <a:pPr>
              <a:buFont typeface="Wingdings" panose="05000000000000000000" pitchFamily="2" charset="2"/>
              <a:buChar char="Ø"/>
            </a:pPr>
            <a:r>
              <a:rPr lang="en-US" sz="2000" dirty="0"/>
              <a:t>If the company manages to increase its profits before interest to a 12% return on capital employed (ROCE), the remaining profit after paying the interest is $78,000, which will increase equity by more than 50%, assuming the profit generated gets reinvested back. As we can see, the effect of debt is to magnify the return on equity.</a:t>
            </a:r>
          </a:p>
        </p:txBody>
      </p:sp>
    </p:spTree>
    <p:extLst>
      <p:ext uri="{BB962C8B-B14F-4D97-AF65-F5344CB8AC3E}">
        <p14:creationId xmlns:p14="http://schemas.microsoft.com/office/powerpoint/2010/main" val="419276604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100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Equity (ROE)</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3" name="Content Placeholder 2">
            <a:extLst>
              <a:ext uri="{FF2B5EF4-FFF2-40B4-BE49-F238E27FC236}">
                <a16:creationId xmlns:a16="http://schemas.microsoft.com/office/drawing/2014/main" id="{FB7DDC0C-9246-EA02-947A-FD623657D7C3}"/>
              </a:ext>
            </a:extLst>
          </p:cNvPr>
          <p:cNvPicPr>
            <a:picLocks noGrp="1" noChangeAspect="1"/>
          </p:cNvPicPr>
          <p:nvPr>
            <p:ph idx="1"/>
          </p:nvPr>
        </p:nvPicPr>
        <p:blipFill>
          <a:blip r:embed="rId3"/>
          <a:stretch>
            <a:fillRect/>
          </a:stretch>
        </p:blipFill>
        <p:spPr>
          <a:xfrm>
            <a:off x="2362200" y="876300"/>
            <a:ext cx="7632892" cy="5289550"/>
          </a:xfrm>
          <a:prstGeom prst="rect">
            <a:avLst/>
          </a:prstGeom>
        </p:spPr>
      </p:pic>
    </p:spTree>
    <p:extLst>
      <p:ext uri="{BB962C8B-B14F-4D97-AF65-F5344CB8AC3E}">
        <p14:creationId xmlns:p14="http://schemas.microsoft.com/office/powerpoint/2010/main" val="225779761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101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Equity (ROE)</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b="1" dirty="0"/>
              <a:t>Drawbacks of ROE</a:t>
            </a:r>
          </a:p>
          <a:p>
            <a:pPr>
              <a:buFont typeface="Wingdings" panose="05000000000000000000" pitchFamily="2" charset="2"/>
              <a:buChar char="Ø"/>
            </a:pPr>
            <a:r>
              <a:rPr lang="en-US" sz="2000" dirty="0"/>
              <a:t>The return on equity ratio can also be skewed by share buybacks. When management repurchases its shares from the marketplace, this reduces the number of outstanding shares. Thus, ROE increases as the denominator shrinks.</a:t>
            </a:r>
          </a:p>
          <a:p>
            <a:pPr>
              <a:buFont typeface="Wingdings" panose="05000000000000000000" pitchFamily="2" charset="2"/>
              <a:buChar char="Ø"/>
            </a:pPr>
            <a:r>
              <a:rPr lang="en-US" sz="2000" dirty="0"/>
              <a:t>Another weakness is that some ROE ratios may exclude intangible assets from shareholders’ equity. Intangible assets are non-monetary items such as goodwill, trademarks, copyrights, and patents. This can make calculations misleading and difficult to compare to other firms that have chosen to include intangible assets.</a:t>
            </a:r>
          </a:p>
          <a:p>
            <a:pPr>
              <a:buFont typeface="Wingdings" panose="05000000000000000000" pitchFamily="2" charset="2"/>
              <a:buChar char="Ø"/>
            </a:pPr>
            <a:r>
              <a:rPr lang="en-US" sz="2000" dirty="0"/>
              <a:t>Finally, the ratio includes some variations on its composition, and there may be some disagreements between analysts. For example, the shareholders’ equity can either be the beginning number, ending number, or the average of the two, while Net Income may be substituted for EBITDA and EBIT, and can be adjusted or not for non-recurring items.</a:t>
            </a:r>
          </a:p>
        </p:txBody>
      </p:sp>
    </p:spTree>
    <p:extLst>
      <p:ext uri="{BB962C8B-B14F-4D97-AF65-F5344CB8AC3E}">
        <p14:creationId xmlns:p14="http://schemas.microsoft.com/office/powerpoint/2010/main" val="21018647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102</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Equity (ROE)</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b="1" dirty="0"/>
              <a:t>How to Use Return on Equity</a:t>
            </a:r>
          </a:p>
          <a:p>
            <a:pPr>
              <a:buFont typeface="Wingdings" panose="05000000000000000000" pitchFamily="2" charset="2"/>
              <a:buChar char="Ø"/>
            </a:pPr>
            <a:r>
              <a:rPr lang="en-US" sz="2000" dirty="0"/>
              <a:t>Some industries tend to achieve higher ROEs than others, and therefore, ROE is most useful when comparing companies within the same industry. Cyclical industries tend to generate higher ROEs than defensive industries, which is due to the different risk characteristics attributable to them. A riskier firm will have a higher cost of capital and a higher cost of equity.</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Furthermore, it is useful to compare a firm’s ROE to its cost of equity. A firm that has earned a return on equity higher than its cost of equity has added value. The stock of a firm with a 20% ROE will generally cost twice as much as one with a 10% ROE (all else being equal).</a:t>
            </a:r>
          </a:p>
        </p:txBody>
      </p:sp>
    </p:spTree>
    <p:extLst>
      <p:ext uri="{BB962C8B-B14F-4D97-AF65-F5344CB8AC3E}">
        <p14:creationId xmlns:p14="http://schemas.microsoft.com/office/powerpoint/2010/main" val="388409713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103</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Equity (ROE)</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b="1" dirty="0"/>
              <a:t>The DuPont Formula</a:t>
            </a:r>
          </a:p>
          <a:p>
            <a:pPr>
              <a:buFont typeface="Wingdings" panose="05000000000000000000" pitchFamily="2" charset="2"/>
              <a:buChar char="Ø"/>
            </a:pPr>
            <a:r>
              <a:rPr lang="en-US" sz="2000" dirty="0"/>
              <a:t>The DuPont formula breaks down ROE into three key components, all of which are helpful when thinking about a firm’s profitability. ROE is equal to the product of a firm’s net profit margin, asset turnover, and financial leverage: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DuPont Formula for Return on Equity</a:t>
            </a:r>
          </a:p>
          <a:p>
            <a:pPr>
              <a:buFont typeface="Wingdings" panose="05000000000000000000" pitchFamily="2" charset="2"/>
              <a:buChar char="Ø"/>
            </a:pPr>
            <a:endParaRPr lang="en-US" sz="2000" dirty="0"/>
          </a:p>
          <a:p>
            <a:pPr>
              <a:buFont typeface="Wingdings" panose="05000000000000000000" pitchFamily="2" charset="2"/>
              <a:buChar char="Ø"/>
            </a:pPr>
            <a:endParaRPr lang="en-US" sz="2000" dirty="0"/>
          </a:p>
          <a:p>
            <a:pPr>
              <a:buFont typeface="Wingdings" panose="05000000000000000000" pitchFamily="2" charset="2"/>
              <a:buChar char="Ø"/>
            </a:pPr>
            <a:endParaRPr lang="en-US" sz="2000" dirty="0"/>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If the net profit margin increases over time, then the firm is managing its operating and financial expenses well and the ROE should also increase over time. If the asset turnover increases, the firm is utilizing its assets efficiently, generating more sales per dollar of assets owned.</a:t>
            </a:r>
          </a:p>
        </p:txBody>
      </p:sp>
      <p:pic>
        <p:nvPicPr>
          <p:cNvPr id="3" name="Picture 2">
            <a:extLst>
              <a:ext uri="{FF2B5EF4-FFF2-40B4-BE49-F238E27FC236}">
                <a16:creationId xmlns:a16="http://schemas.microsoft.com/office/drawing/2014/main" id="{33490373-682B-82FD-9A91-FCDE1394988F}"/>
              </a:ext>
            </a:extLst>
          </p:cNvPr>
          <p:cNvPicPr>
            <a:picLocks noChangeAspect="1"/>
          </p:cNvPicPr>
          <p:nvPr/>
        </p:nvPicPr>
        <p:blipFill>
          <a:blip r:embed="rId3"/>
          <a:stretch>
            <a:fillRect/>
          </a:stretch>
        </p:blipFill>
        <p:spPr>
          <a:xfrm>
            <a:off x="638175" y="3429000"/>
            <a:ext cx="11068050" cy="1143000"/>
          </a:xfrm>
          <a:prstGeom prst="rect">
            <a:avLst/>
          </a:prstGeom>
        </p:spPr>
      </p:pic>
    </p:spTree>
    <p:extLst>
      <p:ext uri="{BB962C8B-B14F-4D97-AF65-F5344CB8AC3E}">
        <p14:creationId xmlns:p14="http://schemas.microsoft.com/office/powerpoint/2010/main" val="225770035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104</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Invested Capital (ROIC)</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b="1" dirty="0"/>
              <a:t>What is ROIC?</a:t>
            </a:r>
          </a:p>
          <a:p>
            <a:pPr>
              <a:buFont typeface="Wingdings" panose="05000000000000000000" pitchFamily="2" charset="2"/>
              <a:buChar char="Ø"/>
            </a:pPr>
            <a:r>
              <a:rPr lang="en-US" sz="2000" dirty="0"/>
              <a:t>ROIC stands for Return on Invested Capital and is a profitability or performance ratio that aims to measure the percentage return that a company earns on invested capital. The ratio shows how efficiently a company is using the investors’ funds to generate income. Benchmarking companies use the ROIC ratio to compute the value of other companies.</a:t>
            </a:r>
          </a:p>
          <a:p>
            <a:pPr>
              <a:buFont typeface="Wingdings" panose="05000000000000000000" pitchFamily="2" charset="2"/>
              <a:buChar char="Ø"/>
            </a:pPr>
            <a:endParaRPr lang="en-US" sz="2000" dirty="0"/>
          </a:p>
          <a:p>
            <a:pPr>
              <a:buFont typeface="Wingdings" panose="05000000000000000000" pitchFamily="2" charset="2"/>
              <a:buChar char="Ø"/>
            </a:pPr>
            <a:r>
              <a:rPr lang="en-US" sz="2000" b="1" dirty="0"/>
              <a:t>ROIC Formula</a:t>
            </a:r>
          </a:p>
          <a:p>
            <a:pPr>
              <a:buFont typeface="Wingdings" panose="05000000000000000000" pitchFamily="2" charset="2"/>
              <a:buChar char="Ø"/>
            </a:pPr>
            <a:r>
              <a:rPr lang="en-US" sz="2000" dirty="0"/>
              <a:t>Return on Invested Capital is calculated by taking into account the cost of the investment and the returns generated. Returns are all the earnings acquired after taxes but before interest is paid. The value of an investment is calculated by subtracting all current long-term liabilities, those due within the year, from the company’s assets.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 cost of investment can either be the total amount of assets a company requires to run its business or the amount of financing from creditors or shareholders. The return is then divided by the cost of investment.</a:t>
            </a:r>
          </a:p>
        </p:txBody>
      </p:sp>
    </p:spTree>
    <p:extLst>
      <p:ext uri="{BB962C8B-B14F-4D97-AF65-F5344CB8AC3E}">
        <p14:creationId xmlns:p14="http://schemas.microsoft.com/office/powerpoint/2010/main" val="380539807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105</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Invested Capital (ROIC)</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3" name="Content Placeholder 2">
            <a:extLst>
              <a:ext uri="{FF2B5EF4-FFF2-40B4-BE49-F238E27FC236}">
                <a16:creationId xmlns:a16="http://schemas.microsoft.com/office/drawing/2014/main" id="{58344D40-68E9-F9BC-2F00-E35988B51007}"/>
              </a:ext>
            </a:extLst>
          </p:cNvPr>
          <p:cNvPicPr>
            <a:picLocks noGrp="1" noChangeAspect="1"/>
          </p:cNvPicPr>
          <p:nvPr>
            <p:ph idx="1"/>
          </p:nvPr>
        </p:nvPicPr>
        <p:blipFill>
          <a:blip r:embed="rId3"/>
          <a:stretch>
            <a:fillRect/>
          </a:stretch>
        </p:blipFill>
        <p:spPr>
          <a:xfrm>
            <a:off x="1028700" y="1143000"/>
            <a:ext cx="9753600" cy="1257300"/>
          </a:xfrm>
          <a:prstGeom prst="rect">
            <a:avLst/>
          </a:prstGeom>
        </p:spPr>
      </p:pic>
    </p:spTree>
    <p:extLst>
      <p:ext uri="{BB962C8B-B14F-4D97-AF65-F5344CB8AC3E}">
        <p14:creationId xmlns:p14="http://schemas.microsoft.com/office/powerpoint/2010/main" val="12879402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106</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Invested Capital (ROIC)</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b="1" dirty="0"/>
              <a:t>Determining the Value of a Company</a:t>
            </a:r>
          </a:p>
          <a:p>
            <a:pPr>
              <a:buFont typeface="Wingdings" panose="05000000000000000000" pitchFamily="2" charset="2"/>
              <a:buChar char="Ø"/>
            </a:pPr>
            <a:r>
              <a:rPr lang="en-US" sz="2000" dirty="0"/>
              <a:t>A company can evaluate its growth by looking at its return on invested capital ratio. Any firm earning excess returns on investments totaling more than the cost of acquiring the capital is a value creator and, therefore, usually trades at a premium. Excess returns may be reinvested, thus securing future growth for the company. An investment whose returns are equal to or less than the cost of capital is a value destroyer.</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Generally speaking, a company is considered to be a value creator if its ROIC is at least two percent more than the cost of capital; a value destroyer is typically defined as any company whose ROIC is two percent less than its cost of capital. There are some companies that run at zero returns, whose return percentage on the value of capital lies within the set estimation error, which in this case is 2%.</a:t>
            </a:r>
          </a:p>
        </p:txBody>
      </p:sp>
    </p:spTree>
    <p:extLst>
      <p:ext uri="{BB962C8B-B14F-4D97-AF65-F5344CB8AC3E}">
        <p14:creationId xmlns:p14="http://schemas.microsoft.com/office/powerpoint/2010/main" val="137925500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107</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Invested Capital (ROIC)</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lnSpcReduction="10000"/>
          </a:bodyPr>
          <a:lstStyle/>
          <a:p>
            <a:pPr>
              <a:buFont typeface="Wingdings" panose="05000000000000000000" pitchFamily="2" charset="2"/>
              <a:buChar char="Ø"/>
            </a:pPr>
            <a:r>
              <a:rPr lang="en-US" sz="2000" b="1" dirty="0"/>
              <a:t>Calculating the ROIC for a Company</a:t>
            </a:r>
          </a:p>
          <a:p>
            <a:pPr>
              <a:buFont typeface="Wingdings" panose="05000000000000000000" pitchFamily="2" charset="2"/>
              <a:buChar char="Ø"/>
            </a:pPr>
            <a:r>
              <a:rPr lang="en-US" sz="2000" dirty="0"/>
              <a:t>A company’s return on invested capital can be calculated by using the following formula:</a:t>
            </a:r>
          </a:p>
          <a:p>
            <a:pPr>
              <a:buFont typeface="Wingdings" panose="05000000000000000000" pitchFamily="2" charset="2"/>
              <a:buChar char="Ø"/>
            </a:pPr>
            <a:endParaRPr lang="en-US" sz="2000" dirty="0"/>
          </a:p>
          <a:p>
            <a:pPr>
              <a:buFont typeface="Wingdings" panose="05000000000000000000" pitchFamily="2" charset="2"/>
              <a:buChar char="Ø"/>
            </a:pPr>
            <a:endParaRPr lang="en-US" sz="2000" dirty="0"/>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 book value is considered more appropriate to use for this calculation than the market value. The return on capital invested calculated using market value for a rapidly growing company may result in a misleading number. The reason for this is that market value tends to incorporate future expectations.</a:t>
            </a:r>
          </a:p>
          <a:p>
            <a:pPr>
              <a:buFont typeface="Wingdings" panose="05000000000000000000" pitchFamily="2" charset="2"/>
              <a:buChar char="Ø"/>
            </a:pPr>
            <a:r>
              <a:rPr lang="en-US" sz="2000" dirty="0"/>
              <a:t>Also, the market value gives the value of existing assets to reflect the business’ earning power. In a case where there are no growth assets, the market value may mean that the return on capital equals the cost of capital.</a:t>
            </a:r>
          </a:p>
          <a:p>
            <a:pPr>
              <a:buFont typeface="Wingdings" panose="05000000000000000000" pitchFamily="2" charset="2"/>
              <a:buChar char="Ø"/>
            </a:pPr>
            <a:r>
              <a:rPr lang="en-US" sz="2000" dirty="0"/>
              <a:t>To get the invested capital for firms with minority holdings in companies that are viewed as non-operating assets, the fixed assets are added to the working capital. Alternatively, for a company with long-term liabilities that are not regarded as a debt, add the fixed assets and the current assets and subtract current liabilities and cash to calculate the book value of invested capital.</a:t>
            </a:r>
          </a:p>
          <a:p>
            <a:pPr>
              <a:buFont typeface="Wingdings" panose="05000000000000000000" pitchFamily="2" charset="2"/>
              <a:buChar char="Ø"/>
            </a:pPr>
            <a:r>
              <a:rPr lang="en-US" sz="2000" dirty="0"/>
              <a:t>The return on invested capital should reflect the total returns earned on the capital invested in all of the projects listed on the company’s books, with that amount compared to the company’s cost of capital.</a:t>
            </a:r>
          </a:p>
        </p:txBody>
      </p:sp>
      <p:pic>
        <p:nvPicPr>
          <p:cNvPr id="3" name="Picture 2">
            <a:extLst>
              <a:ext uri="{FF2B5EF4-FFF2-40B4-BE49-F238E27FC236}">
                <a16:creationId xmlns:a16="http://schemas.microsoft.com/office/drawing/2014/main" id="{FD6B6218-8E13-6A42-E7FE-95D7A19A5A07}"/>
              </a:ext>
            </a:extLst>
          </p:cNvPr>
          <p:cNvPicPr>
            <a:picLocks noChangeAspect="1"/>
          </p:cNvPicPr>
          <p:nvPr/>
        </p:nvPicPr>
        <p:blipFill>
          <a:blip r:embed="rId3"/>
          <a:stretch>
            <a:fillRect/>
          </a:stretch>
        </p:blipFill>
        <p:spPr>
          <a:xfrm>
            <a:off x="876300" y="1828800"/>
            <a:ext cx="5029200" cy="726877"/>
          </a:xfrm>
          <a:prstGeom prst="rect">
            <a:avLst/>
          </a:prstGeom>
        </p:spPr>
      </p:pic>
    </p:spTree>
    <p:extLst>
      <p:ext uri="{BB962C8B-B14F-4D97-AF65-F5344CB8AC3E}">
        <p14:creationId xmlns:p14="http://schemas.microsoft.com/office/powerpoint/2010/main" val="220834908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108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Profitability Ratios: Return on Invested Capital (ROIC)</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b="1" dirty="0"/>
              <a:t>Determining a Company’s Competitiveness</a:t>
            </a:r>
          </a:p>
          <a:p>
            <a:pPr>
              <a:buFont typeface="Wingdings" panose="05000000000000000000" pitchFamily="2" charset="2"/>
              <a:buChar char="Ø"/>
            </a:pPr>
            <a:r>
              <a:rPr lang="en-US" sz="2000" dirty="0"/>
              <a:t>A business is defined as competitive if it earns a higher profit than its competitors. A company becomes competitive mainly when its production cost per unit is lower than that of its competitors.</a:t>
            </a:r>
          </a:p>
          <a:p>
            <a:pPr>
              <a:buFont typeface="Wingdings" panose="05000000000000000000" pitchFamily="2" charset="2"/>
              <a:buChar char="Ø"/>
            </a:pPr>
            <a:r>
              <a:rPr lang="en-US" sz="2000" dirty="0"/>
              <a:t>Competitive advantages can be analyzed from either a production or consumption viewpoint. A company has a production advantage when it can supply goods and services at a lower price than competitors are able to match. It has an advantage from a consumption perspective when it can supply goods or services difficult for other competitors to imitate. The ROIC ratio helps to determine the length or durability of a firm’s competitive advantages. Following is an alternative formula for calculating the ROIC:</a:t>
            </a:r>
          </a:p>
          <a:p>
            <a:pPr>
              <a:buFont typeface="Wingdings" panose="05000000000000000000" pitchFamily="2" charset="2"/>
              <a:buChar char="Ø"/>
            </a:pPr>
            <a:endParaRPr lang="en-US" sz="2000" dirty="0"/>
          </a:p>
        </p:txBody>
      </p:sp>
      <p:pic>
        <p:nvPicPr>
          <p:cNvPr id="3" name="Picture 2">
            <a:extLst>
              <a:ext uri="{FF2B5EF4-FFF2-40B4-BE49-F238E27FC236}">
                <a16:creationId xmlns:a16="http://schemas.microsoft.com/office/drawing/2014/main" id="{42DE3AE4-C1EC-54B3-90A6-8B584B2CEE32}"/>
              </a:ext>
            </a:extLst>
          </p:cNvPr>
          <p:cNvPicPr>
            <a:picLocks noChangeAspect="1"/>
          </p:cNvPicPr>
          <p:nvPr/>
        </p:nvPicPr>
        <p:blipFill>
          <a:blip r:embed="rId3"/>
          <a:stretch>
            <a:fillRect/>
          </a:stretch>
        </p:blipFill>
        <p:spPr>
          <a:xfrm>
            <a:off x="838200" y="3810000"/>
            <a:ext cx="7315200" cy="885825"/>
          </a:xfrm>
          <a:prstGeom prst="rect">
            <a:avLst/>
          </a:prstGeom>
        </p:spPr>
      </p:pic>
      <p:pic>
        <p:nvPicPr>
          <p:cNvPr id="4" name="Picture 3">
            <a:extLst>
              <a:ext uri="{FF2B5EF4-FFF2-40B4-BE49-F238E27FC236}">
                <a16:creationId xmlns:a16="http://schemas.microsoft.com/office/drawing/2014/main" id="{0DA952CD-4849-5AE2-7064-9A5392D1B8E4}"/>
              </a:ext>
            </a:extLst>
          </p:cNvPr>
          <p:cNvPicPr>
            <a:picLocks noChangeAspect="1"/>
          </p:cNvPicPr>
          <p:nvPr/>
        </p:nvPicPr>
        <p:blipFill>
          <a:blip r:embed="rId4"/>
          <a:stretch>
            <a:fillRect/>
          </a:stretch>
        </p:blipFill>
        <p:spPr>
          <a:xfrm>
            <a:off x="834513" y="4897385"/>
            <a:ext cx="7315200" cy="866775"/>
          </a:xfrm>
          <a:prstGeom prst="rect">
            <a:avLst/>
          </a:prstGeom>
        </p:spPr>
      </p:pic>
    </p:spTree>
    <p:extLst>
      <p:ext uri="{BB962C8B-B14F-4D97-AF65-F5344CB8AC3E}">
        <p14:creationId xmlns:p14="http://schemas.microsoft.com/office/powerpoint/2010/main" val="297113945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109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dirty="0"/>
              <a:t>A solvency ratio is a performance metric that helps us examine a company’s financial health. In particular, it enables us to determine whether the company can meet its financial obligations in the long term.</a:t>
            </a:r>
          </a:p>
          <a:p>
            <a:pPr>
              <a:buFont typeface="Wingdings" panose="05000000000000000000" pitchFamily="2" charset="2"/>
              <a:buChar char="Ø"/>
            </a:pPr>
            <a:r>
              <a:rPr lang="en-US" sz="2000" dirty="0"/>
              <a:t>The metric is very useful to lenders, potential investors, suppliers, and any other entity that would like to do business with a particular company. It usually compares the entity’s profitability with its obligations to determine whether it is financially sound. In that regard, a higher or strong solvency ratio is preferred, as it is an indicator of financial strength. On the other hand, a low ratio exposes potential financial hurdles in the future.</a:t>
            </a:r>
          </a:p>
        </p:txBody>
      </p:sp>
    </p:spTree>
    <p:extLst>
      <p:ext uri="{BB962C8B-B14F-4D97-AF65-F5344CB8AC3E}">
        <p14:creationId xmlns:p14="http://schemas.microsoft.com/office/powerpoint/2010/main" val="96487580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110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b="1" dirty="0"/>
              <a:t>How to Calculate the Solvency Ratio</a:t>
            </a:r>
          </a:p>
          <a:p>
            <a:pPr>
              <a:buFont typeface="Wingdings" panose="05000000000000000000" pitchFamily="2" charset="2"/>
              <a:buChar char="Ø"/>
            </a:pPr>
            <a:endParaRPr lang="en-US" sz="2000" b="1" dirty="0"/>
          </a:p>
          <a:p>
            <a:pPr>
              <a:buFont typeface="Wingdings" panose="05000000000000000000" pitchFamily="2" charset="2"/>
              <a:buChar char="Ø"/>
            </a:pPr>
            <a:r>
              <a:rPr lang="en-US" sz="2000" dirty="0"/>
              <a:t>As explained later, there are a couple of other ways to determine a company’s solvency, but the main formula for calculating the solvency ratio is as follows:</a:t>
            </a:r>
          </a:p>
          <a:p>
            <a:pPr>
              <a:buFont typeface="Wingdings" panose="05000000000000000000" pitchFamily="2" charset="2"/>
              <a:buChar char="Ø"/>
            </a:pPr>
            <a:endParaRPr lang="en-US" sz="2000" dirty="0"/>
          </a:p>
          <a:p>
            <a:pPr>
              <a:buFont typeface="Wingdings" panose="05000000000000000000" pitchFamily="2" charset="2"/>
              <a:buChar char="Ø"/>
            </a:pPr>
            <a:r>
              <a:rPr lang="en-US" sz="2000" b="1" dirty="0"/>
              <a:t>Solvency Ratio = (Net Income + Depreciation) / All Liabilities (Short-term + Long-term Liabilities)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If you examine it keenly, you will notice that the numerator comprises the entity’s current cash flow, while the denominator is made up of its liabilities. Thus, it is safe to conclude that the solvency ratio determines whether a company’s cash flow is adequate to pay its total liabilities.</a:t>
            </a:r>
          </a:p>
        </p:txBody>
      </p:sp>
    </p:spTree>
    <p:extLst>
      <p:ext uri="{BB962C8B-B14F-4D97-AF65-F5344CB8AC3E}">
        <p14:creationId xmlns:p14="http://schemas.microsoft.com/office/powerpoint/2010/main" val="266121611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111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b="1" dirty="0"/>
              <a:t>Example of Solvency Ratio</a:t>
            </a:r>
          </a:p>
          <a:p>
            <a:pPr>
              <a:buFont typeface="Wingdings" panose="05000000000000000000" pitchFamily="2" charset="2"/>
              <a:buChar char="Ø"/>
            </a:pPr>
            <a:endParaRPr lang="en-US" sz="2000" b="1" dirty="0"/>
          </a:p>
          <a:p>
            <a:pPr>
              <a:buFont typeface="Wingdings" panose="05000000000000000000" pitchFamily="2" charset="2"/>
              <a:buChar char="Ø"/>
            </a:pPr>
            <a:r>
              <a:rPr lang="en-US" sz="2000" dirty="0"/>
              <a:t>Let us consider a company X which has closed the FY 2022-2023 with the below annual financial data –  </a:t>
            </a:r>
          </a:p>
          <a:p>
            <a:pPr>
              <a:buFont typeface="Wingdings" panose="05000000000000000000" pitchFamily="2" charset="2"/>
              <a:buChar char="Ø"/>
            </a:pPr>
            <a:r>
              <a:rPr lang="en-US" sz="2000" dirty="0"/>
              <a:t>Net Income: Rs. 1,850 crores</a:t>
            </a:r>
          </a:p>
          <a:p>
            <a:pPr>
              <a:buFont typeface="Wingdings" panose="05000000000000000000" pitchFamily="2" charset="2"/>
              <a:buChar char="Ø"/>
            </a:pPr>
            <a:r>
              <a:rPr lang="en-US" sz="2000" dirty="0"/>
              <a:t>Depreciation: Rs. 235.7 crores</a:t>
            </a:r>
          </a:p>
          <a:p>
            <a:pPr>
              <a:buFont typeface="Wingdings" panose="05000000000000000000" pitchFamily="2" charset="2"/>
              <a:buChar char="Ø"/>
            </a:pPr>
            <a:r>
              <a:rPr lang="en-US" sz="2000" dirty="0"/>
              <a:t>Short-term debt: Rs. 991 crores</a:t>
            </a:r>
          </a:p>
          <a:p>
            <a:pPr>
              <a:buFont typeface="Wingdings" panose="05000000000000000000" pitchFamily="2" charset="2"/>
              <a:buChar char="Ø"/>
            </a:pPr>
            <a:r>
              <a:rPr lang="en-US" sz="2000" dirty="0"/>
              <a:t>Long-term debt: Rs. 1,123.5 crores</a:t>
            </a:r>
          </a:p>
          <a:p>
            <a:pPr>
              <a:buFont typeface="Wingdings" panose="05000000000000000000" pitchFamily="2" charset="2"/>
              <a:buChar char="Ø"/>
            </a:pPr>
            <a:r>
              <a:rPr lang="en-US" sz="2000" dirty="0"/>
              <a:t>Solvency Ratio = (Short-term Debt + Long-term Debt) / Equity</a:t>
            </a:r>
          </a:p>
          <a:p>
            <a:pPr>
              <a:buFont typeface="Wingdings" panose="05000000000000000000" pitchFamily="2" charset="2"/>
              <a:buChar char="Ø"/>
            </a:pPr>
            <a:r>
              <a:rPr lang="en-US" sz="2000" dirty="0"/>
              <a:t>Given the financial data, first, we need to calculate the company’s equity. You can calculate equity using the below formula:</a:t>
            </a:r>
          </a:p>
          <a:p>
            <a:pPr>
              <a:buFont typeface="Wingdings" panose="05000000000000000000" pitchFamily="2" charset="2"/>
              <a:buChar char="Ø"/>
            </a:pPr>
            <a:r>
              <a:rPr lang="en-US" sz="2000" dirty="0"/>
              <a:t>Equity = Net Income + Depreciation</a:t>
            </a:r>
          </a:p>
          <a:p>
            <a:pPr>
              <a:buFont typeface="Wingdings" panose="05000000000000000000" pitchFamily="2" charset="2"/>
              <a:buChar char="Ø"/>
            </a:pPr>
            <a:r>
              <a:rPr lang="en-US" sz="2000" dirty="0"/>
              <a:t>Equity = Rs. 1,850 crores + Rs. 235.7 crores = Rs. 2,085.7 crores</a:t>
            </a:r>
          </a:p>
        </p:txBody>
      </p:sp>
    </p:spTree>
    <p:extLst>
      <p:ext uri="{BB962C8B-B14F-4D97-AF65-F5344CB8AC3E}">
        <p14:creationId xmlns:p14="http://schemas.microsoft.com/office/powerpoint/2010/main" val="383281914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112</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dirty="0"/>
              <a:t>Now, we can calculate the solvency ratio:</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Solvency Ratio = (Short-term Debt + Long-term Debt) / Equity</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Solvency Ratio = (Rs. 991 crores + Rs. 1,123.5 crores) / Rs. 2,085.7 crores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Solvency Ratio ≈ 1.05</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In this example, the solvency ratio is approximately 1.05. This means that for every Rs. 1 of equity, the company has Rs. 1.05 of debt (both short-term and long-term combined). A solvency ratio above 1 indicates that the company has more debt than equity, which suggests a higher degree of financial risk.</a:t>
            </a:r>
          </a:p>
        </p:txBody>
      </p:sp>
    </p:spTree>
    <p:extLst>
      <p:ext uri="{BB962C8B-B14F-4D97-AF65-F5344CB8AC3E}">
        <p14:creationId xmlns:p14="http://schemas.microsoft.com/office/powerpoint/2010/main" val="32270479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113</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400" b="1" dirty="0"/>
              <a:t>How to Interpret the Solvency Ratio?</a:t>
            </a:r>
          </a:p>
          <a:p>
            <a:pPr>
              <a:buFont typeface="Wingdings" panose="05000000000000000000" pitchFamily="2" charset="2"/>
              <a:buChar char="Ø"/>
            </a:pPr>
            <a:r>
              <a:rPr lang="en-US" sz="2000" dirty="0"/>
              <a:t>When interpreting the solvency ratio, it’s important to consider industry benchmarks and the company’s specific circumstances. A higher ratio may indicate a higher level of financial leverage, which can be acceptable or risky depending on the industry and the company’s ability to service its debt obligations.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Here’s a detailed interpretation of the solvency ratio:</a:t>
            </a:r>
          </a:p>
          <a:p>
            <a:pPr>
              <a:buFont typeface="Wingdings" panose="05000000000000000000" pitchFamily="2" charset="2"/>
              <a:buChar char="Ø"/>
            </a:pPr>
            <a:endParaRPr lang="en-US" sz="2000" dirty="0"/>
          </a:p>
          <a:p>
            <a:pPr>
              <a:buFont typeface="Wingdings" panose="05000000000000000000" pitchFamily="2" charset="2"/>
              <a:buChar char="Ø"/>
            </a:pPr>
            <a:r>
              <a:rPr lang="en-US" sz="2000" b="1" dirty="0"/>
              <a:t>Solvency Ratio Less Than 1: </a:t>
            </a:r>
            <a:r>
              <a:rPr lang="en-US" sz="2000" dirty="0"/>
              <a:t>The solvency ratio of less than 1 indicates that the company’s total debt exceeds its equity. In these circumstances, the company may be technically insolvent, meaning it doesn’t have enough assets to cover its obligations. The solvency ratio of less than 1 is a red flag suggesting financial distress or bankruptcy. </a:t>
            </a:r>
          </a:p>
          <a:p>
            <a:pPr>
              <a:buFont typeface="Wingdings" panose="05000000000000000000" pitchFamily="2" charset="2"/>
              <a:buChar char="Ø"/>
            </a:pPr>
            <a:r>
              <a:rPr lang="en-US" sz="2000" b="1" dirty="0"/>
              <a:t>Solvency Ratio Equal to 1: </a:t>
            </a:r>
            <a:r>
              <a:rPr lang="en-US" sz="2000" dirty="0"/>
              <a:t>A solvency ratio of 1 means that the company’s total debt equals its total equity. While this technically implies a balance between debt and equity, it doesn’t indicate the business’s financial health is excellent. It is a borderline situation, and the company might struggle to cover its debt obligations. </a:t>
            </a:r>
          </a:p>
        </p:txBody>
      </p:sp>
    </p:spTree>
    <p:extLst>
      <p:ext uri="{BB962C8B-B14F-4D97-AF65-F5344CB8AC3E}">
        <p14:creationId xmlns:p14="http://schemas.microsoft.com/office/powerpoint/2010/main" val="401530950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114</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b="1" dirty="0"/>
              <a:t>Solvency Ratio Greater Than 1: </a:t>
            </a:r>
            <a:r>
              <a:rPr lang="en-US" sz="2000" dirty="0"/>
              <a:t>A solvency ratio above 1 suggests that the company has more equity than debt. This is generally a positive sign. It indicates that the company has the financial resources to cover its debt obligations. A solvency ratio above 1.5 indicates good financial health because it provides a comfortable buffer to meet obligations.</a:t>
            </a:r>
          </a:p>
          <a:p>
            <a:pPr>
              <a:buFont typeface="Wingdings" panose="05000000000000000000" pitchFamily="2" charset="2"/>
              <a:buChar char="Ø"/>
            </a:pPr>
            <a:r>
              <a:rPr lang="en-US" sz="2000" b="1" dirty="0"/>
              <a:t>Solvency Ratio Significantly Greater Than 1: </a:t>
            </a:r>
            <a:r>
              <a:rPr lang="en-US" sz="2000" dirty="0"/>
              <a:t>A significant solvency ratio above 1 may indicate that the company has good equity and a higher growth potential or returns value to shareholders through dividends or share buybacks. </a:t>
            </a:r>
          </a:p>
        </p:txBody>
      </p:sp>
    </p:spTree>
    <p:extLst>
      <p:ext uri="{BB962C8B-B14F-4D97-AF65-F5344CB8AC3E}">
        <p14:creationId xmlns:p14="http://schemas.microsoft.com/office/powerpoint/2010/main" val="299021954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115</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 Practical Example</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4" name="Content Placeholder 3">
            <a:extLst>
              <a:ext uri="{FF2B5EF4-FFF2-40B4-BE49-F238E27FC236}">
                <a16:creationId xmlns:a16="http://schemas.microsoft.com/office/drawing/2014/main" id="{861E00E7-8E9C-653E-26C8-D024A50B2CFE}"/>
              </a:ext>
            </a:extLst>
          </p:cNvPr>
          <p:cNvPicPr>
            <a:picLocks noGrp="1" noChangeAspect="1"/>
          </p:cNvPicPr>
          <p:nvPr>
            <p:ph idx="1"/>
          </p:nvPr>
        </p:nvPicPr>
        <p:blipFill>
          <a:blip r:embed="rId3"/>
          <a:stretch>
            <a:fillRect/>
          </a:stretch>
        </p:blipFill>
        <p:spPr>
          <a:xfrm>
            <a:off x="457200" y="1068045"/>
            <a:ext cx="9612066" cy="4906060"/>
          </a:xfrm>
        </p:spPr>
      </p:pic>
    </p:spTree>
    <p:extLst>
      <p:ext uri="{BB962C8B-B14F-4D97-AF65-F5344CB8AC3E}">
        <p14:creationId xmlns:p14="http://schemas.microsoft.com/office/powerpoint/2010/main" val="112337502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116</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dirty="0"/>
              <a:t>Important to note is that a company is considered financially strong if it achieves a solvency ratio exceeding 20%. So, from our example above, it is clear that if </a:t>
            </a:r>
            <a:r>
              <a:rPr lang="en-US" sz="2000" dirty="0" err="1"/>
              <a:t>SalesSmarts</a:t>
            </a:r>
            <a:r>
              <a:rPr lang="en-US" sz="2000" dirty="0"/>
              <a:t> keeps up with the trend each year, it can repay all its debts within four years (100% / 24.6% = Approximately four years).</a:t>
            </a:r>
          </a:p>
          <a:p>
            <a:pPr>
              <a:buFont typeface="Wingdings" panose="05000000000000000000" pitchFamily="2" charset="2"/>
              <a:buChar char="Ø"/>
            </a:pPr>
            <a:endParaRPr lang="en-US" sz="2000" dirty="0"/>
          </a:p>
          <a:p>
            <a:pPr>
              <a:buFont typeface="Wingdings" panose="05000000000000000000" pitchFamily="2" charset="2"/>
              <a:buChar char="Ø"/>
            </a:pPr>
            <a:r>
              <a:rPr lang="en-US" sz="2000" b="1" dirty="0"/>
              <a:t>Limitation of the Solvency Ratio</a:t>
            </a:r>
          </a:p>
          <a:p>
            <a:pPr>
              <a:buFont typeface="Wingdings" panose="05000000000000000000" pitchFamily="2" charset="2"/>
              <a:buChar char="Ø"/>
            </a:pPr>
            <a:r>
              <a:rPr lang="en-US" sz="2000" dirty="0"/>
              <a:t>Although the solvency ratio is a useful measure, there is one area where it falls short. It does not factor in a company’s ability to acquire new funding sources in the long term, such as funds from stock or bonds. For such a reason, it should be used alongside other types of analysis to provide a comprehensive overview of a business’s solvency.</a:t>
            </a:r>
          </a:p>
        </p:txBody>
      </p:sp>
    </p:spTree>
    <p:extLst>
      <p:ext uri="{BB962C8B-B14F-4D97-AF65-F5344CB8AC3E}">
        <p14:creationId xmlns:p14="http://schemas.microsoft.com/office/powerpoint/2010/main" val="417878129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117</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3" name="Content Placeholder 2">
            <a:extLst>
              <a:ext uri="{FF2B5EF4-FFF2-40B4-BE49-F238E27FC236}">
                <a16:creationId xmlns:a16="http://schemas.microsoft.com/office/drawing/2014/main" id="{C42EF4D1-781A-31D8-F257-3EFC4E70AA0D}"/>
              </a:ext>
            </a:extLst>
          </p:cNvPr>
          <p:cNvPicPr>
            <a:picLocks noGrp="1" noChangeAspect="1"/>
          </p:cNvPicPr>
          <p:nvPr>
            <p:ph idx="1"/>
          </p:nvPr>
        </p:nvPicPr>
        <p:blipFill>
          <a:blip r:embed="rId3"/>
          <a:srcRect b="12125"/>
          <a:stretch/>
        </p:blipFill>
        <p:spPr>
          <a:xfrm>
            <a:off x="4343400" y="714632"/>
            <a:ext cx="5105400" cy="5607971"/>
          </a:xfrm>
          <a:prstGeom prst="rect">
            <a:avLst/>
          </a:prstGeom>
        </p:spPr>
      </p:pic>
    </p:spTree>
    <p:extLst>
      <p:ext uri="{BB962C8B-B14F-4D97-AF65-F5344CB8AC3E}">
        <p14:creationId xmlns:p14="http://schemas.microsoft.com/office/powerpoint/2010/main" val="163264076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118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 : Debt Equity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dirty="0"/>
              <a:t>The Debt to Equity ratio (also called the “debt-equity ratio”, “risk ratio”, or “gearing”), is a leverage ratio that calculates the weight of total debt and financial liabilities against total shareholders’ equity. Unlike the debt-assets ratio which uses total assets as a denominator, the D/E Ratio uses total equity. This ratio highlights how a company’s capital structure is tilted either toward debt or equity financing.</a:t>
            </a:r>
          </a:p>
          <a:p>
            <a:pPr>
              <a:buFont typeface="Wingdings" panose="05000000000000000000" pitchFamily="2" charset="2"/>
              <a:buChar char="Ø"/>
            </a:pPr>
            <a:endParaRPr lang="en-US" sz="2000" dirty="0"/>
          </a:p>
        </p:txBody>
      </p:sp>
      <p:pic>
        <p:nvPicPr>
          <p:cNvPr id="3" name="Picture 2">
            <a:extLst>
              <a:ext uri="{FF2B5EF4-FFF2-40B4-BE49-F238E27FC236}">
                <a16:creationId xmlns:a16="http://schemas.microsoft.com/office/drawing/2014/main" id="{8BB4CFAC-0117-D5CF-79E8-40E3F117B275}"/>
              </a:ext>
            </a:extLst>
          </p:cNvPr>
          <p:cNvPicPr>
            <a:picLocks noChangeAspect="1"/>
          </p:cNvPicPr>
          <p:nvPr/>
        </p:nvPicPr>
        <p:blipFill>
          <a:blip r:embed="rId3"/>
          <a:stretch>
            <a:fillRect/>
          </a:stretch>
        </p:blipFill>
        <p:spPr>
          <a:xfrm>
            <a:off x="1066800" y="2590800"/>
            <a:ext cx="4667250" cy="2982982"/>
          </a:xfrm>
          <a:prstGeom prst="rect">
            <a:avLst/>
          </a:prstGeom>
        </p:spPr>
      </p:pic>
    </p:spTree>
    <p:extLst>
      <p:ext uri="{BB962C8B-B14F-4D97-AF65-F5344CB8AC3E}">
        <p14:creationId xmlns:p14="http://schemas.microsoft.com/office/powerpoint/2010/main" val="148835512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119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 : Debt Equity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b="1" dirty="0"/>
              <a:t>Debt to Equity Ratio Formula</a:t>
            </a:r>
          </a:p>
          <a:p>
            <a:pPr>
              <a:buFont typeface="Wingdings" panose="05000000000000000000" pitchFamily="2" charset="2"/>
              <a:buChar char="Ø"/>
            </a:pPr>
            <a:r>
              <a:rPr lang="en-US" sz="2000" b="1" dirty="0"/>
              <a:t>Short formula:</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Debt to Equity Ratio = Total Debt / Shareholders’ Equity</a:t>
            </a:r>
          </a:p>
          <a:p>
            <a:pPr>
              <a:buFont typeface="Wingdings" panose="05000000000000000000" pitchFamily="2" charset="2"/>
              <a:buChar char="Ø"/>
            </a:pPr>
            <a:endParaRPr lang="en-US" sz="2000" dirty="0"/>
          </a:p>
          <a:p>
            <a:pPr>
              <a:buFont typeface="Wingdings" panose="05000000000000000000" pitchFamily="2" charset="2"/>
              <a:buChar char="Ø"/>
            </a:pPr>
            <a:r>
              <a:rPr lang="en-US" sz="2000" b="1" dirty="0"/>
              <a:t>Long formula:</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Debt to Equity Ratio = (short term debt + long term debt + fixed payment obligations) / Shareholders’ Equity</a:t>
            </a:r>
          </a:p>
        </p:txBody>
      </p:sp>
    </p:spTree>
    <p:extLst>
      <p:ext uri="{BB962C8B-B14F-4D97-AF65-F5344CB8AC3E}">
        <p14:creationId xmlns:p14="http://schemas.microsoft.com/office/powerpoint/2010/main" val="36711658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120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 : Debt Equity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b="1" dirty="0"/>
              <a:t>Debt to Equity Ratio in Practice</a:t>
            </a:r>
          </a:p>
          <a:p>
            <a:pPr>
              <a:buFont typeface="Wingdings" panose="05000000000000000000" pitchFamily="2" charset="2"/>
              <a:buChar char="Ø"/>
            </a:pPr>
            <a:r>
              <a:rPr lang="en-US" sz="2000" dirty="0"/>
              <a:t>If, as per the balance sheet, the total debt of a business is worth $50 million and the total equity is worth $120 million, then debt-to-equity is 0.42. This means that for every dollar in equity, the firm has 42 cents in leverage. A ratio of 1 would imply that creditors and investors are on equal footing in the company’s assets.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A higher debt-equity ratio indicates a levered firm, which is quite preferable for a company that is stable with significant cash flow generation, but not preferable when a company is in decline. Conversely, a lower ratio indicates a firm less levered and closer to being fully equity financed. The appropriate debt to equity ratio varies by industry.</a:t>
            </a:r>
          </a:p>
        </p:txBody>
      </p:sp>
    </p:spTree>
    <p:extLst>
      <p:ext uri="{BB962C8B-B14F-4D97-AF65-F5344CB8AC3E}">
        <p14:creationId xmlns:p14="http://schemas.microsoft.com/office/powerpoint/2010/main" val="61124747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121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 : Debt Equity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b="1" dirty="0"/>
              <a:t>What is Total Debt?</a:t>
            </a:r>
          </a:p>
          <a:p>
            <a:pPr>
              <a:buFont typeface="Wingdings" panose="05000000000000000000" pitchFamily="2" charset="2"/>
              <a:buChar char="Ø"/>
            </a:pPr>
            <a:r>
              <a:rPr lang="en-US" sz="2000" dirty="0"/>
              <a:t>A company’s total debt is the sum of short-term debt, long-term debt, and other fixed payment obligations (such as capital leases) of a business that are incurred while under normal operating cycles. Creating a debt schedule helps split out liabilities by specific pieces.</a:t>
            </a:r>
          </a:p>
          <a:p>
            <a:pPr>
              <a:buFont typeface="Wingdings" panose="05000000000000000000" pitchFamily="2" charset="2"/>
              <a:buChar char="Ø"/>
            </a:pPr>
            <a:r>
              <a:rPr lang="en-US" sz="2000" dirty="0"/>
              <a:t>Not all current and non-current liabilities are considered debt.  Below are some examples of things that are and are not considered debt.</a:t>
            </a:r>
          </a:p>
          <a:p>
            <a:pPr>
              <a:buFont typeface="Wingdings" panose="05000000000000000000" pitchFamily="2" charset="2"/>
              <a:buChar char="Ø"/>
            </a:pPr>
            <a:endParaRPr lang="en-US" sz="2000" dirty="0"/>
          </a:p>
          <a:p>
            <a:pPr>
              <a:buFont typeface="Wingdings" panose="05000000000000000000" pitchFamily="2" charset="2"/>
              <a:buChar char="Ø"/>
            </a:pPr>
            <a:r>
              <a:rPr lang="en-US" sz="2000" b="1" dirty="0"/>
              <a:t>Benefits of a High D/E Ratio</a:t>
            </a:r>
          </a:p>
          <a:p>
            <a:pPr>
              <a:buFont typeface="Wingdings" panose="05000000000000000000" pitchFamily="2" charset="2"/>
              <a:buChar char="Ø"/>
            </a:pPr>
            <a:r>
              <a:rPr lang="en-US" sz="2000" dirty="0"/>
              <a:t>A high debt-equity ratio can be good because it shows that a firm can easily service its debt obligations (through cash flow) and is using the leverage to increase equity returns.</a:t>
            </a:r>
          </a:p>
          <a:p>
            <a:pPr>
              <a:buFont typeface="Wingdings" panose="05000000000000000000" pitchFamily="2" charset="2"/>
              <a:buChar char="Ø"/>
            </a:pPr>
            <a:r>
              <a:rPr lang="en-US" sz="2000" dirty="0"/>
              <a:t>In the example below, we see how using more debt (increasing the debt-equity ratio) increases the company’s return on equity (ROE).  By using debt instead of equity, the equity account is smaller and therefore, return on equity is higher.</a:t>
            </a:r>
          </a:p>
        </p:txBody>
      </p:sp>
    </p:spTree>
    <p:extLst>
      <p:ext uri="{BB962C8B-B14F-4D97-AF65-F5344CB8AC3E}">
        <p14:creationId xmlns:p14="http://schemas.microsoft.com/office/powerpoint/2010/main" val="338280121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122</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 : Debt Equity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3" name="Content Placeholder 2">
            <a:extLst>
              <a:ext uri="{FF2B5EF4-FFF2-40B4-BE49-F238E27FC236}">
                <a16:creationId xmlns:a16="http://schemas.microsoft.com/office/drawing/2014/main" id="{6D8FB5AB-D9D7-3333-27D8-FB18F15BC5B1}"/>
              </a:ext>
            </a:extLst>
          </p:cNvPr>
          <p:cNvPicPr>
            <a:picLocks noGrp="1" noChangeAspect="1"/>
          </p:cNvPicPr>
          <p:nvPr>
            <p:ph idx="1"/>
          </p:nvPr>
        </p:nvPicPr>
        <p:blipFill>
          <a:blip r:embed="rId3"/>
          <a:stretch>
            <a:fillRect/>
          </a:stretch>
        </p:blipFill>
        <p:spPr>
          <a:xfrm>
            <a:off x="457200" y="876300"/>
            <a:ext cx="7693890" cy="5289550"/>
          </a:xfrm>
          <a:prstGeom prst="rect">
            <a:avLst/>
          </a:prstGeom>
        </p:spPr>
      </p:pic>
    </p:spTree>
    <p:extLst>
      <p:ext uri="{BB962C8B-B14F-4D97-AF65-F5344CB8AC3E}">
        <p14:creationId xmlns:p14="http://schemas.microsoft.com/office/powerpoint/2010/main" val="207225438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123</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 : Debt Equity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b="1" dirty="0"/>
              <a:t>Drawbacks of a High D/E Ratio</a:t>
            </a:r>
          </a:p>
          <a:p>
            <a:pPr>
              <a:buFont typeface="Wingdings" panose="05000000000000000000" pitchFamily="2" charset="2"/>
              <a:buChar char="Ø"/>
            </a:pPr>
            <a:endParaRPr lang="en-US" sz="2000" b="1" dirty="0"/>
          </a:p>
          <a:p>
            <a:pPr>
              <a:buFont typeface="Wingdings" panose="05000000000000000000" pitchFamily="2" charset="2"/>
              <a:buChar char="Ø"/>
            </a:pPr>
            <a:r>
              <a:rPr lang="en-US" sz="2000" dirty="0"/>
              <a:t>The opposite of the above example applies if a company has a D/E ratio that’s too high.  In this case, any losses will be compounded down and the company may not be able to service its debt.</a:t>
            </a:r>
          </a:p>
          <a:p>
            <a:pPr>
              <a:buFont typeface="Wingdings" panose="05000000000000000000" pitchFamily="2" charset="2"/>
              <a:buChar char="Ø"/>
            </a:pPr>
            <a:r>
              <a:rPr lang="en-US" sz="2000" dirty="0"/>
              <a:t>If the debt to equity ratio gets too high, the cost of borrowing will skyrocket, as will the cost of equity, and the company’s WACC will get extremely high, driving down its share price.</a:t>
            </a:r>
          </a:p>
          <a:p>
            <a:pPr>
              <a:buFont typeface="Wingdings" panose="05000000000000000000" pitchFamily="2" charset="2"/>
              <a:buChar char="Ø"/>
            </a:pPr>
            <a:endParaRPr lang="en-US" sz="2000" dirty="0"/>
          </a:p>
          <a:p>
            <a:pPr>
              <a:buFont typeface="Wingdings" panose="05000000000000000000" pitchFamily="2" charset="2"/>
              <a:buChar char="Ø"/>
            </a:pPr>
            <a:endParaRPr lang="en-US" sz="2000" dirty="0"/>
          </a:p>
        </p:txBody>
      </p:sp>
    </p:spTree>
    <p:extLst>
      <p:ext uri="{BB962C8B-B14F-4D97-AF65-F5344CB8AC3E}">
        <p14:creationId xmlns:p14="http://schemas.microsoft.com/office/powerpoint/2010/main" val="160451371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124</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 : Debt Equity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200" b="1" dirty="0"/>
              <a:t>Example –</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To calculate the Debt-to-Equity (D/E) Ratio, let’s take the example of a fictional company, Company A. Here’s the financial data for Company A, where – </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Total debt: Rs. 2,500,000</a:t>
            </a:r>
          </a:p>
          <a:p>
            <a:pPr>
              <a:buFont typeface="Wingdings" panose="05000000000000000000" pitchFamily="2" charset="2"/>
              <a:buChar char="Ø"/>
            </a:pPr>
            <a:r>
              <a:rPr lang="en-US" sz="2000" dirty="0"/>
              <a:t>Total equity: Rs. 5,000,000</a:t>
            </a:r>
          </a:p>
          <a:p>
            <a:pPr>
              <a:buFont typeface="Wingdings" panose="05000000000000000000" pitchFamily="2" charset="2"/>
              <a:buChar char="Ø"/>
            </a:pPr>
            <a:r>
              <a:rPr lang="en-US" sz="2000" dirty="0"/>
              <a:t>Using the provided data:</a:t>
            </a:r>
          </a:p>
          <a:p>
            <a:pPr>
              <a:buFont typeface="Wingdings" panose="05000000000000000000" pitchFamily="2" charset="2"/>
              <a:buChar char="Ø"/>
            </a:pPr>
            <a:r>
              <a:rPr lang="en-US" sz="2000" dirty="0"/>
              <a:t>=&gt; Rs. 2,500,000 /Rs. 5,000,000 = 0.5</a:t>
            </a:r>
          </a:p>
          <a:p>
            <a:pPr>
              <a:buFont typeface="Wingdings" panose="05000000000000000000" pitchFamily="2" charset="2"/>
              <a:buChar char="Ø"/>
            </a:pPr>
            <a:r>
              <a:rPr lang="en-US" sz="2000" dirty="0"/>
              <a:t>So, the Debt-to-Equity Ratio for Company A is 0.5.</a:t>
            </a:r>
          </a:p>
          <a:p>
            <a:pPr>
              <a:buFont typeface="Wingdings" panose="05000000000000000000" pitchFamily="2" charset="2"/>
              <a:buChar char="Ø"/>
            </a:pPr>
            <a:r>
              <a:rPr lang="en-US" sz="2000" dirty="0"/>
              <a:t>Interpretation: A Debt-to-Equity Ratio of 0.5 indicates that Company A has ₹0.5 in debt for every ₹1 in equity. This ratio suggests that the company has a moderate level of debt relative to its equity, and its financial position can be considered balanced. It’s neither excessively leveraged nor highly equity-funded.</a:t>
            </a:r>
          </a:p>
        </p:txBody>
      </p:sp>
    </p:spTree>
    <p:extLst>
      <p:ext uri="{BB962C8B-B14F-4D97-AF65-F5344CB8AC3E}">
        <p14:creationId xmlns:p14="http://schemas.microsoft.com/office/powerpoint/2010/main" val="190629694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125</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 : Interest Coverage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dirty="0"/>
              <a:t>Interest coverage ratio is one of the most important ratios that need to be learned when assessing risk management and the possible reduction methods. Interest coverage ratio plays a very important role for stockholders and investors as it measures the ability of a business to pay interests on its outstanding debt.</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It acts as a solvency check for the business organisation using which financial advisors, business analysts and investors can determine the ability of a business or a company to pay off the accumulated interest on the debt they are holding.</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Interest coverage ratio is also known as debt service coverage ratio or debt service ratio. It is determined by dividing the earnings before interest and taxes (EBIT) with the interest expenses payable by the company during the same period.</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In other words, the interest coverage ratio measures the number of times a company is able to make payments on its existing debt with the EBIT or earnings before interest and taxes. It is also known as the Times Interest Earned Ratio or TIE ratio.</a:t>
            </a:r>
          </a:p>
        </p:txBody>
      </p:sp>
    </p:spTree>
    <p:extLst>
      <p:ext uri="{BB962C8B-B14F-4D97-AF65-F5344CB8AC3E}">
        <p14:creationId xmlns:p14="http://schemas.microsoft.com/office/powerpoint/2010/main" val="398810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126</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 : Interest Coverage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dirty="0"/>
              <a:t>Determining this ratio helps the lenders, investors, stockholders and debenture holders with the data on how efficiently the business or the company is able to make payment for interest due on the long term borrowings of the business.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An interest coverage ratio of 1.5 is considered as healthy for a business. In general, a higher interest coverage ratio means that a company is earning sufficient money in order to pay off the interests due on long term loans, which indicates that there is a very less chance of a financial default.</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Similarly, a low interest coverage ratio indicates a higher debt burden on the company which increases the chances of bankruptcy. In such cases banks would hesitate to provide credit to the business.</a:t>
            </a:r>
          </a:p>
        </p:txBody>
      </p:sp>
    </p:spTree>
    <p:extLst>
      <p:ext uri="{BB962C8B-B14F-4D97-AF65-F5344CB8AC3E}">
        <p14:creationId xmlns:p14="http://schemas.microsoft.com/office/powerpoint/2010/main" val="422884298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127</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 : Interest Coverage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b="1" dirty="0"/>
              <a:t>Calculating Interest Coverage Ratio</a:t>
            </a:r>
          </a:p>
          <a:p>
            <a:pPr>
              <a:buFont typeface="Wingdings" panose="05000000000000000000" pitchFamily="2" charset="2"/>
              <a:buChar char="Ø"/>
            </a:pPr>
            <a:endParaRPr lang="en-US" sz="2000" b="1" dirty="0"/>
          </a:p>
          <a:p>
            <a:pPr>
              <a:buFont typeface="Wingdings" panose="05000000000000000000" pitchFamily="2" charset="2"/>
              <a:buChar char="Ø"/>
            </a:pPr>
            <a:r>
              <a:rPr lang="en-US" sz="2000" dirty="0"/>
              <a:t>The interest coverage ratio can be represented by the following formula</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Interest Coverage Ratio = EBIT / Interest Expenses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Where EBIT = Earnings before interest and taxes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Interest Expenses = Interest payable on long term borrowings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Let us understand the concept of interest coverage ratio with a solved example.</a:t>
            </a:r>
          </a:p>
        </p:txBody>
      </p:sp>
    </p:spTree>
    <p:extLst>
      <p:ext uri="{BB962C8B-B14F-4D97-AF65-F5344CB8AC3E}">
        <p14:creationId xmlns:p14="http://schemas.microsoft.com/office/powerpoint/2010/main" val="138816713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128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 : Interest Coverage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fontScale="92500" lnSpcReduction="20000"/>
          </a:bodyPr>
          <a:lstStyle/>
          <a:p>
            <a:pPr>
              <a:buFont typeface="Wingdings" panose="05000000000000000000" pitchFamily="2" charset="2"/>
              <a:buChar char="Ø"/>
            </a:pPr>
            <a:r>
              <a:rPr lang="en-US" sz="2000" dirty="0"/>
              <a:t>Question:--  Unreal Inc. has the following details from their accounting records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Sales Revenue = 500,000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COGS = 120,000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Operating expenses in the form of</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Salary – 50,000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Rent – 40,000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Utilities – 20,000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Interest Expense – 30,000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Find the interest coverage ratio from the above provided information.</a:t>
            </a:r>
          </a:p>
        </p:txBody>
      </p:sp>
    </p:spTree>
    <p:extLst>
      <p:ext uri="{BB962C8B-B14F-4D97-AF65-F5344CB8AC3E}">
        <p14:creationId xmlns:p14="http://schemas.microsoft.com/office/powerpoint/2010/main" val="200265490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129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Solvency Ratio : Interest Coverage Ratio</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fontScale="62500" lnSpcReduction="20000"/>
          </a:bodyPr>
          <a:lstStyle/>
          <a:p>
            <a:pPr>
              <a:buFont typeface="Wingdings" panose="05000000000000000000" pitchFamily="2" charset="2"/>
              <a:buChar char="Ø"/>
            </a:pPr>
            <a:r>
              <a:rPr lang="en-US" sz="2000" dirty="0"/>
              <a:t>Answer:</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We know that,</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EBIT = Total Revenue – COGS – Operating Expenses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Therefore,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Operating expense = 50,000 + 40,000 +20,000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1,10,000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Now,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EBIT = 500,000 – 120,000 – 110,000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2,70,000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Therefore,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Interest Coverage Ratio = EBIT / Interest Expenses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2,70,000 / 30,000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9</a:t>
            </a:r>
          </a:p>
        </p:txBody>
      </p:sp>
    </p:spTree>
    <p:extLst>
      <p:ext uri="{BB962C8B-B14F-4D97-AF65-F5344CB8AC3E}">
        <p14:creationId xmlns:p14="http://schemas.microsoft.com/office/powerpoint/2010/main" val="296743142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130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Turnover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400" b="1" dirty="0"/>
              <a:t>What is the Turnover Ratio?</a:t>
            </a:r>
          </a:p>
          <a:p>
            <a:pPr>
              <a:buFont typeface="Wingdings" panose="05000000000000000000" pitchFamily="2" charset="2"/>
              <a:buChar char="Ø"/>
            </a:pPr>
            <a:r>
              <a:rPr lang="en-US" sz="2000" dirty="0"/>
              <a:t>The turnover ratio can be defined as the ratio to calculate the quantity of any asset which is used by a business to generate revenue through its sales. It is the relation between the amount of a company’s assets and the revenue generated from them. To be more precise, it is an efficiency ratio to check how efficiently the company uses different assets to extract earnings from them (individually and as a whole). A higher ratio is considered to be better as it would indicate that the company is optimally using the resources to earn revenue. It would imply a higher ROI, and the funds invested are used the least.</a:t>
            </a:r>
          </a:p>
          <a:p>
            <a:pPr>
              <a:buFont typeface="Wingdings" panose="05000000000000000000" pitchFamily="2" charset="2"/>
              <a:buChar char="Ø"/>
            </a:pPr>
            <a:r>
              <a:rPr lang="en-US" sz="2400" b="1" dirty="0"/>
              <a:t>What Is Turnover Ratios Formula?</a:t>
            </a:r>
          </a:p>
          <a:p>
            <a:pPr>
              <a:buFont typeface="Wingdings" panose="05000000000000000000" pitchFamily="2" charset="2"/>
              <a:buChar char="Ø"/>
            </a:pPr>
            <a:r>
              <a:rPr lang="en-US" sz="2000" dirty="0"/>
              <a:t>Turnover ratios measure how efficiently the facilities, including the assets and liabilities of the organization, are utilized. The turnover ratios formula includes inventory turnover ratio, receivables turnover ratio, capital employed turnover ratio, working capital turnover ratio, asset turnover ratio, and accounts payable turnover ratio.</a:t>
            </a:r>
          </a:p>
          <a:p>
            <a:pPr>
              <a:buFont typeface="Wingdings" panose="05000000000000000000" pitchFamily="2" charset="2"/>
              <a:buChar char="Ø"/>
            </a:pPr>
            <a:endParaRPr lang="en-US" sz="2000" dirty="0"/>
          </a:p>
          <a:p>
            <a:pPr>
              <a:buFont typeface="Wingdings" panose="05000000000000000000" pitchFamily="2" charset="2"/>
              <a:buChar char="Ø"/>
            </a:pPr>
            <a:endParaRPr lang="en-US" sz="2000" dirty="0"/>
          </a:p>
        </p:txBody>
      </p:sp>
    </p:spTree>
    <p:extLst>
      <p:ext uri="{BB962C8B-B14F-4D97-AF65-F5344CB8AC3E}">
        <p14:creationId xmlns:p14="http://schemas.microsoft.com/office/powerpoint/2010/main" val="227026589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131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Turnover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endParaRPr lang="en-US" sz="2000" dirty="0"/>
          </a:p>
        </p:txBody>
      </p:sp>
      <p:pic>
        <p:nvPicPr>
          <p:cNvPr id="1026" name="Picture 2" descr="Turnover Ratios Formulas">
            <a:extLst>
              <a:ext uri="{FF2B5EF4-FFF2-40B4-BE49-F238E27FC236}">
                <a16:creationId xmlns:a16="http://schemas.microsoft.com/office/drawing/2014/main" id="{7A84B394-0CDD-5AB8-B41E-2DCE82DA9B0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1981"/>
          <a:stretch/>
        </p:blipFill>
        <p:spPr bwMode="auto">
          <a:xfrm>
            <a:off x="361336" y="957864"/>
            <a:ext cx="9906000" cy="5378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865451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132</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Turnover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b="1" dirty="0"/>
              <a:t>How To Calculate?</a:t>
            </a:r>
          </a:p>
          <a:p>
            <a:pPr>
              <a:buFont typeface="Wingdings" panose="05000000000000000000" pitchFamily="2" charset="2"/>
              <a:buChar char="Ø"/>
            </a:pPr>
            <a:r>
              <a:rPr lang="en-US" sz="2000" dirty="0"/>
              <a:t>Let us understand the different turnover ratio calculation formula and how to calculate them in details.</a:t>
            </a:r>
          </a:p>
          <a:p>
            <a:pPr>
              <a:buFont typeface="Wingdings" panose="05000000000000000000" pitchFamily="2" charset="2"/>
              <a:buChar char="Ø"/>
            </a:pPr>
            <a:endParaRPr lang="en-US" sz="2100" b="1" dirty="0"/>
          </a:p>
          <a:p>
            <a:pPr>
              <a:buFont typeface="Wingdings" panose="05000000000000000000" pitchFamily="2" charset="2"/>
              <a:buChar char="Ø"/>
            </a:pPr>
            <a:r>
              <a:rPr lang="en-US" sz="2100" b="1" dirty="0"/>
              <a:t>#1 - Inventory Turnover Ratio:</a:t>
            </a:r>
          </a:p>
          <a:p>
            <a:pPr>
              <a:buFont typeface="Wingdings" panose="05000000000000000000" pitchFamily="2" charset="2"/>
              <a:buChar char="Ø"/>
            </a:pPr>
            <a:r>
              <a:rPr lang="en-US" sz="2000" dirty="0"/>
              <a:t>In order to calculate the inventory turnover ratio, we should undertake the following steps:</a:t>
            </a:r>
          </a:p>
          <a:p>
            <a:pPr>
              <a:buFont typeface="Wingdings" panose="05000000000000000000" pitchFamily="2" charset="2"/>
              <a:buChar char="Ø"/>
            </a:pPr>
            <a:r>
              <a:rPr lang="en-US" sz="2000" dirty="0"/>
              <a:t>Step 1: We need to calculate the cost of goods sold. The cost of goods sold is computed by adding the beginning inventory to the purchases made during the period and subtracting the ending inventory for the period.</a:t>
            </a:r>
          </a:p>
          <a:p>
            <a:pPr>
              <a:buFont typeface="Wingdings" panose="05000000000000000000" pitchFamily="2" charset="2"/>
              <a:buChar char="Ø"/>
            </a:pPr>
            <a:r>
              <a:rPr lang="en-US" sz="2000" dirty="0"/>
              <a:t>Cost of Goods Sold = Beginning Inventory + Purchases During the Period – Ending Inventory.</a:t>
            </a:r>
          </a:p>
          <a:p>
            <a:pPr>
              <a:buFont typeface="Wingdings" panose="05000000000000000000" pitchFamily="2" charset="2"/>
              <a:buChar char="Ø"/>
            </a:pPr>
            <a:r>
              <a:rPr lang="en-US" sz="2000" dirty="0"/>
              <a:t>Step 2: The average inventory should be calculated by using the formula mentioned below:</a:t>
            </a:r>
          </a:p>
          <a:p>
            <a:pPr>
              <a:buFont typeface="Wingdings" panose="05000000000000000000" pitchFamily="2" charset="2"/>
              <a:buChar char="Ø"/>
            </a:pPr>
            <a:r>
              <a:rPr lang="en-US" sz="2000" dirty="0"/>
              <a:t>Average Inventory = Opening Inventory + Closing Inventory/2</a:t>
            </a:r>
          </a:p>
          <a:p>
            <a:pPr>
              <a:buFont typeface="Wingdings" panose="05000000000000000000" pitchFamily="2" charset="2"/>
              <a:buChar char="Ø"/>
            </a:pPr>
            <a:r>
              <a:rPr lang="en-US" sz="2000" dirty="0"/>
              <a:t>Step 3: The inventory turnover ratio is required to be calculated. The result can be obtained by using the formula mentioned below:</a:t>
            </a:r>
          </a:p>
          <a:p>
            <a:pPr>
              <a:buFont typeface="Wingdings" panose="05000000000000000000" pitchFamily="2" charset="2"/>
              <a:buChar char="Ø"/>
            </a:pPr>
            <a:r>
              <a:rPr lang="en-US" sz="2000" dirty="0"/>
              <a:t>Inventory Turnover Ratio = Cost of Goods Sold / Average Inventory</a:t>
            </a:r>
          </a:p>
        </p:txBody>
      </p:sp>
    </p:spTree>
    <p:extLst>
      <p:ext uri="{BB962C8B-B14F-4D97-AF65-F5344CB8AC3E}">
        <p14:creationId xmlns:p14="http://schemas.microsoft.com/office/powerpoint/2010/main" val="342690734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133</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Turnover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400" b="1" dirty="0"/>
              <a:t>#2 - Receivables Turnover Ratio</a:t>
            </a:r>
          </a:p>
          <a:p>
            <a:pPr>
              <a:buFont typeface="Wingdings" panose="05000000000000000000" pitchFamily="2" charset="2"/>
              <a:buChar char="Ø"/>
            </a:pPr>
            <a:r>
              <a:rPr lang="en-US" sz="2000" dirty="0"/>
              <a:t>In order to calculate the receivables turnover ratio, we should systematically follow the steps mentioned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1: Calculate the total credit sales. Credit Sales are the purchases made by the customers for which payment is given on a later date and is hence delayed.</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2: We should compute the average accounts receivable by using the formula:</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Average Accounts Receivable = Opening Accounts Receivable + Closing Accounts Receivable /2</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3: Calculate the receivables turnover ratio calculation formula by using the formula mentioned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Receivables Turnover Ratio = Credit Sales / Average Accounts Receivable</a:t>
            </a:r>
          </a:p>
        </p:txBody>
      </p:sp>
    </p:spTree>
    <p:extLst>
      <p:ext uri="{BB962C8B-B14F-4D97-AF65-F5344CB8AC3E}">
        <p14:creationId xmlns:p14="http://schemas.microsoft.com/office/powerpoint/2010/main" val="275046634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134</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Turnover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400" b="1" dirty="0"/>
              <a:t>#3 - Capital Employed Turnover Ratio</a:t>
            </a:r>
          </a:p>
          <a:p>
            <a:pPr>
              <a:buFont typeface="Wingdings" panose="05000000000000000000" pitchFamily="2" charset="2"/>
              <a:buChar char="Ø"/>
            </a:pPr>
            <a:r>
              <a:rPr lang="en-US" sz="2000" dirty="0"/>
              <a:t>To calculate the above ratio, the steps are as given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1: Calculate the total sales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2: Compute the average capital employed by using the formula mentioned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Average Capital Employed = Opening  Capital </a:t>
            </a:r>
            <a:r>
              <a:rPr lang="en-US" sz="2000" dirty="0" err="1"/>
              <a:t>Employed+Closing</a:t>
            </a:r>
            <a:r>
              <a:rPr lang="en-US" sz="2000" dirty="0"/>
              <a:t> Capital Employed/2</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3: Calculate the capital employed turnover ratio by using the formula mentioned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Capital Employed Turnover Ratio = Sales / Average Capital Employed</a:t>
            </a:r>
          </a:p>
        </p:txBody>
      </p:sp>
    </p:spTree>
    <p:extLst>
      <p:ext uri="{BB962C8B-B14F-4D97-AF65-F5344CB8AC3E}">
        <p14:creationId xmlns:p14="http://schemas.microsoft.com/office/powerpoint/2010/main" val="415376557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135</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Turnover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dirty="0"/>
              <a:t>#</a:t>
            </a:r>
            <a:r>
              <a:rPr lang="en-US" sz="2400" b="1" dirty="0"/>
              <a:t>4 - Working Capital Turnover Ratio</a:t>
            </a:r>
          </a:p>
          <a:p>
            <a:pPr>
              <a:buFont typeface="Wingdings" panose="05000000000000000000" pitchFamily="2" charset="2"/>
              <a:buChar char="Ø"/>
            </a:pPr>
            <a:r>
              <a:rPr lang="en-US" sz="2000" dirty="0"/>
              <a:t>In order to calculate the working capital turnover ratio, the following steps are required to be followed:</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1: Calculate the total sales. This refers to the total amount of sales conducted by a firm in a given period of time.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2: Calculate the working capital by using the formula mentioned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Working Capital = Current Assets – Current Liabilities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3: Compute the working capital turnover ratio by using the working capital turnover ratio formula mentioned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Working Capital Turnover Ratio = Sales / Working Capital</a:t>
            </a:r>
          </a:p>
          <a:p>
            <a:pPr>
              <a:buFont typeface="Wingdings" panose="05000000000000000000" pitchFamily="2" charset="2"/>
              <a:buChar char="Ø"/>
            </a:pPr>
            <a:endParaRPr lang="en-US" sz="2000" dirty="0"/>
          </a:p>
          <a:p>
            <a:pPr>
              <a:buFont typeface="Wingdings" panose="05000000000000000000" pitchFamily="2" charset="2"/>
              <a:buChar char="Ø"/>
            </a:pPr>
            <a:endParaRPr lang="en-US" sz="2000" dirty="0"/>
          </a:p>
        </p:txBody>
      </p:sp>
    </p:spTree>
    <p:extLst>
      <p:ext uri="{BB962C8B-B14F-4D97-AF65-F5344CB8AC3E}">
        <p14:creationId xmlns:p14="http://schemas.microsoft.com/office/powerpoint/2010/main" val="286892987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136</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Turnover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400" b="1" dirty="0"/>
              <a:t>#5 - Asset Turnover Ratio</a:t>
            </a:r>
          </a:p>
          <a:p>
            <a:pPr>
              <a:buFont typeface="Wingdings" panose="05000000000000000000" pitchFamily="2" charset="2"/>
              <a:buChar char="Ø"/>
            </a:pPr>
            <a:r>
              <a:rPr lang="en-US" sz="2000" dirty="0"/>
              <a:t>In order to calculate the asset turnover ratio, we should follow the following steps: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1: Find out the sales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2: Calculate the average total assets by using the formula mentioned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Average Total Assets = Opening Total Assets + Closing Total Assets / 2</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3: Calculate the asset turnover ratio. The formula can be computed as follows: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Asset Turnover Ratio = Sales / Average Total Assets</a:t>
            </a:r>
          </a:p>
          <a:p>
            <a:pPr>
              <a:buFont typeface="Wingdings" panose="05000000000000000000" pitchFamily="2" charset="2"/>
              <a:buChar char="Ø"/>
            </a:pPr>
            <a:endParaRPr lang="en-US" sz="2000" dirty="0"/>
          </a:p>
          <a:p>
            <a:pPr>
              <a:buFont typeface="Wingdings" panose="05000000000000000000" pitchFamily="2" charset="2"/>
              <a:buChar char="Ø"/>
            </a:pPr>
            <a:endParaRPr lang="en-US" sz="2000" dirty="0"/>
          </a:p>
        </p:txBody>
      </p:sp>
    </p:spTree>
    <p:extLst>
      <p:ext uri="{BB962C8B-B14F-4D97-AF65-F5344CB8AC3E}">
        <p14:creationId xmlns:p14="http://schemas.microsoft.com/office/powerpoint/2010/main" val="8718379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137</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Turnover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400" b="1" dirty="0"/>
              <a:t>#6 - Accounts Payable Turnover Ratio</a:t>
            </a:r>
          </a:p>
          <a:p>
            <a:pPr>
              <a:buFont typeface="Wingdings" panose="05000000000000000000" pitchFamily="2" charset="2"/>
              <a:buChar char="Ø"/>
            </a:pPr>
            <a:r>
              <a:rPr lang="en-US" sz="2000" dirty="0"/>
              <a:t>In order to calculate the accounts payable turnover ratio, carry out the following steps: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1: Find out the Supplier Purchases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2: Calculate the average accounts payable. For this purpose, the following formula should be used</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Average Accounts Payable = Opening Accounts Payable + Closing Accounts Payable /2</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Step 3: In this step, the accounts payable turnover ratio should be calculated by using the formula:</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Accounts Payable Turnover Ratio = Supplier Purchases / Average Accounts Payable</a:t>
            </a:r>
          </a:p>
        </p:txBody>
      </p:sp>
    </p:spTree>
    <p:extLst>
      <p:ext uri="{BB962C8B-B14F-4D97-AF65-F5344CB8AC3E}">
        <p14:creationId xmlns:p14="http://schemas.microsoft.com/office/powerpoint/2010/main" val="387425749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138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Turnover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dirty="0"/>
              <a:t>Example #1</a:t>
            </a:r>
          </a:p>
          <a:p>
            <a:pPr>
              <a:buFont typeface="Wingdings" panose="05000000000000000000" pitchFamily="2" charset="2"/>
              <a:buChar char="Ø"/>
            </a:pPr>
            <a:r>
              <a:rPr lang="en-US" sz="2000" dirty="0"/>
              <a:t>Georgia Inc. gives you the following information. From the above information, you are required to calculate the Inventory Turnover Ratio and Asset Turnover Ratio.</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Cost of Goods Sold: 50000</a:t>
            </a:r>
          </a:p>
          <a:p>
            <a:pPr>
              <a:buFont typeface="Wingdings" panose="05000000000000000000" pitchFamily="2" charset="2"/>
              <a:buChar char="Ø"/>
            </a:pPr>
            <a:r>
              <a:rPr lang="en-US" sz="2000" dirty="0"/>
              <a:t>Average Inventory: 5000</a:t>
            </a:r>
          </a:p>
          <a:p>
            <a:pPr>
              <a:buFont typeface="Wingdings" panose="05000000000000000000" pitchFamily="2" charset="2"/>
              <a:buChar char="Ø"/>
            </a:pPr>
            <a:r>
              <a:rPr lang="en-US" sz="2000" dirty="0"/>
              <a:t>Sales: 100000</a:t>
            </a:r>
          </a:p>
          <a:p>
            <a:pPr>
              <a:buFont typeface="Wingdings" panose="05000000000000000000" pitchFamily="2" charset="2"/>
              <a:buChar char="Ø"/>
            </a:pPr>
            <a:r>
              <a:rPr lang="en-US" sz="2000" dirty="0"/>
              <a:t>Average Total Assets: 20000</a:t>
            </a:r>
          </a:p>
          <a:p>
            <a:pPr>
              <a:buFont typeface="Wingdings" panose="05000000000000000000" pitchFamily="2" charset="2"/>
              <a:buChar char="Ø"/>
            </a:pPr>
            <a:r>
              <a:rPr lang="en-US" sz="2000" dirty="0"/>
              <a:t>Solution</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Calculation of Inventory Turnover Ratio</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Turnover Formula Example 1.1</a:t>
            </a:r>
          </a:p>
        </p:txBody>
      </p:sp>
    </p:spTree>
    <p:extLst>
      <p:ext uri="{BB962C8B-B14F-4D97-AF65-F5344CB8AC3E}">
        <p14:creationId xmlns:p14="http://schemas.microsoft.com/office/powerpoint/2010/main" val="359963557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139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Turnover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3" name="Content Placeholder 2">
            <a:extLst>
              <a:ext uri="{FF2B5EF4-FFF2-40B4-BE49-F238E27FC236}">
                <a16:creationId xmlns:a16="http://schemas.microsoft.com/office/drawing/2014/main" id="{4D6CEB83-F41F-B454-D84E-0681D2512FCE}"/>
              </a:ext>
            </a:extLst>
          </p:cNvPr>
          <p:cNvPicPr>
            <a:picLocks noGrp="1" noChangeAspect="1"/>
          </p:cNvPicPr>
          <p:nvPr>
            <p:ph idx="1"/>
          </p:nvPr>
        </p:nvPicPr>
        <p:blipFill>
          <a:blip r:embed="rId3"/>
          <a:stretch>
            <a:fillRect/>
          </a:stretch>
        </p:blipFill>
        <p:spPr>
          <a:xfrm>
            <a:off x="631723" y="1219200"/>
            <a:ext cx="3609975" cy="2133600"/>
          </a:xfrm>
          <a:prstGeom prst="rect">
            <a:avLst/>
          </a:prstGeom>
        </p:spPr>
      </p:pic>
      <p:sp>
        <p:nvSpPr>
          <p:cNvPr id="5" name="TextBox 4">
            <a:extLst>
              <a:ext uri="{FF2B5EF4-FFF2-40B4-BE49-F238E27FC236}">
                <a16:creationId xmlns:a16="http://schemas.microsoft.com/office/drawing/2014/main" id="{09ABDDF0-639A-2D7E-FB23-18CC368AB810}"/>
              </a:ext>
            </a:extLst>
          </p:cNvPr>
          <p:cNvSpPr txBox="1"/>
          <p:nvPr/>
        </p:nvSpPr>
        <p:spPr>
          <a:xfrm>
            <a:off x="533400" y="3429000"/>
            <a:ext cx="6100916" cy="923330"/>
          </a:xfrm>
          <a:prstGeom prst="rect">
            <a:avLst/>
          </a:prstGeom>
          <a:noFill/>
        </p:spPr>
        <p:txBody>
          <a:bodyPr wrap="square">
            <a:spAutoFit/>
          </a:bodyPr>
          <a:lstStyle/>
          <a:p>
            <a:pPr algn="l"/>
            <a:r>
              <a:rPr lang="en-US" b="1" i="0" dirty="0">
                <a:solidFill>
                  <a:srgbClr val="34495F"/>
                </a:solidFill>
                <a:effectLst/>
                <a:latin typeface="__Inter_f2a8c8"/>
              </a:rPr>
              <a:t>Inventory Turnover Ratio will be -</a:t>
            </a:r>
            <a:endParaRPr lang="en-US" b="0" i="0" dirty="0">
              <a:solidFill>
                <a:srgbClr val="34495F"/>
              </a:solidFill>
              <a:effectLst/>
              <a:latin typeface="__Inter_f2a8c8"/>
            </a:endParaRPr>
          </a:p>
          <a:p>
            <a:br>
              <a:rPr lang="en-US" dirty="0"/>
            </a:br>
            <a:endParaRPr lang="en-US" dirty="0"/>
          </a:p>
        </p:txBody>
      </p:sp>
      <p:pic>
        <p:nvPicPr>
          <p:cNvPr id="9" name="Picture 8">
            <a:extLst>
              <a:ext uri="{FF2B5EF4-FFF2-40B4-BE49-F238E27FC236}">
                <a16:creationId xmlns:a16="http://schemas.microsoft.com/office/drawing/2014/main" id="{43220992-84B6-3D06-A72B-EEFC48B422E9}"/>
              </a:ext>
            </a:extLst>
          </p:cNvPr>
          <p:cNvPicPr>
            <a:picLocks noChangeAspect="1"/>
          </p:cNvPicPr>
          <p:nvPr/>
        </p:nvPicPr>
        <p:blipFill>
          <a:blip r:embed="rId4"/>
          <a:stretch>
            <a:fillRect/>
          </a:stretch>
        </p:blipFill>
        <p:spPr>
          <a:xfrm>
            <a:off x="693635" y="3928294"/>
            <a:ext cx="3486150" cy="2143125"/>
          </a:xfrm>
          <a:prstGeom prst="rect">
            <a:avLst/>
          </a:prstGeom>
        </p:spPr>
      </p:pic>
      <p:sp>
        <p:nvSpPr>
          <p:cNvPr id="12" name="TextBox 11">
            <a:extLst>
              <a:ext uri="{FF2B5EF4-FFF2-40B4-BE49-F238E27FC236}">
                <a16:creationId xmlns:a16="http://schemas.microsoft.com/office/drawing/2014/main" id="{0169C492-89E9-339C-E761-86E85459AF62}"/>
              </a:ext>
            </a:extLst>
          </p:cNvPr>
          <p:cNvSpPr txBox="1"/>
          <p:nvPr/>
        </p:nvSpPr>
        <p:spPr>
          <a:xfrm>
            <a:off x="5761703" y="853764"/>
            <a:ext cx="6100916" cy="646331"/>
          </a:xfrm>
          <a:prstGeom prst="rect">
            <a:avLst/>
          </a:prstGeom>
          <a:noFill/>
        </p:spPr>
        <p:txBody>
          <a:bodyPr wrap="square">
            <a:spAutoFit/>
          </a:bodyPr>
          <a:lstStyle/>
          <a:p>
            <a:r>
              <a:rPr lang="en-US" dirty="0"/>
              <a:t>Calculation of Asset Turnover Ratio</a:t>
            </a:r>
          </a:p>
          <a:p>
            <a:endParaRPr lang="en-US" dirty="0"/>
          </a:p>
        </p:txBody>
      </p:sp>
      <p:pic>
        <p:nvPicPr>
          <p:cNvPr id="3074" name="Picture 2" descr="Turnover Formula Example 1.3">
            <a:extLst>
              <a:ext uri="{FF2B5EF4-FFF2-40B4-BE49-F238E27FC236}">
                <a16:creationId xmlns:a16="http://schemas.microsoft.com/office/drawing/2014/main" id="{284B2EA7-DB21-1D8A-E89C-6191C0FCEB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2530" y="1209675"/>
            <a:ext cx="3505200" cy="214312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180B0009-5189-1E67-063C-FBAC4A983A3A}"/>
              </a:ext>
            </a:extLst>
          </p:cNvPr>
          <p:cNvSpPr txBox="1"/>
          <p:nvPr/>
        </p:nvSpPr>
        <p:spPr>
          <a:xfrm>
            <a:off x="5752331" y="3379388"/>
            <a:ext cx="6100916" cy="369332"/>
          </a:xfrm>
          <a:prstGeom prst="rect">
            <a:avLst/>
          </a:prstGeom>
          <a:noFill/>
        </p:spPr>
        <p:txBody>
          <a:bodyPr wrap="square">
            <a:spAutoFit/>
          </a:bodyPr>
          <a:lstStyle/>
          <a:p>
            <a:r>
              <a:rPr lang="en-US" b="1" i="0" dirty="0">
                <a:effectLst/>
                <a:latin typeface="__Inter_f2a8c8"/>
                <a:hlinkClick r:id="rId6"/>
              </a:rPr>
              <a:t>Asset Turnover Ratio</a:t>
            </a:r>
            <a:r>
              <a:rPr lang="en-US" b="0" i="0" dirty="0">
                <a:solidFill>
                  <a:srgbClr val="34495F"/>
                </a:solidFill>
                <a:effectLst/>
                <a:latin typeface="__Inter_f2a8c8"/>
              </a:rPr>
              <a:t> will be -</a:t>
            </a:r>
            <a:endParaRPr lang="en-US" dirty="0"/>
          </a:p>
        </p:txBody>
      </p:sp>
      <p:pic>
        <p:nvPicPr>
          <p:cNvPr id="3078" name="Picture 6" descr="Turnover Formula Example 1.4">
            <a:extLst>
              <a:ext uri="{FF2B5EF4-FFF2-40B4-BE49-F238E27FC236}">
                <a16:creationId xmlns:a16="http://schemas.microsoft.com/office/drawing/2014/main" id="{BEEDBE5A-4504-F8C2-3A18-32284A3A50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00" y="3836356"/>
            <a:ext cx="3438525"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13226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Turnover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dirty="0"/>
              <a:t>For Students to solve Example #2</a:t>
            </a:r>
          </a:p>
          <a:p>
            <a:pPr>
              <a:buFont typeface="Wingdings" panose="05000000000000000000" pitchFamily="2" charset="2"/>
              <a:buChar char="Ø"/>
            </a:pPr>
            <a:r>
              <a:rPr lang="en-US" sz="2000" dirty="0"/>
              <a:t>Credence Inc. gives the following information about its business. Calculate the following a)Capital Employed Turnover Ratio. b) Working Capital Turnover Ratio.</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Sales: 40000</a:t>
            </a:r>
          </a:p>
          <a:p>
            <a:pPr>
              <a:buFont typeface="Wingdings" panose="05000000000000000000" pitchFamily="2" charset="2"/>
              <a:buChar char="Ø"/>
            </a:pPr>
            <a:r>
              <a:rPr lang="en-US" sz="2000" dirty="0"/>
              <a:t>Average Capital Employed: 20000</a:t>
            </a:r>
          </a:p>
          <a:p>
            <a:pPr>
              <a:buFont typeface="Wingdings" panose="05000000000000000000" pitchFamily="2" charset="2"/>
              <a:buChar char="Ø"/>
            </a:pPr>
            <a:r>
              <a:rPr lang="en-US" sz="2000" dirty="0"/>
              <a:t>Current Assets: 30000</a:t>
            </a:r>
          </a:p>
          <a:p>
            <a:pPr>
              <a:buFont typeface="Wingdings" panose="05000000000000000000" pitchFamily="2" charset="2"/>
              <a:buChar char="Ø"/>
            </a:pPr>
            <a:r>
              <a:rPr lang="en-US" sz="2000" dirty="0"/>
              <a:t>Current Liabilities: 10000</a:t>
            </a:r>
          </a:p>
        </p:txBody>
      </p:sp>
    </p:spTree>
    <p:extLst>
      <p:ext uri="{BB962C8B-B14F-4D97-AF65-F5344CB8AC3E}">
        <p14:creationId xmlns:p14="http://schemas.microsoft.com/office/powerpoint/2010/main" val="191124175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Turnover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400" b="1" dirty="0"/>
              <a:t>Accounts receivable turnover ratio: How to calculate accounts receivable turnover ratio and speed up your collections</a:t>
            </a:r>
          </a:p>
          <a:p>
            <a:pPr>
              <a:buFont typeface="Wingdings" panose="05000000000000000000" pitchFamily="2" charset="2"/>
              <a:buChar char="Ø"/>
            </a:pPr>
            <a:r>
              <a:rPr lang="en-US" sz="2000" dirty="0"/>
              <a:t>1. What is accounts receivable turnover ratio and why is it important for your business?</a:t>
            </a:r>
          </a:p>
          <a:p>
            <a:pPr>
              <a:buFont typeface="Wingdings" panose="05000000000000000000" pitchFamily="2" charset="2"/>
              <a:buChar char="Ø"/>
            </a:pPr>
            <a:r>
              <a:rPr lang="en-US" sz="2000" dirty="0"/>
              <a:t>One of the key indicators of how well your business is managing its cash flow and credit policies is the accounts receivable turnover ratio. This ratio measures how efficiently your business collects payments from its customers who buy on credit. In this section, we will explain what is accounts receivable turnover ratio, how to calculate it, and why it is important for your business. We will also provide some tips on how to improve your accounts receivable turnover ratio and speed up your collections.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What is accounts receivable turnover ratio? Accounts receivable turnover ratio is a financial ratio that shows how many times your business can collect its average accounts receivable during a given period. It is calculated by dividing the net credit sales by the average accounts receivable. Net credit sales are the total sales made on credit minus any returns or allowances. Average accounts receivable are the sum of the accounts receivable at the beginning and the end of the period divided by two.</a:t>
            </a:r>
          </a:p>
        </p:txBody>
      </p:sp>
    </p:spTree>
    <p:extLst>
      <p:ext uri="{BB962C8B-B14F-4D97-AF65-F5344CB8AC3E}">
        <p14:creationId xmlns:p14="http://schemas.microsoft.com/office/powerpoint/2010/main" val="369565365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142</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Turnover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dirty="0"/>
              <a:t>- How to calculate accounts receivable turnover ratio? To calculate accounts receivable turnover ratio, you need to have the following information: net credit sales and average accounts receivable. You can find these numbers in your income statement and balance sheet, respectively. The formula for accounts receivable turnover ratio is: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$$\text{Accounts receivable turnover ratio} = \frac{\text{Net credit sales}}{\text{Average accounts receivable}}$$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For example, suppose your business had net credit sales of $500,000 and average accounts receivable of $50,000 in the last year. Your accounts receivable turnover ratio would be: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$$\text{Accounts receivable turnover ratio} = \frac{500,000}{50,000} = 10$$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This means that your business collected its average accounts receivable 10 times in the last year.</a:t>
            </a:r>
          </a:p>
        </p:txBody>
      </p:sp>
    </p:spTree>
    <p:extLst>
      <p:ext uri="{BB962C8B-B14F-4D97-AF65-F5344CB8AC3E}">
        <p14:creationId xmlns:p14="http://schemas.microsoft.com/office/powerpoint/2010/main" val="129007122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143</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Turnover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dirty="0"/>
              <a:t>- Why is accounts receivable turnover ratio important for your business? Accounts receivable turnover ratio is important for your business because it reflects how well you are managing your cash flow and credit policies. A high accounts receivable turnover ratio means that your business is collecting payments from its customers quickly and efficiently. This improves your cash flow and reduces the risk of bad debts. A low accounts receivable turnover ratio means that your business is collecting payments from its customers slowly and inefficiently. This reduces your cash flow and increases the risk of bad debts. A low accounts receivable turnover ratio can also indicate that your business is offering too generous credit terms to its customers or that your customers are having financial difficulties.</a:t>
            </a:r>
          </a:p>
          <a:p>
            <a:pPr>
              <a:buFont typeface="Wingdings" panose="05000000000000000000" pitchFamily="2" charset="2"/>
              <a:buChar char="Ø"/>
            </a:pPr>
            <a:endParaRPr lang="en-US" sz="2000" dirty="0"/>
          </a:p>
        </p:txBody>
      </p:sp>
    </p:spTree>
    <p:extLst>
      <p:ext uri="{BB962C8B-B14F-4D97-AF65-F5344CB8AC3E}">
        <p14:creationId xmlns:p14="http://schemas.microsoft.com/office/powerpoint/2010/main" val="56013541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144</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Turnover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fontScale="92500" lnSpcReduction="20000"/>
          </a:bodyPr>
          <a:lstStyle/>
          <a:p>
            <a:pPr>
              <a:buFont typeface="Wingdings" panose="05000000000000000000" pitchFamily="2" charset="2"/>
              <a:buChar char="Ø"/>
            </a:pPr>
            <a:r>
              <a:rPr lang="en-US" sz="2600" b="1" dirty="0"/>
              <a:t>- How to improve your accounts receivable turnover ratio and speed up your collections? There are several ways to improve your accounts receivable turnover ratio and speed up your collections. Some of them are: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1. Review your credit policies and terms. You should have clear and consistent credit policies and terms for your customers. You should also check the creditworthiness of your customers before extending credit to them. You can use credit reports, references, and other sources to assess their financial situation and payment history. You should also set reasonable credit limits and payment deadlines for your customers.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2. Invoice your customers promptly and accurately. You should send your invoices to your customers as soon as possible after the sale or service is completed. You should also make sure that your invoices are accurate and detailed. You should include the date, amount, description, and terms of the sale or service. You should also include your contact information and payment methods. You should also follow up with your customers to confirm that they have received your invoices and that they have no questions or disputes.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3. Remind your customers of their due payments. You should send friendly and timely reminders to your customers of their due payments. You can use phone calls, emails, letters, or text messages to communicate with your customers. You should also keep a record of your communication and follow-up actions. You should also offer incentives or discounts for early or prompt payments and penalties or fees for late or missed payments.</a:t>
            </a:r>
          </a:p>
        </p:txBody>
      </p:sp>
    </p:spTree>
    <p:extLst>
      <p:ext uri="{BB962C8B-B14F-4D97-AF65-F5344CB8AC3E}">
        <p14:creationId xmlns:p14="http://schemas.microsoft.com/office/powerpoint/2010/main" val="232221131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145</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Market Value Ratios/ Earning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400" b="1" dirty="0"/>
              <a:t>What are market value ratios?</a:t>
            </a:r>
          </a:p>
          <a:p>
            <a:pPr>
              <a:buFont typeface="Wingdings" panose="05000000000000000000" pitchFamily="2" charset="2"/>
              <a:buChar char="Ø"/>
            </a:pPr>
            <a:r>
              <a:rPr lang="en-US" sz="2000" dirty="0"/>
              <a:t>Market value ratios are financial metrics used by investors to evaluate and compare stocks. Market value ratios relate the market price of a stock to some measure of the company’s financial performance, such as earnings, cash flow, book value, or sales. Market value ratios help investors assess the valuation of a stock – whether it is undervalued, overvalued, or fairly priced compared to peers. Common market value ratios include the price-to-earnings ratio (P/E), price-to-book ratio (P/B), and price-to-sales ratio (P/S).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For example, a stock trading at a P/E of 15 means investors are willing to pay Rs. 15 for every Rs. 1 of earnings per share. This P/E is compared to the company’s historical average, competitors’ P/E, or the overall market average to judge if it is under or overvalued. Market value ratios are widely used by investors for stock analysis and valuation as they provide a normalized way to compare the relative valuation of stocks across sectors and industries.</a:t>
            </a:r>
          </a:p>
        </p:txBody>
      </p:sp>
    </p:spTree>
    <p:extLst>
      <p:ext uri="{BB962C8B-B14F-4D97-AF65-F5344CB8AC3E}">
        <p14:creationId xmlns:p14="http://schemas.microsoft.com/office/powerpoint/2010/main" val="306125035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146</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Market Value Ratios/ Earning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lnSpcReduction="10000"/>
          </a:bodyPr>
          <a:lstStyle/>
          <a:p>
            <a:pPr>
              <a:buFont typeface="Wingdings" panose="05000000000000000000" pitchFamily="2" charset="2"/>
              <a:buChar char="Ø"/>
            </a:pPr>
            <a:r>
              <a:rPr lang="en-US" sz="2400" b="1" dirty="0"/>
              <a:t>Why are market value ratios important?</a:t>
            </a:r>
          </a:p>
          <a:p>
            <a:pPr>
              <a:buFont typeface="Wingdings" panose="05000000000000000000" pitchFamily="2" charset="2"/>
              <a:buChar char="Ø"/>
            </a:pPr>
            <a:r>
              <a:rPr lang="en-US" sz="2000" dirty="0"/>
              <a:t>Market value ratios like price-to-earnings and price-to-book value are important analytical tools for investors in the stock market as they provide insight into the relative valuation and financial health of companies.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 most basic use of market value ratios is to determine if a stock is undervalued, overvalued, or fairly valued. For instance, all other things being equal, Stock A probably has a more appealing value if it trades at a P/E of 10x while Stock B trades at 25x. Market value ratios provide a normalized comparison of valuation across different stocks. Without these ratios, comparing valuations would be much more difficult.</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By comparing a stock’s current market value ratio to its historical average, investors see if the stock is trading above or below its normal valuation range. For instance, a company is sometimes undervalued if it has historically traded at an average P/B of 2x but is currently trading at 1.5x. Looking at historical market value ratios provides useful context for determining cheap versus expensive levels.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Market value ratios also enable comparison versus industry peers. A tech stock is sometimes overpriced in comparison to peers if its direct competitors trade at a lower P/S ratio than it does, with the tech stock having an 8x P/S ratio. Comparing ratios to those of peers is key for relative valuation analysis.</a:t>
            </a:r>
          </a:p>
        </p:txBody>
      </p:sp>
    </p:spTree>
    <p:extLst>
      <p:ext uri="{BB962C8B-B14F-4D97-AF65-F5344CB8AC3E}">
        <p14:creationId xmlns:p14="http://schemas.microsoft.com/office/powerpoint/2010/main" val="150393642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147</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Market Value Ratios/ Earning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fontScale="92500" lnSpcReduction="20000"/>
          </a:bodyPr>
          <a:lstStyle/>
          <a:p>
            <a:pPr>
              <a:buFont typeface="Wingdings" panose="05000000000000000000" pitchFamily="2" charset="2"/>
              <a:buChar char="Ø"/>
            </a:pPr>
            <a:r>
              <a:rPr lang="en-US" sz="2000" dirty="0"/>
              <a:t>Certain sectors tend to have higher multiples than others based on growth, margins, and other factors. Market value ratios make it possible to consistently compare stocks across different industries. For example, consumer staples stocks will trade at a much lower P/E than high-growth tech stocks. The ratios control for this sector variance in multiples.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Ratios like P/E are also calculated for the overall stock market to derive market multiples. Comparing a stock’s ratio to the broad market average ratio provides perspective on relative valuation – a stock with a P/E of 20x when the market P/E is 15x seems overvalued versus market peers.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Trends in market value ratios over time provide clues into overall investor sentiment for a stock. For example, a rising P/B multiple sometimes indicates increasing investor confidence and optimism about the company’s growth prospects and future returns on equity. Falling ratios could signal concerns surrounding downside risks.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Valuation ratios feed into pricing models to help estimate both upside potential and downside risk. A higher possible stock price upside is indicated if the valuation means reverts or if ratios indicate undervaluation. High ratios suggest elevated valuation risk on the downside. The ratios help gauge the reasonableness of price targets.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Scanning for stocks with attractive market value ratios is a common technique investors use to generate investing ideas. For example, screening for stocks with low P/E and P/B ratios is a classic way investors look for potential value stocks. The ratios serve as useful screens to identify stocks for further research.</a:t>
            </a:r>
          </a:p>
        </p:txBody>
      </p:sp>
    </p:spTree>
    <p:extLst>
      <p:ext uri="{BB962C8B-B14F-4D97-AF65-F5344CB8AC3E}">
        <p14:creationId xmlns:p14="http://schemas.microsoft.com/office/powerpoint/2010/main" val="37827016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Market Value Ratios/ Earning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dirty="0"/>
              <a:t>What are the different types of market value ratios available?</a:t>
            </a:r>
          </a:p>
        </p:txBody>
      </p:sp>
      <p:pic>
        <p:nvPicPr>
          <p:cNvPr id="3" name="Picture 2">
            <a:extLst>
              <a:ext uri="{FF2B5EF4-FFF2-40B4-BE49-F238E27FC236}">
                <a16:creationId xmlns:a16="http://schemas.microsoft.com/office/drawing/2014/main" id="{49CF6D38-8116-8CA6-AEE5-4492CC6033CD}"/>
              </a:ext>
            </a:extLst>
          </p:cNvPr>
          <p:cNvPicPr>
            <a:picLocks noChangeAspect="1"/>
          </p:cNvPicPr>
          <p:nvPr/>
        </p:nvPicPr>
        <p:blipFill>
          <a:blip r:embed="rId3"/>
          <a:srcRect b="11111"/>
          <a:stretch/>
        </p:blipFill>
        <p:spPr>
          <a:xfrm>
            <a:off x="838200" y="1530350"/>
            <a:ext cx="8001000" cy="4445000"/>
          </a:xfrm>
          <a:prstGeom prst="rect">
            <a:avLst/>
          </a:prstGeom>
        </p:spPr>
      </p:pic>
    </p:spTree>
    <p:extLst>
      <p:ext uri="{BB962C8B-B14F-4D97-AF65-F5344CB8AC3E}">
        <p14:creationId xmlns:p14="http://schemas.microsoft.com/office/powerpoint/2010/main" val="37027210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Market Value Ratios/ Earning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0"/>
            <a:ext cx="11734800" cy="5486399"/>
          </a:xfrm>
        </p:spPr>
        <p:txBody>
          <a:bodyPr>
            <a:normAutofit fontScale="92500" lnSpcReduction="10000"/>
          </a:bodyPr>
          <a:lstStyle/>
          <a:p>
            <a:pPr>
              <a:buFont typeface="Wingdings" panose="05000000000000000000" pitchFamily="2" charset="2"/>
              <a:buChar char="Ø"/>
            </a:pPr>
            <a:r>
              <a:rPr lang="en-US" sz="2100" b="1" dirty="0"/>
              <a:t>1.Market value per share</a:t>
            </a:r>
          </a:p>
          <a:p>
            <a:pPr>
              <a:buFont typeface="Wingdings" panose="05000000000000000000" pitchFamily="2" charset="2"/>
              <a:buChar char="Ø"/>
            </a:pPr>
            <a:r>
              <a:rPr lang="en-US" sz="2000" dirty="0"/>
              <a:t>The market value per share is the current market price of a single share of a company’s stock. It represents the market’s valuation of the company on a per-share basis. The market value per share changes constantly during trading hours as the stock price fluctuates. It is calculated by taking the current market price and dividing it by the total number of outstanding shares.</a:t>
            </a:r>
          </a:p>
          <a:p>
            <a:pPr>
              <a:buFont typeface="Wingdings" panose="05000000000000000000" pitchFamily="2" charset="2"/>
              <a:buChar char="Ø"/>
            </a:pPr>
            <a:endParaRPr lang="en-US" sz="2000" dirty="0"/>
          </a:p>
          <a:p>
            <a:pPr>
              <a:buFont typeface="Wingdings" panose="05000000000000000000" pitchFamily="2" charset="2"/>
              <a:buChar char="Ø"/>
            </a:pPr>
            <a:r>
              <a:rPr lang="en-US" sz="2200" b="1" dirty="0"/>
              <a:t>The market Value per Share Formula is as stated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Market Value per Share = Current Market Price per Share / Number of Outstanding Shares</a:t>
            </a:r>
          </a:p>
          <a:p>
            <a:pPr>
              <a:buFont typeface="Wingdings" panose="05000000000000000000" pitchFamily="2" charset="2"/>
              <a:buChar char="Ø"/>
            </a:pPr>
            <a:r>
              <a:rPr lang="en-US" sz="2000" dirty="0"/>
              <a:t>For example, let’s say a company has 100,000 outstanding shares, and the current market price per share is Rs. 50. To calculate the market value per share, we take the current market price of Rs. 50 and divide it by the total number of outstanding shares, which is 100,000.</a:t>
            </a:r>
          </a:p>
          <a:p>
            <a:pPr>
              <a:buFont typeface="Wingdings" panose="05000000000000000000" pitchFamily="2" charset="2"/>
              <a:buChar char="Ø"/>
            </a:pPr>
            <a:r>
              <a:rPr lang="en-US" sz="2000" dirty="0"/>
              <a:t>Market Value per Share = Rs. 50 / 100,000 </a:t>
            </a:r>
          </a:p>
          <a:p>
            <a:pPr>
              <a:buFont typeface="Wingdings" panose="05000000000000000000" pitchFamily="2" charset="2"/>
              <a:buChar char="Ø"/>
            </a:pPr>
            <a:r>
              <a:rPr lang="en-US" sz="2000" dirty="0"/>
              <a:t>              = Rs. 0.50</a:t>
            </a:r>
          </a:p>
          <a:p>
            <a:pPr>
              <a:buFont typeface="Wingdings" panose="05000000000000000000" pitchFamily="2" charset="2"/>
              <a:buChar char="Ø"/>
            </a:pPr>
            <a:r>
              <a:rPr lang="en-US" sz="2000" dirty="0"/>
              <a:t>So, the market value per share in this example is Rs. 0.50. This means the total market capitalization of the company is Rs. 50,000 (100,000 shares x Rs. 0.50 per share). The market value per share is a measure of what the stock market believes the company as a whole is worth on a per-share basis at any given time when shares are actively </a:t>
            </a:r>
            <a:r>
              <a:rPr lang="en-US" sz="2000" dirty="0" err="1"/>
              <a:t>trding</a:t>
            </a:r>
            <a:r>
              <a:rPr lang="en-US" sz="2000" dirty="0"/>
              <a:t>. It fluctuates throughout the trading day as the market price changes.</a:t>
            </a:r>
          </a:p>
        </p:txBody>
      </p:sp>
    </p:spTree>
    <p:extLst>
      <p:ext uri="{BB962C8B-B14F-4D97-AF65-F5344CB8AC3E}">
        <p14:creationId xmlns:p14="http://schemas.microsoft.com/office/powerpoint/2010/main" val="403071568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150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Market Value Ratios/ Earning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0" y="914400"/>
            <a:ext cx="12192000" cy="5562600"/>
          </a:xfrm>
        </p:spPr>
        <p:txBody>
          <a:bodyPr>
            <a:normAutofit fontScale="85000" lnSpcReduction="20000"/>
          </a:bodyPr>
          <a:lstStyle/>
          <a:p>
            <a:pPr>
              <a:buFont typeface="Wingdings" panose="05000000000000000000" pitchFamily="2" charset="2"/>
              <a:buChar char="Ø"/>
            </a:pPr>
            <a:r>
              <a:rPr lang="en-US" sz="2400" b="1" dirty="0"/>
              <a:t>2. Book value per share</a:t>
            </a:r>
          </a:p>
          <a:p>
            <a:pPr>
              <a:buFont typeface="Wingdings" panose="05000000000000000000" pitchFamily="2" charset="2"/>
              <a:buChar char="Ø"/>
            </a:pPr>
            <a:r>
              <a:rPr lang="en-US" sz="2000" dirty="0"/>
              <a:t>The book value per share is the value of a company’s assets minus its liabilities, divided by the number of outstanding shares. It represents the theoretical value per share if the company was liquidated and paid off all its liabilities. Unlike market value, book value is based on a company’s balance sheet and not the current market price of its stock. </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 book Value per Share Formula is as stated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Book Value per Share = (Total Assets – Total Liabilities) / Number of Outstanding Shares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For example, let’s say a company has total assets of Rs. 100 million and total liabilities of Rs. 20 million. The company also has 50,000 outstanding shares.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Book Value per Share = (Rs. 100 million – Rs. 20 million) / 50,000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 Rs. 80 million / 50,000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 Rs. 1.60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So, the book value per share in this example is Rs. 1.60. This indicates that the remaining value per share would be Rs. 1.60 if the corporation were to theoretically liquidate all of its assets and pay off all of its obligations. Book value gives an indication of the tangible accounting value of a company, unlike the market price, which fluctuates daily.</a:t>
            </a:r>
          </a:p>
        </p:txBody>
      </p:sp>
    </p:spTree>
    <p:extLst>
      <p:ext uri="{BB962C8B-B14F-4D97-AF65-F5344CB8AC3E}">
        <p14:creationId xmlns:p14="http://schemas.microsoft.com/office/powerpoint/2010/main" val="43218232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151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Market Value Ratios/ Earning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152400" y="1066800"/>
            <a:ext cx="12039600" cy="5410200"/>
          </a:xfrm>
        </p:spPr>
        <p:txBody>
          <a:bodyPr>
            <a:normAutofit fontScale="85000" lnSpcReduction="20000"/>
          </a:bodyPr>
          <a:lstStyle/>
          <a:p>
            <a:pPr>
              <a:buFont typeface="Wingdings" panose="05000000000000000000" pitchFamily="2" charset="2"/>
              <a:buChar char="Ø"/>
            </a:pPr>
            <a:r>
              <a:rPr lang="en-US" sz="2100" b="1" dirty="0"/>
              <a:t>3. Earnings per share</a:t>
            </a:r>
          </a:p>
          <a:p>
            <a:pPr>
              <a:buFont typeface="Wingdings" panose="05000000000000000000" pitchFamily="2" charset="2"/>
              <a:buChar char="Ø"/>
            </a:pPr>
            <a:r>
              <a:rPr lang="en-US" sz="2000" dirty="0"/>
              <a:t>Earnings per share (EPS) is an important metric that measures a company’s profitability and is closely watched by investors in the stock market. EPS represents the portion of a company’s net income that is allocated to each outstanding share of common stock. </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 formula for calculating EPS is as stated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EPS = Net Income / Average Outstanding Shares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Where Net Income is a company’s total net profit after taxes for a period, and Average Outstanding Shares is the average number of shares of common stock outstanding during the same period.</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For instance, a company’s EPS would be as follows if its net income for the previous 12 months was Rs. 2 million, and during that same period, it averaged 5 million shares of common stock outstanding.</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EPS = Rs. 2,000,000 / 5,000,000 = Rs. 0.40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This means the company earned Rs. 0.40 in profit for each share of common stock outstanding. Investors use EPS to gauge a company’s profitability on a per-share basis. Higher EPS generally indicates greater value creation for shareholders. Comparing EPS over time and against industry peers gives investors insight into a company’s financial health and growth prospects in the stock market.</a:t>
            </a:r>
          </a:p>
        </p:txBody>
      </p:sp>
    </p:spTree>
    <p:extLst>
      <p:ext uri="{BB962C8B-B14F-4D97-AF65-F5344CB8AC3E}">
        <p14:creationId xmlns:p14="http://schemas.microsoft.com/office/powerpoint/2010/main" val="13819387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152</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Market Value Ratios/ Earning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152400" y="1066800"/>
            <a:ext cx="12039600" cy="5410200"/>
          </a:xfrm>
        </p:spPr>
        <p:txBody>
          <a:bodyPr>
            <a:normAutofit fontScale="92500" lnSpcReduction="20000"/>
          </a:bodyPr>
          <a:lstStyle/>
          <a:p>
            <a:pPr>
              <a:buFont typeface="Wingdings" panose="05000000000000000000" pitchFamily="2" charset="2"/>
              <a:buChar char="Ø"/>
            </a:pPr>
            <a:r>
              <a:rPr lang="en-US" sz="2200" b="1" dirty="0"/>
              <a:t>4. Cash earnings per share</a:t>
            </a:r>
          </a:p>
          <a:p>
            <a:pPr>
              <a:buFont typeface="Wingdings" panose="05000000000000000000" pitchFamily="2" charset="2"/>
              <a:buChar char="Ø"/>
            </a:pPr>
            <a:r>
              <a:rPr lang="en-US" sz="2000" dirty="0"/>
              <a:t>Cash earnings per share (Cash EPS) measures a company’s profitability based on its operating cash flow rather than net income. It provides an alternative view of earnings that focuses on cash generation rather than accounting profits. </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 formula for calculating cash EPS is as stated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Cash EPS = Operating Cash Flow / Average Outstanding Shares </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Where Operating Cash Flow is the cash a company generates from its core business operations, and Average Outstanding Shares is the average number of shares of common stock outstanding during the period.</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For instance, a company’s cash EPS would be as follows if it had Rs. 3 million in operational cash flow during the previous year and 5 million average shares outstanding.</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Cash EPS = Rs. 3,000,000 / 5,000,000 = Rs. 0.60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This means the company generated Rs. 0.60 per share in operating cash flow over the last year. Unlike net income, cash flow figures are more difficult for companies to manipulate. So, cash EPS provides investors with a clear picture of the company’s ability to generate cash.</a:t>
            </a:r>
          </a:p>
        </p:txBody>
      </p:sp>
    </p:spTree>
    <p:extLst>
      <p:ext uri="{BB962C8B-B14F-4D97-AF65-F5344CB8AC3E}">
        <p14:creationId xmlns:p14="http://schemas.microsoft.com/office/powerpoint/2010/main" val="347796256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153</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Market Value Ratios/ Earning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152400" y="1066800"/>
            <a:ext cx="12039600" cy="5410200"/>
          </a:xfrm>
        </p:spPr>
        <p:txBody>
          <a:bodyPr>
            <a:normAutofit fontScale="92500" lnSpcReduction="20000"/>
          </a:bodyPr>
          <a:lstStyle/>
          <a:p>
            <a:pPr>
              <a:buFont typeface="Wingdings" panose="05000000000000000000" pitchFamily="2" charset="2"/>
              <a:buChar char="Ø"/>
            </a:pPr>
            <a:r>
              <a:rPr lang="en-US" sz="2200" b="1" dirty="0"/>
              <a:t>5. Dividend yield</a:t>
            </a:r>
          </a:p>
          <a:p>
            <a:pPr>
              <a:buFont typeface="Wingdings" panose="05000000000000000000" pitchFamily="2" charset="2"/>
              <a:buChar char="Ø"/>
            </a:pPr>
            <a:r>
              <a:rPr lang="en-US" sz="2000" dirty="0"/>
              <a:t>Dividend yield measures the cash dividends paid by a company relative to its stock price. It represents the return on investment for shareholders in the form of dividend income. </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 formula for calculating dividend yield is as stated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Dividend Yield = Annual Dividends per Share / Share Price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Annual dividends per share are the total dividends paid over the last 12 months, and share price is the current market price of one share of stock.</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For instance, a company’s dividend yield would be as follows if it had paid Rs. 1 in dividends during the previous year and its share price was presently Rs. 25.</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Dividend Yield = Rs. 1 / Rs. 25 = 0.04 or 4%</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This means investors are earning a 4% dividend yield on their investment in the stock. The higher the dividend yield, the more dividend income shareholders receive for each rupee invested.</a:t>
            </a:r>
          </a:p>
        </p:txBody>
      </p:sp>
    </p:spTree>
    <p:extLst>
      <p:ext uri="{BB962C8B-B14F-4D97-AF65-F5344CB8AC3E}">
        <p14:creationId xmlns:p14="http://schemas.microsoft.com/office/powerpoint/2010/main" val="110739065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154</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Market Value Ratios/ Earning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152400" y="1066800"/>
            <a:ext cx="12039600" cy="5410200"/>
          </a:xfrm>
        </p:spPr>
        <p:txBody>
          <a:bodyPr>
            <a:normAutofit fontScale="92500" lnSpcReduction="20000"/>
          </a:bodyPr>
          <a:lstStyle/>
          <a:p>
            <a:pPr>
              <a:buFont typeface="Wingdings" panose="05000000000000000000" pitchFamily="2" charset="2"/>
              <a:buChar char="Ø"/>
            </a:pPr>
            <a:r>
              <a:rPr lang="en-US" sz="2200" b="1" dirty="0"/>
              <a:t>6. Market-to-book ratio</a:t>
            </a:r>
          </a:p>
          <a:p>
            <a:pPr>
              <a:buFont typeface="Wingdings" panose="05000000000000000000" pitchFamily="2" charset="2"/>
              <a:buChar char="Ø"/>
            </a:pPr>
            <a:r>
              <a:rPr lang="en-US" sz="2000" dirty="0"/>
              <a:t>The market-to-book ratio (MTB) compares a company’s market valuation to its book value or net assets. It provides a way to gauge whether a stock is overvalued or undervalued by the market.</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 formula for calculating the market-to-book ratio is as stated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MTB = Market Capitalization / Book Value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Market capitalization is the current total market value of a company’s outstanding shares (Share price x shares outstanding), and book value is the total value of a company’s tangible assets less its total liabilities, as stated on the balance sheet.</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 market-to-book ratio of a firm with a Rs. 5 billion market capitalization and a Rs. 2 billion book value, for instance, would be as follows.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MTB = Rs. 5 billion / Rs. 2 billion = 2.5</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This means the company’s market value is 2.5 times larger than its book value. A higher market-to-book ratio generally indicates that investors expect higher growth and future profits from the company.</a:t>
            </a:r>
          </a:p>
        </p:txBody>
      </p:sp>
    </p:spTree>
    <p:extLst>
      <p:ext uri="{BB962C8B-B14F-4D97-AF65-F5344CB8AC3E}">
        <p14:creationId xmlns:p14="http://schemas.microsoft.com/office/powerpoint/2010/main" val="216867183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155</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Market Value Ratios/ Earning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152400" y="1066800"/>
            <a:ext cx="12039600" cy="5410200"/>
          </a:xfrm>
        </p:spPr>
        <p:txBody>
          <a:bodyPr>
            <a:normAutofit fontScale="92500" lnSpcReduction="20000"/>
          </a:bodyPr>
          <a:lstStyle/>
          <a:p>
            <a:pPr>
              <a:buFont typeface="Wingdings" panose="05000000000000000000" pitchFamily="2" charset="2"/>
              <a:buChar char="Ø"/>
            </a:pPr>
            <a:r>
              <a:rPr lang="en-US" sz="2200" b="1" dirty="0"/>
              <a:t>7. Price-earnings ratio</a:t>
            </a:r>
          </a:p>
          <a:p>
            <a:pPr>
              <a:buFont typeface="Wingdings" panose="05000000000000000000" pitchFamily="2" charset="2"/>
              <a:buChar char="Ø"/>
            </a:pPr>
            <a:r>
              <a:rPr lang="en-US" sz="2000" dirty="0"/>
              <a:t>The price-earnings ratio compares a company’s current share price to its per-share earnings. It shows how much investors are willing to pay for each rupee of the company’s earnings. </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 formula for calculating the P/E ratio is as stated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P/E Ratio = Share Price / Earnings per Share (EPS)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Share Price is the current market price of a single share of the company’s stock, and EPS is the net income per share over the last 12 months.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For instance, a company’s P/E ratio would be as follows if its share price is Rs. 50 and its EPS for the previous 12 months was Rs. 2.</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P/E Ratio = Rs. 50 / Rs. 2 = 25</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This means investors are willing to pay Rs. 25 for every Rs. 1 of the company’s earnings per share. The higher the P/E, the more investors expect earnings growth in the future.</a:t>
            </a:r>
          </a:p>
        </p:txBody>
      </p:sp>
    </p:spTree>
    <p:extLst>
      <p:ext uri="{BB962C8B-B14F-4D97-AF65-F5344CB8AC3E}">
        <p14:creationId xmlns:p14="http://schemas.microsoft.com/office/powerpoint/2010/main" val="197647816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156</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Market Value Ratios/ Earning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152400" y="1066800"/>
            <a:ext cx="12039600" cy="5410200"/>
          </a:xfrm>
        </p:spPr>
        <p:txBody>
          <a:bodyPr>
            <a:normAutofit fontScale="85000" lnSpcReduction="10000"/>
          </a:bodyPr>
          <a:lstStyle/>
          <a:p>
            <a:pPr>
              <a:buFont typeface="Wingdings" panose="05000000000000000000" pitchFamily="2" charset="2"/>
              <a:buChar char="Ø"/>
            </a:pPr>
            <a:r>
              <a:rPr lang="en-US" sz="2400" b="1" dirty="0"/>
              <a:t>8. Dividend payout ratio</a:t>
            </a:r>
          </a:p>
          <a:p>
            <a:pPr>
              <a:buFont typeface="Wingdings" panose="05000000000000000000" pitchFamily="2" charset="2"/>
              <a:buChar char="Ø"/>
            </a:pPr>
            <a:r>
              <a:rPr lang="en-US" sz="2000" dirty="0"/>
              <a:t>The dividend payout ratio is a financial metric used to measure the percentage of net income that a company pays out to its shareholders in the form of dividends. It shows the proportion of earnings distributed as dividends versus the portion retained by the company for reinvestment or other purposes. The dividend payout ratio is an important indicator of how well a company balances rewarding shareholders with retaining profits to fund growth opportunities.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 formula for the Dividend Payout Ratio is stated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Dividend Payout Ratio = Annual Dividends per Share / Earnings per Share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Annual dividends per share is the total dividends paid out over the last 12 months per outstanding share, and earnings per share is the company’s total net income earned over the last 12 months per outstanding share.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For example, Company A had annual dividends per share of Rs. 1.00 and earnings per share of Rs. 2.00 over the past year.</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Dividend Payout Ratio = Rs. 1.00 / Rs. 2.00 = 0.50 or 50%</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This means Company A paid out 50% of its earnings to shareholders as dividends over the last year. The other 50% was retained by the company.</a:t>
            </a:r>
          </a:p>
        </p:txBody>
      </p:sp>
    </p:spTree>
    <p:extLst>
      <p:ext uri="{BB962C8B-B14F-4D97-AF65-F5344CB8AC3E}">
        <p14:creationId xmlns:p14="http://schemas.microsoft.com/office/powerpoint/2010/main" val="357338879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157</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Market Value Ratios/ Earning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152400" y="990600"/>
            <a:ext cx="12039600" cy="5486400"/>
          </a:xfrm>
        </p:spPr>
        <p:txBody>
          <a:bodyPr>
            <a:normAutofit fontScale="85000" lnSpcReduction="10000"/>
          </a:bodyPr>
          <a:lstStyle/>
          <a:p>
            <a:pPr>
              <a:buFont typeface="Wingdings" panose="05000000000000000000" pitchFamily="2" charset="2"/>
              <a:buChar char="Ø"/>
            </a:pPr>
            <a:r>
              <a:rPr lang="en-US" sz="2400" b="1" dirty="0"/>
              <a:t>9. Price-to-sales ratio</a:t>
            </a:r>
          </a:p>
          <a:p>
            <a:pPr>
              <a:buFont typeface="Wingdings" panose="05000000000000000000" pitchFamily="2" charset="2"/>
              <a:buChar char="Ø"/>
            </a:pPr>
            <a:r>
              <a:rPr lang="en-US" sz="2000" dirty="0"/>
              <a:t>The price-to-sales ratio is a valuation metric used to compare a company’s stock price to its revenue. It is calculated by dividing a company’s market capitalization by its total sales or revenue over the last 12 months. The price-to-sales ratio shows the multiple sales that investors are willing to pay for each rupee of revenue. It is used to compare valuations between companies in the same industry. A lower P/S multiple indicates that investors are paying less for each unit of sales, which suggests the stock is undervalued.</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 formula for the Price-to-Sales Ratio is as stated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Price-to-Sales Ratio = Market Capitalization / Total Revenue</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Market capitalization is the total market value of a company’s outstanding shares (share price x number of shares outstanding), and total revenue is the total sales or revenues generated by the company over the last 12 months.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For example, Company A has a share price of Rs. 50, 5 million shares outstanding, a market capitalization of Rs. 250 million, and total revenue over the last 12 months of Rs. 100 million.</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Price-to-Sales Ratio = Rs. 250 million / Rs. 100 million = 2.5</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Therefore, Company A is trading at a P/S ratio of 2.5x. This means investors are willing to pay Rs. 2.50 for every Rs. 1 of Company A’s revenue over the last year.</a:t>
            </a:r>
          </a:p>
        </p:txBody>
      </p:sp>
    </p:spTree>
    <p:extLst>
      <p:ext uri="{BB962C8B-B14F-4D97-AF65-F5344CB8AC3E}">
        <p14:creationId xmlns:p14="http://schemas.microsoft.com/office/powerpoint/2010/main" val="210130846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158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Market Value Ratios/ Earning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152400" y="990600"/>
            <a:ext cx="12039600" cy="5486400"/>
          </a:xfrm>
        </p:spPr>
        <p:txBody>
          <a:bodyPr>
            <a:normAutofit/>
          </a:bodyPr>
          <a:lstStyle/>
          <a:p>
            <a:pPr>
              <a:buFont typeface="Wingdings" panose="05000000000000000000" pitchFamily="2" charset="2"/>
              <a:buChar char="Ø"/>
            </a:pPr>
            <a:r>
              <a:rPr lang="en-US" sz="2900" b="1" dirty="0"/>
              <a:t>10. Enterprise value</a:t>
            </a:r>
          </a:p>
          <a:p>
            <a:pPr>
              <a:buFont typeface="Wingdings" panose="05000000000000000000" pitchFamily="2" charset="2"/>
              <a:buChar char="Ø"/>
            </a:pPr>
            <a:r>
              <a:rPr lang="en-US" sz="2000" dirty="0"/>
              <a:t>Enterprise value is a measure of a company’s total value, including both equity and debt components. It provides a more complete picture of a company’s actual worth than just looking at market capitalization. </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The formula for calculating enterprise value is as stated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Enterprise Value = Market Capitalization + Debt – Cash and Cash Equivalents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Market capitalization is calculated by multiplying a company’s share price by the number of shares outstanding, while debt is the total liabilities on the balance sheet, and cash &amp; cash equivalents are assets that can quickly be converted to cash.</a:t>
            </a:r>
          </a:p>
          <a:p>
            <a:pPr>
              <a:buFont typeface="Wingdings" panose="05000000000000000000" pitchFamily="2" charset="2"/>
              <a:buChar char="Ø"/>
            </a:pPr>
            <a:endParaRPr lang="en-US" sz="2000" dirty="0"/>
          </a:p>
        </p:txBody>
      </p:sp>
    </p:spTree>
    <p:extLst>
      <p:ext uri="{BB962C8B-B14F-4D97-AF65-F5344CB8AC3E}">
        <p14:creationId xmlns:p14="http://schemas.microsoft.com/office/powerpoint/2010/main" val="298997617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159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Market Value Ratios/ Earning Ratios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152400" y="990600"/>
            <a:ext cx="12039600" cy="5486400"/>
          </a:xfrm>
        </p:spPr>
        <p:txBody>
          <a:bodyPr>
            <a:normAutofit fontScale="92500" lnSpcReduction="10000"/>
          </a:bodyPr>
          <a:lstStyle/>
          <a:p>
            <a:pPr>
              <a:buFont typeface="Wingdings" panose="05000000000000000000" pitchFamily="2" charset="2"/>
              <a:buChar char="Ø"/>
            </a:pPr>
            <a:endParaRPr lang="en-US" sz="2000" dirty="0"/>
          </a:p>
          <a:p>
            <a:pPr>
              <a:buFont typeface="Wingdings" panose="05000000000000000000" pitchFamily="2" charset="2"/>
              <a:buChar char="Ø"/>
            </a:pPr>
            <a:r>
              <a:rPr lang="en-US" sz="2000" dirty="0"/>
              <a:t>For example, Company B has a share price of Rs. 20, 10 million shares outstanding, Rs. 100 million in total debt, and Rs. 20 million in cash and cash equivalents.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Company B’s enterprise value would be calculated as given below.</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Market Capitalization = Rs. 20 x 10 million = Rs. 200 million</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Debt = Rs. 100 million</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Cash = Rs. 20 million</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Enterprise Value = Rs. 200 million + Rs. 100 million – Rs. 20 million = Rs. 280 million</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So, Company B’s enterprise value of Rs. 280 million represents its comprehensive worth, factoring in both stock market value and balance sheet debt and assets. This provides a more accurate picture than just the market capitalization alone</a:t>
            </a:r>
          </a:p>
        </p:txBody>
      </p:sp>
    </p:spTree>
    <p:extLst>
      <p:ext uri="{BB962C8B-B14F-4D97-AF65-F5344CB8AC3E}">
        <p14:creationId xmlns:p14="http://schemas.microsoft.com/office/powerpoint/2010/main" val="194273892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160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Comparative Analysis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dirty="0"/>
              <a:t>When comparing financial ratios with industry benchmarks and competitors, it is essential to consider the industry's characteristics, company size, and market conditions. A ratio that might be considered favorable in one industry may not hold the same significance in another. Therefore, it is crucial to interpret the ratios in the context of the specific industry and market dynamics.</a:t>
            </a:r>
          </a:p>
          <a:p>
            <a:pPr>
              <a:buFont typeface="Wingdings" panose="05000000000000000000" pitchFamily="2" charset="2"/>
              <a:buChar char="Ø"/>
            </a:pPr>
            <a:endParaRPr lang="en-US" sz="2000" dirty="0"/>
          </a:p>
        </p:txBody>
      </p:sp>
    </p:spTree>
    <p:extLst>
      <p:ext uri="{BB962C8B-B14F-4D97-AF65-F5344CB8AC3E}">
        <p14:creationId xmlns:p14="http://schemas.microsoft.com/office/powerpoint/2010/main" val="30494384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161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Comparative Analysis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fontScale="92500" lnSpcReduction="20000"/>
          </a:bodyPr>
          <a:lstStyle/>
          <a:p>
            <a:pPr>
              <a:buFont typeface="Wingdings" panose="05000000000000000000" pitchFamily="2" charset="2"/>
              <a:buChar char="Ø"/>
            </a:pPr>
            <a:r>
              <a:rPr lang="en-US" sz="2200" b="1" dirty="0"/>
              <a:t>Interpretation and Insights</a:t>
            </a:r>
            <a:r>
              <a:rPr lang="en-US" sz="2000" dirty="0"/>
              <a:t>:</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High Current Ratio: A high current ratio indicates good short-term liquidity. However, an excessively high ratio may imply inefficient use of resources.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declining Profit margins: Falling profit margins could signal increased competition, rising costs, or pricing pressures.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ROE and Growth: A high ROE suggests efficient capital utilization. Companies with consistent high ROE tend to grow faster.</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Debt Burden: A high debt-to-equity ratio may indicate financial risk. Conversely, too little debt might mean missed growth opportunities.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Inventory Turnover: A low inventory turnover ratio could imply slow sales or obsolete inventory.</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market Ratios and investor Sentiment: High P/E ratios may indicate optimism, while low P/B ratios suggest undervaluation.</a:t>
            </a:r>
          </a:p>
        </p:txBody>
      </p:sp>
    </p:spTree>
    <p:extLst>
      <p:ext uri="{BB962C8B-B14F-4D97-AF65-F5344CB8AC3E}">
        <p14:creationId xmlns:p14="http://schemas.microsoft.com/office/powerpoint/2010/main" val="319912060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162</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Comparative Analysis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400" b="1" dirty="0"/>
              <a:t> Examples: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Imagine Company A and Company B:</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company A has a current ratio of 2.5, indicating strong liquidity.</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Company B's net profit margin is 15%, reflecting efficient cost management.</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Both companies have similar debt-to-equity ratios, but Company A's interest coverage ratio is higher.</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Company A's inventory turnover ratio is 8, while Company B's is 4.</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Investors favor Company A due to its high P/E ratio and strong growth prospects.</a:t>
            </a:r>
          </a:p>
        </p:txBody>
      </p:sp>
    </p:spTree>
    <p:extLst>
      <p:ext uri="{BB962C8B-B14F-4D97-AF65-F5344CB8AC3E}">
        <p14:creationId xmlns:p14="http://schemas.microsoft.com/office/powerpoint/2010/main" val="161888780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163</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Comparative Analysis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400" b="1" dirty="0"/>
              <a:t>Comparing with Industry benchmarks: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Ratios gain meaning when compared to industry averages or competitors.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A current ratio of 2.5 might be excellent in one industry but subpar in another.</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 Context matters: A tech startup's P/E ratio differs from that of a mature utility company.</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In summary, ratio analysis provides a comprehensive view of a company's financial performance. However, it's essential to consider industry norms, historical trends, and qualitative factors alongside the numbers. Whether you're an investor, manager, or student, mastering ratio analysis enhances your financial acumen.</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Remember, ratios are like a financial fingerprint—unique to each company and revealing its distinctive story.</a:t>
            </a:r>
          </a:p>
        </p:txBody>
      </p:sp>
    </p:spTree>
    <p:extLst>
      <p:ext uri="{BB962C8B-B14F-4D97-AF65-F5344CB8AC3E}">
        <p14:creationId xmlns:p14="http://schemas.microsoft.com/office/powerpoint/2010/main" val="212609780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164</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Comparative Analysis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3" name="Content Placeholder 2">
            <a:extLst>
              <a:ext uri="{FF2B5EF4-FFF2-40B4-BE49-F238E27FC236}">
                <a16:creationId xmlns:a16="http://schemas.microsoft.com/office/drawing/2014/main" id="{24BAE163-4203-F725-509D-C5A40C579D92}"/>
              </a:ext>
            </a:extLst>
          </p:cNvPr>
          <p:cNvPicPr>
            <a:picLocks noGrp="1" noChangeAspect="1"/>
          </p:cNvPicPr>
          <p:nvPr>
            <p:ph idx="1"/>
          </p:nvPr>
        </p:nvPicPr>
        <p:blipFill>
          <a:blip r:embed="rId3"/>
          <a:stretch>
            <a:fillRect/>
          </a:stretch>
        </p:blipFill>
        <p:spPr>
          <a:xfrm>
            <a:off x="1468055" y="1066800"/>
            <a:ext cx="9408290" cy="5289550"/>
          </a:xfrm>
          <a:prstGeom prst="rect">
            <a:avLst/>
          </a:prstGeom>
        </p:spPr>
      </p:pic>
    </p:spTree>
    <p:extLst>
      <p:ext uri="{BB962C8B-B14F-4D97-AF65-F5344CB8AC3E}">
        <p14:creationId xmlns:p14="http://schemas.microsoft.com/office/powerpoint/2010/main" val="383337410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165</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Comparative Analysis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lnSpcReduction="10000"/>
          </a:bodyPr>
          <a:lstStyle/>
          <a:p>
            <a:pPr>
              <a:buFont typeface="Wingdings" panose="05000000000000000000" pitchFamily="2" charset="2"/>
              <a:buChar char="Ø"/>
            </a:pPr>
            <a:r>
              <a:rPr lang="en-US" sz="2400" b="1" dirty="0"/>
              <a:t>Assessing Short-Term Financial Health</a:t>
            </a:r>
          </a:p>
          <a:p>
            <a:pPr>
              <a:buFont typeface="Wingdings" panose="05000000000000000000" pitchFamily="2" charset="2"/>
              <a:buChar char="Ø"/>
            </a:pPr>
            <a:r>
              <a:rPr lang="en-US" sz="2000" dirty="0"/>
              <a:t>1. current ratio: The current ratio is a widely used liquidity ratio that measures a company's ability to cover its short-term liabilities with its short-term assets. It is calculated by dividing current assets by current liabilities. For example, if a company has current assets of $500,000 and current liabilities of $250,000, the current ratio would be 2. This indicates that the company has twice as many current assets as current liabilities, suggesting a strong liquidity position.</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2. quick ratio: The quick ratio, also known as the acid-test ratio, provides a more stringent assessment of a company's liquidity. It excludes inventory from current assets since inventory may not be easily converted into cash in the short term. The quick ratio is calculated by dividing quick assets (current assets minus inventory) by current liabilities. A higher quick ratio indicates a better ability to meet short-term obligations without relying on inventory sales.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3. cash ratio: The cash ratio is the most conservative liquidity ratio as it measures a company's ability to cover its current liabilities with cash and cash equivalents alone. It is calculated by dividing cash and cash equivalents by current liabilities. A higher cash ratio indicates a stronger ability to meet short-term obligations without relying on other current assets.</a:t>
            </a:r>
          </a:p>
        </p:txBody>
      </p:sp>
    </p:spTree>
    <p:extLst>
      <p:ext uri="{BB962C8B-B14F-4D97-AF65-F5344CB8AC3E}">
        <p14:creationId xmlns:p14="http://schemas.microsoft.com/office/powerpoint/2010/main" val="243561245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166</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Comparative Analysis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000" dirty="0"/>
              <a:t>4. operating Cash Flow ratio: This ratio assesses a company's ability to generate cash from its core operations to cover its short-term obligations. It is calculated by dividing operating cash flow by current liabilities. A ratio greater than 1 indicates that the company's operating cash flow is sufficient to cover its current liabilities.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5. working capital Ratio: The working capital ratio measures the excess of a company's current assets over its current liabilities. It is calculated by subtracting current liabilities from current assets. A positive working capital ratio indicates that the company has sufficient current assets to cover its short-term obligations.</a:t>
            </a:r>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It is important to note that liquidity ratios should be analyzed in conjunction with other financial ratios and factors specific to the industry and company. While these ratios provide valuable insights into a company's short-term financial health, they should not be viewed in isolation. By considering a comprehensive range of financial metrics, stakeholders can gain a holistic understanding of a company's financial performance and make well-informed decisions.</a:t>
            </a:r>
          </a:p>
        </p:txBody>
      </p:sp>
    </p:spTree>
    <p:extLst>
      <p:ext uri="{BB962C8B-B14F-4D97-AF65-F5344CB8AC3E}">
        <p14:creationId xmlns:p14="http://schemas.microsoft.com/office/powerpoint/2010/main" val="374376512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167</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Comparative Analysis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400" b="1" dirty="0"/>
              <a:t>Evaluating Profit Generation</a:t>
            </a:r>
          </a:p>
          <a:p>
            <a:pPr>
              <a:buFont typeface="Wingdings" panose="05000000000000000000" pitchFamily="2" charset="2"/>
              <a:buChar char="Ø"/>
            </a:pPr>
            <a:endParaRPr lang="en-US" sz="2000" dirty="0"/>
          </a:p>
        </p:txBody>
      </p:sp>
      <p:pic>
        <p:nvPicPr>
          <p:cNvPr id="4" name="Picture 3">
            <a:extLst>
              <a:ext uri="{FF2B5EF4-FFF2-40B4-BE49-F238E27FC236}">
                <a16:creationId xmlns:a16="http://schemas.microsoft.com/office/drawing/2014/main" id="{7A8EDCB7-C7EB-A159-624B-428F0D822953}"/>
              </a:ext>
            </a:extLst>
          </p:cNvPr>
          <p:cNvPicPr>
            <a:picLocks noChangeAspect="1"/>
          </p:cNvPicPr>
          <p:nvPr/>
        </p:nvPicPr>
        <p:blipFill>
          <a:blip r:embed="rId3"/>
          <a:stretch>
            <a:fillRect/>
          </a:stretch>
        </p:blipFill>
        <p:spPr>
          <a:xfrm>
            <a:off x="1066800" y="1931516"/>
            <a:ext cx="6858000" cy="3830186"/>
          </a:xfrm>
          <a:prstGeom prst="rect">
            <a:avLst/>
          </a:prstGeom>
        </p:spPr>
      </p:pic>
    </p:spTree>
    <p:extLst>
      <p:ext uri="{BB962C8B-B14F-4D97-AF65-F5344CB8AC3E}">
        <p14:creationId xmlns:p14="http://schemas.microsoft.com/office/powerpoint/2010/main" val="73918339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168</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Comparative Analysis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
        <p:nvSpPr>
          <p:cNvPr id="2" name="Content Placeholder 1">
            <a:extLst>
              <a:ext uri="{FF2B5EF4-FFF2-40B4-BE49-F238E27FC236}">
                <a16:creationId xmlns:a16="http://schemas.microsoft.com/office/drawing/2014/main" id="{20E9A0C5-9E42-ACE3-C80D-C5E690F60293}"/>
              </a:ext>
            </a:extLst>
          </p:cNvPr>
          <p:cNvSpPr>
            <a:spLocks noGrp="1"/>
          </p:cNvSpPr>
          <p:nvPr>
            <p:ph idx="1"/>
          </p:nvPr>
        </p:nvSpPr>
        <p:spPr>
          <a:xfrm>
            <a:off x="304800" y="1066801"/>
            <a:ext cx="11734800" cy="5289550"/>
          </a:xfrm>
        </p:spPr>
        <p:txBody>
          <a:bodyPr>
            <a:normAutofit/>
          </a:bodyPr>
          <a:lstStyle/>
          <a:p>
            <a:pPr>
              <a:buFont typeface="Wingdings" panose="05000000000000000000" pitchFamily="2" charset="2"/>
              <a:buChar char="Ø"/>
            </a:pPr>
            <a:r>
              <a:rPr lang="en-US" sz="2400" b="1" dirty="0"/>
              <a:t>Measuring Operational Effectiveness</a:t>
            </a:r>
          </a:p>
          <a:p>
            <a:pPr>
              <a:buFont typeface="Wingdings" panose="05000000000000000000" pitchFamily="2" charset="2"/>
              <a:buChar char="Ø"/>
            </a:pPr>
            <a:endParaRPr lang="en-US" sz="2000" dirty="0"/>
          </a:p>
        </p:txBody>
      </p:sp>
      <p:pic>
        <p:nvPicPr>
          <p:cNvPr id="3" name="Picture 2">
            <a:extLst>
              <a:ext uri="{FF2B5EF4-FFF2-40B4-BE49-F238E27FC236}">
                <a16:creationId xmlns:a16="http://schemas.microsoft.com/office/drawing/2014/main" id="{1F143146-79B9-99C6-6033-A180782A3BD8}"/>
              </a:ext>
            </a:extLst>
          </p:cNvPr>
          <p:cNvPicPr>
            <a:picLocks noChangeAspect="1"/>
          </p:cNvPicPr>
          <p:nvPr/>
        </p:nvPicPr>
        <p:blipFill>
          <a:blip r:embed="rId3"/>
          <a:stretch>
            <a:fillRect/>
          </a:stretch>
        </p:blipFill>
        <p:spPr>
          <a:xfrm>
            <a:off x="533400" y="1600200"/>
            <a:ext cx="7924800" cy="4457700"/>
          </a:xfrm>
          <a:prstGeom prst="rect">
            <a:avLst/>
          </a:prstGeom>
        </p:spPr>
      </p:pic>
    </p:spTree>
    <p:extLst>
      <p:ext uri="{BB962C8B-B14F-4D97-AF65-F5344CB8AC3E}">
        <p14:creationId xmlns:p14="http://schemas.microsoft.com/office/powerpoint/2010/main" val="188914185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169</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Comparative Analysis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3" name="Content Placeholder 2">
            <a:extLst>
              <a:ext uri="{FF2B5EF4-FFF2-40B4-BE49-F238E27FC236}">
                <a16:creationId xmlns:a16="http://schemas.microsoft.com/office/drawing/2014/main" id="{D1ADB41F-49F3-9012-859C-BD7D6B7A1590}"/>
              </a:ext>
            </a:extLst>
          </p:cNvPr>
          <p:cNvPicPr>
            <a:picLocks noGrp="1" noChangeAspect="1"/>
          </p:cNvPicPr>
          <p:nvPr>
            <p:ph idx="1"/>
          </p:nvPr>
        </p:nvPicPr>
        <p:blipFill>
          <a:blip r:embed="rId3"/>
          <a:stretch>
            <a:fillRect/>
          </a:stretch>
        </p:blipFill>
        <p:spPr>
          <a:xfrm>
            <a:off x="1468055" y="1066800"/>
            <a:ext cx="9408290" cy="5289550"/>
          </a:xfrm>
          <a:prstGeom prst="rect">
            <a:avLst/>
          </a:prstGeom>
        </p:spPr>
      </p:pic>
    </p:spTree>
    <p:extLst>
      <p:ext uri="{BB962C8B-B14F-4D97-AF65-F5344CB8AC3E}">
        <p14:creationId xmlns:p14="http://schemas.microsoft.com/office/powerpoint/2010/main" val="324128181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170</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Comparative Analysis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3" name="Content Placeholder 2">
            <a:extLst>
              <a:ext uri="{FF2B5EF4-FFF2-40B4-BE49-F238E27FC236}">
                <a16:creationId xmlns:a16="http://schemas.microsoft.com/office/drawing/2014/main" id="{956E6C95-3739-641D-7EF6-387E5ACCB092}"/>
              </a:ext>
            </a:extLst>
          </p:cNvPr>
          <p:cNvPicPr>
            <a:picLocks noGrp="1" noChangeAspect="1"/>
          </p:cNvPicPr>
          <p:nvPr>
            <p:ph idx="1"/>
          </p:nvPr>
        </p:nvPicPr>
        <p:blipFill>
          <a:blip r:embed="rId3"/>
          <a:stretch>
            <a:fillRect/>
          </a:stretch>
        </p:blipFill>
        <p:spPr>
          <a:xfrm>
            <a:off x="1470378" y="1066800"/>
            <a:ext cx="9403644" cy="5289550"/>
          </a:xfrm>
          <a:prstGeom prst="rect">
            <a:avLst/>
          </a:prstGeom>
        </p:spPr>
      </p:pic>
    </p:spTree>
    <p:extLst>
      <p:ext uri="{BB962C8B-B14F-4D97-AF65-F5344CB8AC3E}">
        <p14:creationId xmlns:p14="http://schemas.microsoft.com/office/powerpoint/2010/main" val="82956418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171</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Comparative Analysis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3" name="Content Placeholder 2">
            <a:extLst>
              <a:ext uri="{FF2B5EF4-FFF2-40B4-BE49-F238E27FC236}">
                <a16:creationId xmlns:a16="http://schemas.microsoft.com/office/drawing/2014/main" id="{49C47906-64D7-FA22-7E05-DA2A8DE89B0F}"/>
              </a:ext>
            </a:extLst>
          </p:cNvPr>
          <p:cNvPicPr>
            <a:picLocks noGrp="1" noChangeAspect="1"/>
          </p:cNvPicPr>
          <p:nvPr>
            <p:ph idx="1"/>
          </p:nvPr>
        </p:nvPicPr>
        <p:blipFill>
          <a:blip r:embed="rId3"/>
          <a:stretch>
            <a:fillRect/>
          </a:stretch>
        </p:blipFill>
        <p:spPr>
          <a:xfrm>
            <a:off x="1468055" y="1066800"/>
            <a:ext cx="9408290" cy="5289550"/>
          </a:xfrm>
          <a:prstGeom prst="rect">
            <a:avLst/>
          </a:prstGeom>
        </p:spPr>
      </p:pic>
    </p:spTree>
    <p:extLst>
      <p:ext uri="{BB962C8B-B14F-4D97-AF65-F5344CB8AC3E}">
        <p14:creationId xmlns:p14="http://schemas.microsoft.com/office/powerpoint/2010/main" val="9194585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A012CBC9-6272-4F09-AE86-7C93287A24B7}" type="datetime1">
              <a:rPr lang="en-US" smtClean="0"/>
              <a:t>7/22/2025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172</a:t>
            </a:fld>
            <a:endParaRPr lang="en-US"/>
          </a:p>
        </p:txBody>
      </p:sp>
      <p:sp>
        <p:nvSpPr>
          <p:cNvPr id="8" name="Title 1"/>
          <p:cNvSpPr txBox="1">
            <a:spLocks/>
          </p:cNvSpPr>
          <p:nvPr/>
        </p:nvSpPr>
        <p:spPr>
          <a:xfrm>
            <a:off x="2133600" y="1"/>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cs typeface="Arial"/>
              </a:rPr>
              <a:t>Comparative Analysis</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pic>
        <p:nvPicPr>
          <p:cNvPr id="5" name="Content Placeholder 4">
            <a:extLst>
              <a:ext uri="{FF2B5EF4-FFF2-40B4-BE49-F238E27FC236}">
                <a16:creationId xmlns:a16="http://schemas.microsoft.com/office/drawing/2014/main" id="{BF4FB761-67BF-0EED-F472-00297626D252}"/>
              </a:ext>
            </a:extLst>
          </p:cNvPr>
          <p:cNvPicPr>
            <a:picLocks noGrp="1" noChangeAspect="1"/>
          </p:cNvPicPr>
          <p:nvPr>
            <p:ph idx="1"/>
          </p:nvPr>
        </p:nvPicPr>
        <p:blipFill>
          <a:blip r:embed="rId3"/>
          <a:stretch>
            <a:fillRect/>
          </a:stretch>
        </p:blipFill>
        <p:spPr>
          <a:xfrm>
            <a:off x="1434281" y="990600"/>
            <a:ext cx="9081319" cy="5105720"/>
          </a:xfrm>
          <a:prstGeom prst="rect">
            <a:avLst/>
          </a:prstGeom>
        </p:spPr>
      </p:pic>
    </p:spTree>
    <p:extLst>
      <p:ext uri="{BB962C8B-B14F-4D97-AF65-F5344CB8AC3E}">
        <p14:creationId xmlns:p14="http://schemas.microsoft.com/office/powerpoint/2010/main" val="166414256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1"/>
            <a:ext cx="11582400" cy="4525963"/>
          </a:xfrm>
        </p:spPr>
        <p:txBody>
          <a:bodyPr>
            <a:normAutofit/>
          </a:bodyPr>
          <a:lstStyle/>
          <a:p>
            <a:pPr>
              <a:buFont typeface="Wingdings" panose="05000000000000000000" pitchFamily="2" charset="2"/>
              <a:buChar char="Ø"/>
            </a:pPr>
            <a:r>
              <a:rPr lang="en-US" sz="2600" dirty="0">
                <a:cs typeface="Times New Roman" pitchFamily="18" charset="0"/>
              </a:rPr>
              <a:t>We have covered the following  topics in this lecture:</a:t>
            </a:r>
          </a:p>
          <a:p>
            <a:pPr>
              <a:buFont typeface="Wingdings" panose="05000000000000000000" pitchFamily="2" charset="2"/>
              <a:buChar char="Ø"/>
            </a:pPr>
            <a:r>
              <a:rPr lang="en-US" sz="2400" dirty="0"/>
              <a:t>Numerical Problems on ratios analysis</a:t>
            </a:r>
          </a:p>
          <a:p>
            <a:pPr>
              <a:buFont typeface="Wingdings" panose="05000000000000000000" pitchFamily="2" charset="2"/>
              <a:buChar char="Ø"/>
            </a:pPr>
            <a:r>
              <a:rPr lang="en-US" sz="2400" dirty="0">
                <a:cs typeface="Times New Roman" pitchFamily="18" charset="0"/>
              </a:rPr>
              <a:t>Current Ratio</a:t>
            </a:r>
          </a:p>
          <a:p>
            <a:pPr>
              <a:buFont typeface="Wingdings" panose="05000000000000000000" pitchFamily="2" charset="2"/>
              <a:buChar char="Ø"/>
            </a:pPr>
            <a:r>
              <a:rPr lang="en-US" sz="2400" dirty="0">
                <a:cs typeface="Times New Roman" pitchFamily="18" charset="0"/>
              </a:rPr>
              <a:t>Net Working Capital</a:t>
            </a:r>
          </a:p>
          <a:p>
            <a:pPr>
              <a:buFont typeface="Wingdings" panose="05000000000000000000" pitchFamily="2" charset="2"/>
              <a:buChar char="Ø"/>
            </a:pPr>
            <a:r>
              <a:rPr lang="en-US" sz="2400" dirty="0">
                <a:cs typeface="Times New Roman" pitchFamily="18" charset="0"/>
              </a:rPr>
              <a:t>Acid test or quick ratio</a:t>
            </a:r>
          </a:p>
          <a:p>
            <a:pPr>
              <a:buFont typeface="Wingdings" panose="05000000000000000000" pitchFamily="2" charset="2"/>
              <a:buChar char="Ø"/>
            </a:pPr>
            <a:r>
              <a:rPr lang="en-US" sz="2400" dirty="0">
                <a:cs typeface="Times New Roman" pitchFamily="18" charset="0"/>
              </a:rPr>
              <a:t>Return on assets</a:t>
            </a:r>
            <a:endParaRPr lang="en-US" sz="2400" spc="-5" dirty="0">
              <a:cs typeface="Times New Roman" pitchFamily="18" charset="0"/>
            </a:endParaRPr>
          </a:p>
          <a:p>
            <a:pPr>
              <a:buFont typeface="Wingdings" panose="05000000000000000000" pitchFamily="2" charset="2"/>
              <a:buChar char="Ø"/>
            </a:pPr>
            <a:endParaRPr lang="en-US" sz="2400" dirty="0">
              <a:cs typeface="Times New Roman" pitchFamily="18" charset="0"/>
            </a:endParaRPr>
          </a:p>
        </p:txBody>
      </p:sp>
      <p:sp>
        <p:nvSpPr>
          <p:cNvPr id="4" name="Date Placeholder 3"/>
          <p:cNvSpPr>
            <a:spLocks noGrp="1"/>
          </p:cNvSpPr>
          <p:nvPr>
            <p:ph type="dt" sz="half" idx="10"/>
          </p:nvPr>
        </p:nvSpPr>
        <p:spPr/>
        <p:txBody>
          <a:bodyPr/>
          <a:lstStyle/>
          <a:p>
            <a:fld id="{EC86FBB8-B1BD-4EB8-BAA5-AEE41B221EB8}" type="datetime1">
              <a:rPr lang="en-US" smtClean="0"/>
              <a:t>7/22/2025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173</a:t>
            </a:fld>
            <a:endParaRPr lang="en-US" dirty="0"/>
          </a:p>
        </p:txBody>
      </p:sp>
      <p:sp>
        <p:nvSpPr>
          <p:cNvPr id="10" name="Title 1"/>
          <p:cNvSpPr txBox="1">
            <a:spLocks/>
          </p:cNvSpPr>
          <p:nvPr/>
        </p:nvSpPr>
        <p:spPr>
          <a:xfrm>
            <a:off x="2209800" y="2"/>
            <a:ext cx="9906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Summary</a:t>
            </a:r>
          </a:p>
        </p:txBody>
      </p:sp>
      <p:sp>
        <p:nvSpPr>
          <p:cNvPr id="7" name="Footer Placeholder 6"/>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1"/>
            <a:ext cx="11734800" cy="4525963"/>
          </a:xfrm>
        </p:spPr>
        <p:txBody>
          <a:bodyPr>
            <a:normAutofit/>
          </a:bodyPr>
          <a:lstStyle/>
          <a:p>
            <a:pPr>
              <a:buFont typeface="Wingdings" panose="05000000000000000000" pitchFamily="2" charset="2"/>
              <a:buChar char="Ø"/>
            </a:pPr>
            <a:r>
              <a:rPr lang="en-US" sz="2400" b="1" dirty="0"/>
              <a:t>Introduction &amp; Meaning of Ratio Analysis</a:t>
            </a:r>
            <a:endParaRPr lang="en-US" sz="2400" b="1" dirty="0">
              <a:cs typeface="Arial"/>
            </a:endParaRPr>
          </a:p>
          <a:p>
            <a:pPr>
              <a:buFont typeface="Wingdings" panose="05000000000000000000" pitchFamily="2" charset="2"/>
              <a:buChar char="Ø"/>
            </a:pPr>
            <a:r>
              <a:rPr lang="en-US" sz="2400" b="1" dirty="0"/>
              <a:t>Usefulness of Ratio Analysis</a:t>
            </a:r>
          </a:p>
          <a:p>
            <a:pPr>
              <a:buFont typeface="Wingdings" panose="05000000000000000000" pitchFamily="2" charset="2"/>
              <a:buChar char="Ø"/>
            </a:pPr>
            <a:r>
              <a:rPr lang="en-US" sz="2400" b="1" dirty="0"/>
              <a:t>Limitations of Ratio Analysis </a:t>
            </a:r>
          </a:p>
          <a:p>
            <a:pPr>
              <a:buFont typeface="Wingdings" panose="05000000000000000000" pitchFamily="2" charset="2"/>
              <a:buChar char="Ø"/>
            </a:pPr>
            <a:r>
              <a:rPr lang="en-US" sz="2400" b="1" dirty="0"/>
              <a:t>Classification of Ratios</a:t>
            </a:r>
            <a:endParaRPr lang="en-US" sz="2400" b="1" dirty="0">
              <a:cs typeface="Times New Roman" pitchFamily="18" charset="0"/>
            </a:endParaRPr>
          </a:p>
          <a:p>
            <a:endParaRPr lang="en-US" sz="2400" b="1" dirty="0">
              <a:latin typeface="Times New Roman" pitchFamily="18" charset="0"/>
              <a:cs typeface="Times New Roman" pitchFamily="18" charset="0"/>
            </a:endParaRPr>
          </a:p>
          <a:p>
            <a:pPr>
              <a:buNone/>
            </a:pPr>
            <a:endParaRPr lang="en-IN"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8324ED8E-1F5B-4C69-A54C-0AB8E8B4FB85}" type="datetime1">
              <a:rPr lang="en-US" smtClean="0"/>
              <a:t>7/22/2025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174</a:t>
            </a:fld>
            <a:endParaRPr lang="en-US" dirty="0"/>
          </a:p>
        </p:txBody>
      </p:sp>
      <p:sp>
        <p:nvSpPr>
          <p:cNvPr id="7" name="Title 1"/>
          <p:cNvSpPr txBox="1">
            <a:spLocks/>
          </p:cNvSpPr>
          <p:nvPr/>
        </p:nvSpPr>
        <p:spPr>
          <a:xfrm>
            <a:off x="2057400" y="1"/>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Prerequisite and Recap</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1"/>
            <a:ext cx="11811000" cy="4525963"/>
          </a:xfrm>
        </p:spPr>
        <p:txBody>
          <a:bodyPr>
            <a:normAutofit/>
          </a:bodyPr>
          <a:lstStyle/>
          <a:p>
            <a:r>
              <a:rPr lang="en-IN" sz="2400" b="1" dirty="0">
                <a:cs typeface="Times New Roman" pitchFamily="18" charset="0"/>
              </a:rPr>
              <a:t>Students will be able to know the following concepts:</a:t>
            </a:r>
          </a:p>
          <a:p>
            <a:r>
              <a:rPr lang="en-US" sz="2000" dirty="0"/>
              <a:t>Composite Ratio</a:t>
            </a:r>
          </a:p>
          <a:p>
            <a:r>
              <a:rPr lang="en-US" sz="2000" dirty="0"/>
              <a:t>Comparative financial statements</a:t>
            </a:r>
          </a:p>
          <a:p>
            <a:r>
              <a:rPr lang="en-US" sz="2000" dirty="0"/>
              <a:t>Advantages of comparative statements</a:t>
            </a:r>
          </a:p>
          <a:p>
            <a:r>
              <a:rPr lang="en-US" sz="2000" dirty="0"/>
              <a:t>Format of Comparative financial statements</a:t>
            </a:r>
          </a:p>
        </p:txBody>
      </p:sp>
      <p:sp>
        <p:nvSpPr>
          <p:cNvPr id="4" name="Date Placeholder 3"/>
          <p:cNvSpPr>
            <a:spLocks noGrp="1"/>
          </p:cNvSpPr>
          <p:nvPr>
            <p:ph type="dt" sz="half" idx="10"/>
          </p:nvPr>
        </p:nvSpPr>
        <p:spPr/>
        <p:txBody>
          <a:bodyPr/>
          <a:lstStyle/>
          <a:p>
            <a:fld id="{2264E4E0-3A30-40DA-BBF3-E9151159F088}" type="datetime1">
              <a:rPr lang="en-US" smtClean="0"/>
              <a:t>7/22/2025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175</a:t>
            </a:fld>
            <a:endParaRPr lang="en-US" dirty="0"/>
          </a:p>
        </p:txBody>
      </p:sp>
      <p:sp>
        <p:nvSpPr>
          <p:cNvPr id="7" name="Title 1"/>
          <p:cNvSpPr txBox="1">
            <a:spLocks/>
          </p:cNvSpPr>
          <p:nvPr/>
        </p:nvSpPr>
        <p:spPr>
          <a:xfrm>
            <a:off x="2057400" y="1"/>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200" dirty="0">
                <a:latin typeface="Times New Roman" pitchFamily="18" charset="0"/>
                <a:cs typeface="Times New Roman" pitchFamily="18" charset="0"/>
              </a:rPr>
              <a:t>Session Learning Objectives</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68388"/>
            <a:ext cx="11658600" cy="5287963"/>
          </a:xfrm>
        </p:spPr>
        <p:txBody>
          <a:bodyPr>
            <a:normAutofit/>
          </a:bodyPr>
          <a:lstStyle/>
          <a:p>
            <a:pPr marL="457200" indent="-457200" algn="just"/>
            <a:r>
              <a:rPr lang="en-US" sz="2800" b="1" dirty="0"/>
              <a:t> Composite Ratio</a:t>
            </a:r>
            <a:endParaRPr lang="en-US" sz="2000" b="1" dirty="0"/>
          </a:p>
          <a:p>
            <a:pPr marL="457200" indent="-457200" algn="just">
              <a:buNone/>
            </a:pPr>
            <a:r>
              <a:rPr lang="en-US" sz="2400" b="1" dirty="0"/>
              <a:t>17. Return on equity capital (roe) :  </a:t>
            </a:r>
          </a:p>
          <a:p>
            <a:pPr marL="457200" indent="-457200" algn="just">
              <a:buNone/>
            </a:pPr>
            <a:r>
              <a:rPr lang="en-US" sz="2000" b="1" dirty="0"/>
              <a:t>                    </a:t>
            </a:r>
            <a:r>
              <a:rPr lang="en-US" sz="2200" b="1" dirty="0"/>
              <a:t>Net Profit after Taxes / Tangible Net Worth</a:t>
            </a:r>
            <a:endParaRPr lang="en-US" sz="2000" b="1" dirty="0"/>
          </a:p>
          <a:p>
            <a:pPr marL="457200" indent="-457200" algn="just">
              <a:buNone/>
            </a:pPr>
            <a:r>
              <a:rPr lang="en-US" sz="2400" b="1" dirty="0"/>
              <a:t>18. Earnings per share: </a:t>
            </a:r>
            <a:r>
              <a:rPr lang="en-US" sz="2400" dirty="0"/>
              <a:t>EPS indicates the quantum of net profit for the year that would be ranked for dividend for each company share </a:t>
            </a:r>
            <a:r>
              <a:rPr lang="en-US" sz="2200" dirty="0"/>
              <a:t>held by the equity shareholders</a:t>
            </a:r>
            <a:r>
              <a:rPr lang="en-US" sz="2200" b="1" dirty="0"/>
              <a:t>.</a:t>
            </a:r>
            <a:endParaRPr lang="en-US" sz="2000" b="1" dirty="0"/>
          </a:p>
          <a:p>
            <a:pPr marL="457200" indent="-457200" algn="just">
              <a:buNone/>
            </a:pPr>
            <a:r>
              <a:rPr lang="en-US" sz="2200" b="1" dirty="0"/>
              <a:t>      Net profit after Taxes and Preference Dividend/ No. of Equity Shares      </a:t>
            </a:r>
            <a:endParaRPr lang="en-US" sz="2000" b="1" dirty="0"/>
          </a:p>
          <a:p>
            <a:pPr marL="457200" indent="-457200" algn="just">
              <a:buNone/>
            </a:pPr>
            <a:r>
              <a:rPr lang="en-US" sz="2400" b="1" dirty="0"/>
              <a:t>19. Price earning ratio: </a:t>
            </a:r>
            <a:r>
              <a:rPr lang="en-US" sz="2200" dirty="0"/>
              <a:t>PE Ratio indicates the number of times its market price covers the Earning Per Share</a:t>
            </a:r>
            <a:r>
              <a:rPr lang="en-US" sz="2200" b="1" dirty="0"/>
              <a:t>.</a:t>
            </a:r>
            <a:endParaRPr lang="en-US" sz="2000" b="1" dirty="0"/>
          </a:p>
          <a:p>
            <a:pPr marL="457200" indent="-457200" algn="just"/>
            <a:r>
              <a:rPr lang="en-US" sz="2000" b="1" dirty="0"/>
              <a:t>        </a:t>
            </a:r>
            <a:r>
              <a:rPr lang="en-US" sz="2200" b="1" dirty="0"/>
              <a:t>Market Price Per Equity Share/Earning Per Share</a:t>
            </a:r>
            <a:endParaRPr lang="en-US" sz="2200" b="1" dirty="0">
              <a:cs typeface="Times New Roman"/>
            </a:endParaRPr>
          </a:p>
        </p:txBody>
      </p:sp>
      <p:sp>
        <p:nvSpPr>
          <p:cNvPr id="4" name="Date Placeholder 3"/>
          <p:cNvSpPr>
            <a:spLocks noGrp="1"/>
          </p:cNvSpPr>
          <p:nvPr>
            <p:ph type="dt" sz="half" idx="10"/>
          </p:nvPr>
        </p:nvSpPr>
        <p:spPr/>
        <p:txBody>
          <a:bodyPr/>
          <a:lstStyle/>
          <a:p>
            <a:fld id="{BB546C40-5341-4AAB-B4E5-A216DF858926}"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176</a:t>
            </a:fld>
            <a:endParaRPr lang="en-US" dirty="0"/>
          </a:p>
        </p:txBody>
      </p:sp>
      <p:sp>
        <p:nvSpPr>
          <p:cNvPr id="8"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mj-lt"/>
              </a:rPr>
              <a:t>Composite Ratio</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055566F-7476-42D1-B150-E7676ED8E9E2}"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177</a:t>
            </a:fld>
            <a:endParaRPr lang="en-US" dirty="0"/>
          </a:p>
        </p:txBody>
      </p:sp>
      <p:sp>
        <p:nvSpPr>
          <p:cNvPr id="8" name="Title 1"/>
          <p:cNvSpPr txBox="1">
            <a:spLocks/>
          </p:cNvSpPr>
          <p:nvPr/>
        </p:nvSpPr>
        <p:spPr>
          <a:xfrm>
            <a:off x="2209800" y="2"/>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mj-lt"/>
              </a:rPr>
              <a:t>Composite Ratio</a:t>
            </a:r>
          </a:p>
        </p:txBody>
      </p:sp>
      <p:sp>
        <p:nvSpPr>
          <p:cNvPr id="9" name="Content Placeholder 8"/>
          <p:cNvSpPr>
            <a:spLocks noGrp="1"/>
          </p:cNvSpPr>
          <p:nvPr>
            <p:ph sz="half" idx="2"/>
          </p:nvPr>
        </p:nvSpPr>
        <p:spPr>
          <a:xfrm>
            <a:off x="76200" y="1066800"/>
            <a:ext cx="11887200" cy="5059364"/>
          </a:xfrm>
        </p:spPr>
        <p:txBody>
          <a:bodyPr>
            <a:normAutofit/>
          </a:bodyPr>
          <a:lstStyle/>
          <a:p>
            <a:pPr marL="457200" indent="-457200" algn="just">
              <a:buNone/>
            </a:pPr>
            <a:r>
              <a:rPr lang="en-US" sz="2400" b="1" dirty="0"/>
              <a:t>20. Debt service coverage ratio: </a:t>
            </a:r>
            <a:r>
              <a:rPr lang="en-US" sz="2000" dirty="0"/>
              <a:t>This ratio is one of the most important ones which indicates the ability of an enterprise to meet its liabilities by way of payment of instalments of Term Loans and Interest thereon from out of the cash accruals and forms the basis for fixation of the repayment schedule in respect of the Term Loans raised for a project.</a:t>
            </a:r>
            <a:r>
              <a:rPr lang="en-US" sz="2000" b="1" dirty="0"/>
              <a:t>  </a:t>
            </a:r>
            <a:r>
              <a:rPr lang="en-US" sz="2000" i="1" dirty="0"/>
              <a:t>(The Ideal DSCR Ratio is considered to be 2 )</a:t>
            </a:r>
          </a:p>
          <a:p>
            <a:pPr marL="457200" indent="-457200" algn="just"/>
            <a:endParaRPr lang="en-US" sz="2000" b="1" dirty="0"/>
          </a:p>
          <a:p>
            <a:pPr marL="457200" indent="-457200" algn="just">
              <a:buNone/>
            </a:pPr>
            <a:r>
              <a:rPr lang="en-US" sz="2000" b="1" dirty="0"/>
              <a:t>     PAT + </a:t>
            </a:r>
            <a:r>
              <a:rPr lang="en-US" sz="2000" b="1" dirty="0" err="1"/>
              <a:t>Depr</a:t>
            </a:r>
            <a:r>
              <a:rPr lang="en-US" sz="2000" b="1" dirty="0"/>
              <a:t>. + Annual Interest on Long Term Loans &amp; Liabilities</a:t>
            </a:r>
          </a:p>
          <a:p>
            <a:pPr marL="457200" indent="-457200" algn="just">
              <a:buNone/>
            </a:pPr>
            <a:r>
              <a:rPr lang="en-US" sz="2000" b="1" dirty="0"/>
              <a:t>     ---------------------------------------------------------------------------------</a:t>
            </a:r>
          </a:p>
          <a:p>
            <a:pPr marL="457200" indent="-457200" algn="just">
              <a:buNone/>
            </a:pPr>
            <a:r>
              <a:rPr lang="en-US" sz="2000" b="1" dirty="0"/>
              <a:t>     Annual interest on Long Term Loans &amp; Liabilities + Annual Installments payable on Long Term Loans &amp; Liabilities</a:t>
            </a:r>
          </a:p>
          <a:p>
            <a:pPr marL="457200" indent="-457200" algn="just">
              <a:buNone/>
            </a:pPr>
            <a:r>
              <a:rPr lang="en-US" sz="2000" b="1" dirty="0"/>
              <a:t>     </a:t>
            </a:r>
          </a:p>
          <a:p>
            <a:pPr marL="457200" indent="-457200" algn="just">
              <a:buNone/>
            </a:pPr>
            <a:r>
              <a:rPr lang="en-US" sz="2000" b="1" dirty="0"/>
              <a:t>       ( </a:t>
            </a:r>
            <a:r>
              <a:rPr lang="en-US" sz="2000" dirty="0"/>
              <a:t>Where PAT is Profit after Tax and </a:t>
            </a:r>
            <a:r>
              <a:rPr lang="en-US" sz="2000" dirty="0" err="1"/>
              <a:t>Depr</a:t>
            </a:r>
            <a:r>
              <a:rPr lang="en-US" sz="2000" dirty="0"/>
              <a:t>. is Depreciation)</a:t>
            </a:r>
          </a:p>
          <a:p>
            <a:pPr algn="just"/>
            <a:endParaRPr lang="en-US" sz="2000" dirty="0"/>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1981200" y="838200"/>
            <a:ext cx="8229600" cy="579438"/>
          </a:xfrm>
        </p:spPr>
        <p:txBody>
          <a:bodyPr>
            <a:noAutofit/>
          </a:bodyPr>
          <a:lstStyle/>
          <a:p>
            <a:r>
              <a:rPr lang="en-US" sz="3200" b="1" dirty="0"/>
              <a:t>Exerciese-1</a:t>
            </a:r>
          </a:p>
        </p:txBody>
      </p:sp>
      <p:sp>
        <p:nvSpPr>
          <p:cNvPr id="12" name="Content Placeholder 11"/>
          <p:cNvSpPr>
            <a:spLocks noGrp="1"/>
          </p:cNvSpPr>
          <p:nvPr>
            <p:ph sz="half" idx="1"/>
          </p:nvPr>
        </p:nvSpPr>
        <p:spPr>
          <a:xfrm>
            <a:off x="1981200" y="1447801"/>
            <a:ext cx="4038600" cy="4678363"/>
          </a:xfrm>
        </p:spPr>
        <p:txBody>
          <a:bodyPr>
            <a:normAutofit/>
          </a:bodyPr>
          <a:lstStyle/>
          <a:p>
            <a:pPr fontAlgn="t">
              <a:buFont typeface="Wingdings" panose="05000000000000000000" pitchFamily="2" charset="2"/>
              <a:buChar char="Ø"/>
            </a:pPr>
            <a:r>
              <a:rPr lang="en-US" sz="3600" b="1" dirty="0"/>
              <a:t>LIABILITES</a:t>
            </a:r>
          </a:p>
          <a:p>
            <a:pPr fontAlgn="t">
              <a:buFont typeface="Wingdings" panose="05000000000000000000" pitchFamily="2" charset="2"/>
              <a:buChar char="Ø"/>
            </a:pPr>
            <a:endParaRPr lang="en-US" sz="2400" b="1" dirty="0"/>
          </a:p>
          <a:p>
            <a:pPr fontAlgn="t">
              <a:buFont typeface="Wingdings" panose="05000000000000000000" pitchFamily="2" charset="2"/>
              <a:buChar char="Ø"/>
            </a:pPr>
            <a:r>
              <a:rPr lang="en-US" sz="2400" dirty="0"/>
              <a:t>Capital                180</a:t>
            </a:r>
          </a:p>
          <a:p>
            <a:pPr fontAlgn="t">
              <a:buFont typeface="Wingdings" panose="05000000000000000000" pitchFamily="2" charset="2"/>
              <a:buChar char="Ø"/>
            </a:pPr>
            <a:r>
              <a:rPr lang="en-US" sz="2400" dirty="0"/>
              <a:t>Reserves               20</a:t>
            </a:r>
          </a:p>
          <a:p>
            <a:pPr fontAlgn="t">
              <a:buFont typeface="Wingdings" panose="05000000000000000000" pitchFamily="2" charset="2"/>
              <a:buChar char="Ø"/>
            </a:pPr>
            <a:r>
              <a:rPr lang="en-US" sz="2400" dirty="0"/>
              <a:t>Term Loan          300</a:t>
            </a:r>
          </a:p>
          <a:p>
            <a:pPr fontAlgn="t">
              <a:buFont typeface="Wingdings" panose="05000000000000000000" pitchFamily="2" charset="2"/>
              <a:buChar char="Ø"/>
            </a:pPr>
            <a:r>
              <a:rPr lang="en-US" sz="2400" dirty="0"/>
              <a:t>Bank C/C             200</a:t>
            </a:r>
          </a:p>
          <a:p>
            <a:pPr fontAlgn="t">
              <a:buFont typeface="Wingdings" panose="05000000000000000000" pitchFamily="2" charset="2"/>
              <a:buChar char="Ø"/>
            </a:pPr>
            <a:r>
              <a:rPr lang="en-US" sz="2400" dirty="0"/>
              <a:t>Trade Creditors    50</a:t>
            </a:r>
          </a:p>
          <a:p>
            <a:pPr fontAlgn="t">
              <a:buFont typeface="Wingdings" panose="05000000000000000000" pitchFamily="2" charset="2"/>
              <a:buChar char="Ø"/>
            </a:pPr>
            <a:r>
              <a:rPr lang="en-US" sz="2400" u="sng" dirty="0"/>
              <a:t>Provisions             50</a:t>
            </a:r>
          </a:p>
          <a:p>
            <a:pPr fontAlgn="t">
              <a:buNone/>
            </a:pPr>
            <a:r>
              <a:rPr lang="en-US" sz="2400" dirty="0"/>
              <a:t>                                 800</a:t>
            </a:r>
          </a:p>
          <a:p>
            <a:endParaRPr lang="en-US" sz="2400" dirty="0"/>
          </a:p>
        </p:txBody>
      </p:sp>
      <p:sp>
        <p:nvSpPr>
          <p:cNvPr id="13" name="Content Placeholder 12"/>
          <p:cNvSpPr>
            <a:spLocks noGrp="1"/>
          </p:cNvSpPr>
          <p:nvPr>
            <p:ph sz="half" idx="2"/>
          </p:nvPr>
        </p:nvSpPr>
        <p:spPr/>
        <p:txBody>
          <a:bodyPr>
            <a:normAutofit/>
          </a:bodyPr>
          <a:lstStyle/>
          <a:p>
            <a:pPr fontAlgn="t">
              <a:buFont typeface="Wingdings" panose="05000000000000000000" pitchFamily="2" charset="2"/>
              <a:buChar char="Ø"/>
            </a:pPr>
            <a:r>
              <a:rPr lang="en-US" sz="3600" b="1" dirty="0"/>
              <a:t>ASSETS</a:t>
            </a:r>
          </a:p>
          <a:p>
            <a:pPr fontAlgn="t">
              <a:buFont typeface="Wingdings" panose="05000000000000000000" pitchFamily="2" charset="2"/>
              <a:buChar char="Ø"/>
            </a:pPr>
            <a:endParaRPr lang="en-US" sz="2400" b="1" dirty="0"/>
          </a:p>
          <a:p>
            <a:pPr fontAlgn="t">
              <a:buFont typeface="Wingdings" panose="05000000000000000000" pitchFamily="2" charset="2"/>
              <a:buChar char="Ø"/>
            </a:pPr>
            <a:r>
              <a:rPr lang="en-US" sz="2400" dirty="0"/>
              <a:t>Net Fixed Assets            400</a:t>
            </a:r>
          </a:p>
          <a:p>
            <a:pPr fontAlgn="t">
              <a:buFont typeface="Wingdings" panose="05000000000000000000" pitchFamily="2" charset="2"/>
              <a:buChar char="Ø"/>
            </a:pPr>
            <a:r>
              <a:rPr lang="en-US" sz="2400" dirty="0"/>
              <a:t>Inventories                     150</a:t>
            </a:r>
          </a:p>
          <a:p>
            <a:pPr fontAlgn="t">
              <a:buFont typeface="Wingdings" panose="05000000000000000000" pitchFamily="2" charset="2"/>
              <a:buChar char="Ø"/>
            </a:pPr>
            <a:r>
              <a:rPr lang="en-US" sz="2400" dirty="0"/>
              <a:t>Cash                                  50</a:t>
            </a:r>
          </a:p>
          <a:p>
            <a:pPr fontAlgn="t">
              <a:buFont typeface="Wingdings" panose="05000000000000000000" pitchFamily="2" charset="2"/>
              <a:buChar char="Ø"/>
            </a:pPr>
            <a:r>
              <a:rPr lang="en-US" sz="2400" dirty="0"/>
              <a:t>Receivables                    150</a:t>
            </a:r>
          </a:p>
          <a:p>
            <a:pPr fontAlgn="t">
              <a:buFont typeface="Wingdings" panose="05000000000000000000" pitchFamily="2" charset="2"/>
              <a:buChar char="Ø"/>
            </a:pPr>
            <a:r>
              <a:rPr lang="en-US" sz="2400" u="sng" dirty="0"/>
              <a:t>Goodwill                           50</a:t>
            </a:r>
          </a:p>
          <a:p>
            <a:pPr fontAlgn="t">
              <a:buNone/>
            </a:pPr>
            <a:r>
              <a:rPr lang="en-US" sz="2400" dirty="0"/>
              <a:t>                                              800</a:t>
            </a:r>
          </a:p>
        </p:txBody>
      </p:sp>
      <p:sp>
        <p:nvSpPr>
          <p:cNvPr id="4" name="Date Placeholder 3"/>
          <p:cNvSpPr>
            <a:spLocks noGrp="1"/>
          </p:cNvSpPr>
          <p:nvPr>
            <p:ph type="dt" sz="half" idx="10"/>
          </p:nvPr>
        </p:nvSpPr>
        <p:spPr/>
        <p:txBody>
          <a:bodyPr/>
          <a:lstStyle/>
          <a:p>
            <a:fld id="{D1F61CD9-8143-45FE-A7C7-980B1900E1B9}"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178</a:t>
            </a:fld>
            <a:endParaRPr lang="en-US"/>
          </a:p>
        </p:txBody>
      </p:sp>
      <p:sp>
        <p:nvSpPr>
          <p:cNvPr id="8" name="Title 1"/>
          <p:cNvSpPr txBox="1">
            <a:spLocks/>
          </p:cNvSpPr>
          <p:nvPr/>
        </p:nvSpPr>
        <p:spPr>
          <a:xfrm>
            <a:off x="1981200" y="2"/>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Numerical</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11353800" cy="5181600"/>
          </a:xfrm>
        </p:spPr>
        <p:txBody>
          <a:bodyPr>
            <a:normAutofit/>
          </a:bodyPr>
          <a:lstStyle/>
          <a:p>
            <a:pPr algn="just">
              <a:buFont typeface="Wingdings" panose="05000000000000000000" pitchFamily="2" charset="2"/>
              <a:buChar char="Ø"/>
              <a:defRPr/>
            </a:pPr>
            <a:r>
              <a:rPr lang="en-US" sz="2400" dirty="0"/>
              <a:t>What is the Net Worth: Capital + Reserve =  200</a:t>
            </a:r>
          </a:p>
          <a:p>
            <a:pPr algn="just">
              <a:buFont typeface="Wingdings" panose="05000000000000000000" pitchFamily="2" charset="2"/>
              <a:buChar char="Ø"/>
              <a:defRPr/>
            </a:pPr>
            <a:r>
              <a:rPr lang="en-US" sz="2400" dirty="0"/>
              <a:t>Tangible Net Worth  is:  Net Worth  -  Goodwill  = 150                   </a:t>
            </a:r>
          </a:p>
          <a:p>
            <a:pPr algn="just">
              <a:buFont typeface="Wingdings" panose="05000000000000000000" pitchFamily="2" charset="2"/>
              <a:buChar char="Ø"/>
              <a:defRPr/>
            </a:pPr>
            <a:r>
              <a:rPr lang="en-US" sz="2400" dirty="0"/>
              <a:t>Outside  Liabilities :  TL + CC + Creditors + Provisions   = 600         </a:t>
            </a:r>
          </a:p>
          <a:p>
            <a:pPr algn="just">
              <a:buFont typeface="Wingdings" panose="05000000000000000000" pitchFamily="2" charset="2"/>
              <a:buChar char="Ø"/>
              <a:defRPr/>
            </a:pPr>
            <a:r>
              <a:rPr lang="en-US" sz="2400" dirty="0"/>
              <a:t>Net Working Capital:   C A  - C L  =  350  -  250    = 50  </a:t>
            </a:r>
          </a:p>
          <a:p>
            <a:pPr algn="just">
              <a:buFont typeface="Wingdings" panose="05000000000000000000" pitchFamily="2" charset="2"/>
              <a:buChar char="Ø"/>
              <a:defRPr/>
            </a:pPr>
            <a:r>
              <a:rPr lang="en-US" sz="2400" dirty="0"/>
              <a:t>Current Ratio :   C A  / C L      =   350 / 300  =  1.17  :  1</a:t>
            </a:r>
          </a:p>
          <a:p>
            <a:pPr algn="just">
              <a:buFont typeface="Wingdings" panose="05000000000000000000" pitchFamily="2" charset="2"/>
              <a:buChar char="Ø"/>
              <a:defRPr/>
            </a:pPr>
            <a:r>
              <a:rPr lang="en-US" sz="2400" dirty="0"/>
              <a:t>Quick Ratio     :  Quick Assets / C L   =  200/300  =  0.66 : 1</a:t>
            </a:r>
          </a:p>
          <a:p>
            <a:pPr algn="just">
              <a:buFont typeface="Wingdings" panose="05000000000000000000" pitchFamily="2" charset="2"/>
              <a:buChar char="Ø"/>
              <a:defRPr/>
            </a:pPr>
            <a:endParaRPr lang="en-US" sz="2400" dirty="0"/>
          </a:p>
        </p:txBody>
      </p:sp>
      <p:sp>
        <p:nvSpPr>
          <p:cNvPr id="4" name="Date Placeholder 3"/>
          <p:cNvSpPr>
            <a:spLocks noGrp="1"/>
          </p:cNvSpPr>
          <p:nvPr>
            <p:ph type="dt" sz="half" idx="10"/>
          </p:nvPr>
        </p:nvSpPr>
        <p:spPr/>
        <p:txBody>
          <a:bodyPr/>
          <a:lstStyle/>
          <a:p>
            <a:fld id="{72448B9C-8CBC-4B44-8A68-238439631A6C}"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179</a:t>
            </a:fld>
            <a:endParaRPr lang="en-US"/>
          </a:p>
        </p:txBody>
      </p:sp>
      <p:sp>
        <p:nvSpPr>
          <p:cNvPr id="8"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Numerical</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1"/>
            <a:ext cx="11734800" cy="5135563"/>
          </a:xfrm>
        </p:spPr>
        <p:txBody>
          <a:bodyPr>
            <a:normAutofit/>
          </a:bodyPr>
          <a:lstStyle/>
          <a:p>
            <a:pPr algn="just"/>
            <a:r>
              <a:rPr lang="en-US" sz="2400" b="1" dirty="0"/>
              <a:t>Comparative financial statements</a:t>
            </a:r>
            <a:endParaRPr lang="en-US" sz="2400" dirty="0"/>
          </a:p>
          <a:p>
            <a:pPr lvl="0" algn="just"/>
            <a:r>
              <a:rPr lang="en-US" sz="2000" dirty="0"/>
              <a:t>Comparison                          Compare</a:t>
            </a:r>
          </a:p>
          <a:p>
            <a:pPr lvl="0" algn="just"/>
            <a:r>
              <a:rPr lang="en-US" sz="2000" dirty="0"/>
              <a:t>How to compare?</a:t>
            </a:r>
          </a:p>
          <a:p>
            <a:pPr algn="just"/>
            <a:r>
              <a:rPr lang="en-US" sz="2000" dirty="0"/>
              <a:t>Matching, the similarities and dissimilarities</a:t>
            </a:r>
          </a:p>
          <a:p>
            <a:pPr lvl="0" algn="just"/>
            <a:r>
              <a:rPr lang="en-US" sz="2000" dirty="0"/>
              <a:t>What do you need to compare?</a:t>
            </a:r>
          </a:p>
          <a:p>
            <a:pPr algn="just"/>
            <a:r>
              <a:rPr lang="en-US" sz="2000" dirty="0"/>
              <a:t>Two or more things, facts, persons etc</a:t>
            </a:r>
          </a:p>
          <a:p>
            <a:pPr lvl="0" algn="just"/>
            <a:r>
              <a:rPr lang="en-US" sz="2000" dirty="0"/>
              <a:t>What is the objective of comparison? To ascertain the difference</a:t>
            </a:r>
          </a:p>
          <a:p>
            <a:pPr lvl="0" algn="just"/>
            <a:r>
              <a:rPr lang="en-US" sz="2000" dirty="0"/>
              <a:t>Why do we compare?</a:t>
            </a:r>
          </a:p>
          <a:p>
            <a:pPr lvl="1" algn="just"/>
            <a:r>
              <a:rPr lang="en-US" sz="2000" dirty="0"/>
              <a:t>To ascertain which is good/bad?</a:t>
            </a:r>
          </a:p>
          <a:p>
            <a:pPr lvl="1" algn="just"/>
            <a:r>
              <a:rPr lang="en-US" sz="2000" dirty="0"/>
              <a:t>To ascertain the favorable/unfavorable changes</a:t>
            </a:r>
          </a:p>
          <a:p>
            <a:pPr lvl="1" algn="just"/>
            <a:r>
              <a:rPr lang="en-US" sz="2000" dirty="0"/>
              <a:t>To ascertain the efficiency and effectiveness</a:t>
            </a:r>
          </a:p>
          <a:p>
            <a:pPr algn="just"/>
            <a:r>
              <a:rPr lang="en-US" sz="2000" dirty="0"/>
              <a:t>COMPARATIVE STATEMENTS ARE USED FOR COMPARISON</a:t>
            </a:r>
            <a:endParaRPr lang="en-US" sz="2000" b="1" dirty="0"/>
          </a:p>
        </p:txBody>
      </p:sp>
      <p:sp>
        <p:nvSpPr>
          <p:cNvPr id="4" name="Date Placeholder 3"/>
          <p:cNvSpPr>
            <a:spLocks noGrp="1"/>
          </p:cNvSpPr>
          <p:nvPr>
            <p:ph type="dt" sz="half" idx="10"/>
          </p:nvPr>
        </p:nvSpPr>
        <p:spPr/>
        <p:txBody>
          <a:bodyPr/>
          <a:lstStyle/>
          <a:p>
            <a:fld id="{A51BE6D2-1DCA-4B17-B59F-5A9EBA925416}"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180</a:t>
            </a:fld>
            <a:endParaRPr lang="en-US"/>
          </a:p>
        </p:txBody>
      </p:sp>
      <p:sp>
        <p:nvSpPr>
          <p:cNvPr id="8" name="Title 1"/>
          <p:cNvSpPr txBox="1">
            <a:spLocks/>
          </p:cNvSpPr>
          <p:nvPr/>
        </p:nvSpPr>
        <p:spPr>
          <a:xfrm>
            <a:off x="2133600" y="2"/>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rPr>
              <a:t>Comparative financial statements</a:t>
            </a:r>
          </a:p>
        </p:txBody>
      </p:sp>
      <p:sp>
        <p:nvSpPr>
          <p:cNvPr id="9" name="Right Arrow 8"/>
          <p:cNvSpPr/>
          <p:nvPr/>
        </p:nvSpPr>
        <p:spPr>
          <a:xfrm>
            <a:off x="2109019" y="1600200"/>
            <a:ext cx="137160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11887200" cy="4983164"/>
          </a:xfrm>
        </p:spPr>
        <p:txBody>
          <a:bodyPr>
            <a:normAutofit/>
          </a:bodyPr>
          <a:lstStyle/>
          <a:p>
            <a:pPr lvl="0" algn="just">
              <a:buFont typeface="Wingdings" panose="05000000000000000000" pitchFamily="2" charset="2"/>
              <a:buChar char="Ø"/>
            </a:pPr>
            <a:r>
              <a:rPr lang="en-US" sz="2400" dirty="0"/>
              <a:t>Statements which summarise and present related accounting data for a number of years incorporating therein the changes (absolute or relative or both) in individual item</a:t>
            </a:r>
          </a:p>
          <a:p>
            <a:pPr lvl="0" algn="just">
              <a:buFont typeface="Wingdings" panose="05000000000000000000" pitchFamily="2" charset="2"/>
              <a:buChar char="Ø"/>
            </a:pPr>
            <a:r>
              <a:rPr lang="en-US" sz="2400" dirty="0"/>
              <a:t>Figures of two or more period are placed side by side to facilitate comparison</a:t>
            </a:r>
          </a:p>
          <a:p>
            <a:pPr lvl="0" algn="just">
              <a:buFont typeface="Wingdings" panose="05000000000000000000" pitchFamily="2" charset="2"/>
              <a:buChar char="Ø"/>
            </a:pPr>
            <a:r>
              <a:rPr lang="en-US" sz="2400" dirty="0"/>
              <a:t>Tool used for analysing financial statements</a:t>
            </a:r>
          </a:p>
          <a:p>
            <a:pPr lvl="0" algn="just">
              <a:buFont typeface="Wingdings" panose="05000000000000000000" pitchFamily="2" charset="2"/>
              <a:buChar char="Ø"/>
            </a:pPr>
            <a:r>
              <a:rPr lang="en-US" sz="2400" dirty="0"/>
              <a:t>Aims to study the changes in individual items when compared to the previous year</a:t>
            </a:r>
          </a:p>
          <a:p>
            <a:pPr lvl="0" algn="just">
              <a:buFont typeface="Wingdings" panose="05000000000000000000" pitchFamily="2" charset="2"/>
              <a:buChar char="Ø"/>
            </a:pPr>
            <a:r>
              <a:rPr lang="en-US" sz="2400" dirty="0"/>
              <a:t>On the basis of the changes, valid conclusions on financial condition and/or profitability, strengths and weaknesses etc., of the firm</a:t>
            </a:r>
          </a:p>
          <a:p>
            <a:pPr lvl="0" algn="just">
              <a:buFont typeface="Wingdings" panose="05000000000000000000" pitchFamily="2" charset="2"/>
              <a:buChar char="Ø"/>
            </a:pPr>
            <a:r>
              <a:rPr lang="en-US" sz="2400" dirty="0"/>
              <a:t>The changes can be shown either in absolute or relative terms or both</a:t>
            </a:r>
          </a:p>
        </p:txBody>
      </p:sp>
      <p:sp>
        <p:nvSpPr>
          <p:cNvPr id="4" name="Date Placeholder 3"/>
          <p:cNvSpPr>
            <a:spLocks noGrp="1"/>
          </p:cNvSpPr>
          <p:nvPr>
            <p:ph type="dt" sz="half" idx="10"/>
          </p:nvPr>
        </p:nvSpPr>
        <p:spPr/>
        <p:txBody>
          <a:bodyPr/>
          <a:lstStyle/>
          <a:p>
            <a:fld id="{86B4EB57-9F62-4256-8EFC-D3C77C08C251}"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181</a:t>
            </a:fld>
            <a:endParaRPr lang="en-US"/>
          </a:p>
        </p:txBody>
      </p:sp>
      <p:sp>
        <p:nvSpPr>
          <p:cNvPr id="8"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rPr>
              <a:t>Comparative financial statements</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90601"/>
            <a:ext cx="11201400" cy="5135563"/>
          </a:xfrm>
        </p:spPr>
        <p:txBody>
          <a:bodyPr>
            <a:normAutofit/>
          </a:bodyPr>
          <a:lstStyle/>
          <a:p>
            <a:pPr algn="just">
              <a:buFont typeface="Wingdings" panose="05000000000000000000" pitchFamily="2" charset="2"/>
              <a:buChar char="Ø"/>
            </a:pPr>
            <a:r>
              <a:rPr lang="en-US" sz="2600" dirty="0"/>
              <a:t>Comparative financial statement show:-</a:t>
            </a:r>
          </a:p>
          <a:p>
            <a:pPr lvl="0" algn="just">
              <a:buFont typeface="Wingdings" panose="05000000000000000000" pitchFamily="2" charset="2"/>
              <a:buChar char="Ø"/>
            </a:pPr>
            <a:r>
              <a:rPr lang="en-US" sz="2400" dirty="0"/>
              <a:t>Accounting variables in their current and previous values (values for comparison)</a:t>
            </a:r>
          </a:p>
          <a:p>
            <a:pPr lvl="0" algn="just">
              <a:buFont typeface="Wingdings" panose="05000000000000000000" pitchFamily="2" charset="2"/>
              <a:buChar char="Ø"/>
            </a:pPr>
            <a:r>
              <a:rPr lang="en-US" sz="2400" dirty="0"/>
              <a:t>Changes (increase / decrease) in the values of individual items</a:t>
            </a:r>
          </a:p>
          <a:p>
            <a:pPr lvl="0" algn="just">
              <a:buFont typeface="Wingdings" panose="05000000000000000000" pitchFamily="2" charset="2"/>
              <a:buChar char="Ø"/>
            </a:pPr>
            <a:r>
              <a:rPr lang="en-US" sz="2400" dirty="0"/>
              <a:t>Changes (increase / decrease) in percentages of the individual items.</a:t>
            </a:r>
          </a:p>
          <a:p>
            <a:pPr marL="298450" marR="38735" indent="-285750">
              <a:lnSpc>
                <a:spcPct val="110000"/>
              </a:lnSpc>
              <a:buClr>
                <a:srgbClr val="D16248"/>
              </a:buClr>
              <a:buSzPct val="83333"/>
              <a:buFont typeface="Wingdings" panose="05000000000000000000" pitchFamily="2" charset="2"/>
              <a:buChar char="Ø"/>
              <a:tabLst>
                <a:tab pos="287020" algn="l"/>
                <a:tab pos="287655" algn="l"/>
              </a:tabLst>
            </a:pPr>
            <a:endParaRPr lang="en-US" sz="1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F1DDF17-4A23-48D8-803A-9873340EDA36}"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182</a:t>
            </a:fld>
            <a:endParaRPr lang="en-US"/>
          </a:p>
        </p:txBody>
      </p:sp>
      <p:sp>
        <p:nvSpPr>
          <p:cNvPr id="8" name="Title 1"/>
          <p:cNvSpPr txBox="1">
            <a:spLocks/>
          </p:cNvSpPr>
          <p:nvPr/>
        </p:nvSpPr>
        <p:spPr>
          <a:xfrm>
            <a:off x="1981200" y="2"/>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rPr>
              <a:t>Comparative financial statements</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1"/>
            <a:ext cx="11963400" cy="5135564"/>
          </a:xfrm>
        </p:spPr>
        <p:txBody>
          <a:bodyPr>
            <a:normAutofit/>
          </a:bodyPr>
          <a:lstStyle/>
          <a:p>
            <a:pPr algn="just">
              <a:buFont typeface="Wingdings" panose="05000000000000000000" pitchFamily="2" charset="2"/>
              <a:buChar char="Ø"/>
            </a:pPr>
            <a:r>
              <a:rPr lang="en-US" sz="2600" b="1" dirty="0"/>
              <a:t>Advantages of comparative statements</a:t>
            </a:r>
          </a:p>
          <a:p>
            <a:pPr lvl="0" algn="just">
              <a:buFont typeface="Wingdings" panose="05000000000000000000" pitchFamily="2" charset="2"/>
              <a:buChar char="Ø"/>
            </a:pPr>
            <a:r>
              <a:rPr lang="en-US" sz="2400" dirty="0"/>
              <a:t>Facilitates inter-firm and inter-period comparisons.</a:t>
            </a:r>
          </a:p>
          <a:p>
            <a:pPr lvl="0" algn="just">
              <a:buFont typeface="Wingdings" panose="05000000000000000000" pitchFamily="2" charset="2"/>
              <a:buChar char="Ø"/>
            </a:pPr>
            <a:r>
              <a:rPr lang="en-US" sz="2400" dirty="0"/>
              <a:t>Highlights the trends in different accounting variables relating to performance, efficiency, and financial position.</a:t>
            </a:r>
          </a:p>
          <a:p>
            <a:pPr lvl="0" algn="just">
              <a:buFont typeface="Wingdings" panose="05000000000000000000" pitchFamily="2" charset="2"/>
              <a:buChar char="Ø"/>
            </a:pPr>
            <a:r>
              <a:rPr lang="en-US" sz="2400" dirty="0"/>
              <a:t>Helps to identify weaknesses in operating efficiency, financial conditions, etc and to take appropriate remedial actions.</a:t>
            </a:r>
          </a:p>
        </p:txBody>
      </p:sp>
      <p:sp>
        <p:nvSpPr>
          <p:cNvPr id="4" name="Date Placeholder 3"/>
          <p:cNvSpPr>
            <a:spLocks noGrp="1"/>
          </p:cNvSpPr>
          <p:nvPr>
            <p:ph type="dt" sz="half" idx="10"/>
          </p:nvPr>
        </p:nvSpPr>
        <p:spPr/>
        <p:txBody>
          <a:bodyPr/>
          <a:lstStyle/>
          <a:p>
            <a:fld id="{59E91FA1-5117-4094-8001-A66B41A44DFC}"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183</a:t>
            </a:fld>
            <a:endParaRPr lang="en-US"/>
          </a:p>
        </p:txBody>
      </p:sp>
      <p:sp>
        <p:nvSpPr>
          <p:cNvPr id="8" name="Title 1"/>
          <p:cNvSpPr txBox="1">
            <a:spLocks/>
          </p:cNvSpPr>
          <p:nvPr/>
        </p:nvSpPr>
        <p:spPr>
          <a:xfrm>
            <a:off x="2133600" y="2"/>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rPr>
              <a:t>Advantages of comparative statements</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3F0332F-5C21-412A-B5AF-B590BBFF31EE}"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184</a:t>
            </a:fld>
            <a:endParaRPr lang="en-US" dirty="0"/>
          </a:p>
        </p:txBody>
      </p:sp>
      <p:sp>
        <p:nvSpPr>
          <p:cNvPr id="8" name="Title 1"/>
          <p:cNvSpPr txBox="1">
            <a:spLocks/>
          </p:cNvSpPr>
          <p:nvPr/>
        </p:nvSpPr>
        <p:spPr>
          <a:xfrm>
            <a:off x="2074606" y="1"/>
            <a:ext cx="10134600" cy="73183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rPr>
              <a:t>Disadvantages of comparative statements</a:t>
            </a:r>
          </a:p>
        </p:txBody>
      </p:sp>
      <p:sp>
        <p:nvSpPr>
          <p:cNvPr id="10" name="Content Placeholder 9"/>
          <p:cNvSpPr>
            <a:spLocks noGrp="1"/>
          </p:cNvSpPr>
          <p:nvPr>
            <p:ph idx="1"/>
          </p:nvPr>
        </p:nvSpPr>
        <p:spPr>
          <a:xfrm>
            <a:off x="381000" y="838201"/>
            <a:ext cx="11658600" cy="5287963"/>
          </a:xfrm>
        </p:spPr>
        <p:txBody>
          <a:bodyPr>
            <a:normAutofit/>
          </a:bodyPr>
          <a:lstStyle/>
          <a:p>
            <a:endParaRPr lang="en-US" sz="2600" b="1" dirty="0"/>
          </a:p>
          <a:p>
            <a:r>
              <a:rPr lang="en-US" sz="2600" b="1" dirty="0"/>
              <a:t>Disadvantages (limitations/demerits) of </a:t>
            </a:r>
            <a:r>
              <a:rPr lang="en-US" sz="2400" b="1" dirty="0"/>
              <a:t>Comparative statements</a:t>
            </a:r>
          </a:p>
          <a:p>
            <a:pPr lvl="0" algn="just"/>
            <a:r>
              <a:rPr lang="en-US" sz="2400" dirty="0"/>
              <a:t>Frequent changes in accounting principles, conventions, methods, policies, etc., make inter-period comparison difficult.</a:t>
            </a:r>
          </a:p>
          <a:p>
            <a:pPr lvl="0" algn="just"/>
            <a:r>
              <a:rPr lang="en-US" sz="2400" dirty="0"/>
              <a:t>Differences in age, size, and lack of uniformity in accounting policies and practices make inter-firm comparison difficult.</a:t>
            </a:r>
          </a:p>
          <a:p>
            <a:endParaRPr lang="en-US" dirty="0"/>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6A9D7FE-2AC9-4720-BF10-9C5906FAE593}"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185</a:t>
            </a:fld>
            <a:endParaRPr lang="en-US"/>
          </a:p>
        </p:txBody>
      </p:sp>
      <p:sp>
        <p:nvSpPr>
          <p:cNvPr id="8"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Format of Comparative Balance Sheet</a:t>
            </a:r>
          </a:p>
        </p:txBody>
      </p:sp>
      <p:sp>
        <p:nvSpPr>
          <p:cNvPr id="10" name="Subtitle 2"/>
          <p:cNvSpPr txBox="1">
            <a:spLocks/>
          </p:cNvSpPr>
          <p:nvPr/>
        </p:nvSpPr>
        <p:spPr>
          <a:xfrm>
            <a:off x="1752600" y="6096000"/>
            <a:ext cx="31242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700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www.theaccounting.com</a:t>
            </a:r>
          </a:p>
        </p:txBody>
      </p:sp>
      <p:pic>
        <p:nvPicPr>
          <p:cNvPr id="1026" name="Picture 2" descr="C:\Users\GANESHJI\Desktop\img1.png"/>
          <p:cNvPicPr>
            <a:picLocks noChangeAspect="1" noChangeArrowheads="1"/>
          </p:cNvPicPr>
          <p:nvPr/>
        </p:nvPicPr>
        <p:blipFill>
          <a:blip r:embed="rId2"/>
          <a:srcRect/>
          <a:stretch>
            <a:fillRect/>
          </a:stretch>
        </p:blipFill>
        <p:spPr bwMode="auto">
          <a:xfrm>
            <a:off x="914401" y="990600"/>
            <a:ext cx="9144000" cy="4953000"/>
          </a:xfrm>
          <a:prstGeom prst="rect">
            <a:avLst/>
          </a:prstGeom>
          <a:noFill/>
        </p:spPr>
      </p:pic>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1"/>
            <a:ext cx="11582400" cy="4525963"/>
          </a:xfrm>
        </p:spPr>
        <p:txBody>
          <a:bodyPr>
            <a:normAutofit/>
          </a:bodyPr>
          <a:lstStyle/>
          <a:p>
            <a:pPr>
              <a:buFont typeface="Wingdings" panose="05000000000000000000" pitchFamily="2" charset="2"/>
              <a:buChar char="Ø"/>
            </a:pPr>
            <a:r>
              <a:rPr lang="en-US" sz="2600" b="1" dirty="0">
                <a:latin typeface="Times New Roman" pitchFamily="18" charset="0"/>
                <a:cs typeface="Times New Roman" pitchFamily="18" charset="0"/>
              </a:rPr>
              <a:t>We have covered the following  topics in this lecture:</a:t>
            </a:r>
          </a:p>
          <a:p>
            <a:pPr algn="just">
              <a:buFont typeface="Wingdings" panose="05000000000000000000" pitchFamily="2" charset="2"/>
              <a:buChar char="Ø"/>
            </a:pPr>
            <a:r>
              <a:rPr lang="en-US" sz="2400" dirty="0">
                <a:latin typeface="Calibri" pitchFamily="34" charset="0"/>
              </a:rPr>
              <a:t>Composite Ratio</a:t>
            </a:r>
          </a:p>
          <a:p>
            <a:pPr algn="just">
              <a:buFont typeface="Wingdings" panose="05000000000000000000" pitchFamily="2" charset="2"/>
              <a:buChar char="Ø"/>
            </a:pPr>
            <a:r>
              <a:rPr lang="en-US" sz="2400" dirty="0"/>
              <a:t>Comparative financial statements</a:t>
            </a:r>
          </a:p>
          <a:p>
            <a:pPr algn="just">
              <a:buFont typeface="Wingdings" panose="05000000000000000000" pitchFamily="2" charset="2"/>
              <a:buChar char="Ø"/>
            </a:pPr>
            <a:r>
              <a:rPr lang="en-US" sz="2400" dirty="0"/>
              <a:t>Advantages of comparative statements</a:t>
            </a:r>
          </a:p>
          <a:p>
            <a:pPr algn="just">
              <a:buFont typeface="Wingdings" panose="05000000000000000000" pitchFamily="2" charset="2"/>
              <a:buChar char="Ø"/>
            </a:pPr>
            <a:r>
              <a:rPr lang="en-US" sz="2400" dirty="0"/>
              <a:t>Format of Comparative financial statements</a:t>
            </a:r>
          </a:p>
          <a:p>
            <a:pPr>
              <a:buFont typeface="Wingdings" panose="05000000000000000000" pitchFamily="2" charset="2"/>
              <a:buChar char="Ø"/>
            </a:pPr>
            <a:endParaRPr lang="en-US" sz="2400" b="1" dirty="0">
              <a:latin typeface="Times New Roman" pitchFamily="18" charset="0"/>
              <a:cs typeface="Times New Roman" pitchFamily="18" charset="0"/>
            </a:endParaRPr>
          </a:p>
          <a:p>
            <a:pPr>
              <a:buFont typeface="Wingdings" panose="05000000000000000000" pitchFamily="2" charset="2"/>
              <a:buChar char="Ø"/>
            </a:pPr>
            <a:endParaRPr lang="en-US" sz="2400" b="1" dirty="0">
              <a:latin typeface="Times New Roman" pitchFamily="18" charset="0"/>
              <a:cs typeface="Times New Roman" pitchFamily="18" charset="0"/>
            </a:endParaRPr>
          </a:p>
          <a:p>
            <a:pPr>
              <a:buFont typeface="Wingdings" panose="05000000000000000000" pitchFamily="2" charset="2"/>
              <a:buChar char="Ø"/>
            </a:pPr>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2B4D8F8-5E48-4E73-91C8-262AA7953158}" type="datetime1">
              <a:rPr lang="en-US" smtClean="0"/>
              <a:t>7/22/2025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186</a:t>
            </a:fld>
            <a:endParaRPr lang="en-US" dirty="0"/>
          </a:p>
        </p:txBody>
      </p:sp>
      <p:sp>
        <p:nvSpPr>
          <p:cNvPr id="10"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Summary</a:t>
            </a:r>
          </a:p>
        </p:txBody>
      </p:sp>
      <p:sp>
        <p:nvSpPr>
          <p:cNvPr id="7" name="Footer Placeholder 6"/>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1"/>
            <a:ext cx="11811000" cy="4525963"/>
          </a:xfrm>
        </p:spPr>
        <p:txBody>
          <a:bodyPr>
            <a:normAutofit/>
          </a:bodyPr>
          <a:lstStyle/>
          <a:p>
            <a:pPr>
              <a:buFont typeface="Wingdings" panose="05000000000000000000" pitchFamily="2" charset="2"/>
              <a:buChar char="Ø"/>
            </a:pPr>
            <a:r>
              <a:rPr lang="en-IN" sz="2400" b="1" dirty="0">
                <a:latin typeface="Times New Roman" pitchFamily="18" charset="0"/>
                <a:cs typeface="Times New Roman" pitchFamily="18" charset="0"/>
              </a:rPr>
              <a:t>Accounting</a:t>
            </a:r>
          </a:p>
          <a:p>
            <a:pPr>
              <a:buFont typeface="Wingdings" panose="05000000000000000000" pitchFamily="2" charset="2"/>
              <a:buChar char="Ø"/>
            </a:pPr>
            <a:r>
              <a:rPr lang="en-US" sz="2400" b="1" dirty="0"/>
              <a:t>Numerical Problems on ratios analysis</a:t>
            </a:r>
          </a:p>
          <a:p>
            <a:pPr>
              <a:buFont typeface="Wingdings" panose="05000000000000000000" pitchFamily="2" charset="2"/>
              <a:buChar char="Ø"/>
            </a:pPr>
            <a:r>
              <a:rPr lang="en-US" sz="2400" b="1" dirty="0">
                <a:latin typeface="Times New Roman" pitchFamily="18" charset="0"/>
                <a:cs typeface="Times New Roman" pitchFamily="18" charset="0"/>
              </a:rPr>
              <a:t>Current Ratio</a:t>
            </a:r>
          </a:p>
          <a:p>
            <a:pPr>
              <a:buFont typeface="Wingdings" panose="05000000000000000000" pitchFamily="2" charset="2"/>
              <a:buChar char="Ø"/>
            </a:pPr>
            <a:r>
              <a:rPr lang="en-US" sz="2400" b="1" dirty="0">
                <a:latin typeface="Times New Roman" pitchFamily="18" charset="0"/>
                <a:cs typeface="Times New Roman" pitchFamily="18" charset="0"/>
              </a:rPr>
              <a:t>Net Working Capital</a:t>
            </a:r>
          </a:p>
          <a:p>
            <a:pPr>
              <a:buFont typeface="Wingdings" panose="05000000000000000000" pitchFamily="2" charset="2"/>
              <a:buChar char="Ø"/>
            </a:pPr>
            <a:r>
              <a:rPr lang="en-US" sz="2400" b="1" dirty="0">
                <a:latin typeface="Times New Roman" pitchFamily="18" charset="0"/>
                <a:cs typeface="Times New Roman" pitchFamily="18" charset="0"/>
              </a:rPr>
              <a:t>Acid test or quick ratio</a:t>
            </a:r>
          </a:p>
          <a:p>
            <a:pPr>
              <a:buFont typeface="Wingdings" panose="05000000000000000000" pitchFamily="2" charset="2"/>
              <a:buChar char="Ø"/>
            </a:pPr>
            <a:r>
              <a:rPr lang="en-US" sz="2400" b="1" dirty="0">
                <a:latin typeface="Times New Roman" pitchFamily="18" charset="0"/>
                <a:cs typeface="Times New Roman" pitchFamily="18" charset="0"/>
              </a:rPr>
              <a:t>Return on assets</a:t>
            </a:r>
            <a:endParaRPr lang="en-US" sz="2400" b="1" spc="-5"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1975DB4-D044-4C2C-9B4A-14A5954434AC}" type="datetime1">
              <a:rPr lang="en-US" smtClean="0"/>
              <a:t>7/22/2025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187</a:t>
            </a:fld>
            <a:endParaRPr lang="en-US" dirty="0"/>
          </a:p>
        </p:txBody>
      </p:sp>
      <p:sp>
        <p:nvSpPr>
          <p:cNvPr id="7" name="Title 1"/>
          <p:cNvSpPr txBox="1">
            <a:spLocks/>
          </p:cNvSpPr>
          <p:nvPr/>
        </p:nvSpPr>
        <p:spPr>
          <a:xfrm>
            <a:off x="2057400" y="1"/>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Prerequisite and Recap</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1"/>
            <a:ext cx="11811000" cy="4525963"/>
          </a:xfrm>
        </p:spPr>
        <p:txBody>
          <a:bodyPr>
            <a:normAutofit/>
          </a:bodyPr>
          <a:lstStyle/>
          <a:p>
            <a:pPr>
              <a:buFont typeface="Wingdings" panose="05000000000000000000" pitchFamily="2" charset="2"/>
              <a:buChar char="Ø"/>
            </a:pPr>
            <a:r>
              <a:rPr lang="en-IN" sz="2600" b="1" dirty="0">
                <a:latin typeface="Times New Roman" pitchFamily="18" charset="0"/>
                <a:cs typeface="Times New Roman" pitchFamily="18" charset="0"/>
              </a:rPr>
              <a:t>Students will be able to know the following concepts:</a:t>
            </a:r>
          </a:p>
          <a:p>
            <a:pPr algn="just">
              <a:buFont typeface="Wingdings" panose="05000000000000000000" pitchFamily="2" charset="2"/>
              <a:buChar char="Ø"/>
            </a:pPr>
            <a:r>
              <a:rPr lang="en-US" sz="2400" dirty="0"/>
              <a:t>Trial Balance</a:t>
            </a:r>
          </a:p>
          <a:p>
            <a:pPr algn="just">
              <a:buFont typeface="Wingdings" panose="05000000000000000000" pitchFamily="2" charset="2"/>
              <a:buChar char="Ø"/>
            </a:pPr>
            <a:r>
              <a:rPr lang="en-US" sz="2400" dirty="0"/>
              <a:t>Purpose of Trial Balance</a:t>
            </a:r>
          </a:p>
          <a:p>
            <a:pPr algn="just">
              <a:buFont typeface="Wingdings" panose="05000000000000000000" pitchFamily="2" charset="2"/>
              <a:buChar char="Ø"/>
            </a:pPr>
            <a:r>
              <a:rPr lang="en-US" sz="2400" dirty="0"/>
              <a:t> Methods of Preparation of Trial Balance</a:t>
            </a:r>
          </a:p>
          <a:p>
            <a:pPr algn="just">
              <a:buFont typeface="Wingdings" panose="05000000000000000000" pitchFamily="2" charset="2"/>
              <a:buChar char="Ø"/>
            </a:pPr>
            <a:r>
              <a:rPr lang="en-US" sz="2400" dirty="0"/>
              <a:t>Format of Trial Balance</a:t>
            </a:r>
          </a:p>
        </p:txBody>
      </p:sp>
      <p:sp>
        <p:nvSpPr>
          <p:cNvPr id="4" name="Date Placeholder 3"/>
          <p:cNvSpPr>
            <a:spLocks noGrp="1"/>
          </p:cNvSpPr>
          <p:nvPr>
            <p:ph type="dt" sz="half" idx="10"/>
          </p:nvPr>
        </p:nvSpPr>
        <p:spPr/>
        <p:txBody>
          <a:bodyPr/>
          <a:lstStyle/>
          <a:p>
            <a:fld id="{B3E1635E-223B-41B1-A59C-DA8ACF68A5B4}" type="datetime1">
              <a:rPr lang="en-US" smtClean="0"/>
              <a:t>7/22/2025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188</a:t>
            </a:fld>
            <a:endParaRPr lang="en-US" dirty="0"/>
          </a:p>
        </p:txBody>
      </p:sp>
      <p:sp>
        <p:nvSpPr>
          <p:cNvPr id="7" name="Title 1"/>
          <p:cNvSpPr txBox="1">
            <a:spLocks/>
          </p:cNvSpPr>
          <p:nvPr/>
        </p:nvSpPr>
        <p:spPr>
          <a:xfrm>
            <a:off x="2209800" y="1"/>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Times New Roman" pitchFamily="18" charset="0"/>
                <a:cs typeface="Times New Roman" pitchFamily="18" charset="0"/>
              </a:rPr>
              <a:t>Session Learning Objectives</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38200"/>
            <a:ext cx="11658600" cy="5287964"/>
          </a:xfrm>
        </p:spPr>
        <p:txBody>
          <a:bodyPr>
            <a:normAutofit/>
          </a:bodyPr>
          <a:lstStyle/>
          <a:p>
            <a:pPr algn="just">
              <a:buFont typeface="Wingdings" panose="05000000000000000000" pitchFamily="2" charset="2"/>
              <a:buChar char="Ø"/>
            </a:pPr>
            <a:r>
              <a:rPr lang="en-US" sz="2400" b="1" dirty="0"/>
              <a:t>Common-size  financial statements:</a:t>
            </a:r>
            <a:endParaRPr lang="en-US" sz="2600" b="1" dirty="0"/>
          </a:p>
          <a:p>
            <a:pPr lvl="0" algn="just">
              <a:buFont typeface="Wingdings" panose="05000000000000000000" pitchFamily="2" charset="2"/>
              <a:buChar char="Ø"/>
            </a:pPr>
            <a:r>
              <a:rPr lang="en-US" sz="2000" dirty="0"/>
              <a:t>Financial statements in which items reported are converted into percentages to some common base. In the income statement, total sales will be taken as the base for conversion, and all items in the income statement are converted and expressed as a percentage of sales. In the balance sheet, the total of assets or liabilities will be taken as the common base and all items in the balance sheet are expressed as a percentage of total assets or liabilities.</a:t>
            </a:r>
          </a:p>
        </p:txBody>
      </p:sp>
      <p:sp>
        <p:nvSpPr>
          <p:cNvPr id="4" name="Date Placeholder 3"/>
          <p:cNvSpPr>
            <a:spLocks noGrp="1"/>
          </p:cNvSpPr>
          <p:nvPr>
            <p:ph type="dt" sz="half" idx="10"/>
          </p:nvPr>
        </p:nvSpPr>
        <p:spPr/>
        <p:txBody>
          <a:bodyPr/>
          <a:lstStyle/>
          <a:p>
            <a:fld id="{AC346D6D-D672-4EC1-9B86-62F6317356C5}"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189</a:t>
            </a:fld>
            <a:endParaRPr lang="en-US"/>
          </a:p>
        </p:txBody>
      </p:sp>
      <p:sp>
        <p:nvSpPr>
          <p:cNvPr id="8" name="Title 1"/>
          <p:cNvSpPr txBox="1">
            <a:spLocks/>
          </p:cNvSpPr>
          <p:nvPr/>
        </p:nvSpPr>
        <p:spPr>
          <a:xfrm>
            <a:off x="2133600" y="2"/>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dirty="0">
                <a:latin typeface="+mj-lt"/>
              </a:rPr>
              <a:t>Common-size financial statements</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BAA7A6E-E791-4035-A830-C62F0AFF6A44}"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190</a:t>
            </a:fld>
            <a:endParaRPr lang="en-US"/>
          </a:p>
        </p:txBody>
      </p:sp>
      <p:sp>
        <p:nvSpPr>
          <p:cNvPr id="8" name="Title 1"/>
          <p:cNvSpPr txBox="1">
            <a:spLocks/>
          </p:cNvSpPr>
          <p:nvPr/>
        </p:nvSpPr>
        <p:spPr>
          <a:xfrm>
            <a:off x="1981200" y="2"/>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Format of Common Size Income Statement</a:t>
            </a:r>
          </a:p>
        </p:txBody>
      </p:sp>
      <p:sp>
        <p:nvSpPr>
          <p:cNvPr id="9" name="Subtitle 2"/>
          <p:cNvSpPr txBox="1">
            <a:spLocks/>
          </p:cNvSpPr>
          <p:nvPr/>
        </p:nvSpPr>
        <p:spPr>
          <a:xfrm>
            <a:off x="1752600" y="6096000"/>
            <a:ext cx="31242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700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www.theaccounting.com</a:t>
            </a:r>
          </a:p>
        </p:txBody>
      </p:sp>
      <p:pic>
        <p:nvPicPr>
          <p:cNvPr id="2050" name="Picture 2" descr="C:\Users\GANESHJI\Desktop\img2.png"/>
          <p:cNvPicPr>
            <a:picLocks noChangeAspect="1" noChangeArrowheads="1"/>
          </p:cNvPicPr>
          <p:nvPr/>
        </p:nvPicPr>
        <p:blipFill>
          <a:blip r:embed="rId2"/>
          <a:srcRect/>
          <a:stretch>
            <a:fillRect/>
          </a:stretch>
        </p:blipFill>
        <p:spPr bwMode="auto">
          <a:xfrm>
            <a:off x="1828801" y="838200"/>
            <a:ext cx="8381999" cy="5105400"/>
          </a:xfrm>
          <a:prstGeom prst="rect">
            <a:avLst/>
          </a:prstGeom>
          <a:noFill/>
        </p:spPr>
      </p:pic>
      <p:sp>
        <p:nvSpPr>
          <p:cNvPr id="10" name="Footer Placeholder 9"/>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1"/>
            <a:ext cx="11734800" cy="5135563"/>
          </a:xfrm>
        </p:spPr>
        <p:txBody>
          <a:bodyPr>
            <a:normAutofit/>
          </a:bodyPr>
          <a:lstStyle/>
          <a:p>
            <a:r>
              <a:rPr lang="en-US" sz="2600" b="1" spc="-150" dirty="0"/>
              <a:t>Trend Analysis</a:t>
            </a:r>
            <a:endParaRPr lang="en-US" sz="2600" b="1" dirty="0"/>
          </a:p>
          <a:p>
            <a:pPr lvl="0" algn="just"/>
            <a:r>
              <a:rPr lang="en-US" sz="2400" dirty="0"/>
              <a:t>Another tool used for analysis and interpretation</a:t>
            </a:r>
          </a:p>
          <a:p>
            <a:pPr lvl="0" algn="just"/>
            <a:r>
              <a:rPr lang="en-US" sz="2400" dirty="0"/>
              <a:t>Trend means “tendency”</a:t>
            </a:r>
          </a:p>
          <a:p>
            <a:pPr lvl="0" algn="just"/>
            <a:r>
              <a:rPr lang="en-US" sz="2400" dirty="0"/>
              <a:t>Trend analysis means “review and appraisal of tendency in accounting variables.”</a:t>
            </a:r>
          </a:p>
          <a:p>
            <a:pPr lvl="0" algn="just"/>
            <a:r>
              <a:rPr lang="en-US" sz="2400" dirty="0"/>
              <a:t>Helps in analyzing long-term trend of various business factors – helps in budgeting and forecasting</a:t>
            </a:r>
          </a:p>
          <a:p>
            <a:pPr lvl="0" algn="just"/>
            <a:r>
              <a:rPr lang="en-US" sz="2400" dirty="0"/>
              <a:t>Helps in ascertaining favorable or unfavorable trend in business</a:t>
            </a:r>
          </a:p>
          <a:p>
            <a:pPr lvl="0" algn="just"/>
            <a:r>
              <a:rPr lang="en-US" sz="2400" dirty="0"/>
              <a:t>Trend analysis can be performed through:- (a). Trend ratios and (b). Graphs</a:t>
            </a:r>
          </a:p>
          <a:p>
            <a:pPr>
              <a:buNone/>
            </a:pPr>
            <a:endParaRPr lang="en-US" sz="2400" dirty="0"/>
          </a:p>
        </p:txBody>
      </p:sp>
      <p:sp>
        <p:nvSpPr>
          <p:cNvPr id="4" name="Date Placeholder 3"/>
          <p:cNvSpPr>
            <a:spLocks noGrp="1"/>
          </p:cNvSpPr>
          <p:nvPr>
            <p:ph type="dt" sz="half" idx="10"/>
          </p:nvPr>
        </p:nvSpPr>
        <p:spPr/>
        <p:txBody>
          <a:bodyPr/>
          <a:lstStyle/>
          <a:p>
            <a:fld id="{62B65F94-44DC-4C58-91AE-128C6B25C989}"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191</a:t>
            </a:fld>
            <a:endParaRPr lang="en-US"/>
          </a:p>
        </p:txBody>
      </p:sp>
      <p:sp>
        <p:nvSpPr>
          <p:cNvPr id="8" name="Title 1"/>
          <p:cNvSpPr txBox="1">
            <a:spLocks/>
          </p:cNvSpPr>
          <p:nvPr/>
        </p:nvSpPr>
        <p:spPr>
          <a:xfrm>
            <a:off x="2133600" y="2"/>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spc="-150" dirty="0">
                <a:latin typeface="+mj-lt"/>
              </a:rPr>
              <a:t>Trend Analysis</a:t>
            </a:r>
            <a:endParaRPr lang="en-US" sz="3000" dirty="0">
              <a:latin typeface="+mj-lt"/>
            </a:endParaRP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E5A3757-2015-4DA2-AAD8-DE099164E0E1}"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192</a:t>
            </a:fld>
            <a:endParaRPr lang="en-US"/>
          </a:p>
        </p:txBody>
      </p:sp>
      <p:sp>
        <p:nvSpPr>
          <p:cNvPr id="8"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spc="-150" dirty="0">
                <a:latin typeface="+mj-lt"/>
              </a:rPr>
              <a:t>Trend Analysis</a:t>
            </a:r>
            <a:endParaRPr lang="en-US" sz="3000" dirty="0">
              <a:latin typeface="+mj-lt"/>
            </a:endParaRPr>
          </a:p>
        </p:txBody>
      </p:sp>
      <p:sp>
        <p:nvSpPr>
          <p:cNvPr id="9" name="Rectangle 8"/>
          <p:cNvSpPr/>
          <p:nvPr/>
        </p:nvSpPr>
        <p:spPr>
          <a:xfrm>
            <a:off x="304800" y="1066801"/>
            <a:ext cx="11582400" cy="3600986"/>
          </a:xfrm>
          <a:prstGeom prst="rect">
            <a:avLst/>
          </a:prstGeom>
        </p:spPr>
        <p:txBody>
          <a:bodyPr wrap="square">
            <a:spAutoFit/>
          </a:bodyPr>
          <a:lstStyle/>
          <a:p>
            <a:pPr>
              <a:buFont typeface="Arial" pitchFamily="34" charset="0"/>
              <a:buChar char="•"/>
            </a:pPr>
            <a:r>
              <a:rPr lang="en-US" sz="2400" b="1" dirty="0">
                <a:latin typeface="+mj-lt"/>
              </a:rPr>
              <a:t>  Trend Ratios or Trend Percentages</a:t>
            </a:r>
          </a:p>
          <a:p>
            <a:pPr algn="just">
              <a:buFont typeface="Arial" pitchFamily="34" charset="0"/>
              <a:buChar char="•"/>
            </a:pPr>
            <a:r>
              <a:rPr lang="en-US" sz="2400" b="1" dirty="0">
                <a:latin typeface="+mj-lt"/>
              </a:rPr>
              <a:t>  </a:t>
            </a:r>
            <a:r>
              <a:rPr lang="en-US" sz="2000" dirty="0">
                <a:latin typeface="+mj-lt"/>
              </a:rPr>
              <a:t>Ratio expresses a mathematical relationship between two figures. Expression of one figure in terms of another one</a:t>
            </a:r>
          </a:p>
          <a:p>
            <a:pPr algn="just">
              <a:buFont typeface="Arial" pitchFamily="34" charset="0"/>
              <a:buChar char="•"/>
            </a:pPr>
            <a:r>
              <a:rPr lang="en-US" sz="2000" dirty="0">
                <a:latin typeface="+mj-lt"/>
              </a:rPr>
              <a:t>  Trend ratios/percentages refer to the expression of an arithmetical relationship in which each item of several years bears the same item of ‘base year’.</a:t>
            </a:r>
          </a:p>
          <a:p>
            <a:pPr algn="just">
              <a:buFont typeface="Arial" pitchFamily="34" charset="0"/>
              <a:buChar char="•"/>
            </a:pPr>
            <a:r>
              <a:rPr lang="en-US" sz="2000" dirty="0">
                <a:latin typeface="+mj-lt"/>
              </a:rPr>
              <a:t>  For calculating trend ratios/percentages, one year is taken as the “base,” and then ratios or percentages are calculated using the figure of the base year as the “base.”</a:t>
            </a:r>
          </a:p>
          <a:p>
            <a:pPr algn="just"/>
            <a:endParaRPr lang="en-US" sz="2000" dirty="0">
              <a:latin typeface="+mj-lt"/>
            </a:endParaRPr>
          </a:p>
          <a:p>
            <a:pPr algn="just"/>
            <a:r>
              <a:rPr lang="en-US" sz="2000" dirty="0">
                <a:latin typeface="+mj-lt"/>
              </a:rPr>
              <a:t>   Trend % =  P1/P0*100 </a:t>
            </a:r>
          </a:p>
          <a:p>
            <a:pPr lvl="0" algn="just"/>
            <a:r>
              <a:rPr lang="en-US" sz="2000" dirty="0">
                <a:latin typeface="+mj-lt"/>
              </a:rPr>
              <a:t>Where</a:t>
            </a:r>
          </a:p>
          <a:p>
            <a:pPr algn="just"/>
            <a:r>
              <a:rPr lang="en-US" sz="2000" dirty="0">
                <a:latin typeface="+mj-lt"/>
              </a:rPr>
              <a:t>P₁ = Values of Current Year P₀ = Values of Base Year</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99EE672-96B2-4757-AA91-82C8882E8BEE}" type="datetime1">
              <a:rPr lang="en-US" smtClean="0"/>
              <a:t>7/22/2025</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193</a:t>
            </a:fld>
            <a:endParaRPr lang="en-US"/>
          </a:p>
        </p:txBody>
      </p:sp>
      <p:sp>
        <p:nvSpPr>
          <p:cNvPr id="6"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spc="-150" dirty="0">
                <a:latin typeface="+mj-lt"/>
              </a:rPr>
              <a:t>Trend Analysis</a:t>
            </a:r>
            <a:endParaRPr lang="en-US" sz="3000" dirty="0">
              <a:latin typeface="+mj-lt"/>
            </a:endParaRPr>
          </a:p>
        </p:txBody>
      </p:sp>
      <p:pic>
        <p:nvPicPr>
          <p:cNvPr id="3074" name="Picture 2" descr="C:\Users\GANESHJI\Desktop\img3.jpg"/>
          <p:cNvPicPr>
            <a:picLocks noChangeAspect="1" noChangeArrowheads="1"/>
          </p:cNvPicPr>
          <p:nvPr/>
        </p:nvPicPr>
        <p:blipFill>
          <a:blip r:embed="rId2"/>
          <a:srcRect/>
          <a:stretch>
            <a:fillRect/>
          </a:stretch>
        </p:blipFill>
        <p:spPr bwMode="auto">
          <a:xfrm>
            <a:off x="609600" y="1039672"/>
            <a:ext cx="8458200" cy="5316679"/>
          </a:xfrm>
          <a:prstGeom prst="rect">
            <a:avLst/>
          </a:prstGeom>
          <a:noFill/>
        </p:spPr>
      </p:pic>
      <p:sp>
        <p:nvSpPr>
          <p:cNvPr id="8" name="Footer Placeholder 7"/>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1"/>
            <a:ext cx="11430000" cy="4525963"/>
          </a:xfrm>
        </p:spPr>
        <p:txBody>
          <a:bodyPr>
            <a:normAutofit/>
          </a:bodyPr>
          <a:lstStyle/>
          <a:p>
            <a:pPr lvl="0" algn="just">
              <a:buFont typeface="Wingdings" panose="05000000000000000000" pitchFamily="2" charset="2"/>
              <a:buChar char="Ø"/>
            </a:pPr>
            <a:r>
              <a:rPr lang="en-IN" sz="2400" dirty="0"/>
              <a:t>To enable students to understand information contained in the published financial statements of companies and other organizations. </a:t>
            </a:r>
            <a:endParaRPr lang="en-US" sz="2400" dirty="0"/>
          </a:p>
          <a:p>
            <a:pPr algn="just">
              <a:buFont typeface="Wingdings" panose="05000000000000000000" pitchFamily="2" charset="2"/>
              <a:buChar char="Ø"/>
            </a:pPr>
            <a:r>
              <a:rPr lang="en-IN" sz="2400" dirty="0"/>
              <a:t>It includes the preparation of accounting statements, but their uses and limitations will also be emphasized.</a:t>
            </a:r>
            <a:endParaRPr lang="en-US" sz="2400" dirty="0"/>
          </a:p>
          <a:p>
            <a:pPr>
              <a:buFont typeface="Wingdings" panose="05000000000000000000" pitchFamily="2" charset="2"/>
              <a:buChar char="Ø"/>
            </a:pPr>
            <a:endParaRPr lang="en-US" sz="2400" b="1" dirty="0"/>
          </a:p>
          <a:p>
            <a:endParaRPr lang="en-US" sz="2400" b="1" dirty="0"/>
          </a:p>
        </p:txBody>
      </p:sp>
      <p:sp>
        <p:nvSpPr>
          <p:cNvPr id="4" name="Date Placeholder 3"/>
          <p:cNvSpPr>
            <a:spLocks noGrp="1"/>
          </p:cNvSpPr>
          <p:nvPr>
            <p:ph type="dt" sz="half" idx="10"/>
          </p:nvPr>
        </p:nvSpPr>
        <p:spPr/>
        <p:txBody>
          <a:bodyPr/>
          <a:lstStyle/>
          <a:p>
            <a:fld id="{F63CDFF5-2B46-49AE-B739-E2CC2A8ABAC5}"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194</a:t>
            </a:fld>
            <a:endParaRPr lang="en-US"/>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Course Objective</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1"/>
            <a:ext cx="11582400" cy="4525963"/>
          </a:xfrm>
        </p:spPr>
        <p:txBody>
          <a:bodyPr>
            <a:normAutofit/>
          </a:bodyPr>
          <a:lstStyle/>
          <a:p>
            <a:pPr algn="just">
              <a:buFont typeface="Wingdings" panose="05000000000000000000" pitchFamily="2" charset="2"/>
              <a:buChar char="Ø"/>
            </a:pPr>
            <a:r>
              <a:rPr lang="en-IN" sz="2600" dirty="0"/>
              <a:t>CO3. </a:t>
            </a:r>
            <a:r>
              <a:rPr lang="en-IN" sz="2400" dirty="0"/>
              <a:t>Create and prepare financial statements using generally accepted accounting principles.</a:t>
            </a:r>
            <a:endParaRPr lang="en-US" sz="2400" dirty="0"/>
          </a:p>
          <a:p>
            <a:pPr algn="just">
              <a:buFont typeface="Wingdings" panose="05000000000000000000" pitchFamily="2" charset="2"/>
              <a:buChar char="Ø"/>
            </a:pPr>
            <a:r>
              <a:rPr lang="en-IN" sz="2400" dirty="0"/>
              <a:t>CO4. Utilize the technology (such as computers and information databases) in facilitating and enhancing accounting and financial reporting processes.</a:t>
            </a:r>
          </a:p>
          <a:p>
            <a:pPr algn="just">
              <a:buFont typeface="Wingdings" panose="05000000000000000000" pitchFamily="2" charset="2"/>
              <a:buChar char="Ø"/>
            </a:pPr>
            <a:r>
              <a:rPr lang="en-IN" sz="2600" dirty="0"/>
              <a:t>CO5</a:t>
            </a:r>
            <a:r>
              <a:rPr lang="en-IN" sz="2000" dirty="0"/>
              <a:t>. </a:t>
            </a:r>
            <a:r>
              <a:rPr lang="en-IN" sz="2400" dirty="0"/>
              <a:t>Analyse, interpret and communicate the information in basic financial statements and explain the limitations of such statements.</a:t>
            </a:r>
            <a:endParaRPr lang="en-US" sz="2400" dirty="0"/>
          </a:p>
        </p:txBody>
      </p:sp>
      <p:sp>
        <p:nvSpPr>
          <p:cNvPr id="4" name="Date Placeholder 3"/>
          <p:cNvSpPr>
            <a:spLocks noGrp="1"/>
          </p:cNvSpPr>
          <p:nvPr>
            <p:ph type="dt" sz="half" idx="10"/>
          </p:nvPr>
        </p:nvSpPr>
        <p:spPr/>
        <p:txBody>
          <a:bodyPr/>
          <a:lstStyle/>
          <a:p>
            <a:fld id="{F50ED391-3FF0-439E-BC10-C09421262B23}"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195</a:t>
            </a:fld>
            <a:endParaRPr lang="en-US"/>
          </a:p>
        </p:txBody>
      </p:sp>
      <p:sp>
        <p:nvSpPr>
          <p:cNvPr id="7" name="Title 1"/>
          <p:cNvSpPr txBox="1">
            <a:spLocks/>
          </p:cNvSpPr>
          <p:nvPr/>
        </p:nvSpPr>
        <p:spPr>
          <a:xfrm>
            <a:off x="1981200" y="1"/>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Course Outcome</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endParaRPr lang="en-US" sz="2000" b="1" spc="-5" dirty="0"/>
          </a:p>
          <a:p>
            <a:endParaRPr lang="en-US" sz="2000" b="1" spc="-5" dirty="0"/>
          </a:p>
          <a:p>
            <a:endParaRPr lang="en-US" sz="2000" b="1" spc="-5" dirty="0"/>
          </a:p>
          <a:p>
            <a:pPr marL="327025" marR="687070">
              <a:spcBef>
                <a:spcPts val="100"/>
              </a:spcBef>
              <a:buNone/>
            </a:pPr>
            <a:r>
              <a:rPr lang="en-US" sz="2000" b="1" spc="-5" dirty="0"/>
              <a:t>        </a:t>
            </a:r>
          </a:p>
          <a:p>
            <a:pPr marL="327025" marR="687070">
              <a:spcBef>
                <a:spcPts val="100"/>
              </a:spcBef>
              <a:buNone/>
            </a:pPr>
            <a:endParaRPr lang="en-US" sz="2000" b="1" spc="-5" dirty="0"/>
          </a:p>
          <a:p>
            <a:pPr marL="327025" marR="687070">
              <a:spcBef>
                <a:spcPts val="100"/>
              </a:spcBef>
              <a:buNone/>
            </a:pPr>
            <a:endParaRPr lang="en-US" sz="2000" b="1" spc="-5" dirty="0">
              <a:latin typeface="Arial"/>
              <a:cs typeface="Arial"/>
            </a:endParaRPr>
          </a:p>
        </p:txBody>
      </p:sp>
      <p:sp>
        <p:nvSpPr>
          <p:cNvPr id="4" name="Date Placeholder 3"/>
          <p:cNvSpPr>
            <a:spLocks noGrp="1"/>
          </p:cNvSpPr>
          <p:nvPr>
            <p:ph type="dt" sz="half" idx="10"/>
          </p:nvPr>
        </p:nvSpPr>
        <p:spPr/>
        <p:txBody>
          <a:bodyPr/>
          <a:lstStyle/>
          <a:p>
            <a:fld id="{38A3CBDE-AF6F-4235-98C9-A853D210C2A9}"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196</a:t>
            </a:fld>
            <a:endParaRPr lang="en-US"/>
          </a:p>
        </p:txBody>
      </p:sp>
      <p:sp>
        <p:nvSpPr>
          <p:cNvPr id="7" name="Title 1"/>
          <p:cNvSpPr txBox="1">
            <a:spLocks/>
          </p:cNvSpPr>
          <p:nvPr/>
        </p:nvSpPr>
        <p:spPr>
          <a:xfrm>
            <a:off x="2209800" y="1"/>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Prerequisite and Recap</a:t>
            </a:r>
          </a:p>
        </p:txBody>
      </p:sp>
      <p:sp>
        <p:nvSpPr>
          <p:cNvPr id="9" name="Rectangle 8"/>
          <p:cNvSpPr/>
          <p:nvPr/>
        </p:nvSpPr>
        <p:spPr>
          <a:xfrm>
            <a:off x="304800" y="838201"/>
            <a:ext cx="9829800" cy="2616101"/>
          </a:xfrm>
          <a:prstGeom prst="rect">
            <a:avLst/>
          </a:prstGeom>
        </p:spPr>
        <p:txBody>
          <a:bodyPr wrap="square">
            <a:spAutoFit/>
          </a:bodyPr>
          <a:lstStyle/>
          <a:p>
            <a:pPr marL="342900" indent="-342900">
              <a:buFont typeface="Wingdings" panose="05000000000000000000" pitchFamily="2" charset="2"/>
              <a:buChar char="Ø"/>
            </a:pPr>
            <a:endParaRPr lang="en-US" sz="2200" b="1" dirty="0">
              <a:latin typeface="+mj-lt"/>
            </a:endParaRPr>
          </a:p>
          <a:p>
            <a:pPr marL="342900" indent="-342900">
              <a:buFont typeface="Wingdings" panose="05000000000000000000" pitchFamily="2" charset="2"/>
              <a:buChar char="Ø"/>
            </a:pPr>
            <a:endParaRPr lang="en-US" sz="2200" b="1" dirty="0">
              <a:latin typeface="+mj-lt"/>
            </a:endParaRPr>
          </a:p>
          <a:p>
            <a:pPr marL="342900" indent="-342900">
              <a:buFont typeface="Wingdings" panose="05000000000000000000" pitchFamily="2" charset="2"/>
              <a:buChar char="Ø"/>
            </a:pPr>
            <a:r>
              <a:rPr lang="en-US" sz="2400" b="1" dirty="0">
                <a:latin typeface="+mj-lt"/>
              </a:rPr>
              <a:t>  Composite Ratio</a:t>
            </a:r>
          </a:p>
          <a:p>
            <a:pPr marL="342900" indent="-342900">
              <a:buFont typeface="Wingdings" panose="05000000000000000000" pitchFamily="2" charset="2"/>
              <a:buChar char="Ø"/>
            </a:pPr>
            <a:r>
              <a:rPr lang="en-US" sz="2400" b="1" dirty="0">
                <a:latin typeface="+mj-lt"/>
              </a:rPr>
              <a:t>  Comparative financial statements</a:t>
            </a:r>
          </a:p>
          <a:p>
            <a:pPr marL="342900" indent="-342900">
              <a:buFont typeface="Wingdings" panose="05000000000000000000" pitchFamily="2" charset="2"/>
              <a:buChar char="Ø"/>
            </a:pPr>
            <a:r>
              <a:rPr lang="en-US" sz="2400" b="1" dirty="0">
                <a:latin typeface="+mj-lt"/>
              </a:rPr>
              <a:t>  Advantages of comparative statements</a:t>
            </a:r>
          </a:p>
          <a:p>
            <a:pPr marL="342900" indent="-342900">
              <a:buFont typeface="Wingdings" panose="05000000000000000000" pitchFamily="2" charset="2"/>
              <a:buChar char="Ø"/>
            </a:pPr>
            <a:r>
              <a:rPr lang="en-US" sz="2400" b="1" dirty="0">
                <a:latin typeface="+mj-lt"/>
              </a:rPr>
              <a:t>  Format of Comparative financial statements</a:t>
            </a:r>
          </a:p>
          <a:p>
            <a:pPr marL="342900" indent="-342900">
              <a:buFont typeface="Wingdings" panose="05000000000000000000" pitchFamily="2" charset="2"/>
              <a:buChar char="Ø"/>
            </a:pPr>
            <a:endParaRPr lang="en-US" sz="2400" b="1" dirty="0">
              <a:latin typeface="+mj-lt"/>
            </a:endParaRP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1"/>
            <a:ext cx="11582400" cy="4525963"/>
          </a:xfrm>
        </p:spPr>
        <p:txBody>
          <a:bodyPr/>
          <a:lstStyle/>
          <a:p>
            <a:pPr>
              <a:buNone/>
            </a:pPr>
            <a:endParaRPr lang="en-US" sz="2000" dirty="0"/>
          </a:p>
          <a:p>
            <a:pPr>
              <a:buFont typeface="Wingdings" panose="05000000000000000000" pitchFamily="2" charset="2"/>
              <a:buChar char="Ø"/>
            </a:pPr>
            <a:endParaRPr lang="en-US" sz="2000" dirty="0"/>
          </a:p>
          <a:p>
            <a:pPr>
              <a:buFont typeface="Wingdings" panose="05000000000000000000" pitchFamily="2" charset="2"/>
              <a:buChar char="Ø"/>
            </a:pPr>
            <a:r>
              <a:rPr lang="en-US" sz="2400" dirty="0">
                <a:hlinkClick r:id="rId2"/>
              </a:rPr>
              <a:t>https://youtu.be/Y4azRCTTWoU</a:t>
            </a:r>
            <a:endParaRPr lang="en-US" sz="2400" dirty="0"/>
          </a:p>
          <a:p>
            <a:pPr>
              <a:buFont typeface="Wingdings" panose="05000000000000000000" pitchFamily="2" charset="2"/>
              <a:buChar char="Ø"/>
            </a:pPr>
            <a:r>
              <a:rPr lang="en-US" sz="2400" dirty="0">
                <a:hlinkClick r:id="rId3"/>
              </a:rPr>
              <a:t>https://youtu.be/exgufyNpLsY</a:t>
            </a:r>
            <a:endParaRPr lang="en-US" sz="2400" dirty="0"/>
          </a:p>
          <a:p>
            <a:pPr>
              <a:buFont typeface="Wingdings" panose="05000000000000000000" pitchFamily="2" charset="2"/>
              <a:buChar char="Ø"/>
            </a:pPr>
            <a:r>
              <a:rPr lang="en-US" sz="2400" dirty="0">
                <a:hlinkClick r:id="rId4"/>
              </a:rPr>
              <a:t>https://youtu.be/T_ROCN-Clbk</a:t>
            </a:r>
            <a:endParaRPr lang="en-US" sz="2400" dirty="0"/>
          </a:p>
          <a:p>
            <a:pPr>
              <a:buFont typeface="Wingdings" panose="05000000000000000000" pitchFamily="2" charset="2"/>
              <a:buChar char="Ø"/>
            </a:pPr>
            <a:r>
              <a:rPr lang="en-US" sz="2400" dirty="0">
                <a:hlinkClick r:id="rId5"/>
              </a:rPr>
              <a:t>https://youtu.be/pLc4IMw2X5E</a:t>
            </a:r>
            <a:endParaRPr lang="en-US" sz="2400" dirty="0"/>
          </a:p>
          <a:p>
            <a:pPr>
              <a:buNone/>
            </a:pPr>
            <a:endParaRPr lang="en-US" sz="2400" dirty="0"/>
          </a:p>
        </p:txBody>
      </p:sp>
      <p:sp>
        <p:nvSpPr>
          <p:cNvPr id="4" name="Date Placeholder 3"/>
          <p:cNvSpPr>
            <a:spLocks noGrp="1"/>
          </p:cNvSpPr>
          <p:nvPr>
            <p:ph type="dt" sz="half" idx="10"/>
          </p:nvPr>
        </p:nvSpPr>
        <p:spPr/>
        <p:txBody>
          <a:bodyPr/>
          <a:lstStyle/>
          <a:p>
            <a:fld id="{30295254-B4ED-4DC0-A2B8-42DB09DA95E1}"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197</a:t>
            </a:fld>
            <a:endParaRPr lang="en-US"/>
          </a:p>
        </p:txBody>
      </p:sp>
      <p:sp>
        <p:nvSpPr>
          <p:cNvPr id="7" name="Title 1"/>
          <p:cNvSpPr txBox="1">
            <a:spLocks/>
          </p:cNvSpPr>
          <p:nvPr/>
        </p:nvSpPr>
        <p:spPr>
          <a:xfrm>
            <a:off x="1981200" y="1"/>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Faculty Video Links</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143000"/>
            <a:ext cx="11963400" cy="4953000"/>
          </a:xfrm>
        </p:spPr>
        <p:txBody>
          <a:bodyPr>
            <a:normAutofit fontScale="92500" lnSpcReduction="20000"/>
          </a:bodyPr>
          <a:lstStyle/>
          <a:p>
            <a:pPr>
              <a:buNone/>
            </a:pPr>
            <a:r>
              <a:rPr lang="en-US" sz="2800" b="1" dirty="0"/>
              <a:t>1. When the concept of ratio is defined in respected to the items shown in the financial statements, it is termed as</a:t>
            </a:r>
            <a:br>
              <a:rPr lang="en-US" sz="2400" dirty="0"/>
            </a:br>
            <a:r>
              <a:rPr lang="en-US" sz="2400" b="1" dirty="0"/>
              <a:t>a) Accounting ratio</a:t>
            </a:r>
            <a:br>
              <a:rPr lang="en-US" sz="2400" dirty="0"/>
            </a:br>
            <a:r>
              <a:rPr lang="en-US" sz="2400" dirty="0"/>
              <a:t>b) Financial ratio</a:t>
            </a:r>
            <a:br>
              <a:rPr lang="en-US" sz="2400" dirty="0"/>
            </a:br>
            <a:r>
              <a:rPr lang="en-US" sz="2400" dirty="0"/>
              <a:t>c) Costing ratio</a:t>
            </a:r>
            <a:br>
              <a:rPr lang="en-US" sz="2400" dirty="0"/>
            </a:br>
            <a:r>
              <a:rPr lang="en-US" sz="2400" dirty="0"/>
              <a:t>d) None of the above</a:t>
            </a:r>
          </a:p>
          <a:p>
            <a:pPr>
              <a:buNone/>
            </a:pPr>
            <a:r>
              <a:rPr lang="en-US" sz="2800" b="1" dirty="0"/>
              <a:t>2. The relationship between two financial variables can be expressed in:</a:t>
            </a:r>
            <a:br>
              <a:rPr lang="en-US" sz="2800" dirty="0"/>
            </a:br>
            <a:r>
              <a:rPr lang="en-US" sz="2400" dirty="0"/>
              <a:t>a) Pure ratio</a:t>
            </a:r>
            <a:br>
              <a:rPr lang="en-US" sz="2400" dirty="0"/>
            </a:br>
            <a:r>
              <a:rPr lang="en-US" sz="2400" dirty="0"/>
              <a:t>b) Percentage</a:t>
            </a:r>
            <a:br>
              <a:rPr lang="en-US" sz="2400" dirty="0"/>
            </a:br>
            <a:r>
              <a:rPr lang="en-US" sz="2400" dirty="0"/>
              <a:t>c) Rate or time</a:t>
            </a:r>
            <a:br>
              <a:rPr lang="en-US" sz="2400" dirty="0"/>
            </a:br>
            <a:r>
              <a:rPr lang="en-US" sz="2400" b="1" dirty="0"/>
              <a:t>d) Either of the above</a:t>
            </a:r>
          </a:p>
          <a:p>
            <a:pPr>
              <a:buNone/>
            </a:pPr>
            <a:r>
              <a:rPr lang="en-US" sz="2800" b="1" dirty="0"/>
              <a:t>3. Liquidity ratios are expressed in</a:t>
            </a:r>
            <a:br>
              <a:rPr lang="en-US" sz="2000" dirty="0"/>
            </a:br>
            <a:r>
              <a:rPr lang="en-US" sz="2400" b="1" dirty="0"/>
              <a:t>a) Pure ratio form</a:t>
            </a:r>
            <a:br>
              <a:rPr lang="en-US" sz="2400" dirty="0"/>
            </a:br>
            <a:r>
              <a:rPr lang="en-US" sz="2400" dirty="0"/>
              <a:t>b) Percentage</a:t>
            </a:r>
            <a:br>
              <a:rPr lang="en-US" sz="2400" dirty="0"/>
            </a:br>
            <a:r>
              <a:rPr lang="en-US" sz="2400" dirty="0"/>
              <a:t>c) Rate or time</a:t>
            </a:r>
            <a:br>
              <a:rPr lang="en-US" sz="2400" dirty="0"/>
            </a:br>
            <a:r>
              <a:rPr lang="en-US" sz="2400" dirty="0"/>
              <a:t>d) None of the above</a:t>
            </a:r>
            <a:endParaRPr lang="en-US" sz="2400" b="1" dirty="0"/>
          </a:p>
        </p:txBody>
      </p:sp>
      <p:sp>
        <p:nvSpPr>
          <p:cNvPr id="4" name="Date Placeholder 3"/>
          <p:cNvSpPr>
            <a:spLocks noGrp="1"/>
          </p:cNvSpPr>
          <p:nvPr>
            <p:ph type="dt" sz="half" idx="10"/>
          </p:nvPr>
        </p:nvSpPr>
        <p:spPr/>
        <p:txBody>
          <a:bodyPr/>
          <a:lstStyle/>
          <a:p>
            <a:fld id="{277D47D3-666D-4E05-96D6-2AB8E8ECCF2B}"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198</a:t>
            </a:fld>
            <a:endParaRPr lang="en-US"/>
          </a:p>
        </p:txBody>
      </p:sp>
      <p:sp>
        <p:nvSpPr>
          <p:cNvPr id="7" name="Title 1"/>
          <p:cNvSpPr txBox="1">
            <a:spLocks/>
          </p:cNvSpPr>
          <p:nvPr/>
        </p:nvSpPr>
        <p:spPr>
          <a:xfrm>
            <a:off x="2057400" y="1"/>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Daily Quiz</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11658600" cy="5105400"/>
          </a:xfrm>
        </p:spPr>
        <p:txBody>
          <a:bodyPr>
            <a:normAutofit/>
          </a:bodyPr>
          <a:lstStyle/>
          <a:p>
            <a:pPr>
              <a:buNone/>
            </a:pPr>
            <a:r>
              <a:rPr lang="en-US" sz="2400" b="1" dirty="0"/>
              <a:t>4. Which of the following principles assumes that a business will continue long?</a:t>
            </a:r>
          </a:p>
          <a:p>
            <a:r>
              <a:rPr lang="en-US" sz="1800" dirty="0"/>
              <a:t>(</a:t>
            </a:r>
            <a:r>
              <a:rPr lang="en-US" sz="2000" dirty="0"/>
              <a:t>A) Historical cost</a:t>
            </a:r>
          </a:p>
          <a:p>
            <a:r>
              <a:rPr lang="en-US" sz="2000" dirty="0"/>
              <a:t>(B) Periodicity</a:t>
            </a:r>
          </a:p>
          <a:p>
            <a:r>
              <a:rPr lang="en-US" sz="2000" dirty="0"/>
              <a:t>(C)Objectivity</a:t>
            </a:r>
          </a:p>
          <a:p>
            <a:r>
              <a:rPr lang="en-US" sz="2000" dirty="0"/>
              <a:t>(</a:t>
            </a:r>
            <a:r>
              <a:rPr lang="en-US" sz="2000" b="1" dirty="0"/>
              <a:t>D)Going concern</a:t>
            </a:r>
          </a:p>
          <a:p>
            <a:pPr>
              <a:buNone/>
            </a:pPr>
            <a:r>
              <a:rPr lang="en-US" sz="2400" b="1" dirty="0"/>
              <a:t>5. Which of the following users assesses the attractiveness of investing in </a:t>
            </a:r>
            <a:r>
              <a:rPr lang="en-US" sz="2000" b="1" dirty="0"/>
              <a:t>a business?</a:t>
            </a:r>
          </a:p>
          <a:p>
            <a:r>
              <a:rPr lang="en-US" sz="2000" dirty="0"/>
              <a:t>(A) Tax authorities</a:t>
            </a:r>
          </a:p>
          <a:p>
            <a:r>
              <a:rPr lang="en-US" sz="2000" b="1" dirty="0"/>
              <a:t>(B) Financial analysts</a:t>
            </a:r>
          </a:p>
          <a:p>
            <a:r>
              <a:rPr lang="en-US" sz="2000" dirty="0"/>
              <a:t>(C) Bank</a:t>
            </a:r>
          </a:p>
          <a:p>
            <a:r>
              <a:rPr lang="en-US" sz="2000" dirty="0"/>
              <a:t>(D) Employees</a:t>
            </a:r>
            <a:endParaRPr lang="en-US" sz="2000" b="1" dirty="0"/>
          </a:p>
          <a:p>
            <a:endParaRPr lang="en-US" sz="1800" b="1" dirty="0"/>
          </a:p>
        </p:txBody>
      </p:sp>
      <p:sp>
        <p:nvSpPr>
          <p:cNvPr id="4" name="Date Placeholder 3"/>
          <p:cNvSpPr>
            <a:spLocks noGrp="1"/>
          </p:cNvSpPr>
          <p:nvPr>
            <p:ph type="dt" sz="half" idx="10"/>
          </p:nvPr>
        </p:nvSpPr>
        <p:spPr/>
        <p:txBody>
          <a:bodyPr/>
          <a:lstStyle/>
          <a:p>
            <a:fld id="{12DD17A7-6BD8-496B-97DF-C86A189B7E1F}"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199</a:t>
            </a:fld>
            <a:endParaRPr lang="en-US" dirty="0"/>
          </a:p>
        </p:txBody>
      </p:sp>
      <p:sp>
        <p:nvSpPr>
          <p:cNvPr id="7" name="Title 1"/>
          <p:cNvSpPr txBox="1">
            <a:spLocks/>
          </p:cNvSpPr>
          <p:nvPr/>
        </p:nvSpPr>
        <p:spPr>
          <a:xfrm>
            <a:off x="2209800" y="1"/>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Daily Quiz</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1"/>
            <a:ext cx="11658600" cy="4525963"/>
          </a:xfrm>
        </p:spPr>
        <p:txBody>
          <a:bodyPr/>
          <a:lstStyle/>
          <a:p>
            <a:pPr>
              <a:buFont typeface="Wingdings" panose="05000000000000000000" pitchFamily="2" charset="2"/>
              <a:buChar char="Ø"/>
            </a:pPr>
            <a:r>
              <a:rPr lang="en-US" sz="2400" b="1" dirty="0"/>
              <a:t>Q.1 List out the current ratios.</a:t>
            </a:r>
            <a:endParaRPr lang="en-US" sz="2400" dirty="0"/>
          </a:p>
          <a:p>
            <a:pPr>
              <a:buFont typeface="Wingdings" panose="05000000000000000000" pitchFamily="2" charset="2"/>
              <a:buChar char="Ø"/>
            </a:pPr>
            <a:r>
              <a:rPr lang="en-US" sz="2400" b="1" dirty="0"/>
              <a:t>Q.2 Explain the market capitalization ratios and solvency ratios.</a:t>
            </a:r>
            <a:endParaRPr lang="en-US" sz="2400" dirty="0"/>
          </a:p>
          <a:p>
            <a:pPr>
              <a:buFont typeface="Wingdings" panose="05000000000000000000" pitchFamily="2" charset="2"/>
              <a:buChar char="Ø"/>
            </a:pPr>
            <a:r>
              <a:rPr lang="en-US" sz="2400" b="1" dirty="0"/>
              <a:t>Q.3 Throw the light on common size statement of a company.</a:t>
            </a:r>
            <a:endParaRPr lang="en-US" sz="2400" dirty="0"/>
          </a:p>
          <a:p>
            <a:pPr>
              <a:buFont typeface="Wingdings" panose="05000000000000000000" pitchFamily="2" charset="2"/>
              <a:buChar char="Ø"/>
            </a:pPr>
            <a:r>
              <a:rPr lang="en-US" sz="2400" b="1" dirty="0"/>
              <a:t>Q.4 </a:t>
            </a:r>
            <a:r>
              <a:rPr lang="en-IN" sz="2400" b="1" dirty="0"/>
              <a:t>Trend analysis shows the performance of the company. Justify it.</a:t>
            </a:r>
            <a:endParaRPr lang="en-US" sz="2400" dirty="0"/>
          </a:p>
        </p:txBody>
      </p:sp>
      <p:sp>
        <p:nvSpPr>
          <p:cNvPr id="4" name="Date Placeholder 3"/>
          <p:cNvSpPr>
            <a:spLocks noGrp="1"/>
          </p:cNvSpPr>
          <p:nvPr>
            <p:ph type="dt" sz="half" idx="10"/>
          </p:nvPr>
        </p:nvSpPr>
        <p:spPr/>
        <p:txBody>
          <a:bodyPr/>
          <a:lstStyle/>
          <a:p>
            <a:fld id="{7729177E-6A1C-45DD-A06E-79F7F1BB7763}"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200</a:t>
            </a:fld>
            <a:endParaRPr lang="en-US"/>
          </a:p>
        </p:txBody>
      </p:sp>
      <p:sp>
        <p:nvSpPr>
          <p:cNvPr id="7" name="Title 1"/>
          <p:cNvSpPr txBox="1">
            <a:spLocks/>
          </p:cNvSpPr>
          <p:nvPr/>
        </p:nvSpPr>
        <p:spPr>
          <a:xfrm>
            <a:off x="2171700" y="-29497"/>
            <a:ext cx="100203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Weekly Assignment</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0"/>
            <a:ext cx="11658600" cy="5105400"/>
          </a:xfrm>
        </p:spPr>
        <p:txBody>
          <a:bodyPr>
            <a:normAutofit lnSpcReduction="10000"/>
          </a:bodyPr>
          <a:lstStyle/>
          <a:p>
            <a:pPr>
              <a:buNone/>
            </a:pPr>
            <a:r>
              <a:rPr lang="en-US" sz="2000" b="1" dirty="0"/>
              <a:t>1. When the concept of ratio is defined with respect to the items shown in the financial statements, it is termed as</a:t>
            </a:r>
            <a:br>
              <a:rPr lang="en-US" sz="2000" dirty="0"/>
            </a:br>
            <a:r>
              <a:rPr lang="en-US" sz="2000" b="1" dirty="0"/>
              <a:t>a) Accounting ratio</a:t>
            </a:r>
            <a:br>
              <a:rPr lang="en-US" sz="2000" dirty="0"/>
            </a:br>
            <a:r>
              <a:rPr lang="en-US" sz="2000" dirty="0"/>
              <a:t>b) Financial ratio</a:t>
            </a:r>
            <a:br>
              <a:rPr lang="en-US" sz="2000" dirty="0"/>
            </a:br>
            <a:r>
              <a:rPr lang="en-US" sz="2000" dirty="0"/>
              <a:t>c) Costing ratio</a:t>
            </a:r>
            <a:br>
              <a:rPr lang="en-US" sz="2000" dirty="0"/>
            </a:br>
            <a:r>
              <a:rPr lang="en-US" sz="2000" dirty="0"/>
              <a:t>d) None of the above</a:t>
            </a:r>
          </a:p>
          <a:p>
            <a:pPr>
              <a:buNone/>
            </a:pPr>
            <a:r>
              <a:rPr lang="en-US" sz="2400" b="1" dirty="0"/>
              <a:t>2. The relationship between two financial variables can be expressed in:</a:t>
            </a:r>
            <a:br>
              <a:rPr lang="en-US" sz="2400" dirty="0"/>
            </a:br>
            <a:r>
              <a:rPr lang="en-US" sz="2000" dirty="0"/>
              <a:t>a) Pure ratio</a:t>
            </a:r>
            <a:br>
              <a:rPr lang="en-US" sz="2000" dirty="0"/>
            </a:br>
            <a:r>
              <a:rPr lang="en-US" sz="2000" dirty="0"/>
              <a:t>b) Percentage</a:t>
            </a:r>
            <a:br>
              <a:rPr lang="en-US" sz="2000" dirty="0"/>
            </a:br>
            <a:r>
              <a:rPr lang="en-US" sz="2000" dirty="0"/>
              <a:t>c) Rate or time</a:t>
            </a:r>
            <a:br>
              <a:rPr lang="en-US" sz="2000" dirty="0"/>
            </a:br>
            <a:r>
              <a:rPr lang="en-US" sz="2000" b="1" dirty="0"/>
              <a:t>d) Either of the above</a:t>
            </a:r>
          </a:p>
          <a:p>
            <a:pPr>
              <a:buNone/>
            </a:pPr>
            <a:r>
              <a:rPr lang="en-US" sz="2400" b="1" dirty="0"/>
              <a:t> 3. Liquidity ratios are expressed in</a:t>
            </a:r>
            <a:br>
              <a:rPr lang="en-US" sz="1800" dirty="0"/>
            </a:br>
            <a:r>
              <a:rPr lang="en-US" sz="2000" b="1" dirty="0"/>
              <a:t>a) Pure ratio form</a:t>
            </a:r>
            <a:br>
              <a:rPr lang="en-US" sz="2000" dirty="0"/>
            </a:br>
            <a:r>
              <a:rPr lang="en-US" sz="2000" dirty="0"/>
              <a:t>b) Percentage</a:t>
            </a:r>
            <a:br>
              <a:rPr lang="en-US" sz="2000" dirty="0"/>
            </a:br>
            <a:r>
              <a:rPr lang="en-US" sz="2000" dirty="0"/>
              <a:t>c) Rate or time</a:t>
            </a:r>
            <a:br>
              <a:rPr lang="en-US" sz="2000" dirty="0"/>
            </a:br>
            <a:r>
              <a:rPr lang="en-US" sz="2000" dirty="0"/>
              <a:t>d) None of the above</a:t>
            </a:r>
            <a:endParaRPr lang="en-US" sz="2000" b="1" dirty="0"/>
          </a:p>
        </p:txBody>
      </p:sp>
      <p:sp>
        <p:nvSpPr>
          <p:cNvPr id="4" name="Date Placeholder 3"/>
          <p:cNvSpPr>
            <a:spLocks noGrp="1"/>
          </p:cNvSpPr>
          <p:nvPr>
            <p:ph type="dt" sz="half" idx="10"/>
          </p:nvPr>
        </p:nvSpPr>
        <p:spPr/>
        <p:txBody>
          <a:bodyPr/>
          <a:lstStyle/>
          <a:p>
            <a:fld id="{16556E05-EC35-4A19-A13B-DE785FB582FC}"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201</a:t>
            </a:fld>
            <a:endParaRPr lang="en-US"/>
          </a:p>
        </p:txBody>
      </p:sp>
      <p:sp>
        <p:nvSpPr>
          <p:cNvPr id="7" name="Title 1"/>
          <p:cNvSpPr txBox="1">
            <a:spLocks/>
          </p:cNvSpPr>
          <p:nvPr/>
        </p:nvSpPr>
        <p:spPr>
          <a:xfrm>
            <a:off x="2209800" y="2"/>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MCQ s</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0"/>
            <a:ext cx="11658600" cy="5257800"/>
          </a:xfrm>
        </p:spPr>
        <p:txBody>
          <a:bodyPr>
            <a:noAutofit/>
          </a:bodyPr>
          <a:lstStyle/>
          <a:p>
            <a:pPr>
              <a:buNone/>
            </a:pPr>
            <a:r>
              <a:rPr lang="en-US" sz="2400" b="1" dirty="0"/>
              <a:t>4. Which of the following principles assumes that a business will continue long-term?</a:t>
            </a:r>
          </a:p>
          <a:p>
            <a:r>
              <a:rPr lang="en-US" sz="2000" dirty="0"/>
              <a:t>(A) Historical cost</a:t>
            </a:r>
          </a:p>
          <a:p>
            <a:r>
              <a:rPr lang="en-US" sz="2000" dirty="0"/>
              <a:t>(B) Periodicity</a:t>
            </a:r>
          </a:p>
          <a:p>
            <a:r>
              <a:rPr lang="en-US" sz="2000" dirty="0"/>
              <a:t>(C)Objectivity</a:t>
            </a:r>
          </a:p>
          <a:p>
            <a:r>
              <a:rPr lang="en-US" sz="2000" dirty="0"/>
              <a:t>(</a:t>
            </a:r>
            <a:r>
              <a:rPr lang="en-US" sz="2000" b="1" dirty="0"/>
              <a:t>D)Going concern</a:t>
            </a:r>
          </a:p>
          <a:p>
            <a:pPr>
              <a:buNone/>
            </a:pPr>
            <a:r>
              <a:rPr lang="en-US" sz="2400" b="1" dirty="0"/>
              <a:t>5. Which of the following users assesses the attractiveness of investing in a business?</a:t>
            </a:r>
          </a:p>
          <a:p>
            <a:r>
              <a:rPr lang="en-US" sz="2000" dirty="0"/>
              <a:t>(A) Tax authorities</a:t>
            </a:r>
          </a:p>
          <a:p>
            <a:r>
              <a:rPr lang="en-US" sz="2000" b="1" dirty="0"/>
              <a:t>(B) Financial analysts</a:t>
            </a:r>
          </a:p>
          <a:p>
            <a:r>
              <a:rPr lang="en-US" sz="2000" dirty="0"/>
              <a:t>(C) Bank</a:t>
            </a:r>
          </a:p>
          <a:p>
            <a:r>
              <a:rPr lang="en-US" sz="2000" dirty="0"/>
              <a:t>(D) Employees</a:t>
            </a:r>
          </a:p>
        </p:txBody>
      </p:sp>
      <p:sp>
        <p:nvSpPr>
          <p:cNvPr id="4" name="Date Placeholder 3"/>
          <p:cNvSpPr>
            <a:spLocks noGrp="1"/>
          </p:cNvSpPr>
          <p:nvPr>
            <p:ph type="dt" sz="half" idx="10"/>
          </p:nvPr>
        </p:nvSpPr>
        <p:spPr/>
        <p:txBody>
          <a:bodyPr/>
          <a:lstStyle/>
          <a:p>
            <a:fld id="{73A41C75-827E-476F-8DCC-EA6259B8B6D4}"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202</a:t>
            </a:fld>
            <a:endParaRPr lang="en-US" dirty="0"/>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MCQ s</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48609"/>
            <a:ext cx="11887200" cy="5410200"/>
          </a:xfrm>
        </p:spPr>
        <p:txBody>
          <a:bodyPr>
            <a:normAutofit fontScale="92500" lnSpcReduction="10000"/>
          </a:bodyPr>
          <a:lstStyle/>
          <a:p>
            <a:pPr>
              <a:buNone/>
            </a:pPr>
            <a:r>
              <a:rPr lang="en-US" sz="2200" b="1" dirty="0"/>
              <a:t>6. Which of the following statements are true about Ratio Analysis?</a:t>
            </a:r>
            <a:br>
              <a:rPr lang="en-US" sz="2200" dirty="0"/>
            </a:br>
            <a:r>
              <a:rPr lang="en-US" sz="2200" dirty="0"/>
              <a:t>A) Ratio analysis is helpful in financial analysis.</a:t>
            </a:r>
            <a:br>
              <a:rPr lang="en-US" sz="2200" dirty="0"/>
            </a:br>
            <a:r>
              <a:rPr lang="en-US" sz="2200" dirty="0"/>
              <a:t>B) Ratio analysis is helpful in communication and coordination</a:t>
            </a:r>
            <a:br>
              <a:rPr lang="en-US" sz="2200" dirty="0"/>
            </a:br>
            <a:r>
              <a:rPr lang="en-US" sz="2200" dirty="0"/>
              <a:t>C) Ratio Analysis does not help identify weak spots of the business.</a:t>
            </a:r>
            <a:br>
              <a:rPr lang="en-US" sz="2200" dirty="0"/>
            </a:br>
            <a:r>
              <a:rPr lang="en-US" sz="2200" dirty="0"/>
              <a:t>D) Ratio Analysis is helpful in financial planning and forecasting.</a:t>
            </a:r>
            <a:br>
              <a:rPr lang="en-US" sz="2200" dirty="0"/>
            </a:br>
            <a:r>
              <a:rPr lang="en-US" sz="2200" b="1" dirty="0"/>
              <a:t>a) A, B and D</a:t>
            </a:r>
            <a:br>
              <a:rPr lang="en-US" sz="2200" dirty="0"/>
            </a:br>
            <a:r>
              <a:rPr lang="en-US" sz="2200" dirty="0"/>
              <a:t>b) A, C and D</a:t>
            </a:r>
            <a:br>
              <a:rPr lang="en-US" sz="2200" dirty="0"/>
            </a:br>
            <a:r>
              <a:rPr lang="en-US" sz="2200" dirty="0"/>
              <a:t>c) A, B and C</a:t>
            </a:r>
            <a:br>
              <a:rPr lang="en-US" sz="2200" dirty="0"/>
            </a:br>
            <a:r>
              <a:rPr lang="en-US" sz="2200" dirty="0"/>
              <a:t>d) A, B, C, D</a:t>
            </a:r>
          </a:p>
          <a:p>
            <a:pPr>
              <a:buNone/>
            </a:pPr>
            <a:r>
              <a:rPr lang="en-US" sz="2200" b="1" dirty="0"/>
              <a:t>7. The ratio analysis is helpful to management in making several decisions, but as a mechanical substitute for judgment and thinking, it is worse than useless.</a:t>
            </a:r>
          </a:p>
          <a:p>
            <a:r>
              <a:rPr lang="en-US" sz="2200" b="1" dirty="0"/>
              <a:t>a) True</a:t>
            </a:r>
            <a:br>
              <a:rPr lang="en-US" sz="2200" dirty="0"/>
            </a:br>
            <a:r>
              <a:rPr lang="en-US" sz="2200" dirty="0"/>
              <a:t>b) False</a:t>
            </a:r>
          </a:p>
          <a:p>
            <a:pPr>
              <a:buNone/>
            </a:pPr>
            <a:r>
              <a:rPr lang="en-US" sz="2200" b="1" dirty="0"/>
              <a:t>8. Profit for the objective of calculating a ratio may be taken as</a:t>
            </a:r>
            <a:br>
              <a:rPr lang="en-US" sz="2200" dirty="0"/>
            </a:br>
            <a:r>
              <a:rPr lang="en-US" sz="2200" dirty="0"/>
              <a:t>a) Profit before tax but after interest</a:t>
            </a:r>
            <a:br>
              <a:rPr lang="en-US" sz="2200" dirty="0"/>
            </a:br>
            <a:r>
              <a:rPr lang="en-US" sz="2200" dirty="0"/>
              <a:t>b) Profit before interest and tax</a:t>
            </a:r>
            <a:br>
              <a:rPr lang="en-US" sz="2200" dirty="0"/>
            </a:br>
            <a:r>
              <a:rPr lang="en-US" sz="2200" dirty="0"/>
              <a:t>c) Profit after interest and tax</a:t>
            </a:r>
            <a:br>
              <a:rPr lang="en-US" sz="2200" dirty="0"/>
            </a:br>
            <a:r>
              <a:rPr lang="en-US" sz="2200" b="1" dirty="0"/>
              <a:t>d) All of the above</a:t>
            </a:r>
          </a:p>
          <a:p>
            <a:pPr>
              <a:buNone/>
            </a:pPr>
            <a:endParaRPr lang="en-US" sz="1800" dirty="0"/>
          </a:p>
        </p:txBody>
      </p:sp>
      <p:sp>
        <p:nvSpPr>
          <p:cNvPr id="4" name="Date Placeholder 3"/>
          <p:cNvSpPr>
            <a:spLocks noGrp="1"/>
          </p:cNvSpPr>
          <p:nvPr>
            <p:ph type="dt" sz="half" idx="10"/>
          </p:nvPr>
        </p:nvSpPr>
        <p:spPr/>
        <p:txBody>
          <a:bodyPr/>
          <a:lstStyle/>
          <a:p>
            <a:fld id="{AC564185-5674-40BA-8F47-60A8E8239A67}"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203</a:t>
            </a:fld>
            <a:endParaRPr lang="en-US"/>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MCQ s</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11811000" cy="5257800"/>
          </a:xfrm>
        </p:spPr>
        <p:txBody>
          <a:bodyPr>
            <a:normAutofit lnSpcReduction="10000"/>
          </a:bodyPr>
          <a:lstStyle/>
          <a:p>
            <a:pPr>
              <a:buNone/>
            </a:pPr>
            <a:r>
              <a:rPr lang="en-US" sz="2400" b="1" dirty="0"/>
              <a:t>9. The 3 Ps, i.e. the three objectives of analysis and interpretation of financial statements are : Progress, Position and Prospects.</a:t>
            </a:r>
            <a:br>
              <a:rPr lang="en-US" sz="2000" dirty="0"/>
            </a:br>
            <a:r>
              <a:rPr lang="en-US" sz="2000" b="1" dirty="0"/>
              <a:t>a) True</a:t>
            </a:r>
            <a:br>
              <a:rPr lang="en-US" sz="2000" dirty="0"/>
            </a:br>
            <a:r>
              <a:rPr lang="en-US" sz="2000" dirty="0"/>
              <a:t>b) False</a:t>
            </a:r>
          </a:p>
          <a:p>
            <a:pPr>
              <a:buNone/>
            </a:pPr>
            <a:r>
              <a:rPr lang="en-US" sz="2400" b="1" dirty="0"/>
              <a:t>10. Comparison of financial statements highlights the trend of the _________ of the business.</a:t>
            </a:r>
            <a:br>
              <a:rPr lang="en-US" sz="2000" dirty="0"/>
            </a:br>
            <a:r>
              <a:rPr lang="en-US" sz="2000" dirty="0"/>
              <a:t>Three Ps, i.e., the three objectives of analysing and interpreting financial statements, are Progress, Position</a:t>
            </a:r>
            <a:br>
              <a:rPr lang="en-US" sz="2000" dirty="0"/>
            </a:br>
            <a:r>
              <a:rPr lang="en-US" sz="2000" dirty="0"/>
              <a:t>a) Financial position</a:t>
            </a:r>
            <a:br>
              <a:rPr lang="en-US" sz="2000" dirty="0"/>
            </a:br>
            <a:r>
              <a:rPr lang="en-US" sz="2000" dirty="0"/>
              <a:t>b) Performance</a:t>
            </a:r>
            <a:br>
              <a:rPr lang="en-US" sz="2000" dirty="0"/>
            </a:br>
            <a:r>
              <a:rPr lang="en-US" sz="2000" b="1" dirty="0"/>
              <a:t>c) Profitability</a:t>
            </a:r>
            <a:br>
              <a:rPr lang="en-US" sz="2000" dirty="0"/>
            </a:br>
            <a:r>
              <a:rPr lang="en-US" sz="2000" dirty="0"/>
              <a:t>d) All of the above</a:t>
            </a:r>
          </a:p>
          <a:p>
            <a:pPr>
              <a:buNone/>
            </a:pPr>
            <a:r>
              <a:rPr lang="en-US" sz="2400" b="1" dirty="0"/>
              <a:t>11. Analysis of any financial Statement comprises</a:t>
            </a:r>
            <a:br>
              <a:rPr lang="en-US" sz="2000" dirty="0"/>
            </a:br>
            <a:r>
              <a:rPr lang="en-US" sz="2000" dirty="0"/>
              <a:t>a) Balance sheet</a:t>
            </a:r>
            <a:br>
              <a:rPr lang="en-US" sz="2000" dirty="0"/>
            </a:br>
            <a:r>
              <a:rPr lang="en-US" sz="2000" dirty="0"/>
              <a:t>b) P&amp;L Account</a:t>
            </a:r>
            <a:br>
              <a:rPr lang="en-US" sz="2000" dirty="0"/>
            </a:br>
            <a:r>
              <a:rPr lang="en-US" sz="2000" dirty="0"/>
              <a:t>c) Trading account</a:t>
            </a:r>
            <a:br>
              <a:rPr lang="en-US" sz="2000" dirty="0"/>
            </a:br>
            <a:r>
              <a:rPr lang="en-US" sz="2000" b="1" dirty="0"/>
              <a:t>d) All of the above</a:t>
            </a:r>
            <a:endParaRPr lang="en-US" sz="1800" b="1" dirty="0"/>
          </a:p>
        </p:txBody>
      </p:sp>
      <p:sp>
        <p:nvSpPr>
          <p:cNvPr id="4" name="Date Placeholder 3"/>
          <p:cNvSpPr>
            <a:spLocks noGrp="1"/>
          </p:cNvSpPr>
          <p:nvPr>
            <p:ph type="dt" sz="half" idx="10"/>
          </p:nvPr>
        </p:nvSpPr>
        <p:spPr/>
        <p:txBody>
          <a:bodyPr/>
          <a:lstStyle/>
          <a:p>
            <a:fld id="{3573DC53-F499-45CD-8772-B29E46C59074}"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204</a:t>
            </a:fld>
            <a:endParaRPr lang="en-US"/>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MCQ s</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371600"/>
            <a:ext cx="11811000" cy="4754564"/>
          </a:xfrm>
        </p:spPr>
        <p:txBody>
          <a:bodyPr>
            <a:normAutofit/>
          </a:bodyPr>
          <a:lstStyle/>
          <a:p>
            <a:pPr>
              <a:buFont typeface="Wingdings" pitchFamily="2" charset="2"/>
              <a:buChar char="Ø"/>
            </a:pPr>
            <a:r>
              <a:rPr lang="en-US" sz="2400" dirty="0"/>
              <a:t>Attempt all the parts: please pick the correct option from Glossary </a:t>
            </a:r>
          </a:p>
          <a:p>
            <a:pPr>
              <a:buFont typeface="Wingdings" pitchFamily="2" charset="2"/>
              <a:buChar char="Ø"/>
            </a:pPr>
            <a:endParaRPr lang="en-US" sz="2400" dirty="0"/>
          </a:p>
          <a:p>
            <a:pPr>
              <a:buNone/>
            </a:pPr>
            <a:endParaRPr lang="en-US" sz="2400" dirty="0"/>
          </a:p>
          <a:p>
            <a:pPr>
              <a:buNone/>
            </a:pPr>
            <a:r>
              <a:rPr lang="en-US" sz="2400" dirty="0"/>
              <a:t>(</a:t>
            </a:r>
            <a:r>
              <a:rPr lang="en-US" sz="2400" dirty="0" err="1"/>
              <a:t>i</a:t>
            </a:r>
            <a:r>
              <a:rPr lang="en-US" sz="2400" dirty="0"/>
              <a:t>) Current ratio = (…………………/Current liabilities )</a:t>
            </a:r>
          </a:p>
          <a:p>
            <a:pPr>
              <a:buNone/>
            </a:pPr>
            <a:r>
              <a:rPr lang="en-US" sz="2400" dirty="0"/>
              <a:t>(ii) The ideal current ratio is ....... </a:t>
            </a:r>
          </a:p>
          <a:p>
            <a:pPr>
              <a:buNone/>
            </a:pPr>
            <a:r>
              <a:rPr lang="en-US" sz="2400" dirty="0"/>
              <a:t>(iii) The ideal liquid ratio is .......</a:t>
            </a:r>
          </a:p>
          <a:p>
            <a:pPr>
              <a:buNone/>
            </a:pPr>
            <a:r>
              <a:rPr lang="en-US" sz="2400" dirty="0"/>
              <a:t> (iv) Liquid assets = ....... – (Stock + prepaid expenses)</a:t>
            </a:r>
          </a:p>
        </p:txBody>
      </p:sp>
      <p:sp>
        <p:nvSpPr>
          <p:cNvPr id="4" name="Date Placeholder 3"/>
          <p:cNvSpPr>
            <a:spLocks noGrp="1"/>
          </p:cNvSpPr>
          <p:nvPr>
            <p:ph type="dt" sz="half" idx="10"/>
          </p:nvPr>
        </p:nvSpPr>
        <p:spPr/>
        <p:txBody>
          <a:bodyPr/>
          <a:lstStyle/>
          <a:p>
            <a:fld id="{E6AD23B0-3229-40F3-BBC7-00091DB76E27}"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205</a:t>
            </a:fld>
            <a:endParaRPr lang="en-US"/>
          </a:p>
        </p:txBody>
      </p:sp>
      <p:sp>
        <p:nvSpPr>
          <p:cNvPr id="7" name="Title 1"/>
          <p:cNvSpPr txBox="1">
            <a:spLocks/>
          </p:cNvSpPr>
          <p:nvPr/>
        </p:nvSpPr>
        <p:spPr>
          <a:xfrm>
            <a:off x="2209800" y="2"/>
            <a:ext cx="9982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Glossary Question</a:t>
            </a:r>
          </a:p>
        </p:txBody>
      </p:sp>
      <p:graphicFrame>
        <p:nvGraphicFramePr>
          <p:cNvPr id="10" name="Table 9"/>
          <p:cNvGraphicFramePr>
            <a:graphicFrameLocks noGrp="1"/>
          </p:cNvGraphicFramePr>
          <p:nvPr/>
        </p:nvGraphicFramePr>
        <p:xfrm>
          <a:off x="3505200" y="2057400"/>
          <a:ext cx="5257800" cy="396240"/>
        </p:xfrm>
        <a:graphic>
          <a:graphicData uri="http://schemas.openxmlformats.org/drawingml/2006/table">
            <a:tbl>
              <a:tblPr firstRow="1" bandRow="1">
                <a:tableStyleId>{5940675A-B579-460E-94D1-54222C63F5DA}</a:tableStyleId>
              </a:tblPr>
              <a:tblGrid>
                <a:gridCol w="5257800">
                  <a:extLst>
                    <a:ext uri="{9D8B030D-6E8A-4147-A177-3AD203B41FA5}">
                      <a16:colId xmlns:a16="http://schemas.microsoft.com/office/drawing/2014/main" val="20000"/>
                    </a:ext>
                  </a:extLst>
                </a:gridCol>
              </a:tblGrid>
              <a:tr h="370840">
                <a:tc>
                  <a:txBody>
                    <a:bodyPr/>
                    <a:lstStyle/>
                    <a:p>
                      <a:pPr algn="ctr"/>
                      <a:r>
                        <a:rPr lang="en-US" sz="2000" dirty="0"/>
                        <a:t>Cash,</a:t>
                      </a:r>
                      <a:r>
                        <a:rPr lang="en-US" sz="2000" baseline="0" dirty="0"/>
                        <a:t> Debtors, Bank, B/R, 2,1, current asset</a:t>
                      </a:r>
                      <a:endParaRPr lang="en-US" sz="2000" dirty="0"/>
                    </a:p>
                  </a:txBody>
                  <a:tcPr/>
                </a:tc>
                <a:extLst>
                  <a:ext uri="{0D108BD9-81ED-4DB2-BD59-A6C34878D82A}">
                    <a16:rowId xmlns:a16="http://schemas.microsoft.com/office/drawing/2014/main" val="10000"/>
                  </a:ext>
                </a:extLst>
              </a:tr>
            </a:tbl>
          </a:graphicData>
        </a:graphic>
      </p:graphicFrame>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0"/>
            <a:ext cx="11734800" cy="5105400"/>
          </a:xfrm>
        </p:spPr>
        <p:txBody>
          <a:bodyPr>
            <a:normAutofit lnSpcReduction="10000"/>
          </a:bodyPr>
          <a:lstStyle/>
          <a:p>
            <a:r>
              <a:rPr lang="en-US" sz="2600" b="1" dirty="0"/>
              <a:t>MM:100</a:t>
            </a:r>
          </a:p>
          <a:p>
            <a:r>
              <a:rPr lang="en-US" sz="2600" b="1" dirty="0"/>
              <a:t>SECTION A</a:t>
            </a:r>
            <a:endParaRPr lang="en-US" sz="2600" dirty="0"/>
          </a:p>
          <a:p>
            <a:pPr lvl="0"/>
            <a:r>
              <a:rPr lang="en-US" sz="2400" b="1" dirty="0"/>
              <a:t>Attempt </a:t>
            </a:r>
            <a:r>
              <a:rPr lang="en-US" sz="2400" b="1" i="1" dirty="0"/>
              <a:t>all </a:t>
            </a:r>
            <a:r>
              <a:rPr lang="en-US" sz="2400" b="1" dirty="0"/>
              <a:t>questions in brief.	2 x 10 = 20</a:t>
            </a:r>
          </a:p>
          <a:p>
            <a:pPr lvl="1"/>
            <a:r>
              <a:rPr lang="en-US" sz="2200" dirty="0"/>
              <a:t>What is Financial Accounting?</a:t>
            </a:r>
          </a:p>
          <a:p>
            <a:pPr lvl="1"/>
            <a:r>
              <a:rPr lang="en-US" sz="2200" dirty="0"/>
              <a:t>Define Net Sales and Net Purchases.</a:t>
            </a:r>
          </a:p>
          <a:p>
            <a:pPr lvl="1"/>
            <a:r>
              <a:rPr lang="en-US" sz="2200" dirty="0"/>
              <a:t>Explain Goodwill and Copyright.</a:t>
            </a:r>
          </a:p>
          <a:p>
            <a:pPr lvl="1"/>
            <a:r>
              <a:rPr lang="en-US" sz="2200" dirty="0"/>
              <a:t>What is dividend?</a:t>
            </a:r>
          </a:p>
          <a:p>
            <a:pPr lvl="1"/>
            <a:r>
              <a:rPr lang="en-US" sz="2200" dirty="0"/>
              <a:t>Explain provisions.</a:t>
            </a:r>
          </a:p>
          <a:p>
            <a:pPr lvl="1"/>
            <a:r>
              <a:rPr lang="en-US" sz="2200" dirty="0"/>
              <a:t>What is a Comparative Balance Sheet?</a:t>
            </a:r>
          </a:p>
          <a:p>
            <a:pPr lvl="1"/>
            <a:r>
              <a:rPr lang="en-US" sz="2200" dirty="0"/>
              <a:t>Explain the term solvency of a firm.</a:t>
            </a:r>
          </a:p>
          <a:p>
            <a:pPr lvl="1"/>
            <a:r>
              <a:rPr lang="en-US" sz="2200" dirty="0"/>
              <a:t>What is Schedule of Changes in Working Capital?</a:t>
            </a:r>
          </a:p>
          <a:p>
            <a:pPr lvl="1"/>
            <a:r>
              <a:rPr lang="en-US" sz="2200" dirty="0"/>
              <a:t>Discuss the concept of cash.</a:t>
            </a:r>
          </a:p>
          <a:p>
            <a:pPr lvl="1"/>
            <a:r>
              <a:rPr lang="en-US" sz="2200" dirty="0"/>
              <a:t>What is depreciation?</a:t>
            </a:r>
          </a:p>
          <a:p>
            <a:pPr>
              <a:buNone/>
            </a:pPr>
            <a:endParaRPr lang="en-US" dirty="0"/>
          </a:p>
        </p:txBody>
      </p:sp>
      <p:sp>
        <p:nvSpPr>
          <p:cNvPr id="4" name="Date Placeholder 3"/>
          <p:cNvSpPr>
            <a:spLocks noGrp="1"/>
          </p:cNvSpPr>
          <p:nvPr>
            <p:ph type="dt" sz="half" idx="10"/>
          </p:nvPr>
        </p:nvSpPr>
        <p:spPr/>
        <p:txBody>
          <a:bodyPr/>
          <a:lstStyle/>
          <a:p>
            <a:fld id="{95F3373E-A6FB-46FD-A228-7AC7384A306D}"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206</a:t>
            </a:fld>
            <a:endParaRPr lang="en-US"/>
          </a:p>
        </p:txBody>
      </p:sp>
      <p:sp>
        <p:nvSpPr>
          <p:cNvPr id="7" name="Title 1"/>
          <p:cNvSpPr txBox="1">
            <a:spLocks/>
          </p:cNvSpPr>
          <p:nvPr/>
        </p:nvSpPr>
        <p:spPr>
          <a:xfrm>
            <a:off x="2057400" y="0"/>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Times New Roman" pitchFamily="18" charset="0"/>
                <a:cs typeface="Times New Roman" pitchFamily="18" charset="0"/>
              </a:rPr>
              <a:t>Old Question Papers</a:t>
            </a:r>
          </a:p>
        </p:txBody>
      </p:sp>
      <p:sp>
        <p:nvSpPr>
          <p:cNvPr id="10" name="Subtitle 2"/>
          <p:cNvSpPr txBox="1">
            <a:spLocks/>
          </p:cNvSpPr>
          <p:nvPr/>
        </p:nvSpPr>
        <p:spPr>
          <a:xfrm>
            <a:off x="1752600" y="60960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12723"/>
            <a:ext cx="11582400" cy="5410200"/>
          </a:xfrm>
        </p:spPr>
        <p:txBody>
          <a:bodyPr>
            <a:normAutofit/>
          </a:bodyPr>
          <a:lstStyle/>
          <a:p>
            <a:r>
              <a:rPr lang="en-US" sz="2600" b="1" dirty="0"/>
              <a:t>SECTION B</a:t>
            </a:r>
            <a:endParaRPr lang="en-US" sz="2600" dirty="0"/>
          </a:p>
          <a:p>
            <a:pPr lvl="0"/>
            <a:r>
              <a:rPr lang="en-US" sz="2600" b="1" dirty="0"/>
              <a:t>Attempt any </a:t>
            </a:r>
            <a:r>
              <a:rPr lang="en-US" sz="2600" b="1" i="1" dirty="0"/>
              <a:t>three </a:t>
            </a:r>
            <a:r>
              <a:rPr lang="en-US" sz="2600" b="1" dirty="0"/>
              <a:t>of the following:	10 x 3 = 30</a:t>
            </a:r>
          </a:p>
          <a:p>
            <a:pPr lvl="1" algn="just"/>
            <a:r>
              <a:rPr lang="en-US" sz="2200" dirty="0"/>
              <a:t>Discuss various conventions of Accounting.</a:t>
            </a:r>
          </a:p>
          <a:p>
            <a:pPr lvl="1" algn="just"/>
            <a:r>
              <a:rPr lang="en-US" sz="2200" dirty="0"/>
              <a:t>What are	final accounts?	Briefly	discuss	the uses and	limitations	of	final accounts.</a:t>
            </a:r>
          </a:p>
          <a:p>
            <a:pPr lvl="1" algn="just"/>
            <a:r>
              <a:rPr lang="en-US" sz="2200" dirty="0"/>
              <a:t>What do you understand by Analysis and Interpretation? Explain various tools of analysis of financial statements.</a:t>
            </a:r>
          </a:p>
          <a:p>
            <a:pPr lvl="1" algn="just"/>
            <a:r>
              <a:rPr lang="en-US" sz="2200" dirty="0"/>
              <a:t>Explain in brief various statements that are prepared in fund flow Analysis. Show the format of each statement.</a:t>
            </a:r>
          </a:p>
          <a:p>
            <a:pPr lvl="1" algn="just"/>
            <a:r>
              <a:rPr lang="en-US" sz="2200" dirty="0"/>
              <a:t>Differentiate  between  find  flow  and  cash  flow  analysis which one is more beneficial for a firm.</a:t>
            </a:r>
          </a:p>
          <a:p>
            <a:pPr>
              <a:buNone/>
            </a:pPr>
            <a:endParaRPr lang="en-US" dirty="0"/>
          </a:p>
          <a:p>
            <a:pPr>
              <a:buNone/>
            </a:pPr>
            <a:endParaRPr lang="en-US" dirty="0"/>
          </a:p>
        </p:txBody>
      </p:sp>
      <p:sp>
        <p:nvSpPr>
          <p:cNvPr id="4" name="Date Placeholder 3"/>
          <p:cNvSpPr>
            <a:spLocks noGrp="1"/>
          </p:cNvSpPr>
          <p:nvPr>
            <p:ph type="dt" sz="half" idx="10"/>
          </p:nvPr>
        </p:nvSpPr>
        <p:spPr/>
        <p:txBody>
          <a:bodyPr/>
          <a:lstStyle/>
          <a:p>
            <a:fld id="{F79CE2D0-F9D3-4067-A2C5-A3E4F9625E22}"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207</a:t>
            </a:fld>
            <a:endParaRPr lang="en-US"/>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Times New Roman" pitchFamily="18" charset="0"/>
                <a:cs typeface="Times New Roman" pitchFamily="18" charset="0"/>
              </a:rPr>
              <a:t>Old Question Papers</a:t>
            </a:r>
          </a:p>
        </p:txBody>
      </p:sp>
      <p:sp>
        <p:nvSpPr>
          <p:cNvPr id="9" name="Subtitle 2"/>
          <p:cNvSpPr txBox="1">
            <a:spLocks/>
          </p:cNvSpPr>
          <p:nvPr/>
        </p:nvSpPr>
        <p:spPr>
          <a:xfrm>
            <a:off x="1752600" y="60960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0"/>
            <a:ext cx="11734800" cy="5410200"/>
          </a:xfrm>
        </p:spPr>
        <p:txBody>
          <a:bodyPr>
            <a:normAutofit/>
          </a:bodyPr>
          <a:lstStyle/>
          <a:p>
            <a:r>
              <a:rPr lang="en-US" sz="2600" b="1" dirty="0"/>
              <a:t>SECTION C</a:t>
            </a:r>
          </a:p>
          <a:p>
            <a:pPr lvl="0"/>
            <a:r>
              <a:rPr lang="en-US" sz="2600" b="1" dirty="0"/>
              <a:t>Attempt any </a:t>
            </a:r>
            <a:r>
              <a:rPr lang="en-US" sz="2600" b="1" i="1" dirty="0"/>
              <a:t>one </a:t>
            </a:r>
            <a:r>
              <a:rPr lang="en-US" sz="2600" b="1" dirty="0"/>
              <a:t>part of the following: 10 x 1 = 10</a:t>
            </a:r>
            <a:endParaRPr lang="en-US" sz="2600" dirty="0"/>
          </a:p>
          <a:p>
            <a:pPr lvl="0"/>
            <a:r>
              <a:rPr lang="en-US" dirty="0"/>
              <a:t>	</a:t>
            </a:r>
            <a:r>
              <a:rPr lang="en-US" sz="2400" dirty="0"/>
              <a:t>What	is the	importance	of Accounting? Also	discuss	various	types	of accounting.</a:t>
            </a:r>
          </a:p>
          <a:p>
            <a:pPr lvl="0"/>
            <a:r>
              <a:rPr lang="en-US" sz="2400" dirty="0"/>
              <a:t>	Discuss	the role and	objectives of	International	and	Indian	Accounting Standards.</a:t>
            </a:r>
          </a:p>
          <a:p>
            <a:pPr lvl="0"/>
            <a:r>
              <a:rPr lang="en-US" sz="2400" b="1" dirty="0"/>
              <a:t>Attempt any </a:t>
            </a:r>
            <a:r>
              <a:rPr lang="en-US" sz="2400" b="1" i="1" dirty="0"/>
              <a:t>one </a:t>
            </a:r>
            <a:r>
              <a:rPr lang="en-US" sz="2400" b="1" dirty="0"/>
              <a:t>part of the following: 10 x 1 = 10</a:t>
            </a:r>
          </a:p>
          <a:p>
            <a:pPr lvl="0"/>
            <a:r>
              <a:rPr lang="en-US" sz="2200" dirty="0"/>
              <a:t>What is Journalizing? Explain the concept of Ledger posting and balancing of accounts.</a:t>
            </a:r>
          </a:p>
          <a:p>
            <a:pPr lvl="0"/>
            <a:r>
              <a:rPr lang="en-US" sz="2200" dirty="0">
                <a:latin typeface="Times New Roman" pitchFamily="18" charset="0"/>
                <a:cs typeface="Times New Roman" pitchFamily="18" charset="0"/>
              </a:rPr>
              <a:t>Discuss the adjustment entries. Give any five adjustment entries.</a:t>
            </a:r>
            <a:endParaRPr lang="en-US" sz="2200" dirty="0"/>
          </a:p>
          <a:p>
            <a:pPr>
              <a:buNone/>
            </a:pPr>
            <a:endParaRPr lang="en-US" dirty="0"/>
          </a:p>
        </p:txBody>
      </p:sp>
      <p:sp>
        <p:nvSpPr>
          <p:cNvPr id="4" name="Date Placeholder 3"/>
          <p:cNvSpPr>
            <a:spLocks noGrp="1"/>
          </p:cNvSpPr>
          <p:nvPr>
            <p:ph type="dt" sz="half" idx="10"/>
          </p:nvPr>
        </p:nvSpPr>
        <p:spPr/>
        <p:txBody>
          <a:bodyPr/>
          <a:lstStyle/>
          <a:p>
            <a:fld id="{0E228228-84B9-47CA-8556-2C7AA4B9844D}"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208</a:t>
            </a:fld>
            <a:endParaRPr lang="en-US"/>
          </a:p>
        </p:txBody>
      </p:sp>
      <p:sp>
        <p:nvSpPr>
          <p:cNvPr id="7" name="Title 1"/>
          <p:cNvSpPr txBox="1">
            <a:spLocks/>
          </p:cNvSpPr>
          <p:nvPr/>
        </p:nvSpPr>
        <p:spPr>
          <a:xfrm>
            <a:off x="2133600" y="2"/>
            <a:ext cx="10058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Times New Roman" pitchFamily="18" charset="0"/>
                <a:cs typeface="Times New Roman" pitchFamily="18" charset="0"/>
              </a:rPr>
              <a:t>Old Question Papers</a:t>
            </a:r>
          </a:p>
        </p:txBody>
      </p:sp>
      <p:sp>
        <p:nvSpPr>
          <p:cNvPr id="10" name="Subtitle 2"/>
          <p:cNvSpPr txBox="1">
            <a:spLocks/>
          </p:cNvSpPr>
          <p:nvPr/>
        </p:nvSpPr>
        <p:spPr>
          <a:xfrm>
            <a:off x="1752600" y="60960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1003"/>
            <a:ext cx="11887200" cy="5410200"/>
          </a:xfrm>
        </p:spPr>
        <p:txBody>
          <a:bodyPr>
            <a:normAutofit/>
          </a:bodyPr>
          <a:lstStyle/>
          <a:p>
            <a:pPr lvl="0" algn="just">
              <a:buFont typeface="Wingdings" panose="05000000000000000000" pitchFamily="2" charset="2"/>
              <a:buChar char="Ø"/>
            </a:pPr>
            <a:r>
              <a:rPr lang="en-US" sz="2600" dirty="0"/>
              <a:t>What is Ratio Analysis? Explain various ratios and discuss which type of ratios is used in calculating profitability and liquidity of a firm.</a:t>
            </a:r>
          </a:p>
          <a:p>
            <a:pPr lvl="0" algn="just">
              <a:buFont typeface="Wingdings" panose="05000000000000000000" pitchFamily="2" charset="2"/>
              <a:buChar char="Ø"/>
            </a:pPr>
            <a:r>
              <a:rPr lang="en-US" sz="2400" b="1" dirty="0"/>
              <a:t>Attempt any </a:t>
            </a:r>
            <a:r>
              <a:rPr lang="en-US" sz="2400" b="1" i="1" dirty="0"/>
              <a:t>one </a:t>
            </a:r>
            <a:r>
              <a:rPr lang="en-US" sz="2400" b="1" dirty="0"/>
              <a:t>part of the following:	10 x 1 = 10</a:t>
            </a:r>
          </a:p>
          <a:p>
            <a:pPr lvl="0" algn="just">
              <a:buFont typeface="Wingdings" panose="05000000000000000000" pitchFamily="2" charset="2"/>
              <a:buChar char="Ø"/>
            </a:pPr>
            <a:r>
              <a:rPr lang="en-US" sz="2200" dirty="0"/>
              <a:t>What is a Balance Sheet? Briefly explain Marshalling of Balance sheet with example.</a:t>
            </a:r>
          </a:p>
          <a:p>
            <a:pPr lvl="0" algn="just">
              <a:buFont typeface="Wingdings" panose="05000000000000000000" pitchFamily="2" charset="2"/>
              <a:buChar char="Ø"/>
            </a:pPr>
            <a:r>
              <a:rPr lang="en-US" sz="2200" dirty="0"/>
              <a:t>“Fund Flow analysis is an effective tool of managing working capital in a firm.” Explain.</a:t>
            </a:r>
          </a:p>
          <a:p>
            <a:pPr lvl="0" algn="just">
              <a:buFont typeface="Wingdings" panose="05000000000000000000" pitchFamily="2" charset="2"/>
              <a:buChar char="Ø"/>
            </a:pPr>
            <a:r>
              <a:rPr lang="en-US" sz="2400" b="1" dirty="0"/>
              <a:t>Attempt any </a:t>
            </a:r>
            <a:r>
              <a:rPr lang="en-US" sz="2400" b="1" i="1" dirty="0"/>
              <a:t>one </a:t>
            </a:r>
            <a:r>
              <a:rPr lang="en-US" sz="2400" b="1" dirty="0"/>
              <a:t>part of the following:	10 x 1 = 10</a:t>
            </a:r>
          </a:p>
          <a:p>
            <a:pPr lvl="0" algn="just">
              <a:buFont typeface="Wingdings" panose="05000000000000000000" pitchFamily="2" charset="2"/>
              <a:buChar char="Ø"/>
            </a:pPr>
            <a:r>
              <a:rPr lang="en-US" sz="2200" dirty="0"/>
              <a:t>Elaborate	various	types	of activities	that	are	considered in	a Cash	Flow Analysis.</a:t>
            </a:r>
          </a:p>
          <a:p>
            <a:pPr lvl="0" algn="just">
              <a:buFont typeface="Wingdings" panose="05000000000000000000" pitchFamily="2" charset="2"/>
              <a:buChar char="Ø"/>
            </a:pPr>
            <a:r>
              <a:rPr lang="en-US" sz="2200" dirty="0"/>
              <a:t>What is inventory? Explain various types of inventory.</a:t>
            </a:r>
          </a:p>
          <a:p>
            <a:pPr lvl="0" algn="just"/>
            <a:endParaRPr lang="en-US" dirty="0"/>
          </a:p>
          <a:p>
            <a:pPr algn="just">
              <a:buNone/>
            </a:pPr>
            <a:endParaRPr lang="en-US" dirty="0"/>
          </a:p>
          <a:p>
            <a:pPr algn="just">
              <a:buNone/>
            </a:pPr>
            <a:endParaRPr lang="en-US" dirty="0"/>
          </a:p>
        </p:txBody>
      </p:sp>
      <p:sp>
        <p:nvSpPr>
          <p:cNvPr id="4" name="Date Placeholder 3"/>
          <p:cNvSpPr>
            <a:spLocks noGrp="1"/>
          </p:cNvSpPr>
          <p:nvPr>
            <p:ph type="dt" sz="half" idx="10"/>
          </p:nvPr>
        </p:nvSpPr>
        <p:spPr/>
        <p:txBody>
          <a:bodyPr/>
          <a:lstStyle/>
          <a:p>
            <a:fld id="{5B3A1DA6-653A-46C2-947A-CCD61FAE1943}"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209</a:t>
            </a:fld>
            <a:endParaRPr lang="en-US"/>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Times New Roman" pitchFamily="18" charset="0"/>
                <a:cs typeface="Times New Roman" pitchFamily="18" charset="0"/>
              </a:rPr>
              <a:t>Old Question Papers</a:t>
            </a:r>
          </a:p>
        </p:txBody>
      </p:sp>
      <p:sp>
        <p:nvSpPr>
          <p:cNvPr id="10" name="Subtitle 2"/>
          <p:cNvSpPr txBox="1">
            <a:spLocks/>
          </p:cNvSpPr>
          <p:nvPr/>
        </p:nvSpPr>
        <p:spPr>
          <a:xfrm>
            <a:off x="1752600" y="60960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0"/>
            <a:ext cx="11887200" cy="5410200"/>
          </a:xfrm>
        </p:spPr>
        <p:txBody>
          <a:bodyPr>
            <a:normAutofit/>
          </a:bodyPr>
          <a:lstStyle/>
          <a:p>
            <a:pPr lvl="0" algn="just">
              <a:buFont typeface="Wingdings" panose="05000000000000000000" pitchFamily="2" charset="2"/>
              <a:buChar char="Ø"/>
            </a:pPr>
            <a:r>
              <a:rPr lang="en-US" sz="2400" b="1" dirty="0"/>
              <a:t>Attempt any </a:t>
            </a:r>
            <a:r>
              <a:rPr lang="en-US" sz="2400" b="1" i="1" dirty="0"/>
              <a:t>one </a:t>
            </a:r>
            <a:r>
              <a:rPr lang="en-US" sz="2400" b="1" dirty="0"/>
              <a:t>part of the following:	10 x 1 = 10</a:t>
            </a:r>
          </a:p>
          <a:p>
            <a:pPr lvl="0" algn="just">
              <a:buFont typeface="Wingdings" panose="05000000000000000000" pitchFamily="2" charset="2"/>
              <a:buChar char="Ø"/>
            </a:pPr>
            <a:r>
              <a:rPr lang="en-US" sz="2200" dirty="0">
                <a:latin typeface="Times New Roman" pitchFamily="18" charset="0"/>
                <a:cs typeface="Times New Roman" pitchFamily="18" charset="0"/>
              </a:rPr>
              <a:t>State the final accounts. Briefly discuss the uses and limitations of final accounts. </a:t>
            </a:r>
          </a:p>
          <a:p>
            <a:pPr lvl="0" algn="just">
              <a:buFont typeface="Wingdings" panose="05000000000000000000" pitchFamily="2" charset="2"/>
              <a:buChar char="Ø"/>
            </a:pPr>
            <a:r>
              <a:rPr lang="en-US" sz="2200" dirty="0">
                <a:latin typeface="Times New Roman" pitchFamily="18" charset="0"/>
                <a:cs typeface="Times New Roman" pitchFamily="18" charset="0"/>
              </a:rPr>
              <a:t>Discuss the importance of Accounting. Also, discuss various types of accounting. </a:t>
            </a:r>
          </a:p>
          <a:p>
            <a:pPr algn="just">
              <a:buNone/>
            </a:pPr>
            <a:endParaRPr lang="en-US" dirty="0"/>
          </a:p>
        </p:txBody>
      </p:sp>
      <p:sp>
        <p:nvSpPr>
          <p:cNvPr id="4" name="Date Placeholder 3"/>
          <p:cNvSpPr>
            <a:spLocks noGrp="1"/>
          </p:cNvSpPr>
          <p:nvPr>
            <p:ph type="dt" sz="half" idx="10"/>
          </p:nvPr>
        </p:nvSpPr>
        <p:spPr/>
        <p:txBody>
          <a:bodyPr/>
          <a:lstStyle/>
          <a:p>
            <a:fld id="{98711B99-4DAC-468C-9789-93154841C219}"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210</a:t>
            </a:fld>
            <a:endParaRPr lang="en-US"/>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Times New Roman" pitchFamily="18" charset="0"/>
                <a:cs typeface="Times New Roman" pitchFamily="18" charset="0"/>
              </a:rPr>
              <a:t>Old Question Papers</a:t>
            </a:r>
          </a:p>
        </p:txBody>
      </p:sp>
      <p:sp>
        <p:nvSpPr>
          <p:cNvPr id="9" name="Subtitle 2"/>
          <p:cNvSpPr txBox="1">
            <a:spLocks/>
          </p:cNvSpPr>
          <p:nvPr/>
        </p:nvSpPr>
        <p:spPr>
          <a:xfrm>
            <a:off x="1752600" y="60960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10" name="Footer Placeholder 9"/>
          <p:cNvSpPr>
            <a:spLocks noGrp="1"/>
          </p:cNvSpPr>
          <p:nvPr>
            <p:ph type="ftr" sz="quarter" idx="11"/>
          </p:nvPr>
        </p:nvSpPr>
        <p:spPr/>
        <p:txBody>
          <a:bodyPr/>
          <a:lstStyle/>
          <a:p>
            <a:r>
              <a:rPr lang="en-US"/>
              <a:t>Ms. Garima Singhal         AOE0770      Finance For Engineers                  Unit II</a:t>
            </a:r>
            <a:endParaRPr lang="en-US"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2057400" y="0"/>
            <a:ext cx="10134600" cy="71435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mj-lt"/>
              </a:rPr>
              <a:t>End Semester Question Paper Template</a:t>
            </a:r>
          </a:p>
        </p:txBody>
      </p:sp>
      <p:sp>
        <p:nvSpPr>
          <p:cNvPr id="3" name="Footer Placeholder 2">
            <a:extLst>
              <a:ext uri="{FF2B5EF4-FFF2-40B4-BE49-F238E27FC236}">
                <a16:creationId xmlns:a16="http://schemas.microsoft.com/office/drawing/2014/main" id="{877EBB6C-5418-4EB8-B9DA-59B278CB65C5}"/>
              </a:ext>
            </a:extLst>
          </p:cNvPr>
          <p:cNvSpPr>
            <a:spLocks noGrp="1"/>
          </p:cNvSpPr>
          <p:nvPr>
            <p:ph type="ftr" sz="quarter" idx="11"/>
          </p:nvPr>
        </p:nvSpPr>
        <p:spPr>
          <a:xfrm>
            <a:off x="4648200" y="6324601"/>
            <a:ext cx="4267200" cy="396875"/>
          </a:xfrm>
        </p:spPr>
        <p:txBody>
          <a:bodyPr/>
          <a:lstStyle/>
          <a:p>
            <a:r>
              <a:rPr lang="en-US"/>
              <a:t>Ms. Garima Singhal         AOE0770      Finance For Engineers                  Unit II</a:t>
            </a:r>
            <a:endParaRPr lang="en-US" dirty="0"/>
          </a:p>
        </p:txBody>
      </p:sp>
      <p:sp>
        <p:nvSpPr>
          <p:cNvPr id="5" name="Slide Number Placeholder 4">
            <a:extLst>
              <a:ext uri="{FF2B5EF4-FFF2-40B4-BE49-F238E27FC236}">
                <a16:creationId xmlns:a16="http://schemas.microsoft.com/office/drawing/2014/main" id="{8E71409D-564A-4A45-9735-96A61B8448E5}"/>
              </a:ext>
            </a:extLst>
          </p:cNvPr>
          <p:cNvSpPr>
            <a:spLocks noGrp="1"/>
          </p:cNvSpPr>
          <p:nvPr>
            <p:ph type="sldNum" sz="quarter" idx="12"/>
          </p:nvPr>
        </p:nvSpPr>
        <p:spPr/>
        <p:txBody>
          <a:bodyPr/>
          <a:lstStyle/>
          <a:p>
            <a:fld id="{B6F15528-21DE-4FAA-801E-634DDDAF4B2B}" type="slidenum">
              <a:rPr lang="en-US" smtClean="0"/>
              <a:pPr/>
              <a:t>211</a:t>
            </a:fld>
            <a:endParaRPr lang="en-US"/>
          </a:p>
        </p:txBody>
      </p:sp>
      <p:pic>
        <p:nvPicPr>
          <p:cNvPr id="10" name="Content Placeholder 9" descr="temp1.png"/>
          <p:cNvPicPr>
            <a:picLocks noGrp="1" noChangeAspect="1"/>
          </p:cNvPicPr>
          <p:nvPr>
            <p:ph idx="1"/>
          </p:nvPr>
        </p:nvPicPr>
        <p:blipFill>
          <a:blip r:embed="rId2"/>
          <a:stretch>
            <a:fillRect/>
          </a:stretch>
        </p:blipFill>
        <p:spPr>
          <a:xfrm>
            <a:off x="2309787" y="857233"/>
            <a:ext cx="7619999" cy="5170355"/>
          </a:xfrm>
        </p:spPr>
      </p:pic>
      <p:sp>
        <p:nvSpPr>
          <p:cNvPr id="8" name="Date Placeholder 7"/>
          <p:cNvSpPr>
            <a:spLocks noGrp="1"/>
          </p:cNvSpPr>
          <p:nvPr>
            <p:ph type="dt" sz="half" idx="10"/>
          </p:nvPr>
        </p:nvSpPr>
        <p:spPr/>
        <p:txBody>
          <a:bodyPr/>
          <a:lstStyle/>
          <a:p>
            <a:fld id="{E046CAB9-C1C8-4D5F-98EB-0762812FE3D2}" type="datetime1">
              <a:rPr lang="en-US" smtClean="0"/>
              <a:t>7/22/2025</a:t>
            </a:fld>
            <a:endParaRPr lang="en-US"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2056288" y="0"/>
            <a:ext cx="10135712" cy="71435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mj-lt"/>
              </a:rPr>
              <a:t>End Semester Question Paper Template</a:t>
            </a:r>
          </a:p>
        </p:txBody>
      </p:sp>
      <p:sp>
        <p:nvSpPr>
          <p:cNvPr id="3" name="Footer Placeholder 2">
            <a:extLst>
              <a:ext uri="{FF2B5EF4-FFF2-40B4-BE49-F238E27FC236}">
                <a16:creationId xmlns:a16="http://schemas.microsoft.com/office/drawing/2014/main" id="{877EBB6C-5418-4EB8-B9DA-59B278CB65C5}"/>
              </a:ext>
            </a:extLst>
          </p:cNvPr>
          <p:cNvSpPr>
            <a:spLocks noGrp="1"/>
          </p:cNvSpPr>
          <p:nvPr>
            <p:ph type="ftr" sz="quarter" idx="11"/>
          </p:nvPr>
        </p:nvSpPr>
        <p:spPr>
          <a:xfrm>
            <a:off x="4648200" y="6324601"/>
            <a:ext cx="4267200" cy="396875"/>
          </a:xfrm>
        </p:spPr>
        <p:txBody>
          <a:bodyPr/>
          <a:lstStyle/>
          <a:p>
            <a:r>
              <a:rPr lang="en-US"/>
              <a:t>Ms. Garima Singhal         AOE0770      Finance For Engineers                  Unit II</a:t>
            </a:r>
            <a:endParaRPr lang="en-US" dirty="0"/>
          </a:p>
        </p:txBody>
      </p:sp>
      <p:sp>
        <p:nvSpPr>
          <p:cNvPr id="5" name="Slide Number Placeholder 4">
            <a:extLst>
              <a:ext uri="{FF2B5EF4-FFF2-40B4-BE49-F238E27FC236}">
                <a16:creationId xmlns:a16="http://schemas.microsoft.com/office/drawing/2014/main" id="{8E71409D-564A-4A45-9735-96A61B8448E5}"/>
              </a:ext>
            </a:extLst>
          </p:cNvPr>
          <p:cNvSpPr>
            <a:spLocks noGrp="1"/>
          </p:cNvSpPr>
          <p:nvPr>
            <p:ph type="sldNum" sz="quarter" idx="12"/>
          </p:nvPr>
        </p:nvSpPr>
        <p:spPr/>
        <p:txBody>
          <a:bodyPr/>
          <a:lstStyle/>
          <a:p>
            <a:fld id="{B6F15528-21DE-4FAA-801E-634DDDAF4B2B}" type="slidenum">
              <a:rPr lang="en-US" smtClean="0"/>
              <a:pPr/>
              <a:t>212</a:t>
            </a:fld>
            <a:endParaRPr lang="en-US"/>
          </a:p>
        </p:txBody>
      </p:sp>
      <p:pic>
        <p:nvPicPr>
          <p:cNvPr id="8" name="Content Placeholder 7" descr="temp2.png"/>
          <p:cNvPicPr>
            <a:picLocks noGrp="1" noChangeAspect="1"/>
          </p:cNvPicPr>
          <p:nvPr>
            <p:ph idx="1"/>
          </p:nvPr>
        </p:nvPicPr>
        <p:blipFill>
          <a:blip r:embed="rId2"/>
          <a:stretch>
            <a:fillRect/>
          </a:stretch>
        </p:blipFill>
        <p:spPr>
          <a:xfrm>
            <a:off x="2056288" y="1066800"/>
            <a:ext cx="8170846" cy="5105400"/>
          </a:xfrm>
        </p:spPr>
      </p:pic>
      <p:sp>
        <p:nvSpPr>
          <p:cNvPr id="10" name="Date Placeholder 9"/>
          <p:cNvSpPr>
            <a:spLocks noGrp="1"/>
          </p:cNvSpPr>
          <p:nvPr>
            <p:ph type="dt" sz="half" idx="10"/>
          </p:nvPr>
        </p:nvSpPr>
        <p:spPr/>
        <p:txBody>
          <a:bodyPr/>
          <a:lstStyle/>
          <a:p>
            <a:fld id="{543F61D2-7CAE-4A9B-A64A-0CE55E967F89}" type="datetime1">
              <a:rPr lang="en-US" smtClean="0"/>
              <a:t>7/22/2025</a:t>
            </a:fld>
            <a:endParaRPr lang="en-US"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2057400" y="0"/>
            <a:ext cx="10134600" cy="71435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mj-lt"/>
              </a:rPr>
              <a:t>End Semester Question Paper Template</a:t>
            </a:r>
          </a:p>
        </p:txBody>
      </p:sp>
      <p:sp>
        <p:nvSpPr>
          <p:cNvPr id="3" name="Footer Placeholder 2">
            <a:extLst>
              <a:ext uri="{FF2B5EF4-FFF2-40B4-BE49-F238E27FC236}">
                <a16:creationId xmlns:a16="http://schemas.microsoft.com/office/drawing/2014/main" id="{877EBB6C-5418-4EB8-B9DA-59B278CB65C5}"/>
              </a:ext>
            </a:extLst>
          </p:cNvPr>
          <p:cNvSpPr>
            <a:spLocks noGrp="1"/>
          </p:cNvSpPr>
          <p:nvPr>
            <p:ph type="ftr" sz="quarter" idx="11"/>
          </p:nvPr>
        </p:nvSpPr>
        <p:spPr>
          <a:xfrm>
            <a:off x="4648200" y="6324601"/>
            <a:ext cx="4267200" cy="396875"/>
          </a:xfrm>
        </p:spPr>
        <p:txBody>
          <a:bodyPr/>
          <a:lstStyle/>
          <a:p>
            <a:r>
              <a:rPr lang="en-US"/>
              <a:t>Ms. Garima Singhal         AOE0770      Finance For Engineers                  Unit II</a:t>
            </a:r>
            <a:endParaRPr lang="en-US" dirty="0"/>
          </a:p>
        </p:txBody>
      </p:sp>
      <p:sp>
        <p:nvSpPr>
          <p:cNvPr id="5" name="Slide Number Placeholder 4">
            <a:extLst>
              <a:ext uri="{FF2B5EF4-FFF2-40B4-BE49-F238E27FC236}">
                <a16:creationId xmlns:a16="http://schemas.microsoft.com/office/drawing/2014/main" id="{8E71409D-564A-4A45-9735-96A61B8448E5}"/>
              </a:ext>
            </a:extLst>
          </p:cNvPr>
          <p:cNvSpPr>
            <a:spLocks noGrp="1"/>
          </p:cNvSpPr>
          <p:nvPr>
            <p:ph type="sldNum" sz="quarter" idx="12"/>
          </p:nvPr>
        </p:nvSpPr>
        <p:spPr/>
        <p:txBody>
          <a:bodyPr/>
          <a:lstStyle/>
          <a:p>
            <a:fld id="{B6F15528-21DE-4FAA-801E-634DDDAF4B2B}" type="slidenum">
              <a:rPr lang="en-US" smtClean="0"/>
              <a:pPr/>
              <a:t>213</a:t>
            </a:fld>
            <a:endParaRPr lang="en-US"/>
          </a:p>
        </p:txBody>
      </p:sp>
      <p:pic>
        <p:nvPicPr>
          <p:cNvPr id="8" name="Content Placeholder 7" descr="temp3.png"/>
          <p:cNvPicPr>
            <a:picLocks noGrp="1" noChangeAspect="1"/>
          </p:cNvPicPr>
          <p:nvPr>
            <p:ph idx="1"/>
          </p:nvPr>
        </p:nvPicPr>
        <p:blipFill>
          <a:blip r:embed="rId2"/>
          <a:stretch>
            <a:fillRect/>
          </a:stretch>
        </p:blipFill>
        <p:spPr>
          <a:xfrm>
            <a:off x="2438400" y="949465"/>
            <a:ext cx="6858000" cy="5353789"/>
          </a:xfrm>
        </p:spPr>
      </p:pic>
      <p:sp>
        <p:nvSpPr>
          <p:cNvPr id="10" name="Date Placeholder 9"/>
          <p:cNvSpPr>
            <a:spLocks noGrp="1"/>
          </p:cNvSpPr>
          <p:nvPr>
            <p:ph type="dt" sz="half" idx="10"/>
          </p:nvPr>
        </p:nvSpPr>
        <p:spPr/>
        <p:txBody>
          <a:bodyPr/>
          <a:lstStyle/>
          <a:p>
            <a:fld id="{3B6E48FF-4D42-42D2-86A6-04453F16B999}" type="datetime1">
              <a:rPr lang="en-US" smtClean="0"/>
              <a:t>7/22/2025</a:t>
            </a:fld>
            <a:endParaRPr lang="en-US"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223681"/>
            <a:ext cx="11734800" cy="4525963"/>
          </a:xfrm>
        </p:spPr>
        <p:txBody>
          <a:bodyPr>
            <a:normAutofit/>
          </a:bodyPr>
          <a:lstStyle/>
          <a:p>
            <a:pPr>
              <a:buNone/>
            </a:pPr>
            <a:r>
              <a:rPr lang="en-US" sz="2200" b="1" dirty="0"/>
              <a:t>1. </a:t>
            </a:r>
            <a:r>
              <a:rPr lang="en-US" sz="2200" dirty="0"/>
              <a:t>Discuss the Analysis and Interpretation. Explain various tools for the analysis of financial statements. </a:t>
            </a:r>
          </a:p>
          <a:p>
            <a:pPr>
              <a:buNone/>
            </a:pPr>
            <a:r>
              <a:rPr lang="en-US" sz="2200" dirty="0"/>
              <a:t>2. Define Ratio Analysis. Explain various ratios and discuss which type of ratios are used to calculate the profitability and liquidity of a firm. </a:t>
            </a:r>
          </a:p>
          <a:p>
            <a:pPr>
              <a:buNone/>
            </a:pPr>
            <a:r>
              <a:rPr lang="en-US" sz="2200" dirty="0"/>
              <a:t>3.  State the Balance Sheet. Briefly explain Marshalling of Balance sheet with example. </a:t>
            </a:r>
          </a:p>
          <a:p>
            <a:pPr>
              <a:buNone/>
            </a:pPr>
            <a:r>
              <a:rPr lang="en-US" sz="2200" dirty="0"/>
              <a:t>4. Explain in detail various methods of analysing a firm’s financial statements. </a:t>
            </a:r>
          </a:p>
        </p:txBody>
      </p:sp>
      <p:sp>
        <p:nvSpPr>
          <p:cNvPr id="4" name="Date Placeholder 3"/>
          <p:cNvSpPr>
            <a:spLocks noGrp="1"/>
          </p:cNvSpPr>
          <p:nvPr>
            <p:ph type="dt" sz="half" idx="10"/>
          </p:nvPr>
        </p:nvSpPr>
        <p:spPr/>
        <p:txBody>
          <a:bodyPr/>
          <a:lstStyle/>
          <a:p>
            <a:fld id="{7701D50F-BA3B-4E21-A814-39B8A7453553}"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214</a:t>
            </a:fld>
            <a:endParaRPr lang="en-US"/>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mj-lt"/>
              </a:rPr>
              <a:t>Expected Questions for the University Exam </a:t>
            </a:r>
          </a:p>
        </p:txBody>
      </p:sp>
      <p:sp>
        <p:nvSpPr>
          <p:cNvPr id="9" name="Footer Placeholder 8"/>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9829800" cy="4525963"/>
          </a:xfrm>
        </p:spPr>
        <p:txBody>
          <a:bodyPr>
            <a:normAutofit/>
          </a:bodyPr>
          <a:lstStyle/>
          <a:p>
            <a:pPr>
              <a:buFont typeface="Wingdings" panose="05000000000000000000" pitchFamily="2" charset="2"/>
              <a:buChar char="Ø"/>
            </a:pPr>
            <a:r>
              <a:rPr lang="en-US" sz="2600" b="1" dirty="0"/>
              <a:t>We have covered the following  topics in this lecture:</a:t>
            </a:r>
          </a:p>
          <a:p>
            <a:pPr>
              <a:buFont typeface="Wingdings" panose="05000000000000000000" pitchFamily="2" charset="2"/>
              <a:buChar char="Ø"/>
            </a:pPr>
            <a:r>
              <a:rPr lang="en-US" sz="2400" b="1" dirty="0"/>
              <a:t>Trial Balance</a:t>
            </a:r>
          </a:p>
          <a:p>
            <a:pPr>
              <a:buFont typeface="Wingdings" panose="05000000000000000000" pitchFamily="2" charset="2"/>
              <a:buChar char="Ø"/>
            </a:pPr>
            <a:r>
              <a:rPr lang="en-US" sz="2400" b="1" dirty="0"/>
              <a:t>Purpose of Trial Balance</a:t>
            </a:r>
          </a:p>
          <a:p>
            <a:pPr>
              <a:buFont typeface="Wingdings" panose="05000000000000000000" pitchFamily="2" charset="2"/>
              <a:buChar char="Ø"/>
            </a:pPr>
            <a:r>
              <a:rPr lang="en-US" sz="2400" b="1" dirty="0"/>
              <a:t>Methods of Preparation of Trial Balance</a:t>
            </a:r>
          </a:p>
          <a:p>
            <a:pPr>
              <a:buFont typeface="Wingdings" panose="05000000000000000000" pitchFamily="2" charset="2"/>
              <a:buChar char="Ø"/>
            </a:pPr>
            <a:r>
              <a:rPr lang="en-US" sz="2400" b="1" dirty="0"/>
              <a:t>Format of Trial Balance</a:t>
            </a:r>
          </a:p>
          <a:p>
            <a:pPr>
              <a:buFont typeface="Wingdings" panose="05000000000000000000" pitchFamily="2" charset="2"/>
              <a:buChar char="Ø"/>
            </a:pPr>
            <a:endParaRPr lang="en-US" sz="2400" b="1" dirty="0"/>
          </a:p>
          <a:p>
            <a:pPr>
              <a:buFont typeface="Wingdings" panose="05000000000000000000" pitchFamily="2" charset="2"/>
              <a:buChar char="Ø"/>
            </a:pPr>
            <a:endParaRPr lang="en-US" sz="2400" b="1" dirty="0"/>
          </a:p>
          <a:p>
            <a:pPr>
              <a:buFont typeface="Wingdings" panose="05000000000000000000" pitchFamily="2" charset="2"/>
              <a:buChar char="Ø"/>
            </a:pPr>
            <a:endParaRPr lang="en-US" sz="2400" b="1" dirty="0"/>
          </a:p>
        </p:txBody>
      </p:sp>
      <p:sp>
        <p:nvSpPr>
          <p:cNvPr id="4" name="Date Placeholder 3"/>
          <p:cNvSpPr>
            <a:spLocks noGrp="1"/>
          </p:cNvSpPr>
          <p:nvPr>
            <p:ph type="dt" sz="half" idx="10"/>
          </p:nvPr>
        </p:nvSpPr>
        <p:spPr/>
        <p:txBody>
          <a:bodyPr/>
          <a:lstStyle/>
          <a:p>
            <a:fld id="{9C01B9DD-DFFA-466B-9DB4-547240B5658A}"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215</a:t>
            </a:fld>
            <a:endParaRPr lang="en-US"/>
          </a:p>
        </p:txBody>
      </p:sp>
      <p:sp>
        <p:nvSpPr>
          <p:cNvPr id="10"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dirty="0">
                <a:latin typeface="+mj-lt"/>
              </a:rPr>
              <a:t>Summary</a:t>
            </a:r>
          </a:p>
        </p:txBody>
      </p:sp>
      <p:sp>
        <p:nvSpPr>
          <p:cNvPr id="7" name="Footer Placeholder 6"/>
          <p:cNvSpPr>
            <a:spLocks noGrp="1"/>
          </p:cNvSpPr>
          <p:nvPr>
            <p:ph type="ftr" sz="quarter" idx="11"/>
          </p:nvPr>
        </p:nvSpPr>
        <p:spPr/>
        <p:txBody>
          <a:bodyPr/>
          <a:lstStyle/>
          <a:p>
            <a:r>
              <a:rPr lang="en-US"/>
              <a:t>Ms. Garima Singhal         AOE0770      Finance For Engineers                  Unit II</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007131A-6867-4A47-AF56-AD78FCF5E733}"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216</a:t>
            </a:fld>
            <a:endParaRPr lang="en-US"/>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mj-lt"/>
              </a:rPr>
              <a:t>References</a:t>
            </a:r>
          </a:p>
        </p:txBody>
      </p:sp>
      <p:sp>
        <p:nvSpPr>
          <p:cNvPr id="9" name="Content Placeholder 8"/>
          <p:cNvSpPr>
            <a:spLocks noGrp="1"/>
          </p:cNvSpPr>
          <p:nvPr>
            <p:ph idx="1"/>
          </p:nvPr>
        </p:nvSpPr>
        <p:spPr>
          <a:xfrm>
            <a:off x="381000" y="1236939"/>
            <a:ext cx="11734800" cy="4351961"/>
          </a:xfrm>
          <a:prstGeom prst="rect">
            <a:avLst/>
          </a:prstGeom>
          <a:noFill/>
        </p:spPr>
        <p:txBody>
          <a:bodyPr vert="horz" wrap="square" lIns="91440" tIns="45720" rIns="91440" bIns="45720" rtlCol="0">
            <a:spAutoFit/>
          </a:bodyPr>
          <a:lstStyle/>
          <a:p>
            <a:pPr>
              <a:buNone/>
            </a:pPr>
            <a:r>
              <a:rPr lang="en-IN" sz="2600" b="1" dirty="0"/>
              <a:t>Text Books</a:t>
            </a:r>
            <a:endParaRPr lang="en-US" sz="2600" dirty="0"/>
          </a:p>
          <a:p>
            <a:pPr>
              <a:buNone/>
            </a:pPr>
            <a:r>
              <a:rPr lang="en-IN" sz="2400" b="1" dirty="0"/>
              <a:t>1) Maheshwari S.N &amp;Maheshwari S K – A textbook of Accounting for Management (Vikas, 10th</a:t>
            </a:r>
            <a:endParaRPr lang="en-US" sz="2400" b="1" dirty="0"/>
          </a:p>
          <a:p>
            <a:r>
              <a:rPr lang="en-IN" sz="2400" b="1" dirty="0"/>
              <a:t>Edition)</a:t>
            </a:r>
            <a:endParaRPr lang="en-US" sz="2400" b="1" dirty="0"/>
          </a:p>
          <a:p>
            <a:pPr>
              <a:buNone/>
            </a:pPr>
            <a:r>
              <a:rPr lang="en-IN" sz="2400" b="1" dirty="0"/>
              <a:t>2) Essentials of Financial Accounting (based on IFRS), Bhattacharya (PHI,3rd Ed)</a:t>
            </a:r>
            <a:endParaRPr lang="en-US" sz="2400" b="1" dirty="0"/>
          </a:p>
          <a:p>
            <a:pPr>
              <a:buNone/>
            </a:pPr>
            <a:r>
              <a:rPr lang="en-IN" sz="2400" b="1" dirty="0"/>
              <a:t>3) Khan and Jain - Financial Management (Tata McGraw Hill, 7th Ed.)</a:t>
            </a:r>
            <a:endParaRPr lang="en-US" sz="2400" b="1" dirty="0"/>
          </a:p>
          <a:p>
            <a:pPr>
              <a:buNone/>
            </a:pPr>
            <a:r>
              <a:rPr lang="en-IN" sz="2400" b="1" dirty="0"/>
              <a:t>4) PC Tulsian- Financial Accounting (Pearson, 2016)</a:t>
            </a:r>
            <a:endParaRPr lang="en-US" sz="2400" b="1" dirty="0"/>
          </a:p>
          <a:p>
            <a:pPr>
              <a:buNone/>
            </a:pPr>
            <a:r>
              <a:rPr lang="en-IN" sz="2400" b="1" dirty="0"/>
              <a:t>5) Dhamija - Financial Accounting for managers: (Prentice Hall, 2nd Edition).</a:t>
            </a:r>
            <a:endParaRPr lang="en-US" sz="2400" b="1" dirty="0"/>
          </a:p>
          <a:p>
            <a:pPr algn="ctr">
              <a:buNone/>
            </a:pPr>
            <a:endParaRPr lang="en-US" sz="15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endParaRPr lang="en-US" sz="15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endParaRPr lang="en-US" sz="15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Tree>
    <p:extLst>
      <p:ext uri="{BB962C8B-B14F-4D97-AF65-F5344CB8AC3E}">
        <p14:creationId xmlns:p14="http://schemas.microsoft.com/office/powerpoint/2010/main" val="2555220207"/>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8D09352-2D6B-4F8D-BD1C-686045AA3E2B}"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217</a:t>
            </a:fld>
            <a:endParaRPr lang="en-US" dirty="0"/>
          </a:p>
        </p:txBody>
      </p:sp>
      <p:sp>
        <p:nvSpPr>
          <p:cNvPr id="7" name="Title 1"/>
          <p:cNvSpPr txBox="1">
            <a:spLocks/>
          </p:cNvSpPr>
          <p:nvPr/>
        </p:nvSpPr>
        <p:spPr>
          <a:xfrm>
            <a:off x="2057400" y="2"/>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mj-lt"/>
              </a:rPr>
              <a:t>References</a:t>
            </a:r>
          </a:p>
        </p:txBody>
      </p:sp>
      <p:sp>
        <p:nvSpPr>
          <p:cNvPr id="9" name="Content Placeholder 8"/>
          <p:cNvSpPr>
            <a:spLocks noGrp="1"/>
          </p:cNvSpPr>
          <p:nvPr>
            <p:ph idx="1"/>
          </p:nvPr>
        </p:nvSpPr>
        <p:spPr>
          <a:xfrm>
            <a:off x="381000" y="1143000"/>
            <a:ext cx="11658600" cy="4665893"/>
          </a:xfrm>
          <a:prstGeom prst="rect">
            <a:avLst/>
          </a:prstGeom>
          <a:noFill/>
        </p:spPr>
        <p:txBody>
          <a:bodyPr vert="horz" wrap="square" lIns="91440" tIns="45720" rIns="91440" bIns="45720" rtlCol="0">
            <a:spAutoFit/>
          </a:bodyPr>
          <a:lstStyle/>
          <a:p>
            <a:r>
              <a:rPr lang="en-IN" sz="2600" b="1" dirty="0"/>
              <a:t>Reference Books</a:t>
            </a:r>
            <a:endParaRPr lang="en-US" sz="2600" dirty="0"/>
          </a:p>
          <a:p>
            <a:pPr>
              <a:buNone/>
            </a:pPr>
            <a:r>
              <a:rPr lang="en-IN" sz="2400" b="1" dirty="0"/>
              <a:t>1) Narayan swami - Financial Accounting: A Managerial Perspective (PHI,5th Ed)</a:t>
            </a:r>
            <a:endParaRPr lang="en-US" sz="2400" b="1" dirty="0"/>
          </a:p>
          <a:p>
            <a:pPr>
              <a:buNone/>
            </a:pPr>
            <a:r>
              <a:rPr lang="en-IN" sz="2400" b="1" dirty="0"/>
              <a:t>2) Dhaneshk Khatri- Financial Accounting (TMH,2015)</a:t>
            </a:r>
            <a:endParaRPr lang="en-US" sz="2400" b="1" dirty="0"/>
          </a:p>
          <a:p>
            <a:pPr>
              <a:buNone/>
            </a:pPr>
            <a:r>
              <a:rPr lang="en-IN" sz="2400" b="1" dirty="0"/>
              <a:t>3) Ambrish Gupta - Financial Accounting: A Managerial Perspective (Prentice Hall, 4th Edition)</a:t>
            </a:r>
            <a:endParaRPr lang="en-US" sz="2400" b="1" dirty="0"/>
          </a:p>
          <a:p>
            <a:pPr>
              <a:buNone/>
            </a:pPr>
            <a:r>
              <a:rPr lang="en-IN" sz="2400" b="1" dirty="0"/>
              <a:t>4) Ramchandran &amp; Kakani - Financial Accounting for Management (TMH, 2nd Edition).</a:t>
            </a:r>
            <a:endParaRPr lang="en-US" sz="2400" b="1" dirty="0"/>
          </a:p>
          <a:p>
            <a:pPr>
              <a:buNone/>
            </a:pPr>
            <a:r>
              <a:rPr lang="en-IN" sz="2400" b="1" dirty="0"/>
              <a:t>5) Mukherjee - Financial Accounting for Management (TMH, 2nd Edition).</a:t>
            </a:r>
            <a:endParaRPr lang="en-US" sz="2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endParaRPr lang="en-US" sz="2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endParaRPr lang="en-US" sz="2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endParaRPr lang="en-US" sz="2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Tree>
    <p:extLst>
      <p:ext uri="{BB962C8B-B14F-4D97-AF65-F5344CB8AC3E}">
        <p14:creationId xmlns:p14="http://schemas.microsoft.com/office/powerpoint/2010/main" val="2555220207"/>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FB09521-D297-4837-A20C-DEE00CAF372F}" type="datetime1">
              <a:rPr lang="en-US" smtClean="0"/>
              <a:t>7/22/2025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218</a:t>
            </a:fld>
            <a:endParaRPr lang="en-US" dirty="0"/>
          </a:p>
        </p:txBody>
      </p:sp>
      <p:sp>
        <p:nvSpPr>
          <p:cNvPr id="9" name="Content Placeholder 8"/>
          <p:cNvSpPr>
            <a:spLocks noGrp="1"/>
          </p:cNvSpPr>
          <p:nvPr>
            <p:ph idx="1"/>
          </p:nvPr>
        </p:nvSpPr>
        <p:spPr>
          <a:xfrm>
            <a:off x="2057400" y="1143000"/>
            <a:ext cx="7772400" cy="2936188"/>
          </a:xfrm>
          <a:prstGeom prst="rect">
            <a:avLst/>
          </a:prstGeom>
          <a:noFill/>
        </p:spPr>
        <p:txBody>
          <a:bodyPr vert="horz" wrap="square" lIns="91440" tIns="45720" rIns="91440" bIns="45720" rtlCol="0">
            <a:spAutoFit/>
          </a:bodyPr>
          <a:lstStyle/>
          <a:p>
            <a:pPr algn="ctr">
              <a:buNone/>
            </a:pPr>
            <a:endParaRPr lang="en-US" sz="7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r>
              <a:rPr lang="en-US" sz="7200" b="1" dirty="0">
                <a:ln w="10541" cmpd="sng">
                  <a:solidFill>
                    <a:schemeClr val="accent1">
                      <a:shade val="88000"/>
                      <a:satMod val="110000"/>
                    </a:schemeClr>
                  </a:solidFill>
                  <a:prstDash val="solid"/>
                </a:ln>
              </a:rPr>
              <a:t>Thank</a:t>
            </a:r>
            <a:r>
              <a:rPr lang="en-US" sz="7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r>
              <a:rPr lang="en-US" sz="7200" b="1" dirty="0">
                <a:ln w="10541" cmpd="sng">
                  <a:solidFill>
                    <a:schemeClr val="accent1">
                      <a:shade val="88000"/>
                      <a:satMod val="110000"/>
                    </a:schemeClr>
                  </a:solidFill>
                  <a:prstDash val="solid"/>
                </a:ln>
              </a:rPr>
              <a:t>You</a:t>
            </a:r>
          </a:p>
          <a:p>
            <a:pPr>
              <a:buNone/>
            </a:pPr>
            <a:endParaRPr lang="en-US" sz="2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
        <p:nvSpPr>
          <p:cNvPr id="10" name="Footer Placeholder 9"/>
          <p:cNvSpPr>
            <a:spLocks noGrp="1"/>
          </p:cNvSpPr>
          <p:nvPr>
            <p:ph type="ftr" sz="quarter" idx="11"/>
          </p:nvPr>
        </p:nvSpPr>
        <p:spPr/>
        <p:txBody>
          <a:bodyPr/>
          <a:lstStyle/>
          <a:p>
            <a:r>
              <a:rPr lang="en-US"/>
              <a:t>Ms. Garima Singhal         AOE0770      Finance For Engineers                  Unit II</a:t>
            </a:r>
          </a:p>
        </p:txBody>
      </p:sp>
    </p:spTree>
    <p:extLst>
      <p:ext uri="{BB962C8B-B14F-4D97-AF65-F5344CB8AC3E}">
        <p14:creationId xmlns:p14="http://schemas.microsoft.com/office/powerpoint/2010/main" val="2555220207"/>
      </p:ext>
    </p:extLst>
  </p:cSld>
  <p:clrMapOvr>
    <a:masterClrMapping/>
  </p:clrMapOvr>
</p:sld>
</file>

<file path=ppt/theme/theme1.xml><?xml version="1.0" encoding="utf-8"?>
<a:theme xmlns:a="http://schemas.openxmlformats.org/drawingml/2006/main" name="Office Them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mokey Glass">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767</TotalTime>
  <Words>23815</Words>
  <Application>Microsoft Office PowerPoint</Application>
  <PresentationFormat>Widescreen</PresentationFormat>
  <Paragraphs>2334</Paragraphs>
  <Slides>218</Slides>
  <Notes>153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218</vt:i4>
      </vt:variant>
    </vt:vector>
  </HeadingPairs>
  <TitlesOfParts>
    <vt:vector size="225" baseType="lpstr">
      <vt:lpstr>__Inter_f2a8c8</vt:lpstr>
      <vt:lpstr>Arial</vt:lpstr>
      <vt:lpstr>Calibri</vt:lpstr>
      <vt:lpstr>Times New Roman</vt:lpstr>
      <vt:lpstr>Wingdings</vt:lpstr>
      <vt:lpstr>Wingdings 2</vt:lpstr>
      <vt:lpstr>Office Theme</vt:lpstr>
      <vt:lpstr>PowerPoint Presentation</vt:lpstr>
      <vt:lpstr>PowerPoint Presentation</vt:lpstr>
      <vt:lpstr>PowerPoint Presentation</vt:lpstr>
      <vt:lpstr>PowerPoint Presentation</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Four Ways to Analyze Ratio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Exerciese-1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POONAM</dc:creator>
  <cp:lastModifiedBy>Ritin Sharma</cp:lastModifiedBy>
  <cp:revision>63</cp:revision>
  <dcterms:modified xsi:type="dcterms:W3CDTF">2025-07-22T06:06:00Z</dcterms:modified>
</cp:coreProperties>
</file>