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56" r:id="rId2"/>
    <p:sldId id="388" r:id="rId3"/>
    <p:sldId id="389" r:id="rId4"/>
    <p:sldId id="390" r:id="rId5"/>
    <p:sldId id="489" r:id="rId6"/>
    <p:sldId id="372" r:id="rId7"/>
    <p:sldId id="373" r:id="rId8"/>
    <p:sldId id="375" r:id="rId9"/>
    <p:sldId id="377" r:id="rId10"/>
    <p:sldId id="378" r:id="rId11"/>
    <p:sldId id="379" r:id="rId12"/>
    <p:sldId id="257" r:id="rId13"/>
    <p:sldId id="349" r:id="rId14"/>
    <p:sldId id="259" r:id="rId15"/>
    <p:sldId id="268" r:id="rId16"/>
    <p:sldId id="435" r:id="rId17"/>
    <p:sldId id="291" r:id="rId18"/>
    <p:sldId id="490" r:id="rId19"/>
    <p:sldId id="491" r:id="rId20"/>
    <p:sldId id="484" r:id="rId21"/>
    <p:sldId id="492" r:id="rId22"/>
    <p:sldId id="488" r:id="rId23"/>
    <p:sldId id="485" r:id="rId24"/>
    <p:sldId id="493" r:id="rId25"/>
    <p:sldId id="494" r:id="rId26"/>
    <p:sldId id="495" r:id="rId27"/>
    <p:sldId id="496" r:id="rId28"/>
    <p:sldId id="501" r:id="rId29"/>
    <p:sldId id="497" r:id="rId30"/>
    <p:sldId id="502" r:id="rId31"/>
    <p:sldId id="510" r:id="rId32"/>
    <p:sldId id="511" r:id="rId33"/>
    <p:sldId id="503" r:id="rId34"/>
    <p:sldId id="512" r:id="rId35"/>
    <p:sldId id="513" r:id="rId36"/>
    <p:sldId id="504" r:id="rId37"/>
    <p:sldId id="514" r:id="rId38"/>
    <p:sldId id="515" r:id="rId39"/>
    <p:sldId id="505" r:id="rId40"/>
    <p:sldId id="516" r:id="rId41"/>
    <p:sldId id="517" r:id="rId42"/>
    <p:sldId id="506" r:id="rId43"/>
    <p:sldId id="518" r:id="rId44"/>
    <p:sldId id="519" r:id="rId45"/>
    <p:sldId id="520" r:id="rId46"/>
    <p:sldId id="500" r:id="rId47"/>
    <p:sldId id="521" r:id="rId48"/>
    <p:sldId id="522" r:id="rId49"/>
    <p:sldId id="523" r:id="rId50"/>
    <p:sldId id="408" r:id="rId51"/>
    <p:sldId id="524" r:id="rId52"/>
    <p:sldId id="468" r:id="rId53"/>
    <p:sldId id="371" r:id="rId54"/>
    <p:sldId id="443" r:id="rId55"/>
    <p:sldId id="525" r:id="rId56"/>
    <p:sldId id="469" r:id="rId57"/>
    <p:sldId id="34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0" autoAdjust="0"/>
    <p:restoredTop sz="61939" autoAdjust="0"/>
  </p:normalViewPr>
  <p:slideViewPr>
    <p:cSldViewPr>
      <p:cViewPr varScale="1">
        <p:scale>
          <a:sx n="82" d="100"/>
          <a:sy n="82" d="100"/>
        </p:scale>
        <p:origin x="696" y="96"/>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ima Singhal" userId="bd23a5c7e7d7f8f6" providerId="LiveId" clId="{E78840C9-84AF-499A-89F4-969451FB783A}"/>
    <pc:docChg chg="undo custSel delSld modSld modMainMaster modNotesMaster">
      <pc:chgData name="Garima Singhal" userId="bd23a5c7e7d7f8f6" providerId="LiveId" clId="{E78840C9-84AF-499A-89F4-969451FB783A}" dt="2024-09-03T04:18:24.371" v="738" actId="21"/>
      <pc:docMkLst>
        <pc:docMk/>
      </pc:docMkLst>
      <pc:sldChg chg="delSp modSp mod modNotes">
        <pc:chgData name="Garima Singhal" userId="bd23a5c7e7d7f8f6" providerId="LiveId" clId="{E78840C9-84AF-499A-89F4-969451FB783A}" dt="2024-09-03T04:00:36.164" v="200" actId="14100"/>
        <pc:sldMkLst>
          <pc:docMk/>
          <pc:sldMk cId="0" sldId="256"/>
        </pc:sldMkLst>
        <pc:spChg chg="mod">
          <ac:chgData name="Garima Singhal" userId="bd23a5c7e7d7f8f6" providerId="LiveId" clId="{E78840C9-84AF-499A-89F4-969451FB783A}" dt="2024-09-03T03:59:08.803" v="151" actId="14100"/>
          <ac:spMkLst>
            <pc:docMk/>
            <pc:sldMk cId="0" sldId="256"/>
            <ac:spMk id="2" creationId="{00000000-0000-0000-0000-000000000000}"/>
          </ac:spMkLst>
        </pc:spChg>
        <pc:spChg chg="mod">
          <ac:chgData name="Garima Singhal" userId="bd23a5c7e7d7f8f6" providerId="LiveId" clId="{E78840C9-84AF-499A-89F4-969451FB783A}" dt="2024-09-03T03:59:47.040" v="183" actId="403"/>
          <ac:spMkLst>
            <pc:docMk/>
            <pc:sldMk cId="0" sldId="256"/>
            <ac:spMk id="3" creationId="{00000000-0000-0000-0000-000000000000}"/>
          </ac:spMkLst>
        </pc:spChg>
        <pc:spChg chg="mod">
          <ac:chgData name="Garima Singhal" userId="bd23a5c7e7d7f8f6" providerId="LiveId" clId="{E78840C9-84AF-499A-89F4-969451FB783A}" dt="2024-09-03T04:00:36.164" v="200" actId="14100"/>
          <ac:spMkLst>
            <pc:docMk/>
            <pc:sldMk cId="0" sldId="256"/>
            <ac:spMk id="6" creationId="{00000000-0000-0000-0000-000000000000}"/>
          </ac:spMkLst>
        </pc:spChg>
        <pc:spChg chg="mod">
          <ac:chgData name="Garima Singhal" userId="bd23a5c7e7d7f8f6" providerId="LiveId" clId="{E78840C9-84AF-499A-89F4-969451FB783A}" dt="2024-09-03T03:59:14.924" v="153" actId="1076"/>
          <ac:spMkLst>
            <pc:docMk/>
            <pc:sldMk cId="0" sldId="256"/>
            <ac:spMk id="9" creationId="{00000000-0000-0000-0000-000000000000}"/>
          </ac:spMkLst>
        </pc:spChg>
        <pc:spChg chg="mod">
          <ac:chgData name="Garima Singhal" userId="bd23a5c7e7d7f8f6" providerId="LiveId" clId="{E78840C9-84AF-499A-89F4-969451FB783A}" dt="2024-09-03T03:59:54.253" v="184" actId="1076"/>
          <ac:spMkLst>
            <pc:docMk/>
            <pc:sldMk cId="0" sldId="256"/>
            <ac:spMk id="12" creationId="{00000000-0000-0000-0000-000000000000}"/>
          </ac:spMkLst>
        </pc:spChg>
        <pc:spChg chg="mod">
          <ac:chgData name="Garima Singhal" userId="bd23a5c7e7d7f8f6" providerId="LiveId" clId="{E78840C9-84AF-499A-89F4-969451FB783A}" dt="2024-09-03T03:59:30.448" v="173" actId="20577"/>
          <ac:spMkLst>
            <pc:docMk/>
            <pc:sldMk cId="0" sldId="256"/>
            <ac:spMk id="13" creationId="{00000000-0000-0000-0000-000000000000}"/>
          </ac:spMkLst>
        </pc:spChg>
        <pc:spChg chg="mod">
          <ac:chgData name="Garima Singhal" userId="bd23a5c7e7d7f8f6" providerId="LiveId" clId="{E78840C9-84AF-499A-89F4-969451FB783A}" dt="2024-09-03T04:00:02.597" v="187" actId="1076"/>
          <ac:spMkLst>
            <pc:docMk/>
            <pc:sldMk cId="0" sldId="256"/>
            <ac:spMk id="14" creationId="{00000000-0000-0000-0000-000000000000}"/>
          </ac:spMkLst>
        </pc:spChg>
        <pc:spChg chg="mod">
          <ac:chgData name="Garima Singhal" userId="bd23a5c7e7d7f8f6" providerId="LiveId" clId="{E78840C9-84AF-499A-89F4-969451FB783A}" dt="2024-09-03T04:00:24.128" v="198" actId="6549"/>
          <ac:spMkLst>
            <pc:docMk/>
            <pc:sldMk cId="0" sldId="256"/>
            <ac:spMk id="15" creationId="{00000000-0000-0000-0000-000000000000}"/>
          </ac:spMkLst>
        </pc:spChg>
        <pc:picChg chg="del mod">
          <ac:chgData name="Garima Singhal" userId="bd23a5c7e7d7f8f6" providerId="LiveId" clId="{E78840C9-84AF-499A-89F4-969451FB783A}" dt="2024-09-03T03:58:59.452" v="149" actId="478"/>
          <ac:picMkLst>
            <pc:docMk/>
            <pc:sldMk cId="0" sldId="256"/>
            <ac:picMk id="16" creationId="{72E2F272-53FE-8483-10EA-5E90B16EF39F}"/>
          </ac:picMkLst>
        </pc:picChg>
        <pc:picChg chg="del mod">
          <ac:chgData name="Garima Singhal" userId="bd23a5c7e7d7f8f6" providerId="LiveId" clId="{E78840C9-84AF-499A-89F4-969451FB783A}" dt="2024-09-03T03:59:11.824" v="152" actId="478"/>
          <ac:picMkLst>
            <pc:docMk/>
            <pc:sldMk cId="0" sldId="256"/>
            <ac:picMk id="1027" creationId="{00000000-0000-0000-0000-000000000000}"/>
          </ac:picMkLst>
        </pc:picChg>
      </pc:sldChg>
      <pc:sldChg chg="delSp modSp mod modNotes">
        <pc:chgData name="Garima Singhal" userId="bd23a5c7e7d7f8f6" providerId="LiveId" clId="{E78840C9-84AF-499A-89F4-969451FB783A}" dt="2024-09-03T04:01:58.357" v="221" actId="478"/>
        <pc:sldMkLst>
          <pc:docMk/>
          <pc:sldMk cId="0" sldId="257"/>
        </pc:sldMkLst>
        <pc:spChg chg="mod">
          <ac:chgData name="Garima Singhal" userId="bd23a5c7e7d7f8f6" providerId="LiveId" clId="{E78840C9-84AF-499A-89F4-969451FB783A}" dt="2024-09-03T03:53:32.447" v="2"/>
          <ac:spMkLst>
            <pc:docMk/>
            <pc:sldMk cId="0" sldId="257"/>
            <ac:spMk id="3" creationId="{00000000-0000-0000-0000-000000000000}"/>
          </ac:spMkLst>
        </pc:spChg>
        <pc:spChg chg="mod">
          <ac:chgData name="Garima Singhal" userId="bd23a5c7e7d7f8f6" providerId="LiveId" clId="{E78840C9-84AF-499A-89F4-969451FB783A}" dt="2024-09-03T03:53:32.447" v="2"/>
          <ac:spMkLst>
            <pc:docMk/>
            <pc:sldMk cId="0" sldId="257"/>
            <ac:spMk id="8" creationId="{00000000-0000-0000-0000-000000000000}"/>
          </ac:spMkLst>
        </pc:spChg>
        <pc:spChg chg="mod">
          <ac:chgData name="Garima Singhal" userId="bd23a5c7e7d7f8f6" providerId="LiveId" clId="{E78840C9-84AF-499A-89F4-969451FB783A}" dt="2024-09-03T03:53:32.447" v="2"/>
          <ac:spMkLst>
            <pc:docMk/>
            <pc:sldMk cId="0" sldId="257"/>
            <ac:spMk id="10" creationId="{00000000-0000-0000-0000-000000000000}"/>
          </ac:spMkLst>
        </pc:spChg>
        <pc:picChg chg="del mod">
          <ac:chgData name="Garima Singhal" userId="bd23a5c7e7d7f8f6" providerId="LiveId" clId="{E78840C9-84AF-499A-89F4-969451FB783A}" dt="2024-09-03T04:01:58.357" v="221" actId="478"/>
          <ac:picMkLst>
            <pc:docMk/>
            <pc:sldMk cId="0" sldId="257"/>
            <ac:picMk id="9" creationId="{00000000-0000-0000-0000-000000000000}"/>
          </ac:picMkLst>
        </pc:picChg>
      </pc:sldChg>
      <pc:sldChg chg="delSp modSp mod">
        <pc:chgData name="Garima Singhal" userId="bd23a5c7e7d7f8f6" providerId="LiveId" clId="{E78840C9-84AF-499A-89F4-969451FB783A}" dt="2024-09-03T04:02:03.270" v="223" actId="478"/>
        <pc:sldMkLst>
          <pc:docMk/>
          <pc:sldMk cId="0" sldId="259"/>
        </pc:sldMkLst>
        <pc:spChg chg="mod">
          <ac:chgData name="Garima Singhal" userId="bd23a5c7e7d7f8f6" providerId="LiveId" clId="{E78840C9-84AF-499A-89F4-969451FB783A}" dt="2024-09-03T03:53:32.447" v="2"/>
          <ac:spMkLst>
            <pc:docMk/>
            <pc:sldMk cId="0" sldId="259"/>
            <ac:spMk id="5" creationId="{00000000-0000-0000-0000-000000000000}"/>
          </ac:spMkLst>
        </pc:spChg>
        <pc:spChg chg="mod">
          <ac:chgData name="Garima Singhal" userId="bd23a5c7e7d7f8f6" providerId="LiveId" clId="{E78840C9-84AF-499A-89F4-969451FB783A}" dt="2024-09-03T03:53:32.447" v="2"/>
          <ac:spMkLst>
            <pc:docMk/>
            <pc:sldMk cId="0" sldId="259"/>
            <ac:spMk id="7" creationId="{00000000-0000-0000-0000-000000000000}"/>
          </ac:spMkLst>
        </pc:spChg>
        <pc:graphicFrameChg chg="mod">
          <ac:chgData name="Garima Singhal" userId="bd23a5c7e7d7f8f6" providerId="LiveId" clId="{E78840C9-84AF-499A-89F4-969451FB783A}" dt="2024-09-03T03:53:32.447" v="2"/>
          <ac:graphicFrameMkLst>
            <pc:docMk/>
            <pc:sldMk cId="0" sldId="259"/>
            <ac:graphicFrameMk id="10" creationId="{00000000-0000-0000-0000-000000000000}"/>
          </ac:graphicFrameMkLst>
        </pc:graphicFrameChg>
        <pc:picChg chg="del mod">
          <ac:chgData name="Garima Singhal" userId="bd23a5c7e7d7f8f6" providerId="LiveId" clId="{E78840C9-84AF-499A-89F4-969451FB783A}" dt="2024-09-03T04:02:03.270" v="223" actId="478"/>
          <ac:picMkLst>
            <pc:docMk/>
            <pc:sldMk cId="0" sldId="259"/>
            <ac:picMk id="8" creationId="{00000000-0000-0000-0000-000000000000}"/>
          </ac:picMkLst>
        </pc:picChg>
      </pc:sldChg>
      <pc:sldChg chg="delSp modSp mod">
        <pc:chgData name="Garima Singhal" userId="bd23a5c7e7d7f8f6" providerId="LiveId" clId="{E78840C9-84AF-499A-89F4-969451FB783A}" dt="2024-09-03T04:02:05.415" v="224" actId="478"/>
        <pc:sldMkLst>
          <pc:docMk/>
          <pc:sldMk cId="0" sldId="268"/>
        </pc:sldMkLst>
        <pc:spChg chg="mod">
          <ac:chgData name="Garima Singhal" userId="bd23a5c7e7d7f8f6" providerId="LiveId" clId="{E78840C9-84AF-499A-89F4-969451FB783A}" dt="2024-09-03T03:53:32.447" v="2"/>
          <ac:spMkLst>
            <pc:docMk/>
            <pc:sldMk cId="0" sldId="268"/>
            <ac:spMk id="3" creationId="{00000000-0000-0000-0000-000000000000}"/>
          </ac:spMkLst>
        </pc:spChg>
        <pc:spChg chg="mod">
          <ac:chgData name="Garima Singhal" userId="bd23a5c7e7d7f8f6" providerId="LiveId" clId="{E78840C9-84AF-499A-89F4-969451FB783A}" dt="2024-09-03T03:53:32.447" v="2"/>
          <ac:spMkLst>
            <pc:docMk/>
            <pc:sldMk cId="0" sldId="268"/>
            <ac:spMk id="5" creationId="{00000000-0000-0000-0000-000000000000}"/>
          </ac:spMkLst>
        </pc:spChg>
        <pc:spChg chg="mod">
          <ac:chgData name="Garima Singhal" userId="bd23a5c7e7d7f8f6" providerId="LiveId" clId="{E78840C9-84AF-499A-89F4-969451FB783A}" dt="2024-09-03T03:53:32.447" v="2"/>
          <ac:spMkLst>
            <pc:docMk/>
            <pc:sldMk cId="0" sldId="268"/>
            <ac:spMk id="7" creationId="{00000000-0000-0000-0000-000000000000}"/>
          </ac:spMkLst>
        </pc:spChg>
        <pc:spChg chg="mod">
          <ac:chgData name="Garima Singhal" userId="bd23a5c7e7d7f8f6" providerId="LiveId" clId="{E78840C9-84AF-499A-89F4-969451FB783A}" dt="2024-09-03T03:53:32.447" v="2"/>
          <ac:spMkLst>
            <pc:docMk/>
            <pc:sldMk cId="0" sldId="268"/>
            <ac:spMk id="9" creationId="{00000000-0000-0000-0000-000000000000}"/>
          </ac:spMkLst>
        </pc:spChg>
        <pc:spChg chg="mod">
          <ac:chgData name="Garima Singhal" userId="bd23a5c7e7d7f8f6" providerId="LiveId" clId="{E78840C9-84AF-499A-89F4-969451FB783A}" dt="2024-09-03T03:53:32.447" v="2"/>
          <ac:spMkLst>
            <pc:docMk/>
            <pc:sldMk cId="0" sldId="268"/>
            <ac:spMk id="12" creationId="{00000000-0000-0000-0000-000000000000}"/>
          </ac:spMkLst>
        </pc:spChg>
        <pc:picChg chg="del mod">
          <ac:chgData name="Garima Singhal" userId="bd23a5c7e7d7f8f6" providerId="LiveId" clId="{E78840C9-84AF-499A-89F4-969451FB783A}" dt="2024-09-03T04:02:05.415" v="224" actId="478"/>
          <ac:picMkLst>
            <pc:docMk/>
            <pc:sldMk cId="0" sldId="268"/>
            <ac:picMk id="8" creationId="{00000000-0000-0000-0000-000000000000}"/>
          </ac:picMkLst>
        </pc:picChg>
        <pc:picChg chg="mod">
          <ac:chgData name="Garima Singhal" userId="bd23a5c7e7d7f8f6" providerId="LiveId" clId="{E78840C9-84AF-499A-89F4-969451FB783A}" dt="2024-09-03T03:53:32.447" v="2"/>
          <ac:picMkLst>
            <pc:docMk/>
            <pc:sldMk cId="0" sldId="268"/>
            <ac:picMk id="11" creationId="{00000000-0000-0000-0000-000000000000}"/>
          </ac:picMkLst>
        </pc:picChg>
        <pc:picChg chg="mod">
          <ac:chgData name="Garima Singhal" userId="bd23a5c7e7d7f8f6" providerId="LiveId" clId="{E78840C9-84AF-499A-89F4-969451FB783A}" dt="2024-09-03T03:53:32.447" v="2"/>
          <ac:picMkLst>
            <pc:docMk/>
            <pc:sldMk cId="0" sldId="268"/>
            <ac:picMk id="13" creationId="{00000000-0000-0000-0000-000000000000}"/>
          </ac:picMkLst>
        </pc:picChg>
        <pc:picChg chg="mod">
          <ac:chgData name="Garima Singhal" userId="bd23a5c7e7d7f8f6" providerId="LiveId" clId="{E78840C9-84AF-499A-89F4-969451FB783A}" dt="2024-09-03T03:53:32.447" v="2"/>
          <ac:picMkLst>
            <pc:docMk/>
            <pc:sldMk cId="0" sldId="268"/>
            <ac:picMk id="14" creationId="{00000000-0000-0000-0000-000000000000}"/>
          </ac:picMkLst>
        </pc:picChg>
        <pc:picChg chg="mod">
          <ac:chgData name="Garima Singhal" userId="bd23a5c7e7d7f8f6" providerId="LiveId" clId="{E78840C9-84AF-499A-89F4-969451FB783A}" dt="2024-09-03T03:53:32.447" v="2"/>
          <ac:picMkLst>
            <pc:docMk/>
            <pc:sldMk cId="0" sldId="268"/>
            <ac:picMk id="15" creationId="{00000000-0000-0000-0000-000000000000}"/>
          </ac:picMkLst>
        </pc:picChg>
      </pc:sldChg>
      <pc:sldChg chg="delSp modSp mod modNotes">
        <pc:chgData name="Garima Singhal" userId="bd23a5c7e7d7f8f6" providerId="LiveId" clId="{E78840C9-84AF-499A-89F4-969451FB783A}" dt="2024-09-03T04:02:10.964" v="226" actId="478"/>
        <pc:sldMkLst>
          <pc:docMk/>
          <pc:sldMk cId="734108966" sldId="291"/>
        </pc:sldMkLst>
        <pc:spChg chg="mod">
          <ac:chgData name="Garima Singhal" userId="bd23a5c7e7d7f8f6" providerId="LiveId" clId="{E78840C9-84AF-499A-89F4-969451FB783A}" dt="2024-09-03T03:53:32.447" v="2"/>
          <ac:spMkLst>
            <pc:docMk/>
            <pc:sldMk cId="734108966" sldId="291"/>
            <ac:spMk id="4" creationId="{C83FFB43-9D04-9CEB-F783-0BDDD1E38E32}"/>
          </ac:spMkLst>
        </pc:spChg>
        <pc:spChg chg="mod">
          <ac:chgData name="Garima Singhal" userId="bd23a5c7e7d7f8f6" providerId="LiveId" clId="{E78840C9-84AF-499A-89F4-969451FB783A}" dt="2024-09-03T03:53:32.447" v="2"/>
          <ac:spMkLst>
            <pc:docMk/>
            <pc:sldMk cId="734108966" sldId="291"/>
            <ac:spMk id="8" creationId="{00000000-0000-0000-0000-000000000000}"/>
          </ac:spMkLst>
        </pc:spChg>
        <pc:picChg chg="del mod">
          <ac:chgData name="Garima Singhal" userId="bd23a5c7e7d7f8f6" providerId="LiveId" clId="{E78840C9-84AF-499A-89F4-969451FB783A}" dt="2024-09-03T04:02:10.964" v="226" actId="478"/>
          <ac:picMkLst>
            <pc:docMk/>
            <pc:sldMk cId="734108966" sldId="291"/>
            <ac:picMk id="9" creationId="{00000000-0000-0000-0000-000000000000}"/>
          </ac:picMkLst>
        </pc:picChg>
      </pc:sldChg>
      <pc:sldChg chg="delSp modSp mod">
        <pc:chgData name="Garima Singhal" userId="bd23a5c7e7d7f8f6" providerId="LiveId" clId="{E78840C9-84AF-499A-89F4-969451FB783A}" dt="2024-09-03T04:04:15.984" v="266" actId="478"/>
        <pc:sldMkLst>
          <pc:docMk/>
          <pc:sldMk cId="348373106" sldId="348"/>
        </pc:sldMkLst>
        <pc:spChg chg="mod">
          <ac:chgData name="Garima Singhal" userId="bd23a5c7e7d7f8f6" providerId="LiveId" clId="{E78840C9-84AF-499A-89F4-969451FB783A}" dt="2024-09-03T03:53:32.447" v="2"/>
          <ac:spMkLst>
            <pc:docMk/>
            <pc:sldMk cId="348373106" sldId="348"/>
            <ac:spMk id="3" creationId="{00000000-0000-0000-0000-000000000000}"/>
          </ac:spMkLst>
        </pc:spChg>
        <pc:spChg chg="mod">
          <ac:chgData name="Garima Singhal" userId="bd23a5c7e7d7f8f6" providerId="LiveId" clId="{E78840C9-84AF-499A-89F4-969451FB783A}" dt="2024-09-03T03:53:32.447" v="2"/>
          <ac:spMkLst>
            <pc:docMk/>
            <pc:sldMk cId="348373106" sldId="348"/>
            <ac:spMk id="5" creationId="{00000000-0000-0000-0000-000000000000}"/>
          </ac:spMkLst>
        </pc:spChg>
        <pc:spChg chg="mod">
          <ac:chgData name="Garima Singhal" userId="bd23a5c7e7d7f8f6" providerId="LiveId" clId="{E78840C9-84AF-499A-89F4-969451FB783A}" dt="2024-09-03T03:53:32.447" v="2"/>
          <ac:spMkLst>
            <pc:docMk/>
            <pc:sldMk cId="348373106" sldId="348"/>
            <ac:spMk id="9" creationId="{00000000-0000-0000-0000-000000000000}"/>
          </ac:spMkLst>
        </pc:spChg>
        <pc:picChg chg="del mod">
          <ac:chgData name="Garima Singhal" userId="bd23a5c7e7d7f8f6" providerId="LiveId" clId="{E78840C9-84AF-499A-89F4-969451FB783A}" dt="2024-09-03T04:04:15.984" v="266" actId="478"/>
          <ac:picMkLst>
            <pc:docMk/>
            <pc:sldMk cId="348373106" sldId="348"/>
            <ac:picMk id="8" creationId="{00000000-0000-0000-0000-000000000000}"/>
          </ac:picMkLst>
        </pc:picChg>
      </pc:sldChg>
      <pc:sldChg chg="delSp modSp mod">
        <pc:chgData name="Garima Singhal" userId="bd23a5c7e7d7f8f6" providerId="LiveId" clId="{E78840C9-84AF-499A-89F4-969451FB783A}" dt="2024-09-03T04:02:00.752" v="222" actId="478"/>
        <pc:sldMkLst>
          <pc:docMk/>
          <pc:sldMk cId="790445833" sldId="349"/>
        </pc:sldMkLst>
        <pc:spChg chg="mod">
          <ac:chgData name="Garima Singhal" userId="bd23a5c7e7d7f8f6" providerId="LiveId" clId="{E78840C9-84AF-499A-89F4-969451FB783A}" dt="2024-09-03T03:53:32.447" v="2"/>
          <ac:spMkLst>
            <pc:docMk/>
            <pc:sldMk cId="790445833" sldId="349"/>
            <ac:spMk id="5" creationId="{00000000-0000-0000-0000-000000000000}"/>
          </ac:spMkLst>
        </pc:spChg>
        <pc:spChg chg="mod">
          <ac:chgData name="Garima Singhal" userId="bd23a5c7e7d7f8f6" providerId="LiveId" clId="{E78840C9-84AF-499A-89F4-969451FB783A}" dt="2024-09-03T03:53:32.447" v="2"/>
          <ac:spMkLst>
            <pc:docMk/>
            <pc:sldMk cId="790445833" sldId="349"/>
            <ac:spMk id="7" creationId="{00000000-0000-0000-0000-000000000000}"/>
          </ac:spMkLst>
        </pc:spChg>
        <pc:picChg chg="del mod">
          <ac:chgData name="Garima Singhal" userId="bd23a5c7e7d7f8f6" providerId="LiveId" clId="{E78840C9-84AF-499A-89F4-969451FB783A}" dt="2024-09-03T04:02:00.752" v="222" actId="478"/>
          <ac:picMkLst>
            <pc:docMk/>
            <pc:sldMk cId="790445833" sldId="349"/>
            <ac:picMk id="8" creationId="{00000000-0000-0000-0000-000000000000}"/>
          </ac:picMkLst>
        </pc:picChg>
      </pc:sldChg>
      <pc:sldChg chg="delSp modSp mod">
        <pc:chgData name="Garima Singhal" userId="bd23a5c7e7d7f8f6" providerId="LiveId" clId="{E78840C9-84AF-499A-89F4-969451FB783A}" dt="2024-09-03T04:04:04.437" v="262" actId="478"/>
        <pc:sldMkLst>
          <pc:docMk/>
          <pc:sldMk cId="3922263669" sldId="371"/>
        </pc:sldMkLst>
        <pc:spChg chg="mod">
          <ac:chgData name="Garima Singhal" userId="bd23a5c7e7d7f8f6" providerId="LiveId" clId="{E78840C9-84AF-499A-89F4-969451FB783A}" dt="2024-09-03T03:53:32.447" v="2"/>
          <ac:spMkLst>
            <pc:docMk/>
            <pc:sldMk cId="3922263669" sldId="371"/>
            <ac:spMk id="3" creationId="{00000000-0000-0000-0000-000000000000}"/>
          </ac:spMkLst>
        </pc:spChg>
        <pc:spChg chg="mod">
          <ac:chgData name="Garima Singhal" userId="bd23a5c7e7d7f8f6" providerId="LiveId" clId="{E78840C9-84AF-499A-89F4-969451FB783A}" dt="2024-09-03T03:53:32.447" v="2"/>
          <ac:spMkLst>
            <pc:docMk/>
            <pc:sldMk cId="3922263669" sldId="371"/>
            <ac:spMk id="5" creationId="{00000000-0000-0000-0000-000000000000}"/>
          </ac:spMkLst>
        </pc:spChg>
        <pc:spChg chg="mod">
          <ac:chgData name="Garima Singhal" userId="bd23a5c7e7d7f8f6" providerId="LiveId" clId="{E78840C9-84AF-499A-89F4-969451FB783A}" dt="2024-09-03T03:53:32.447" v="2"/>
          <ac:spMkLst>
            <pc:docMk/>
            <pc:sldMk cId="3922263669" sldId="371"/>
            <ac:spMk id="10" creationId="{00000000-0000-0000-0000-000000000000}"/>
          </ac:spMkLst>
        </pc:spChg>
        <pc:picChg chg="del mod">
          <ac:chgData name="Garima Singhal" userId="bd23a5c7e7d7f8f6" providerId="LiveId" clId="{E78840C9-84AF-499A-89F4-969451FB783A}" dt="2024-09-03T04:04:04.437" v="262" actId="478"/>
          <ac:picMkLst>
            <pc:docMk/>
            <pc:sldMk cId="3922263669" sldId="371"/>
            <ac:picMk id="8" creationId="{00000000-0000-0000-0000-000000000000}"/>
          </ac:picMkLst>
        </pc:picChg>
      </pc:sldChg>
      <pc:sldChg chg="delSp modSp mod">
        <pc:chgData name="Garima Singhal" userId="bd23a5c7e7d7f8f6" providerId="LiveId" clId="{E78840C9-84AF-499A-89F4-969451FB783A}" dt="2024-09-03T04:10:34.701" v="507" actId="14100"/>
        <pc:sldMkLst>
          <pc:docMk/>
          <pc:sldMk cId="2555220207" sldId="372"/>
        </pc:sldMkLst>
        <pc:spChg chg="mod">
          <ac:chgData name="Garima Singhal" userId="bd23a5c7e7d7f8f6" providerId="LiveId" clId="{E78840C9-84AF-499A-89F4-969451FB783A}" dt="2024-09-03T04:10:34.701" v="507" actId="14100"/>
          <ac:spMkLst>
            <pc:docMk/>
            <pc:sldMk cId="2555220207" sldId="372"/>
            <ac:spMk id="5" creationId="{00000000-0000-0000-0000-000000000000}"/>
          </ac:spMkLst>
        </pc:spChg>
        <pc:spChg chg="mod">
          <ac:chgData name="Garima Singhal" userId="bd23a5c7e7d7f8f6" providerId="LiveId" clId="{E78840C9-84AF-499A-89F4-969451FB783A}" dt="2024-09-03T04:10:15.685" v="499" actId="14100"/>
          <ac:spMkLst>
            <pc:docMk/>
            <pc:sldMk cId="2555220207" sldId="372"/>
            <ac:spMk id="7" creationId="{00000000-0000-0000-0000-000000000000}"/>
          </ac:spMkLst>
        </pc:spChg>
        <pc:spChg chg="mod">
          <ac:chgData name="Garima Singhal" userId="bd23a5c7e7d7f8f6" providerId="LiveId" clId="{E78840C9-84AF-499A-89F4-969451FB783A}" dt="2024-09-03T04:09:59.269" v="494" actId="14100"/>
          <ac:spMkLst>
            <pc:docMk/>
            <pc:sldMk cId="2555220207" sldId="372"/>
            <ac:spMk id="9" creationId="{00000000-0000-0000-0000-000000000000}"/>
          </ac:spMkLst>
        </pc:spChg>
        <pc:picChg chg="del mod">
          <ac:chgData name="Garima Singhal" userId="bd23a5c7e7d7f8f6" providerId="LiveId" clId="{E78840C9-84AF-499A-89F4-969451FB783A}" dt="2024-09-03T04:01:39.171" v="214" actId="478"/>
          <ac:picMkLst>
            <pc:docMk/>
            <pc:sldMk cId="2555220207" sldId="372"/>
            <ac:picMk id="10" creationId="{72E2F272-53FE-8483-10EA-5E90B16EF39F}"/>
          </ac:picMkLst>
        </pc:picChg>
      </pc:sldChg>
      <pc:sldChg chg="delSp modSp mod">
        <pc:chgData name="Garima Singhal" userId="bd23a5c7e7d7f8f6" providerId="LiveId" clId="{E78840C9-84AF-499A-89F4-969451FB783A}" dt="2024-09-03T04:11:27.871" v="522"/>
        <pc:sldMkLst>
          <pc:docMk/>
          <pc:sldMk cId="2555220207" sldId="373"/>
        </pc:sldMkLst>
        <pc:spChg chg="mod">
          <ac:chgData name="Garima Singhal" userId="bd23a5c7e7d7f8f6" providerId="LiveId" clId="{E78840C9-84AF-499A-89F4-969451FB783A}" dt="2024-09-03T03:53:32.447" v="2"/>
          <ac:spMkLst>
            <pc:docMk/>
            <pc:sldMk cId="2555220207" sldId="373"/>
            <ac:spMk id="5" creationId="{00000000-0000-0000-0000-000000000000}"/>
          </ac:spMkLst>
        </pc:spChg>
        <pc:spChg chg="mod">
          <ac:chgData name="Garima Singhal" userId="bd23a5c7e7d7f8f6" providerId="LiveId" clId="{E78840C9-84AF-499A-89F4-969451FB783A}" dt="2024-09-03T04:10:54.493" v="513" actId="14100"/>
          <ac:spMkLst>
            <pc:docMk/>
            <pc:sldMk cId="2555220207" sldId="373"/>
            <ac:spMk id="7" creationId="{00000000-0000-0000-0000-000000000000}"/>
          </ac:spMkLst>
        </pc:spChg>
        <pc:spChg chg="mod">
          <ac:chgData name="Garima Singhal" userId="bd23a5c7e7d7f8f6" providerId="LiveId" clId="{E78840C9-84AF-499A-89F4-969451FB783A}" dt="2024-09-03T04:11:27.871" v="522"/>
          <ac:spMkLst>
            <pc:docMk/>
            <pc:sldMk cId="2555220207" sldId="373"/>
            <ac:spMk id="9" creationId="{00000000-0000-0000-0000-000000000000}"/>
          </ac:spMkLst>
        </pc:spChg>
        <pc:picChg chg="del mod">
          <ac:chgData name="Garima Singhal" userId="bd23a5c7e7d7f8f6" providerId="LiveId" clId="{E78840C9-84AF-499A-89F4-969451FB783A}" dt="2024-09-03T04:01:41.849" v="215" actId="478"/>
          <ac:picMkLst>
            <pc:docMk/>
            <pc:sldMk cId="2555220207" sldId="373"/>
            <ac:picMk id="10" creationId="{72E2F272-53FE-8483-10EA-5E90B16EF39F}"/>
          </ac:picMkLst>
        </pc:picChg>
      </pc:sldChg>
      <pc:sldChg chg="delSp modSp del mod">
        <pc:chgData name="Garima Singhal" userId="bd23a5c7e7d7f8f6" providerId="LiveId" clId="{E78840C9-84AF-499A-89F4-969451FB783A}" dt="2024-09-03T04:11:34.646" v="523" actId="2696"/>
        <pc:sldMkLst>
          <pc:docMk/>
          <pc:sldMk cId="2555220207" sldId="374"/>
        </pc:sldMkLst>
        <pc:spChg chg="mod">
          <ac:chgData name="Garima Singhal" userId="bd23a5c7e7d7f8f6" providerId="LiveId" clId="{E78840C9-84AF-499A-89F4-969451FB783A}" dt="2024-09-03T03:53:32.447" v="2"/>
          <ac:spMkLst>
            <pc:docMk/>
            <pc:sldMk cId="2555220207" sldId="374"/>
            <ac:spMk id="5" creationId="{00000000-0000-0000-0000-000000000000}"/>
          </ac:spMkLst>
        </pc:spChg>
        <pc:spChg chg="mod">
          <ac:chgData name="Garima Singhal" userId="bd23a5c7e7d7f8f6" providerId="LiveId" clId="{E78840C9-84AF-499A-89F4-969451FB783A}" dt="2024-09-03T03:53:32.447" v="2"/>
          <ac:spMkLst>
            <pc:docMk/>
            <pc:sldMk cId="2555220207" sldId="374"/>
            <ac:spMk id="7" creationId="{00000000-0000-0000-0000-000000000000}"/>
          </ac:spMkLst>
        </pc:spChg>
        <pc:spChg chg="mod">
          <ac:chgData name="Garima Singhal" userId="bd23a5c7e7d7f8f6" providerId="LiveId" clId="{E78840C9-84AF-499A-89F4-969451FB783A}" dt="2024-09-03T03:53:32.447" v="2"/>
          <ac:spMkLst>
            <pc:docMk/>
            <pc:sldMk cId="2555220207" sldId="374"/>
            <ac:spMk id="9" creationId="{00000000-0000-0000-0000-000000000000}"/>
          </ac:spMkLst>
        </pc:spChg>
        <pc:picChg chg="del mod">
          <ac:chgData name="Garima Singhal" userId="bd23a5c7e7d7f8f6" providerId="LiveId" clId="{E78840C9-84AF-499A-89F4-969451FB783A}" dt="2024-09-03T04:01:44.288" v="216" actId="478"/>
          <ac:picMkLst>
            <pc:docMk/>
            <pc:sldMk cId="2555220207" sldId="374"/>
            <ac:picMk id="8" creationId="{00000000-0000-0000-0000-000000000000}"/>
          </ac:picMkLst>
        </pc:picChg>
      </pc:sldChg>
      <pc:sldChg chg="delSp modSp mod">
        <pc:chgData name="Garima Singhal" userId="bd23a5c7e7d7f8f6" providerId="LiveId" clId="{E78840C9-84AF-499A-89F4-969451FB783A}" dt="2024-09-03T04:16:03.581" v="557" actId="14100"/>
        <pc:sldMkLst>
          <pc:docMk/>
          <pc:sldMk cId="2555220207" sldId="375"/>
        </pc:sldMkLst>
        <pc:spChg chg="mod">
          <ac:chgData name="Garima Singhal" userId="bd23a5c7e7d7f8f6" providerId="LiveId" clId="{E78840C9-84AF-499A-89F4-969451FB783A}" dt="2024-09-03T04:16:03.581" v="557" actId="14100"/>
          <ac:spMkLst>
            <pc:docMk/>
            <pc:sldMk cId="2555220207" sldId="375"/>
            <ac:spMk id="5" creationId="{00000000-0000-0000-0000-000000000000}"/>
          </ac:spMkLst>
        </pc:spChg>
        <pc:spChg chg="mod">
          <ac:chgData name="Garima Singhal" userId="bd23a5c7e7d7f8f6" providerId="LiveId" clId="{E78840C9-84AF-499A-89F4-969451FB783A}" dt="2024-09-03T03:53:32.447" v="2"/>
          <ac:spMkLst>
            <pc:docMk/>
            <pc:sldMk cId="2555220207" sldId="375"/>
            <ac:spMk id="7" creationId="{00000000-0000-0000-0000-000000000000}"/>
          </ac:spMkLst>
        </pc:spChg>
        <pc:graphicFrameChg chg="mod modGraphic">
          <ac:chgData name="Garima Singhal" userId="bd23a5c7e7d7f8f6" providerId="LiveId" clId="{E78840C9-84AF-499A-89F4-969451FB783A}" dt="2024-09-03T04:11:53.784" v="527" actId="404"/>
          <ac:graphicFrameMkLst>
            <pc:docMk/>
            <pc:sldMk cId="2555220207" sldId="375"/>
            <ac:graphicFrameMk id="12" creationId="{00000000-0000-0000-0000-000000000000}"/>
          </ac:graphicFrameMkLst>
        </pc:graphicFrameChg>
        <pc:picChg chg="del mod">
          <ac:chgData name="Garima Singhal" userId="bd23a5c7e7d7f8f6" providerId="LiveId" clId="{E78840C9-84AF-499A-89F4-969451FB783A}" dt="2024-09-03T04:01:47.038" v="217" actId="478"/>
          <ac:picMkLst>
            <pc:docMk/>
            <pc:sldMk cId="2555220207" sldId="375"/>
            <ac:picMk id="8" creationId="{00000000-0000-0000-0000-000000000000}"/>
          </ac:picMkLst>
        </pc:picChg>
      </pc:sldChg>
      <pc:sldChg chg="delSp modSp mod">
        <pc:chgData name="Garima Singhal" userId="bd23a5c7e7d7f8f6" providerId="LiveId" clId="{E78840C9-84AF-499A-89F4-969451FB783A}" dt="2024-09-03T04:18:22.478" v="737"/>
        <pc:sldMkLst>
          <pc:docMk/>
          <pc:sldMk cId="2555220207" sldId="377"/>
        </pc:sldMkLst>
        <pc:spChg chg="mod">
          <ac:chgData name="Garima Singhal" userId="bd23a5c7e7d7f8f6" providerId="LiveId" clId="{E78840C9-84AF-499A-89F4-969451FB783A}" dt="2024-09-03T04:16:35.246" v="583" actId="14100"/>
          <ac:spMkLst>
            <pc:docMk/>
            <pc:sldMk cId="2555220207" sldId="377"/>
            <ac:spMk id="5" creationId="{00000000-0000-0000-0000-000000000000}"/>
          </ac:spMkLst>
        </pc:spChg>
        <pc:spChg chg="mod">
          <ac:chgData name="Garima Singhal" userId="bd23a5c7e7d7f8f6" providerId="LiveId" clId="{E78840C9-84AF-499A-89F4-969451FB783A}" dt="2024-09-03T04:17:09.248" v="708" actId="14100"/>
          <ac:spMkLst>
            <pc:docMk/>
            <pc:sldMk cId="2555220207" sldId="377"/>
            <ac:spMk id="7" creationId="{00000000-0000-0000-0000-000000000000}"/>
          </ac:spMkLst>
        </pc:spChg>
        <pc:spChg chg="mod">
          <ac:chgData name="Garima Singhal" userId="bd23a5c7e7d7f8f6" providerId="LiveId" clId="{E78840C9-84AF-499A-89F4-969451FB783A}" dt="2024-09-03T04:18:22.478" v="737"/>
          <ac:spMkLst>
            <pc:docMk/>
            <pc:sldMk cId="2555220207" sldId="377"/>
            <ac:spMk id="9" creationId="{00000000-0000-0000-0000-000000000000}"/>
          </ac:spMkLst>
        </pc:spChg>
        <pc:picChg chg="del mod">
          <ac:chgData name="Garima Singhal" userId="bd23a5c7e7d7f8f6" providerId="LiveId" clId="{E78840C9-84AF-499A-89F4-969451FB783A}" dt="2024-09-03T04:01:50.604" v="218" actId="478"/>
          <ac:picMkLst>
            <pc:docMk/>
            <pc:sldMk cId="2555220207" sldId="377"/>
            <ac:picMk id="8" creationId="{00000000-0000-0000-0000-000000000000}"/>
          </ac:picMkLst>
        </pc:picChg>
      </pc:sldChg>
      <pc:sldChg chg="delSp modSp mod">
        <pc:chgData name="Garima Singhal" userId="bd23a5c7e7d7f8f6" providerId="LiveId" clId="{E78840C9-84AF-499A-89F4-969451FB783A}" dt="2024-09-03T04:18:24.371" v="738" actId="21"/>
        <pc:sldMkLst>
          <pc:docMk/>
          <pc:sldMk cId="2555220207" sldId="378"/>
        </pc:sldMkLst>
        <pc:spChg chg="mod">
          <ac:chgData name="Garima Singhal" userId="bd23a5c7e7d7f8f6" providerId="LiveId" clId="{E78840C9-84AF-499A-89F4-969451FB783A}" dt="2024-09-03T04:17:58.541" v="732" actId="14100"/>
          <ac:spMkLst>
            <pc:docMk/>
            <pc:sldMk cId="2555220207" sldId="378"/>
            <ac:spMk id="5" creationId="{00000000-0000-0000-0000-000000000000}"/>
          </ac:spMkLst>
        </pc:spChg>
        <pc:spChg chg="mod">
          <ac:chgData name="Garima Singhal" userId="bd23a5c7e7d7f8f6" providerId="LiveId" clId="{E78840C9-84AF-499A-89F4-969451FB783A}" dt="2024-09-03T04:17:28.470" v="712" actId="14100"/>
          <ac:spMkLst>
            <pc:docMk/>
            <pc:sldMk cId="2555220207" sldId="378"/>
            <ac:spMk id="7" creationId="{00000000-0000-0000-0000-000000000000}"/>
          </ac:spMkLst>
        </pc:spChg>
        <pc:spChg chg="mod">
          <ac:chgData name="Garima Singhal" userId="bd23a5c7e7d7f8f6" providerId="LiveId" clId="{E78840C9-84AF-499A-89F4-969451FB783A}" dt="2024-09-03T04:18:24.371" v="738" actId="21"/>
          <ac:spMkLst>
            <pc:docMk/>
            <pc:sldMk cId="2555220207" sldId="378"/>
            <ac:spMk id="9" creationId="{00000000-0000-0000-0000-000000000000}"/>
          </ac:spMkLst>
        </pc:spChg>
        <pc:picChg chg="del mod">
          <ac:chgData name="Garima Singhal" userId="bd23a5c7e7d7f8f6" providerId="LiveId" clId="{E78840C9-84AF-499A-89F4-969451FB783A}" dt="2024-09-03T04:01:52.208" v="219" actId="478"/>
          <ac:picMkLst>
            <pc:docMk/>
            <pc:sldMk cId="2555220207" sldId="378"/>
            <ac:picMk id="8" creationId="{00000000-0000-0000-0000-000000000000}"/>
          </ac:picMkLst>
        </pc:picChg>
      </pc:sldChg>
      <pc:sldChg chg="delSp modSp mod">
        <pc:chgData name="Garima Singhal" userId="bd23a5c7e7d7f8f6" providerId="LiveId" clId="{E78840C9-84AF-499A-89F4-969451FB783A}" dt="2024-09-03T04:01:54.236" v="220" actId="478"/>
        <pc:sldMkLst>
          <pc:docMk/>
          <pc:sldMk cId="2555220207" sldId="379"/>
        </pc:sldMkLst>
        <pc:spChg chg="mod">
          <ac:chgData name="Garima Singhal" userId="bd23a5c7e7d7f8f6" providerId="LiveId" clId="{E78840C9-84AF-499A-89F4-969451FB783A}" dt="2024-09-03T03:53:32.447" v="2"/>
          <ac:spMkLst>
            <pc:docMk/>
            <pc:sldMk cId="2555220207" sldId="379"/>
            <ac:spMk id="5" creationId="{00000000-0000-0000-0000-000000000000}"/>
          </ac:spMkLst>
        </pc:spChg>
        <pc:spChg chg="mod">
          <ac:chgData name="Garima Singhal" userId="bd23a5c7e7d7f8f6" providerId="LiveId" clId="{E78840C9-84AF-499A-89F4-969451FB783A}" dt="2024-09-03T03:53:32.447" v="2"/>
          <ac:spMkLst>
            <pc:docMk/>
            <pc:sldMk cId="2555220207" sldId="379"/>
            <ac:spMk id="7" creationId="{00000000-0000-0000-0000-000000000000}"/>
          </ac:spMkLst>
        </pc:spChg>
        <pc:spChg chg="mod">
          <ac:chgData name="Garima Singhal" userId="bd23a5c7e7d7f8f6" providerId="LiveId" clId="{E78840C9-84AF-499A-89F4-969451FB783A}" dt="2024-09-03T03:53:32.447" v="2"/>
          <ac:spMkLst>
            <pc:docMk/>
            <pc:sldMk cId="2555220207" sldId="379"/>
            <ac:spMk id="9" creationId="{00000000-0000-0000-0000-000000000000}"/>
          </ac:spMkLst>
        </pc:spChg>
        <pc:picChg chg="del mod">
          <ac:chgData name="Garima Singhal" userId="bd23a5c7e7d7f8f6" providerId="LiveId" clId="{E78840C9-84AF-499A-89F4-969451FB783A}" dt="2024-09-03T04:01:54.236" v="220" actId="478"/>
          <ac:picMkLst>
            <pc:docMk/>
            <pc:sldMk cId="2555220207" sldId="379"/>
            <ac:picMk id="8" creationId="{00000000-0000-0000-0000-000000000000}"/>
          </ac:picMkLst>
        </pc:picChg>
      </pc:sldChg>
      <pc:sldChg chg="delSp modSp mod">
        <pc:chgData name="Garima Singhal" userId="bd23a5c7e7d7f8f6" providerId="LiveId" clId="{E78840C9-84AF-499A-89F4-969451FB783A}" dt="2024-09-03T04:07:11.869" v="405" actId="14100"/>
        <pc:sldMkLst>
          <pc:docMk/>
          <pc:sldMk cId="0" sldId="388"/>
        </pc:sldMkLst>
        <pc:spChg chg="mod">
          <ac:chgData name="Garima Singhal" userId="bd23a5c7e7d7f8f6" providerId="LiveId" clId="{E78840C9-84AF-499A-89F4-969451FB783A}" dt="2024-09-03T03:53:32.447" v="2"/>
          <ac:spMkLst>
            <pc:docMk/>
            <pc:sldMk cId="0" sldId="388"/>
            <ac:spMk id="5" creationId="{00000000-0000-0000-0000-000000000000}"/>
          </ac:spMkLst>
        </pc:spChg>
        <pc:spChg chg="mod">
          <ac:chgData name="Garima Singhal" userId="bd23a5c7e7d7f8f6" providerId="LiveId" clId="{E78840C9-84AF-499A-89F4-969451FB783A}" dt="2024-09-03T04:00:46.284" v="203" actId="14100"/>
          <ac:spMkLst>
            <pc:docMk/>
            <pc:sldMk cId="0" sldId="388"/>
            <ac:spMk id="7" creationId="{00000000-0000-0000-0000-000000000000}"/>
          </ac:spMkLst>
        </pc:spChg>
        <pc:graphicFrameChg chg="mod modGraphic">
          <ac:chgData name="Garima Singhal" userId="bd23a5c7e7d7f8f6" providerId="LiveId" clId="{E78840C9-84AF-499A-89F4-969451FB783A}" dt="2024-09-03T04:07:11.869" v="405" actId="14100"/>
          <ac:graphicFrameMkLst>
            <pc:docMk/>
            <pc:sldMk cId="0" sldId="388"/>
            <ac:graphicFrameMk id="12" creationId="{00000000-0000-0000-0000-000000000000}"/>
          </ac:graphicFrameMkLst>
        </pc:graphicFrameChg>
        <pc:picChg chg="del mod">
          <ac:chgData name="Garima Singhal" userId="bd23a5c7e7d7f8f6" providerId="LiveId" clId="{E78840C9-84AF-499A-89F4-969451FB783A}" dt="2024-09-03T04:00:40.645" v="201" actId="478"/>
          <ac:picMkLst>
            <pc:docMk/>
            <pc:sldMk cId="0" sldId="388"/>
            <ac:picMk id="9" creationId="{9C030E0B-CF6D-B549-E18E-4AF23F580211}"/>
          </ac:picMkLst>
        </pc:picChg>
      </pc:sldChg>
      <pc:sldChg chg="delSp modSp mod">
        <pc:chgData name="Garima Singhal" userId="bd23a5c7e7d7f8f6" providerId="LiveId" clId="{E78840C9-84AF-499A-89F4-969451FB783A}" dt="2024-09-03T04:07:45.170" v="414" actId="207"/>
        <pc:sldMkLst>
          <pc:docMk/>
          <pc:sldMk cId="0" sldId="389"/>
        </pc:sldMkLst>
        <pc:spChg chg="mod">
          <ac:chgData name="Garima Singhal" userId="bd23a5c7e7d7f8f6" providerId="LiveId" clId="{E78840C9-84AF-499A-89F4-969451FB783A}" dt="2024-09-03T04:07:21.677" v="407" actId="14100"/>
          <ac:spMkLst>
            <pc:docMk/>
            <pc:sldMk cId="0" sldId="389"/>
            <ac:spMk id="7" creationId="{00000000-0000-0000-0000-000000000000}"/>
          </ac:spMkLst>
        </pc:spChg>
        <pc:graphicFrameChg chg="mod modGraphic">
          <ac:chgData name="Garima Singhal" userId="bd23a5c7e7d7f8f6" providerId="LiveId" clId="{E78840C9-84AF-499A-89F4-969451FB783A}" dt="2024-09-03T04:07:45.170" v="414" actId="207"/>
          <ac:graphicFrameMkLst>
            <pc:docMk/>
            <pc:sldMk cId="0" sldId="389"/>
            <ac:graphicFrameMk id="9" creationId="{00000000-0000-0000-0000-000000000000}"/>
          </ac:graphicFrameMkLst>
        </pc:graphicFrameChg>
        <pc:picChg chg="del mod">
          <ac:chgData name="Garima Singhal" userId="bd23a5c7e7d7f8f6" providerId="LiveId" clId="{E78840C9-84AF-499A-89F4-969451FB783A}" dt="2024-09-03T04:01:28.958" v="211" actId="478"/>
          <ac:picMkLst>
            <pc:docMk/>
            <pc:sldMk cId="0" sldId="389"/>
            <ac:picMk id="12" creationId="{72E2F272-53FE-8483-10EA-5E90B16EF39F}"/>
          </ac:picMkLst>
        </pc:picChg>
      </pc:sldChg>
      <pc:sldChg chg="delSp modSp mod">
        <pc:chgData name="Garima Singhal" userId="bd23a5c7e7d7f8f6" providerId="LiveId" clId="{E78840C9-84AF-499A-89F4-969451FB783A}" dt="2024-09-03T04:08:42.732" v="446" actId="20577"/>
        <pc:sldMkLst>
          <pc:docMk/>
          <pc:sldMk cId="0" sldId="390"/>
        </pc:sldMkLst>
        <pc:spChg chg="mod">
          <ac:chgData name="Garima Singhal" userId="bd23a5c7e7d7f8f6" providerId="LiveId" clId="{E78840C9-84AF-499A-89F4-969451FB783A}" dt="2024-09-03T03:53:32.447" v="2"/>
          <ac:spMkLst>
            <pc:docMk/>
            <pc:sldMk cId="0" sldId="390"/>
            <ac:spMk id="7" creationId="{00000000-0000-0000-0000-000000000000}"/>
          </ac:spMkLst>
        </pc:spChg>
        <pc:spChg chg="mod">
          <ac:chgData name="Garima Singhal" userId="bd23a5c7e7d7f8f6" providerId="LiveId" clId="{E78840C9-84AF-499A-89F4-969451FB783A}" dt="2024-09-03T04:08:42.732" v="446" actId="20577"/>
          <ac:spMkLst>
            <pc:docMk/>
            <pc:sldMk cId="0" sldId="390"/>
            <ac:spMk id="11" creationId="{00000000-0000-0000-0000-000000000000}"/>
          </ac:spMkLst>
        </pc:spChg>
        <pc:graphicFrameChg chg="mod modGraphic">
          <ac:chgData name="Garima Singhal" userId="bd23a5c7e7d7f8f6" providerId="LiveId" clId="{E78840C9-84AF-499A-89F4-969451FB783A}" dt="2024-09-03T04:08:28.790" v="424" actId="14100"/>
          <ac:graphicFrameMkLst>
            <pc:docMk/>
            <pc:sldMk cId="0" sldId="390"/>
            <ac:graphicFrameMk id="9" creationId="{00000000-0000-0000-0000-000000000000}"/>
          </ac:graphicFrameMkLst>
        </pc:graphicFrameChg>
        <pc:picChg chg="del mod">
          <ac:chgData name="Garima Singhal" userId="bd23a5c7e7d7f8f6" providerId="LiveId" clId="{E78840C9-84AF-499A-89F4-969451FB783A}" dt="2024-09-03T04:01:31.091" v="212" actId="478"/>
          <ac:picMkLst>
            <pc:docMk/>
            <pc:sldMk cId="0" sldId="390"/>
            <ac:picMk id="12" creationId="{2B7DE474-8AB3-B6A9-8158-D05D5C04024B}"/>
          </ac:picMkLst>
        </pc:picChg>
      </pc:sldChg>
      <pc:sldChg chg="delSp modSp mod">
        <pc:chgData name="Garima Singhal" userId="bd23a5c7e7d7f8f6" providerId="LiveId" clId="{E78840C9-84AF-499A-89F4-969451FB783A}" dt="2024-09-03T04:03:55.508" v="259" actId="478"/>
        <pc:sldMkLst>
          <pc:docMk/>
          <pc:sldMk cId="0" sldId="408"/>
        </pc:sldMkLst>
        <pc:spChg chg="mod">
          <ac:chgData name="Garima Singhal" userId="bd23a5c7e7d7f8f6" providerId="LiveId" clId="{E78840C9-84AF-499A-89F4-969451FB783A}" dt="2024-09-03T03:53:32.447" v="2"/>
          <ac:spMkLst>
            <pc:docMk/>
            <pc:sldMk cId="0" sldId="408"/>
            <ac:spMk id="3" creationId="{00000000-0000-0000-0000-000000000000}"/>
          </ac:spMkLst>
        </pc:spChg>
        <pc:spChg chg="mod">
          <ac:chgData name="Garima Singhal" userId="bd23a5c7e7d7f8f6" providerId="LiveId" clId="{E78840C9-84AF-499A-89F4-969451FB783A}" dt="2024-09-03T03:53:32.447" v="2"/>
          <ac:spMkLst>
            <pc:docMk/>
            <pc:sldMk cId="0" sldId="408"/>
            <ac:spMk id="5" creationId="{00000000-0000-0000-0000-000000000000}"/>
          </ac:spMkLst>
        </pc:spChg>
        <pc:spChg chg="mod">
          <ac:chgData name="Garima Singhal" userId="bd23a5c7e7d7f8f6" providerId="LiveId" clId="{E78840C9-84AF-499A-89F4-969451FB783A}" dt="2024-09-03T03:53:32.447" v="2"/>
          <ac:spMkLst>
            <pc:docMk/>
            <pc:sldMk cId="0" sldId="408"/>
            <ac:spMk id="7" creationId="{00000000-0000-0000-0000-000000000000}"/>
          </ac:spMkLst>
        </pc:spChg>
        <pc:picChg chg="del mod">
          <ac:chgData name="Garima Singhal" userId="bd23a5c7e7d7f8f6" providerId="LiveId" clId="{E78840C9-84AF-499A-89F4-969451FB783A}" dt="2024-09-03T04:03:55.508" v="259" actId="478"/>
          <ac:picMkLst>
            <pc:docMk/>
            <pc:sldMk cId="0" sldId="408"/>
            <ac:picMk id="8" creationId="{00000000-0000-0000-0000-000000000000}"/>
          </ac:picMkLst>
        </pc:picChg>
      </pc:sldChg>
      <pc:sldChg chg="delSp modSp mod">
        <pc:chgData name="Garima Singhal" userId="bd23a5c7e7d7f8f6" providerId="LiveId" clId="{E78840C9-84AF-499A-89F4-969451FB783A}" dt="2024-09-03T04:02:08.752" v="225" actId="478"/>
        <pc:sldMkLst>
          <pc:docMk/>
          <pc:sldMk cId="2843173122" sldId="435"/>
        </pc:sldMkLst>
        <pc:spChg chg="mod">
          <ac:chgData name="Garima Singhal" userId="bd23a5c7e7d7f8f6" providerId="LiveId" clId="{E78840C9-84AF-499A-89F4-969451FB783A}" dt="2024-09-03T03:53:32.447" v="2"/>
          <ac:spMkLst>
            <pc:docMk/>
            <pc:sldMk cId="2843173122" sldId="435"/>
            <ac:spMk id="7" creationId="{00000000-0000-0000-0000-000000000000}"/>
          </ac:spMkLst>
        </pc:spChg>
        <pc:spChg chg="mod">
          <ac:chgData name="Garima Singhal" userId="bd23a5c7e7d7f8f6" providerId="LiveId" clId="{E78840C9-84AF-499A-89F4-969451FB783A}" dt="2024-09-03T03:53:32.447" v="2"/>
          <ac:spMkLst>
            <pc:docMk/>
            <pc:sldMk cId="2843173122" sldId="435"/>
            <ac:spMk id="10" creationId="{00000000-0000-0000-0000-000000000000}"/>
          </ac:spMkLst>
        </pc:spChg>
        <pc:picChg chg="del mod">
          <ac:chgData name="Garima Singhal" userId="bd23a5c7e7d7f8f6" providerId="LiveId" clId="{E78840C9-84AF-499A-89F4-969451FB783A}" dt="2024-09-03T04:02:08.752" v="225" actId="478"/>
          <ac:picMkLst>
            <pc:docMk/>
            <pc:sldMk cId="2843173122" sldId="435"/>
            <ac:picMk id="8" creationId="{00000000-0000-0000-0000-000000000000}"/>
          </ac:picMkLst>
        </pc:picChg>
      </pc:sldChg>
      <pc:sldChg chg="delSp modSp mod">
        <pc:chgData name="Garima Singhal" userId="bd23a5c7e7d7f8f6" providerId="LiveId" clId="{E78840C9-84AF-499A-89F4-969451FB783A}" dt="2024-09-03T04:04:07.811" v="263" actId="478"/>
        <pc:sldMkLst>
          <pc:docMk/>
          <pc:sldMk cId="3785312476" sldId="443"/>
        </pc:sldMkLst>
        <pc:spChg chg="mod">
          <ac:chgData name="Garima Singhal" userId="bd23a5c7e7d7f8f6" providerId="LiveId" clId="{E78840C9-84AF-499A-89F4-969451FB783A}" dt="2024-09-03T03:53:32.447" v="2"/>
          <ac:spMkLst>
            <pc:docMk/>
            <pc:sldMk cId="3785312476" sldId="443"/>
            <ac:spMk id="3" creationId="{00000000-0000-0000-0000-000000000000}"/>
          </ac:spMkLst>
        </pc:spChg>
        <pc:spChg chg="mod">
          <ac:chgData name="Garima Singhal" userId="bd23a5c7e7d7f8f6" providerId="LiveId" clId="{E78840C9-84AF-499A-89F4-969451FB783A}" dt="2024-09-03T03:53:32.447" v="2"/>
          <ac:spMkLst>
            <pc:docMk/>
            <pc:sldMk cId="3785312476" sldId="443"/>
            <ac:spMk id="5" creationId="{00000000-0000-0000-0000-000000000000}"/>
          </ac:spMkLst>
        </pc:spChg>
        <pc:spChg chg="mod">
          <ac:chgData name="Garima Singhal" userId="bd23a5c7e7d7f8f6" providerId="LiveId" clId="{E78840C9-84AF-499A-89F4-969451FB783A}" dt="2024-09-03T03:53:32.447" v="2"/>
          <ac:spMkLst>
            <pc:docMk/>
            <pc:sldMk cId="3785312476" sldId="443"/>
            <ac:spMk id="7" creationId="{00000000-0000-0000-0000-000000000000}"/>
          </ac:spMkLst>
        </pc:spChg>
        <pc:picChg chg="del mod">
          <ac:chgData name="Garima Singhal" userId="bd23a5c7e7d7f8f6" providerId="LiveId" clId="{E78840C9-84AF-499A-89F4-969451FB783A}" dt="2024-09-03T04:04:07.811" v="263" actId="478"/>
          <ac:picMkLst>
            <pc:docMk/>
            <pc:sldMk cId="3785312476" sldId="443"/>
            <ac:picMk id="8" creationId="{00000000-0000-0000-0000-000000000000}"/>
          </ac:picMkLst>
        </pc:picChg>
      </pc:sldChg>
      <pc:sldChg chg="delSp modSp mod">
        <pc:chgData name="Garima Singhal" userId="bd23a5c7e7d7f8f6" providerId="LiveId" clId="{E78840C9-84AF-499A-89F4-969451FB783A}" dt="2024-09-03T04:04:00.913" v="261" actId="478"/>
        <pc:sldMkLst>
          <pc:docMk/>
          <pc:sldMk cId="0" sldId="468"/>
        </pc:sldMkLst>
        <pc:spChg chg="mod">
          <ac:chgData name="Garima Singhal" userId="bd23a5c7e7d7f8f6" providerId="LiveId" clId="{E78840C9-84AF-499A-89F4-969451FB783A}" dt="2024-09-03T03:53:32.447" v="2"/>
          <ac:spMkLst>
            <pc:docMk/>
            <pc:sldMk cId="0" sldId="468"/>
            <ac:spMk id="3" creationId="{00000000-0000-0000-0000-000000000000}"/>
          </ac:spMkLst>
        </pc:spChg>
        <pc:spChg chg="mod">
          <ac:chgData name="Garima Singhal" userId="bd23a5c7e7d7f8f6" providerId="LiveId" clId="{E78840C9-84AF-499A-89F4-969451FB783A}" dt="2024-09-03T03:53:32.447" v="2"/>
          <ac:spMkLst>
            <pc:docMk/>
            <pc:sldMk cId="0" sldId="468"/>
            <ac:spMk id="5" creationId="{00000000-0000-0000-0000-000000000000}"/>
          </ac:spMkLst>
        </pc:spChg>
        <pc:spChg chg="mod">
          <ac:chgData name="Garima Singhal" userId="bd23a5c7e7d7f8f6" providerId="LiveId" clId="{E78840C9-84AF-499A-89F4-969451FB783A}" dt="2024-09-03T03:53:32.447" v="2"/>
          <ac:spMkLst>
            <pc:docMk/>
            <pc:sldMk cId="0" sldId="468"/>
            <ac:spMk id="7" creationId="{00000000-0000-0000-0000-000000000000}"/>
          </ac:spMkLst>
        </pc:spChg>
        <pc:picChg chg="del mod">
          <ac:chgData name="Garima Singhal" userId="bd23a5c7e7d7f8f6" providerId="LiveId" clId="{E78840C9-84AF-499A-89F4-969451FB783A}" dt="2024-09-03T04:04:00.913" v="261" actId="478"/>
          <ac:picMkLst>
            <pc:docMk/>
            <pc:sldMk cId="0" sldId="468"/>
            <ac:picMk id="8" creationId="{00000000-0000-0000-0000-000000000000}"/>
          </ac:picMkLst>
        </pc:picChg>
      </pc:sldChg>
      <pc:sldChg chg="delSp modSp mod">
        <pc:chgData name="Garima Singhal" userId="bd23a5c7e7d7f8f6" providerId="LiveId" clId="{E78840C9-84AF-499A-89F4-969451FB783A}" dt="2024-09-03T04:04:13.791" v="265" actId="478"/>
        <pc:sldMkLst>
          <pc:docMk/>
          <pc:sldMk cId="308771380" sldId="469"/>
        </pc:sldMkLst>
        <pc:spChg chg="mod">
          <ac:chgData name="Garima Singhal" userId="bd23a5c7e7d7f8f6" providerId="LiveId" clId="{E78840C9-84AF-499A-89F4-969451FB783A}" dt="2024-09-03T03:53:32.447" v="2"/>
          <ac:spMkLst>
            <pc:docMk/>
            <pc:sldMk cId="308771380" sldId="469"/>
            <ac:spMk id="5" creationId="{00000000-0000-0000-0000-000000000000}"/>
          </ac:spMkLst>
        </pc:spChg>
        <pc:spChg chg="mod">
          <ac:chgData name="Garima Singhal" userId="bd23a5c7e7d7f8f6" providerId="LiveId" clId="{E78840C9-84AF-499A-89F4-969451FB783A}" dt="2024-09-03T03:53:32.447" v="2"/>
          <ac:spMkLst>
            <pc:docMk/>
            <pc:sldMk cId="308771380" sldId="469"/>
            <ac:spMk id="7" creationId="{00000000-0000-0000-0000-000000000000}"/>
          </ac:spMkLst>
        </pc:spChg>
        <pc:spChg chg="mod">
          <ac:chgData name="Garima Singhal" userId="bd23a5c7e7d7f8f6" providerId="LiveId" clId="{E78840C9-84AF-499A-89F4-969451FB783A}" dt="2024-09-03T03:53:32.447" v="2"/>
          <ac:spMkLst>
            <pc:docMk/>
            <pc:sldMk cId="308771380" sldId="469"/>
            <ac:spMk id="9" creationId="{00000000-0000-0000-0000-000000000000}"/>
          </ac:spMkLst>
        </pc:spChg>
        <pc:picChg chg="del mod">
          <ac:chgData name="Garima Singhal" userId="bd23a5c7e7d7f8f6" providerId="LiveId" clId="{E78840C9-84AF-499A-89F4-969451FB783A}" dt="2024-09-03T04:04:13.791" v="265" actId="478"/>
          <ac:picMkLst>
            <pc:docMk/>
            <pc:sldMk cId="308771380" sldId="469"/>
            <ac:picMk id="8" creationId="{00000000-0000-0000-0000-000000000000}"/>
          </ac:picMkLst>
        </pc:picChg>
      </pc:sldChg>
      <pc:sldChg chg="delSp modSp mod">
        <pc:chgData name="Garima Singhal" userId="bd23a5c7e7d7f8f6" providerId="LiveId" clId="{E78840C9-84AF-499A-89F4-969451FB783A}" dt="2024-09-03T04:02:25.274" v="229" actId="478"/>
        <pc:sldMkLst>
          <pc:docMk/>
          <pc:sldMk cId="1807168478" sldId="484"/>
        </pc:sldMkLst>
        <pc:spChg chg="mod">
          <ac:chgData name="Garima Singhal" userId="bd23a5c7e7d7f8f6" providerId="LiveId" clId="{E78840C9-84AF-499A-89F4-969451FB783A}" dt="2024-09-03T03:53:32.447" v="2"/>
          <ac:spMkLst>
            <pc:docMk/>
            <pc:sldMk cId="1807168478" sldId="484"/>
            <ac:spMk id="7" creationId="{00000000-0000-0000-0000-000000000000}"/>
          </ac:spMkLst>
        </pc:spChg>
        <pc:spChg chg="mod">
          <ac:chgData name="Garima Singhal" userId="bd23a5c7e7d7f8f6" providerId="LiveId" clId="{E78840C9-84AF-499A-89F4-969451FB783A}" dt="2024-09-03T03:53:32.447" v="2"/>
          <ac:spMkLst>
            <pc:docMk/>
            <pc:sldMk cId="1807168478" sldId="484"/>
            <ac:spMk id="10" creationId="{00000000-0000-0000-0000-000000000000}"/>
          </ac:spMkLst>
        </pc:spChg>
        <pc:spChg chg="mod">
          <ac:chgData name="Garima Singhal" userId="bd23a5c7e7d7f8f6" providerId="LiveId" clId="{E78840C9-84AF-499A-89F4-969451FB783A}" dt="2024-09-03T03:53:32.447" v="2"/>
          <ac:spMkLst>
            <pc:docMk/>
            <pc:sldMk cId="1807168478" sldId="484"/>
            <ac:spMk id="11" creationId="{00000000-0000-0000-0000-000000000000}"/>
          </ac:spMkLst>
        </pc:spChg>
        <pc:picChg chg="del mod">
          <ac:chgData name="Garima Singhal" userId="bd23a5c7e7d7f8f6" providerId="LiveId" clId="{E78840C9-84AF-499A-89F4-969451FB783A}" dt="2024-09-03T04:02:25.274" v="229" actId="478"/>
          <ac:picMkLst>
            <pc:docMk/>
            <pc:sldMk cId="1807168478" sldId="484"/>
            <ac:picMk id="8" creationId="{00000000-0000-0000-0000-000000000000}"/>
          </ac:picMkLst>
        </pc:picChg>
      </pc:sldChg>
      <pc:sldChg chg="delSp modSp mod">
        <pc:chgData name="Garima Singhal" userId="bd23a5c7e7d7f8f6" providerId="LiveId" clId="{E78840C9-84AF-499A-89F4-969451FB783A}" dt="2024-09-03T04:02:31.846" v="232" actId="478"/>
        <pc:sldMkLst>
          <pc:docMk/>
          <pc:sldMk cId="4173061743" sldId="485"/>
        </pc:sldMkLst>
        <pc:spChg chg="mod">
          <ac:chgData name="Garima Singhal" userId="bd23a5c7e7d7f8f6" providerId="LiveId" clId="{E78840C9-84AF-499A-89F4-969451FB783A}" dt="2024-09-03T03:53:32.447" v="2"/>
          <ac:spMkLst>
            <pc:docMk/>
            <pc:sldMk cId="4173061743" sldId="485"/>
            <ac:spMk id="7" creationId="{00000000-0000-0000-0000-000000000000}"/>
          </ac:spMkLst>
        </pc:spChg>
        <pc:spChg chg="mod">
          <ac:chgData name="Garima Singhal" userId="bd23a5c7e7d7f8f6" providerId="LiveId" clId="{E78840C9-84AF-499A-89F4-969451FB783A}" dt="2024-09-03T03:53:32.447" v="2"/>
          <ac:spMkLst>
            <pc:docMk/>
            <pc:sldMk cId="4173061743" sldId="485"/>
            <ac:spMk id="10" creationId="{00000000-0000-0000-0000-000000000000}"/>
          </ac:spMkLst>
        </pc:spChg>
        <pc:spChg chg="mod">
          <ac:chgData name="Garima Singhal" userId="bd23a5c7e7d7f8f6" providerId="LiveId" clId="{E78840C9-84AF-499A-89F4-969451FB783A}" dt="2024-09-03T03:53:32.447" v="2"/>
          <ac:spMkLst>
            <pc:docMk/>
            <pc:sldMk cId="4173061743" sldId="485"/>
            <ac:spMk id="11" creationId="{00000000-0000-0000-0000-000000000000}"/>
          </ac:spMkLst>
        </pc:spChg>
        <pc:picChg chg="del mod">
          <ac:chgData name="Garima Singhal" userId="bd23a5c7e7d7f8f6" providerId="LiveId" clId="{E78840C9-84AF-499A-89F4-969451FB783A}" dt="2024-09-03T04:02:31.846" v="232" actId="478"/>
          <ac:picMkLst>
            <pc:docMk/>
            <pc:sldMk cId="4173061743" sldId="485"/>
            <ac:picMk id="8" creationId="{00000000-0000-0000-0000-000000000000}"/>
          </ac:picMkLst>
        </pc:picChg>
      </pc:sldChg>
      <pc:sldChg chg="delSp modSp mod">
        <pc:chgData name="Garima Singhal" userId="bd23a5c7e7d7f8f6" providerId="LiveId" clId="{E78840C9-84AF-499A-89F4-969451FB783A}" dt="2024-09-03T04:02:29.757" v="231" actId="478"/>
        <pc:sldMkLst>
          <pc:docMk/>
          <pc:sldMk cId="278179464" sldId="488"/>
        </pc:sldMkLst>
        <pc:spChg chg="mod">
          <ac:chgData name="Garima Singhal" userId="bd23a5c7e7d7f8f6" providerId="LiveId" clId="{E78840C9-84AF-499A-89F4-969451FB783A}" dt="2024-09-03T03:53:32.447" v="2"/>
          <ac:spMkLst>
            <pc:docMk/>
            <pc:sldMk cId="278179464" sldId="488"/>
            <ac:spMk id="7" creationId="{00000000-0000-0000-0000-000000000000}"/>
          </ac:spMkLst>
        </pc:spChg>
        <pc:spChg chg="mod">
          <ac:chgData name="Garima Singhal" userId="bd23a5c7e7d7f8f6" providerId="LiveId" clId="{E78840C9-84AF-499A-89F4-969451FB783A}" dt="2024-09-03T03:53:32.447" v="2"/>
          <ac:spMkLst>
            <pc:docMk/>
            <pc:sldMk cId="278179464" sldId="488"/>
            <ac:spMk id="10" creationId="{00000000-0000-0000-0000-000000000000}"/>
          </ac:spMkLst>
        </pc:spChg>
        <pc:picChg chg="del mod">
          <ac:chgData name="Garima Singhal" userId="bd23a5c7e7d7f8f6" providerId="LiveId" clId="{E78840C9-84AF-499A-89F4-969451FB783A}" dt="2024-09-03T04:02:29.757" v="231" actId="478"/>
          <ac:picMkLst>
            <pc:docMk/>
            <pc:sldMk cId="278179464" sldId="488"/>
            <ac:picMk id="8" creationId="{00000000-0000-0000-0000-000000000000}"/>
          </ac:picMkLst>
        </pc:picChg>
      </pc:sldChg>
      <pc:sldChg chg="delSp modSp mod modNotes">
        <pc:chgData name="Garima Singhal" userId="bd23a5c7e7d7f8f6" providerId="LiveId" clId="{E78840C9-84AF-499A-89F4-969451FB783A}" dt="2024-09-03T04:09:34.188" v="487" actId="1076"/>
        <pc:sldMkLst>
          <pc:docMk/>
          <pc:sldMk cId="0" sldId="489"/>
        </pc:sldMkLst>
        <pc:spChg chg="mod">
          <ac:chgData name="Garima Singhal" userId="bd23a5c7e7d7f8f6" providerId="LiveId" clId="{E78840C9-84AF-499A-89F4-969451FB783A}" dt="2024-09-03T04:06:54.728" v="403" actId="113"/>
          <ac:spMkLst>
            <pc:docMk/>
            <pc:sldMk cId="0" sldId="489"/>
            <ac:spMk id="2" creationId="{00000000-0000-0000-0000-000000000000}"/>
          </ac:spMkLst>
        </pc:spChg>
        <pc:spChg chg="mod">
          <ac:chgData name="Garima Singhal" userId="bd23a5c7e7d7f8f6" providerId="LiveId" clId="{E78840C9-84AF-499A-89F4-969451FB783A}" dt="2024-09-03T04:09:32.357" v="486" actId="14100"/>
          <ac:spMkLst>
            <pc:docMk/>
            <pc:sldMk cId="0" sldId="489"/>
            <ac:spMk id="6" creationId="{00000000-0000-0000-0000-000000000000}"/>
          </ac:spMkLst>
        </pc:spChg>
        <pc:spChg chg="mod">
          <ac:chgData name="Garima Singhal" userId="bd23a5c7e7d7f8f6" providerId="LiveId" clId="{E78840C9-84AF-499A-89F4-969451FB783A}" dt="2024-09-03T04:08:54.334" v="448" actId="1076"/>
          <ac:spMkLst>
            <pc:docMk/>
            <pc:sldMk cId="0" sldId="489"/>
            <ac:spMk id="9" creationId="{00000000-0000-0000-0000-000000000000}"/>
          </ac:spMkLst>
        </pc:spChg>
        <pc:spChg chg="mod">
          <ac:chgData name="Garima Singhal" userId="bd23a5c7e7d7f8f6" providerId="LiveId" clId="{E78840C9-84AF-499A-89F4-969451FB783A}" dt="2024-09-03T04:09:15.577" v="470" actId="20577"/>
          <ac:spMkLst>
            <pc:docMk/>
            <pc:sldMk cId="0" sldId="489"/>
            <ac:spMk id="13" creationId="{00000000-0000-0000-0000-000000000000}"/>
          </ac:spMkLst>
        </pc:spChg>
        <pc:spChg chg="mod">
          <ac:chgData name="Garima Singhal" userId="bd23a5c7e7d7f8f6" providerId="LiveId" clId="{E78840C9-84AF-499A-89F4-969451FB783A}" dt="2024-09-03T03:53:32.447" v="2"/>
          <ac:spMkLst>
            <pc:docMk/>
            <pc:sldMk cId="0" sldId="489"/>
            <ac:spMk id="2050" creationId="{00000000-0000-0000-0000-000000000000}"/>
          </ac:spMkLst>
        </pc:spChg>
        <pc:spChg chg="mod">
          <ac:chgData name="Garima Singhal" userId="bd23a5c7e7d7f8f6" providerId="LiveId" clId="{E78840C9-84AF-499A-89F4-969451FB783A}" dt="2024-09-03T03:53:32.447" v="2"/>
          <ac:spMkLst>
            <pc:docMk/>
            <pc:sldMk cId="0" sldId="489"/>
            <ac:spMk id="2052" creationId="{00000000-0000-0000-0000-000000000000}"/>
          </ac:spMkLst>
        </pc:spChg>
        <pc:picChg chg="mod">
          <ac:chgData name="Garima Singhal" userId="bd23a5c7e7d7f8f6" providerId="LiveId" clId="{E78840C9-84AF-499A-89F4-969451FB783A}" dt="2024-09-03T04:09:34.188" v="487" actId="1076"/>
          <ac:picMkLst>
            <pc:docMk/>
            <pc:sldMk cId="0" sldId="489"/>
            <ac:picMk id="3" creationId="{B64ACC82-E647-613B-4915-8B6A993111D3}"/>
          </ac:picMkLst>
        </pc:picChg>
        <pc:picChg chg="del mod">
          <ac:chgData name="Garima Singhal" userId="bd23a5c7e7d7f8f6" providerId="LiveId" clId="{E78840C9-84AF-499A-89F4-969451FB783A}" dt="2024-09-03T04:01:33.776" v="213" actId="478"/>
          <ac:picMkLst>
            <pc:docMk/>
            <pc:sldMk cId="0" sldId="489"/>
            <ac:picMk id="12" creationId="{72E2F272-53FE-8483-10EA-5E90B16EF39F}"/>
          </ac:picMkLst>
        </pc:picChg>
        <pc:picChg chg="del mod">
          <ac:chgData name="Garima Singhal" userId="bd23a5c7e7d7f8f6" providerId="LiveId" clId="{E78840C9-84AF-499A-89F4-969451FB783A}" dt="2024-09-03T04:08:50.570" v="447" actId="478"/>
          <ac:picMkLst>
            <pc:docMk/>
            <pc:sldMk cId="0" sldId="489"/>
            <ac:picMk id="1027" creationId="{00000000-0000-0000-0000-000000000000}"/>
          </ac:picMkLst>
        </pc:picChg>
      </pc:sldChg>
      <pc:sldChg chg="delSp modSp mod modNotes">
        <pc:chgData name="Garima Singhal" userId="bd23a5c7e7d7f8f6" providerId="LiveId" clId="{E78840C9-84AF-499A-89F4-969451FB783A}" dt="2024-09-03T04:02:18.229" v="227" actId="478"/>
        <pc:sldMkLst>
          <pc:docMk/>
          <pc:sldMk cId="734108966" sldId="490"/>
        </pc:sldMkLst>
        <pc:spChg chg="mod">
          <ac:chgData name="Garima Singhal" userId="bd23a5c7e7d7f8f6" providerId="LiveId" clId="{E78840C9-84AF-499A-89F4-969451FB783A}" dt="2024-09-03T03:53:32.447" v="2"/>
          <ac:spMkLst>
            <pc:docMk/>
            <pc:sldMk cId="734108966" sldId="490"/>
            <ac:spMk id="4" creationId="{C83FFB43-9D04-9CEB-F783-0BDDD1E38E32}"/>
          </ac:spMkLst>
        </pc:spChg>
        <pc:spChg chg="mod">
          <ac:chgData name="Garima Singhal" userId="bd23a5c7e7d7f8f6" providerId="LiveId" clId="{E78840C9-84AF-499A-89F4-969451FB783A}" dt="2024-09-03T03:53:32.447" v="2"/>
          <ac:spMkLst>
            <pc:docMk/>
            <pc:sldMk cId="734108966" sldId="490"/>
            <ac:spMk id="8" creationId="{00000000-0000-0000-0000-000000000000}"/>
          </ac:spMkLst>
        </pc:spChg>
        <pc:picChg chg="del mod">
          <ac:chgData name="Garima Singhal" userId="bd23a5c7e7d7f8f6" providerId="LiveId" clId="{E78840C9-84AF-499A-89F4-969451FB783A}" dt="2024-09-03T04:02:18.229" v="227" actId="478"/>
          <ac:picMkLst>
            <pc:docMk/>
            <pc:sldMk cId="734108966" sldId="490"/>
            <ac:picMk id="9" creationId="{00000000-0000-0000-0000-000000000000}"/>
          </ac:picMkLst>
        </pc:picChg>
      </pc:sldChg>
      <pc:sldChg chg="delSp modSp mod modNotes">
        <pc:chgData name="Garima Singhal" userId="bd23a5c7e7d7f8f6" providerId="LiveId" clId="{E78840C9-84AF-499A-89F4-969451FB783A}" dt="2024-09-03T04:02:21.764" v="228" actId="478"/>
        <pc:sldMkLst>
          <pc:docMk/>
          <pc:sldMk cId="734108966" sldId="491"/>
        </pc:sldMkLst>
        <pc:spChg chg="mod">
          <ac:chgData name="Garima Singhal" userId="bd23a5c7e7d7f8f6" providerId="LiveId" clId="{E78840C9-84AF-499A-89F4-969451FB783A}" dt="2024-09-03T03:53:32.447" v="2"/>
          <ac:spMkLst>
            <pc:docMk/>
            <pc:sldMk cId="734108966" sldId="491"/>
            <ac:spMk id="4" creationId="{C83FFB43-9D04-9CEB-F783-0BDDD1E38E32}"/>
          </ac:spMkLst>
        </pc:spChg>
        <pc:spChg chg="mod">
          <ac:chgData name="Garima Singhal" userId="bd23a5c7e7d7f8f6" providerId="LiveId" clId="{E78840C9-84AF-499A-89F4-969451FB783A}" dt="2024-09-03T03:53:32.447" v="2"/>
          <ac:spMkLst>
            <pc:docMk/>
            <pc:sldMk cId="734108966" sldId="491"/>
            <ac:spMk id="8" creationId="{00000000-0000-0000-0000-000000000000}"/>
          </ac:spMkLst>
        </pc:spChg>
        <pc:picChg chg="del mod">
          <ac:chgData name="Garima Singhal" userId="bd23a5c7e7d7f8f6" providerId="LiveId" clId="{E78840C9-84AF-499A-89F4-969451FB783A}" dt="2024-09-03T04:02:21.764" v="228" actId="478"/>
          <ac:picMkLst>
            <pc:docMk/>
            <pc:sldMk cId="734108966" sldId="491"/>
            <ac:picMk id="9" creationId="{00000000-0000-0000-0000-000000000000}"/>
          </ac:picMkLst>
        </pc:picChg>
      </pc:sldChg>
      <pc:sldChg chg="delSp modSp mod">
        <pc:chgData name="Garima Singhal" userId="bd23a5c7e7d7f8f6" providerId="LiveId" clId="{E78840C9-84AF-499A-89F4-969451FB783A}" dt="2024-09-03T04:02:27.360" v="230" actId="478"/>
        <pc:sldMkLst>
          <pc:docMk/>
          <pc:sldMk cId="1807168478" sldId="492"/>
        </pc:sldMkLst>
        <pc:spChg chg="mod">
          <ac:chgData name="Garima Singhal" userId="bd23a5c7e7d7f8f6" providerId="LiveId" clId="{E78840C9-84AF-499A-89F4-969451FB783A}" dt="2024-09-03T03:53:32.447" v="2"/>
          <ac:spMkLst>
            <pc:docMk/>
            <pc:sldMk cId="1807168478" sldId="492"/>
            <ac:spMk id="7" creationId="{00000000-0000-0000-0000-000000000000}"/>
          </ac:spMkLst>
        </pc:spChg>
        <pc:spChg chg="mod">
          <ac:chgData name="Garima Singhal" userId="bd23a5c7e7d7f8f6" providerId="LiveId" clId="{E78840C9-84AF-499A-89F4-969451FB783A}" dt="2024-09-03T03:53:32.447" v="2"/>
          <ac:spMkLst>
            <pc:docMk/>
            <pc:sldMk cId="1807168478" sldId="492"/>
            <ac:spMk id="10" creationId="{00000000-0000-0000-0000-000000000000}"/>
          </ac:spMkLst>
        </pc:spChg>
        <pc:picChg chg="del mod">
          <ac:chgData name="Garima Singhal" userId="bd23a5c7e7d7f8f6" providerId="LiveId" clId="{E78840C9-84AF-499A-89F4-969451FB783A}" dt="2024-09-03T04:02:27.360" v="230" actId="478"/>
          <ac:picMkLst>
            <pc:docMk/>
            <pc:sldMk cId="1807168478" sldId="492"/>
            <ac:picMk id="8" creationId="{00000000-0000-0000-0000-000000000000}"/>
          </ac:picMkLst>
        </pc:picChg>
      </pc:sldChg>
      <pc:sldChg chg="delSp modSp mod">
        <pc:chgData name="Garima Singhal" userId="bd23a5c7e7d7f8f6" providerId="LiveId" clId="{E78840C9-84AF-499A-89F4-969451FB783A}" dt="2024-09-03T04:02:34.532" v="233" actId="478"/>
        <pc:sldMkLst>
          <pc:docMk/>
          <pc:sldMk cId="4173061743" sldId="493"/>
        </pc:sldMkLst>
        <pc:spChg chg="mod">
          <ac:chgData name="Garima Singhal" userId="bd23a5c7e7d7f8f6" providerId="LiveId" clId="{E78840C9-84AF-499A-89F4-969451FB783A}" dt="2024-09-03T03:53:32.447" v="2"/>
          <ac:spMkLst>
            <pc:docMk/>
            <pc:sldMk cId="4173061743" sldId="493"/>
            <ac:spMk id="7" creationId="{00000000-0000-0000-0000-000000000000}"/>
          </ac:spMkLst>
        </pc:spChg>
        <pc:spChg chg="mod">
          <ac:chgData name="Garima Singhal" userId="bd23a5c7e7d7f8f6" providerId="LiveId" clId="{E78840C9-84AF-499A-89F4-969451FB783A}" dt="2024-09-03T03:54:41.963" v="46" actId="27636"/>
          <ac:spMkLst>
            <pc:docMk/>
            <pc:sldMk cId="4173061743" sldId="493"/>
            <ac:spMk id="10" creationId="{00000000-0000-0000-0000-000000000000}"/>
          </ac:spMkLst>
        </pc:spChg>
        <pc:spChg chg="mod">
          <ac:chgData name="Garima Singhal" userId="bd23a5c7e7d7f8f6" providerId="LiveId" clId="{E78840C9-84AF-499A-89F4-969451FB783A}" dt="2024-09-03T03:53:32.447" v="2"/>
          <ac:spMkLst>
            <pc:docMk/>
            <pc:sldMk cId="4173061743" sldId="493"/>
            <ac:spMk id="11" creationId="{00000000-0000-0000-0000-000000000000}"/>
          </ac:spMkLst>
        </pc:spChg>
        <pc:picChg chg="del mod">
          <ac:chgData name="Garima Singhal" userId="bd23a5c7e7d7f8f6" providerId="LiveId" clId="{E78840C9-84AF-499A-89F4-969451FB783A}" dt="2024-09-03T04:02:34.532" v="233" actId="478"/>
          <ac:picMkLst>
            <pc:docMk/>
            <pc:sldMk cId="4173061743" sldId="493"/>
            <ac:picMk id="8" creationId="{00000000-0000-0000-0000-000000000000}"/>
          </ac:picMkLst>
        </pc:picChg>
      </pc:sldChg>
      <pc:sldChg chg="delSp modSp mod">
        <pc:chgData name="Garima Singhal" userId="bd23a5c7e7d7f8f6" providerId="LiveId" clId="{E78840C9-84AF-499A-89F4-969451FB783A}" dt="2024-09-03T04:02:37.329" v="234" actId="478"/>
        <pc:sldMkLst>
          <pc:docMk/>
          <pc:sldMk cId="4173061743" sldId="494"/>
        </pc:sldMkLst>
        <pc:spChg chg="mod">
          <ac:chgData name="Garima Singhal" userId="bd23a5c7e7d7f8f6" providerId="LiveId" clId="{E78840C9-84AF-499A-89F4-969451FB783A}" dt="2024-09-03T03:53:32.447" v="2"/>
          <ac:spMkLst>
            <pc:docMk/>
            <pc:sldMk cId="4173061743" sldId="494"/>
            <ac:spMk id="7" creationId="{00000000-0000-0000-0000-000000000000}"/>
          </ac:spMkLst>
        </pc:spChg>
        <pc:spChg chg="mod">
          <ac:chgData name="Garima Singhal" userId="bd23a5c7e7d7f8f6" providerId="LiveId" clId="{E78840C9-84AF-499A-89F4-969451FB783A}" dt="2024-09-03T03:53:32.447" v="2"/>
          <ac:spMkLst>
            <pc:docMk/>
            <pc:sldMk cId="4173061743" sldId="494"/>
            <ac:spMk id="10" creationId="{00000000-0000-0000-0000-000000000000}"/>
          </ac:spMkLst>
        </pc:spChg>
        <pc:spChg chg="mod">
          <ac:chgData name="Garima Singhal" userId="bd23a5c7e7d7f8f6" providerId="LiveId" clId="{E78840C9-84AF-499A-89F4-969451FB783A}" dt="2024-09-03T03:53:32.447" v="2"/>
          <ac:spMkLst>
            <pc:docMk/>
            <pc:sldMk cId="4173061743" sldId="494"/>
            <ac:spMk id="11" creationId="{00000000-0000-0000-0000-000000000000}"/>
          </ac:spMkLst>
        </pc:spChg>
        <pc:picChg chg="del mod">
          <ac:chgData name="Garima Singhal" userId="bd23a5c7e7d7f8f6" providerId="LiveId" clId="{E78840C9-84AF-499A-89F4-969451FB783A}" dt="2024-09-03T04:02:37.329" v="234" actId="478"/>
          <ac:picMkLst>
            <pc:docMk/>
            <pc:sldMk cId="4173061743" sldId="494"/>
            <ac:picMk id="8" creationId="{00000000-0000-0000-0000-000000000000}"/>
          </ac:picMkLst>
        </pc:picChg>
      </pc:sldChg>
      <pc:sldChg chg="delSp modSp mod">
        <pc:chgData name="Garima Singhal" userId="bd23a5c7e7d7f8f6" providerId="LiveId" clId="{E78840C9-84AF-499A-89F4-969451FB783A}" dt="2024-09-03T04:02:42.148" v="235" actId="478"/>
        <pc:sldMkLst>
          <pc:docMk/>
          <pc:sldMk cId="4173061743" sldId="495"/>
        </pc:sldMkLst>
        <pc:spChg chg="mod">
          <ac:chgData name="Garima Singhal" userId="bd23a5c7e7d7f8f6" providerId="LiveId" clId="{E78840C9-84AF-499A-89F4-969451FB783A}" dt="2024-09-03T03:53:32.447" v="2"/>
          <ac:spMkLst>
            <pc:docMk/>
            <pc:sldMk cId="4173061743" sldId="495"/>
            <ac:spMk id="7" creationId="{00000000-0000-0000-0000-000000000000}"/>
          </ac:spMkLst>
        </pc:spChg>
        <pc:spChg chg="mod">
          <ac:chgData name="Garima Singhal" userId="bd23a5c7e7d7f8f6" providerId="LiveId" clId="{E78840C9-84AF-499A-89F4-969451FB783A}" dt="2024-09-03T03:53:32.447" v="2"/>
          <ac:spMkLst>
            <pc:docMk/>
            <pc:sldMk cId="4173061743" sldId="495"/>
            <ac:spMk id="10" creationId="{00000000-0000-0000-0000-000000000000}"/>
          </ac:spMkLst>
        </pc:spChg>
        <pc:spChg chg="mod">
          <ac:chgData name="Garima Singhal" userId="bd23a5c7e7d7f8f6" providerId="LiveId" clId="{E78840C9-84AF-499A-89F4-969451FB783A}" dt="2024-09-03T03:53:32.447" v="2"/>
          <ac:spMkLst>
            <pc:docMk/>
            <pc:sldMk cId="4173061743" sldId="495"/>
            <ac:spMk id="11" creationId="{00000000-0000-0000-0000-000000000000}"/>
          </ac:spMkLst>
        </pc:spChg>
        <pc:picChg chg="del mod">
          <ac:chgData name="Garima Singhal" userId="bd23a5c7e7d7f8f6" providerId="LiveId" clId="{E78840C9-84AF-499A-89F4-969451FB783A}" dt="2024-09-03T04:02:42.148" v="235" actId="478"/>
          <ac:picMkLst>
            <pc:docMk/>
            <pc:sldMk cId="4173061743" sldId="495"/>
            <ac:picMk id="8" creationId="{00000000-0000-0000-0000-000000000000}"/>
          </ac:picMkLst>
        </pc:picChg>
      </pc:sldChg>
      <pc:sldChg chg="delSp modSp mod">
        <pc:chgData name="Garima Singhal" userId="bd23a5c7e7d7f8f6" providerId="LiveId" clId="{E78840C9-84AF-499A-89F4-969451FB783A}" dt="2024-09-03T04:02:45.553" v="236" actId="478"/>
        <pc:sldMkLst>
          <pc:docMk/>
          <pc:sldMk cId="4173061743" sldId="496"/>
        </pc:sldMkLst>
        <pc:spChg chg="mod">
          <ac:chgData name="Garima Singhal" userId="bd23a5c7e7d7f8f6" providerId="LiveId" clId="{E78840C9-84AF-499A-89F4-969451FB783A}" dt="2024-09-03T03:53:32.447" v="2"/>
          <ac:spMkLst>
            <pc:docMk/>
            <pc:sldMk cId="4173061743" sldId="496"/>
            <ac:spMk id="7" creationId="{00000000-0000-0000-0000-000000000000}"/>
          </ac:spMkLst>
        </pc:spChg>
        <pc:spChg chg="mod">
          <ac:chgData name="Garima Singhal" userId="bd23a5c7e7d7f8f6" providerId="LiveId" clId="{E78840C9-84AF-499A-89F4-969451FB783A}" dt="2024-09-03T03:53:32.447" v="2"/>
          <ac:spMkLst>
            <pc:docMk/>
            <pc:sldMk cId="4173061743" sldId="496"/>
            <ac:spMk id="10" creationId="{00000000-0000-0000-0000-000000000000}"/>
          </ac:spMkLst>
        </pc:spChg>
        <pc:spChg chg="mod">
          <ac:chgData name="Garima Singhal" userId="bd23a5c7e7d7f8f6" providerId="LiveId" clId="{E78840C9-84AF-499A-89F4-969451FB783A}" dt="2024-09-03T03:53:32.447" v="2"/>
          <ac:spMkLst>
            <pc:docMk/>
            <pc:sldMk cId="4173061743" sldId="496"/>
            <ac:spMk id="11" creationId="{00000000-0000-0000-0000-000000000000}"/>
          </ac:spMkLst>
        </pc:spChg>
        <pc:picChg chg="del mod">
          <ac:chgData name="Garima Singhal" userId="bd23a5c7e7d7f8f6" providerId="LiveId" clId="{E78840C9-84AF-499A-89F4-969451FB783A}" dt="2024-09-03T04:02:45.553" v="236" actId="478"/>
          <ac:picMkLst>
            <pc:docMk/>
            <pc:sldMk cId="4173061743" sldId="496"/>
            <ac:picMk id="8" creationId="{00000000-0000-0000-0000-000000000000}"/>
          </ac:picMkLst>
        </pc:picChg>
      </pc:sldChg>
      <pc:sldChg chg="delSp modSp mod">
        <pc:chgData name="Garima Singhal" userId="bd23a5c7e7d7f8f6" providerId="LiveId" clId="{E78840C9-84AF-499A-89F4-969451FB783A}" dt="2024-09-03T04:02:47.463" v="237" actId="478"/>
        <pc:sldMkLst>
          <pc:docMk/>
          <pc:sldMk cId="3378055520" sldId="497"/>
        </pc:sldMkLst>
        <pc:spChg chg="mod">
          <ac:chgData name="Garima Singhal" userId="bd23a5c7e7d7f8f6" providerId="LiveId" clId="{E78840C9-84AF-499A-89F4-969451FB783A}" dt="2024-09-03T03:53:32.447" v="2"/>
          <ac:spMkLst>
            <pc:docMk/>
            <pc:sldMk cId="3378055520" sldId="497"/>
            <ac:spMk id="7" creationId="{00000000-0000-0000-0000-000000000000}"/>
          </ac:spMkLst>
        </pc:spChg>
        <pc:spChg chg="mod">
          <ac:chgData name="Garima Singhal" userId="bd23a5c7e7d7f8f6" providerId="LiveId" clId="{E78840C9-84AF-499A-89F4-969451FB783A}" dt="2024-09-03T03:53:32.447" v="2"/>
          <ac:spMkLst>
            <pc:docMk/>
            <pc:sldMk cId="3378055520" sldId="497"/>
            <ac:spMk id="10" creationId="{00000000-0000-0000-0000-000000000000}"/>
          </ac:spMkLst>
        </pc:spChg>
        <pc:picChg chg="del mod">
          <ac:chgData name="Garima Singhal" userId="bd23a5c7e7d7f8f6" providerId="LiveId" clId="{E78840C9-84AF-499A-89F4-969451FB783A}" dt="2024-09-03T04:02:47.463" v="237" actId="478"/>
          <ac:picMkLst>
            <pc:docMk/>
            <pc:sldMk cId="3378055520" sldId="497"/>
            <ac:picMk id="8" creationId="{00000000-0000-0000-0000-000000000000}"/>
          </ac:picMkLst>
        </pc:picChg>
      </pc:sldChg>
      <pc:sldChg chg="delSp modSp mod">
        <pc:chgData name="Garima Singhal" userId="bd23a5c7e7d7f8f6" providerId="LiveId" clId="{E78840C9-84AF-499A-89F4-969451FB783A}" dt="2024-09-03T04:03:44.545" v="255" actId="478"/>
        <pc:sldMkLst>
          <pc:docMk/>
          <pc:sldMk cId="3378055520" sldId="500"/>
        </pc:sldMkLst>
        <pc:spChg chg="mod">
          <ac:chgData name="Garima Singhal" userId="bd23a5c7e7d7f8f6" providerId="LiveId" clId="{E78840C9-84AF-499A-89F4-969451FB783A}" dt="2024-09-03T03:53:32.447" v="2"/>
          <ac:spMkLst>
            <pc:docMk/>
            <pc:sldMk cId="3378055520" sldId="500"/>
            <ac:spMk id="7" creationId="{00000000-0000-0000-0000-000000000000}"/>
          </ac:spMkLst>
        </pc:spChg>
        <pc:spChg chg="mod">
          <ac:chgData name="Garima Singhal" userId="bd23a5c7e7d7f8f6" providerId="LiveId" clId="{E78840C9-84AF-499A-89F4-969451FB783A}" dt="2024-09-03T03:53:32.447" v="2"/>
          <ac:spMkLst>
            <pc:docMk/>
            <pc:sldMk cId="3378055520" sldId="500"/>
            <ac:spMk id="10" creationId="{00000000-0000-0000-0000-000000000000}"/>
          </ac:spMkLst>
        </pc:spChg>
        <pc:picChg chg="del mod">
          <ac:chgData name="Garima Singhal" userId="bd23a5c7e7d7f8f6" providerId="LiveId" clId="{E78840C9-84AF-499A-89F4-969451FB783A}" dt="2024-09-03T04:03:44.545" v="255" actId="478"/>
          <ac:picMkLst>
            <pc:docMk/>
            <pc:sldMk cId="3378055520" sldId="500"/>
            <ac:picMk id="8" creationId="{00000000-0000-0000-0000-000000000000}"/>
          </ac:picMkLst>
        </pc:picChg>
      </pc:sldChg>
      <pc:sldChg chg="delSp modSp mod">
        <pc:chgData name="Garima Singhal" userId="bd23a5c7e7d7f8f6" providerId="LiveId" clId="{E78840C9-84AF-499A-89F4-969451FB783A}" dt="2024-09-03T04:02:49.121" v="238" actId="478"/>
        <pc:sldMkLst>
          <pc:docMk/>
          <pc:sldMk cId="47740675" sldId="501"/>
        </pc:sldMkLst>
        <pc:spChg chg="mod">
          <ac:chgData name="Garima Singhal" userId="bd23a5c7e7d7f8f6" providerId="LiveId" clId="{E78840C9-84AF-499A-89F4-969451FB783A}" dt="2024-09-03T03:53:32.447" v="2"/>
          <ac:spMkLst>
            <pc:docMk/>
            <pc:sldMk cId="47740675" sldId="501"/>
            <ac:spMk id="7" creationId="{00000000-0000-0000-0000-000000000000}"/>
          </ac:spMkLst>
        </pc:spChg>
        <pc:spChg chg="mod">
          <ac:chgData name="Garima Singhal" userId="bd23a5c7e7d7f8f6" providerId="LiveId" clId="{E78840C9-84AF-499A-89F4-969451FB783A}" dt="2024-09-03T03:53:32.447" v="2"/>
          <ac:spMkLst>
            <pc:docMk/>
            <pc:sldMk cId="47740675" sldId="501"/>
            <ac:spMk id="10" creationId="{00000000-0000-0000-0000-000000000000}"/>
          </ac:spMkLst>
        </pc:spChg>
        <pc:spChg chg="mod">
          <ac:chgData name="Garima Singhal" userId="bd23a5c7e7d7f8f6" providerId="LiveId" clId="{E78840C9-84AF-499A-89F4-969451FB783A}" dt="2024-09-03T03:53:32.447" v="2"/>
          <ac:spMkLst>
            <pc:docMk/>
            <pc:sldMk cId="47740675" sldId="501"/>
            <ac:spMk id="11" creationId="{00000000-0000-0000-0000-000000000000}"/>
          </ac:spMkLst>
        </pc:spChg>
        <pc:picChg chg="del mod">
          <ac:chgData name="Garima Singhal" userId="bd23a5c7e7d7f8f6" providerId="LiveId" clId="{E78840C9-84AF-499A-89F4-969451FB783A}" dt="2024-09-03T04:02:49.121" v="238" actId="478"/>
          <ac:picMkLst>
            <pc:docMk/>
            <pc:sldMk cId="47740675" sldId="501"/>
            <ac:picMk id="8" creationId="{00000000-0000-0000-0000-000000000000}"/>
          </ac:picMkLst>
        </pc:picChg>
      </pc:sldChg>
      <pc:sldChg chg="delSp modSp mod">
        <pc:chgData name="Garima Singhal" userId="bd23a5c7e7d7f8f6" providerId="LiveId" clId="{E78840C9-84AF-499A-89F4-969451FB783A}" dt="2024-09-03T04:02:51.493" v="239" actId="478"/>
        <pc:sldMkLst>
          <pc:docMk/>
          <pc:sldMk cId="964729431" sldId="502"/>
        </pc:sldMkLst>
        <pc:spChg chg="mod">
          <ac:chgData name="Garima Singhal" userId="bd23a5c7e7d7f8f6" providerId="LiveId" clId="{E78840C9-84AF-499A-89F4-969451FB783A}" dt="2024-09-03T03:53:32.447" v="2"/>
          <ac:spMkLst>
            <pc:docMk/>
            <pc:sldMk cId="964729431" sldId="502"/>
            <ac:spMk id="3" creationId="{090337E4-45D6-5676-B6C3-D950AA7175B3}"/>
          </ac:spMkLst>
        </pc:spChg>
        <pc:spChg chg="mod">
          <ac:chgData name="Garima Singhal" userId="bd23a5c7e7d7f8f6" providerId="LiveId" clId="{E78840C9-84AF-499A-89F4-969451FB783A}" dt="2024-09-03T03:53:32.447" v="2"/>
          <ac:spMkLst>
            <pc:docMk/>
            <pc:sldMk cId="964729431" sldId="502"/>
            <ac:spMk id="7" creationId="{00000000-0000-0000-0000-000000000000}"/>
          </ac:spMkLst>
        </pc:spChg>
        <pc:spChg chg="mod">
          <ac:chgData name="Garima Singhal" userId="bd23a5c7e7d7f8f6" providerId="LiveId" clId="{E78840C9-84AF-499A-89F4-969451FB783A}" dt="2024-09-03T03:53:32.447" v="2"/>
          <ac:spMkLst>
            <pc:docMk/>
            <pc:sldMk cId="964729431" sldId="502"/>
            <ac:spMk id="10" creationId="{00000000-0000-0000-0000-000000000000}"/>
          </ac:spMkLst>
        </pc:spChg>
        <pc:spChg chg="mod">
          <ac:chgData name="Garima Singhal" userId="bd23a5c7e7d7f8f6" providerId="LiveId" clId="{E78840C9-84AF-499A-89F4-969451FB783A}" dt="2024-09-03T03:53:32.447" v="2"/>
          <ac:spMkLst>
            <pc:docMk/>
            <pc:sldMk cId="964729431" sldId="502"/>
            <ac:spMk id="11" creationId="{00000000-0000-0000-0000-000000000000}"/>
          </ac:spMkLst>
        </pc:spChg>
        <pc:picChg chg="del mod">
          <ac:chgData name="Garima Singhal" userId="bd23a5c7e7d7f8f6" providerId="LiveId" clId="{E78840C9-84AF-499A-89F4-969451FB783A}" dt="2024-09-03T04:02:51.493" v="239" actId="478"/>
          <ac:picMkLst>
            <pc:docMk/>
            <pc:sldMk cId="964729431" sldId="502"/>
            <ac:picMk id="8" creationId="{00000000-0000-0000-0000-000000000000}"/>
          </ac:picMkLst>
        </pc:picChg>
      </pc:sldChg>
      <pc:sldChg chg="delSp modSp mod">
        <pc:chgData name="Garima Singhal" userId="bd23a5c7e7d7f8f6" providerId="LiveId" clId="{E78840C9-84AF-499A-89F4-969451FB783A}" dt="2024-09-03T04:03:04.755" v="242" actId="478"/>
        <pc:sldMkLst>
          <pc:docMk/>
          <pc:sldMk cId="720331806" sldId="503"/>
        </pc:sldMkLst>
        <pc:spChg chg="mod">
          <ac:chgData name="Garima Singhal" userId="bd23a5c7e7d7f8f6" providerId="LiveId" clId="{E78840C9-84AF-499A-89F4-969451FB783A}" dt="2024-09-03T03:53:32.447" v="2"/>
          <ac:spMkLst>
            <pc:docMk/>
            <pc:sldMk cId="720331806" sldId="503"/>
            <ac:spMk id="7" creationId="{00000000-0000-0000-0000-000000000000}"/>
          </ac:spMkLst>
        </pc:spChg>
        <pc:spChg chg="mod">
          <ac:chgData name="Garima Singhal" userId="bd23a5c7e7d7f8f6" providerId="LiveId" clId="{E78840C9-84AF-499A-89F4-969451FB783A}" dt="2024-09-03T03:53:32.447" v="2"/>
          <ac:spMkLst>
            <pc:docMk/>
            <pc:sldMk cId="720331806" sldId="503"/>
            <ac:spMk id="10" creationId="{00000000-0000-0000-0000-000000000000}"/>
          </ac:spMkLst>
        </pc:spChg>
        <pc:spChg chg="mod">
          <ac:chgData name="Garima Singhal" userId="bd23a5c7e7d7f8f6" providerId="LiveId" clId="{E78840C9-84AF-499A-89F4-969451FB783A}" dt="2024-09-03T03:53:32.447" v="2"/>
          <ac:spMkLst>
            <pc:docMk/>
            <pc:sldMk cId="720331806" sldId="503"/>
            <ac:spMk id="11" creationId="{00000000-0000-0000-0000-000000000000}"/>
          </ac:spMkLst>
        </pc:spChg>
        <pc:picChg chg="del mod">
          <ac:chgData name="Garima Singhal" userId="bd23a5c7e7d7f8f6" providerId="LiveId" clId="{E78840C9-84AF-499A-89F4-969451FB783A}" dt="2024-09-03T04:03:04.755" v="242" actId="478"/>
          <ac:picMkLst>
            <pc:docMk/>
            <pc:sldMk cId="720331806" sldId="503"/>
            <ac:picMk id="8" creationId="{00000000-0000-0000-0000-000000000000}"/>
          </ac:picMkLst>
        </pc:picChg>
      </pc:sldChg>
      <pc:sldChg chg="delSp modSp mod">
        <pc:chgData name="Garima Singhal" userId="bd23a5c7e7d7f8f6" providerId="LiveId" clId="{E78840C9-84AF-499A-89F4-969451FB783A}" dt="2024-09-03T04:03:15.778" v="245" actId="478"/>
        <pc:sldMkLst>
          <pc:docMk/>
          <pc:sldMk cId="981852382" sldId="504"/>
        </pc:sldMkLst>
        <pc:spChg chg="mod">
          <ac:chgData name="Garima Singhal" userId="bd23a5c7e7d7f8f6" providerId="LiveId" clId="{E78840C9-84AF-499A-89F4-969451FB783A}" dt="2024-09-03T03:53:32.447" v="2"/>
          <ac:spMkLst>
            <pc:docMk/>
            <pc:sldMk cId="981852382" sldId="504"/>
            <ac:spMk id="7" creationId="{00000000-0000-0000-0000-000000000000}"/>
          </ac:spMkLst>
        </pc:spChg>
        <pc:spChg chg="mod">
          <ac:chgData name="Garima Singhal" userId="bd23a5c7e7d7f8f6" providerId="LiveId" clId="{E78840C9-84AF-499A-89F4-969451FB783A}" dt="2024-09-03T03:53:32.447" v="2"/>
          <ac:spMkLst>
            <pc:docMk/>
            <pc:sldMk cId="981852382" sldId="504"/>
            <ac:spMk id="10" creationId="{00000000-0000-0000-0000-000000000000}"/>
          </ac:spMkLst>
        </pc:spChg>
        <pc:spChg chg="mod">
          <ac:chgData name="Garima Singhal" userId="bd23a5c7e7d7f8f6" providerId="LiveId" clId="{E78840C9-84AF-499A-89F4-969451FB783A}" dt="2024-09-03T03:53:32.447" v="2"/>
          <ac:spMkLst>
            <pc:docMk/>
            <pc:sldMk cId="981852382" sldId="504"/>
            <ac:spMk id="11" creationId="{00000000-0000-0000-0000-000000000000}"/>
          </ac:spMkLst>
        </pc:spChg>
        <pc:picChg chg="del mod">
          <ac:chgData name="Garima Singhal" userId="bd23a5c7e7d7f8f6" providerId="LiveId" clId="{E78840C9-84AF-499A-89F4-969451FB783A}" dt="2024-09-03T04:03:15.778" v="245" actId="478"/>
          <ac:picMkLst>
            <pc:docMk/>
            <pc:sldMk cId="981852382" sldId="504"/>
            <ac:picMk id="8" creationId="{00000000-0000-0000-0000-000000000000}"/>
          </ac:picMkLst>
        </pc:picChg>
      </pc:sldChg>
      <pc:sldChg chg="delSp modSp mod">
        <pc:chgData name="Garima Singhal" userId="bd23a5c7e7d7f8f6" providerId="LiveId" clId="{E78840C9-84AF-499A-89F4-969451FB783A}" dt="2024-09-03T04:03:24.824" v="248" actId="478"/>
        <pc:sldMkLst>
          <pc:docMk/>
          <pc:sldMk cId="1223947625" sldId="505"/>
        </pc:sldMkLst>
        <pc:spChg chg="mod">
          <ac:chgData name="Garima Singhal" userId="bd23a5c7e7d7f8f6" providerId="LiveId" clId="{E78840C9-84AF-499A-89F4-969451FB783A}" dt="2024-09-03T03:53:32.447" v="2"/>
          <ac:spMkLst>
            <pc:docMk/>
            <pc:sldMk cId="1223947625" sldId="505"/>
            <ac:spMk id="7" creationId="{00000000-0000-0000-0000-000000000000}"/>
          </ac:spMkLst>
        </pc:spChg>
        <pc:spChg chg="mod">
          <ac:chgData name="Garima Singhal" userId="bd23a5c7e7d7f8f6" providerId="LiveId" clId="{E78840C9-84AF-499A-89F4-969451FB783A}" dt="2024-09-03T03:53:32.447" v="2"/>
          <ac:spMkLst>
            <pc:docMk/>
            <pc:sldMk cId="1223947625" sldId="505"/>
            <ac:spMk id="10" creationId="{00000000-0000-0000-0000-000000000000}"/>
          </ac:spMkLst>
        </pc:spChg>
        <pc:spChg chg="mod">
          <ac:chgData name="Garima Singhal" userId="bd23a5c7e7d7f8f6" providerId="LiveId" clId="{E78840C9-84AF-499A-89F4-969451FB783A}" dt="2024-09-03T03:53:32.447" v="2"/>
          <ac:spMkLst>
            <pc:docMk/>
            <pc:sldMk cId="1223947625" sldId="505"/>
            <ac:spMk id="11" creationId="{00000000-0000-0000-0000-000000000000}"/>
          </ac:spMkLst>
        </pc:spChg>
        <pc:picChg chg="del mod">
          <ac:chgData name="Garima Singhal" userId="bd23a5c7e7d7f8f6" providerId="LiveId" clId="{E78840C9-84AF-499A-89F4-969451FB783A}" dt="2024-09-03T04:03:24.824" v="248" actId="478"/>
          <ac:picMkLst>
            <pc:docMk/>
            <pc:sldMk cId="1223947625" sldId="505"/>
            <ac:picMk id="8" creationId="{00000000-0000-0000-0000-000000000000}"/>
          </ac:picMkLst>
        </pc:picChg>
      </pc:sldChg>
      <pc:sldChg chg="delSp modSp mod">
        <pc:chgData name="Garima Singhal" userId="bd23a5c7e7d7f8f6" providerId="LiveId" clId="{E78840C9-84AF-499A-89F4-969451FB783A}" dt="2024-09-03T04:03:32.605" v="251" actId="478"/>
        <pc:sldMkLst>
          <pc:docMk/>
          <pc:sldMk cId="430228739" sldId="506"/>
        </pc:sldMkLst>
        <pc:spChg chg="mod">
          <ac:chgData name="Garima Singhal" userId="bd23a5c7e7d7f8f6" providerId="LiveId" clId="{E78840C9-84AF-499A-89F4-969451FB783A}" dt="2024-09-03T03:53:32.447" v="2"/>
          <ac:spMkLst>
            <pc:docMk/>
            <pc:sldMk cId="430228739" sldId="506"/>
            <ac:spMk id="7" creationId="{00000000-0000-0000-0000-000000000000}"/>
          </ac:spMkLst>
        </pc:spChg>
        <pc:spChg chg="mod">
          <ac:chgData name="Garima Singhal" userId="bd23a5c7e7d7f8f6" providerId="LiveId" clId="{E78840C9-84AF-499A-89F4-969451FB783A}" dt="2024-09-03T03:53:32.447" v="2"/>
          <ac:spMkLst>
            <pc:docMk/>
            <pc:sldMk cId="430228739" sldId="506"/>
            <ac:spMk id="10" creationId="{00000000-0000-0000-0000-000000000000}"/>
          </ac:spMkLst>
        </pc:spChg>
        <pc:spChg chg="mod">
          <ac:chgData name="Garima Singhal" userId="bd23a5c7e7d7f8f6" providerId="LiveId" clId="{E78840C9-84AF-499A-89F4-969451FB783A}" dt="2024-09-03T03:53:32.447" v="2"/>
          <ac:spMkLst>
            <pc:docMk/>
            <pc:sldMk cId="430228739" sldId="506"/>
            <ac:spMk id="11" creationId="{00000000-0000-0000-0000-000000000000}"/>
          </ac:spMkLst>
        </pc:spChg>
        <pc:picChg chg="del mod">
          <ac:chgData name="Garima Singhal" userId="bd23a5c7e7d7f8f6" providerId="LiveId" clId="{E78840C9-84AF-499A-89F4-969451FB783A}" dt="2024-09-03T04:03:32.605" v="251" actId="478"/>
          <ac:picMkLst>
            <pc:docMk/>
            <pc:sldMk cId="430228739" sldId="506"/>
            <ac:picMk id="8" creationId="{00000000-0000-0000-0000-000000000000}"/>
          </ac:picMkLst>
        </pc:picChg>
      </pc:sldChg>
      <pc:sldChg chg="delSp modSp mod">
        <pc:chgData name="Garima Singhal" userId="bd23a5c7e7d7f8f6" providerId="LiveId" clId="{E78840C9-84AF-499A-89F4-969451FB783A}" dt="2024-09-03T04:02:55.222" v="240" actId="478"/>
        <pc:sldMkLst>
          <pc:docMk/>
          <pc:sldMk cId="2647552431" sldId="510"/>
        </pc:sldMkLst>
        <pc:spChg chg="mod">
          <ac:chgData name="Garima Singhal" userId="bd23a5c7e7d7f8f6" providerId="LiveId" clId="{E78840C9-84AF-499A-89F4-969451FB783A}" dt="2024-09-03T03:53:32.447" v="2"/>
          <ac:spMkLst>
            <pc:docMk/>
            <pc:sldMk cId="2647552431" sldId="510"/>
            <ac:spMk id="3" creationId="{090337E4-45D6-5676-B6C3-D950AA7175B3}"/>
          </ac:spMkLst>
        </pc:spChg>
        <pc:spChg chg="mod">
          <ac:chgData name="Garima Singhal" userId="bd23a5c7e7d7f8f6" providerId="LiveId" clId="{E78840C9-84AF-499A-89F4-969451FB783A}" dt="2024-09-03T03:53:32.447" v="2"/>
          <ac:spMkLst>
            <pc:docMk/>
            <pc:sldMk cId="2647552431" sldId="510"/>
            <ac:spMk id="7" creationId="{00000000-0000-0000-0000-000000000000}"/>
          </ac:spMkLst>
        </pc:spChg>
        <pc:spChg chg="mod">
          <ac:chgData name="Garima Singhal" userId="bd23a5c7e7d7f8f6" providerId="LiveId" clId="{E78840C9-84AF-499A-89F4-969451FB783A}" dt="2024-09-03T03:53:32.447" v="2"/>
          <ac:spMkLst>
            <pc:docMk/>
            <pc:sldMk cId="2647552431" sldId="510"/>
            <ac:spMk id="10" creationId="{00000000-0000-0000-0000-000000000000}"/>
          </ac:spMkLst>
        </pc:spChg>
        <pc:spChg chg="mod">
          <ac:chgData name="Garima Singhal" userId="bd23a5c7e7d7f8f6" providerId="LiveId" clId="{E78840C9-84AF-499A-89F4-969451FB783A}" dt="2024-09-03T03:53:32.447" v="2"/>
          <ac:spMkLst>
            <pc:docMk/>
            <pc:sldMk cId="2647552431" sldId="510"/>
            <ac:spMk id="11" creationId="{00000000-0000-0000-0000-000000000000}"/>
          </ac:spMkLst>
        </pc:spChg>
        <pc:picChg chg="del mod">
          <ac:chgData name="Garima Singhal" userId="bd23a5c7e7d7f8f6" providerId="LiveId" clId="{E78840C9-84AF-499A-89F4-969451FB783A}" dt="2024-09-03T04:02:55.222" v="240" actId="478"/>
          <ac:picMkLst>
            <pc:docMk/>
            <pc:sldMk cId="2647552431" sldId="510"/>
            <ac:picMk id="8" creationId="{00000000-0000-0000-0000-000000000000}"/>
          </ac:picMkLst>
        </pc:picChg>
      </pc:sldChg>
      <pc:sldChg chg="delSp modSp mod">
        <pc:chgData name="Garima Singhal" userId="bd23a5c7e7d7f8f6" providerId="LiveId" clId="{E78840C9-84AF-499A-89F4-969451FB783A}" dt="2024-09-03T04:03:01.270" v="241" actId="478"/>
        <pc:sldMkLst>
          <pc:docMk/>
          <pc:sldMk cId="759731652" sldId="511"/>
        </pc:sldMkLst>
        <pc:spChg chg="mod">
          <ac:chgData name="Garima Singhal" userId="bd23a5c7e7d7f8f6" providerId="LiveId" clId="{E78840C9-84AF-499A-89F4-969451FB783A}" dt="2024-09-03T03:53:32.447" v="2"/>
          <ac:spMkLst>
            <pc:docMk/>
            <pc:sldMk cId="759731652" sldId="511"/>
            <ac:spMk id="3" creationId="{090337E4-45D6-5676-B6C3-D950AA7175B3}"/>
          </ac:spMkLst>
        </pc:spChg>
        <pc:spChg chg="mod">
          <ac:chgData name="Garima Singhal" userId="bd23a5c7e7d7f8f6" providerId="LiveId" clId="{E78840C9-84AF-499A-89F4-969451FB783A}" dt="2024-09-03T03:53:32.447" v="2"/>
          <ac:spMkLst>
            <pc:docMk/>
            <pc:sldMk cId="759731652" sldId="511"/>
            <ac:spMk id="7" creationId="{00000000-0000-0000-0000-000000000000}"/>
          </ac:spMkLst>
        </pc:spChg>
        <pc:spChg chg="mod">
          <ac:chgData name="Garima Singhal" userId="bd23a5c7e7d7f8f6" providerId="LiveId" clId="{E78840C9-84AF-499A-89F4-969451FB783A}" dt="2024-09-03T03:53:32.447" v="2"/>
          <ac:spMkLst>
            <pc:docMk/>
            <pc:sldMk cId="759731652" sldId="511"/>
            <ac:spMk id="10" creationId="{00000000-0000-0000-0000-000000000000}"/>
          </ac:spMkLst>
        </pc:spChg>
        <pc:spChg chg="mod">
          <ac:chgData name="Garima Singhal" userId="bd23a5c7e7d7f8f6" providerId="LiveId" clId="{E78840C9-84AF-499A-89F4-969451FB783A}" dt="2024-09-03T03:53:32.447" v="2"/>
          <ac:spMkLst>
            <pc:docMk/>
            <pc:sldMk cId="759731652" sldId="511"/>
            <ac:spMk id="11" creationId="{00000000-0000-0000-0000-000000000000}"/>
          </ac:spMkLst>
        </pc:spChg>
        <pc:picChg chg="del mod">
          <ac:chgData name="Garima Singhal" userId="bd23a5c7e7d7f8f6" providerId="LiveId" clId="{E78840C9-84AF-499A-89F4-969451FB783A}" dt="2024-09-03T04:03:01.270" v="241" actId="478"/>
          <ac:picMkLst>
            <pc:docMk/>
            <pc:sldMk cId="759731652" sldId="511"/>
            <ac:picMk id="8" creationId="{00000000-0000-0000-0000-000000000000}"/>
          </ac:picMkLst>
        </pc:picChg>
      </pc:sldChg>
      <pc:sldChg chg="delSp modSp mod">
        <pc:chgData name="Garima Singhal" userId="bd23a5c7e7d7f8f6" providerId="LiveId" clId="{E78840C9-84AF-499A-89F4-969451FB783A}" dt="2024-09-03T04:03:07.278" v="243" actId="478"/>
        <pc:sldMkLst>
          <pc:docMk/>
          <pc:sldMk cId="770986960" sldId="512"/>
        </pc:sldMkLst>
        <pc:spChg chg="mod">
          <ac:chgData name="Garima Singhal" userId="bd23a5c7e7d7f8f6" providerId="LiveId" clId="{E78840C9-84AF-499A-89F4-969451FB783A}" dt="2024-09-03T03:53:32.447" v="2"/>
          <ac:spMkLst>
            <pc:docMk/>
            <pc:sldMk cId="770986960" sldId="512"/>
            <ac:spMk id="7" creationId="{00000000-0000-0000-0000-000000000000}"/>
          </ac:spMkLst>
        </pc:spChg>
        <pc:spChg chg="mod">
          <ac:chgData name="Garima Singhal" userId="bd23a5c7e7d7f8f6" providerId="LiveId" clId="{E78840C9-84AF-499A-89F4-969451FB783A}" dt="2024-09-03T03:53:32.447" v="2"/>
          <ac:spMkLst>
            <pc:docMk/>
            <pc:sldMk cId="770986960" sldId="512"/>
            <ac:spMk id="10" creationId="{00000000-0000-0000-0000-000000000000}"/>
          </ac:spMkLst>
        </pc:spChg>
        <pc:spChg chg="mod">
          <ac:chgData name="Garima Singhal" userId="bd23a5c7e7d7f8f6" providerId="LiveId" clId="{E78840C9-84AF-499A-89F4-969451FB783A}" dt="2024-09-03T03:53:32.447" v="2"/>
          <ac:spMkLst>
            <pc:docMk/>
            <pc:sldMk cId="770986960" sldId="512"/>
            <ac:spMk id="11" creationId="{00000000-0000-0000-0000-000000000000}"/>
          </ac:spMkLst>
        </pc:spChg>
        <pc:picChg chg="del mod">
          <ac:chgData name="Garima Singhal" userId="bd23a5c7e7d7f8f6" providerId="LiveId" clId="{E78840C9-84AF-499A-89F4-969451FB783A}" dt="2024-09-03T04:03:07.278" v="243" actId="478"/>
          <ac:picMkLst>
            <pc:docMk/>
            <pc:sldMk cId="770986960" sldId="512"/>
            <ac:picMk id="8" creationId="{00000000-0000-0000-0000-000000000000}"/>
          </ac:picMkLst>
        </pc:picChg>
      </pc:sldChg>
      <pc:sldChg chg="delSp modSp mod">
        <pc:chgData name="Garima Singhal" userId="bd23a5c7e7d7f8f6" providerId="LiveId" clId="{E78840C9-84AF-499A-89F4-969451FB783A}" dt="2024-09-03T04:03:13.310" v="244" actId="478"/>
        <pc:sldMkLst>
          <pc:docMk/>
          <pc:sldMk cId="421900072" sldId="513"/>
        </pc:sldMkLst>
        <pc:spChg chg="mod">
          <ac:chgData name="Garima Singhal" userId="bd23a5c7e7d7f8f6" providerId="LiveId" clId="{E78840C9-84AF-499A-89F4-969451FB783A}" dt="2024-09-03T03:53:32.447" v="2"/>
          <ac:spMkLst>
            <pc:docMk/>
            <pc:sldMk cId="421900072" sldId="513"/>
            <ac:spMk id="7" creationId="{00000000-0000-0000-0000-000000000000}"/>
          </ac:spMkLst>
        </pc:spChg>
        <pc:spChg chg="mod">
          <ac:chgData name="Garima Singhal" userId="bd23a5c7e7d7f8f6" providerId="LiveId" clId="{E78840C9-84AF-499A-89F4-969451FB783A}" dt="2024-09-03T03:53:32.447" v="2"/>
          <ac:spMkLst>
            <pc:docMk/>
            <pc:sldMk cId="421900072" sldId="513"/>
            <ac:spMk id="10" creationId="{00000000-0000-0000-0000-000000000000}"/>
          </ac:spMkLst>
        </pc:spChg>
        <pc:spChg chg="mod">
          <ac:chgData name="Garima Singhal" userId="bd23a5c7e7d7f8f6" providerId="LiveId" clId="{E78840C9-84AF-499A-89F4-969451FB783A}" dt="2024-09-03T03:53:32.447" v="2"/>
          <ac:spMkLst>
            <pc:docMk/>
            <pc:sldMk cId="421900072" sldId="513"/>
            <ac:spMk id="11" creationId="{00000000-0000-0000-0000-000000000000}"/>
          </ac:spMkLst>
        </pc:spChg>
        <pc:picChg chg="del mod">
          <ac:chgData name="Garima Singhal" userId="bd23a5c7e7d7f8f6" providerId="LiveId" clId="{E78840C9-84AF-499A-89F4-969451FB783A}" dt="2024-09-03T04:03:13.310" v="244" actId="478"/>
          <ac:picMkLst>
            <pc:docMk/>
            <pc:sldMk cId="421900072" sldId="513"/>
            <ac:picMk id="8" creationId="{00000000-0000-0000-0000-000000000000}"/>
          </ac:picMkLst>
        </pc:picChg>
      </pc:sldChg>
      <pc:sldChg chg="delSp modSp mod">
        <pc:chgData name="Garima Singhal" userId="bd23a5c7e7d7f8f6" providerId="LiveId" clId="{E78840C9-84AF-499A-89F4-969451FB783A}" dt="2024-09-03T04:03:19.293" v="246" actId="478"/>
        <pc:sldMkLst>
          <pc:docMk/>
          <pc:sldMk cId="4264100950" sldId="514"/>
        </pc:sldMkLst>
        <pc:spChg chg="mod">
          <ac:chgData name="Garima Singhal" userId="bd23a5c7e7d7f8f6" providerId="LiveId" clId="{E78840C9-84AF-499A-89F4-969451FB783A}" dt="2024-09-03T03:53:32.447" v="2"/>
          <ac:spMkLst>
            <pc:docMk/>
            <pc:sldMk cId="4264100950" sldId="514"/>
            <ac:spMk id="7" creationId="{00000000-0000-0000-0000-000000000000}"/>
          </ac:spMkLst>
        </pc:spChg>
        <pc:spChg chg="mod">
          <ac:chgData name="Garima Singhal" userId="bd23a5c7e7d7f8f6" providerId="LiveId" clId="{E78840C9-84AF-499A-89F4-969451FB783A}" dt="2024-09-03T03:53:32.447" v="2"/>
          <ac:spMkLst>
            <pc:docMk/>
            <pc:sldMk cId="4264100950" sldId="514"/>
            <ac:spMk id="10" creationId="{00000000-0000-0000-0000-000000000000}"/>
          </ac:spMkLst>
        </pc:spChg>
        <pc:spChg chg="mod">
          <ac:chgData name="Garima Singhal" userId="bd23a5c7e7d7f8f6" providerId="LiveId" clId="{E78840C9-84AF-499A-89F4-969451FB783A}" dt="2024-09-03T03:53:32.447" v="2"/>
          <ac:spMkLst>
            <pc:docMk/>
            <pc:sldMk cId="4264100950" sldId="514"/>
            <ac:spMk id="11" creationId="{00000000-0000-0000-0000-000000000000}"/>
          </ac:spMkLst>
        </pc:spChg>
        <pc:picChg chg="del mod">
          <ac:chgData name="Garima Singhal" userId="bd23a5c7e7d7f8f6" providerId="LiveId" clId="{E78840C9-84AF-499A-89F4-969451FB783A}" dt="2024-09-03T04:03:19.293" v="246" actId="478"/>
          <ac:picMkLst>
            <pc:docMk/>
            <pc:sldMk cId="4264100950" sldId="514"/>
            <ac:picMk id="8" creationId="{00000000-0000-0000-0000-000000000000}"/>
          </ac:picMkLst>
        </pc:picChg>
      </pc:sldChg>
      <pc:sldChg chg="delSp modSp mod">
        <pc:chgData name="Garima Singhal" userId="bd23a5c7e7d7f8f6" providerId="LiveId" clId="{E78840C9-84AF-499A-89F4-969451FB783A}" dt="2024-09-03T04:03:22.698" v="247" actId="478"/>
        <pc:sldMkLst>
          <pc:docMk/>
          <pc:sldMk cId="2126953817" sldId="515"/>
        </pc:sldMkLst>
        <pc:spChg chg="mod">
          <ac:chgData name="Garima Singhal" userId="bd23a5c7e7d7f8f6" providerId="LiveId" clId="{E78840C9-84AF-499A-89F4-969451FB783A}" dt="2024-09-03T03:53:32.447" v="2"/>
          <ac:spMkLst>
            <pc:docMk/>
            <pc:sldMk cId="2126953817" sldId="515"/>
            <ac:spMk id="7" creationId="{00000000-0000-0000-0000-000000000000}"/>
          </ac:spMkLst>
        </pc:spChg>
        <pc:spChg chg="mod">
          <ac:chgData name="Garima Singhal" userId="bd23a5c7e7d7f8f6" providerId="LiveId" clId="{E78840C9-84AF-499A-89F4-969451FB783A}" dt="2024-09-03T03:53:32.447" v="2"/>
          <ac:spMkLst>
            <pc:docMk/>
            <pc:sldMk cId="2126953817" sldId="515"/>
            <ac:spMk id="10" creationId="{00000000-0000-0000-0000-000000000000}"/>
          </ac:spMkLst>
        </pc:spChg>
        <pc:spChg chg="mod">
          <ac:chgData name="Garima Singhal" userId="bd23a5c7e7d7f8f6" providerId="LiveId" clId="{E78840C9-84AF-499A-89F4-969451FB783A}" dt="2024-09-03T03:53:32.447" v="2"/>
          <ac:spMkLst>
            <pc:docMk/>
            <pc:sldMk cId="2126953817" sldId="515"/>
            <ac:spMk id="11" creationId="{00000000-0000-0000-0000-000000000000}"/>
          </ac:spMkLst>
        </pc:spChg>
        <pc:picChg chg="del mod">
          <ac:chgData name="Garima Singhal" userId="bd23a5c7e7d7f8f6" providerId="LiveId" clId="{E78840C9-84AF-499A-89F4-969451FB783A}" dt="2024-09-03T04:03:22.698" v="247" actId="478"/>
          <ac:picMkLst>
            <pc:docMk/>
            <pc:sldMk cId="2126953817" sldId="515"/>
            <ac:picMk id="8" creationId="{00000000-0000-0000-0000-000000000000}"/>
          </ac:picMkLst>
        </pc:picChg>
      </pc:sldChg>
      <pc:sldChg chg="delSp modSp mod">
        <pc:chgData name="Garima Singhal" userId="bd23a5c7e7d7f8f6" providerId="LiveId" clId="{E78840C9-84AF-499A-89F4-969451FB783A}" dt="2024-09-03T04:03:28.210" v="249" actId="478"/>
        <pc:sldMkLst>
          <pc:docMk/>
          <pc:sldMk cId="1679885054" sldId="516"/>
        </pc:sldMkLst>
        <pc:spChg chg="mod">
          <ac:chgData name="Garima Singhal" userId="bd23a5c7e7d7f8f6" providerId="LiveId" clId="{E78840C9-84AF-499A-89F4-969451FB783A}" dt="2024-09-03T03:53:32.447" v="2"/>
          <ac:spMkLst>
            <pc:docMk/>
            <pc:sldMk cId="1679885054" sldId="516"/>
            <ac:spMk id="7" creationId="{00000000-0000-0000-0000-000000000000}"/>
          </ac:spMkLst>
        </pc:spChg>
        <pc:spChg chg="mod">
          <ac:chgData name="Garima Singhal" userId="bd23a5c7e7d7f8f6" providerId="LiveId" clId="{E78840C9-84AF-499A-89F4-969451FB783A}" dt="2024-09-03T03:53:32.447" v="2"/>
          <ac:spMkLst>
            <pc:docMk/>
            <pc:sldMk cId="1679885054" sldId="516"/>
            <ac:spMk id="10" creationId="{00000000-0000-0000-0000-000000000000}"/>
          </ac:spMkLst>
        </pc:spChg>
        <pc:spChg chg="mod">
          <ac:chgData name="Garima Singhal" userId="bd23a5c7e7d7f8f6" providerId="LiveId" clId="{E78840C9-84AF-499A-89F4-969451FB783A}" dt="2024-09-03T03:53:32.447" v="2"/>
          <ac:spMkLst>
            <pc:docMk/>
            <pc:sldMk cId="1679885054" sldId="516"/>
            <ac:spMk id="11" creationId="{00000000-0000-0000-0000-000000000000}"/>
          </ac:spMkLst>
        </pc:spChg>
        <pc:picChg chg="del mod">
          <ac:chgData name="Garima Singhal" userId="bd23a5c7e7d7f8f6" providerId="LiveId" clId="{E78840C9-84AF-499A-89F4-969451FB783A}" dt="2024-09-03T04:03:28.210" v="249" actId="478"/>
          <ac:picMkLst>
            <pc:docMk/>
            <pc:sldMk cId="1679885054" sldId="516"/>
            <ac:picMk id="8" creationId="{00000000-0000-0000-0000-000000000000}"/>
          </ac:picMkLst>
        </pc:picChg>
      </pc:sldChg>
      <pc:sldChg chg="delSp modSp mod">
        <pc:chgData name="Garima Singhal" userId="bd23a5c7e7d7f8f6" providerId="LiveId" clId="{E78840C9-84AF-499A-89F4-969451FB783A}" dt="2024-09-03T04:03:30.149" v="250" actId="478"/>
        <pc:sldMkLst>
          <pc:docMk/>
          <pc:sldMk cId="1454648142" sldId="517"/>
        </pc:sldMkLst>
        <pc:spChg chg="mod">
          <ac:chgData name="Garima Singhal" userId="bd23a5c7e7d7f8f6" providerId="LiveId" clId="{E78840C9-84AF-499A-89F4-969451FB783A}" dt="2024-09-03T03:53:32.447" v="2"/>
          <ac:spMkLst>
            <pc:docMk/>
            <pc:sldMk cId="1454648142" sldId="517"/>
            <ac:spMk id="7" creationId="{00000000-0000-0000-0000-000000000000}"/>
          </ac:spMkLst>
        </pc:spChg>
        <pc:spChg chg="mod">
          <ac:chgData name="Garima Singhal" userId="bd23a5c7e7d7f8f6" providerId="LiveId" clId="{E78840C9-84AF-499A-89F4-969451FB783A}" dt="2024-09-03T03:53:32.447" v="2"/>
          <ac:spMkLst>
            <pc:docMk/>
            <pc:sldMk cId="1454648142" sldId="517"/>
            <ac:spMk id="10" creationId="{00000000-0000-0000-0000-000000000000}"/>
          </ac:spMkLst>
        </pc:spChg>
        <pc:spChg chg="mod">
          <ac:chgData name="Garima Singhal" userId="bd23a5c7e7d7f8f6" providerId="LiveId" clId="{E78840C9-84AF-499A-89F4-969451FB783A}" dt="2024-09-03T03:53:32.447" v="2"/>
          <ac:spMkLst>
            <pc:docMk/>
            <pc:sldMk cId="1454648142" sldId="517"/>
            <ac:spMk id="11" creationId="{00000000-0000-0000-0000-000000000000}"/>
          </ac:spMkLst>
        </pc:spChg>
        <pc:picChg chg="del mod">
          <ac:chgData name="Garima Singhal" userId="bd23a5c7e7d7f8f6" providerId="LiveId" clId="{E78840C9-84AF-499A-89F4-969451FB783A}" dt="2024-09-03T04:03:30.149" v="250" actId="478"/>
          <ac:picMkLst>
            <pc:docMk/>
            <pc:sldMk cId="1454648142" sldId="517"/>
            <ac:picMk id="8" creationId="{00000000-0000-0000-0000-000000000000}"/>
          </ac:picMkLst>
        </pc:picChg>
      </pc:sldChg>
      <pc:sldChg chg="delSp modSp mod">
        <pc:chgData name="Garima Singhal" userId="bd23a5c7e7d7f8f6" providerId="LiveId" clId="{E78840C9-84AF-499A-89F4-969451FB783A}" dt="2024-09-03T04:03:35.922" v="252" actId="478"/>
        <pc:sldMkLst>
          <pc:docMk/>
          <pc:sldMk cId="3852687455" sldId="518"/>
        </pc:sldMkLst>
        <pc:spChg chg="mod">
          <ac:chgData name="Garima Singhal" userId="bd23a5c7e7d7f8f6" providerId="LiveId" clId="{E78840C9-84AF-499A-89F4-969451FB783A}" dt="2024-09-03T03:53:32.447" v="2"/>
          <ac:spMkLst>
            <pc:docMk/>
            <pc:sldMk cId="3852687455" sldId="518"/>
            <ac:spMk id="7" creationId="{00000000-0000-0000-0000-000000000000}"/>
          </ac:spMkLst>
        </pc:spChg>
        <pc:spChg chg="mod">
          <ac:chgData name="Garima Singhal" userId="bd23a5c7e7d7f8f6" providerId="LiveId" clId="{E78840C9-84AF-499A-89F4-969451FB783A}" dt="2024-09-03T03:53:32.447" v="2"/>
          <ac:spMkLst>
            <pc:docMk/>
            <pc:sldMk cId="3852687455" sldId="518"/>
            <ac:spMk id="10" creationId="{00000000-0000-0000-0000-000000000000}"/>
          </ac:spMkLst>
        </pc:spChg>
        <pc:spChg chg="mod">
          <ac:chgData name="Garima Singhal" userId="bd23a5c7e7d7f8f6" providerId="LiveId" clId="{E78840C9-84AF-499A-89F4-969451FB783A}" dt="2024-09-03T03:53:32.447" v="2"/>
          <ac:spMkLst>
            <pc:docMk/>
            <pc:sldMk cId="3852687455" sldId="518"/>
            <ac:spMk id="11" creationId="{00000000-0000-0000-0000-000000000000}"/>
          </ac:spMkLst>
        </pc:spChg>
        <pc:picChg chg="del mod">
          <ac:chgData name="Garima Singhal" userId="bd23a5c7e7d7f8f6" providerId="LiveId" clId="{E78840C9-84AF-499A-89F4-969451FB783A}" dt="2024-09-03T04:03:35.922" v="252" actId="478"/>
          <ac:picMkLst>
            <pc:docMk/>
            <pc:sldMk cId="3852687455" sldId="518"/>
            <ac:picMk id="8" creationId="{00000000-0000-0000-0000-000000000000}"/>
          </ac:picMkLst>
        </pc:picChg>
      </pc:sldChg>
      <pc:sldChg chg="delSp modSp mod">
        <pc:chgData name="Garima Singhal" userId="bd23a5c7e7d7f8f6" providerId="LiveId" clId="{E78840C9-84AF-499A-89F4-969451FB783A}" dt="2024-09-03T04:03:38.552" v="253" actId="478"/>
        <pc:sldMkLst>
          <pc:docMk/>
          <pc:sldMk cId="875153036" sldId="519"/>
        </pc:sldMkLst>
        <pc:spChg chg="mod">
          <ac:chgData name="Garima Singhal" userId="bd23a5c7e7d7f8f6" providerId="LiveId" clId="{E78840C9-84AF-499A-89F4-969451FB783A}" dt="2024-09-03T03:53:32.447" v="2"/>
          <ac:spMkLst>
            <pc:docMk/>
            <pc:sldMk cId="875153036" sldId="519"/>
            <ac:spMk id="7" creationId="{00000000-0000-0000-0000-000000000000}"/>
          </ac:spMkLst>
        </pc:spChg>
        <pc:spChg chg="mod">
          <ac:chgData name="Garima Singhal" userId="bd23a5c7e7d7f8f6" providerId="LiveId" clId="{E78840C9-84AF-499A-89F4-969451FB783A}" dt="2024-09-03T03:53:32.447" v="2"/>
          <ac:spMkLst>
            <pc:docMk/>
            <pc:sldMk cId="875153036" sldId="519"/>
            <ac:spMk id="10" creationId="{00000000-0000-0000-0000-000000000000}"/>
          </ac:spMkLst>
        </pc:spChg>
        <pc:spChg chg="mod">
          <ac:chgData name="Garima Singhal" userId="bd23a5c7e7d7f8f6" providerId="LiveId" clId="{E78840C9-84AF-499A-89F4-969451FB783A}" dt="2024-09-03T03:53:32.447" v="2"/>
          <ac:spMkLst>
            <pc:docMk/>
            <pc:sldMk cId="875153036" sldId="519"/>
            <ac:spMk id="11" creationId="{00000000-0000-0000-0000-000000000000}"/>
          </ac:spMkLst>
        </pc:spChg>
        <pc:picChg chg="del mod">
          <ac:chgData name="Garima Singhal" userId="bd23a5c7e7d7f8f6" providerId="LiveId" clId="{E78840C9-84AF-499A-89F4-969451FB783A}" dt="2024-09-03T04:03:38.552" v="253" actId="478"/>
          <ac:picMkLst>
            <pc:docMk/>
            <pc:sldMk cId="875153036" sldId="519"/>
            <ac:picMk id="8" creationId="{00000000-0000-0000-0000-000000000000}"/>
          </ac:picMkLst>
        </pc:picChg>
      </pc:sldChg>
      <pc:sldChg chg="delSp modSp mod">
        <pc:chgData name="Garima Singhal" userId="bd23a5c7e7d7f8f6" providerId="LiveId" clId="{E78840C9-84AF-499A-89F4-969451FB783A}" dt="2024-09-03T04:03:42.254" v="254" actId="478"/>
        <pc:sldMkLst>
          <pc:docMk/>
          <pc:sldMk cId="3976934273" sldId="520"/>
        </pc:sldMkLst>
        <pc:spChg chg="mod">
          <ac:chgData name="Garima Singhal" userId="bd23a5c7e7d7f8f6" providerId="LiveId" clId="{E78840C9-84AF-499A-89F4-969451FB783A}" dt="2024-09-03T03:53:32.447" v="2"/>
          <ac:spMkLst>
            <pc:docMk/>
            <pc:sldMk cId="3976934273" sldId="520"/>
            <ac:spMk id="7" creationId="{00000000-0000-0000-0000-000000000000}"/>
          </ac:spMkLst>
        </pc:spChg>
        <pc:spChg chg="mod">
          <ac:chgData name="Garima Singhal" userId="bd23a5c7e7d7f8f6" providerId="LiveId" clId="{E78840C9-84AF-499A-89F4-969451FB783A}" dt="2024-09-03T03:53:32.447" v="2"/>
          <ac:spMkLst>
            <pc:docMk/>
            <pc:sldMk cId="3976934273" sldId="520"/>
            <ac:spMk id="10" creationId="{00000000-0000-0000-0000-000000000000}"/>
          </ac:spMkLst>
        </pc:spChg>
        <pc:spChg chg="mod">
          <ac:chgData name="Garima Singhal" userId="bd23a5c7e7d7f8f6" providerId="LiveId" clId="{E78840C9-84AF-499A-89F4-969451FB783A}" dt="2024-09-03T03:53:32.447" v="2"/>
          <ac:spMkLst>
            <pc:docMk/>
            <pc:sldMk cId="3976934273" sldId="520"/>
            <ac:spMk id="11" creationId="{00000000-0000-0000-0000-000000000000}"/>
          </ac:spMkLst>
        </pc:spChg>
        <pc:picChg chg="del mod">
          <ac:chgData name="Garima Singhal" userId="bd23a5c7e7d7f8f6" providerId="LiveId" clId="{E78840C9-84AF-499A-89F4-969451FB783A}" dt="2024-09-03T04:03:42.254" v="254" actId="478"/>
          <ac:picMkLst>
            <pc:docMk/>
            <pc:sldMk cId="3976934273" sldId="520"/>
            <ac:picMk id="8" creationId="{00000000-0000-0000-0000-000000000000}"/>
          </ac:picMkLst>
        </pc:picChg>
      </pc:sldChg>
      <pc:sldChg chg="delSp modSp mod">
        <pc:chgData name="Garima Singhal" userId="bd23a5c7e7d7f8f6" providerId="LiveId" clId="{E78840C9-84AF-499A-89F4-969451FB783A}" dt="2024-09-03T04:03:47.444" v="256" actId="478"/>
        <pc:sldMkLst>
          <pc:docMk/>
          <pc:sldMk cId="1182573755" sldId="521"/>
        </pc:sldMkLst>
        <pc:spChg chg="mod">
          <ac:chgData name="Garima Singhal" userId="bd23a5c7e7d7f8f6" providerId="LiveId" clId="{E78840C9-84AF-499A-89F4-969451FB783A}" dt="2024-09-03T03:53:32.447" v="2"/>
          <ac:spMkLst>
            <pc:docMk/>
            <pc:sldMk cId="1182573755" sldId="521"/>
            <ac:spMk id="5" creationId="{B9D1EE14-60F6-F364-6EE4-F4A9D7DACED6}"/>
          </ac:spMkLst>
        </pc:spChg>
        <pc:spChg chg="mod">
          <ac:chgData name="Garima Singhal" userId="bd23a5c7e7d7f8f6" providerId="LiveId" clId="{E78840C9-84AF-499A-89F4-969451FB783A}" dt="2024-09-03T03:53:32.447" v="2"/>
          <ac:spMkLst>
            <pc:docMk/>
            <pc:sldMk cId="1182573755" sldId="521"/>
            <ac:spMk id="7" creationId="{00000000-0000-0000-0000-000000000000}"/>
          </ac:spMkLst>
        </pc:spChg>
        <pc:spChg chg="mod">
          <ac:chgData name="Garima Singhal" userId="bd23a5c7e7d7f8f6" providerId="LiveId" clId="{E78840C9-84AF-499A-89F4-969451FB783A}" dt="2024-09-03T03:53:32.447" v="2"/>
          <ac:spMkLst>
            <pc:docMk/>
            <pc:sldMk cId="1182573755" sldId="521"/>
            <ac:spMk id="10" creationId="{00000000-0000-0000-0000-000000000000}"/>
          </ac:spMkLst>
        </pc:spChg>
        <pc:graphicFrameChg chg="mod">
          <ac:chgData name="Garima Singhal" userId="bd23a5c7e7d7f8f6" providerId="LiveId" clId="{E78840C9-84AF-499A-89F4-969451FB783A}" dt="2024-09-03T03:53:32.447" v="2"/>
          <ac:graphicFrameMkLst>
            <pc:docMk/>
            <pc:sldMk cId="1182573755" sldId="521"/>
            <ac:graphicFrameMk id="4" creationId="{CA981E14-9B07-58ED-4F64-E02ECDFE3D61}"/>
          </ac:graphicFrameMkLst>
        </pc:graphicFrameChg>
        <pc:picChg chg="del mod">
          <ac:chgData name="Garima Singhal" userId="bd23a5c7e7d7f8f6" providerId="LiveId" clId="{E78840C9-84AF-499A-89F4-969451FB783A}" dt="2024-09-03T04:03:47.444" v="256" actId="478"/>
          <ac:picMkLst>
            <pc:docMk/>
            <pc:sldMk cId="1182573755" sldId="521"/>
            <ac:picMk id="8" creationId="{00000000-0000-0000-0000-000000000000}"/>
          </ac:picMkLst>
        </pc:picChg>
      </pc:sldChg>
      <pc:sldChg chg="delSp modSp mod">
        <pc:chgData name="Garima Singhal" userId="bd23a5c7e7d7f8f6" providerId="LiveId" clId="{E78840C9-84AF-499A-89F4-969451FB783A}" dt="2024-09-03T04:03:49.821" v="257" actId="478"/>
        <pc:sldMkLst>
          <pc:docMk/>
          <pc:sldMk cId="1242802589" sldId="522"/>
        </pc:sldMkLst>
        <pc:spChg chg="mod">
          <ac:chgData name="Garima Singhal" userId="bd23a5c7e7d7f8f6" providerId="LiveId" clId="{E78840C9-84AF-499A-89F4-969451FB783A}" dt="2024-09-03T03:53:32.447" v="2"/>
          <ac:spMkLst>
            <pc:docMk/>
            <pc:sldMk cId="1242802589" sldId="522"/>
            <ac:spMk id="5" creationId="{472B7922-09A1-B361-92C0-FD752271C5C8}"/>
          </ac:spMkLst>
        </pc:spChg>
        <pc:spChg chg="mod">
          <ac:chgData name="Garima Singhal" userId="bd23a5c7e7d7f8f6" providerId="LiveId" clId="{E78840C9-84AF-499A-89F4-969451FB783A}" dt="2024-09-03T03:53:32.447" v="2"/>
          <ac:spMkLst>
            <pc:docMk/>
            <pc:sldMk cId="1242802589" sldId="522"/>
            <ac:spMk id="7" creationId="{00000000-0000-0000-0000-000000000000}"/>
          </ac:spMkLst>
        </pc:spChg>
        <pc:spChg chg="mod">
          <ac:chgData name="Garima Singhal" userId="bd23a5c7e7d7f8f6" providerId="LiveId" clId="{E78840C9-84AF-499A-89F4-969451FB783A}" dt="2024-09-03T03:53:32.447" v="2"/>
          <ac:spMkLst>
            <pc:docMk/>
            <pc:sldMk cId="1242802589" sldId="522"/>
            <ac:spMk id="10" creationId="{00000000-0000-0000-0000-000000000000}"/>
          </ac:spMkLst>
        </pc:spChg>
        <pc:spChg chg="mod">
          <ac:chgData name="Garima Singhal" userId="bd23a5c7e7d7f8f6" providerId="LiveId" clId="{E78840C9-84AF-499A-89F4-969451FB783A}" dt="2024-09-03T03:53:32.447" v="2"/>
          <ac:spMkLst>
            <pc:docMk/>
            <pc:sldMk cId="1242802589" sldId="522"/>
            <ac:spMk id="11" creationId="{00000000-0000-0000-0000-000000000000}"/>
          </ac:spMkLst>
        </pc:spChg>
        <pc:graphicFrameChg chg="mod">
          <ac:chgData name="Garima Singhal" userId="bd23a5c7e7d7f8f6" providerId="LiveId" clId="{E78840C9-84AF-499A-89F4-969451FB783A}" dt="2024-09-03T03:53:32.447" v="2"/>
          <ac:graphicFrameMkLst>
            <pc:docMk/>
            <pc:sldMk cId="1242802589" sldId="522"/>
            <ac:graphicFrameMk id="4" creationId="{DBD12351-E64E-F8C9-2B70-72038FE63C00}"/>
          </ac:graphicFrameMkLst>
        </pc:graphicFrameChg>
        <pc:picChg chg="del mod">
          <ac:chgData name="Garima Singhal" userId="bd23a5c7e7d7f8f6" providerId="LiveId" clId="{E78840C9-84AF-499A-89F4-969451FB783A}" dt="2024-09-03T04:03:49.821" v="257" actId="478"/>
          <ac:picMkLst>
            <pc:docMk/>
            <pc:sldMk cId="1242802589" sldId="522"/>
            <ac:picMk id="8" creationId="{00000000-0000-0000-0000-000000000000}"/>
          </ac:picMkLst>
        </pc:picChg>
      </pc:sldChg>
      <pc:sldChg chg="delSp modSp mod">
        <pc:chgData name="Garima Singhal" userId="bd23a5c7e7d7f8f6" providerId="LiveId" clId="{E78840C9-84AF-499A-89F4-969451FB783A}" dt="2024-09-03T04:03:52.336" v="258" actId="478"/>
        <pc:sldMkLst>
          <pc:docMk/>
          <pc:sldMk cId="3756451559" sldId="523"/>
        </pc:sldMkLst>
        <pc:spChg chg="mod">
          <ac:chgData name="Garima Singhal" userId="bd23a5c7e7d7f8f6" providerId="LiveId" clId="{E78840C9-84AF-499A-89F4-969451FB783A}" dt="2024-09-03T03:53:32.447" v="2"/>
          <ac:spMkLst>
            <pc:docMk/>
            <pc:sldMk cId="3756451559" sldId="523"/>
            <ac:spMk id="7" creationId="{00000000-0000-0000-0000-000000000000}"/>
          </ac:spMkLst>
        </pc:spChg>
        <pc:spChg chg="mod">
          <ac:chgData name="Garima Singhal" userId="bd23a5c7e7d7f8f6" providerId="LiveId" clId="{E78840C9-84AF-499A-89F4-969451FB783A}" dt="2024-09-03T03:53:32.447" v="2"/>
          <ac:spMkLst>
            <pc:docMk/>
            <pc:sldMk cId="3756451559" sldId="523"/>
            <ac:spMk id="10" creationId="{00000000-0000-0000-0000-000000000000}"/>
          </ac:spMkLst>
        </pc:spChg>
        <pc:picChg chg="del mod">
          <ac:chgData name="Garima Singhal" userId="bd23a5c7e7d7f8f6" providerId="LiveId" clId="{E78840C9-84AF-499A-89F4-969451FB783A}" dt="2024-09-03T04:03:52.336" v="258" actId="478"/>
          <ac:picMkLst>
            <pc:docMk/>
            <pc:sldMk cId="3756451559" sldId="523"/>
            <ac:picMk id="8" creationId="{00000000-0000-0000-0000-000000000000}"/>
          </ac:picMkLst>
        </pc:picChg>
      </pc:sldChg>
      <pc:sldChg chg="delSp modSp mod">
        <pc:chgData name="Garima Singhal" userId="bd23a5c7e7d7f8f6" providerId="LiveId" clId="{E78840C9-84AF-499A-89F4-969451FB783A}" dt="2024-09-03T04:03:58.621" v="260" actId="478"/>
        <pc:sldMkLst>
          <pc:docMk/>
          <pc:sldMk cId="2150777963" sldId="524"/>
        </pc:sldMkLst>
        <pc:spChg chg="mod">
          <ac:chgData name="Garima Singhal" userId="bd23a5c7e7d7f8f6" providerId="LiveId" clId="{E78840C9-84AF-499A-89F4-969451FB783A}" dt="2024-09-03T03:53:32.447" v="2"/>
          <ac:spMkLst>
            <pc:docMk/>
            <pc:sldMk cId="2150777963" sldId="524"/>
            <ac:spMk id="3" creationId="{00000000-0000-0000-0000-000000000000}"/>
          </ac:spMkLst>
        </pc:spChg>
        <pc:spChg chg="mod">
          <ac:chgData name="Garima Singhal" userId="bd23a5c7e7d7f8f6" providerId="LiveId" clId="{E78840C9-84AF-499A-89F4-969451FB783A}" dt="2024-09-03T03:53:32.447" v="2"/>
          <ac:spMkLst>
            <pc:docMk/>
            <pc:sldMk cId="2150777963" sldId="524"/>
            <ac:spMk id="5" creationId="{00000000-0000-0000-0000-000000000000}"/>
          </ac:spMkLst>
        </pc:spChg>
        <pc:spChg chg="mod">
          <ac:chgData name="Garima Singhal" userId="bd23a5c7e7d7f8f6" providerId="LiveId" clId="{E78840C9-84AF-499A-89F4-969451FB783A}" dt="2024-09-03T03:53:32.447" v="2"/>
          <ac:spMkLst>
            <pc:docMk/>
            <pc:sldMk cId="2150777963" sldId="524"/>
            <ac:spMk id="7" creationId="{00000000-0000-0000-0000-000000000000}"/>
          </ac:spMkLst>
        </pc:spChg>
        <pc:picChg chg="del mod">
          <ac:chgData name="Garima Singhal" userId="bd23a5c7e7d7f8f6" providerId="LiveId" clId="{E78840C9-84AF-499A-89F4-969451FB783A}" dt="2024-09-03T04:03:58.621" v="260" actId="478"/>
          <ac:picMkLst>
            <pc:docMk/>
            <pc:sldMk cId="2150777963" sldId="524"/>
            <ac:picMk id="8" creationId="{00000000-0000-0000-0000-000000000000}"/>
          </ac:picMkLst>
        </pc:picChg>
      </pc:sldChg>
      <pc:sldChg chg="delSp modSp mod">
        <pc:chgData name="Garima Singhal" userId="bd23a5c7e7d7f8f6" providerId="LiveId" clId="{E78840C9-84AF-499A-89F4-969451FB783A}" dt="2024-09-03T04:04:10.035" v="264" actId="478"/>
        <pc:sldMkLst>
          <pc:docMk/>
          <pc:sldMk cId="1799324784" sldId="525"/>
        </pc:sldMkLst>
        <pc:spChg chg="mod">
          <ac:chgData name="Garima Singhal" userId="bd23a5c7e7d7f8f6" providerId="LiveId" clId="{E78840C9-84AF-499A-89F4-969451FB783A}" dt="2024-09-03T03:53:32.447" v="2"/>
          <ac:spMkLst>
            <pc:docMk/>
            <pc:sldMk cId="1799324784" sldId="525"/>
            <ac:spMk id="3" creationId="{00000000-0000-0000-0000-000000000000}"/>
          </ac:spMkLst>
        </pc:spChg>
        <pc:spChg chg="mod">
          <ac:chgData name="Garima Singhal" userId="bd23a5c7e7d7f8f6" providerId="LiveId" clId="{E78840C9-84AF-499A-89F4-969451FB783A}" dt="2024-09-03T03:53:32.447" v="2"/>
          <ac:spMkLst>
            <pc:docMk/>
            <pc:sldMk cId="1799324784" sldId="525"/>
            <ac:spMk id="5" creationId="{00000000-0000-0000-0000-000000000000}"/>
          </ac:spMkLst>
        </pc:spChg>
        <pc:spChg chg="mod">
          <ac:chgData name="Garima Singhal" userId="bd23a5c7e7d7f8f6" providerId="LiveId" clId="{E78840C9-84AF-499A-89F4-969451FB783A}" dt="2024-09-03T03:53:32.447" v="2"/>
          <ac:spMkLst>
            <pc:docMk/>
            <pc:sldMk cId="1799324784" sldId="525"/>
            <ac:spMk id="7" creationId="{00000000-0000-0000-0000-000000000000}"/>
          </ac:spMkLst>
        </pc:spChg>
        <pc:picChg chg="del mod">
          <ac:chgData name="Garima Singhal" userId="bd23a5c7e7d7f8f6" providerId="LiveId" clId="{E78840C9-84AF-499A-89F4-969451FB783A}" dt="2024-09-03T04:04:10.035" v="264" actId="478"/>
          <ac:picMkLst>
            <pc:docMk/>
            <pc:sldMk cId="1799324784" sldId="525"/>
            <ac:picMk id="8" creationId="{00000000-0000-0000-0000-000000000000}"/>
          </ac:picMkLst>
        </pc:picChg>
      </pc:sldChg>
      <pc:sldMasterChg chg="addSp modSp mod modSldLayout">
        <pc:chgData name="Garima Singhal" userId="bd23a5c7e7d7f8f6" providerId="LiveId" clId="{E78840C9-84AF-499A-89F4-969451FB783A}" dt="2024-09-03T04:06:05.742" v="396" actId="20577"/>
        <pc:sldMasterMkLst>
          <pc:docMk/>
          <pc:sldMasterMk cId="0" sldId="2147483648"/>
        </pc:sldMasterMkLst>
        <pc:spChg chg="mod">
          <ac:chgData name="Garima Singhal" userId="bd23a5c7e7d7f8f6" providerId="LiveId" clId="{E78840C9-84AF-499A-89F4-969451FB783A}" dt="2024-09-03T03:53:32.447" v="2"/>
          <ac:spMkLst>
            <pc:docMk/>
            <pc:sldMasterMk cId="0" sldId="2147483648"/>
            <ac:spMk id="2" creationId="{00000000-0000-0000-0000-000000000000}"/>
          </ac:spMkLst>
        </pc:spChg>
        <pc:spChg chg="mod">
          <ac:chgData name="Garima Singhal" userId="bd23a5c7e7d7f8f6" providerId="LiveId" clId="{E78840C9-84AF-499A-89F4-969451FB783A}" dt="2024-09-03T03:53:32.447" v="2"/>
          <ac:spMkLst>
            <pc:docMk/>
            <pc:sldMasterMk cId="0" sldId="2147483648"/>
            <ac:spMk id="3" creationId="{00000000-0000-0000-0000-000000000000}"/>
          </ac:spMkLst>
        </pc:spChg>
        <pc:spChg chg="mod">
          <ac:chgData name="Garima Singhal" userId="bd23a5c7e7d7f8f6" providerId="LiveId" clId="{E78840C9-84AF-499A-89F4-969451FB783A}" dt="2024-09-03T03:53:32.447" v="2"/>
          <ac:spMkLst>
            <pc:docMk/>
            <pc:sldMasterMk cId="0" sldId="2147483648"/>
            <ac:spMk id="4" creationId="{00000000-0000-0000-0000-000000000000}"/>
          </ac:spMkLst>
        </pc:spChg>
        <pc:spChg chg="mod">
          <ac:chgData name="Garima Singhal" userId="bd23a5c7e7d7f8f6" providerId="LiveId" clId="{E78840C9-84AF-499A-89F4-969451FB783A}" dt="2024-09-03T03:53:32.447" v="2"/>
          <ac:spMkLst>
            <pc:docMk/>
            <pc:sldMasterMk cId="0" sldId="2147483648"/>
            <ac:spMk id="5" creationId="{00000000-0000-0000-0000-000000000000}"/>
          </ac:spMkLst>
        </pc:spChg>
        <pc:spChg chg="mod">
          <ac:chgData name="Garima Singhal" userId="bd23a5c7e7d7f8f6" providerId="LiveId" clId="{E78840C9-84AF-499A-89F4-969451FB783A}" dt="2024-09-03T03:53:32.447" v="2"/>
          <ac:spMkLst>
            <pc:docMk/>
            <pc:sldMasterMk cId="0" sldId="2147483648"/>
            <ac:spMk id="6" creationId="{00000000-0000-0000-0000-000000000000}"/>
          </ac:spMkLst>
        </pc:spChg>
        <pc:picChg chg="add mod">
          <ac:chgData name="Garima Singhal" userId="bd23a5c7e7d7f8f6" providerId="LiveId" clId="{E78840C9-84AF-499A-89F4-969451FB783A}" dt="2024-09-03T03:58:37.692" v="148" actId="14100"/>
          <ac:picMkLst>
            <pc:docMk/>
            <pc:sldMasterMk cId="0" sldId="2147483648"/>
            <ac:picMk id="7" creationId="{DBE028E7-BB16-CE6A-9EBE-84AC3E4CDD3A}"/>
          </ac:picMkLst>
        </pc:picChg>
        <pc:sldLayoutChg chg="modSp mod">
          <pc:chgData name="Garima Singhal" userId="bd23a5c7e7d7f8f6" providerId="LiveId" clId="{E78840C9-84AF-499A-89F4-969451FB783A}" dt="2024-09-03T03:54:59.131" v="47" actId="2711"/>
          <pc:sldLayoutMkLst>
            <pc:docMk/>
            <pc:sldMasterMk cId="0" sldId="2147483648"/>
            <pc:sldLayoutMk cId="0" sldId="2147483649"/>
          </pc:sldLayoutMkLst>
          <pc:spChg chg="mod">
            <ac:chgData name="Garima Singhal" userId="bd23a5c7e7d7f8f6" providerId="LiveId" clId="{E78840C9-84AF-499A-89F4-969451FB783A}" dt="2024-09-03T03:53:32.447" v="2"/>
            <ac:spMkLst>
              <pc:docMk/>
              <pc:sldMasterMk cId="0" sldId="2147483648"/>
              <pc:sldLayoutMk cId="0" sldId="2147483649"/>
              <ac:spMk id="2" creationId="{00000000-0000-0000-0000-000000000000}"/>
            </ac:spMkLst>
          </pc:spChg>
          <pc:spChg chg="mod">
            <ac:chgData name="Garima Singhal" userId="bd23a5c7e7d7f8f6" providerId="LiveId" clId="{E78840C9-84AF-499A-89F4-969451FB783A}" dt="2024-09-03T03:54:59.131" v="47" actId="2711"/>
            <ac:spMkLst>
              <pc:docMk/>
              <pc:sldMasterMk cId="0" sldId="2147483648"/>
              <pc:sldLayoutMk cId="0" sldId="2147483649"/>
              <ac:spMk id="3" creationId="{00000000-0000-0000-0000-000000000000}"/>
            </ac:spMkLst>
          </pc:spChg>
          <pc:spChg chg="mod">
            <ac:chgData name="Garima Singhal" userId="bd23a5c7e7d7f8f6" providerId="LiveId" clId="{E78840C9-84AF-499A-89F4-969451FB783A}" dt="2024-09-03T03:54:06.212" v="18" actId="20577"/>
            <ac:spMkLst>
              <pc:docMk/>
              <pc:sldMasterMk cId="0" sldId="2147483648"/>
              <pc:sldLayoutMk cId="0" sldId="2147483649"/>
              <ac:spMk id="5" creationId="{00000000-0000-0000-0000-000000000000}"/>
            </ac:spMkLst>
          </pc:spChg>
        </pc:sldLayoutChg>
        <pc:sldLayoutChg chg="modSp mod">
          <pc:chgData name="Garima Singhal" userId="bd23a5c7e7d7f8f6" providerId="LiveId" clId="{E78840C9-84AF-499A-89F4-969451FB783A}" dt="2024-09-03T03:54:41.462" v="45" actId="2711"/>
          <pc:sldLayoutMkLst>
            <pc:docMk/>
            <pc:sldMasterMk cId="0" sldId="2147483648"/>
            <pc:sldLayoutMk cId="0" sldId="2147483650"/>
          </pc:sldLayoutMkLst>
          <pc:spChg chg="mod">
            <ac:chgData name="Garima Singhal" userId="bd23a5c7e7d7f8f6" providerId="LiveId" clId="{E78840C9-84AF-499A-89F4-969451FB783A}" dt="2024-09-03T03:54:41.462" v="45" actId="2711"/>
            <ac:spMkLst>
              <pc:docMk/>
              <pc:sldMasterMk cId="0" sldId="2147483648"/>
              <pc:sldLayoutMk cId="0" sldId="2147483650"/>
              <ac:spMk id="3" creationId="{00000000-0000-0000-0000-000000000000}"/>
            </ac:spMkLst>
          </pc:spChg>
          <pc:spChg chg="mod">
            <ac:chgData name="Garima Singhal" userId="bd23a5c7e7d7f8f6" providerId="LiveId" clId="{E78840C9-84AF-499A-89F4-969451FB783A}" dt="2024-09-03T03:54:32.186" v="44" actId="20577"/>
            <ac:spMkLst>
              <pc:docMk/>
              <pc:sldMasterMk cId="0" sldId="2147483648"/>
              <pc:sldLayoutMk cId="0" sldId="2147483650"/>
              <ac:spMk id="5" creationId="{00000000-0000-0000-0000-000000000000}"/>
            </ac:spMkLst>
          </pc:spChg>
        </pc:sldLayoutChg>
        <pc:sldLayoutChg chg="modSp mod">
          <pc:chgData name="Garima Singhal" userId="bd23a5c7e7d7f8f6" providerId="LiveId" clId="{E78840C9-84AF-499A-89F4-969451FB783A}" dt="2024-09-03T03:55:30.588" v="64" actId="14100"/>
          <pc:sldLayoutMkLst>
            <pc:docMk/>
            <pc:sldMasterMk cId="0" sldId="2147483648"/>
            <pc:sldLayoutMk cId="0" sldId="2147483651"/>
          </pc:sldLayoutMkLst>
          <pc:spChg chg="mod">
            <ac:chgData name="Garima Singhal" userId="bd23a5c7e7d7f8f6" providerId="LiveId" clId="{E78840C9-84AF-499A-89F4-969451FB783A}" dt="2024-09-03T03:53:32.447" v="2"/>
            <ac:spMkLst>
              <pc:docMk/>
              <pc:sldMasterMk cId="0" sldId="2147483648"/>
              <pc:sldLayoutMk cId="0" sldId="2147483651"/>
              <ac:spMk id="2" creationId="{00000000-0000-0000-0000-000000000000}"/>
            </ac:spMkLst>
          </pc:spChg>
          <pc:spChg chg="mod">
            <ac:chgData name="Garima Singhal" userId="bd23a5c7e7d7f8f6" providerId="LiveId" clId="{E78840C9-84AF-499A-89F4-969451FB783A}" dt="2024-09-03T03:55:11.221" v="48" actId="2711"/>
            <ac:spMkLst>
              <pc:docMk/>
              <pc:sldMasterMk cId="0" sldId="2147483648"/>
              <pc:sldLayoutMk cId="0" sldId="2147483651"/>
              <ac:spMk id="3" creationId="{00000000-0000-0000-0000-000000000000}"/>
            </ac:spMkLst>
          </pc:spChg>
          <pc:spChg chg="mod">
            <ac:chgData name="Garima Singhal" userId="bd23a5c7e7d7f8f6" providerId="LiveId" clId="{E78840C9-84AF-499A-89F4-969451FB783A}" dt="2024-09-03T03:55:30.588" v="64" actId="14100"/>
            <ac:spMkLst>
              <pc:docMk/>
              <pc:sldMasterMk cId="0" sldId="2147483648"/>
              <pc:sldLayoutMk cId="0" sldId="2147483651"/>
              <ac:spMk id="5" creationId="{00000000-0000-0000-0000-000000000000}"/>
            </ac:spMkLst>
          </pc:spChg>
        </pc:sldLayoutChg>
        <pc:sldLayoutChg chg="modSp mod">
          <pc:chgData name="Garima Singhal" userId="bd23a5c7e7d7f8f6" providerId="LiveId" clId="{E78840C9-84AF-499A-89F4-969451FB783A}" dt="2024-09-03T03:56:08.026" v="90" actId="20577"/>
          <pc:sldLayoutMkLst>
            <pc:docMk/>
            <pc:sldMasterMk cId="0" sldId="2147483648"/>
            <pc:sldLayoutMk cId="0" sldId="2147483652"/>
          </pc:sldLayoutMkLst>
          <pc:spChg chg="mod">
            <ac:chgData name="Garima Singhal" userId="bd23a5c7e7d7f8f6" providerId="LiveId" clId="{E78840C9-84AF-499A-89F4-969451FB783A}" dt="2024-09-03T03:55:40.548" v="65" actId="2711"/>
            <ac:spMkLst>
              <pc:docMk/>
              <pc:sldMasterMk cId="0" sldId="2147483648"/>
              <pc:sldLayoutMk cId="0" sldId="2147483652"/>
              <ac:spMk id="3" creationId="{00000000-0000-0000-0000-000000000000}"/>
            </ac:spMkLst>
          </pc:spChg>
          <pc:spChg chg="mod">
            <ac:chgData name="Garima Singhal" userId="bd23a5c7e7d7f8f6" providerId="LiveId" clId="{E78840C9-84AF-499A-89F4-969451FB783A}" dt="2024-09-03T03:55:44.978" v="66" actId="2711"/>
            <ac:spMkLst>
              <pc:docMk/>
              <pc:sldMasterMk cId="0" sldId="2147483648"/>
              <pc:sldLayoutMk cId="0" sldId="2147483652"/>
              <ac:spMk id="4" creationId="{00000000-0000-0000-0000-000000000000}"/>
            </ac:spMkLst>
          </pc:spChg>
          <pc:spChg chg="mod">
            <ac:chgData name="Garima Singhal" userId="bd23a5c7e7d7f8f6" providerId="LiveId" clId="{E78840C9-84AF-499A-89F4-969451FB783A}" dt="2024-09-03T03:56:08.026" v="90" actId="20577"/>
            <ac:spMkLst>
              <pc:docMk/>
              <pc:sldMasterMk cId="0" sldId="2147483648"/>
              <pc:sldLayoutMk cId="0" sldId="2147483652"/>
              <ac:spMk id="6" creationId="{00000000-0000-0000-0000-000000000000}"/>
            </ac:spMkLst>
          </pc:spChg>
        </pc:sldLayoutChg>
        <pc:sldLayoutChg chg="modSp mod">
          <pc:chgData name="Garima Singhal" userId="bd23a5c7e7d7f8f6" providerId="LiveId" clId="{E78840C9-84AF-499A-89F4-969451FB783A}" dt="2024-09-03T03:57:32.497" v="126" actId="2711"/>
          <pc:sldLayoutMkLst>
            <pc:docMk/>
            <pc:sldMasterMk cId="0" sldId="2147483648"/>
            <pc:sldLayoutMk cId="0" sldId="2147483653"/>
          </pc:sldLayoutMkLst>
          <pc:spChg chg="mod">
            <ac:chgData name="Garima Singhal" userId="bd23a5c7e7d7f8f6" providerId="LiveId" clId="{E78840C9-84AF-499A-89F4-969451FB783A}" dt="2024-09-03T03:57:23.841" v="124" actId="2711"/>
            <ac:spMkLst>
              <pc:docMk/>
              <pc:sldMasterMk cId="0" sldId="2147483648"/>
              <pc:sldLayoutMk cId="0" sldId="2147483653"/>
              <ac:spMk id="3" creationId="{00000000-0000-0000-0000-000000000000}"/>
            </ac:spMkLst>
          </pc:spChg>
          <pc:spChg chg="mod">
            <ac:chgData name="Garima Singhal" userId="bd23a5c7e7d7f8f6" providerId="LiveId" clId="{E78840C9-84AF-499A-89F4-969451FB783A}" dt="2024-09-03T03:57:19.785" v="123" actId="2711"/>
            <ac:spMkLst>
              <pc:docMk/>
              <pc:sldMasterMk cId="0" sldId="2147483648"/>
              <pc:sldLayoutMk cId="0" sldId="2147483653"/>
              <ac:spMk id="4" creationId="{00000000-0000-0000-0000-000000000000}"/>
            </ac:spMkLst>
          </pc:spChg>
          <pc:spChg chg="mod">
            <ac:chgData name="Garima Singhal" userId="bd23a5c7e7d7f8f6" providerId="LiveId" clId="{E78840C9-84AF-499A-89F4-969451FB783A}" dt="2024-09-03T03:57:27.840" v="125" actId="2711"/>
            <ac:spMkLst>
              <pc:docMk/>
              <pc:sldMasterMk cId="0" sldId="2147483648"/>
              <pc:sldLayoutMk cId="0" sldId="2147483653"/>
              <ac:spMk id="5" creationId="{00000000-0000-0000-0000-000000000000}"/>
            </ac:spMkLst>
          </pc:spChg>
          <pc:spChg chg="mod">
            <ac:chgData name="Garima Singhal" userId="bd23a5c7e7d7f8f6" providerId="LiveId" clId="{E78840C9-84AF-499A-89F4-969451FB783A}" dt="2024-09-03T03:57:32.497" v="126" actId="2711"/>
            <ac:spMkLst>
              <pc:docMk/>
              <pc:sldMasterMk cId="0" sldId="2147483648"/>
              <pc:sldLayoutMk cId="0" sldId="2147483653"/>
              <ac:spMk id="6" creationId="{00000000-0000-0000-0000-000000000000}"/>
            </ac:spMkLst>
          </pc:spChg>
          <pc:spChg chg="mod">
            <ac:chgData name="Garima Singhal" userId="bd23a5c7e7d7f8f6" providerId="LiveId" clId="{E78840C9-84AF-499A-89F4-969451FB783A}" dt="2024-09-03T03:57:01.809" v="122" actId="20577"/>
            <ac:spMkLst>
              <pc:docMk/>
              <pc:sldMasterMk cId="0" sldId="2147483648"/>
              <pc:sldLayoutMk cId="0" sldId="2147483653"/>
              <ac:spMk id="8" creationId="{00000000-0000-0000-0000-000000000000}"/>
            </ac:spMkLst>
          </pc:spChg>
        </pc:sldLayoutChg>
        <pc:sldLayoutChg chg="modSp mod">
          <pc:chgData name="Garima Singhal" userId="bd23a5c7e7d7f8f6" providerId="LiveId" clId="{E78840C9-84AF-499A-89F4-969451FB783A}" dt="2024-09-03T03:57:55.644" v="145" actId="14100"/>
          <pc:sldLayoutMkLst>
            <pc:docMk/>
            <pc:sldMasterMk cId="0" sldId="2147483648"/>
            <pc:sldLayoutMk cId="0" sldId="2147483654"/>
          </pc:sldLayoutMkLst>
          <pc:spChg chg="mod">
            <ac:chgData name="Garima Singhal" userId="bd23a5c7e7d7f8f6" providerId="LiveId" clId="{E78840C9-84AF-499A-89F4-969451FB783A}" dt="2024-09-03T03:57:55.644" v="145" actId="14100"/>
            <ac:spMkLst>
              <pc:docMk/>
              <pc:sldMasterMk cId="0" sldId="2147483648"/>
              <pc:sldLayoutMk cId="0" sldId="2147483654"/>
              <ac:spMk id="4" creationId="{00000000-0000-0000-0000-000000000000}"/>
            </ac:spMkLst>
          </pc:spChg>
        </pc:sldLayoutChg>
        <pc:sldLayoutChg chg="modSp mod">
          <pc:chgData name="Garima Singhal" userId="bd23a5c7e7d7f8f6" providerId="LiveId" clId="{E78840C9-84AF-499A-89F4-969451FB783A}" dt="2024-09-03T04:05:02.605" v="295" actId="2711"/>
          <pc:sldLayoutMkLst>
            <pc:docMk/>
            <pc:sldMasterMk cId="0" sldId="2147483648"/>
            <pc:sldLayoutMk cId="0" sldId="2147483655"/>
          </pc:sldLayoutMkLst>
          <pc:spChg chg="mod">
            <ac:chgData name="Garima Singhal" userId="bd23a5c7e7d7f8f6" providerId="LiveId" clId="{E78840C9-84AF-499A-89F4-969451FB783A}" dt="2024-09-03T04:05:02.605" v="295" actId="2711"/>
            <ac:spMkLst>
              <pc:docMk/>
              <pc:sldMasterMk cId="0" sldId="2147483648"/>
              <pc:sldLayoutMk cId="0" sldId="2147483655"/>
              <ac:spMk id="3" creationId="{00000000-0000-0000-0000-000000000000}"/>
            </ac:spMkLst>
          </pc:spChg>
        </pc:sldLayoutChg>
        <pc:sldLayoutChg chg="modSp mod">
          <pc:chgData name="Garima Singhal" userId="bd23a5c7e7d7f8f6" providerId="LiveId" clId="{E78840C9-84AF-499A-89F4-969451FB783A}" dt="2024-09-03T04:05:25.049" v="332" actId="20577"/>
          <pc:sldLayoutMkLst>
            <pc:docMk/>
            <pc:sldMasterMk cId="0" sldId="2147483648"/>
            <pc:sldLayoutMk cId="0" sldId="2147483656"/>
          </pc:sldLayoutMkLst>
          <pc:spChg chg="mod">
            <ac:chgData name="Garima Singhal" userId="bd23a5c7e7d7f8f6" providerId="LiveId" clId="{E78840C9-84AF-499A-89F4-969451FB783A}" dt="2024-09-03T03:53:32.447" v="2"/>
            <ac:spMkLst>
              <pc:docMk/>
              <pc:sldMasterMk cId="0" sldId="2147483648"/>
              <pc:sldLayoutMk cId="0" sldId="2147483656"/>
              <ac:spMk id="2" creationId="{00000000-0000-0000-0000-000000000000}"/>
            </ac:spMkLst>
          </pc:spChg>
          <pc:spChg chg="mod">
            <ac:chgData name="Garima Singhal" userId="bd23a5c7e7d7f8f6" providerId="LiveId" clId="{E78840C9-84AF-499A-89F4-969451FB783A}" dt="2024-09-03T03:53:32.447" v="2"/>
            <ac:spMkLst>
              <pc:docMk/>
              <pc:sldMasterMk cId="0" sldId="2147483648"/>
              <pc:sldLayoutMk cId="0" sldId="2147483656"/>
              <ac:spMk id="3" creationId="{00000000-0000-0000-0000-000000000000}"/>
            </ac:spMkLst>
          </pc:spChg>
          <pc:spChg chg="mod">
            <ac:chgData name="Garima Singhal" userId="bd23a5c7e7d7f8f6" providerId="LiveId" clId="{E78840C9-84AF-499A-89F4-969451FB783A}" dt="2024-09-03T03:53:32.447" v="2"/>
            <ac:spMkLst>
              <pc:docMk/>
              <pc:sldMasterMk cId="0" sldId="2147483648"/>
              <pc:sldLayoutMk cId="0" sldId="2147483656"/>
              <ac:spMk id="4" creationId="{00000000-0000-0000-0000-000000000000}"/>
            </ac:spMkLst>
          </pc:spChg>
          <pc:spChg chg="mod">
            <ac:chgData name="Garima Singhal" userId="bd23a5c7e7d7f8f6" providerId="LiveId" clId="{E78840C9-84AF-499A-89F4-969451FB783A}" dt="2024-09-03T04:05:25.049" v="332" actId="20577"/>
            <ac:spMkLst>
              <pc:docMk/>
              <pc:sldMasterMk cId="0" sldId="2147483648"/>
              <pc:sldLayoutMk cId="0" sldId="2147483656"/>
              <ac:spMk id="6" creationId="{00000000-0000-0000-0000-000000000000}"/>
            </ac:spMkLst>
          </pc:spChg>
        </pc:sldLayoutChg>
        <pc:sldLayoutChg chg="modSp mod">
          <pc:chgData name="Garima Singhal" userId="bd23a5c7e7d7f8f6" providerId="LiveId" clId="{E78840C9-84AF-499A-89F4-969451FB783A}" dt="2024-09-03T04:05:45.080" v="355" actId="14100"/>
          <pc:sldLayoutMkLst>
            <pc:docMk/>
            <pc:sldMasterMk cId="0" sldId="2147483648"/>
            <pc:sldLayoutMk cId="0" sldId="2147483657"/>
          </pc:sldLayoutMkLst>
          <pc:spChg chg="mod">
            <ac:chgData name="Garima Singhal" userId="bd23a5c7e7d7f8f6" providerId="LiveId" clId="{E78840C9-84AF-499A-89F4-969451FB783A}" dt="2024-09-03T03:53:32.447" v="2"/>
            <ac:spMkLst>
              <pc:docMk/>
              <pc:sldMasterMk cId="0" sldId="2147483648"/>
              <pc:sldLayoutMk cId="0" sldId="2147483657"/>
              <ac:spMk id="2" creationId="{00000000-0000-0000-0000-000000000000}"/>
            </ac:spMkLst>
          </pc:spChg>
          <pc:spChg chg="mod">
            <ac:chgData name="Garima Singhal" userId="bd23a5c7e7d7f8f6" providerId="LiveId" clId="{E78840C9-84AF-499A-89F4-969451FB783A}" dt="2024-09-03T03:53:32.447" v="2"/>
            <ac:spMkLst>
              <pc:docMk/>
              <pc:sldMasterMk cId="0" sldId="2147483648"/>
              <pc:sldLayoutMk cId="0" sldId="2147483657"/>
              <ac:spMk id="3" creationId="{00000000-0000-0000-0000-000000000000}"/>
            </ac:spMkLst>
          </pc:spChg>
          <pc:spChg chg="mod">
            <ac:chgData name="Garima Singhal" userId="bd23a5c7e7d7f8f6" providerId="LiveId" clId="{E78840C9-84AF-499A-89F4-969451FB783A}" dt="2024-09-03T03:53:32.447" v="2"/>
            <ac:spMkLst>
              <pc:docMk/>
              <pc:sldMasterMk cId="0" sldId="2147483648"/>
              <pc:sldLayoutMk cId="0" sldId="2147483657"/>
              <ac:spMk id="4" creationId="{00000000-0000-0000-0000-000000000000}"/>
            </ac:spMkLst>
          </pc:spChg>
          <pc:spChg chg="mod">
            <ac:chgData name="Garima Singhal" userId="bd23a5c7e7d7f8f6" providerId="LiveId" clId="{E78840C9-84AF-499A-89F4-969451FB783A}" dt="2024-09-03T04:05:45.080" v="355" actId="14100"/>
            <ac:spMkLst>
              <pc:docMk/>
              <pc:sldMasterMk cId="0" sldId="2147483648"/>
              <pc:sldLayoutMk cId="0" sldId="2147483657"/>
              <ac:spMk id="6" creationId="{00000000-0000-0000-0000-000000000000}"/>
            </ac:spMkLst>
          </pc:spChg>
        </pc:sldLayoutChg>
        <pc:sldLayoutChg chg="modSp mod">
          <pc:chgData name="Garima Singhal" userId="bd23a5c7e7d7f8f6" providerId="LiveId" clId="{E78840C9-84AF-499A-89F4-969451FB783A}" dt="2024-09-03T04:06:05.742" v="396" actId="20577"/>
          <pc:sldLayoutMkLst>
            <pc:docMk/>
            <pc:sldMasterMk cId="0" sldId="2147483648"/>
            <pc:sldLayoutMk cId="0" sldId="2147483658"/>
          </pc:sldLayoutMkLst>
          <pc:spChg chg="mod">
            <ac:chgData name="Garima Singhal" userId="bd23a5c7e7d7f8f6" providerId="LiveId" clId="{E78840C9-84AF-499A-89F4-969451FB783A}" dt="2024-09-03T04:06:05.742" v="396" actId="20577"/>
            <ac:spMkLst>
              <pc:docMk/>
              <pc:sldMasterMk cId="0" sldId="2147483648"/>
              <pc:sldLayoutMk cId="0" sldId="2147483658"/>
              <ac:spMk id="5" creationId="{00000000-0000-0000-0000-000000000000}"/>
            </ac:spMkLst>
          </pc:spChg>
        </pc:sldLayoutChg>
        <pc:sldLayoutChg chg="modSp">
          <pc:chgData name="Garima Singhal" userId="bd23a5c7e7d7f8f6" providerId="LiveId" clId="{E78840C9-84AF-499A-89F4-969451FB783A}" dt="2024-09-03T03:53:32.447" v="2"/>
          <pc:sldLayoutMkLst>
            <pc:docMk/>
            <pc:sldMasterMk cId="0" sldId="2147483648"/>
            <pc:sldLayoutMk cId="0" sldId="2147483659"/>
          </pc:sldLayoutMkLst>
          <pc:spChg chg="mod">
            <ac:chgData name="Garima Singhal" userId="bd23a5c7e7d7f8f6" providerId="LiveId" clId="{E78840C9-84AF-499A-89F4-969451FB783A}" dt="2024-09-03T03:53:32.447" v="2"/>
            <ac:spMkLst>
              <pc:docMk/>
              <pc:sldMasterMk cId="0" sldId="2147483648"/>
              <pc:sldLayoutMk cId="0" sldId="2147483659"/>
              <ac:spMk id="2" creationId="{00000000-0000-0000-0000-000000000000}"/>
            </ac:spMkLst>
          </pc:spChg>
          <pc:spChg chg="mod">
            <ac:chgData name="Garima Singhal" userId="bd23a5c7e7d7f8f6" providerId="LiveId" clId="{E78840C9-84AF-499A-89F4-969451FB783A}" dt="2024-09-03T03:53:32.447" v="2"/>
            <ac:spMkLst>
              <pc:docMk/>
              <pc:sldMasterMk cId="0" sldId="2147483648"/>
              <pc:sldLayoutMk cId="0" sldId="2147483659"/>
              <ac:spMk id="3" creationId="{00000000-0000-0000-0000-000000000000}"/>
            </ac:spMkLst>
          </pc:spChg>
        </pc:sldLayoutChg>
      </pc:sldMasterChg>
    </pc:docChg>
  </pc:docChgLst>
  <pc:docChgLst>
    <pc:chgData name="Garima Singhal" userId="bd23a5c7e7d7f8f6" providerId="LiveId" clId="{45758F7F-DE2F-4A6D-AE0A-5B8499FF00CB}"/>
    <pc:docChg chg="undo custSel addSld delSld modSld sldOrd">
      <pc:chgData name="Garima Singhal" userId="bd23a5c7e7d7f8f6" providerId="LiveId" clId="{45758F7F-DE2F-4A6D-AE0A-5B8499FF00CB}" dt="2024-03-12T05:07:29.872" v="282" actId="14100"/>
      <pc:docMkLst>
        <pc:docMk/>
      </pc:docMkLst>
      <pc:sldChg chg="del">
        <pc:chgData name="Garima Singhal" userId="bd23a5c7e7d7f8f6" providerId="LiveId" clId="{45758F7F-DE2F-4A6D-AE0A-5B8499FF00CB}" dt="2024-03-12T05:02:58.296" v="270" actId="47"/>
        <pc:sldMkLst>
          <pc:docMk/>
          <pc:sldMk cId="0" sldId="319"/>
        </pc:sldMkLst>
      </pc:sldChg>
      <pc:sldChg chg="add del">
        <pc:chgData name="Garima Singhal" userId="bd23a5c7e7d7f8f6" providerId="LiveId" clId="{45758F7F-DE2F-4A6D-AE0A-5B8499FF00CB}" dt="2024-03-12T04:49:04.699" v="189" actId="47"/>
        <pc:sldMkLst>
          <pc:docMk/>
          <pc:sldMk cId="3378055520" sldId="368"/>
        </pc:sldMkLst>
      </pc:sldChg>
      <pc:sldChg chg="modSp mod">
        <pc:chgData name="Garima Singhal" userId="bd23a5c7e7d7f8f6" providerId="LiveId" clId="{45758F7F-DE2F-4A6D-AE0A-5B8499FF00CB}" dt="2024-03-12T05:04:19.296" v="272" actId="27636"/>
        <pc:sldMkLst>
          <pc:docMk/>
          <pc:sldMk cId="3922263669" sldId="371"/>
        </pc:sldMkLst>
        <pc:spChg chg="mod">
          <ac:chgData name="Garima Singhal" userId="bd23a5c7e7d7f8f6" providerId="LiveId" clId="{45758F7F-DE2F-4A6D-AE0A-5B8499FF00CB}" dt="2024-03-12T05:04:19.296" v="272" actId="27636"/>
          <ac:spMkLst>
            <pc:docMk/>
            <pc:sldMk cId="3922263669" sldId="371"/>
            <ac:spMk id="3" creationId="{00000000-0000-0000-0000-000000000000}"/>
          </ac:spMkLst>
        </pc:spChg>
      </pc:sldChg>
      <pc:sldChg chg="modSp mod">
        <pc:chgData name="Garima Singhal" userId="bd23a5c7e7d7f8f6" providerId="LiveId" clId="{45758F7F-DE2F-4A6D-AE0A-5B8499FF00CB}" dt="2024-03-12T05:02:21.323" v="263" actId="27636"/>
        <pc:sldMkLst>
          <pc:docMk/>
          <pc:sldMk cId="0" sldId="408"/>
        </pc:sldMkLst>
        <pc:spChg chg="mod">
          <ac:chgData name="Garima Singhal" userId="bd23a5c7e7d7f8f6" providerId="LiveId" clId="{45758F7F-DE2F-4A6D-AE0A-5B8499FF00CB}" dt="2024-03-12T05:02:21.323" v="263" actId="27636"/>
          <ac:spMkLst>
            <pc:docMk/>
            <pc:sldMk cId="0" sldId="408"/>
            <ac:spMk id="3" creationId="{00000000-0000-0000-0000-000000000000}"/>
          </ac:spMkLst>
        </pc:spChg>
      </pc:sldChg>
      <pc:sldChg chg="modSp mod">
        <pc:chgData name="Garima Singhal" userId="bd23a5c7e7d7f8f6" providerId="LiveId" clId="{45758F7F-DE2F-4A6D-AE0A-5B8499FF00CB}" dt="2024-03-12T05:06:45.962" v="275"/>
        <pc:sldMkLst>
          <pc:docMk/>
          <pc:sldMk cId="3785312476" sldId="443"/>
        </pc:sldMkLst>
        <pc:spChg chg="mod">
          <ac:chgData name="Garima Singhal" userId="bd23a5c7e7d7f8f6" providerId="LiveId" clId="{45758F7F-DE2F-4A6D-AE0A-5B8499FF00CB}" dt="2024-03-12T05:06:45.962" v="275"/>
          <ac:spMkLst>
            <pc:docMk/>
            <pc:sldMk cId="3785312476" sldId="443"/>
            <ac:spMk id="3" creationId="{00000000-0000-0000-0000-000000000000}"/>
          </ac:spMkLst>
        </pc:spChg>
      </pc:sldChg>
      <pc:sldChg chg="modSp mod">
        <pc:chgData name="Garima Singhal" userId="bd23a5c7e7d7f8f6" providerId="LiveId" clId="{45758F7F-DE2F-4A6D-AE0A-5B8499FF00CB}" dt="2024-03-12T05:02:54.256" v="269" actId="14100"/>
        <pc:sldMkLst>
          <pc:docMk/>
          <pc:sldMk cId="0" sldId="468"/>
        </pc:sldMkLst>
        <pc:spChg chg="mod">
          <ac:chgData name="Garima Singhal" userId="bd23a5c7e7d7f8f6" providerId="LiveId" clId="{45758F7F-DE2F-4A6D-AE0A-5B8499FF00CB}" dt="2024-03-12T05:02:54.256" v="269" actId="14100"/>
          <ac:spMkLst>
            <pc:docMk/>
            <pc:sldMk cId="0" sldId="468"/>
            <ac:spMk id="3" creationId="{00000000-0000-0000-0000-000000000000}"/>
          </ac:spMkLst>
        </pc:spChg>
      </pc:sldChg>
      <pc:sldChg chg="modSp mod">
        <pc:chgData name="Garima Singhal" userId="bd23a5c7e7d7f8f6" providerId="LiveId" clId="{45758F7F-DE2F-4A6D-AE0A-5B8499FF00CB}" dt="2024-03-12T04:52:14.858" v="211" actId="113"/>
        <pc:sldMkLst>
          <pc:docMk/>
          <pc:sldMk cId="4173061743" sldId="496"/>
        </pc:sldMkLst>
        <pc:spChg chg="mod">
          <ac:chgData name="Garima Singhal" userId="bd23a5c7e7d7f8f6" providerId="LiveId" clId="{45758F7F-DE2F-4A6D-AE0A-5B8499FF00CB}" dt="2024-03-12T04:52:14.858" v="211" actId="113"/>
          <ac:spMkLst>
            <pc:docMk/>
            <pc:sldMk cId="4173061743" sldId="496"/>
            <ac:spMk id="10" creationId="{00000000-0000-0000-0000-000000000000}"/>
          </ac:spMkLst>
        </pc:spChg>
      </pc:sldChg>
      <pc:sldChg chg="modSp mod ord">
        <pc:chgData name="Garima Singhal" userId="bd23a5c7e7d7f8f6" providerId="LiveId" clId="{45758F7F-DE2F-4A6D-AE0A-5B8499FF00CB}" dt="2024-03-12T04:51:44.998" v="206" actId="113"/>
        <pc:sldMkLst>
          <pc:docMk/>
          <pc:sldMk cId="3378055520" sldId="497"/>
        </pc:sldMkLst>
        <pc:spChg chg="mod">
          <ac:chgData name="Garima Singhal" userId="bd23a5c7e7d7f8f6" providerId="LiveId" clId="{45758F7F-DE2F-4A6D-AE0A-5B8499FF00CB}" dt="2024-03-12T04:40:09.283" v="66"/>
          <ac:spMkLst>
            <pc:docMk/>
            <pc:sldMk cId="3378055520" sldId="497"/>
            <ac:spMk id="7" creationId="{00000000-0000-0000-0000-000000000000}"/>
          </ac:spMkLst>
        </pc:spChg>
        <pc:spChg chg="mod">
          <ac:chgData name="Garima Singhal" userId="bd23a5c7e7d7f8f6" providerId="LiveId" clId="{45758F7F-DE2F-4A6D-AE0A-5B8499FF00CB}" dt="2024-03-12T04:51:44.998" v="206" actId="113"/>
          <ac:spMkLst>
            <pc:docMk/>
            <pc:sldMk cId="3378055520" sldId="497"/>
            <ac:spMk id="10" creationId="{00000000-0000-0000-0000-000000000000}"/>
          </ac:spMkLst>
        </pc:spChg>
      </pc:sldChg>
      <pc:sldChg chg="add del">
        <pc:chgData name="Garima Singhal" userId="bd23a5c7e7d7f8f6" providerId="LiveId" clId="{45758F7F-DE2F-4A6D-AE0A-5B8499FF00CB}" dt="2024-03-12T04:49:04.699" v="189" actId="47"/>
        <pc:sldMkLst>
          <pc:docMk/>
          <pc:sldMk cId="3378055520" sldId="498"/>
        </pc:sldMkLst>
      </pc:sldChg>
      <pc:sldChg chg="add del">
        <pc:chgData name="Garima Singhal" userId="bd23a5c7e7d7f8f6" providerId="LiveId" clId="{45758F7F-DE2F-4A6D-AE0A-5B8499FF00CB}" dt="2024-03-12T04:49:04.699" v="189" actId="47"/>
        <pc:sldMkLst>
          <pc:docMk/>
          <pc:sldMk cId="3378055520" sldId="499"/>
        </pc:sldMkLst>
      </pc:sldChg>
      <pc:sldChg chg="modSp mod">
        <pc:chgData name="Garima Singhal" userId="bd23a5c7e7d7f8f6" providerId="LiveId" clId="{45758F7F-DE2F-4A6D-AE0A-5B8499FF00CB}" dt="2024-03-12T04:53:25.755" v="214" actId="20577"/>
        <pc:sldMkLst>
          <pc:docMk/>
          <pc:sldMk cId="3378055520" sldId="500"/>
        </pc:sldMkLst>
        <pc:spChg chg="mod">
          <ac:chgData name="Garima Singhal" userId="bd23a5c7e7d7f8f6" providerId="LiveId" clId="{45758F7F-DE2F-4A6D-AE0A-5B8499FF00CB}" dt="2024-03-12T04:53:25.755" v="214" actId="20577"/>
          <ac:spMkLst>
            <pc:docMk/>
            <pc:sldMk cId="3378055520" sldId="500"/>
            <ac:spMk id="7" creationId="{00000000-0000-0000-0000-000000000000}"/>
          </ac:spMkLst>
        </pc:spChg>
        <pc:spChg chg="mod">
          <ac:chgData name="Garima Singhal" userId="bd23a5c7e7d7f8f6" providerId="LiveId" clId="{45758F7F-DE2F-4A6D-AE0A-5B8499FF00CB}" dt="2024-03-12T04:53:16.494" v="212"/>
          <ac:spMkLst>
            <pc:docMk/>
            <pc:sldMk cId="3378055520" sldId="500"/>
            <ac:spMk id="10" creationId="{00000000-0000-0000-0000-000000000000}"/>
          </ac:spMkLst>
        </pc:spChg>
      </pc:sldChg>
      <pc:sldChg chg="modSp add mod">
        <pc:chgData name="Garima Singhal" userId="bd23a5c7e7d7f8f6" providerId="LiveId" clId="{45758F7F-DE2F-4A6D-AE0A-5B8499FF00CB}" dt="2024-03-12T04:52:04.976" v="209" actId="113"/>
        <pc:sldMkLst>
          <pc:docMk/>
          <pc:sldMk cId="47740675" sldId="501"/>
        </pc:sldMkLst>
        <pc:spChg chg="mod">
          <ac:chgData name="Garima Singhal" userId="bd23a5c7e7d7f8f6" providerId="LiveId" clId="{45758F7F-DE2F-4A6D-AE0A-5B8499FF00CB}" dt="2024-03-12T04:36:34.831" v="29" actId="20577"/>
          <ac:spMkLst>
            <pc:docMk/>
            <pc:sldMk cId="47740675" sldId="501"/>
            <ac:spMk id="7" creationId="{00000000-0000-0000-0000-000000000000}"/>
          </ac:spMkLst>
        </pc:spChg>
        <pc:spChg chg="mod">
          <ac:chgData name="Garima Singhal" userId="bd23a5c7e7d7f8f6" providerId="LiveId" clId="{45758F7F-DE2F-4A6D-AE0A-5B8499FF00CB}" dt="2024-03-12T04:52:04.976" v="209" actId="113"/>
          <ac:spMkLst>
            <pc:docMk/>
            <pc:sldMk cId="47740675" sldId="501"/>
            <ac:spMk id="10" creationId="{00000000-0000-0000-0000-000000000000}"/>
          </ac:spMkLst>
        </pc:spChg>
      </pc:sldChg>
      <pc:sldChg chg="addSp modSp add mod">
        <pc:chgData name="Garima Singhal" userId="bd23a5c7e7d7f8f6" providerId="LiveId" clId="{45758F7F-DE2F-4A6D-AE0A-5B8499FF00CB}" dt="2024-03-12T04:51:21.564" v="202" actId="113"/>
        <pc:sldMkLst>
          <pc:docMk/>
          <pc:sldMk cId="964729431" sldId="502"/>
        </pc:sldMkLst>
        <pc:spChg chg="add mod">
          <ac:chgData name="Garima Singhal" userId="bd23a5c7e7d7f8f6" providerId="LiveId" clId="{45758F7F-DE2F-4A6D-AE0A-5B8499FF00CB}" dt="2024-03-12T04:51:21.564" v="202" actId="113"/>
          <ac:spMkLst>
            <pc:docMk/>
            <pc:sldMk cId="964729431" sldId="502"/>
            <ac:spMk id="3" creationId="{090337E4-45D6-5676-B6C3-D950AA7175B3}"/>
          </ac:spMkLst>
        </pc:spChg>
        <pc:spChg chg="mod">
          <ac:chgData name="Garima Singhal" userId="bd23a5c7e7d7f8f6" providerId="LiveId" clId="{45758F7F-DE2F-4A6D-AE0A-5B8499FF00CB}" dt="2024-03-12T04:40:54.347" v="76" actId="108"/>
          <ac:spMkLst>
            <pc:docMk/>
            <pc:sldMk cId="964729431" sldId="502"/>
            <ac:spMk id="7" creationId="{00000000-0000-0000-0000-000000000000}"/>
          </ac:spMkLst>
        </pc:spChg>
        <pc:spChg chg="mod">
          <ac:chgData name="Garima Singhal" userId="bd23a5c7e7d7f8f6" providerId="LiveId" clId="{45758F7F-DE2F-4A6D-AE0A-5B8499FF00CB}" dt="2024-03-12T04:40:57.906" v="98" actId="5793"/>
          <ac:spMkLst>
            <pc:docMk/>
            <pc:sldMk cId="964729431" sldId="502"/>
            <ac:spMk id="10" creationId="{00000000-0000-0000-0000-000000000000}"/>
          </ac:spMkLst>
        </pc:spChg>
      </pc:sldChg>
      <pc:sldChg chg="modSp add mod">
        <pc:chgData name="Garima Singhal" userId="bd23a5c7e7d7f8f6" providerId="LiveId" clId="{45758F7F-DE2F-4A6D-AE0A-5B8499FF00CB}" dt="2024-03-12T04:44:44.941" v="139"/>
        <pc:sldMkLst>
          <pc:docMk/>
          <pc:sldMk cId="720331806" sldId="503"/>
        </pc:sldMkLst>
        <pc:spChg chg="mod">
          <ac:chgData name="Garima Singhal" userId="bd23a5c7e7d7f8f6" providerId="LiveId" clId="{45758F7F-DE2F-4A6D-AE0A-5B8499FF00CB}" dt="2024-03-12T04:44:29.110" v="137" actId="20577"/>
          <ac:spMkLst>
            <pc:docMk/>
            <pc:sldMk cId="720331806" sldId="503"/>
            <ac:spMk id="7" creationId="{00000000-0000-0000-0000-000000000000}"/>
          </ac:spMkLst>
        </pc:spChg>
        <pc:spChg chg="mod">
          <ac:chgData name="Garima Singhal" userId="bd23a5c7e7d7f8f6" providerId="LiveId" clId="{45758F7F-DE2F-4A6D-AE0A-5B8499FF00CB}" dt="2024-03-12T04:44:44.941" v="139"/>
          <ac:spMkLst>
            <pc:docMk/>
            <pc:sldMk cId="720331806" sldId="503"/>
            <ac:spMk id="10" creationId="{00000000-0000-0000-0000-000000000000}"/>
          </ac:spMkLst>
        </pc:spChg>
      </pc:sldChg>
      <pc:sldChg chg="modSp add mod">
        <pc:chgData name="Garima Singhal" userId="bd23a5c7e7d7f8f6" providerId="LiveId" clId="{45758F7F-DE2F-4A6D-AE0A-5B8499FF00CB}" dt="2024-03-12T04:46:42.817" v="153"/>
        <pc:sldMkLst>
          <pc:docMk/>
          <pc:sldMk cId="981852382" sldId="504"/>
        </pc:sldMkLst>
        <pc:spChg chg="mod">
          <ac:chgData name="Garima Singhal" userId="bd23a5c7e7d7f8f6" providerId="LiveId" clId="{45758F7F-DE2F-4A6D-AE0A-5B8499FF00CB}" dt="2024-03-12T04:45:42.414" v="151" actId="108"/>
          <ac:spMkLst>
            <pc:docMk/>
            <pc:sldMk cId="981852382" sldId="504"/>
            <ac:spMk id="7" creationId="{00000000-0000-0000-0000-000000000000}"/>
          </ac:spMkLst>
        </pc:spChg>
        <pc:spChg chg="mod">
          <ac:chgData name="Garima Singhal" userId="bd23a5c7e7d7f8f6" providerId="LiveId" clId="{45758F7F-DE2F-4A6D-AE0A-5B8499FF00CB}" dt="2024-03-12T04:46:42.817" v="153"/>
          <ac:spMkLst>
            <pc:docMk/>
            <pc:sldMk cId="981852382" sldId="504"/>
            <ac:spMk id="10" creationId="{00000000-0000-0000-0000-000000000000}"/>
          </ac:spMkLst>
        </pc:spChg>
      </pc:sldChg>
      <pc:sldChg chg="modSp add mod">
        <pc:chgData name="Garima Singhal" userId="bd23a5c7e7d7f8f6" providerId="LiveId" clId="{45758F7F-DE2F-4A6D-AE0A-5B8499FF00CB}" dt="2024-03-12T04:47:41.217" v="171" actId="20577"/>
        <pc:sldMkLst>
          <pc:docMk/>
          <pc:sldMk cId="1223947625" sldId="505"/>
        </pc:sldMkLst>
        <pc:spChg chg="mod">
          <ac:chgData name="Garima Singhal" userId="bd23a5c7e7d7f8f6" providerId="LiveId" clId="{45758F7F-DE2F-4A6D-AE0A-5B8499FF00CB}" dt="2024-03-12T04:47:27.138" v="167" actId="108"/>
          <ac:spMkLst>
            <pc:docMk/>
            <pc:sldMk cId="1223947625" sldId="505"/>
            <ac:spMk id="7" creationId="{00000000-0000-0000-0000-000000000000}"/>
          </ac:spMkLst>
        </pc:spChg>
        <pc:spChg chg="mod">
          <ac:chgData name="Garima Singhal" userId="bd23a5c7e7d7f8f6" providerId="LiveId" clId="{45758F7F-DE2F-4A6D-AE0A-5B8499FF00CB}" dt="2024-03-12T04:47:41.217" v="171" actId="20577"/>
          <ac:spMkLst>
            <pc:docMk/>
            <pc:sldMk cId="1223947625" sldId="505"/>
            <ac:spMk id="10" creationId="{00000000-0000-0000-0000-000000000000}"/>
          </ac:spMkLst>
        </pc:spChg>
      </pc:sldChg>
      <pc:sldChg chg="modSp add mod">
        <pc:chgData name="Garima Singhal" userId="bd23a5c7e7d7f8f6" providerId="LiveId" clId="{45758F7F-DE2F-4A6D-AE0A-5B8499FF00CB}" dt="2024-03-12T04:48:52.798" v="188"/>
        <pc:sldMkLst>
          <pc:docMk/>
          <pc:sldMk cId="430228739" sldId="506"/>
        </pc:sldMkLst>
        <pc:spChg chg="mod">
          <ac:chgData name="Garima Singhal" userId="bd23a5c7e7d7f8f6" providerId="LiveId" clId="{45758F7F-DE2F-4A6D-AE0A-5B8499FF00CB}" dt="2024-03-12T04:48:41.711" v="186" actId="108"/>
          <ac:spMkLst>
            <pc:docMk/>
            <pc:sldMk cId="430228739" sldId="506"/>
            <ac:spMk id="7" creationId="{00000000-0000-0000-0000-000000000000}"/>
          </ac:spMkLst>
        </pc:spChg>
        <pc:spChg chg="mod">
          <ac:chgData name="Garima Singhal" userId="bd23a5c7e7d7f8f6" providerId="LiveId" clId="{45758F7F-DE2F-4A6D-AE0A-5B8499FF00CB}" dt="2024-03-12T04:48:52.798" v="188"/>
          <ac:spMkLst>
            <pc:docMk/>
            <pc:sldMk cId="430228739" sldId="506"/>
            <ac:spMk id="10" creationId="{00000000-0000-0000-0000-000000000000}"/>
          </ac:spMkLst>
        </pc:spChg>
      </pc:sldChg>
      <pc:sldChg chg="add del">
        <pc:chgData name="Garima Singhal" userId="bd23a5c7e7d7f8f6" providerId="LiveId" clId="{45758F7F-DE2F-4A6D-AE0A-5B8499FF00CB}" dt="2024-03-12T04:49:04.699" v="189" actId="47"/>
        <pc:sldMkLst>
          <pc:docMk/>
          <pc:sldMk cId="4281876462" sldId="507"/>
        </pc:sldMkLst>
      </pc:sldChg>
      <pc:sldChg chg="add del">
        <pc:chgData name="Garima Singhal" userId="bd23a5c7e7d7f8f6" providerId="LiveId" clId="{45758F7F-DE2F-4A6D-AE0A-5B8499FF00CB}" dt="2024-03-12T04:49:04.699" v="189" actId="47"/>
        <pc:sldMkLst>
          <pc:docMk/>
          <pc:sldMk cId="83760548" sldId="508"/>
        </pc:sldMkLst>
      </pc:sldChg>
      <pc:sldChg chg="add del">
        <pc:chgData name="Garima Singhal" userId="bd23a5c7e7d7f8f6" providerId="LiveId" clId="{45758F7F-DE2F-4A6D-AE0A-5B8499FF00CB}" dt="2024-03-12T04:49:04.699" v="189" actId="47"/>
        <pc:sldMkLst>
          <pc:docMk/>
          <pc:sldMk cId="1302746133" sldId="509"/>
        </pc:sldMkLst>
      </pc:sldChg>
      <pc:sldChg chg="addSp modSp add mod">
        <pc:chgData name="Garima Singhal" userId="bd23a5c7e7d7f8f6" providerId="LiveId" clId="{45758F7F-DE2F-4A6D-AE0A-5B8499FF00CB}" dt="2024-03-12T04:43:50.070" v="117" actId="108"/>
        <pc:sldMkLst>
          <pc:docMk/>
          <pc:sldMk cId="2647552431" sldId="510"/>
        </pc:sldMkLst>
        <pc:spChg chg="add">
          <ac:chgData name="Garima Singhal" userId="bd23a5c7e7d7f8f6" providerId="LiveId" clId="{45758F7F-DE2F-4A6D-AE0A-5B8499FF00CB}" dt="2024-03-12T04:42:33.270" v="110"/>
          <ac:spMkLst>
            <pc:docMk/>
            <pc:sldMk cId="2647552431" sldId="510"/>
            <ac:spMk id="2" creationId="{F53B4644-1580-BD81-795C-DECB9AA43F38}"/>
          </ac:spMkLst>
        </pc:spChg>
        <pc:spChg chg="mod">
          <ac:chgData name="Garima Singhal" userId="bd23a5c7e7d7f8f6" providerId="LiveId" clId="{45758F7F-DE2F-4A6D-AE0A-5B8499FF00CB}" dt="2024-03-12T04:43:50.070" v="117" actId="108"/>
          <ac:spMkLst>
            <pc:docMk/>
            <pc:sldMk cId="2647552431" sldId="510"/>
            <ac:spMk id="3" creationId="{090337E4-45D6-5676-B6C3-D950AA7175B3}"/>
          </ac:spMkLst>
        </pc:spChg>
        <pc:spChg chg="add">
          <ac:chgData name="Garima Singhal" userId="bd23a5c7e7d7f8f6" providerId="LiveId" clId="{45758F7F-DE2F-4A6D-AE0A-5B8499FF00CB}" dt="2024-03-12T04:42:37.138" v="112"/>
          <ac:spMkLst>
            <pc:docMk/>
            <pc:sldMk cId="2647552431" sldId="510"/>
            <ac:spMk id="4" creationId="{FEAA0498-9022-019C-EB52-1E0024149ABF}"/>
          </ac:spMkLst>
        </pc:spChg>
        <pc:spChg chg="add">
          <ac:chgData name="Garima Singhal" userId="bd23a5c7e7d7f8f6" providerId="LiveId" clId="{45758F7F-DE2F-4A6D-AE0A-5B8499FF00CB}" dt="2024-03-12T04:42:44.053" v="113"/>
          <ac:spMkLst>
            <pc:docMk/>
            <pc:sldMk cId="2647552431" sldId="510"/>
            <ac:spMk id="5" creationId="{0A3FB55A-972A-AB97-3196-8D2AEED852EC}"/>
          </ac:spMkLst>
        </pc:spChg>
      </pc:sldChg>
      <pc:sldChg chg="modSp add del mod">
        <pc:chgData name="Garima Singhal" userId="bd23a5c7e7d7f8f6" providerId="LiveId" clId="{45758F7F-DE2F-4A6D-AE0A-5B8499FF00CB}" dt="2024-03-12T04:40:13.070" v="67" actId="2696"/>
        <pc:sldMkLst>
          <pc:docMk/>
          <pc:sldMk cId="3217330135" sldId="510"/>
        </pc:sldMkLst>
        <pc:spChg chg="mod">
          <ac:chgData name="Garima Singhal" userId="bd23a5c7e7d7f8f6" providerId="LiveId" clId="{45758F7F-DE2F-4A6D-AE0A-5B8499FF00CB}" dt="2024-03-12T04:38:22.174" v="63" actId="20577"/>
          <ac:spMkLst>
            <pc:docMk/>
            <pc:sldMk cId="3217330135" sldId="510"/>
            <ac:spMk id="10" creationId="{00000000-0000-0000-0000-000000000000}"/>
          </ac:spMkLst>
        </pc:spChg>
      </pc:sldChg>
      <pc:sldChg chg="modSp add mod">
        <pc:chgData name="Garima Singhal" userId="bd23a5c7e7d7f8f6" providerId="LiveId" clId="{45758F7F-DE2F-4A6D-AE0A-5B8499FF00CB}" dt="2024-03-12T04:44:10.687" v="119"/>
        <pc:sldMkLst>
          <pc:docMk/>
          <pc:sldMk cId="759731652" sldId="511"/>
        </pc:sldMkLst>
        <pc:spChg chg="mod">
          <ac:chgData name="Garima Singhal" userId="bd23a5c7e7d7f8f6" providerId="LiveId" clId="{45758F7F-DE2F-4A6D-AE0A-5B8499FF00CB}" dt="2024-03-12T04:44:10.687" v="119"/>
          <ac:spMkLst>
            <pc:docMk/>
            <pc:sldMk cId="759731652" sldId="511"/>
            <ac:spMk id="3" creationId="{090337E4-45D6-5676-B6C3-D950AA7175B3}"/>
          </ac:spMkLst>
        </pc:spChg>
      </pc:sldChg>
      <pc:sldChg chg="modSp add mod">
        <pc:chgData name="Garima Singhal" userId="bd23a5c7e7d7f8f6" providerId="LiveId" clId="{45758F7F-DE2F-4A6D-AE0A-5B8499FF00CB}" dt="2024-03-12T04:44:58.108" v="141"/>
        <pc:sldMkLst>
          <pc:docMk/>
          <pc:sldMk cId="770986960" sldId="512"/>
        </pc:sldMkLst>
        <pc:spChg chg="mod">
          <ac:chgData name="Garima Singhal" userId="bd23a5c7e7d7f8f6" providerId="LiveId" clId="{45758F7F-DE2F-4A6D-AE0A-5B8499FF00CB}" dt="2024-03-12T04:44:58.108" v="141"/>
          <ac:spMkLst>
            <pc:docMk/>
            <pc:sldMk cId="770986960" sldId="512"/>
            <ac:spMk id="10" creationId="{00000000-0000-0000-0000-000000000000}"/>
          </ac:spMkLst>
        </pc:spChg>
      </pc:sldChg>
      <pc:sldChg chg="modSp add mod">
        <pc:chgData name="Garima Singhal" userId="bd23a5c7e7d7f8f6" providerId="LiveId" clId="{45758F7F-DE2F-4A6D-AE0A-5B8499FF00CB}" dt="2024-03-12T04:45:07.983" v="143"/>
        <pc:sldMkLst>
          <pc:docMk/>
          <pc:sldMk cId="421900072" sldId="513"/>
        </pc:sldMkLst>
        <pc:spChg chg="mod">
          <ac:chgData name="Garima Singhal" userId="bd23a5c7e7d7f8f6" providerId="LiveId" clId="{45758F7F-DE2F-4A6D-AE0A-5B8499FF00CB}" dt="2024-03-12T04:45:07.983" v="143"/>
          <ac:spMkLst>
            <pc:docMk/>
            <pc:sldMk cId="421900072" sldId="513"/>
            <ac:spMk id="10" creationId="{00000000-0000-0000-0000-000000000000}"/>
          </ac:spMkLst>
        </pc:spChg>
      </pc:sldChg>
      <pc:sldChg chg="modSp add mod">
        <pc:chgData name="Garima Singhal" userId="bd23a5c7e7d7f8f6" providerId="LiveId" clId="{45758F7F-DE2F-4A6D-AE0A-5B8499FF00CB}" dt="2024-03-12T04:46:53.762" v="155"/>
        <pc:sldMkLst>
          <pc:docMk/>
          <pc:sldMk cId="4264100950" sldId="514"/>
        </pc:sldMkLst>
        <pc:spChg chg="mod">
          <ac:chgData name="Garima Singhal" userId="bd23a5c7e7d7f8f6" providerId="LiveId" clId="{45758F7F-DE2F-4A6D-AE0A-5B8499FF00CB}" dt="2024-03-12T04:46:53.762" v="155"/>
          <ac:spMkLst>
            <pc:docMk/>
            <pc:sldMk cId="4264100950" sldId="514"/>
            <ac:spMk id="10" creationId="{00000000-0000-0000-0000-000000000000}"/>
          </ac:spMkLst>
        </pc:spChg>
      </pc:sldChg>
      <pc:sldChg chg="modSp add mod">
        <pc:chgData name="Garima Singhal" userId="bd23a5c7e7d7f8f6" providerId="LiveId" clId="{45758F7F-DE2F-4A6D-AE0A-5B8499FF00CB}" dt="2024-03-12T04:47:06.439" v="157"/>
        <pc:sldMkLst>
          <pc:docMk/>
          <pc:sldMk cId="2126953817" sldId="515"/>
        </pc:sldMkLst>
        <pc:spChg chg="mod">
          <ac:chgData name="Garima Singhal" userId="bd23a5c7e7d7f8f6" providerId="LiveId" clId="{45758F7F-DE2F-4A6D-AE0A-5B8499FF00CB}" dt="2024-03-12T04:47:06.439" v="157"/>
          <ac:spMkLst>
            <pc:docMk/>
            <pc:sldMk cId="2126953817" sldId="515"/>
            <ac:spMk id="10" creationId="{00000000-0000-0000-0000-000000000000}"/>
          </ac:spMkLst>
        </pc:spChg>
      </pc:sldChg>
      <pc:sldChg chg="modSp add mod">
        <pc:chgData name="Garima Singhal" userId="bd23a5c7e7d7f8f6" providerId="LiveId" clId="{45758F7F-DE2F-4A6D-AE0A-5B8499FF00CB}" dt="2024-03-12T04:47:55.764" v="175" actId="27636"/>
        <pc:sldMkLst>
          <pc:docMk/>
          <pc:sldMk cId="1679885054" sldId="516"/>
        </pc:sldMkLst>
        <pc:spChg chg="mod">
          <ac:chgData name="Garima Singhal" userId="bd23a5c7e7d7f8f6" providerId="LiveId" clId="{45758F7F-DE2F-4A6D-AE0A-5B8499FF00CB}" dt="2024-03-12T04:47:55.764" v="175" actId="27636"/>
          <ac:spMkLst>
            <pc:docMk/>
            <pc:sldMk cId="1679885054" sldId="516"/>
            <ac:spMk id="10" creationId="{00000000-0000-0000-0000-000000000000}"/>
          </ac:spMkLst>
        </pc:spChg>
      </pc:sldChg>
      <pc:sldChg chg="modSp add mod">
        <pc:chgData name="Garima Singhal" userId="bd23a5c7e7d7f8f6" providerId="LiveId" clId="{45758F7F-DE2F-4A6D-AE0A-5B8499FF00CB}" dt="2024-03-12T04:48:10.988" v="179" actId="27636"/>
        <pc:sldMkLst>
          <pc:docMk/>
          <pc:sldMk cId="1454648142" sldId="517"/>
        </pc:sldMkLst>
        <pc:spChg chg="mod">
          <ac:chgData name="Garima Singhal" userId="bd23a5c7e7d7f8f6" providerId="LiveId" clId="{45758F7F-DE2F-4A6D-AE0A-5B8499FF00CB}" dt="2024-03-12T04:48:10.988" v="179" actId="27636"/>
          <ac:spMkLst>
            <pc:docMk/>
            <pc:sldMk cId="1454648142" sldId="517"/>
            <ac:spMk id="10" creationId="{00000000-0000-0000-0000-000000000000}"/>
          </ac:spMkLst>
        </pc:spChg>
      </pc:sldChg>
      <pc:sldChg chg="modSp add mod">
        <pc:chgData name="Garima Singhal" userId="bd23a5c7e7d7f8f6" providerId="LiveId" clId="{45758F7F-DE2F-4A6D-AE0A-5B8499FF00CB}" dt="2024-03-12T04:49:22.077" v="193"/>
        <pc:sldMkLst>
          <pc:docMk/>
          <pc:sldMk cId="3852687455" sldId="518"/>
        </pc:sldMkLst>
        <pc:spChg chg="mod">
          <ac:chgData name="Garima Singhal" userId="bd23a5c7e7d7f8f6" providerId="LiveId" clId="{45758F7F-DE2F-4A6D-AE0A-5B8499FF00CB}" dt="2024-03-12T04:49:22.077" v="193"/>
          <ac:spMkLst>
            <pc:docMk/>
            <pc:sldMk cId="3852687455" sldId="518"/>
            <ac:spMk id="10" creationId="{00000000-0000-0000-0000-000000000000}"/>
          </ac:spMkLst>
        </pc:spChg>
      </pc:sldChg>
      <pc:sldChg chg="modSp add mod">
        <pc:chgData name="Garima Singhal" userId="bd23a5c7e7d7f8f6" providerId="LiveId" clId="{45758F7F-DE2F-4A6D-AE0A-5B8499FF00CB}" dt="2024-03-12T04:49:31.715" v="194"/>
        <pc:sldMkLst>
          <pc:docMk/>
          <pc:sldMk cId="875153036" sldId="519"/>
        </pc:sldMkLst>
        <pc:spChg chg="mod">
          <ac:chgData name="Garima Singhal" userId="bd23a5c7e7d7f8f6" providerId="LiveId" clId="{45758F7F-DE2F-4A6D-AE0A-5B8499FF00CB}" dt="2024-03-12T04:49:31.715" v="194"/>
          <ac:spMkLst>
            <pc:docMk/>
            <pc:sldMk cId="875153036" sldId="519"/>
            <ac:spMk id="10" creationId="{00000000-0000-0000-0000-000000000000}"/>
          </ac:spMkLst>
        </pc:spChg>
      </pc:sldChg>
      <pc:sldChg chg="modSp add mod">
        <pc:chgData name="Garima Singhal" userId="bd23a5c7e7d7f8f6" providerId="LiveId" clId="{45758F7F-DE2F-4A6D-AE0A-5B8499FF00CB}" dt="2024-03-12T04:49:47.757" v="195"/>
        <pc:sldMkLst>
          <pc:docMk/>
          <pc:sldMk cId="3976934273" sldId="520"/>
        </pc:sldMkLst>
        <pc:spChg chg="mod">
          <ac:chgData name="Garima Singhal" userId="bd23a5c7e7d7f8f6" providerId="LiveId" clId="{45758F7F-DE2F-4A6D-AE0A-5B8499FF00CB}" dt="2024-03-12T04:49:47.757" v="195"/>
          <ac:spMkLst>
            <pc:docMk/>
            <pc:sldMk cId="3976934273" sldId="520"/>
            <ac:spMk id="10" creationId="{00000000-0000-0000-0000-000000000000}"/>
          </ac:spMkLst>
        </pc:spChg>
      </pc:sldChg>
      <pc:sldChg chg="addSp delSp modSp add mod">
        <pc:chgData name="Garima Singhal" userId="bd23a5c7e7d7f8f6" providerId="LiveId" clId="{45758F7F-DE2F-4A6D-AE0A-5B8499FF00CB}" dt="2024-03-12T04:55:09.483" v="243" actId="14100"/>
        <pc:sldMkLst>
          <pc:docMk/>
          <pc:sldMk cId="1182573755" sldId="521"/>
        </pc:sldMkLst>
        <pc:spChg chg="add mod">
          <ac:chgData name="Garima Singhal" userId="bd23a5c7e7d7f8f6" providerId="LiveId" clId="{45758F7F-DE2F-4A6D-AE0A-5B8499FF00CB}" dt="2024-03-12T04:54:23.467" v="231"/>
          <ac:spMkLst>
            <pc:docMk/>
            <pc:sldMk cId="1182573755" sldId="521"/>
            <ac:spMk id="3" creationId="{43DC07C7-50A3-CF02-887E-DC67E2F56CAB}"/>
          </ac:spMkLst>
        </pc:spChg>
        <pc:spChg chg="add del mod">
          <ac:chgData name="Garima Singhal" userId="bd23a5c7e7d7f8f6" providerId="LiveId" clId="{45758F7F-DE2F-4A6D-AE0A-5B8499FF00CB}" dt="2024-03-12T04:55:09.483" v="243" actId="14100"/>
          <ac:spMkLst>
            <pc:docMk/>
            <pc:sldMk cId="1182573755" sldId="521"/>
            <ac:spMk id="5" creationId="{B9D1EE14-60F6-F364-6EE4-F4A9D7DACED6}"/>
          </ac:spMkLst>
        </pc:spChg>
        <pc:spChg chg="mod">
          <ac:chgData name="Garima Singhal" userId="bd23a5c7e7d7f8f6" providerId="LiveId" clId="{45758F7F-DE2F-4A6D-AE0A-5B8499FF00CB}" dt="2024-03-12T04:54:33.976" v="233"/>
          <ac:spMkLst>
            <pc:docMk/>
            <pc:sldMk cId="1182573755" sldId="521"/>
            <ac:spMk id="10" creationId="{00000000-0000-0000-0000-000000000000}"/>
          </ac:spMkLst>
        </pc:spChg>
        <pc:graphicFrameChg chg="add del mod modGraphic">
          <ac:chgData name="Garima Singhal" userId="bd23a5c7e7d7f8f6" providerId="LiveId" clId="{45758F7F-DE2F-4A6D-AE0A-5B8499FF00CB}" dt="2024-03-12T04:54:22.455" v="229" actId="14100"/>
          <ac:graphicFrameMkLst>
            <pc:docMk/>
            <pc:sldMk cId="1182573755" sldId="521"/>
            <ac:graphicFrameMk id="2" creationId="{CD621405-B52F-5485-F48F-608EE1079E34}"/>
          </ac:graphicFrameMkLst>
        </pc:graphicFrameChg>
        <pc:graphicFrameChg chg="add del mod">
          <ac:chgData name="Garima Singhal" userId="bd23a5c7e7d7f8f6" providerId="LiveId" clId="{45758F7F-DE2F-4A6D-AE0A-5B8499FF00CB}" dt="2024-03-12T04:55:09.483" v="243" actId="14100"/>
          <ac:graphicFrameMkLst>
            <pc:docMk/>
            <pc:sldMk cId="1182573755" sldId="521"/>
            <ac:graphicFrameMk id="4" creationId="{CA981E14-9B07-58ED-4F64-E02ECDFE3D61}"/>
          </ac:graphicFrameMkLst>
        </pc:graphicFrameChg>
      </pc:sldChg>
      <pc:sldChg chg="addSp modSp add mod">
        <pc:chgData name="Garima Singhal" userId="bd23a5c7e7d7f8f6" providerId="LiveId" clId="{45758F7F-DE2F-4A6D-AE0A-5B8499FF00CB}" dt="2024-03-12T05:07:29.872" v="282" actId="14100"/>
        <pc:sldMkLst>
          <pc:docMk/>
          <pc:sldMk cId="1242802589" sldId="522"/>
        </pc:sldMkLst>
        <pc:spChg chg="add">
          <ac:chgData name="Garima Singhal" userId="bd23a5c7e7d7f8f6" providerId="LiveId" clId="{45758F7F-DE2F-4A6D-AE0A-5B8499FF00CB}" dt="2024-03-12T04:55:41.605" v="244"/>
          <ac:spMkLst>
            <pc:docMk/>
            <pc:sldMk cId="1242802589" sldId="522"/>
            <ac:spMk id="2" creationId="{40F89A58-9D58-8C09-5285-A5AB5D20116A}"/>
          </ac:spMkLst>
        </pc:spChg>
        <pc:spChg chg="add">
          <ac:chgData name="Garima Singhal" userId="bd23a5c7e7d7f8f6" providerId="LiveId" clId="{45758F7F-DE2F-4A6D-AE0A-5B8499FF00CB}" dt="2024-03-12T04:55:44.992" v="246"/>
          <ac:spMkLst>
            <pc:docMk/>
            <pc:sldMk cId="1242802589" sldId="522"/>
            <ac:spMk id="3" creationId="{07695E25-C95B-4E6E-F106-62DB6386F153}"/>
          </ac:spMkLst>
        </pc:spChg>
        <pc:spChg chg="add mod">
          <ac:chgData name="Garima Singhal" userId="bd23a5c7e7d7f8f6" providerId="LiveId" clId="{45758F7F-DE2F-4A6D-AE0A-5B8499FF00CB}" dt="2024-03-12T04:56:16.270" v="254" actId="14100"/>
          <ac:spMkLst>
            <pc:docMk/>
            <pc:sldMk cId="1242802589" sldId="522"/>
            <ac:spMk id="5" creationId="{472B7922-09A1-B361-92C0-FD752271C5C8}"/>
          </ac:spMkLst>
        </pc:spChg>
        <pc:spChg chg="mod">
          <ac:chgData name="Garima Singhal" userId="bd23a5c7e7d7f8f6" providerId="LiveId" clId="{45758F7F-DE2F-4A6D-AE0A-5B8499FF00CB}" dt="2024-03-12T04:55:44.480" v="245" actId="20577"/>
          <ac:spMkLst>
            <pc:docMk/>
            <pc:sldMk cId="1242802589" sldId="522"/>
            <ac:spMk id="10" creationId="{00000000-0000-0000-0000-000000000000}"/>
          </ac:spMkLst>
        </pc:spChg>
        <pc:spChg chg="mod">
          <ac:chgData name="Garima Singhal" userId="bd23a5c7e7d7f8f6" providerId="LiveId" clId="{45758F7F-DE2F-4A6D-AE0A-5B8499FF00CB}" dt="2024-03-12T05:07:29.872" v="282" actId="14100"/>
          <ac:spMkLst>
            <pc:docMk/>
            <pc:sldMk cId="1242802589" sldId="522"/>
            <ac:spMk id="11" creationId="{00000000-0000-0000-0000-000000000000}"/>
          </ac:spMkLst>
        </pc:spChg>
        <pc:graphicFrameChg chg="add mod">
          <ac:chgData name="Garima Singhal" userId="bd23a5c7e7d7f8f6" providerId="LiveId" clId="{45758F7F-DE2F-4A6D-AE0A-5B8499FF00CB}" dt="2024-03-12T04:55:59.320" v="247"/>
          <ac:graphicFrameMkLst>
            <pc:docMk/>
            <pc:sldMk cId="1242802589" sldId="522"/>
            <ac:graphicFrameMk id="4" creationId="{DBD12351-E64E-F8C9-2B70-72038FE63C00}"/>
          </ac:graphicFrameMkLst>
        </pc:graphicFrameChg>
      </pc:sldChg>
      <pc:sldChg chg="modSp add mod">
        <pc:chgData name="Garima Singhal" userId="bd23a5c7e7d7f8f6" providerId="LiveId" clId="{45758F7F-DE2F-4A6D-AE0A-5B8499FF00CB}" dt="2024-03-12T04:56:32.755" v="255"/>
        <pc:sldMkLst>
          <pc:docMk/>
          <pc:sldMk cId="3756451559" sldId="523"/>
        </pc:sldMkLst>
        <pc:spChg chg="mod">
          <ac:chgData name="Garima Singhal" userId="bd23a5c7e7d7f8f6" providerId="LiveId" clId="{45758F7F-DE2F-4A6D-AE0A-5B8499FF00CB}" dt="2024-03-12T04:56:32.755" v="255"/>
          <ac:spMkLst>
            <pc:docMk/>
            <pc:sldMk cId="3756451559" sldId="523"/>
            <ac:spMk id="10" creationId="{00000000-0000-0000-0000-000000000000}"/>
          </ac:spMkLst>
        </pc:spChg>
      </pc:sldChg>
      <pc:sldChg chg="modSp add mod">
        <pc:chgData name="Garima Singhal" userId="bd23a5c7e7d7f8f6" providerId="LiveId" clId="{45758F7F-DE2F-4A6D-AE0A-5B8499FF00CB}" dt="2024-03-12T05:02:07.214" v="260" actId="27636"/>
        <pc:sldMkLst>
          <pc:docMk/>
          <pc:sldMk cId="2150777963" sldId="524"/>
        </pc:sldMkLst>
        <pc:spChg chg="mod">
          <ac:chgData name="Garima Singhal" userId="bd23a5c7e7d7f8f6" providerId="LiveId" clId="{45758F7F-DE2F-4A6D-AE0A-5B8499FF00CB}" dt="2024-03-12T05:02:07.214" v="260" actId="27636"/>
          <ac:spMkLst>
            <pc:docMk/>
            <pc:sldMk cId="2150777963" sldId="524"/>
            <ac:spMk id="3" creationId="{00000000-0000-0000-0000-000000000000}"/>
          </ac:spMkLst>
        </pc:spChg>
      </pc:sldChg>
      <pc:sldChg chg="add del">
        <pc:chgData name="Garima Singhal" userId="bd23a5c7e7d7f8f6" providerId="LiveId" clId="{45758F7F-DE2F-4A6D-AE0A-5B8499FF00CB}" dt="2024-03-12T05:04:37.939" v="274" actId="2696"/>
        <pc:sldMkLst>
          <pc:docMk/>
          <pc:sldMk cId="540323751" sldId="525"/>
        </pc:sldMkLst>
      </pc:sldChg>
      <pc:sldChg chg="modSp add mod">
        <pc:chgData name="Garima Singhal" userId="bd23a5c7e7d7f8f6" providerId="LiveId" clId="{45758F7F-DE2F-4A6D-AE0A-5B8499FF00CB}" dt="2024-03-12T05:06:57.394" v="278" actId="27636"/>
        <pc:sldMkLst>
          <pc:docMk/>
          <pc:sldMk cId="1799324784" sldId="525"/>
        </pc:sldMkLst>
        <pc:spChg chg="mod">
          <ac:chgData name="Garima Singhal" userId="bd23a5c7e7d7f8f6" providerId="LiveId" clId="{45758F7F-DE2F-4A6D-AE0A-5B8499FF00CB}" dt="2024-03-12T05:06:57.394" v="278" actId="27636"/>
          <ac:spMkLst>
            <pc:docMk/>
            <pc:sldMk cId="1799324784" sldId="525"/>
            <ac:spMk id="3" creationId="{00000000-0000-0000-0000-000000000000}"/>
          </ac:spMkLst>
        </pc:spChg>
      </pc:sldChg>
      <pc:sldChg chg="add del">
        <pc:chgData name="Garima Singhal" userId="bd23a5c7e7d7f8f6" providerId="LiveId" clId="{45758F7F-DE2F-4A6D-AE0A-5B8499FF00CB}" dt="2024-03-12T05:07:05.550" v="280" actId="47"/>
        <pc:sldMkLst>
          <pc:docMk/>
          <pc:sldMk cId="413805831" sldId="5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38090701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38223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3090837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61617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487731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1024204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102420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1024204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65AB374-1CF8-4A91-821E-3F0B29891CAE}" type="datetime1">
              <a:rPr lang="en-US" smtClean="0"/>
              <a:t>8/20/2025</a:t>
            </a:fld>
            <a:endParaRPr lang="en-US"/>
          </a:p>
        </p:txBody>
      </p:sp>
      <p:sp>
        <p:nvSpPr>
          <p:cNvPr id="5" name="Footer Placeholder 4"/>
          <p:cNvSpPr>
            <a:spLocks noGrp="1"/>
          </p:cNvSpPr>
          <p:nvPr>
            <p:ph type="ftr" sz="quarter" idx="11"/>
          </p:nvPr>
        </p:nvSpPr>
        <p:spPr>
          <a:xfrm>
            <a:off x="2286000" y="6356351"/>
            <a:ext cx="77724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12C952C-FDF9-40FD-AFEF-E3861F198251}" type="datetime1">
              <a:rPr lang="en-US" smtClean="0"/>
              <a:t>8/20/2025</a:t>
            </a:fld>
            <a:endParaRPr lang="en-US"/>
          </a:p>
        </p:txBody>
      </p:sp>
      <p:sp>
        <p:nvSpPr>
          <p:cNvPr id="5" name="Footer Placeholder 4"/>
          <p:cNvSpPr>
            <a:spLocks noGrp="1"/>
          </p:cNvSpPr>
          <p:nvPr>
            <p:ph type="ftr" sz="quarter" idx="11"/>
          </p:nvPr>
        </p:nvSpPr>
        <p:spPr>
          <a:xfrm>
            <a:off x="1981200" y="6356351"/>
            <a:ext cx="86868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E3630F1-0307-4659-B06F-7AE2DF222D17}" type="datetime1">
              <a:rPr lang="en-US" smtClean="0"/>
              <a:t>8/20/2025</a:t>
            </a:fld>
            <a:endParaRPr lang="en-US"/>
          </a:p>
        </p:txBody>
      </p:sp>
      <p:sp>
        <p:nvSpPr>
          <p:cNvPr id="5" name="Footer Placeholder 4"/>
          <p:cNvSpPr>
            <a:spLocks noGrp="1"/>
          </p:cNvSpPr>
          <p:nvPr>
            <p:ph type="ftr" sz="quarter" idx="11"/>
          </p:nvPr>
        </p:nvSpPr>
        <p:spPr>
          <a:xfrm>
            <a:off x="2133600" y="6356351"/>
            <a:ext cx="73914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8B43533-7038-46D8-AB6C-FFDC1FBA7289}" type="datetime1">
              <a:rPr lang="en-US" smtClean="0"/>
              <a:t>8/20/2025</a:t>
            </a:fld>
            <a:endParaRPr lang="en-US"/>
          </a:p>
        </p:txBody>
      </p:sp>
      <p:sp>
        <p:nvSpPr>
          <p:cNvPr id="6" name="Footer Placeholder 5"/>
          <p:cNvSpPr>
            <a:spLocks noGrp="1"/>
          </p:cNvSpPr>
          <p:nvPr>
            <p:ph type="ftr" sz="quarter" idx="11"/>
          </p:nvPr>
        </p:nvSpPr>
        <p:spPr>
          <a:xfrm>
            <a:off x="1828800" y="6356351"/>
            <a:ext cx="7924800" cy="365125"/>
          </a:xfrm>
        </p:spPr>
        <p:txBody>
          <a:bodyPr/>
          <a:lstStyle/>
          <a:p>
            <a:r>
              <a:rPr lang="en-US"/>
              <a:t>Faculty Name: Amit Kumar Subject code and abbreviation - AOE0770 (Finance for Engineers)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mj-lt"/>
              </a:defRPr>
            </a:lvl1pPr>
            <a:lvl2pPr>
              <a:defRPr sz="2000">
                <a:latin typeface="+mj-lt"/>
              </a:defRPr>
            </a:lvl2pPr>
            <a:lvl3pPr>
              <a:defRPr sz="1800">
                <a:latin typeface="+mj-lt"/>
              </a:defRPr>
            </a:lvl3pPr>
            <a:lvl4pPr>
              <a:defRPr sz="1600">
                <a:latin typeface="+mj-lt"/>
              </a:defRPr>
            </a:lvl4pPr>
            <a:lvl5pPr>
              <a:defRPr sz="1600">
                <a:latin typeface="+mj-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3547F1A5-032F-461C-873D-6D7A22369C26}" type="datetime1">
              <a:rPr lang="en-US" smtClean="0"/>
              <a:t>8/20/2025</a:t>
            </a:fld>
            <a:endParaRPr lang="en-US"/>
          </a:p>
        </p:txBody>
      </p:sp>
      <p:sp>
        <p:nvSpPr>
          <p:cNvPr id="8" name="Footer Placeholder 7"/>
          <p:cNvSpPr>
            <a:spLocks noGrp="1"/>
          </p:cNvSpPr>
          <p:nvPr>
            <p:ph type="ftr" sz="quarter" idx="11"/>
          </p:nvPr>
        </p:nvSpPr>
        <p:spPr>
          <a:xfrm>
            <a:off x="2637367" y="6356351"/>
            <a:ext cx="7497233" cy="365125"/>
          </a:xfrm>
        </p:spPr>
        <p:txBody>
          <a:bodyPr/>
          <a:lstStyle/>
          <a:p>
            <a:r>
              <a:rPr lang="en-US"/>
              <a:t>Faculty Name: Amit Kumar Subject code and abbreviation - AOE0770 (Finance for Engineers)                                 Unit III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A7FCADD-96E3-43F9-BD5D-707E20047A3F}" type="datetime1">
              <a:rPr lang="en-US" smtClean="0"/>
              <a:t>8/20/2025</a:t>
            </a:fld>
            <a:endParaRPr lang="en-US"/>
          </a:p>
        </p:txBody>
      </p:sp>
      <p:sp>
        <p:nvSpPr>
          <p:cNvPr id="4" name="Footer Placeholder 3"/>
          <p:cNvSpPr>
            <a:spLocks noGrp="1"/>
          </p:cNvSpPr>
          <p:nvPr>
            <p:ph type="ftr" sz="quarter" idx="11"/>
          </p:nvPr>
        </p:nvSpPr>
        <p:spPr>
          <a:xfrm>
            <a:off x="2895600" y="6356351"/>
            <a:ext cx="7543800" cy="365125"/>
          </a:xfrm>
        </p:spPr>
        <p:txBody>
          <a:bodyPr/>
          <a:lstStyle/>
          <a:p>
            <a:r>
              <a:rPr lang="en-US"/>
              <a:t>Faculty Name: Amit Kumar Subject code and abbreviation - AOE0770 (Finance for Engineers)                                 Unit III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982B2A-83A3-45BC-91AA-5AF4638D63ED}" type="datetime1">
              <a:rPr lang="en-US" smtClean="0"/>
              <a:t>8/20/2025</a:t>
            </a:fld>
            <a:endParaRPr lang="en-US"/>
          </a:p>
        </p:txBody>
      </p:sp>
      <p:sp>
        <p:nvSpPr>
          <p:cNvPr id="3" name="Footer Placeholder 2"/>
          <p:cNvSpPr>
            <a:spLocks noGrp="1"/>
          </p:cNvSpPr>
          <p:nvPr>
            <p:ph type="ftr" sz="quarter" idx="11"/>
          </p:nvPr>
        </p:nvSpPr>
        <p:spPr>
          <a:xfrm>
            <a:off x="2438400" y="6356351"/>
            <a:ext cx="7848600" cy="365125"/>
          </a:xfrm>
        </p:spPr>
        <p:txBody>
          <a:bodyPr/>
          <a:lstStyle>
            <a:lvl1pPr>
              <a:defRPr>
                <a:latin typeface="+mj-lt"/>
              </a:defRPr>
            </a:lvl1pPr>
          </a:lstStyle>
          <a:p>
            <a:r>
              <a:rPr lang="en-US"/>
              <a:t>Faculty Name: Amit Kumar Subject code and abbreviation - AOE0770 (Finance for Engineers)                                 Unit III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CBEB8C-291A-476A-9627-BD9FA5C1D04B}" type="datetime1">
              <a:rPr lang="en-US" smtClean="0"/>
              <a:t>8/20/2025</a:t>
            </a:fld>
            <a:endParaRPr lang="en-US"/>
          </a:p>
        </p:txBody>
      </p:sp>
      <p:sp>
        <p:nvSpPr>
          <p:cNvPr id="6" name="Footer Placeholder 5"/>
          <p:cNvSpPr>
            <a:spLocks noGrp="1"/>
          </p:cNvSpPr>
          <p:nvPr>
            <p:ph type="ftr" sz="quarter" idx="11"/>
          </p:nvPr>
        </p:nvSpPr>
        <p:spPr>
          <a:xfrm>
            <a:off x="2438400" y="6356351"/>
            <a:ext cx="7696200" cy="365125"/>
          </a:xfrm>
        </p:spPr>
        <p:txBody>
          <a:bodyPr/>
          <a:lstStyle/>
          <a:p>
            <a:r>
              <a:rPr lang="en-US"/>
              <a:t>Faculty Name: Amit Kumar Subject code and abbreviation - AOE0770 (Finance for Engineers)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19A0AF-4CDD-4FDA-AA0E-4FC173737FEC}" type="datetime1">
              <a:rPr lang="en-US" smtClean="0"/>
              <a:t>8/20/2025</a:t>
            </a:fld>
            <a:endParaRPr lang="en-US"/>
          </a:p>
        </p:txBody>
      </p:sp>
      <p:sp>
        <p:nvSpPr>
          <p:cNvPr id="6" name="Footer Placeholder 5"/>
          <p:cNvSpPr>
            <a:spLocks noGrp="1"/>
          </p:cNvSpPr>
          <p:nvPr>
            <p:ph type="ftr" sz="quarter" idx="11"/>
          </p:nvPr>
        </p:nvSpPr>
        <p:spPr>
          <a:xfrm>
            <a:off x="2133600" y="6356351"/>
            <a:ext cx="7924800" cy="365125"/>
          </a:xfrm>
        </p:spPr>
        <p:txBody>
          <a:bodyPr/>
          <a:lstStyle/>
          <a:p>
            <a:r>
              <a:rPr lang="en-US"/>
              <a:t>Faculty Name: Amit Kumar Subject code and abbreviation - AOE0770 (Finance for Engineers)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67A0B6-2A08-4837-9224-D09282664457}" type="datetime1">
              <a:rPr lang="en-US" smtClean="0"/>
              <a:t>8/20/2025</a:t>
            </a:fld>
            <a:endParaRPr lang="en-US"/>
          </a:p>
        </p:txBody>
      </p:sp>
      <p:sp>
        <p:nvSpPr>
          <p:cNvPr id="5" name="Footer Placeholder 4"/>
          <p:cNvSpPr>
            <a:spLocks noGrp="1"/>
          </p:cNvSpPr>
          <p:nvPr>
            <p:ph type="ftr" sz="quarter" idx="11"/>
          </p:nvPr>
        </p:nvSpPr>
        <p:spPr>
          <a:xfrm>
            <a:off x="2514600" y="6356351"/>
            <a:ext cx="75438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2ACEFA2-73B0-484F-B462-10089DCAE98F}" type="datetime1">
              <a:rPr lang="en-US" smtClean="0"/>
              <a:t>8/20/2025</a:t>
            </a:fld>
            <a:endParaRPr lang="en-US"/>
          </a:p>
        </p:txBody>
      </p:sp>
      <p:sp>
        <p:nvSpPr>
          <p:cNvPr id="5" name="Footer Placeholder 4"/>
          <p:cNvSpPr>
            <a:spLocks noGrp="1"/>
          </p:cNvSpPr>
          <p:nvPr>
            <p:ph type="ftr" sz="quarter" idx="11"/>
          </p:nvPr>
        </p:nvSpPr>
        <p:spPr>
          <a:xfrm>
            <a:off x="2057400" y="6356351"/>
            <a:ext cx="83058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D4DE51-5A88-4BBA-9864-203CFEBB0B88}" type="datetime1">
              <a:rPr lang="en-US" smtClean="0"/>
              <a:t>8/20/2025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Faculty Name: Amit Kumar Subject code and abbreviation - AOE0770 (Finance for Engineers)                                 Unit III</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DBE028E7-BB16-CE6A-9EBE-84AC3E4CDD3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1024"/>
            <a:ext cx="2133600" cy="91344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projectmanager.com/guides/project-plann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rojectmanager.com/guides/project-plann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projectmanager.com/blog/what-is-the-project-management-life-cycle"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projectmanager.com/blog/10-project-constraints-that-endanger-your-projects-succes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projectmanager.com/guides/construction-project-managemen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projectmanager.com/guides/agile-sprints" TargetMode="External"/><Relationship Id="rId2" Type="http://schemas.openxmlformats.org/officeDocument/2006/relationships/hyperlink" Target="https://www.projectmanager.com/guides/waterfall-methodolog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startupindia.gov.in/content/sih/en/government-schemes/aspire-scheme-promotion-innovation-entrepreneurship-and-agro-industry.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startupindia.gov.in/content/sih/en/government-schemes/international-patent-protection-sip-eit.html" TargetMode="External"/><Relationship Id="rId2" Type="http://schemas.openxmlformats.org/officeDocument/2006/relationships/hyperlink" Target="https://www.startupindia.gov.in/content/sih/en/government-schemes/micro-units-development-refinance-agency.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startupindia.gov.in/content/sih/en/government-schemes/cgtsme.html" TargetMode="External"/><Relationship Id="rId2" Type="http://schemas.openxmlformats.org/officeDocument/2006/relationships/hyperlink" Target="https://www.meity.gov.in/writereaddata/files/Details%20of%20Multiplier%20Grants%20Scheme%20(MGS)_Revise.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startupindia.gov.in/content/sih/en/government-schemes/extra-mural-research.html" TargetMode="External"/><Relationship Id="rId2" Type="http://schemas.openxmlformats.org/officeDocument/2006/relationships/hyperlink" Target="https://www.startupindia.gov.in/content/sih/en/government-schemes/single-point-registration.html" TargetMode="External"/><Relationship Id="rId1" Type="http://schemas.openxmlformats.org/officeDocument/2006/relationships/slideLayout" Target="../slideLayouts/slideLayout2.xml"/><Relationship Id="rId4" Type="http://schemas.openxmlformats.org/officeDocument/2006/relationships/hyperlink" Target="https://www.startupindia.gov.in/content/sih/en/government-schemes/high-risk-high-reward.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2"/>
            <a:ext cx="10058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Times New Roman" pitchFamily="18" charset="0"/>
                <a:cs typeface="Times New Roman" pitchFamily="18" charset="0"/>
              </a:rPr>
              <a:t>Noida Institute of Engineering and Technology, Greater Noida</a:t>
            </a:r>
          </a:p>
        </p:txBody>
      </p:sp>
      <p:sp>
        <p:nvSpPr>
          <p:cNvPr id="3" name="Subtitle 2"/>
          <p:cNvSpPr>
            <a:spLocks noGrp="1"/>
          </p:cNvSpPr>
          <p:nvPr>
            <p:ph type="subTitle" idx="1"/>
          </p:nvPr>
        </p:nvSpPr>
        <p:spPr>
          <a:xfrm>
            <a:off x="2971800" y="1295400"/>
            <a:ext cx="6400800" cy="1371600"/>
          </a:xfrm>
        </p:spPr>
        <p:style>
          <a:lnRef idx="2">
            <a:schemeClr val="accent5"/>
          </a:lnRef>
          <a:fillRef idx="1">
            <a:schemeClr val="lt1"/>
          </a:fillRef>
          <a:effectRef idx="0">
            <a:schemeClr val="accent5"/>
          </a:effectRef>
          <a:fontRef idx="minor">
            <a:schemeClr val="dk1"/>
          </a:fontRef>
        </p:style>
        <p:txBody>
          <a:bodyPr>
            <a:normAutofit/>
          </a:bodyPr>
          <a:lstStyle/>
          <a:p>
            <a:r>
              <a:rPr lang="en-US" sz="6600" b="1" dirty="0">
                <a:solidFill>
                  <a:schemeClr val="tx1"/>
                </a:solidFill>
              </a:rPr>
              <a:t>Project Finance</a:t>
            </a:r>
            <a:endParaRPr lang="en-US" sz="6600" b="1" dirty="0">
              <a:solidFill>
                <a:schemeClr val="tx1"/>
              </a:solidFill>
              <a:latin typeface="Arial" panose="020B0604020202020204" pitchFamily="34" charset="0"/>
              <a:cs typeface="Arial" panose="020B0604020202020204" pitchFamily="34" charset="0"/>
            </a:endParaRPr>
          </a:p>
        </p:txBody>
      </p:sp>
      <p:sp>
        <p:nvSpPr>
          <p:cNvPr id="6" name="Subtitle 2"/>
          <p:cNvSpPr txBox="1">
            <a:spLocks/>
          </p:cNvSpPr>
          <p:nvPr/>
        </p:nvSpPr>
        <p:spPr>
          <a:xfrm>
            <a:off x="8737600" y="4024094"/>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latin typeface="Arial" panose="020B0604020202020204" pitchFamily="34" charset="0"/>
                <a:cs typeface="Arial" panose="020B0604020202020204" pitchFamily="34" charset="0"/>
              </a:rPr>
              <a:t>Amit Kumar</a:t>
            </a:r>
          </a:p>
          <a:p>
            <a:pPr algn="ctr">
              <a:spcBef>
                <a:spcPct val="20000"/>
              </a:spcBef>
              <a:defRPr/>
            </a:pPr>
            <a:r>
              <a:rPr lang="en-US" sz="2000" dirty="0">
                <a:solidFill>
                  <a:schemeClr val="tx1"/>
                </a:solidFill>
                <a:latin typeface="Arial" panose="020B0604020202020204" pitchFamily="34" charset="0"/>
                <a:cs typeface="Arial" panose="020B0604020202020204" pitchFamily="34" charset="0"/>
              </a:rPr>
              <a:t>Assistant Professor</a:t>
            </a:r>
          </a:p>
          <a:p>
            <a:pPr algn="ctr">
              <a:spcBef>
                <a:spcPct val="20000"/>
              </a:spcBef>
              <a:defRPr/>
            </a:pPr>
            <a:r>
              <a:rPr lang="en-US" sz="2000" dirty="0">
                <a:solidFill>
                  <a:schemeClr val="tx1"/>
                </a:solidFill>
                <a:latin typeface="Arial" panose="020B0604020202020204" pitchFamily="34" charset="0"/>
                <a:cs typeface="Arial" panose="020B0604020202020204" pitchFamily="34" charset="0"/>
              </a:rPr>
              <a:t>Department: School of Management</a:t>
            </a:r>
          </a:p>
        </p:txBody>
      </p:sp>
      <p:sp>
        <p:nvSpPr>
          <p:cNvPr id="9" name="Date Placeholder 8"/>
          <p:cNvSpPr>
            <a:spLocks noGrp="1"/>
          </p:cNvSpPr>
          <p:nvPr>
            <p:ph type="dt" sz="half" idx="10"/>
          </p:nvPr>
        </p:nvSpPr>
        <p:spPr>
          <a:xfrm>
            <a:off x="457200" y="6248401"/>
            <a:ext cx="2133600" cy="365125"/>
          </a:xfrm>
        </p:spPr>
        <p:txBody>
          <a:bodyPr/>
          <a:lstStyle/>
          <a:p>
            <a:fld id="{EF82814F-7B28-4E65-9B6F-14DBBF025A55}"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647700" y="3054732"/>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latin typeface="Arial" panose="020B0604020202020204" pitchFamily="34" charset="0"/>
                <a:cs typeface="Arial" panose="020B0604020202020204" pitchFamily="34" charset="0"/>
              </a:rPr>
              <a:t>Unit: III</a:t>
            </a:r>
          </a:p>
        </p:txBody>
      </p:sp>
      <p:sp>
        <p:nvSpPr>
          <p:cNvPr id="13" name="Footer Placeholder 12"/>
          <p:cNvSpPr>
            <a:spLocks noGrp="1"/>
          </p:cNvSpPr>
          <p:nvPr>
            <p:ph type="ftr" sz="quarter" idx="11"/>
          </p:nvPr>
        </p:nvSpPr>
        <p:spPr>
          <a:xfrm>
            <a:off x="1676400" y="6248401"/>
            <a:ext cx="9067800" cy="365125"/>
          </a:xfrm>
        </p:spPr>
        <p:txBody>
          <a:bodyPr/>
          <a:lstStyle/>
          <a:p>
            <a:r>
              <a:rPr lang="en-US"/>
              <a:t>Faculty Name: Amit Kumar Subject code and abbreviation - AOE0770 (Finance for Engineers)                                 Unit III</a:t>
            </a:r>
            <a:endParaRPr lang="en-US" dirty="0"/>
          </a:p>
        </p:txBody>
      </p:sp>
      <p:sp>
        <p:nvSpPr>
          <p:cNvPr id="14" name="Subtitle 2"/>
          <p:cNvSpPr txBox="1">
            <a:spLocks/>
          </p:cNvSpPr>
          <p:nvPr/>
        </p:nvSpPr>
        <p:spPr>
          <a:xfrm>
            <a:off x="647700" y="3694923"/>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000" dirty="0">
                <a:solidFill>
                  <a:schemeClr val="tx1"/>
                </a:solidFill>
                <a:latin typeface="Arial" panose="020B0604020202020204" pitchFamily="34" charset="0"/>
                <a:cs typeface="Arial" panose="020B0604020202020204" pitchFamily="34" charset="0"/>
              </a:rPr>
              <a:t>Finance for Engineers</a:t>
            </a:r>
          </a:p>
          <a:p>
            <a:pPr lvl="0" algn="ctr">
              <a:spcBef>
                <a:spcPct val="20000"/>
              </a:spcBef>
              <a:defRPr/>
            </a:pPr>
            <a:r>
              <a:rPr lang="en-US" sz="2000" dirty="0">
                <a:solidFill>
                  <a:schemeClr val="tx1"/>
                </a:solidFill>
                <a:latin typeface="Arial" panose="020B0604020202020204" pitchFamily="34" charset="0"/>
                <a:cs typeface="Arial" panose="020B0604020202020204" pitchFamily="34" charset="0"/>
              </a:rPr>
              <a:t>(AOE0770)</a:t>
            </a:r>
          </a:p>
        </p:txBody>
      </p:sp>
      <p:sp>
        <p:nvSpPr>
          <p:cNvPr id="15" name="Subtitle 2"/>
          <p:cNvSpPr txBox="1">
            <a:spLocks/>
          </p:cNvSpPr>
          <p:nvPr/>
        </p:nvSpPr>
        <p:spPr>
          <a:xfrm>
            <a:off x="685801" y="4825482"/>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latin typeface="Arial" panose="020B0604020202020204" pitchFamily="34" charset="0"/>
                <a:cs typeface="Arial" panose="020B0604020202020204" pitchFamily="34" charset="0"/>
              </a:rPr>
              <a:t>BTech (VII Semester)</a:t>
            </a:r>
          </a:p>
          <a:p>
            <a:pPr algn="ctr">
              <a:spcBef>
                <a:spcPct val="20000"/>
              </a:spcBef>
              <a:defRPr/>
            </a:pPr>
            <a:endParaRPr lang="en-US"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13F485-EF96-4E76-9842-387EAF9B0763}" type="datetime1">
              <a:rPr lang="en-US" smtClean="0"/>
              <a:t>8/20/2025</a:t>
            </a:fld>
            <a:endParaRPr lang="en-US" dirty="0"/>
          </a:p>
        </p:txBody>
      </p:sp>
      <p:sp>
        <p:nvSpPr>
          <p:cNvPr id="5" name="Footer Placeholder 4"/>
          <p:cNvSpPr>
            <a:spLocks noGrp="1"/>
          </p:cNvSpPr>
          <p:nvPr>
            <p:ph type="ftr" sz="quarter" idx="11"/>
          </p:nvPr>
        </p:nvSpPr>
        <p:spPr>
          <a:xfrm>
            <a:off x="3276600" y="6356353"/>
            <a:ext cx="64008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2133600" y="3"/>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graphicFrame>
        <p:nvGraphicFramePr>
          <p:cNvPr id="12" name="Table 11"/>
          <p:cNvGraphicFramePr>
            <a:graphicFrameLocks noGrp="1"/>
          </p:cNvGraphicFramePr>
          <p:nvPr>
            <p:extLst>
              <p:ext uri="{D42A27DB-BD31-4B8C-83A1-F6EECF244321}">
                <p14:modId xmlns:p14="http://schemas.microsoft.com/office/powerpoint/2010/main" val="266884264"/>
              </p:ext>
            </p:extLst>
          </p:nvPr>
        </p:nvGraphicFramePr>
        <p:xfrm>
          <a:off x="495300" y="955145"/>
          <a:ext cx="11201400" cy="4856178"/>
        </p:xfrm>
        <a:graphic>
          <a:graphicData uri="http://schemas.openxmlformats.org/drawingml/2006/table">
            <a:tbl>
              <a:tblPr firstRow="1" bandRow="1">
                <a:tableStyleId>{5940675A-B579-460E-94D1-54222C63F5DA}</a:tableStyleId>
              </a:tblPr>
              <a:tblGrid>
                <a:gridCol w="2074334">
                  <a:extLst>
                    <a:ext uri="{9D8B030D-6E8A-4147-A177-3AD203B41FA5}">
                      <a16:colId xmlns:a16="http://schemas.microsoft.com/office/drawing/2014/main" val="20000"/>
                    </a:ext>
                  </a:extLst>
                </a:gridCol>
                <a:gridCol w="9127066">
                  <a:extLst>
                    <a:ext uri="{9D8B030D-6E8A-4147-A177-3AD203B41FA5}">
                      <a16:colId xmlns:a16="http://schemas.microsoft.com/office/drawing/2014/main" val="20001"/>
                    </a:ext>
                  </a:extLst>
                </a:gridCol>
              </a:tblGrid>
              <a:tr h="376115">
                <a:tc>
                  <a:txBody>
                    <a:bodyPr/>
                    <a:lstStyle/>
                    <a:p>
                      <a:r>
                        <a:rPr lang="en-US" sz="2000" dirty="0"/>
                        <a:t>S. No.</a:t>
                      </a:r>
                      <a:endParaRPr lang="en-US" sz="2000" dirty="0">
                        <a:latin typeface="+mj-lt"/>
                      </a:endParaRPr>
                    </a:p>
                  </a:txBody>
                  <a:tcPr/>
                </a:tc>
                <a:tc>
                  <a:txBody>
                    <a:bodyPr/>
                    <a:lstStyle/>
                    <a:p>
                      <a:pPr algn="l"/>
                      <a:r>
                        <a:rPr lang="en-US" sz="2000" dirty="0"/>
                        <a:t>Index</a:t>
                      </a:r>
                      <a:endParaRPr lang="en-US" sz="2000" dirty="0">
                        <a:latin typeface="+mj-lt"/>
                      </a:endParaRPr>
                    </a:p>
                  </a:txBody>
                  <a:tcPr/>
                </a:tc>
                <a:extLst>
                  <a:ext uri="{0D108BD9-81ED-4DB2-BD59-A6C34878D82A}">
                    <a16:rowId xmlns:a16="http://schemas.microsoft.com/office/drawing/2014/main" val="10000"/>
                  </a:ext>
                </a:extLst>
              </a:tr>
              <a:tr h="678496">
                <a:tc>
                  <a:txBody>
                    <a:bodyPr/>
                    <a:lstStyle/>
                    <a:p>
                      <a:r>
                        <a:rPr lang="en-US" sz="2000" b="0" dirty="0"/>
                        <a:t>1.</a:t>
                      </a:r>
                      <a:endParaRPr lang="en-US" sz="2000" b="0" dirty="0">
                        <a:latin typeface="+mj-lt"/>
                        <a:cs typeface="Times New Roman" pitchFamily="18" charset="0"/>
                      </a:endParaRPr>
                    </a:p>
                  </a:txBody>
                  <a:tcPr/>
                </a:tc>
                <a:tc>
                  <a:txBody>
                    <a:bodyPr/>
                    <a:lstStyle/>
                    <a:p>
                      <a:pPr algn="l" fontAlgn="ctr"/>
                      <a:r>
                        <a:rPr lang="en-US" sz="2000" b="0" u="none" strike="noStrike" dirty="0">
                          <a:solidFill>
                            <a:srgbClr val="000000"/>
                          </a:solidFill>
                        </a:rPr>
                        <a:t>Name of Subject with code, Course and Subject Teacher</a:t>
                      </a:r>
                      <a:endParaRPr lang="en-US" sz="20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1"/>
                  </a:ext>
                </a:extLst>
              </a:tr>
              <a:tr h="678496">
                <a:tc>
                  <a:txBody>
                    <a:bodyPr/>
                    <a:lstStyle/>
                    <a:p>
                      <a:r>
                        <a:rPr lang="en-US" sz="2000" b="0" dirty="0"/>
                        <a:t>2.</a:t>
                      </a:r>
                      <a:endParaRPr lang="en-US" sz="2000" b="0" dirty="0">
                        <a:latin typeface="+mj-lt"/>
                        <a:cs typeface="Times New Roman" pitchFamily="18" charset="0"/>
                      </a:endParaRPr>
                    </a:p>
                  </a:txBody>
                  <a:tcPr/>
                </a:tc>
                <a:tc>
                  <a:txBody>
                    <a:bodyPr/>
                    <a:lstStyle/>
                    <a:p>
                      <a:pPr algn="l" fontAlgn="ctr"/>
                      <a:r>
                        <a:rPr lang="en-US" sz="2000" b="0" u="none" strike="noStrike" dirty="0">
                          <a:solidFill>
                            <a:srgbClr val="000000"/>
                          </a:solidFill>
                        </a:rPr>
                        <a:t>Brief Introduction of Faculty member with Photograph</a:t>
                      </a:r>
                      <a:endParaRPr lang="en-US" sz="20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2"/>
                  </a:ext>
                </a:extLst>
              </a:tr>
              <a:tr h="443278">
                <a:tc>
                  <a:txBody>
                    <a:bodyPr/>
                    <a:lstStyle/>
                    <a:p>
                      <a:r>
                        <a:rPr lang="en-US" sz="2000" b="0" dirty="0"/>
                        <a:t>3.</a:t>
                      </a:r>
                      <a:endParaRPr lang="en-US" sz="2000" b="0" dirty="0">
                        <a:latin typeface="+mj-lt"/>
                        <a:cs typeface="Times New Roman" pitchFamily="18" charset="0"/>
                      </a:endParaRPr>
                    </a:p>
                  </a:txBody>
                  <a:tcPr/>
                </a:tc>
                <a:tc>
                  <a:txBody>
                    <a:bodyPr/>
                    <a:lstStyle/>
                    <a:p>
                      <a:pPr algn="l" fontAlgn="ctr"/>
                      <a:r>
                        <a:rPr lang="en-US" sz="2000" b="0" u="none" strike="noStrike" dirty="0">
                          <a:solidFill>
                            <a:srgbClr val="000000"/>
                          </a:solidFill>
                        </a:rPr>
                        <a:t>Evaluation Scheme</a:t>
                      </a:r>
                      <a:endParaRPr lang="en-US" sz="20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3"/>
                  </a:ext>
                </a:extLst>
              </a:tr>
              <a:tr h="443278">
                <a:tc>
                  <a:txBody>
                    <a:bodyPr/>
                    <a:lstStyle/>
                    <a:p>
                      <a:r>
                        <a:rPr lang="en-US" sz="2000" b="0" dirty="0"/>
                        <a:t>4.</a:t>
                      </a:r>
                      <a:endParaRPr lang="en-US" sz="2000" b="0" dirty="0">
                        <a:latin typeface="+mj-lt"/>
                        <a:cs typeface="Times New Roman" pitchFamily="18" charset="0"/>
                      </a:endParaRPr>
                    </a:p>
                  </a:txBody>
                  <a:tcPr/>
                </a:tc>
                <a:tc>
                  <a:txBody>
                    <a:bodyPr/>
                    <a:lstStyle/>
                    <a:p>
                      <a:r>
                        <a:rPr lang="en-US" sz="2000" b="0" dirty="0"/>
                        <a:t>Syllabus</a:t>
                      </a:r>
                      <a:endParaRPr lang="en-US" sz="2000" b="0" dirty="0">
                        <a:latin typeface="+mj-lt"/>
                        <a:cs typeface="Times New Roman" pitchFamily="18" charset="0"/>
                      </a:endParaRPr>
                    </a:p>
                  </a:txBody>
                  <a:tcPr/>
                </a:tc>
                <a:extLst>
                  <a:ext uri="{0D108BD9-81ED-4DB2-BD59-A6C34878D82A}">
                    <a16:rowId xmlns:a16="http://schemas.microsoft.com/office/drawing/2014/main" val="10004"/>
                  </a:ext>
                </a:extLst>
              </a:tr>
              <a:tr h="443278">
                <a:tc>
                  <a:txBody>
                    <a:bodyPr/>
                    <a:lstStyle/>
                    <a:p>
                      <a:r>
                        <a:rPr lang="en-US" sz="2000" b="0" dirty="0"/>
                        <a:t>5.</a:t>
                      </a:r>
                      <a:endParaRPr lang="en-US" sz="2000" b="0" dirty="0">
                        <a:latin typeface="+mj-lt"/>
                        <a:cs typeface="Times New Roman" pitchFamily="18" charset="0"/>
                      </a:endParaRPr>
                    </a:p>
                  </a:txBody>
                  <a:tcPr/>
                </a:tc>
                <a:tc>
                  <a:txBody>
                    <a:bodyPr/>
                    <a:lstStyle/>
                    <a:p>
                      <a:r>
                        <a:rPr lang="en-US" sz="2000" dirty="0"/>
                        <a:t>Branch wise Application</a:t>
                      </a:r>
                      <a:endParaRPr lang="en-US" sz="2000" dirty="0">
                        <a:latin typeface="+mj-lt"/>
                      </a:endParaRPr>
                    </a:p>
                  </a:txBody>
                  <a:tcPr/>
                </a:tc>
                <a:extLst>
                  <a:ext uri="{0D108BD9-81ED-4DB2-BD59-A6C34878D82A}">
                    <a16:rowId xmlns:a16="http://schemas.microsoft.com/office/drawing/2014/main" val="10005"/>
                  </a:ext>
                </a:extLst>
              </a:tr>
              <a:tr h="443278">
                <a:tc>
                  <a:txBody>
                    <a:bodyPr/>
                    <a:lstStyle/>
                    <a:p>
                      <a:r>
                        <a:rPr lang="en-US" sz="2000" b="0" dirty="0"/>
                        <a:t>6.</a:t>
                      </a:r>
                      <a:endParaRPr lang="en-US" sz="2000" b="0" dirty="0">
                        <a:latin typeface="+mj-lt"/>
                        <a:cs typeface="Times New Roman" pitchFamily="18" charset="0"/>
                      </a:endParaRPr>
                    </a:p>
                  </a:txBody>
                  <a:tcPr/>
                </a:tc>
                <a:tc>
                  <a:txBody>
                    <a:bodyPr/>
                    <a:lstStyle/>
                    <a:p>
                      <a:r>
                        <a:rPr lang="en-US" sz="2000" b="0" dirty="0"/>
                        <a:t>Course Objective(s)</a:t>
                      </a:r>
                      <a:endParaRPr lang="en-US" sz="2000" b="0" dirty="0">
                        <a:latin typeface="+mj-lt"/>
                        <a:cs typeface="Times New Roman" pitchFamily="18" charset="0"/>
                      </a:endParaRPr>
                    </a:p>
                  </a:txBody>
                  <a:tcPr/>
                </a:tc>
                <a:extLst>
                  <a:ext uri="{0D108BD9-81ED-4DB2-BD59-A6C34878D82A}">
                    <a16:rowId xmlns:a16="http://schemas.microsoft.com/office/drawing/2014/main" val="10006"/>
                  </a:ext>
                </a:extLst>
              </a:tr>
              <a:tr h="443278">
                <a:tc>
                  <a:txBody>
                    <a:bodyPr/>
                    <a:lstStyle/>
                    <a:p>
                      <a:r>
                        <a:rPr lang="en-US" sz="2000" b="0" dirty="0"/>
                        <a:t>7.</a:t>
                      </a:r>
                      <a:endParaRPr lang="en-US" sz="2000" b="0" dirty="0">
                        <a:latin typeface="+mj-lt"/>
                        <a:cs typeface="Times New Roman" pitchFamily="18" charset="0"/>
                      </a:endParaRPr>
                    </a:p>
                  </a:txBody>
                  <a:tcPr/>
                </a:tc>
                <a:tc>
                  <a:txBody>
                    <a:bodyPr/>
                    <a:lstStyle/>
                    <a:p>
                      <a:r>
                        <a:rPr lang="en-US" sz="2000" b="0" dirty="0"/>
                        <a:t>Course Outcome(s)</a:t>
                      </a:r>
                      <a:endParaRPr lang="en-US" sz="2000" b="0" dirty="0">
                        <a:latin typeface="+mj-lt"/>
                        <a:cs typeface="Times New Roman" pitchFamily="18" charset="0"/>
                      </a:endParaRPr>
                    </a:p>
                  </a:txBody>
                  <a:tcPr/>
                </a:tc>
                <a:extLst>
                  <a:ext uri="{0D108BD9-81ED-4DB2-BD59-A6C34878D82A}">
                    <a16:rowId xmlns:a16="http://schemas.microsoft.com/office/drawing/2014/main" val="10007"/>
                  </a:ext>
                </a:extLst>
              </a:tr>
              <a:tr h="443278">
                <a:tc>
                  <a:txBody>
                    <a:bodyPr/>
                    <a:lstStyle/>
                    <a:p>
                      <a:r>
                        <a:rPr lang="en-US" sz="2000" b="0" dirty="0"/>
                        <a:t>8.</a:t>
                      </a:r>
                      <a:endParaRPr lang="en-US" sz="2000" b="0" dirty="0">
                        <a:latin typeface="+mj-lt"/>
                        <a:cs typeface="Times New Roman" pitchFamily="18" charset="0"/>
                      </a:endParaRPr>
                    </a:p>
                  </a:txBody>
                  <a:tcPr/>
                </a:tc>
                <a:tc>
                  <a:txBody>
                    <a:bodyPr/>
                    <a:lstStyle/>
                    <a:p>
                      <a:r>
                        <a:rPr lang="en-US" sz="2000" b="0" dirty="0"/>
                        <a:t>Program Outcomes </a:t>
                      </a:r>
                      <a:r>
                        <a:rPr lang="en-US" sz="2000" b="0"/>
                        <a:t>(POs</a:t>
                      </a:r>
                      <a:r>
                        <a:rPr lang="en-US" sz="2000" b="0" dirty="0"/>
                        <a:t>)</a:t>
                      </a:r>
                      <a:endParaRPr lang="en-US" sz="2000" b="0" dirty="0">
                        <a:latin typeface="+mj-lt"/>
                        <a:cs typeface="Times New Roman" pitchFamily="18" charset="0"/>
                      </a:endParaRPr>
                    </a:p>
                  </a:txBody>
                  <a:tcPr/>
                </a:tc>
                <a:extLst>
                  <a:ext uri="{0D108BD9-81ED-4DB2-BD59-A6C34878D82A}">
                    <a16:rowId xmlns:a16="http://schemas.microsoft.com/office/drawing/2014/main" val="10008"/>
                  </a:ext>
                </a:extLst>
              </a:tr>
              <a:tr h="443278">
                <a:tc>
                  <a:txBody>
                    <a:bodyPr/>
                    <a:lstStyle/>
                    <a:p>
                      <a:r>
                        <a:rPr lang="en-US" sz="2000" b="0" dirty="0"/>
                        <a:t>9.</a:t>
                      </a:r>
                      <a:endParaRPr lang="en-US" sz="2000" b="0" dirty="0">
                        <a:latin typeface="+mj-lt"/>
                        <a:cs typeface="Times New Roman" pitchFamily="18" charset="0"/>
                      </a:endParaRPr>
                    </a:p>
                  </a:txBody>
                  <a:tcPr/>
                </a:tc>
                <a:tc>
                  <a:txBody>
                    <a:bodyPr/>
                    <a:lstStyle/>
                    <a:p>
                      <a:r>
                        <a:rPr lang="en-US" sz="2000" dirty="0"/>
                        <a:t>Cos and POs Mapping</a:t>
                      </a:r>
                      <a:endParaRPr lang="en-US" sz="2000" dirty="0">
                        <a:latin typeface="+mj-lt"/>
                      </a:endParaRP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184694298"/>
              </p:ext>
            </p:extLst>
          </p:nvPr>
        </p:nvGraphicFramePr>
        <p:xfrm>
          <a:off x="228600" y="990600"/>
          <a:ext cx="11582400" cy="5044790"/>
        </p:xfrm>
        <a:graphic>
          <a:graphicData uri="http://schemas.openxmlformats.org/drawingml/2006/table">
            <a:tbl>
              <a:tblPr firstRow="1" bandRow="1">
                <a:tableStyleId>{5940675A-B579-460E-94D1-54222C63F5DA}</a:tableStyleId>
              </a:tblPr>
              <a:tblGrid>
                <a:gridCol w="2144888">
                  <a:extLst>
                    <a:ext uri="{9D8B030D-6E8A-4147-A177-3AD203B41FA5}">
                      <a16:colId xmlns:a16="http://schemas.microsoft.com/office/drawing/2014/main" val="20000"/>
                    </a:ext>
                  </a:extLst>
                </a:gridCol>
                <a:gridCol w="9437512">
                  <a:extLst>
                    <a:ext uri="{9D8B030D-6E8A-4147-A177-3AD203B41FA5}">
                      <a16:colId xmlns:a16="http://schemas.microsoft.com/office/drawing/2014/main" val="20001"/>
                    </a:ext>
                  </a:extLst>
                </a:gridCol>
              </a:tblGrid>
              <a:tr h="394423">
                <a:tc>
                  <a:txBody>
                    <a:bodyPr/>
                    <a:lstStyle/>
                    <a:p>
                      <a:r>
                        <a:rPr lang="en-US" sz="2000" dirty="0"/>
                        <a:t>S. No.</a:t>
                      </a:r>
                      <a:endParaRPr lang="en-US" sz="2000" dirty="0">
                        <a:latin typeface="+mj-lt"/>
                      </a:endParaRPr>
                    </a:p>
                  </a:txBody>
                  <a:tcPr/>
                </a:tc>
                <a:tc>
                  <a:txBody>
                    <a:bodyPr/>
                    <a:lstStyle/>
                    <a:p>
                      <a:pPr algn="l"/>
                      <a:r>
                        <a:rPr lang="en-US" sz="2000" dirty="0"/>
                        <a:t>Index</a:t>
                      </a:r>
                      <a:endParaRPr lang="en-US" sz="2000" dirty="0">
                        <a:latin typeface="+mj-lt"/>
                      </a:endParaRPr>
                    </a:p>
                  </a:txBody>
                  <a:tcPr/>
                </a:tc>
                <a:extLst>
                  <a:ext uri="{0D108BD9-81ED-4DB2-BD59-A6C34878D82A}">
                    <a16:rowId xmlns:a16="http://schemas.microsoft.com/office/drawing/2014/main" val="10000"/>
                  </a:ext>
                </a:extLst>
              </a:tr>
              <a:tr h="464855">
                <a:tc>
                  <a:txBody>
                    <a:bodyPr/>
                    <a:lstStyle/>
                    <a:p>
                      <a:r>
                        <a:rPr lang="en-US" sz="2000" b="0" dirty="0"/>
                        <a:t>10.</a:t>
                      </a:r>
                      <a:endParaRPr lang="en-US" sz="2000" b="0" dirty="0">
                        <a:latin typeface="+mj-lt"/>
                        <a:cs typeface="Times New Roman" pitchFamily="18" charset="0"/>
                      </a:endParaRPr>
                    </a:p>
                  </a:txBody>
                  <a:tcPr/>
                </a:tc>
                <a:tc>
                  <a:txBody>
                    <a:bodyPr/>
                    <a:lstStyle/>
                    <a:p>
                      <a:r>
                        <a:rPr lang="en-US" sz="2000" b="0" dirty="0"/>
                        <a:t>Program Specific  Outcomes (PSOs)</a:t>
                      </a:r>
                      <a:endParaRPr lang="en-US" sz="2000" b="0" dirty="0">
                        <a:latin typeface="+mj-lt"/>
                        <a:cs typeface="Times New Roman" pitchFamily="18" charset="0"/>
                      </a:endParaRPr>
                    </a:p>
                  </a:txBody>
                  <a:tcPr/>
                </a:tc>
                <a:extLst>
                  <a:ext uri="{0D108BD9-81ED-4DB2-BD59-A6C34878D82A}">
                    <a16:rowId xmlns:a16="http://schemas.microsoft.com/office/drawing/2014/main" val="10001"/>
                  </a:ext>
                </a:extLst>
              </a:tr>
              <a:tr h="464855">
                <a:tc>
                  <a:txBody>
                    <a:bodyPr/>
                    <a:lstStyle/>
                    <a:p>
                      <a:r>
                        <a:rPr lang="en-US" sz="2000" b="0" dirty="0"/>
                        <a:t>11.</a:t>
                      </a:r>
                      <a:endParaRPr lang="en-US" sz="2000" b="0" dirty="0">
                        <a:latin typeface="+mj-lt"/>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u="none" strike="noStrike" kern="1200" cap="none" spc="0" normalizeH="0" baseline="0" noProof="0" dirty="0">
                          <a:ln>
                            <a:noFill/>
                          </a:ln>
                          <a:solidFill>
                            <a:schemeClr val="dk1"/>
                          </a:solidFill>
                          <a:effectLst/>
                          <a:uLnTx/>
                          <a:uFillTx/>
                        </a:rPr>
                        <a:t>Cos and PSOs Mapping</a:t>
                      </a:r>
                      <a:endParaRPr kumimoji="0" lang="en-US" sz="2000" b="0" i="0" u="none" strike="noStrike" kern="1200" cap="none" spc="0" normalizeH="0" baseline="0" noProof="0" dirty="0">
                        <a:ln>
                          <a:noFill/>
                        </a:ln>
                        <a:solidFill>
                          <a:schemeClr val="dk1"/>
                        </a:solidFill>
                        <a:effectLst/>
                        <a:uLnTx/>
                        <a:uFillTx/>
                        <a:latin typeface="+mj-lt"/>
                        <a:cs typeface="Times New Roman" pitchFamily="18" charset="0"/>
                      </a:endParaRPr>
                    </a:p>
                  </a:txBody>
                  <a:tcPr/>
                </a:tc>
                <a:extLst>
                  <a:ext uri="{0D108BD9-81ED-4DB2-BD59-A6C34878D82A}">
                    <a16:rowId xmlns:a16="http://schemas.microsoft.com/office/drawing/2014/main" val="10002"/>
                  </a:ext>
                </a:extLst>
              </a:tr>
              <a:tr h="464855">
                <a:tc>
                  <a:txBody>
                    <a:bodyPr/>
                    <a:lstStyle/>
                    <a:p>
                      <a:r>
                        <a:rPr lang="en-US" sz="2000" b="0" dirty="0"/>
                        <a:t>12.</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Program Educational Objectives (PEOs)</a:t>
                      </a:r>
                      <a:endParaRPr lang="en-US" sz="2000" b="0" dirty="0">
                        <a:latin typeface="+mj-lt"/>
                        <a:cs typeface="Times New Roman" pitchFamily="18" charset="0"/>
                      </a:endParaRPr>
                    </a:p>
                  </a:txBody>
                  <a:tcPr/>
                </a:tc>
                <a:extLst>
                  <a:ext uri="{0D108BD9-81ED-4DB2-BD59-A6C34878D82A}">
                    <a16:rowId xmlns:a16="http://schemas.microsoft.com/office/drawing/2014/main" val="10003"/>
                  </a:ext>
                </a:extLst>
              </a:tr>
              <a:tr h="464855">
                <a:tc>
                  <a:txBody>
                    <a:bodyPr/>
                    <a:lstStyle/>
                    <a:p>
                      <a:r>
                        <a:rPr lang="en-US" sz="2000" b="0" dirty="0"/>
                        <a:t>13.</a:t>
                      </a:r>
                      <a:endParaRPr lang="en-US" sz="2000" b="0" dirty="0">
                        <a:latin typeface="+mj-lt"/>
                        <a:cs typeface="Times New Roman" pitchFamily="18" charset="0"/>
                      </a:endParaRPr>
                    </a:p>
                  </a:txBody>
                  <a:tcPr/>
                </a:tc>
                <a:tc>
                  <a:txBody>
                    <a:bodyPr/>
                    <a:lstStyle/>
                    <a:p>
                      <a:r>
                        <a:rPr lang="en-US" sz="2000" b="0" dirty="0"/>
                        <a:t>Result Analysis</a:t>
                      </a:r>
                      <a:endParaRPr lang="en-US" sz="2000" b="0" dirty="0">
                        <a:latin typeface="+mj-lt"/>
                        <a:cs typeface="Times New Roman" pitchFamily="18" charset="0"/>
                      </a:endParaRPr>
                    </a:p>
                  </a:txBody>
                  <a:tcPr/>
                </a:tc>
                <a:extLst>
                  <a:ext uri="{0D108BD9-81ED-4DB2-BD59-A6C34878D82A}">
                    <a16:rowId xmlns:a16="http://schemas.microsoft.com/office/drawing/2014/main" val="10004"/>
                  </a:ext>
                </a:extLst>
              </a:tr>
              <a:tr h="464855">
                <a:tc>
                  <a:txBody>
                    <a:bodyPr/>
                    <a:lstStyle/>
                    <a:p>
                      <a:r>
                        <a:rPr lang="en-US" sz="2000" b="0" dirty="0"/>
                        <a:t>14.</a:t>
                      </a:r>
                      <a:endParaRPr lang="en-US" sz="2000" b="0" dirty="0">
                        <a:latin typeface="+mj-lt"/>
                        <a:cs typeface="Times New Roman" pitchFamily="18" charset="0"/>
                      </a:endParaRPr>
                    </a:p>
                  </a:txBody>
                  <a:tcPr/>
                </a:tc>
                <a:tc>
                  <a:txBody>
                    <a:bodyPr/>
                    <a:lstStyle/>
                    <a:p>
                      <a:r>
                        <a:rPr lang="en-US" sz="2000" b="0" dirty="0"/>
                        <a:t>End Semester Question paper Templates</a:t>
                      </a:r>
                      <a:endParaRPr lang="en-US" sz="2000" b="0" dirty="0">
                        <a:latin typeface="+mj-lt"/>
                        <a:cs typeface="Times New Roman" pitchFamily="18" charset="0"/>
                      </a:endParaRPr>
                    </a:p>
                  </a:txBody>
                  <a:tcPr/>
                </a:tc>
                <a:extLst>
                  <a:ext uri="{0D108BD9-81ED-4DB2-BD59-A6C34878D82A}">
                    <a16:rowId xmlns:a16="http://schemas.microsoft.com/office/drawing/2014/main" val="10005"/>
                  </a:ext>
                </a:extLst>
              </a:tr>
              <a:tr h="464855">
                <a:tc>
                  <a:txBody>
                    <a:bodyPr/>
                    <a:lstStyle/>
                    <a:p>
                      <a:r>
                        <a:rPr lang="en-US" sz="2000" b="0" dirty="0"/>
                        <a:t>15.</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Prequisite/Recap</a:t>
                      </a:r>
                      <a:endParaRPr lang="en-US" sz="2000" b="0" dirty="0">
                        <a:latin typeface="+mj-lt"/>
                        <a:cs typeface="Times New Roman" pitchFamily="18" charset="0"/>
                      </a:endParaRPr>
                    </a:p>
                  </a:txBody>
                  <a:tcPr/>
                </a:tc>
                <a:extLst>
                  <a:ext uri="{0D108BD9-81ED-4DB2-BD59-A6C34878D82A}">
                    <a16:rowId xmlns:a16="http://schemas.microsoft.com/office/drawing/2014/main" val="10006"/>
                  </a:ext>
                </a:extLst>
              </a:tr>
              <a:tr h="464855">
                <a:tc>
                  <a:txBody>
                    <a:bodyPr/>
                    <a:lstStyle/>
                    <a:p>
                      <a:r>
                        <a:rPr lang="en-US" sz="2000" b="0" dirty="0"/>
                        <a:t>16.</a:t>
                      </a:r>
                      <a:endParaRPr lang="en-US" sz="2000" b="0" dirty="0">
                        <a:latin typeface="+mj-lt"/>
                        <a:cs typeface="Times New Roman" pitchFamily="18" charset="0"/>
                      </a:endParaRPr>
                    </a:p>
                  </a:txBody>
                  <a:tcPr/>
                </a:tc>
                <a:tc>
                  <a:txBody>
                    <a:bodyPr/>
                    <a:lstStyle/>
                    <a:p>
                      <a:r>
                        <a:rPr lang="en-US" sz="2000" b="0" dirty="0"/>
                        <a:t>Brief Introduction about the Subject with Videos</a:t>
                      </a:r>
                      <a:endParaRPr lang="en-US" sz="2000" b="0" dirty="0">
                        <a:latin typeface="+mj-lt"/>
                        <a:cs typeface="Times New Roman" pitchFamily="18" charset="0"/>
                      </a:endParaRPr>
                    </a:p>
                  </a:txBody>
                  <a:tcPr/>
                </a:tc>
                <a:extLst>
                  <a:ext uri="{0D108BD9-81ED-4DB2-BD59-A6C34878D82A}">
                    <a16:rowId xmlns:a16="http://schemas.microsoft.com/office/drawing/2014/main" val="10007"/>
                  </a:ext>
                </a:extLst>
              </a:tr>
              <a:tr h="464855">
                <a:tc>
                  <a:txBody>
                    <a:bodyPr/>
                    <a:lstStyle/>
                    <a:p>
                      <a:r>
                        <a:rPr lang="en-US" sz="2000" b="0" dirty="0"/>
                        <a:t>17.</a:t>
                      </a:r>
                      <a:endParaRPr lang="en-US" sz="2000" b="0" dirty="0">
                        <a:latin typeface="+mj-lt"/>
                        <a:cs typeface="Times New Roman" pitchFamily="18" charset="0"/>
                      </a:endParaRPr>
                    </a:p>
                  </a:txBody>
                  <a:tcPr/>
                </a:tc>
                <a:tc>
                  <a:txBody>
                    <a:bodyPr/>
                    <a:lstStyle/>
                    <a:p>
                      <a:r>
                        <a:rPr lang="en-US" sz="2000" b="0" dirty="0"/>
                        <a:t>Unit Contents</a:t>
                      </a:r>
                      <a:endParaRPr lang="en-US" sz="2000" b="0" dirty="0">
                        <a:latin typeface="+mj-lt"/>
                        <a:cs typeface="Times New Roman" pitchFamily="18" charset="0"/>
                      </a:endParaRPr>
                    </a:p>
                  </a:txBody>
                  <a:tcPr/>
                </a:tc>
                <a:extLst>
                  <a:ext uri="{0D108BD9-81ED-4DB2-BD59-A6C34878D82A}">
                    <a16:rowId xmlns:a16="http://schemas.microsoft.com/office/drawing/2014/main" val="10008"/>
                  </a:ext>
                </a:extLst>
              </a:tr>
              <a:tr h="464855">
                <a:tc>
                  <a:txBody>
                    <a:bodyPr/>
                    <a:lstStyle/>
                    <a:p>
                      <a:r>
                        <a:rPr lang="en-US" sz="2000" b="0" dirty="0"/>
                        <a:t>18.</a:t>
                      </a:r>
                      <a:endParaRPr lang="en-US" sz="2000" b="0" dirty="0">
                        <a:latin typeface="+mj-lt"/>
                        <a:cs typeface="Times New Roman" pitchFamily="18" charset="0"/>
                      </a:endParaRPr>
                    </a:p>
                  </a:txBody>
                  <a:tcPr/>
                </a:tc>
                <a:tc>
                  <a:txBody>
                    <a:bodyPr/>
                    <a:lstStyle/>
                    <a:p>
                      <a:r>
                        <a:rPr lang="en-US" sz="2000" b="0" dirty="0"/>
                        <a:t>Unit</a:t>
                      </a:r>
                      <a:r>
                        <a:rPr lang="en-US" sz="2000" b="0" baseline="0" dirty="0"/>
                        <a:t> Objectives</a:t>
                      </a:r>
                      <a:endParaRPr lang="en-US" sz="2000" b="0" dirty="0">
                        <a:latin typeface="+mj-lt"/>
                        <a:cs typeface="Times New Roman" pitchFamily="18" charset="0"/>
                      </a:endParaRPr>
                    </a:p>
                  </a:txBody>
                  <a:tcPr/>
                </a:tc>
                <a:extLst>
                  <a:ext uri="{0D108BD9-81ED-4DB2-BD59-A6C34878D82A}">
                    <a16:rowId xmlns:a16="http://schemas.microsoft.com/office/drawing/2014/main" val="10009"/>
                  </a:ext>
                </a:extLst>
              </a:tr>
              <a:tr h="464855">
                <a:tc>
                  <a:txBody>
                    <a:bodyPr/>
                    <a:lstStyle/>
                    <a:p>
                      <a:r>
                        <a:rPr lang="en-US" sz="2000" b="0" dirty="0"/>
                        <a:t>19.</a:t>
                      </a:r>
                      <a:endParaRPr lang="en-US" sz="2000" b="0" dirty="0">
                        <a:latin typeface="+mj-lt"/>
                        <a:cs typeface="Times New Roman" pitchFamily="18" charset="0"/>
                      </a:endParaRPr>
                    </a:p>
                  </a:txBody>
                  <a:tcPr/>
                </a:tc>
                <a:tc>
                  <a:txBody>
                    <a:bodyPr/>
                    <a:lstStyle/>
                    <a:p>
                      <a:r>
                        <a:rPr lang="en-US" sz="2000" b="0" dirty="0"/>
                        <a:t>Topic Objectives/Topic Outcome</a:t>
                      </a:r>
                      <a:endParaRPr lang="en-US" sz="2000" b="0" dirty="0">
                        <a:latin typeface="+mj-lt"/>
                        <a:cs typeface="Times New Roman" pitchFamily="18" charset="0"/>
                      </a:endParaRPr>
                    </a:p>
                  </a:txBody>
                  <a:tcPr/>
                </a:tc>
                <a:extLst>
                  <a:ext uri="{0D108BD9-81ED-4DB2-BD59-A6C34878D82A}">
                    <a16:rowId xmlns:a16="http://schemas.microsoft.com/office/drawing/2014/main" val="10010"/>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2133600" y="3"/>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6F5F8251-AAC5-479F-9ACC-6E678E857331}" type="datetime1">
              <a:rPr lang="en-US" smtClean="0"/>
              <a:t>8/20/2025</a:t>
            </a:fld>
            <a:endParaRPr lang="en-US" dirty="0"/>
          </a:p>
        </p:txBody>
      </p:sp>
      <p:sp>
        <p:nvSpPr>
          <p:cNvPr id="11" name="Footer Placeholder 10"/>
          <p:cNvSpPr>
            <a:spLocks noGrp="1"/>
          </p:cNvSpPr>
          <p:nvPr>
            <p:ph type="ftr" sz="quarter" idx="11"/>
          </p:nvPr>
        </p:nvSpPr>
        <p:spPr/>
        <p:txBody>
          <a:bodyPr/>
          <a:lstStyle/>
          <a:p>
            <a:r>
              <a:rPr lang="en-US"/>
              <a:t>Faculty Name: Amit Kumar Subject code and abbreviation - AOE0770 (Finance for Engineers)                                 Unit III</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1415328807"/>
              </p:ext>
            </p:extLst>
          </p:nvPr>
        </p:nvGraphicFramePr>
        <p:xfrm>
          <a:off x="381000" y="1143000"/>
          <a:ext cx="11277600" cy="4523856"/>
        </p:xfrm>
        <a:graphic>
          <a:graphicData uri="http://schemas.openxmlformats.org/drawingml/2006/table">
            <a:tbl>
              <a:tblPr firstRow="1" bandRow="1">
                <a:tableStyleId>{5940675A-B579-460E-94D1-54222C63F5DA}</a:tableStyleId>
              </a:tblPr>
              <a:tblGrid>
                <a:gridCol w="2088444">
                  <a:extLst>
                    <a:ext uri="{9D8B030D-6E8A-4147-A177-3AD203B41FA5}">
                      <a16:colId xmlns:a16="http://schemas.microsoft.com/office/drawing/2014/main" val="20000"/>
                    </a:ext>
                  </a:extLst>
                </a:gridCol>
                <a:gridCol w="9189156">
                  <a:extLst>
                    <a:ext uri="{9D8B030D-6E8A-4147-A177-3AD203B41FA5}">
                      <a16:colId xmlns:a16="http://schemas.microsoft.com/office/drawing/2014/main" val="20001"/>
                    </a:ext>
                  </a:extLst>
                </a:gridCol>
              </a:tblGrid>
              <a:tr h="389136">
                <a:tc>
                  <a:txBody>
                    <a:bodyPr/>
                    <a:lstStyle/>
                    <a:p>
                      <a:r>
                        <a:rPr lang="en-US" sz="2000" dirty="0"/>
                        <a:t>S. No.</a:t>
                      </a:r>
                      <a:endParaRPr lang="en-US" sz="2000" dirty="0">
                        <a:latin typeface="+mj-lt"/>
                      </a:endParaRPr>
                    </a:p>
                  </a:txBody>
                  <a:tcPr/>
                </a:tc>
                <a:tc>
                  <a:txBody>
                    <a:bodyPr/>
                    <a:lstStyle/>
                    <a:p>
                      <a:pPr algn="l"/>
                      <a:r>
                        <a:rPr lang="en-US" sz="2000" dirty="0"/>
                        <a:t>Index</a:t>
                      </a:r>
                      <a:endParaRPr lang="en-US" sz="2000" dirty="0">
                        <a:latin typeface="+mj-lt"/>
                      </a:endParaRPr>
                    </a:p>
                  </a:txBody>
                  <a:tcPr/>
                </a:tc>
                <a:extLst>
                  <a:ext uri="{0D108BD9-81ED-4DB2-BD59-A6C34878D82A}">
                    <a16:rowId xmlns:a16="http://schemas.microsoft.com/office/drawing/2014/main" val="10000"/>
                  </a:ext>
                </a:extLst>
              </a:tr>
              <a:tr h="458624">
                <a:tc>
                  <a:txBody>
                    <a:bodyPr/>
                    <a:lstStyle/>
                    <a:p>
                      <a:r>
                        <a:rPr lang="en-US" sz="2000" b="0" dirty="0"/>
                        <a:t>20.</a:t>
                      </a:r>
                      <a:endParaRPr lang="en-US" sz="2000" b="0" dirty="0">
                        <a:latin typeface="+mj-lt"/>
                        <a:cs typeface="Times New Roman" pitchFamily="18" charset="0"/>
                      </a:endParaRPr>
                    </a:p>
                  </a:txBody>
                  <a:tcPr/>
                </a:tc>
                <a:tc>
                  <a:txBody>
                    <a:bodyPr/>
                    <a:lstStyle/>
                    <a:p>
                      <a:r>
                        <a:rPr lang="en-US" sz="2000" b="0" dirty="0"/>
                        <a:t>Lecture related to topic</a:t>
                      </a:r>
                      <a:endParaRPr lang="en-US" sz="2000" b="0" dirty="0">
                        <a:latin typeface="+mj-lt"/>
                        <a:cs typeface="Times New Roman" pitchFamily="18" charset="0"/>
                      </a:endParaRPr>
                    </a:p>
                  </a:txBody>
                  <a:tcPr/>
                </a:tc>
                <a:extLst>
                  <a:ext uri="{0D108BD9-81ED-4DB2-BD59-A6C34878D82A}">
                    <a16:rowId xmlns:a16="http://schemas.microsoft.com/office/drawing/2014/main" val="10001"/>
                  </a:ext>
                </a:extLst>
              </a:tr>
              <a:tr h="458624">
                <a:tc>
                  <a:txBody>
                    <a:bodyPr/>
                    <a:lstStyle/>
                    <a:p>
                      <a:r>
                        <a:rPr lang="en-US" sz="2000" b="0" dirty="0"/>
                        <a:t>21.</a:t>
                      </a:r>
                      <a:endParaRPr lang="en-US" sz="2000" b="0" dirty="0">
                        <a:latin typeface="+mj-lt"/>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u="none" strike="noStrike" kern="1200" cap="none" spc="0" normalizeH="0" baseline="0" noProof="0" dirty="0">
                          <a:ln>
                            <a:noFill/>
                          </a:ln>
                          <a:solidFill>
                            <a:schemeClr val="dk1"/>
                          </a:solidFill>
                          <a:effectLst/>
                          <a:uLnTx/>
                          <a:uFillTx/>
                        </a:rPr>
                        <a:t>Daily Quiz</a:t>
                      </a:r>
                      <a:endParaRPr kumimoji="0" lang="en-US" sz="2000" b="0" i="0" u="none" strike="noStrike" kern="1200" cap="none" spc="0" normalizeH="0" baseline="0" noProof="0" dirty="0">
                        <a:ln>
                          <a:noFill/>
                        </a:ln>
                        <a:solidFill>
                          <a:schemeClr val="dk1"/>
                        </a:solidFill>
                        <a:effectLst/>
                        <a:uLnTx/>
                        <a:uFillTx/>
                        <a:latin typeface="+mj-lt"/>
                        <a:cs typeface="Times New Roman" pitchFamily="18" charset="0"/>
                      </a:endParaRPr>
                    </a:p>
                  </a:txBody>
                  <a:tcPr/>
                </a:tc>
                <a:extLst>
                  <a:ext uri="{0D108BD9-81ED-4DB2-BD59-A6C34878D82A}">
                    <a16:rowId xmlns:a16="http://schemas.microsoft.com/office/drawing/2014/main" val="10002"/>
                  </a:ext>
                </a:extLst>
              </a:tr>
              <a:tr h="458624">
                <a:tc>
                  <a:txBody>
                    <a:bodyPr/>
                    <a:lstStyle/>
                    <a:p>
                      <a:r>
                        <a:rPr lang="en-US" sz="2000" b="0" dirty="0"/>
                        <a:t>22.</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Weekly Assignment</a:t>
                      </a:r>
                      <a:endParaRPr lang="en-US" sz="2000" b="0" dirty="0">
                        <a:latin typeface="+mj-lt"/>
                        <a:cs typeface="Times New Roman" pitchFamily="18" charset="0"/>
                      </a:endParaRPr>
                    </a:p>
                  </a:txBody>
                  <a:tcPr/>
                </a:tc>
                <a:extLst>
                  <a:ext uri="{0D108BD9-81ED-4DB2-BD59-A6C34878D82A}">
                    <a16:rowId xmlns:a16="http://schemas.microsoft.com/office/drawing/2014/main" val="10003"/>
                  </a:ext>
                </a:extLst>
              </a:tr>
              <a:tr h="458624">
                <a:tc>
                  <a:txBody>
                    <a:bodyPr/>
                    <a:lstStyle/>
                    <a:p>
                      <a:r>
                        <a:rPr lang="en-US" sz="2000" b="0" dirty="0"/>
                        <a:t>23.</a:t>
                      </a:r>
                      <a:endParaRPr lang="en-US" sz="2000" b="0" dirty="0">
                        <a:latin typeface="+mj-lt"/>
                        <a:cs typeface="Times New Roman" pitchFamily="18" charset="0"/>
                      </a:endParaRPr>
                    </a:p>
                  </a:txBody>
                  <a:tcPr/>
                </a:tc>
                <a:tc>
                  <a:txBody>
                    <a:bodyPr/>
                    <a:lstStyle/>
                    <a:p>
                      <a:r>
                        <a:rPr lang="en-US" sz="2000" b="0" dirty="0"/>
                        <a:t>Topic Links</a:t>
                      </a:r>
                      <a:endParaRPr lang="en-US" sz="2000" b="0" dirty="0">
                        <a:latin typeface="+mj-lt"/>
                        <a:cs typeface="Times New Roman" pitchFamily="18" charset="0"/>
                      </a:endParaRPr>
                    </a:p>
                  </a:txBody>
                  <a:tcPr/>
                </a:tc>
                <a:extLst>
                  <a:ext uri="{0D108BD9-81ED-4DB2-BD59-A6C34878D82A}">
                    <a16:rowId xmlns:a16="http://schemas.microsoft.com/office/drawing/2014/main" val="10004"/>
                  </a:ext>
                </a:extLst>
              </a:tr>
              <a:tr h="458624">
                <a:tc>
                  <a:txBody>
                    <a:bodyPr/>
                    <a:lstStyle/>
                    <a:p>
                      <a:r>
                        <a:rPr lang="en-US" sz="2000" b="0" dirty="0"/>
                        <a:t>24.</a:t>
                      </a:r>
                      <a:endParaRPr lang="en-US" sz="2000" b="0" dirty="0">
                        <a:latin typeface="+mj-lt"/>
                        <a:cs typeface="Times New Roman" pitchFamily="18" charset="0"/>
                      </a:endParaRPr>
                    </a:p>
                  </a:txBody>
                  <a:tcPr/>
                </a:tc>
                <a:tc>
                  <a:txBody>
                    <a:bodyPr/>
                    <a:lstStyle/>
                    <a:p>
                      <a:r>
                        <a:rPr lang="en-US" sz="2000" b="0" dirty="0"/>
                        <a:t>MCQs</a:t>
                      </a:r>
                      <a:endParaRPr lang="en-US" sz="2000" b="0" dirty="0">
                        <a:latin typeface="+mj-lt"/>
                        <a:cs typeface="Times New Roman" pitchFamily="18" charset="0"/>
                      </a:endParaRPr>
                    </a:p>
                  </a:txBody>
                  <a:tcPr/>
                </a:tc>
                <a:extLst>
                  <a:ext uri="{0D108BD9-81ED-4DB2-BD59-A6C34878D82A}">
                    <a16:rowId xmlns:a16="http://schemas.microsoft.com/office/drawing/2014/main" val="10005"/>
                  </a:ext>
                </a:extLst>
              </a:tr>
              <a:tr h="458624">
                <a:tc>
                  <a:txBody>
                    <a:bodyPr/>
                    <a:lstStyle/>
                    <a:p>
                      <a:r>
                        <a:rPr lang="en-US" sz="2000" b="0" dirty="0"/>
                        <a:t>25.</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Glossary Questions</a:t>
                      </a:r>
                      <a:endParaRPr lang="en-US" sz="2000" b="0" dirty="0">
                        <a:latin typeface="+mj-lt"/>
                        <a:cs typeface="Times New Roman" pitchFamily="18" charset="0"/>
                      </a:endParaRPr>
                    </a:p>
                  </a:txBody>
                  <a:tcPr/>
                </a:tc>
                <a:extLst>
                  <a:ext uri="{0D108BD9-81ED-4DB2-BD59-A6C34878D82A}">
                    <a16:rowId xmlns:a16="http://schemas.microsoft.com/office/drawing/2014/main" val="10006"/>
                  </a:ext>
                </a:extLst>
              </a:tr>
              <a:tr h="458624">
                <a:tc>
                  <a:txBody>
                    <a:bodyPr/>
                    <a:lstStyle/>
                    <a:p>
                      <a:r>
                        <a:rPr lang="en-US" sz="2000" b="0" dirty="0"/>
                        <a:t>26.</a:t>
                      </a:r>
                      <a:endParaRPr lang="en-US" sz="2000" b="0" dirty="0">
                        <a:latin typeface="+mj-lt"/>
                        <a:cs typeface="Times New Roman" pitchFamily="18" charset="0"/>
                      </a:endParaRPr>
                    </a:p>
                  </a:txBody>
                  <a:tcPr/>
                </a:tc>
                <a:tc>
                  <a:txBody>
                    <a:bodyPr/>
                    <a:lstStyle/>
                    <a:p>
                      <a:r>
                        <a:rPr lang="en-US" sz="2000" b="0" dirty="0"/>
                        <a:t>Old question papers</a:t>
                      </a:r>
                      <a:endParaRPr lang="en-US" sz="2000" b="0" dirty="0">
                        <a:latin typeface="+mj-lt"/>
                        <a:cs typeface="Times New Roman" pitchFamily="18" charset="0"/>
                      </a:endParaRPr>
                    </a:p>
                  </a:txBody>
                  <a:tcPr/>
                </a:tc>
                <a:extLst>
                  <a:ext uri="{0D108BD9-81ED-4DB2-BD59-A6C34878D82A}">
                    <a16:rowId xmlns:a16="http://schemas.microsoft.com/office/drawing/2014/main" val="10007"/>
                  </a:ext>
                </a:extLst>
              </a:tr>
              <a:tr h="458624">
                <a:tc>
                  <a:txBody>
                    <a:bodyPr/>
                    <a:lstStyle/>
                    <a:p>
                      <a:r>
                        <a:rPr lang="en-US" sz="2000" b="0" dirty="0"/>
                        <a:t>27.</a:t>
                      </a:r>
                      <a:endParaRPr lang="en-US" sz="2000" b="0" dirty="0">
                        <a:latin typeface="+mj-lt"/>
                        <a:cs typeface="Times New Roman" pitchFamily="18" charset="0"/>
                      </a:endParaRPr>
                    </a:p>
                  </a:txBody>
                  <a:tcPr/>
                </a:tc>
                <a:tc>
                  <a:txBody>
                    <a:bodyPr/>
                    <a:lstStyle/>
                    <a:p>
                      <a:r>
                        <a:rPr lang="en-US" sz="2000" b="0" dirty="0"/>
                        <a:t>Expected Questions</a:t>
                      </a:r>
                      <a:endParaRPr lang="en-US" sz="2000" b="0" dirty="0">
                        <a:latin typeface="+mj-lt"/>
                        <a:cs typeface="Times New Roman" pitchFamily="18" charset="0"/>
                      </a:endParaRPr>
                    </a:p>
                  </a:txBody>
                  <a:tcPr/>
                </a:tc>
                <a:extLst>
                  <a:ext uri="{0D108BD9-81ED-4DB2-BD59-A6C34878D82A}">
                    <a16:rowId xmlns:a16="http://schemas.microsoft.com/office/drawing/2014/main" val="10008"/>
                  </a:ext>
                </a:extLst>
              </a:tr>
              <a:tr h="458624">
                <a:tc>
                  <a:txBody>
                    <a:bodyPr/>
                    <a:lstStyle/>
                    <a:p>
                      <a:r>
                        <a:rPr lang="en-US" sz="2000" b="0" dirty="0"/>
                        <a:t>28.</a:t>
                      </a:r>
                      <a:endParaRPr lang="en-US" sz="2000" b="0" dirty="0">
                        <a:latin typeface="+mj-lt"/>
                        <a:cs typeface="Times New Roman" pitchFamily="18" charset="0"/>
                      </a:endParaRPr>
                    </a:p>
                  </a:txBody>
                  <a:tcPr/>
                </a:tc>
                <a:tc>
                  <a:txBody>
                    <a:bodyPr/>
                    <a:lstStyle/>
                    <a:p>
                      <a:r>
                        <a:rPr lang="en-US" sz="2000" b="0" dirty="0"/>
                        <a:t>Recap of unit</a:t>
                      </a:r>
                      <a:endParaRPr lang="en-US" sz="2000" b="0" dirty="0">
                        <a:latin typeface="+mj-lt"/>
                        <a:cs typeface="Times New Roman" pitchFamily="18" charset="0"/>
                      </a:endParaRP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2895600" y="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CF6F672B-58F4-4B33-9709-6DB507080767}" type="datetime1">
              <a:rPr lang="en-US" smtClean="0"/>
              <a:t>8/20/2025</a:t>
            </a:fld>
            <a:endParaRPr lang="en-US" dirty="0"/>
          </a:p>
        </p:txBody>
      </p:sp>
      <p:sp>
        <p:nvSpPr>
          <p:cNvPr id="11" name="Footer Placeholder 10"/>
          <p:cNvSpPr>
            <a:spLocks noGrp="1"/>
          </p:cNvSpPr>
          <p:nvPr>
            <p:ph type="ftr" sz="quarter" idx="11"/>
          </p:nvPr>
        </p:nvSpPr>
        <p:spPr>
          <a:xfrm>
            <a:off x="1981200" y="6356353"/>
            <a:ext cx="9220200" cy="365125"/>
          </a:xfrm>
        </p:spPr>
        <p:txBody>
          <a:bodyPr/>
          <a:lstStyle/>
          <a:p>
            <a:r>
              <a:rPr lang="en-US"/>
              <a:t>Faculty Name: Amit Kumar Subject code and abbreviation - AOE0770 (Finance for Engineers)                                 Unit III</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
            <a:ext cx="99822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mj-lt"/>
              </a:rPr>
              <a:t>Noida Institute of Engineering and Technology, Greater Noida</a:t>
            </a:r>
          </a:p>
        </p:txBody>
      </p:sp>
      <p:sp>
        <p:nvSpPr>
          <p:cNvPr id="6" name="Subtitle 2"/>
          <p:cNvSpPr txBox="1">
            <a:spLocks/>
          </p:cNvSpPr>
          <p:nvPr/>
        </p:nvSpPr>
        <p:spPr>
          <a:xfrm>
            <a:off x="533400" y="1219200"/>
            <a:ext cx="11049000" cy="464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buNone/>
            </a:pPr>
            <a:r>
              <a:rPr lang="en-IN" sz="2400">
                <a:latin typeface="+mj-lt"/>
              </a:rPr>
              <a:t>Amit Kumar</a:t>
            </a:r>
            <a:endParaRPr lang="en-IN" sz="2400" dirty="0">
              <a:latin typeface="+mj-lt"/>
            </a:endParaRPr>
          </a:p>
          <a:p>
            <a:pPr>
              <a:buNone/>
            </a:pPr>
            <a:r>
              <a:rPr lang="en-IN" sz="2400" dirty="0">
                <a:latin typeface="+mj-lt"/>
              </a:rPr>
              <a:t>Assistant Professor</a:t>
            </a:r>
          </a:p>
          <a:p>
            <a:pPr>
              <a:buNone/>
            </a:pPr>
            <a:r>
              <a:rPr lang="en-IN" sz="2400" dirty="0">
                <a:latin typeface="+mj-lt"/>
              </a:rPr>
              <a:t>Department: Management Studies (MBA)</a:t>
            </a:r>
          </a:p>
          <a:p>
            <a:pPr>
              <a:buNone/>
            </a:pPr>
            <a:r>
              <a:rPr lang="en-IN" sz="2400" dirty="0">
                <a:latin typeface="+mj-lt"/>
              </a:rPr>
              <a:t>Email ID: amitkumar.mba@niet.co.in</a:t>
            </a:r>
          </a:p>
          <a:p>
            <a:pPr>
              <a:buNone/>
            </a:pPr>
            <a:r>
              <a:rPr lang="en-IN" sz="2400" dirty="0">
                <a:latin typeface="+mj-lt"/>
              </a:rPr>
              <a:t>Qualification: </a:t>
            </a:r>
            <a:r>
              <a:rPr lang="en-IN" sz="2400" dirty="0" err="1">
                <a:latin typeface="+mj-lt"/>
              </a:rPr>
              <a:t>B.Com</a:t>
            </a:r>
            <a:r>
              <a:rPr lang="en-IN" sz="2400" dirty="0">
                <a:latin typeface="+mj-lt"/>
              </a:rPr>
              <a:t>, </a:t>
            </a:r>
            <a:r>
              <a:rPr lang="en-IN" sz="2400" dirty="0" err="1">
                <a:latin typeface="+mj-lt"/>
              </a:rPr>
              <a:t>M.Com</a:t>
            </a:r>
            <a:endParaRPr lang="en-IN" sz="2400" dirty="0">
              <a:latin typeface="+mj-lt"/>
            </a:endParaRPr>
          </a:p>
          <a:p>
            <a:pPr>
              <a:buNone/>
            </a:pPr>
            <a:r>
              <a:rPr lang="en-IN" sz="2400" dirty="0">
                <a:latin typeface="+mj-lt"/>
              </a:rPr>
              <a:t>Specialisation: Finance</a:t>
            </a:r>
          </a:p>
          <a:p>
            <a:pPr lvl="0">
              <a:spcBef>
                <a:spcPct val="20000"/>
              </a:spcBef>
              <a:defRPr/>
            </a:pPr>
            <a:endParaRPr lang="en-US" sz="2400" dirty="0">
              <a:solidFill>
                <a:schemeClr val="tx1"/>
              </a:solidFill>
              <a:latin typeface="+mj-lt"/>
            </a:endParaRPr>
          </a:p>
          <a:p>
            <a:pPr>
              <a:spcBef>
                <a:spcPct val="20000"/>
              </a:spcBef>
              <a:defRPr/>
            </a:pPr>
            <a:endParaRPr lang="en-US" sz="2400" dirty="0">
              <a:solidFill>
                <a:schemeClr val="tx1"/>
              </a:solidFill>
              <a:latin typeface="+mj-lt"/>
            </a:endParaRPr>
          </a:p>
        </p:txBody>
      </p:sp>
      <p:sp>
        <p:nvSpPr>
          <p:cNvPr id="9" name="Date Placeholder 8"/>
          <p:cNvSpPr>
            <a:spLocks noGrp="1"/>
          </p:cNvSpPr>
          <p:nvPr>
            <p:ph type="dt" sz="half" idx="10"/>
          </p:nvPr>
        </p:nvSpPr>
        <p:spPr>
          <a:xfrm>
            <a:off x="381000" y="6356350"/>
            <a:ext cx="2133600" cy="365125"/>
          </a:xfrm>
        </p:spPr>
        <p:txBody>
          <a:bodyPr/>
          <a:lstStyle/>
          <a:p>
            <a:fld id="{DD4FB26D-E1E0-4321-9928-2D95770E1875}"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5</a:t>
            </a:fld>
            <a:endParaRPr lang="en-US" dirty="0"/>
          </a:p>
        </p:txBody>
      </p:sp>
      <p:sp>
        <p:nvSpPr>
          <p:cNvPr id="13" name="Footer Placeholder 12"/>
          <p:cNvSpPr>
            <a:spLocks noGrp="1"/>
          </p:cNvSpPr>
          <p:nvPr>
            <p:ph type="ftr" sz="quarter" idx="11"/>
          </p:nvPr>
        </p:nvSpPr>
        <p:spPr>
          <a:xfrm>
            <a:off x="1752600" y="6248401"/>
            <a:ext cx="94488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2050" name="AutoShape 2"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4BB2F7-F976-47E0-B873-EF38013898EB}" type="datetime1">
              <a:rPr lang="en-US" smtClean="0"/>
              <a:t>8/20/2025</a:t>
            </a:fld>
            <a:endParaRPr lang="en-US" dirty="0"/>
          </a:p>
        </p:txBody>
      </p:sp>
      <p:sp>
        <p:nvSpPr>
          <p:cNvPr id="5" name="Footer Placeholder 4"/>
          <p:cNvSpPr>
            <a:spLocks noGrp="1"/>
          </p:cNvSpPr>
          <p:nvPr>
            <p:ph type="ftr" sz="quarter" idx="11"/>
          </p:nvPr>
        </p:nvSpPr>
        <p:spPr>
          <a:xfrm>
            <a:off x="1981200" y="6416676"/>
            <a:ext cx="92202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cs typeface="Arial" panose="020B0604020202020204" pitchFamily="34" charset="0"/>
              </a:rPr>
              <a:t>Syllabus</a:t>
            </a:r>
          </a:p>
        </p:txBody>
      </p:sp>
      <p:sp>
        <p:nvSpPr>
          <p:cNvPr id="9" name="Content Placeholder 8"/>
          <p:cNvSpPr>
            <a:spLocks noGrp="1"/>
          </p:cNvSpPr>
          <p:nvPr>
            <p:ph idx="1"/>
          </p:nvPr>
        </p:nvSpPr>
        <p:spPr>
          <a:xfrm>
            <a:off x="457200" y="1219200"/>
            <a:ext cx="11430000" cy="3711785"/>
          </a:xfrm>
          <a:prstGeom prst="rect">
            <a:avLst/>
          </a:prstGeom>
          <a:noFill/>
        </p:spPr>
        <p:txBody>
          <a:bodyPr vert="horz" wrap="square" lIns="91440" tIns="45720" rIns="91440" bIns="45720" rtlCol="0">
            <a:spAutoFit/>
          </a:bodyPr>
          <a:lstStyle/>
          <a:p>
            <a:pPr algn="just"/>
            <a:r>
              <a:rPr lang="en-US" sz="2400" b="1" dirty="0"/>
              <a:t>Course Contents / Syllabus</a:t>
            </a:r>
            <a:endParaRPr lang="en-US" sz="2400" dirty="0"/>
          </a:p>
          <a:p>
            <a:pPr>
              <a:buNone/>
            </a:pPr>
            <a:r>
              <a:rPr lang="en-US" sz="2400" b="1" dirty="0"/>
              <a:t>UNIT-I             Basics of Accounting                                   Hours- 9</a:t>
            </a:r>
            <a:endParaRPr lang="en-US" sz="2400" dirty="0"/>
          </a:p>
          <a:p>
            <a:pPr algn="just"/>
            <a:r>
              <a:rPr lang="en-US" sz="2400" dirty="0"/>
              <a:t>Basics of Accounting: Principles of Accounting, Concept of debit &amp; credit, Books of accounts, Journal, Ledgers, Basic Accounting terminologies, Overview to Deprecation (straight line and diminishing method)</a:t>
            </a:r>
          </a:p>
          <a:p>
            <a:pPr>
              <a:buNone/>
            </a:pPr>
            <a:r>
              <a:rPr lang="en-US" sz="2400" b="1" dirty="0"/>
              <a:t>UNIT-II                      Financial Statements Analysis         Hours-9</a:t>
            </a:r>
            <a:endParaRPr lang="en-US" sz="2400" dirty="0"/>
          </a:p>
          <a:p>
            <a:pPr algn="just"/>
            <a:r>
              <a:rPr lang="en-US" sz="2400" dirty="0"/>
              <a:t>Financial Statements: Income statement &amp; Position statement: Preparation and analysis Key financial ratios, their interpretation, comparison of ratio with competition to identify improvement areas</a:t>
            </a:r>
          </a:p>
        </p:txBody>
      </p:sp>
    </p:spTree>
    <p:extLst>
      <p:ext uri="{BB962C8B-B14F-4D97-AF65-F5344CB8AC3E}">
        <p14:creationId xmlns:p14="http://schemas.microsoft.com/office/powerpoint/2010/main" val="255522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F7AA2A9-0C38-4F06-B783-F7542B3B83DE}"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cs typeface="Arial" panose="020B0604020202020204" pitchFamily="34" charset="0"/>
              </a:rPr>
              <a:t>Syllabus</a:t>
            </a:r>
          </a:p>
        </p:txBody>
      </p:sp>
      <p:sp>
        <p:nvSpPr>
          <p:cNvPr id="9" name="Content Placeholder 8"/>
          <p:cNvSpPr>
            <a:spLocks noGrp="1"/>
          </p:cNvSpPr>
          <p:nvPr>
            <p:ph idx="1"/>
          </p:nvPr>
        </p:nvSpPr>
        <p:spPr>
          <a:xfrm>
            <a:off x="457200" y="1219200"/>
            <a:ext cx="11506200" cy="4154984"/>
          </a:xfrm>
          <a:prstGeom prst="rect">
            <a:avLst/>
          </a:prstGeom>
          <a:noFill/>
        </p:spPr>
        <p:txBody>
          <a:bodyPr vert="horz" wrap="square" lIns="91440" tIns="45720" rIns="91440" bIns="45720" rtlCol="0">
            <a:spAutoFit/>
          </a:bodyPr>
          <a:lstStyle/>
          <a:p>
            <a:pPr>
              <a:buNone/>
            </a:pPr>
            <a:r>
              <a:rPr lang="en-US" sz="2000" b="1" dirty="0"/>
              <a:t>UNIT-III                           Project Finance                           Hours-8</a:t>
            </a:r>
            <a:endParaRPr lang="en-US" sz="2000" dirty="0"/>
          </a:p>
          <a:p>
            <a:pPr algn="just"/>
            <a:r>
              <a:rPr lang="en-US" sz="2000" dirty="0"/>
              <a:t>Appraisal of projects: Techniques, Finance for Startups- Govt Schemes / PSU &amp;PSE Bank Finance, Bank Scrutiny for approvals etc., Project Budgeting, Capex, Opex and Importance of tracking cost of projects in execution,	</a:t>
            </a:r>
          </a:p>
          <a:p>
            <a:pPr>
              <a:buNone/>
            </a:pPr>
            <a:r>
              <a:rPr lang="en-US" sz="2000" b="1" dirty="0"/>
              <a:t>UNIT-IV            Working Capital Management                 Hours-8</a:t>
            </a:r>
            <a:endParaRPr lang="en-US" sz="2000" dirty="0"/>
          </a:p>
          <a:p>
            <a:pPr algn="just"/>
            <a:r>
              <a:rPr lang="en-US" sz="2000" dirty="0"/>
              <a:t>Concepts of Working Capital and its types, Approaches to working capital, Inventory management: Nature, Objective, Techniques of inventory management, Cash Management: Objectives, preparation of Cash Flow Statement and its analysis.</a:t>
            </a:r>
          </a:p>
          <a:p>
            <a:pPr>
              <a:buNone/>
            </a:pPr>
            <a:r>
              <a:rPr lang="en-US" sz="2000" b="1" dirty="0"/>
              <a:t>UNIT-V                    Financial Products &amp; Services             Hours-6</a:t>
            </a:r>
            <a:endParaRPr lang="en-US" sz="2000" dirty="0"/>
          </a:p>
          <a:p>
            <a:pPr algn="just"/>
            <a:r>
              <a:rPr lang="en-US" sz="2000" dirty="0"/>
              <a:t>Introduction to Personal Financial Portfolio Management, Key Options of Savings &amp;Investment – Debt, Equity, etc. Brief Introduction to Mutual Funds and Stock Market</a:t>
            </a:r>
          </a:p>
          <a:p>
            <a:pPr marL="0" indent="0" algn="just">
              <a:buNone/>
            </a:pPr>
            <a:endParaRPr lang="en-US" sz="2000" dirty="0"/>
          </a:p>
        </p:txBody>
      </p:sp>
    </p:spTree>
    <p:extLst>
      <p:ext uri="{BB962C8B-B14F-4D97-AF65-F5344CB8AC3E}">
        <p14:creationId xmlns:p14="http://schemas.microsoft.com/office/powerpoint/2010/main" val="2555220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1E77DF-7843-4330-8192-5C809E918456}" type="datetime1">
              <a:rPr lang="en-US" smtClean="0"/>
              <a:t>8/20/2025</a:t>
            </a:fld>
            <a:endParaRPr lang="en-US" dirty="0"/>
          </a:p>
        </p:txBody>
      </p:sp>
      <p:sp>
        <p:nvSpPr>
          <p:cNvPr id="5" name="Footer Placeholder 4"/>
          <p:cNvSpPr>
            <a:spLocks noGrp="1"/>
          </p:cNvSpPr>
          <p:nvPr>
            <p:ph type="ftr" sz="quarter" idx="11"/>
          </p:nvPr>
        </p:nvSpPr>
        <p:spPr>
          <a:xfrm>
            <a:off x="2057400" y="6416676"/>
            <a:ext cx="89154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Course Objectives</a:t>
            </a:r>
          </a:p>
        </p:txBody>
      </p:sp>
      <p:graphicFrame>
        <p:nvGraphicFramePr>
          <p:cNvPr id="12" name="Table 11"/>
          <p:cNvGraphicFramePr>
            <a:graphicFrameLocks noGrp="1"/>
          </p:cNvGraphicFramePr>
          <p:nvPr>
            <p:extLst>
              <p:ext uri="{D42A27DB-BD31-4B8C-83A1-F6EECF244321}">
                <p14:modId xmlns:p14="http://schemas.microsoft.com/office/powerpoint/2010/main" val="1135189765"/>
              </p:ext>
            </p:extLst>
          </p:nvPr>
        </p:nvGraphicFramePr>
        <p:xfrm>
          <a:off x="609600" y="1717041"/>
          <a:ext cx="11125200" cy="2854960"/>
        </p:xfrm>
        <a:graphic>
          <a:graphicData uri="http://schemas.openxmlformats.org/drawingml/2006/table">
            <a:tbl>
              <a:tblPr/>
              <a:tblGrid>
                <a:gridCol w="1806374">
                  <a:extLst>
                    <a:ext uri="{9D8B030D-6E8A-4147-A177-3AD203B41FA5}">
                      <a16:colId xmlns:a16="http://schemas.microsoft.com/office/drawing/2014/main" val="20000"/>
                    </a:ext>
                  </a:extLst>
                </a:gridCol>
                <a:gridCol w="7507291">
                  <a:extLst>
                    <a:ext uri="{9D8B030D-6E8A-4147-A177-3AD203B41FA5}">
                      <a16:colId xmlns:a16="http://schemas.microsoft.com/office/drawing/2014/main" val="20001"/>
                    </a:ext>
                  </a:extLst>
                </a:gridCol>
                <a:gridCol w="1811535">
                  <a:extLst>
                    <a:ext uri="{9D8B030D-6E8A-4147-A177-3AD203B41FA5}">
                      <a16:colId xmlns:a16="http://schemas.microsoft.com/office/drawing/2014/main" val="20002"/>
                    </a:ext>
                  </a:extLst>
                </a:gridCol>
              </a:tblGrid>
              <a:tr h="659970">
                <a:tc>
                  <a:txBody>
                    <a:bodyPr/>
                    <a:lstStyle/>
                    <a:p>
                      <a:pPr marL="0" marR="0" algn="ctr">
                        <a:lnSpc>
                          <a:spcPct val="115000"/>
                        </a:lnSpc>
                        <a:spcBef>
                          <a:spcPts val="0"/>
                        </a:spcBef>
                        <a:spcAft>
                          <a:spcPts val="0"/>
                        </a:spcAft>
                        <a:tabLst>
                          <a:tab pos="1533525" algn="l"/>
                        </a:tabLst>
                      </a:pPr>
                      <a:r>
                        <a:rPr lang="en-US" sz="2000" dirty="0">
                          <a:latin typeface="Times New Roman"/>
                          <a:ea typeface="Calibri"/>
                          <a:cs typeface="Times New Roman"/>
                        </a:rPr>
                        <a:t>1</a:t>
                      </a:r>
                      <a:endParaRPr lang="en-US" sz="16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tabLst>
                          <a:tab pos="783590" algn="l"/>
                        </a:tabLst>
                      </a:pPr>
                      <a:r>
                        <a:rPr lang="en-US" sz="2000">
                          <a:latin typeface="Times New Roman"/>
                          <a:ea typeface="Calibri"/>
                          <a:cs typeface="Times New Roman"/>
                        </a:rPr>
                        <a:t>Familiarize students with basic financial accounting concepts &amp; process</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000">
                          <a:latin typeface="Times New Roman"/>
                          <a:ea typeface="Calibri"/>
                          <a:cs typeface="Times New Roman"/>
                        </a:rPr>
                        <a:t>CO1</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1905">
                <a:tc>
                  <a:txBody>
                    <a:bodyPr/>
                    <a:lstStyle/>
                    <a:p>
                      <a:pPr marL="0" marR="0" algn="ctr">
                        <a:lnSpc>
                          <a:spcPct val="115000"/>
                        </a:lnSpc>
                        <a:spcBef>
                          <a:spcPts val="0"/>
                        </a:spcBef>
                        <a:spcAft>
                          <a:spcPts val="0"/>
                        </a:spcAft>
                        <a:tabLst>
                          <a:tab pos="1533525" algn="l"/>
                        </a:tabLst>
                      </a:pPr>
                      <a:r>
                        <a:rPr lang="en-US" sz="2000" dirty="0">
                          <a:latin typeface="Times New Roman"/>
                          <a:ea typeface="Calibri"/>
                          <a:cs typeface="Times New Roman"/>
                        </a:rPr>
                        <a:t>2</a:t>
                      </a:r>
                      <a:endParaRPr lang="en-US" sz="16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215"/>
                        </a:spcBef>
                        <a:spcAft>
                          <a:spcPts val="0"/>
                        </a:spcAft>
                        <a:tabLst>
                          <a:tab pos="783590" algn="l"/>
                        </a:tabLst>
                      </a:pPr>
                      <a:r>
                        <a:rPr lang="en-US" sz="2000" dirty="0">
                          <a:latin typeface="Times New Roman"/>
                          <a:ea typeface="Calibri"/>
                          <a:cs typeface="Times New Roman"/>
                        </a:rPr>
                        <a:t>Develop analytical skills for financial analysis</a:t>
                      </a:r>
                      <a:endParaRPr lang="en-US" sz="16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000">
                          <a:latin typeface="Times New Roman"/>
                          <a:ea typeface="Calibri"/>
                          <a:cs typeface="Times New Roman"/>
                        </a:rPr>
                        <a:t>CO2</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00732">
                <a:tc>
                  <a:txBody>
                    <a:bodyPr/>
                    <a:lstStyle/>
                    <a:p>
                      <a:pPr marL="0" marR="0" algn="ctr">
                        <a:lnSpc>
                          <a:spcPct val="115000"/>
                        </a:lnSpc>
                        <a:spcBef>
                          <a:spcPts val="0"/>
                        </a:spcBef>
                        <a:spcAft>
                          <a:spcPts val="0"/>
                        </a:spcAft>
                        <a:tabLst>
                          <a:tab pos="1533525" algn="l"/>
                        </a:tabLst>
                      </a:pPr>
                      <a:r>
                        <a:rPr lang="en-US" sz="2000">
                          <a:latin typeface="Times New Roman"/>
                          <a:ea typeface="Calibri"/>
                          <a:cs typeface="Times New Roman"/>
                        </a:rPr>
                        <a:t>3</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205"/>
                        </a:spcBef>
                        <a:spcAft>
                          <a:spcPts val="0"/>
                        </a:spcAft>
                      </a:pPr>
                      <a:r>
                        <a:rPr lang="en-US" sz="2000" dirty="0">
                          <a:latin typeface="Times New Roman"/>
                          <a:ea typeface="Calibri"/>
                          <a:cs typeface="Times New Roman"/>
                        </a:rPr>
                        <a:t>Develop capacity to apprise projects and their financing along with solving various issued related to inventory and cash</a:t>
                      </a:r>
                      <a:endParaRPr lang="en-US" sz="16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000">
                          <a:latin typeface="Times New Roman"/>
                          <a:ea typeface="Calibri"/>
                          <a:cs typeface="Times New Roman"/>
                        </a:rPr>
                        <a:t>CO3</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02353">
                <a:tc>
                  <a:txBody>
                    <a:bodyPr/>
                    <a:lstStyle/>
                    <a:p>
                      <a:pPr marL="0" marR="0" algn="ctr">
                        <a:lnSpc>
                          <a:spcPct val="115000"/>
                        </a:lnSpc>
                        <a:spcBef>
                          <a:spcPts val="0"/>
                        </a:spcBef>
                        <a:spcAft>
                          <a:spcPts val="0"/>
                        </a:spcAft>
                        <a:tabLst>
                          <a:tab pos="1533525" algn="l"/>
                        </a:tabLst>
                      </a:pPr>
                      <a:r>
                        <a:rPr lang="en-US" sz="2000">
                          <a:latin typeface="Times New Roman"/>
                          <a:ea typeface="Calibri"/>
                          <a:cs typeface="Times New Roman"/>
                        </a:rPr>
                        <a:t>4</a:t>
                      </a:r>
                      <a:endParaRPr lang="en-US" sz="16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7485" algn="just">
                        <a:lnSpc>
                          <a:spcPct val="105000"/>
                        </a:lnSpc>
                        <a:spcBef>
                          <a:spcPts val="715"/>
                        </a:spcBef>
                        <a:spcAft>
                          <a:spcPts val="0"/>
                        </a:spcAft>
                        <a:tabLst>
                          <a:tab pos="1533525" algn="l"/>
                        </a:tabLst>
                      </a:pPr>
                      <a:r>
                        <a:rPr lang="en-US" sz="2000" dirty="0">
                          <a:latin typeface="Times New Roman"/>
                          <a:ea typeface="Times New Roman"/>
                        </a:rPr>
                        <a:t>Understand and construct personal saving and investment portfolios</a:t>
                      </a:r>
                      <a:endParaRPr lang="en-US" sz="1600" dirty="0">
                        <a:latin typeface="Times New Roman"/>
                        <a:ea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000" dirty="0">
                          <a:latin typeface="Times New Roman"/>
                          <a:ea typeface="Calibri"/>
                          <a:cs typeface="Times New Roman"/>
                        </a:rPr>
                        <a:t>CO4</a:t>
                      </a:r>
                      <a:endParaRPr lang="en-US" sz="16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5522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718595-FD7C-476D-93C1-C3CD6BD81250}" type="datetime1">
              <a:rPr lang="en-US" smtClean="0"/>
              <a:t>8/20/2025</a:t>
            </a:fld>
            <a:endParaRPr lang="en-US" dirty="0"/>
          </a:p>
        </p:txBody>
      </p:sp>
      <p:sp>
        <p:nvSpPr>
          <p:cNvPr id="5" name="Footer Placeholder 4"/>
          <p:cNvSpPr>
            <a:spLocks noGrp="1"/>
          </p:cNvSpPr>
          <p:nvPr>
            <p:ph type="ftr" sz="quarter" idx="11"/>
          </p:nvPr>
        </p:nvSpPr>
        <p:spPr>
          <a:xfrm>
            <a:off x="1752600" y="6416676"/>
            <a:ext cx="89154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2286000" y="2"/>
            <a:ext cx="9906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Branch wise Applications </a:t>
            </a:r>
            <a:endParaRPr lang="en-US" sz="2400" b="1" dirty="0">
              <a:latin typeface="+mj-lt"/>
              <a:cs typeface="Arial" panose="020B0604020202020204" pitchFamily="34" charset="0"/>
            </a:endParaRPr>
          </a:p>
        </p:txBody>
      </p:sp>
      <p:sp>
        <p:nvSpPr>
          <p:cNvPr id="9" name="Content Placeholder 8"/>
          <p:cNvSpPr>
            <a:spLocks noGrp="1"/>
          </p:cNvSpPr>
          <p:nvPr>
            <p:ph idx="1"/>
          </p:nvPr>
        </p:nvSpPr>
        <p:spPr>
          <a:xfrm>
            <a:off x="381000" y="1371600"/>
            <a:ext cx="11506200" cy="4524315"/>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Financial accounting can be used in short-term and long-term decisions involving a company’s financial health. </a:t>
            </a:r>
          </a:p>
          <a:p>
            <a:pPr marL="285750" indent="-285750" algn="just"/>
            <a:r>
              <a:rPr lang="en-US" sz="2400" dirty="0">
                <a:solidFill>
                  <a:srgbClr val="111111"/>
                </a:solidFill>
              </a:rPr>
              <a:t>Financial accounting helps managers make operational decisions, which are intended to increase the company’s operational efficiency. This also helps in making long-term investment decisions. </a:t>
            </a:r>
          </a:p>
          <a:p>
            <a:pPr marL="285750" indent="-285750" algn="just"/>
            <a:r>
              <a:rPr lang="en-US" sz="2400" dirty="0">
                <a:solidFill>
                  <a:srgbClr val="111111"/>
                </a:solidFill>
              </a:rPr>
              <a:t>Forecasting, monitoring, and tracking performance is a critical aspect of managerial accounting to ensure actual results meet the budgets and forecasts outlined at the onset.</a:t>
            </a:r>
          </a:p>
          <a:p>
            <a:pPr algn="just"/>
            <a:r>
              <a:rPr lang="en-US" sz="2400" dirty="0">
                <a:solidFill>
                  <a:srgbClr val="111111"/>
                </a:solidFill>
              </a:rPr>
              <a:t>Financial accounting is the type of accounting that provides financial information to top and middle-level management in a company.</a:t>
            </a:r>
          </a:p>
          <a:p>
            <a:pPr algn="just"/>
            <a:endParaRPr lang="en-US" sz="2400" dirty="0">
              <a:solidFill>
                <a:srgbClr val="111111"/>
              </a:solidFill>
            </a:endParaRPr>
          </a:p>
          <a:p>
            <a:pPr algn="just">
              <a:buNone/>
            </a:pPr>
            <a:endParaRPr lang="en-US" sz="2400" dirty="0"/>
          </a:p>
        </p:txBody>
      </p:sp>
    </p:spTree>
    <p:extLst>
      <p:ext uri="{BB962C8B-B14F-4D97-AF65-F5344CB8AC3E}">
        <p14:creationId xmlns:p14="http://schemas.microsoft.com/office/powerpoint/2010/main" val="255522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675172-AE1E-4A9A-BC52-74416FC88E04}" type="datetime1">
              <a:rPr lang="en-US" smtClean="0"/>
              <a:t>8/20/2025</a:t>
            </a:fld>
            <a:endParaRPr lang="en-US" dirty="0"/>
          </a:p>
        </p:txBody>
      </p:sp>
      <p:sp>
        <p:nvSpPr>
          <p:cNvPr id="5" name="Footer Placeholder 4"/>
          <p:cNvSpPr>
            <a:spLocks noGrp="1"/>
          </p:cNvSpPr>
          <p:nvPr>
            <p:ph type="ftr" sz="quarter" idx="11"/>
          </p:nvPr>
        </p:nvSpPr>
        <p:spPr>
          <a:xfrm>
            <a:off x="2286000" y="6416676"/>
            <a:ext cx="87630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Branch wise Applications </a:t>
            </a:r>
            <a:endParaRPr lang="en-US" sz="2400" b="1" dirty="0">
              <a:latin typeface="+mj-lt"/>
              <a:cs typeface="Arial" panose="020B0604020202020204" pitchFamily="34" charset="0"/>
            </a:endParaRPr>
          </a:p>
        </p:txBody>
      </p:sp>
      <p:sp>
        <p:nvSpPr>
          <p:cNvPr id="9" name="Content Placeholder 8"/>
          <p:cNvSpPr>
            <a:spLocks noGrp="1"/>
          </p:cNvSpPr>
          <p:nvPr>
            <p:ph idx="1"/>
          </p:nvPr>
        </p:nvSpPr>
        <p:spPr>
          <a:xfrm>
            <a:off x="457200" y="1295400"/>
            <a:ext cx="11430000" cy="1754326"/>
          </a:xfrm>
          <a:prstGeom prst="rect">
            <a:avLst/>
          </a:prstGeom>
          <a:noFill/>
        </p:spPr>
        <p:txBody>
          <a:bodyPr vert="horz" wrap="square" lIns="91440" tIns="45720" rIns="91440" bIns="45720" rtlCol="0">
            <a:spAutoFit/>
          </a:bodyPr>
          <a:lstStyle/>
          <a:p>
            <a:pPr marL="285750" indent="-285750" algn="just"/>
            <a:r>
              <a:rPr lang="en-US" sz="2000" dirty="0">
                <a:solidFill>
                  <a:srgbClr val="111111"/>
                </a:solidFill>
              </a:rPr>
              <a:t>Financial accounting often involves various financial metrics, including revenue, sales, operating expenses, and cost controls.</a:t>
            </a:r>
          </a:p>
          <a:p>
            <a:pPr marL="285750" indent="-285750" algn="just"/>
            <a:endParaRPr lang="en-US" sz="2000" dirty="0">
              <a:solidFill>
                <a:srgbClr val="111111"/>
              </a:solidFill>
            </a:endParaRPr>
          </a:p>
          <a:p>
            <a:pPr algn="just"/>
            <a:r>
              <a:rPr lang="en-US" sz="2000" dirty="0">
                <a:solidFill>
                  <a:srgbClr val="111111"/>
                </a:solidFill>
              </a:rPr>
              <a:t>Financial accounting helps companies plan, forecast, and budget at an enterprise-wide level to ensure the company's long-term success.</a:t>
            </a:r>
            <a:endParaRPr lang="en-US" sz="2000" dirty="0"/>
          </a:p>
        </p:txBody>
      </p:sp>
    </p:spTree>
    <p:extLst>
      <p:ext uri="{BB962C8B-B14F-4D97-AF65-F5344CB8AC3E}">
        <p14:creationId xmlns:p14="http://schemas.microsoft.com/office/powerpoint/2010/main" val="255522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EE19EB-7885-4CDA-80AE-70AEC7F2F986}"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2209800" y="3"/>
            <a:ext cx="9982200" cy="6095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Result Analysis</a:t>
            </a:r>
            <a:endParaRPr lang="en-US" sz="2800" b="1" dirty="0">
              <a:latin typeface="Arial" panose="020B0604020202020204" pitchFamily="34" charset="0"/>
              <a:cs typeface="Arial" panose="020B0604020202020204" pitchFamily="34" charset="0"/>
            </a:endParaRPr>
          </a:p>
        </p:txBody>
      </p:sp>
      <p:sp>
        <p:nvSpPr>
          <p:cNvPr id="9" name="Content Placeholder 8"/>
          <p:cNvSpPr>
            <a:spLocks noGrp="1"/>
          </p:cNvSpPr>
          <p:nvPr>
            <p:ph idx="1"/>
          </p:nvPr>
        </p:nvSpPr>
        <p:spPr>
          <a:xfrm>
            <a:off x="2057400" y="817164"/>
            <a:ext cx="8077200" cy="461665"/>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Not Available</a:t>
            </a:r>
            <a:endParaRPr lang="en-US" sz="2400" dirty="0"/>
          </a:p>
        </p:txBody>
      </p:sp>
    </p:spTree>
    <p:extLst>
      <p:ext uri="{BB962C8B-B14F-4D97-AF65-F5344CB8AC3E}">
        <p14:creationId xmlns:p14="http://schemas.microsoft.com/office/powerpoint/2010/main" val="255522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66018"/>
            <a:ext cx="7010400" cy="4525963"/>
          </a:xfrm>
        </p:spPr>
        <p:txBody>
          <a:bodyPr>
            <a:normAutofit/>
          </a:bodyPr>
          <a:lstStyle/>
          <a:p>
            <a:pPr algn="just">
              <a:buNone/>
            </a:pPr>
            <a:r>
              <a:rPr lang="en-US" sz="2400" dirty="0"/>
              <a:t>Appraisal of projects: Techniques, </a:t>
            </a:r>
          </a:p>
          <a:p>
            <a:pPr algn="just">
              <a:buNone/>
            </a:pPr>
            <a:r>
              <a:rPr lang="en-US" sz="2400" dirty="0"/>
              <a:t>Finance for Startups- </a:t>
            </a:r>
            <a:r>
              <a:rPr lang="en-US" sz="2400" dirty="0" err="1"/>
              <a:t>Govt</a:t>
            </a:r>
            <a:r>
              <a:rPr lang="en-US" sz="2400" dirty="0"/>
              <a:t> Schemes / PSU &amp;PSE Bank Finance, </a:t>
            </a:r>
          </a:p>
          <a:p>
            <a:pPr algn="just">
              <a:buNone/>
            </a:pPr>
            <a:r>
              <a:rPr lang="en-US" sz="2400" dirty="0"/>
              <a:t>Bank Scrutiny for approvals etc., </a:t>
            </a:r>
          </a:p>
          <a:p>
            <a:pPr algn="just">
              <a:buNone/>
            </a:pPr>
            <a:r>
              <a:rPr lang="en-US" sz="2400" dirty="0"/>
              <a:t>Project Budgeting, </a:t>
            </a:r>
          </a:p>
          <a:p>
            <a:pPr algn="just">
              <a:buNone/>
            </a:pPr>
            <a:r>
              <a:rPr lang="en-US" sz="2400" dirty="0"/>
              <a:t>Capex, Opex and </a:t>
            </a:r>
          </a:p>
          <a:p>
            <a:pPr algn="just">
              <a:buNone/>
            </a:pPr>
            <a:r>
              <a:rPr lang="en-US" sz="2400" dirty="0"/>
              <a:t>Importance of tracking cost of projects in execution,</a:t>
            </a:r>
            <a:endParaRPr lang="en-US" sz="2000" dirty="0"/>
          </a:p>
        </p:txBody>
      </p:sp>
      <p:sp>
        <p:nvSpPr>
          <p:cNvPr id="6" name="Date Placeholder 5"/>
          <p:cNvSpPr>
            <a:spLocks noGrp="1"/>
          </p:cNvSpPr>
          <p:nvPr>
            <p:ph type="dt" sz="half" idx="10"/>
          </p:nvPr>
        </p:nvSpPr>
        <p:spPr/>
        <p:txBody>
          <a:bodyPr/>
          <a:lstStyle/>
          <a:p>
            <a:fld id="{B5CAA120-9E57-4B0D-8D03-CAB5E0BCB0FF}" type="datetime1">
              <a:rPr lang="en-US" smtClean="0"/>
              <a:t>8/20/2025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8"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Content</a:t>
            </a:r>
          </a:p>
        </p:txBody>
      </p:sp>
      <p:sp>
        <p:nvSpPr>
          <p:cNvPr id="10" name="Footer Placeholder 9"/>
          <p:cNvSpPr>
            <a:spLocks noGrp="1"/>
          </p:cNvSpPr>
          <p:nvPr>
            <p:ph type="ftr" sz="quarter" idx="11"/>
          </p:nvPr>
        </p:nvSpPr>
        <p:spPr>
          <a:xfrm>
            <a:off x="1676400" y="6356351"/>
            <a:ext cx="9296400" cy="365125"/>
          </a:xfrm>
        </p:spPr>
        <p:txBody>
          <a:bodyPr/>
          <a:lstStyle/>
          <a:p>
            <a:r>
              <a:rPr lang="en-US"/>
              <a:t>Faculty Name: Amit Kumar Subject code and abbreviation - AOE0770 (Finance for Engineers)                                 Unit III</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F60471-ACA2-4C18-9E04-74746E884519}" type="datetime1">
              <a:rPr lang="en-US" smtClean="0"/>
              <a:t>8/20/2025</a:t>
            </a:fld>
            <a:endParaRPr lang="en-US"/>
          </a:p>
        </p:txBody>
      </p:sp>
      <p:sp>
        <p:nvSpPr>
          <p:cNvPr id="5" name="Footer Placeholder 4"/>
          <p:cNvSpPr>
            <a:spLocks noGrp="1"/>
          </p:cNvSpPr>
          <p:nvPr>
            <p:ph type="ftr" sz="quarter" idx="11"/>
          </p:nvPr>
        </p:nvSpPr>
        <p:spPr>
          <a:xfrm>
            <a:off x="1828800" y="6356351"/>
            <a:ext cx="87630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Objective of Unit</a:t>
            </a:r>
          </a:p>
        </p:txBody>
      </p:sp>
      <p:sp>
        <p:nvSpPr>
          <p:cNvPr id="10" name="Content Placeholder 9"/>
          <p:cNvSpPr>
            <a:spLocks noGrp="1"/>
          </p:cNvSpPr>
          <p:nvPr>
            <p:ph idx="1"/>
          </p:nvPr>
        </p:nvSpPr>
        <p:spPr/>
        <p:txBody>
          <a:bodyPr>
            <a:normAutofit/>
          </a:bodyPr>
          <a:lstStyle/>
          <a:p>
            <a:pPr algn="just"/>
            <a:r>
              <a:rPr lang="en-US" sz="2400" dirty="0">
                <a:latin typeface="Arial" pitchFamily="34" charset="0"/>
                <a:cs typeface="Arial" pitchFamily="34" charset="0"/>
              </a:rPr>
              <a:t>   To understand the concepts of projects</a:t>
            </a:r>
          </a:p>
          <a:p>
            <a:pPr algn="just"/>
            <a:r>
              <a:rPr lang="en-US" sz="2400" dirty="0">
                <a:latin typeface="Arial" pitchFamily="34" charset="0"/>
                <a:cs typeface="Arial" pitchFamily="34" charset="0"/>
              </a:rPr>
              <a:t>    To understand the estimation of costs of projects</a:t>
            </a:r>
          </a:p>
          <a:p>
            <a:pPr algn="just"/>
            <a:endParaRPr lang="en-US" sz="2400" dirty="0">
              <a:latin typeface="Arial" pitchFamily="34" charset="0"/>
              <a:cs typeface="Arial" pitchFamily="34" charset="0"/>
            </a:endParaRPr>
          </a:p>
          <a:p>
            <a:pPr algn="just"/>
            <a:endParaRPr lang="en-US" sz="2400" dirty="0">
              <a:latin typeface="Arial" pitchFamily="34" charset="0"/>
              <a:cs typeface="Arial" pitchFamily="34" charset="0"/>
            </a:endParaRPr>
          </a:p>
        </p:txBody>
      </p:sp>
    </p:spTree>
    <p:extLst>
      <p:ext uri="{BB962C8B-B14F-4D97-AF65-F5344CB8AC3E}">
        <p14:creationId xmlns:p14="http://schemas.microsoft.com/office/powerpoint/2010/main" val="790445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D7EE3A-0C54-41B5-89C4-E353D8A5A3D2}" type="datetime1">
              <a:rPr lang="en-US" smtClean="0"/>
              <a:t>8/20/2025</a:t>
            </a:fld>
            <a:endParaRPr lang="en-US"/>
          </a:p>
        </p:txBody>
      </p:sp>
      <p:sp>
        <p:nvSpPr>
          <p:cNvPr id="5" name="Footer Placeholder 4"/>
          <p:cNvSpPr>
            <a:spLocks noGrp="1"/>
          </p:cNvSpPr>
          <p:nvPr>
            <p:ph type="ftr" sz="quarter" idx="11"/>
          </p:nvPr>
        </p:nvSpPr>
        <p:spPr>
          <a:xfrm>
            <a:off x="1600200" y="6356351"/>
            <a:ext cx="94488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Course Outcome</a:t>
            </a:r>
          </a:p>
        </p:txBody>
      </p:sp>
      <p:graphicFrame>
        <p:nvGraphicFramePr>
          <p:cNvPr id="10" name="Table 9"/>
          <p:cNvGraphicFramePr>
            <a:graphicFrameLocks noGrp="1"/>
          </p:cNvGraphicFramePr>
          <p:nvPr/>
        </p:nvGraphicFramePr>
        <p:xfrm>
          <a:off x="2209801" y="1295399"/>
          <a:ext cx="7924801" cy="4876803"/>
        </p:xfrm>
        <a:graphic>
          <a:graphicData uri="http://schemas.openxmlformats.org/drawingml/2006/table">
            <a:tbl>
              <a:tblPr/>
              <a:tblGrid>
                <a:gridCol w="691894">
                  <a:extLst>
                    <a:ext uri="{9D8B030D-6E8A-4147-A177-3AD203B41FA5}">
                      <a16:colId xmlns:a16="http://schemas.microsoft.com/office/drawing/2014/main" val="20000"/>
                    </a:ext>
                  </a:extLst>
                </a:gridCol>
                <a:gridCol w="5023106">
                  <a:extLst>
                    <a:ext uri="{9D8B030D-6E8A-4147-A177-3AD203B41FA5}">
                      <a16:colId xmlns:a16="http://schemas.microsoft.com/office/drawing/2014/main" val="20001"/>
                    </a:ext>
                  </a:extLst>
                </a:gridCol>
                <a:gridCol w="2209801">
                  <a:extLst>
                    <a:ext uri="{9D8B030D-6E8A-4147-A177-3AD203B41FA5}">
                      <a16:colId xmlns:a16="http://schemas.microsoft.com/office/drawing/2014/main" val="20002"/>
                    </a:ext>
                  </a:extLst>
                </a:gridCol>
              </a:tblGrid>
              <a:tr h="741178">
                <a:tc gridSpan="3">
                  <a:txBody>
                    <a:bodyPr/>
                    <a:lstStyle/>
                    <a:p>
                      <a:pPr marL="0" marR="0" algn="just">
                        <a:lnSpc>
                          <a:spcPct val="115000"/>
                        </a:lnSpc>
                        <a:spcBef>
                          <a:spcPts val="0"/>
                        </a:spcBef>
                        <a:spcAft>
                          <a:spcPts val="0"/>
                        </a:spcAft>
                      </a:pPr>
                      <a:r>
                        <a:rPr lang="en-US" sz="2000" b="1" dirty="0">
                          <a:latin typeface="Times New Roman"/>
                          <a:ea typeface="Calibri"/>
                          <a:cs typeface="Times New Roman"/>
                        </a:rPr>
                        <a:t>Course outcome: At the end of course, the student will be able to</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109824">
                <a:tc>
                  <a:txBody>
                    <a:bodyPr/>
                    <a:lstStyle/>
                    <a:p>
                      <a:pPr marL="0" marR="0" algn="ctr">
                        <a:lnSpc>
                          <a:spcPct val="115000"/>
                        </a:lnSpc>
                        <a:spcBef>
                          <a:spcPts val="0"/>
                        </a:spcBef>
                        <a:spcAft>
                          <a:spcPts val="0"/>
                        </a:spcAft>
                      </a:pPr>
                      <a:r>
                        <a:rPr lang="en-US" sz="2000" dirty="0">
                          <a:latin typeface="Times New Roman"/>
                          <a:ea typeface="Calibri"/>
                          <a:cs typeface="Times New Roman"/>
                        </a:rPr>
                        <a:t>CO 1</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715"/>
                        </a:spcBef>
                        <a:spcAft>
                          <a:spcPts val="0"/>
                        </a:spcAft>
                      </a:pPr>
                      <a:r>
                        <a:rPr lang="en-US" sz="2000" dirty="0">
                          <a:latin typeface="Times New Roman"/>
                          <a:ea typeface="Calibri"/>
                          <a:cs typeface="Times New Roman"/>
                        </a:rPr>
                        <a:t>Understand and record financial transactions. </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715"/>
                        </a:spcBef>
                        <a:spcAft>
                          <a:spcPts val="0"/>
                        </a:spcAft>
                      </a:pPr>
                      <a:r>
                        <a:rPr lang="en-US" sz="2000">
                          <a:latin typeface="Times New Roman"/>
                          <a:ea typeface="Times New Roman"/>
                        </a:rPr>
                        <a:t>Knowledge (K2), Remembering (K1), Applying (K4)</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1359">
                <a:tc>
                  <a:txBody>
                    <a:bodyPr/>
                    <a:lstStyle/>
                    <a:p>
                      <a:pPr marL="0" marR="0" algn="ctr">
                        <a:lnSpc>
                          <a:spcPct val="115000"/>
                        </a:lnSpc>
                        <a:spcBef>
                          <a:spcPts val="0"/>
                        </a:spcBef>
                        <a:spcAft>
                          <a:spcPts val="0"/>
                        </a:spcAft>
                      </a:pPr>
                      <a:r>
                        <a:rPr lang="en-US" sz="2000" dirty="0">
                          <a:latin typeface="Times New Roman"/>
                          <a:ea typeface="Calibri"/>
                          <a:cs typeface="Times New Roman"/>
                        </a:rPr>
                        <a:t>CO 2</a:t>
                      </a:r>
                      <a:endParaRPr lang="en-US" sz="2000" dirty="0">
                        <a:latin typeface="Calibri"/>
                        <a:ea typeface="Calibri"/>
                        <a:cs typeface="Times New Roman"/>
                      </a:endParaRPr>
                    </a:p>
                  </a:txBody>
                  <a:tcPr marL="61045" marR="610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7485">
                        <a:lnSpc>
                          <a:spcPct val="105000"/>
                        </a:lnSpc>
                        <a:spcBef>
                          <a:spcPts val="715"/>
                        </a:spcBef>
                        <a:spcAft>
                          <a:spcPts val="0"/>
                        </a:spcAft>
                      </a:pPr>
                      <a:r>
                        <a:rPr lang="en-US" sz="2000" dirty="0">
                          <a:latin typeface="Times New Roman"/>
                          <a:ea typeface="Times New Roman"/>
                        </a:rPr>
                        <a:t>Analyze and take decision based on income, expenditure, assets &amp; liabilities</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715"/>
                        </a:spcBef>
                        <a:spcAft>
                          <a:spcPts val="0"/>
                        </a:spcAft>
                      </a:pPr>
                      <a:r>
                        <a:rPr lang="en-US" sz="2000">
                          <a:latin typeface="Times New Roman"/>
                          <a:ea typeface="Times New Roman"/>
                        </a:rPr>
                        <a:t>Knowledge (K2), Applying (K4)</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8980">
                <a:tc>
                  <a:txBody>
                    <a:bodyPr/>
                    <a:lstStyle/>
                    <a:p>
                      <a:pPr marL="0" marR="0" algn="ctr">
                        <a:lnSpc>
                          <a:spcPct val="115000"/>
                        </a:lnSpc>
                        <a:spcBef>
                          <a:spcPts val="0"/>
                        </a:spcBef>
                        <a:spcAft>
                          <a:spcPts val="0"/>
                        </a:spcAft>
                      </a:pPr>
                      <a:r>
                        <a:rPr lang="en-US" sz="2000">
                          <a:latin typeface="Times New Roman"/>
                          <a:ea typeface="Calibri"/>
                          <a:cs typeface="Times New Roman"/>
                        </a:rPr>
                        <a:t>CO 3</a:t>
                      </a:r>
                      <a:endParaRPr lang="en-US" sz="2000">
                        <a:latin typeface="Calibri"/>
                        <a:ea typeface="Calibri"/>
                        <a:cs typeface="Times New Roman"/>
                      </a:endParaRPr>
                    </a:p>
                  </a:txBody>
                  <a:tcPr marL="61045" marR="610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7485" algn="just">
                        <a:lnSpc>
                          <a:spcPct val="105000"/>
                        </a:lnSpc>
                        <a:spcBef>
                          <a:spcPts val="715"/>
                        </a:spcBef>
                        <a:spcAft>
                          <a:spcPts val="0"/>
                        </a:spcAft>
                      </a:pPr>
                      <a:r>
                        <a:rPr lang="en-US" sz="2000" dirty="0">
                          <a:latin typeface="Times New Roman"/>
                          <a:ea typeface="Times New Roman"/>
                        </a:rPr>
                        <a:t>Decide avenues for financing projects and </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715"/>
                        </a:spcBef>
                        <a:spcAft>
                          <a:spcPts val="0"/>
                        </a:spcAft>
                      </a:pPr>
                      <a:r>
                        <a:rPr lang="en-US" sz="2000">
                          <a:latin typeface="Times New Roman"/>
                          <a:ea typeface="Times New Roman"/>
                        </a:rPr>
                        <a:t>Knowledge (K2)</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7731">
                <a:tc>
                  <a:txBody>
                    <a:bodyPr/>
                    <a:lstStyle/>
                    <a:p>
                      <a:pPr marL="0" marR="0" algn="ctr">
                        <a:lnSpc>
                          <a:spcPct val="115000"/>
                        </a:lnSpc>
                        <a:spcBef>
                          <a:spcPts val="0"/>
                        </a:spcBef>
                        <a:spcAft>
                          <a:spcPts val="0"/>
                        </a:spcAft>
                      </a:pPr>
                      <a:r>
                        <a:rPr lang="en-US" sz="2000">
                          <a:latin typeface="Times New Roman"/>
                          <a:ea typeface="Calibri"/>
                          <a:cs typeface="Times New Roman"/>
                        </a:rPr>
                        <a:t>CO 4</a:t>
                      </a:r>
                      <a:endParaRPr lang="en-US" sz="20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Times New Roman"/>
                          <a:ea typeface="Calibri"/>
                          <a:cs typeface="Times New Roman"/>
                        </a:rPr>
                        <a:t>Understand critical issues in cash and inventory management</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715"/>
                        </a:spcBef>
                        <a:spcAft>
                          <a:spcPts val="0"/>
                        </a:spcAft>
                      </a:pPr>
                      <a:r>
                        <a:rPr lang="en-US" sz="2000" dirty="0">
                          <a:latin typeface="Times New Roman"/>
                          <a:ea typeface="Times New Roman"/>
                        </a:rPr>
                        <a:t>Knowledge (K2), Analyzing (K5)</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7731">
                <a:tc>
                  <a:txBody>
                    <a:bodyPr/>
                    <a:lstStyle/>
                    <a:p>
                      <a:pPr marL="0" marR="0">
                        <a:lnSpc>
                          <a:spcPct val="115000"/>
                        </a:lnSpc>
                        <a:spcBef>
                          <a:spcPts val="0"/>
                        </a:spcBef>
                        <a:spcAft>
                          <a:spcPts val="1000"/>
                        </a:spcAft>
                      </a:pPr>
                      <a:r>
                        <a:rPr lang="en-US" sz="2000" dirty="0">
                          <a:latin typeface="Times New Roman"/>
                          <a:ea typeface="Calibri"/>
                          <a:cs typeface="Times New Roman"/>
                        </a:rPr>
                        <a:t>CO 5</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200"/>
                        </a:spcBef>
                        <a:spcAft>
                          <a:spcPts val="0"/>
                        </a:spcAft>
                      </a:pPr>
                      <a:r>
                        <a:rPr lang="en-US" sz="2000" dirty="0">
                          <a:latin typeface="Times New Roman"/>
                          <a:ea typeface="Calibri"/>
                          <a:cs typeface="Times New Roman"/>
                        </a:rPr>
                        <a:t>Design and apprise their savings &amp; Investment portfolio </a:t>
                      </a:r>
                      <a:endParaRPr lang="en-US" sz="20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715"/>
                        </a:spcBef>
                        <a:spcAft>
                          <a:spcPts val="0"/>
                        </a:spcAft>
                      </a:pPr>
                      <a:r>
                        <a:rPr lang="en-US" sz="2000" dirty="0">
                          <a:latin typeface="Times New Roman"/>
                          <a:ea typeface="Times New Roman"/>
                        </a:rPr>
                        <a:t>Knowledge (K2), Analyzing (K5)</a:t>
                      </a: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lstStyle/>
          <a:p>
            <a:pPr marL="0" indent="0">
              <a:buNone/>
            </a:pPr>
            <a:r>
              <a:rPr lang="en-US" dirty="0"/>
              <a:t> </a:t>
            </a:r>
          </a:p>
        </p:txBody>
      </p:sp>
      <p:sp>
        <p:nvSpPr>
          <p:cNvPr id="4" name="Date Placeholder 3"/>
          <p:cNvSpPr>
            <a:spLocks noGrp="1"/>
          </p:cNvSpPr>
          <p:nvPr>
            <p:ph type="dt" sz="half" idx="10"/>
          </p:nvPr>
        </p:nvSpPr>
        <p:spPr/>
        <p:txBody>
          <a:bodyPr/>
          <a:lstStyle/>
          <a:p>
            <a:fld id="{BA65DD0B-82E1-4BD6-8881-C191D71F3504}" type="datetime1">
              <a:rPr lang="en-US" smtClean="0"/>
              <a:t>8/20/2025</a:t>
            </a:fld>
            <a:endParaRPr lang="en-US"/>
          </a:p>
        </p:txBody>
      </p:sp>
      <p:sp>
        <p:nvSpPr>
          <p:cNvPr id="5" name="Footer Placeholder 4"/>
          <p:cNvSpPr>
            <a:spLocks noGrp="1"/>
          </p:cNvSpPr>
          <p:nvPr>
            <p:ph type="ftr" sz="quarter" idx="11"/>
          </p:nvPr>
        </p:nvSpPr>
        <p:spPr>
          <a:xfrm>
            <a:off x="1524000" y="6356351"/>
            <a:ext cx="97536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CO-PO and PSO Mapping</a:t>
            </a:r>
          </a:p>
        </p:txBody>
      </p:sp>
      <p:sp>
        <p:nvSpPr>
          <p:cNvPr id="9" name="Rectangle 1"/>
          <p:cNvSpPr>
            <a:spLocks noChangeArrowheads="1"/>
          </p:cNvSpPr>
          <p:nvPr/>
        </p:nvSpPr>
        <p:spPr bwMode="auto">
          <a:xfrm>
            <a:off x="2247900" y="815976"/>
            <a:ext cx="792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Times New Roman" panose="02020603050405020304" pitchFamily="18" charset="0"/>
                <a:cs typeface="Times New Roman" panose="02020603050405020304" pitchFamily="18" charset="0"/>
              </a:rPr>
              <a:t> Mapping of Course Outcomes and Program Outcomes</a:t>
            </a:r>
          </a:p>
        </p:txBody>
      </p:sp>
      <p:pic>
        <p:nvPicPr>
          <p:cNvPr id="11" name="Picture 10"/>
          <p:cNvPicPr>
            <a:picLocks noChangeAspect="1"/>
          </p:cNvPicPr>
          <p:nvPr/>
        </p:nvPicPr>
        <p:blipFill>
          <a:blip r:embed="rId2"/>
          <a:stretch>
            <a:fillRect/>
          </a:stretch>
        </p:blipFill>
        <p:spPr>
          <a:xfrm>
            <a:off x="2438400" y="1447800"/>
            <a:ext cx="7086600" cy="1520424"/>
          </a:xfrm>
          <a:prstGeom prst="rect">
            <a:avLst/>
          </a:prstGeom>
        </p:spPr>
      </p:pic>
      <p:sp>
        <p:nvSpPr>
          <p:cNvPr id="12" name="Rectangle 9"/>
          <p:cNvSpPr>
            <a:spLocks noChangeArrowheads="1"/>
          </p:cNvSpPr>
          <p:nvPr/>
        </p:nvSpPr>
        <p:spPr bwMode="auto">
          <a:xfrm>
            <a:off x="2362200" y="3435350"/>
            <a:ext cx="8001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Times New Roman" panose="02020603050405020304" pitchFamily="18" charset="0"/>
                <a:cs typeface="Times New Roman" panose="02020603050405020304" pitchFamily="18" charset="0"/>
              </a:rPr>
              <a:t>Mapping of Program Specific Outcomes and Course Outcomes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2971801"/>
            <a:ext cx="2524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p:cNvPicPr>
            <a:picLocks noChangeAspect="1"/>
          </p:cNvPicPr>
          <p:nvPr/>
        </p:nvPicPr>
        <p:blipFill>
          <a:blip r:embed="rId4"/>
          <a:stretch>
            <a:fillRect/>
          </a:stretch>
        </p:blipFill>
        <p:spPr>
          <a:xfrm>
            <a:off x="2438400" y="4248150"/>
            <a:ext cx="5791200" cy="1374775"/>
          </a:xfrm>
          <a:prstGeom prst="rect">
            <a:avLst/>
          </a:prstGeom>
        </p:spPr>
      </p:pic>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5602288"/>
            <a:ext cx="2524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Title 1"/>
          <p:cNvSpPr txBox="1">
            <a:spLocks/>
          </p:cNvSpPr>
          <p:nvPr/>
        </p:nvSpPr>
        <p:spPr>
          <a:xfrm>
            <a:off x="2035110" y="0"/>
            <a:ext cx="1015689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533400" y="1219201"/>
            <a:ext cx="11353800" cy="4525963"/>
          </a:xfrm>
        </p:spPr>
        <p:txBody>
          <a:bodyPr>
            <a:normAutofit/>
          </a:bodyPr>
          <a:lstStyle/>
          <a:p>
            <a:pPr marL="137160" indent="0" algn="just">
              <a:buNone/>
            </a:pPr>
            <a:r>
              <a:rPr lang="en-US" sz="2400" dirty="0">
                <a:solidFill>
                  <a:srgbClr val="101423"/>
                </a:solidFill>
                <a:latin typeface="+mj-lt"/>
              </a:rPr>
              <a:t>A project is a set of tasks that must be completed within a defined timeline to accomplish a specific set of goals. These tasks are completed by a group of people known as the project team, which is led by a project manager, who oversees the planning, scheduling, tracking, and successful completion of projects.</a:t>
            </a:r>
            <a:endParaRPr lang="en-IN" sz="60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5286DB59-793A-4FCC-A5FB-84674584F215}" type="datetime1">
              <a:rPr lang="en-US" smtClean="0"/>
              <a:t>8/20/2025</a:t>
            </a:fld>
            <a:endParaRPr lang="en-US"/>
          </a:p>
        </p:txBody>
      </p:sp>
      <p:sp>
        <p:nvSpPr>
          <p:cNvPr id="11" name="Footer Placeholder 10"/>
          <p:cNvSpPr>
            <a:spLocks noGrp="1"/>
          </p:cNvSpPr>
          <p:nvPr>
            <p:ph type="ftr" sz="quarter" idx="11"/>
          </p:nvPr>
        </p:nvSpPr>
        <p:spPr>
          <a:xfrm>
            <a:off x="1981200" y="6356351"/>
            <a:ext cx="89916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2843173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solidFill>
                  <a:srgbClr val="101423"/>
                </a:solidFill>
                <a:latin typeface="Inter"/>
              </a:rPr>
              <a:t>Characteristics of a Project</a:t>
            </a:r>
          </a:p>
        </p:txBody>
      </p:sp>
      <p:sp>
        <p:nvSpPr>
          <p:cNvPr id="6" name="Date Placeholder 5"/>
          <p:cNvSpPr>
            <a:spLocks noGrp="1"/>
          </p:cNvSpPr>
          <p:nvPr>
            <p:ph type="dt" sz="half" idx="10"/>
          </p:nvPr>
        </p:nvSpPr>
        <p:spPr/>
        <p:txBody>
          <a:bodyPr/>
          <a:lstStyle/>
          <a:p>
            <a:fld id="{42867E9F-3EE2-491E-9EC0-F39D88E3A28F}" type="datetime1">
              <a:rPr lang="en-US" smtClean="0"/>
              <a:t>8/20/2025</a:t>
            </a:fld>
            <a:endParaRPr lang="en-US"/>
          </a:p>
        </p:txBody>
      </p:sp>
      <p:sp>
        <p:nvSpPr>
          <p:cNvPr id="10" name="Footer Placeholder 9"/>
          <p:cNvSpPr>
            <a:spLocks noGrp="1"/>
          </p:cNvSpPr>
          <p:nvPr>
            <p:ph type="ftr" sz="quarter" idx="11"/>
          </p:nvPr>
        </p:nvSpPr>
        <p:spPr>
          <a:xfrm>
            <a:off x="1676400" y="6356351"/>
            <a:ext cx="8991600" cy="365125"/>
          </a:xfrm>
        </p:spPr>
        <p:txBody>
          <a:bodyPr/>
          <a:lstStyle/>
          <a:p>
            <a:r>
              <a:rPr lang="en-US"/>
              <a:t>Faculty Name: Amit Kumar Subject code and abbreviation - AOE0770 (Finance for Engineers)                                 Unit III</a:t>
            </a:r>
            <a:endParaRPr lang="en-US" dirty="0"/>
          </a:p>
        </p:txBody>
      </p:sp>
      <p:sp>
        <p:nvSpPr>
          <p:cNvPr id="4" name="Content Placeholder 3">
            <a:extLst>
              <a:ext uri="{FF2B5EF4-FFF2-40B4-BE49-F238E27FC236}">
                <a16:creationId xmlns:a16="http://schemas.microsoft.com/office/drawing/2014/main" id="{C83FFB43-9D04-9CEB-F783-0BDDD1E38E32}"/>
              </a:ext>
            </a:extLst>
          </p:cNvPr>
          <p:cNvSpPr>
            <a:spLocks noGrp="1"/>
          </p:cNvSpPr>
          <p:nvPr>
            <p:ph idx="1"/>
          </p:nvPr>
        </p:nvSpPr>
        <p:spPr>
          <a:xfrm>
            <a:off x="304800" y="1019359"/>
            <a:ext cx="11582400" cy="5309000"/>
          </a:xfrm>
        </p:spPr>
        <p:txBody>
          <a:bodyPr>
            <a:noAutofit/>
          </a:bodyPr>
          <a:lstStyle/>
          <a:p>
            <a:pPr marL="0" indent="0" algn="just">
              <a:buNone/>
            </a:pPr>
            <a:r>
              <a:rPr lang="en-US" sz="2400" b="1" dirty="0">
                <a:latin typeface="+mj-lt"/>
                <a:cs typeface="Times New Roman" panose="02020603050405020304" pitchFamily="18" charset="0"/>
              </a:rPr>
              <a:t>1. Any Project Needs a Project Manager and a Project Team</a:t>
            </a:r>
          </a:p>
          <a:p>
            <a:pPr marL="0" indent="0" algn="just">
              <a:buNone/>
            </a:pPr>
            <a:r>
              <a:rPr lang="en-US" sz="2400" dirty="0">
                <a:latin typeface="+mj-lt"/>
                <a:cs typeface="Times New Roman" panose="02020603050405020304" pitchFamily="18" charset="0"/>
              </a:rPr>
              <a:t>One of the most important characteristics of a project is that it’s a team effort. While the structure of project teams might change from one organization to another, projects usually involve a project manager and a team of individuals with the necessary skills to execute the tasks that are needed.</a:t>
            </a:r>
          </a:p>
          <a:p>
            <a:pPr marL="0" indent="0" algn="just">
              <a:buNone/>
            </a:pPr>
            <a:r>
              <a:rPr lang="en-US" sz="2400" b="1" dirty="0">
                <a:latin typeface="+mj-lt"/>
                <a:cs typeface="Times New Roman" panose="02020603050405020304" pitchFamily="18" charset="0"/>
              </a:rPr>
              <a:t>2. Every Project Needs a Project Plan</a:t>
            </a:r>
          </a:p>
          <a:p>
            <a:pPr marL="0" indent="0" algn="just">
              <a:buNone/>
            </a:pPr>
            <a:r>
              <a:rPr lang="en-US" sz="2400" dirty="0">
                <a:latin typeface="+mj-lt"/>
                <a:cs typeface="Times New Roman" panose="02020603050405020304" pitchFamily="18" charset="0"/>
              </a:rPr>
              <a:t>Project team members need clear directions from the project manager and other project leaders so that they can execute the work that’s expected from them. These directions come in the form of a </a:t>
            </a:r>
            <a:r>
              <a:rPr lang="en-US" sz="2400" dirty="0">
                <a:latin typeface="+mj-lt"/>
                <a:cs typeface="Times New Roman" panose="02020603050405020304" pitchFamily="18" charset="0"/>
                <a:hlinkClick r:id="rId3">
                  <a:extLst>
                    <a:ext uri="{A12FA001-AC4F-418D-AE19-62706E023703}">
                      <ahyp:hlinkClr xmlns:ahyp="http://schemas.microsoft.com/office/drawing/2018/hyperlinkcolor" val="tx"/>
                    </a:ext>
                  </a:extLst>
                </a:hlinkClick>
              </a:rPr>
              <a:t>project plan</a:t>
            </a:r>
            <a:r>
              <a:rPr lang="en-US" sz="2400" dirty="0">
                <a:latin typeface="+mj-lt"/>
                <a:cs typeface="Times New Roman" panose="02020603050405020304" pitchFamily="18" charset="0"/>
              </a:rPr>
              <a:t>. However, a project plan is more than just a set of instructions for the project team.</a:t>
            </a:r>
          </a:p>
        </p:txBody>
      </p:sp>
    </p:spTree>
    <p:extLst>
      <p:ext uri="{BB962C8B-B14F-4D97-AF65-F5344CB8AC3E}">
        <p14:creationId xmlns:p14="http://schemas.microsoft.com/office/powerpoint/2010/main" val="734108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2057400" y="2"/>
            <a:ext cx="10134600" cy="6857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solidFill>
                  <a:srgbClr val="101423"/>
                </a:solidFill>
                <a:latin typeface="+mj-lt"/>
              </a:rPr>
              <a:t>Characteristics of a Project</a:t>
            </a:r>
          </a:p>
        </p:txBody>
      </p:sp>
      <p:sp>
        <p:nvSpPr>
          <p:cNvPr id="6" name="Date Placeholder 5"/>
          <p:cNvSpPr>
            <a:spLocks noGrp="1"/>
          </p:cNvSpPr>
          <p:nvPr>
            <p:ph type="dt" sz="half" idx="10"/>
          </p:nvPr>
        </p:nvSpPr>
        <p:spPr/>
        <p:txBody>
          <a:bodyPr/>
          <a:lstStyle/>
          <a:p>
            <a:fld id="{E719E10B-D954-407A-8419-8BE6E18361B6}" type="datetime1">
              <a:rPr lang="en-US" smtClean="0"/>
              <a:t>8/20/2025</a:t>
            </a:fld>
            <a:endParaRPr lang="en-US"/>
          </a:p>
        </p:txBody>
      </p:sp>
      <p:sp>
        <p:nvSpPr>
          <p:cNvPr id="10" name="Footer Placeholder 9"/>
          <p:cNvSpPr>
            <a:spLocks noGrp="1"/>
          </p:cNvSpPr>
          <p:nvPr>
            <p:ph type="ftr" sz="quarter" idx="11"/>
          </p:nvPr>
        </p:nvSpPr>
        <p:spPr>
          <a:xfrm>
            <a:off x="1676400" y="6356351"/>
            <a:ext cx="8991600" cy="365125"/>
          </a:xfrm>
        </p:spPr>
        <p:txBody>
          <a:bodyPr/>
          <a:lstStyle/>
          <a:p>
            <a:r>
              <a:rPr lang="en-US"/>
              <a:t>Faculty Name: Amit Kumar Subject code and abbreviation - AOE0770 (Finance for Engineers)                                 Unit III</a:t>
            </a:r>
            <a:endParaRPr lang="en-US" dirty="0"/>
          </a:p>
        </p:txBody>
      </p:sp>
      <p:sp>
        <p:nvSpPr>
          <p:cNvPr id="4" name="Content Placeholder 3">
            <a:extLst>
              <a:ext uri="{FF2B5EF4-FFF2-40B4-BE49-F238E27FC236}">
                <a16:creationId xmlns:a16="http://schemas.microsoft.com/office/drawing/2014/main" id="{C83FFB43-9D04-9CEB-F783-0BDDD1E38E32}"/>
              </a:ext>
            </a:extLst>
          </p:cNvPr>
          <p:cNvSpPr>
            <a:spLocks noGrp="1"/>
          </p:cNvSpPr>
          <p:nvPr>
            <p:ph idx="1"/>
          </p:nvPr>
        </p:nvSpPr>
        <p:spPr>
          <a:xfrm>
            <a:off x="304800" y="1229913"/>
            <a:ext cx="11811000" cy="5309000"/>
          </a:xfrm>
        </p:spPr>
        <p:txBody>
          <a:bodyPr>
            <a:normAutofit/>
          </a:bodyPr>
          <a:lstStyle/>
          <a:p>
            <a:pPr marL="0" indent="0" algn="just">
              <a:buNone/>
            </a:pPr>
            <a:r>
              <a:rPr lang="en-US" sz="2000" b="1" dirty="0">
                <a:latin typeface="+mj-lt"/>
                <a:cs typeface="Times New Roman" panose="02020603050405020304" pitchFamily="18" charset="0"/>
              </a:rPr>
              <a:t>1. Any Project Needs a Project Manager and a Project Team</a:t>
            </a:r>
          </a:p>
          <a:p>
            <a:pPr marL="0" indent="0" algn="just">
              <a:buNone/>
            </a:pPr>
            <a:r>
              <a:rPr lang="en-US" sz="2000" dirty="0">
                <a:latin typeface="+mj-lt"/>
                <a:cs typeface="Times New Roman" panose="02020603050405020304" pitchFamily="18" charset="0"/>
              </a:rPr>
              <a:t>One of the most important characteristics of a project is that it’s a team effort. While the structure of project teams might change from one organization to another, projects usually involve a project manager and a team of individuals with the necessary skills to execute the tasks that are needed.</a:t>
            </a:r>
          </a:p>
          <a:p>
            <a:pPr marL="0" indent="0" algn="just">
              <a:buNone/>
            </a:pPr>
            <a:r>
              <a:rPr lang="en-US" sz="2000" b="1" dirty="0">
                <a:latin typeface="+mj-lt"/>
                <a:cs typeface="Times New Roman" panose="02020603050405020304" pitchFamily="18" charset="0"/>
              </a:rPr>
              <a:t>2. Every Project Needs a Project Plan</a:t>
            </a:r>
          </a:p>
          <a:p>
            <a:pPr marL="0" indent="0" algn="just">
              <a:buNone/>
            </a:pPr>
            <a:r>
              <a:rPr lang="en-US" sz="2000" dirty="0">
                <a:latin typeface="+mj-lt"/>
                <a:cs typeface="Times New Roman" panose="02020603050405020304" pitchFamily="18" charset="0"/>
              </a:rPr>
              <a:t>Project team members need clear directions from the project manager and other project leaders so that they can execute the work that’s expected from them. These directions come in the form of a </a:t>
            </a:r>
            <a:r>
              <a:rPr lang="en-US" sz="2000" dirty="0">
                <a:latin typeface="+mj-lt"/>
                <a:cs typeface="Times New Roman" panose="02020603050405020304" pitchFamily="18" charset="0"/>
                <a:hlinkClick r:id="rId3">
                  <a:extLst>
                    <a:ext uri="{A12FA001-AC4F-418D-AE19-62706E023703}">
                      <ahyp:hlinkClr xmlns:ahyp="http://schemas.microsoft.com/office/drawing/2018/hyperlinkcolor" val="tx"/>
                    </a:ext>
                  </a:extLst>
                </a:hlinkClick>
              </a:rPr>
              <a:t>project plan</a:t>
            </a:r>
            <a:r>
              <a:rPr lang="en-US" sz="2000" dirty="0">
                <a:latin typeface="+mj-lt"/>
                <a:cs typeface="Times New Roman" panose="02020603050405020304" pitchFamily="18" charset="0"/>
              </a:rPr>
              <a:t>. However, a project plan is more than just a set of instructions for the project team.</a:t>
            </a:r>
          </a:p>
          <a:p>
            <a:pPr marL="0" indent="0" algn="just">
              <a:buNone/>
            </a:pPr>
            <a:r>
              <a:rPr lang="en-US" sz="2000" b="1" dirty="0">
                <a:latin typeface="+mj-lt"/>
                <a:cs typeface="Times New Roman" panose="02020603050405020304" pitchFamily="18" charset="0"/>
              </a:rPr>
              <a:t>3. All Projects Go Through the Same Project Lifecycle</a:t>
            </a:r>
          </a:p>
          <a:p>
            <a:pPr marL="0" indent="0" algn="just">
              <a:buNone/>
            </a:pPr>
            <a:r>
              <a:rPr lang="en-US" sz="2000" dirty="0">
                <a:latin typeface="+mj-lt"/>
                <a:cs typeface="Times New Roman" panose="02020603050405020304" pitchFamily="18" charset="0"/>
              </a:rPr>
              <a:t>The </a:t>
            </a:r>
            <a:r>
              <a:rPr lang="en-US" sz="2000" dirty="0">
                <a:latin typeface="+mj-lt"/>
                <a:cs typeface="Times New Roman" panose="02020603050405020304" pitchFamily="18" charset="0"/>
                <a:hlinkClick r:id="rId4">
                  <a:extLst>
                    <a:ext uri="{A12FA001-AC4F-418D-AE19-62706E023703}">
                      <ahyp:hlinkClr xmlns:ahyp="http://schemas.microsoft.com/office/drawing/2018/hyperlinkcolor" val="tx"/>
                    </a:ext>
                  </a:extLst>
                </a:hlinkClick>
              </a:rPr>
              <a:t>project life cycle</a:t>
            </a:r>
            <a:r>
              <a:rPr lang="en-US" sz="2000" dirty="0">
                <a:latin typeface="+mj-lt"/>
                <a:cs typeface="Times New Roman" panose="02020603050405020304" pitchFamily="18" charset="0"/>
              </a:rPr>
              <a:t> refers to the five phases all projects must progress through, from start to finish. The five phases of a project lifecycle serve as the most basic outline that gives a project definition. These five phases are initiation, planning, execution, monitoring and closure.</a:t>
            </a:r>
          </a:p>
          <a:p>
            <a:pPr marL="0" indent="0" algn="just">
              <a:buNone/>
            </a:pPr>
            <a:endParaRPr lang="en-IN" sz="1100" dirty="0">
              <a:latin typeface="+mj-lt"/>
            </a:endParaRPr>
          </a:p>
        </p:txBody>
      </p:sp>
    </p:spTree>
    <p:extLst>
      <p:ext uri="{BB962C8B-B14F-4D97-AF65-F5344CB8AC3E}">
        <p14:creationId xmlns:p14="http://schemas.microsoft.com/office/powerpoint/2010/main" val="734108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1"/>
          <p:cNvSpPr txBox="1">
            <a:spLocks/>
          </p:cNvSpPr>
          <p:nvPr/>
        </p:nvSpPr>
        <p:spPr>
          <a:xfrm>
            <a:off x="2133600" y="2"/>
            <a:ext cx="10058400" cy="58697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800" b="1" dirty="0">
                <a:solidFill>
                  <a:srgbClr val="101423"/>
                </a:solidFill>
                <a:latin typeface="+mj-lt"/>
              </a:rPr>
              <a:t>Characteristics of a Project</a:t>
            </a:r>
          </a:p>
        </p:txBody>
      </p:sp>
      <p:sp>
        <p:nvSpPr>
          <p:cNvPr id="6" name="Date Placeholder 5"/>
          <p:cNvSpPr>
            <a:spLocks noGrp="1"/>
          </p:cNvSpPr>
          <p:nvPr>
            <p:ph type="dt" sz="half" idx="10"/>
          </p:nvPr>
        </p:nvSpPr>
        <p:spPr/>
        <p:txBody>
          <a:bodyPr/>
          <a:lstStyle/>
          <a:p>
            <a:fld id="{1329C41B-A0A0-4652-86A8-ACA464EDDE95}" type="datetime1">
              <a:rPr lang="en-US" smtClean="0"/>
              <a:t>8/20/2025</a:t>
            </a:fld>
            <a:endParaRPr lang="en-US"/>
          </a:p>
        </p:txBody>
      </p:sp>
      <p:sp>
        <p:nvSpPr>
          <p:cNvPr id="10" name="Footer Placeholder 9"/>
          <p:cNvSpPr>
            <a:spLocks noGrp="1"/>
          </p:cNvSpPr>
          <p:nvPr>
            <p:ph type="ftr" sz="quarter" idx="11"/>
          </p:nvPr>
        </p:nvSpPr>
        <p:spPr>
          <a:xfrm>
            <a:off x="1752600" y="6356351"/>
            <a:ext cx="8915400" cy="365125"/>
          </a:xfrm>
        </p:spPr>
        <p:txBody>
          <a:bodyPr/>
          <a:lstStyle/>
          <a:p>
            <a:r>
              <a:rPr lang="en-US"/>
              <a:t>Faculty Name: Amit Kumar Subject code and abbreviation - AOE0770 (Finance for Engineers)                                 Unit III</a:t>
            </a:r>
            <a:endParaRPr lang="en-US" dirty="0"/>
          </a:p>
        </p:txBody>
      </p:sp>
      <p:sp>
        <p:nvSpPr>
          <p:cNvPr id="4" name="Content Placeholder 3">
            <a:extLst>
              <a:ext uri="{FF2B5EF4-FFF2-40B4-BE49-F238E27FC236}">
                <a16:creationId xmlns:a16="http://schemas.microsoft.com/office/drawing/2014/main" id="{C83FFB43-9D04-9CEB-F783-0BDDD1E38E32}"/>
              </a:ext>
            </a:extLst>
          </p:cNvPr>
          <p:cNvSpPr>
            <a:spLocks noGrp="1"/>
          </p:cNvSpPr>
          <p:nvPr>
            <p:ph idx="1"/>
          </p:nvPr>
        </p:nvSpPr>
        <p:spPr>
          <a:xfrm>
            <a:off x="508000" y="1031800"/>
            <a:ext cx="11303000" cy="5309000"/>
          </a:xfrm>
        </p:spPr>
        <p:txBody>
          <a:bodyPr>
            <a:normAutofit fontScale="40000" lnSpcReduction="20000"/>
          </a:bodyPr>
          <a:lstStyle/>
          <a:p>
            <a:pPr marL="0" indent="0" algn="just">
              <a:buNone/>
            </a:pPr>
            <a:r>
              <a:rPr lang="en-US" sz="6500" b="1" dirty="0">
                <a:latin typeface="+mj-lt"/>
                <a:cs typeface="Times New Roman" panose="02020603050405020304" pitchFamily="18" charset="0"/>
              </a:rPr>
              <a:t>4. All Projects Share the Same Project Constraints</a:t>
            </a:r>
          </a:p>
          <a:p>
            <a:pPr marL="0" indent="0" algn="just">
              <a:buNone/>
            </a:pPr>
            <a:r>
              <a:rPr lang="en-US" sz="6500" dirty="0">
                <a:latin typeface="+mj-lt"/>
                <a:cs typeface="Times New Roman" panose="02020603050405020304" pitchFamily="18" charset="0"/>
              </a:rPr>
              <a:t>All projects no matter their size or complexity are subject to three main constraints: time, scope and cost. This simply means that projects must be completed within a defined timeline, achieve a defined set of tasks and goals and be delivered under a certain budget. These </a:t>
            </a:r>
            <a:r>
              <a:rPr lang="en-US" sz="6500" dirty="0">
                <a:latin typeface="+mj-lt"/>
                <a:cs typeface="Times New Roman" panose="02020603050405020304" pitchFamily="18" charset="0"/>
                <a:hlinkClick r:id="rId3">
                  <a:extLst>
                    <a:ext uri="{A12FA001-AC4F-418D-AE19-62706E023703}">
                      <ahyp:hlinkClr xmlns:ahyp="http://schemas.microsoft.com/office/drawing/2018/hyperlinkcolor" val="tx"/>
                    </a:ext>
                  </a:extLst>
                </a:hlinkClick>
              </a:rPr>
              <a:t>project constraints</a:t>
            </a:r>
            <a:r>
              <a:rPr lang="en-US" sz="6500" dirty="0">
                <a:latin typeface="+mj-lt"/>
                <a:cs typeface="Times New Roman" panose="02020603050405020304" pitchFamily="18" charset="0"/>
              </a:rPr>
              <a:t> are known as the triple constraint or the project management triangle and are one of the most important project features to know about.</a:t>
            </a:r>
          </a:p>
          <a:p>
            <a:pPr marL="0" indent="0" algn="just">
              <a:buNone/>
            </a:pPr>
            <a:r>
              <a:rPr lang="en-US" sz="6500" b="1" dirty="0">
                <a:latin typeface="+mj-lt"/>
                <a:cs typeface="Times New Roman" panose="02020603050405020304" pitchFamily="18" charset="0"/>
              </a:rPr>
              <a:t>5. Every Project Needs Resources</a:t>
            </a:r>
          </a:p>
          <a:p>
            <a:pPr marL="0" indent="0" algn="just">
              <a:buNone/>
            </a:pPr>
            <a:r>
              <a:rPr lang="en-US" sz="6500" dirty="0">
                <a:latin typeface="+mj-lt"/>
                <a:cs typeface="Times New Roman" panose="02020603050405020304" pitchFamily="18" charset="0"/>
              </a:rPr>
              <a:t>A resource is anything necessary to complete a project, such as for example, labor, raw materials, machinery and equipment. For example, in a </a:t>
            </a:r>
            <a:r>
              <a:rPr lang="en-US" sz="6500" dirty="0">
                <a:latin typeface="+mj-lt"/>
                <a:cs typeface="Times New Roman" panose="02020603050405020304" pitchFamily="18" charset="0"/>
                <a:hlinkClick r:id="rId4">
                  <a:extLst>
                    <a:ext uri="{A12FA001-AC4F-418D-AE19-62706E023703}">
                      <ahyp:hlinkClr xmlns:ahyp="http://schemas.microsoft.com/office/drawing/2018/hyperlinkcolor" val="tx"/>
                    </a:ext>
                  </a:extLst>
                </a:hlinkClick>
              </a:rPr>
              <a:t>construction project</a:t>
            </a:r>
            <a:r>
              <a:rPr lang="en-US" sz="6500" dirty="0">
                <a:latin typeface="+mj-lt"/>
                <a:cs typeface="Times New Roman" panose="02020603050405020304" pitchFamily="18" charset="0"/>
              </a:rPr>
              <a:t>, materials are an essential resource. That said, other resources — like time, labor and equipment — are just as important</a:t>
            </a:r>
            <a:r>
              <a:rPr lang="en-US" sz="6500" dirty="0">
                <a:latin typeface="+mj-lt"/>
              </a:rPr>
              <a:t>.</a:t>
            </a:r>
          </a:p>
          <a:p>
            <a:endParaRPr lang="en-IN" dirty="0"/>
          </a:p>
        </p:txBody>
      </p:sp>
    </p:spTree>
    <p:extLst>
      <p:ext uri="{BB962C8B-B14F-4D97-AF65-F5344CB8AC3E}">
        <p14:creationId xmlns:p14="http://schemas.microsoft.com/office/powerpoint/2010/main" val="734108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2057400" y="3"/>
            <a:ext cx="10134600" cy="6095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l"/>
            <a:r>
              <a:rPr lang="en-IN" sz="2800" b="1" dirty="0">
                <a:solidFill>
                  <a:srgbClr val="101423"/>
                </a:solidFill>
                <a:latin typeface="Inter"/>
              </a:rPr>
              <a:t>                       Types of Projects</a:t>
            </a:r>
          </a:p>
        </p:txBody>
      </p:sp>
      <p:sp>
        <p:nvSpPr>
          <p:cNvPr id="10" name="Content Placeholder 9"/>
          <p:cNvSpPr>
            <a:spLocks noGrp="1"/>
          </p:cNvSpPr>
          <p:nvPr>
            <p:ph idx="1"/>
          </p:nvPr>
        </p:nvSpPr>
        <p:spPr>
          <a:xfrm>
            <a:off x="533400" y="914400"/>
            <a:ext cx="11506200" cy="5441950"/>
          </a:xfrm>
        </p:spPr>
        <p:txBody>
          <a:bodyPr>
            <a:noAutofit/>
          </a:bodyPr>
          <a:lstStyle/>
          <a:p>
            <a:pPr marL="0" indent="0" algn="just">
              <a:buNone/>
            </a:pPr>
            <a:r>
              <a:rPr lang="en-US" sz="2100" b="1" dirty="0">
                <a:solidFill>
                  <a:srgbClr val="101423"/>
                </a:solidFill>
                <a:latin typeface="+mj-lt"/>
                <a:cs typeface="Times New Roman" panose="02020603050405020304" pitchFamily="18" charset="0"/>
              </a:rPr>
              <a:t>1. Types of Projects By Funding Source</a:t>
            </a:r>
          </a:p>
          <a:p>
            <a:pPr algn="just"/>
            <a:r>
              <a:rPr lang="en-US" sz="2100" dirty="0">
                <a:solidFill>
                  <a:srgbClr val="101423"/>
                </a:solidFill>
                <a:latin typeface="+mj-lt"/>
                <a:cs typeface="Times New Roman" panose="02020603050405020304" pitchFamily="18" charset="0"/>
              </a:rPr>
              <a:t>One simple way to categorize projects is to look at their source of capital.</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Private projects:</a:t>
            </a:r>
            <a:r>
              <a:rPr lang="en-US" sz="2100" dirty="0">
                <a:solidFill>
                  <a:srgbClr val="101423"/>
                </a:solidFill>
                <a:latin typeface="+mj-lt"/>
                <a:cs typeface="Times New Roman" panose="02020603050405020304" pitchFamily="18" charset="0"/>
              </a:rPr>
              <a:t> Projects that are financed by businesses or private organizations.</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Public projects:</a:t>
            </a:r>
            <a:r>
              <a:rPr lang="en-US" sz="2100" dirty="0">
                <a:solidFill>
                  <a:srgbClr val="101423"/>
                </a:solidFill>
                <a:latin typeface="+mj-lt"/>
                <a:cs typeface="Times New Roman" panose="02020603050405020304" pitchFamily="18" charset="0"/>
              </a:rPr>
              <a:t> Projects which are funded by Government agencies.</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Mixed projects:</a:t>
            </a:r>
            <a:r>
              <a:rPr lang="en-US" sz="2100" dirty="0">
                <a:solidFill>
                  <a:srgbClr val="101423"/>
                </a:solidFill>
                <a:latin typeface="+mj-lt"/>
                <a:cs typeface="Times New Roman" panose="02020603050405020304" pitchFamily="18" charset="0"/>
              </a:rPr>
              <a:t> Projects that are financed by a public-private partnership.</a:t>
            </a:r>
          </a:p>
          <a:p>
            <a:pPr marL="0" indent="0" algn="just">
              <a:buNone/>
            </a:pPr>
            <a:r>
              <a:rPr lang="en-US" sz="2100" b="1" dirty="0">
                <a:solidFill>
                  <a:srgbClr val="101423"/>
                </a:solidFill>
                <a:latin typeface="+mj-lt"/>
                <a:cs typeface="Times New Roman" panose="02020603050405020304" pitchFamily="18" charset="0"/>
              </a:rPr>
              <a:t>2. Types of Projects By Industry</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Construction projects:</a:t>
            </a:r>
            <a:r>
              <a:rPr lang="en-US" sz="2100" dirty="0">
                <a:solidFill>
                  <a:srgbClr val="101423"/>
                </a:solidFill>
                <a:latin typeface="+mj-lt"/>
                <a:cs typeface="Times New Roman" panose="02020603050405020304" pitchFamily="18" charset="0"/>
              </a:rPr>
              <a:t> The main goal of any </a:t>
            </a:r>
            <a:r>
              <a:rPr lang="en-US" sz="2100" dirty="0">
                <a:solidFill>
                  <a:srgbClr val="00ADB2"/>
                </a:solidFill>
                <a:latin typeface="+mj-lt"/>
                <a:cs typeface="Times New Roman" panose="02020603050405020304" pitchFamily="18" charset="0"/>
              </a:rPr>
              <a:t>construction project</a:t>
            </a:r>
            <a:r>
              <a:rPr lang="en-US" sz="2100" dirty="0">
                <a:solidFill>
                  <a:srgbClr val="101423"/>
                </a:solidFill>
                <a:latin typeface="+mj-lt"/>
                <a:cs typeface="Times New Roman" panose="02020603050405020304" pitchFamily="18" charset="0"/>
              </a:rPr>
              <a:t> is to make a building that can be used for different purposes such as infrastructure, residential or commercial use.</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Manufacturing projects:</a:t>
            </a:r>
            <a:r>
              <a:rPr lang="en-US" sz="2100" dirty="0">
                <a:solidFill>
                  <a:srgbClr val="101423"/>
                </a:solidFill>
                <a:latin typeface="+mj-lt"/>
                <a:cs typeface="Times New Roman" panose="02020603050405020304" pitchFamily="18" charset="0"/>
              </a:rPr>
              <a:t> Manufacturing projects consist of manufacturing physical products to generate profits for a company.</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IT projects:</a:t>
            </a:r>
            <a:r>
              <a:rPr lang="en-US" sz="2100" dirty="0">
                <a:solidFill>
                  <a:srgbClr val="101423"/>
                </a:solidFill>
                <a:latin typeface="+mj-lt"/>
                <a:cs typeface="Times New Roman" panose="02020603050405020304" pitchFamily="18" charset="0"/>
              </a:rPr>
              <a:t> Information technology projects consist in establishing an IT framework for the processing of data at a company-wide scale.</a:t>
            </a:r>
          </a:p>
        </p:txBody>
      </p:sp>
      <p:sp>
        <p:nvSpPr>
          <p:cNvPr id="9" name="Date Placeholder 8"/>
          <p:cNvSpPr>
            <a:spLocks noGrp="1"/>
          </p:cNvSpPr>
          <p:nvPr>
            <p:ph type="dt" sz="half" idx="10"/>
          </p:nvPr>
        </p:nvSpPr>
        <p:spPr/>
        <p:txBody>
          <a:bodyPr/>
          <a:lstStyle/>
          <a:p>
            <a:fld id="{FC64006B-4CE5-4D88-B0B4-E410CB526774}" type="datetime1">
              <a:rPr lang="en-US" smtClean="0"/>
              <a:t>8/20/2025</a:t>
            </a:fld>
            <a:endParaRPr lang="en-US"/>
          </a:p>
        </p:txBody>
      </p:sp>
      <p:sp>
        <p:nvSpPr>
          <p:cNvPr id="11" name="Footer Placeholder 10"/>
          <p:cNvSpPr>
            <a:spLocks noGrp="1"/>
          </p:cNvSpPr>
          <p:nvPr>
            <p:ph type="ftr" sz="quarter" idx="11"/>
          </p:nvPr>
        </p:nvSpPr>
        <p:spPr>
          <a:xfrm>
            <a:off x="1600200" y="6492872"/>
            <a:ext cx="96774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180716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l"/>
            <a:r>
              <a:rPr lang="en-IN" sz="2800" b="1" dirty="0">
                <a:solidFill>
                  <a:srgbClr val="101423"/>
                </a:solidFill>
                <a:latin typeface="Inter"/>
              </a:rPr>
              <a:t>                       Types of Projects</a:t>
            </a:r>
          </a:p>
        </p:txBody>
      </p:sp>
      <p:sp>
        <p:nvSpPr>
          <p:cNvPr id="10" name="Content Placeholder 9"/>
          <p:cNvSpPr>
            <a:spLocks noGrp="1"/>
          </p:cNvSpPr>
          <p:nvPr>
            <p:ph idx="1"/>
          </p:nvPr>
        </p:nvSpPr>
        <p:spPr>
          <a:xfrm>
            <a:off x="381000" y="999726"/>
            <a:ext cx="11430000" cy="5539187"/>
          </a:xfrm>
        </p:spPr>
        <p:txBody>
          <a:bodyPr>
            <a:normAutofit/>
          </a:bodyPr>
          <a:lstStyle/>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Software development projects:</a:t>
            </a:r>
            <a:r>
              <a:rPr lang="en-US" sz="2100" dirty="0">
                <a:solidFill>
                  <a:srgbClr val="101423"/>
                </a:solidFill>
                <a:latin typeface="+mj-lt"/>
                <a:cs typeface="Times New Roman" panose="02020603050405020304" pitchFamily="18" charset="0"/>
              </a:rPr>
              <a:t> The main goal of a software development project is to create a software product for a client.</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Business projects:</a:t>
            </a:r>
            <a:r>
              <a:rPr lang="en-US" sz="2100" dirty="0">
                <a:solidFill>
                  <a:srgbClr val="101423"/>
                </a:solidFill>
                <a:latin typeface="+mj-lt"/>
                <a:cs typeface="Times New Roman" panose="02020603050405020304" pitchFamily="18" charset="0"/>
              </a:rPr>
              <a:t> The term business project could refer to creating a new business, creating a new business unit for an existing company or simply launching a new business initiative.</a:t>
            </a:r>
          </a:p>
          <a:p>
            <a:pPr marL="137160" indent="0" algn="just">
              <a:buNone/>
            </a:pPr>
            <a:endParaRPr lang="en-IN" sz="21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879F53FE-F72B-481A-9E1C-DBF131092035}" type="datetime1">
              <a:rPr lang="en-US" smtClean="0"/>
              <a:t>8/20/2025</a:t>
            </a:fld>
            <a:endParaRPr lang="en-US"/>
          </a:p>
        </p:txBody>
      </p:sp>
      <p:sp>
        <p:nvSpPr>
          <p:cNvPr id="11" name="Footer Placeholder 10"/>
          <p:cNvSpPr>
            <a:spLocks noGrp="1"/>
          </p:cNvSpPr>
          <p:nvPr>
            <p:ph type="ftr" sz="quarter" idx="11"/>
          </p:nvPr>
        </p:nvSpPr>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18071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2064656" y="0"/>
            <a:ext cx="1012734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l"/>
            <a:r>
              <a:rPr lang="en-IN" sz="2800" b="1" dirty="0">
                <a:solidFill>
                  <a:srgbClr val="101423"/>
                </a:solidFill>
                <a:latin typeface="Inter"/>
              </a:rPr>
              <a:t>                       Types of Projects</a:t>
            </a:r>
          </a:p>
        </p:txBody>
      </p:sp>
      <p:sp>
        <p:nvSpPr>
          <p:cNvPr id="10" name="Content Placeholder 9"/>
          <p:cNvSpPr>
            <a:spLocks noGrp="1"/>
          </p:cNvSpPr>
          <p:nvPr>
            <p:ph idx="1"/>
          </p:nvPr>
        </p:nvSpPr>
        <p:spPr>
          <a:xfrm>
            <a:off x="304800" y="1166018"/>
            <a:ext cx="11734800" cy="4525963"/>
          </a:xfrm>
        </p:spPr>
        <p:txBody>
          <a:bodyPr>
            <a:normAutofit/>
          </a:bodyPr>
          <a:lstStyle/>
          <a:p>
            <a:pPr marL="0" indent="0" algn="just">
              <a:buNone/>
            </a:pPr>
            <a:r>
              <a:rPr lang="en-US" sz="2100" b="1" dirty="0">
                <a:solidFill>
                  <a:srgbClr val="101423"/>
                </a:solidFill>
                <a:latin typeface="+mj-lt"/>
                <a:cs typeface="Times New Roman" panose="02020603050405020304" pitchFamily="18" charset="0"/>
              </a:rPr>
              <a:t>3. Types of Projects By Project Management Methodology</a:t>
            </a:r>
          </a:p>
          <a:p>
            <a:pPr algn="just"/>
            <a:r>
              <a:rPr lang="en-US" sz="2100" dirty="0">
                <a:solidFill>
                  <a:srgbClr val="101423"/>
                </a:solidFill>
                <a:latin typeface="+mj-lt"/>
                <a:cs typeface="Times New Roman" panose="02020603050405020304" pitchFamily="18" charset="0"/>
              </a:rPr>
              <a:t>Besides the types of projects mentioned above, projects can also be classified by the project management methodology that’s used to plan, schedule and execute them.</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Waterfall projects:</a:t>
            </a:r>
            <a:r>
              <a:rPr lang="en-US" sz="2100" dirty="0">
                <a:solidFill>
                  <a:srgbClr val="101423"/>
                </a:solidFill>
                <a:latin typeface="+mj-lt"/>
                <a:cs typeface="Times New Roman" panose="02020603050405020304" pitchFamily="18" charset="0"/>
              </a:rPr>
              <a:t> </a:t>
            </a:r>
            <a:r>
              <a:rPr lang="en-US" sz="2100" dirty="0">
                <a:solidFill>
                  <a:srgbClr val="00ADB2"/>
                </a:solidFill>
                <a:latin typeface="+mj-lt"/>
                <a:cs typeface="Times New Roman" panose="02020603050405020304" pitchFamily="18" charset="0"/>
                <a:hlinkClick r:id="rId2"/>
              </a:rPr>
              <a:t>Waterfall</a:t>
            </a:r>
            <a:r>
              <a:rPr lang="en-US" sz="2100" dirty="0">
                <a:solidFill>
                  <a:srgbClr val="101423"/>
                </a:solidFill>
                <a:latin typeface="+mj-lt"/>
                <a:cs typeface="Times New Roman" panose="02020603050405020304" pitchFamily="18" charset="0"/>
              </a:rPr>
              <a:t> is the most traditional project management methodology, where the project plan is defined before the project begins and each major project phase must be completed in sequence.</a:t>
            </a:r>
          </a:p>
          <a:p>
            <a:pPr algn="just">
              <a:buFont typeface="Arial" panose="020B0604020202020204" pitchFamily="34" charset="0"/>
              <a:buChar char="•"/>
            </a:pPr>
            <a:r>
              <a:rPr lang="en-US" sz="2100" b="1" dirty="0">
                <a:solidFill>
                  <a:srgbClr val="101423"/>
                </a:solidFill>
                <a:latin typeface="+mj-lt"/>
                <a:cs typeface="Times New Roman" panose="02020603050405020304" pitchFamily="18" charset="0"/>
              </a:rPr>
              <a:t>Agile projects:</a:t>
            </a:r>
            <a:r>
              <a:rPr lang="en-US" sz="2100" dirty="0">
                <a:solidFill>
                  <a:srgbClr val="101423"/>
                </a:solidFill>
                <a:latin typeface="+mj-lt"/>
                <a:cs typeface="Times New Roman" panose="02020603050405020304" pitchFamily="18" charset="0"/>
              </a:rPr>
              <a:t> Agile projects are planned and executed in short iterations known as </a:t>
            </a:r>
            <a:r>
              <a:rPr lang="en-US" sz="2100" dirty="0">
                <a:solidFill>
                  <a:srgbClr val="00ADB2"/>
                </a:solidFill>
                <a:latin typeface="+mj-lt"/>
                <a:cs typeface="Times New Roman" panose="02020603050405020304" pitchFamily="18" charset="0"/>
                <a:hlinkClick r:id="rId3"/>
              </a:rPr>
              <a:t>sprints</a:t>
            </a:r>
            <a:r>
              <a:rPr lang="en-US" sz="2100" dirty="0">
                <a:solidFill>
                  <a:srgbClr val="101423"/>
                </a:solidFill>
                <a:latin typeface="+mj-lt"/>
                <a:cs typeface="Times New Roman" panose="02020603050405020304" pitchFamily="18" charset="0"/>
              </a:rPr>
              <a:t>, where project teams plan their activities as they execute the project.</a:t>
            </a:r>
          </a:p>
          <a:p>
            <a:pPr marL="137160" indent="0" algn="just">
              <a:buNone/>
            </a:pPr>
            <a:endParaRPr lang="en-IN" sz="21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2ED60594-0A3D-4FC6-A3F5-4EB80720190E}" type="datetime1">
              <a:rPr lang="en-US" smtClean="0"/>
              <a:t>8/20/2025</a:t>
            </a:fld>
            <a:endParaRPr lang="en-US"/>
          </a:p>
        </p:txBody>
      </p:sp>
      <p:sp>
        <p:nvSpPr>
          <p:cNvPr id="11" name="Footer Placeholder 10"/>
          <p:cNvSpPr>
            <a:spLocks noGrp="1"/>
          </p:cNvSpPr>
          <p:nvPr>
            <p:ph type="ftr" sz="quarter" idx="11"/>
          </p:nvPr>
        </p:nvSpPr>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278179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Schemes for Projects </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304800" y="1066800"/>
            <a:ext cx="11658600" cy="5181600"/>
          </a:xfrm>
        </p:spPr>
        <p:txBody>
          <a:bodyPr>
            <a:normAutofit/>
          </a:bodyPr>
          <a:lstStyle/>
          <a:p>
            <a:pPr marL="0" indent="0">
              <a:buNone/>
            </a:pPr>
            <a:r>
              <a:rPr lang="en-US" sz="2000" b="1" dirty="0"/>
              <a:t>Top 10 Schemes are:</a:t>
            </a:r>
          </a:p>
          <a:p>
            <a:pPr algn="just"/>
            <a:r>
              <a:rPr lang="en-US" sz="2000" b="1" dirty="0"/>
              <a:t>1. ASPIRE – A Scheme for Promotion of Innovation, Rural Industries and Entrepreneurship</a:t>
            </a:r>
            <a:endParaRPr lang="en-US" sz="2000" dirty="0"/>
          </a:p>
          <a:p>
            <a:pPr algn="just"/>
            <a:r>
              <a:rPr lang="en-US" sz="2000" dirty="0">
                <a:hlinkClick r:id="rId2"/>
              </a:rPr>
              <a:t>This scheme</a:t>
            </a:r>
            <a:r>
              <a:rPr lang="en-US" sz="2000" dirty="0"/>
              <a:t> was introduced to set up a network of technology centers and incubation centers across India with the objective to accelerate entrepreneurship and encouraging innovations for unmet social needs in the agro-business industry. It provides financial aid for setting up livelihood business incubators and/or technology business incubators, by way of one-time grant of 100% (hundred percent) cost of plant &amp; machinery (apart from land and infrastructure) or a sum up to INR 100 (Indian rupee hundred) lakhs, whichever is less.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07D05A04-450A-4F3E-8D8E-4767BAD430A4}" type="datetime1">
              <a:rPr lang="en-US" smtClean="0"/>
              <a:t>8/20/2025</a:t>
            </a:fld>
            <a:endParaRPr lang="en-US"/>
          </a:p>
        </p:txBody>
      </p:sp>
      <p:sp>
        <p:nvSpPr>
          <p:cNvPr id="11" name="Footer Placeholder 10"/>
          <p:cNvSpPr>
            <a:spLocks noGrp="1"/>
          </p:cNvSpPr>
          <p:nvPr>
            <p:ph type="ftr" sz="quarter" idx="11"/>
          </p:nvPr>
        </p:nvSpPr>
        <p:spPr>
          <a:xfrm>
            <a:off x="1752600" y="6356351"/>
            <a:ext cx="9220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173061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Schemes for Projects </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152400" y="948937"/>
            <a:ext cx="11887200" cy="5181600"/>
          </a:xfrm>
        </p:spPr>
        <p:txBody>
          <a:bodyPr>
            <a:normAutofit/>
          </a:bodyPr>
          <a:lstStyle/>
          <a:p>
            <a:pPr algn="just">
              <a:buNone/>
            </a:pPr>
            <a:r>
              <a:rPr lang="en-US" sz="2000" b="1" dirty="0"/>
              <a:t>2. Pradhan Mantri </a:t>
            </a:r>
            <a:r>
              <a:rPr lang="en-US" sz="2000" b="1" dirty="0" err="1"/>
              <a:t>Mudra</a:t>
            </a:r>
            <a:r>
              <a:rPr lang="en-US" sz="2000" b="1" dirty="0"/>
              <a:t> Yojana</a:t>
            </a:r>
            <a:endParaRPr lang="en-US" sz="2000" dirty="0"/>
          </a:p>
          <a:p>
            <a:pPr algn="just"/>
            <a:r>
              <a:rPr lang="en-US" sz="2000" dirty="0"/>
              <a:t>Under </a:t>
            </a:r>
            <a:r>
              <a:rPr lang="en-US" sz="2000" dirty="0">
                <a:hlinkClick r:id="rId2"/>
              </a:rPr>
              <a:t>this scheme</a:t>
            </a:r>
            <a:r>
              <a:rPr lang="en-US" sz="2000" dirty="0"/>
              <a:t>, Micro Units Development and Refinance Agency Ltd. (“</a:t>
            </a:r>
            <a:r>
              <a:rPr lang="en-US" sz="2000" b="1" dirty="0"/>
              <a:t>MUDRA</a:t>
            </a:r>
            <a:r>
              <a:rPr lang="en-US" sz="2000" dirty="0"/>
              <a:t>”) is an non-banking financial company which supports development of micro enterprise sector in India. MUDRA provided refinance support to banks and/or microfinance institution for lending to micro units who have loan requirement up to INR 10 (Indian rupee ten) lakhs. The loans have been divided into categories of </a:t>
            </a:r>
            <a:r>
              <a:rPr lang="en-US" sz="2000" dirty="0" err="1"/>
              <a:t>Tarun</a:t>
            </a:r>
            <a:r>
              <a:rPr lang="en-US" sz="2000" dirty="0"/>
              <a:t>, Kishore, and </a:t>
            </a:r>
            <a:r>
              <a:rPr lang="en-US" sz="2000" dirty="0" err="1"/>
              <a:t>Shishu</a:t>
            </a:r>
            <a:r>
              <a:rPr lang="en-US" sz="2000" dirty="0"/>
              <a:t>, depending on the stage of development, funding needs and age of the business and the amount of loan that can be availed by these businesses. </a:t>
            </a:r>
          </a:p>
          <a:p>
            <a:pPr algn="just">
              <a:buNone/>
            </a:pPr>
            <a:r>
              <a:rPr lang="en-US" sz="2000" b="1" dirty="0"/>
              <a:t>3. Support for International Patent Protection in Electronics and Information Technology (SIP-EIT)</a:t>
            </a:r>
            <a:endParaRPr lang="en-US" sz="2000" dirty="0"/>
          </a:p>
          <a:p>
            <a:pPr algn="just"/>
            <a:r>
              <a:rPr lang="en-US" sz="2000" dirty="0"/>
              <a:t>The </a:t>
            </a:r>
            <a:r>
              <a:rPr lang="en-US" sz="2000" dirty="0">
                <a:hlinkClick r:id="rId3"/>
              </a:rPr>
              <a:t>SIP-EIT scheme</a:t>
            </a:r>
            <a:r>
              <a:rPr lang="en-US" sz="2000" dirty="0"/>
              <a:t> was launched by the Department of Electronics and Information Technology (“</a:t>
            </a:r>
            <a:r>
              <a:rPr lang="en-US" sz="2000" b="1" dirty="0" err="1"/>
              <a:t>DeiTY</a:t>
            </a:r>
            <a:r>
              <a:rPr lang="en-US" sz="2000" dirty="0"/>
              <a:t>”) with the aim of providing government funding to technology startups and Micro Small and Medium Enterprises (“</a:t>
            </a:r>
            <a:r>
              <a:rPr lang="en-US" sz="2000" b="1" dirty="0"/>
              <a:t>MSME</a:t>
            </a:r>
            <a:r>
              <a:rPr lang="en-US" sz="2000" dirty="0"/>
              <a:t>”) in India for filing international patents. </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2B9B9EF3-96D5-467A-B74C-1233DC4C8770}" type="datetime1">
              <a:rPr lang="en-US" smtClean="0"/>
              <a:t>8/20/2025</a:t>
            </a:fld>
            <a:endParaRPr lang="en-US"/>
          </a:p>
        </p:txBody>
      </p:sp>
      <p:sp>
        <p:nvSpPr>
          <p:cNvPr id="11" name="Footer Placeholder 10"/>
          <p:cNvSpPr>
            <a:spLocks noGrp="1"/>
          </p:cNvSpPr>
          <p:nvPr>
            <p:ph type="ftr" sz="quarter" idx="11"/>
          </p:nvPr>
        </p:nvSpPr>
        <p:spPr>
          <a:xfrm>
            <a:off x="3276600" y="6356351"/>
            <a:ext cx="6172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173061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Schemes for Projects </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228600" y="1154535"/>
            <a:ext cx="11811000" cy="5181600"/>
          </a:xfrm>
        </p:spPr>
        <p:txBody>
          <a:bodyPr>
            <a:normAutofit/>
          </a:bodyPr>
          <a:lstStyle/>
          <a:p>
            <a:pPr algn="just">
              <a:buNone/>
            </a:pPr>
            <a:r>
              <a:rPr lang="en-US" sz="2000" b="1" dirty="0"/>
              <a:t>4. Multiplier Grants Scheme (MGS)</a:t>
            </a:r>
            <a:endParaRPr lang="en-US" sz="2000" dirty="0"/>
          </a:p>
          <a:p>
            <a:pPr algn="just"/>
            <a:r>
              <a:rPr lang="en-US" sz="2000" dirty="0">
                <a:hlinkClick r:id="rId2"/>
              </a:rPr>
              <a:t>This scheme</a:t>
            </a:r>
            <a:r>
              <a:rPr lang="en-US" sz="2000" dirty="0"/>
              <a:t> was again launched by </a:t>
            </a:r>
            <a:r>
              <a:rPr lang="en-US" sz="2000" dirty="0" err="1"/>
              <a:t>DeitY</a:t>
            </a:r>
            <a:r>
              <a:rPr lang="en-US" sz="2000" dirty="0"/>
              <a:t> with the objective of encouraging industries to collaborate with premier academic and government R&amp;D institutions for the development of packages and products. This would strengthen the link between industries and institutes, accelerate the development of indigenous products and packages, and bridge the gap between proof-of-concept and globalization. </a:t>
            </a:r>
          </a:p>
          <a:p>
            <a:pPr algn="just">
              <a:buNone/>
            </a:pPr>
            <a:r>
              <a:rPr lang="en-US" sz="2000" b="1" dirty="0"/>
              <a:t>5. Credit Guarantee Fund Trust for Micro and Small Enterprises (CGTMSE)</a:t>
            </a:r>
            <a:endParaRPr lang="en-US" sz="2000" dirty="0"/>
          </a:p>
          <a:p>
            <a:pPr algn="just"/>
            <a:r>
              <a:rPr lang="en-US" sz="2000" dirty="0"/>
              <a:t>To implement the Credit Guarantee Fund Scheme for Micro and Small Enterprises (“</a:t>
            </a:r>
            <a:r>
              <a:rPr lang="en-US" sz="2000" b="1" dirty="0"/>
              <a:t>MSE</a:t>
            </a:r>
            <a:r>
              <a:rPr lang="en-US" sz="2000" dirty="0"/>
              <a:t>”), the Ministry of MSME, the Government of India, and the Small Industries Development Bank of India (“</a:t>
            </a:r>
            <a:r>
              <a:rPr lang="en-US" sz="2000" b="1" dirty="0"/>
              <a:t>SIDBI</a:t>
            </a:r>
            <a:r>
              <a:rPr lang="en-US" sz="2000" dirty="0"/>
              <a:t>”), established the </a:t>
            </a:r>
            <a:r>
              <a:rPr lang="en-US" sz="2000" dirty="0">
                <a:hlinkClick r:id="rId3"/>
              </a:rPr>
              <a:t>Credit Guarantee Fund Trust for Micro and Small Enterprises</a:t>
            </a:r>
            <a:r>
              <a:rPr lang="en-US" sz="2000" dirty="0"/>
              <a:t> (CGTMSE). </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F5EEF272-EAFD-4FFD-BBAE-96EB47E9AFFA}" type="datetime1">
              <a:rPr lang="en-US" smtClean="0"/>
              <a:t>8/20/2025</a:t>
            </a:fld>
            <a:endParaRPr lang="en-US"/>
          </a:p>
        </p:txBody>
      </p:sp>
      <p:sp>
        <p:nvSpPr>
          <p:cNvPr id="11" name="Footer Placeholder 10"/>
          <p:cNvSpPr>
            <a:spLocks noGrp="1"/>
          </p:cNvSpPr>
          <p:nvPr>
            <p:ph type="ftr" sz="quarter" idx="11"/>
          </p:nvPr>
        </p:nvSpPr>
        <p:spPr>
          <a:xfrm>
            <a:off x="1676400" y="6356351"/>
            <a:ext cx="9601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173061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Schemes for Projects </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228600" y="1066800"/>
            <a:ext cx="11658600" cy="5181600"/>
          </a:xfrm>
        </p:spPr>
        <p:txBody>
          <a:bodyPr>
            <a:normAutofit/>
          </a:bodyPr>
          <a:lstStyle/>
          <a:p>
            <a:pPr algn="just">
              <a:buNone/>
            </a:pPr>
            <a:r>
              <a:rPr lang="en-US" sz="2000" b="1" dirty="0"/>
              <a:t>6. Single Point Registration Scheme (SPRS)</a:t>
            </a:r>
            <a:endParaRPr lang="en-US" sz="2000" dirty="0"/>
          </a:p>
          <a:p>
            <a:pPr algn="just"/>
            <a:r>
              <a:rPr lang="en-US" sz="2000" dirty="0">
                <a:hlinkClick r:id="rId2"/>
              </a:rPr>
              <a:t>SPRS</a:t>
            </a:r>
            <a:r>
              <a:rPr lang="en-US" sz="2000" dirty="0"/>
              <a:t> is a developmental scheme managed by the National Small Industries Corporation (NSIC) for supporting MSE. Undoubtedly, the Indian government is the single largest purchaser of a large array of goods. The objective behind this scheme was to increase the number of purchases from the small-scale sector.</a:t>
            </a:r>
          </a:p>
          <a:p>
            <a:pPr algn="just">
              <a:buNone/>
            </a:pPr>
            <a:r>
              <a:rPr lang="en-US" sz="2000" b="1" dirty="0"/>
              <a:t>7. Extra Mural Research or Core Research Grant (CRG)</a:t>
            </a:r>
            <a:endParaRPr lang="en-US" sz="2000" dirty="0"/>
          </a:p>
          <a:p>
            <a:pPr algn="just"/>
            <a:r>
              <a:rPr lang="en-US" sz="2000" dirty="0">
                <a:hlinkClick r:id="rId3"/>
              </a:rPr>
              <a:t>CRG</a:t>
            </a:r>
            <a:r>
              <a:rPr lang="en-US" sz="2000" dirty="0"/>
              <a:t> was originally named Extramural Research funding scheme. It was launched more than four decades ago, after the establishment of the Science and Engineering Research Board (“</a:t>
            </a:r>
            <a:r>
              <a:rPr lang="en-US" sz="2000" b="1" dirty="0"/>
              <a:t>SERB</a:t>
            </a:r>
            <a:r>
              <a:rPr lang="en-US" sz="2000" dirty="0"/>
              <a:t>”) but continues to be one of the most relevant and useful schemes. </a:t>
            </a:r>
          </a:p>
          <a:p>
            <a:pPr algn="just">
              <a:buNone/>
            </a:pPr>
            <a:r>
              <a:rPr lang="en-US" sz="2000" b="1" dirty="0"/>
              <a:t>8. High Risk and High Reward Research</a:t>
            </a:r>
            <a:endParaRPr lang="en-US" sz="2000" dirty="0"/>
          </a:p>
          <a:p>
            <a:pPr algn="just"/>
            <a:r>
              <a:rPr lang="en-US" sz="2000" dirty="0">
                <a:hlinkClick r:id="rId4"/>
              </a:rPr>
              <a:t>This scheme</a:t>
            </a:r>
            <a:r>
              <a:rPr lang="en-US" sz="2000" dirty="0"/>
              <a:t> aims to support and invite new ideas and proposals which carry the potential to have a broad impact in the domains of science and technology.</a:t>
            </a:r>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897A76FD-7AD1-4D4A-BE3F-38229BEE9DAB}" type="datetime1">
              <a:rPr lang="en-US" smtClean="0"/>
              <a:t>8/20/2025</a:t>
            </a:fld>
            <a:endParaRPr lang="en-US"/>
          </a:p>
        </p:txBody>
      </p:sp>
      <p:sp>
        <p:nvSpPr>
          <p:cNvPr id="11" name="Footer Placeholder 10"/>
          <p:cNvSpPr>
            <a:spLocks noGrp="1"/>
          </p:cNvSpPr>
          <p:nvPr>
            <p:ph type="ftr" sz="quarter" idx="11"/>
          </p:nvPr>
        </p:nvSpPr>
        <p:spPr>
          <a:xfrm>
            <a:off x="3276600" y="6356351"/>
            <a:ext cx="6172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173061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2089538" y="0"/>
            <a:ext cx="1010246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304800" y="1174751"/>
            <a:ext cx="11734800" cy="5181600"/>
          </a:xfrm>
        </p:spPr>
        <p:txBody>
          <a:bodyPr>
            <a:normAutofit/>
          </a:bodyPr>
          <a:lstStyle/>
          <a:p>
            <a:pPr>
              <a:buNone/>
            </a:pPr>
            <a:r>
              <a:rPr lang="en-US" sz="1800" b="1" dirty="0">
                <a:solidFill>
                  <a:srgbClr val="1F1F1F"/>
                </a:solidFill>
                <a:latin typeface="Arial" panose="020B0604020202020204" pitchFamily="34" charset="0"/>
              </a:rPr>
              <a:t>These are six of the most popular ways of determining the appropriate budget for a project:</a:t>
            </a:r>
          </a:p>
          <a:p>
            <a:r>
              <a:rPr lang="en-US" sz="1800" dirty="0">
                <a:solidFill>
                  <a:srgbClr val="1F1F1F"/>
                </a:solidFill>
                <a:latin typeface="Arial" panose="020B0604020202020204" pitchFamily="34" charset="0"/>
              </a:rPr>
              <a:t>Analogous estimating</a:t>
            </a:r>
          </a:p>
          <a:p>
            <a:r>
              <a:rPr lang="en-US" sz="1800" dirty="0">
                <a:solidFill>
                  <a:srgbClr val="1F1F1F"/>
                </a:solidFill>
                <a:latin typeface="Arial" panose="020B0604020202020204" pitchFamily="34" charset="0"/>
              </a:rPr>
              <a:t>Parametric estimating</a:t>
            </a:r>
          </a:p>
          <a:p>
            <a:r>
              <a:rPr lang="en-US" sz="1800" dirty="0">
                <a:solidFill>
                  <a:srgbClr val="1F1F1F"/>
                </a:solidFill>
                <a:latin typeface="Arial" panose="020B0604020202020204" pitchFamily="34" charset="0"/>
              </a:rPr>
              <a:t>Top-down method</a:t>
            </a:r>
          </a:p>
          <a:p>
            <a:r>
              <a:rPr lang="en-US" sz="1800" dirty="0">
                <a:solidFill>
                  <a:srgbClr val="1F1F1F"/>
                </a:solidFill>
                <a:latin typeface="Arial" panose="020B0604020202020204" pitchFamily="34" charset="0"/>
              </a:rPr>
              <a:t>Bottom-up method</a:t>
            </a:r>
          </a:p>
          <a:p>
            <a:r>
              <a:rPr lang="en-US" sz="1800" dirty="0">
                <a:solidFill>
                  <a:srgbClr val="1F1F1F"/>
                </a:solidFill>
                <a:latin typeface="Arial" panose="020B0604020202020204" pitchFamily="34" charset="0"/>
              </a:rPr>
              <a:t>Three-point estimate</a:t>
            </a:r>
          </a:p>
          <a:p>
            <a:r>
              <a:rPr lang="en-US" sz="1800" dirty="0">
                <a:solidFill>
                  <a:srgbClr val="1F1F1F"/>
                </a:solidFill>
                <a:latin typeface="Arial" panose="020B0604020202020204" pitchFamily="34" charset="0"/>
              </a:rPr>
              <a:t>Earned value analysis</a:t>
            </a:r>
          </a:p>
          <a:p>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ADEB40F0-00AF-44FE-B1CC-268DB17336C0}" type="datetime1">
              <a:rPr lang="en-US" smtClean="0"/>
              <a:t>8/20/2025</a:t>
            </a:fld>
            <a:endParaRPr lang="en-US"/>
          </a:p>
        </p:txBody>
      </p:sp>
      <p:sp>
        <p:nvSpPr>
          <p:cNvPr id="11" name="Footer Placeholder 10"/>
          <p:cNvSpPr>
            <a:spLocks noGrp="1"/>
          </p:cNvSpPr>
          <p:nvPr>
            <p:ph type="ftr" sz="quarter" idx="11"/>
          </p:nvPr>
        </p:nvSpPr>
        <p:spPr>
          <a:xfrm>
            <a:off x="1600200" y="6356351"/>
            <a:ext cx="9220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173061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Analogous estimating</a:t>
            </a:r>
          </a:p>
        </p:txBody>
      </p:sp>
      <p:sp>
        <p:nvSpPr>
          <p:cNvPr id="10" name="Content Placeholder 9"/>
          <p:cNvSpPr>
            <a:spLocks noGrp="1"/>
          </p:cNvSpPr>
          <p:nvPr>
            <p:ph idx="1"/>
          </p:nvPr>
        </p:nvSpPr>
        <p:spPr>
          <a:xfrm>
            <a:off x="152400" y="1066800"/>
            <a:ext cx="12039600" cy="5181600"/>
          </a:xfrm>
        </p:spPr>
        <p:txBody>
          <a:bodyPr>
            <a:normAutofit/>
          </a:bodyPr>
          <a:lstStyle/>
          <a:p>
            <a:r>
              <a:rPr lang="en-US" sz="1800" dirty="0">
                <a:solidFill>
                  <a:srgbClr val="1F1F1F"/>
                </a:solidFill>
                <a:latin typeface="Arial" panose="020B0604020202020204" pitchFamily="34" charset="0"/>
              </a:rPr>
              <a:t>Analogous estimating is a technique used in project management to estimate the costs and time required for a project by comparing it to a similar project that has already been completed. It is a good option to use when you have limited data available for the project you are planning, making it difficult to generate accurate estimates using other methods.</a:t>
            </a:r>
          </a:p>
          <a:p>
            <a:pPr algn="l"/>
            <a:endParaRPr lang="en-US" sz="1800" dirty="0">
              <a:solidFill>
                <a:srgbClr val="1F1F1F"/>
              </a:solidFill>
              <a:latin typeface="Arial" panose="020B0604020202020204" pitchFamily="34" charset="0"/>
            </a:endParaRPr>
          </a:p>
          <a:p>
            <a:pPr algn="l"/>
            <a:r>
              <a:rPr lang="en-US" sz="1800" b="1" dirty="0">
                <a:solidFill>
                  <a:srgbClr val="1F1F1F"/>
                </a:solidFill>
                <a:latin typeface="Arial" panose="020B0604020202020204" pitchFamily="34" charset="0"/>
              </a:rPr>
              <a:t>Simple example of analogous estimating:</a:t>
            </a:r>
          </a:p>
          <a:p>
            <a:br>
              <a:rPr lang="en-US" sz="1800" dirty="0">
                <a:solidFill>
                  <a:srgbClr val="1F1F1F"/>
                </a:solidFill>
                <a:latin typeface="Arial" panose="020B0604020202020204" pitchFamily="34" charset="0"/>
              </a:rPr>
            </a:br>
            <a:r>
              <a:rPr lang="en-US" sz="1800" dirty="0">
                <a:solidFill>
                  <a:srgbClr val="1F1F1F"/>
                </a:solidFill>
                <a:latin typeface="Arial" panose="020B0604020202020204" pitchFamily="34" charset="0"/>
              </a:rPr>
              <a:t>Imagine you’re a construction manager and you need to estimate the cost of building a new office building. You could look at the costs of building similar office buildings in the past to get a rough idea of how much the new building will cost.</a:t>
            </a:r>
          </a:p>
          <a:p>
            <a:pPr marL="0" indent="0">
              <a:buNone/>
            </a:pPr>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CBCFEC12-F260-49D4-A16F-C3A0648D1657}" type="datetime1">
              <a:rPr lang="en-US" smtClean="0"/>
              <a:t>8/20/2025</a:t>
            </a:fld>
            <a:endParaRPr lang="en-US"/>
          </a:p>
        </p:txBody>
      </p:sp>
      <p:sp>
        <p:nvSpPr>
          <p:cNvPr id="11" name="Footer Placeholder 10"/>
          <p:cNvSpPr>
            <a:spLocks noGrp="1"/>
          </p:cNvSpPr>
          <p:nvPr>
            <p:ph type="ftr" sz="quarter" idx="11"/>
          </p:nvPr>
        </p:nvSpPr>
        <p:spPr>
          <a:xfrm>
            <a:off x="1828800" y="6356351"/>
            <a:ext cx="92964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7740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Analogous estimating</a:t>
            </a:r>
          </a:p>
        </p:txBody>
      </p:sp>
      <p:sp>
        <p:nvSpPr>
          <p:cNvPr id="10" name="Content Placeholder 9"/>
          <p:cNvSpPr>
            <a:spLocks noGrp="1"/>
          </p:cNvSpPr>
          <p:nvPr>
            <p:ph idx="1"/>
          </p:nvPr>
        </p:nvSpPr>
        <p:spPr>
          <a:xfrm>
            <a:off x="152400" y="1051718"/>
            <a:ext cx="12039600" cy="4754563"/>
          </a:xfrm>
        </p:spPr>
        <p:txBody>
          <a:bodyPr>
            <a:normAutofit/>
          </a:bodyPr>
          <a:lstStyle/>
          <a:p>
            <a:pPr algn="just">
              <a:buNone/>
            </a:pPr>
            <a:r>
              <a:rPr lang="en-US" sz="1800" b="1" dirty="0"/>
              <a:t>1. </a:t>
            </a:r>
            <a:r>
              <a:rPr lang="en-US" sz="1800" b="1" dirty="0">
                <a:solidFill>
                  <a:srgbClr val="1F1F1F"/>
                </a:solidFill>
                <a:latin typeface="Arial" panose="020B0604020202020204" pitchFamily="34" charset="0"/>
              </a:rPr>
              <a:t>Analogous estimating</a:t>
            </a:r>
          </a:p>
          <a:p>
            <a:pPr algn="just"/>
            <a:r>
              <a:rPr lang="en-US" sz="1800" dirty="0">
                <a:solidFill>
                  <a:srgbClr val="1F1F1F"/>
                </a:solidFill>
                <a:latin typeface="Arial" panose="020B0604020202020204" pitchFamily="34" charset="0"/>
              </a:rPr>
              <a:t>This method of estimating a budget consists of analyzing an already completed project with a similar scope to the current one and using its budgeting calculations, adjusted for differences in scope, quality, term of execution or any other relevant parameters. It is not always a completely accurate method, but it can be an appropriate method in situations when there is limited information regarding the upcoming project and a quick estimate is required. This method is usually quicker and less costly than others, but can only be used by companies that have had similar projects in the past.</a:t>
            </a:r>
          </a:p>
          <a:p>
            <a:pPr algn="l"/>
            <a:r>
              <a:rPr lang="en-US" sz="1800" dirty="0">
                <a:solidFill>
                  <a:srgbClr val="1F1F1F"/>
                </a:solidFill>
                <a:latin typeface="Arial" panose="020B0604020202020204" pitchFamily="34" charset="0"/>
              </a:rPr>
              <a:t>The more similar the projects are, the more accurate your estimate will be. Here are some factors to consider when using analogous estimating:</a:t>
            </a:r>
          </a:p>
          <a:p>
            <a:pPr algn="l">
              <a:buFont typeface="Arial" panose="020B0604020202020204" pitchFamily="34" charset="0"/>
              <a:buChar char="•"/>
            </a:pPr>
            <a:r>
              <a:rPr lang="en-US" sz="1800" dirty="0">
                <a:solidFill>
                  <a:srgbClr val="1F1F1F"/>
                </a:solidFill>
                <a:latin typeface="Arial" panose="020B0604020202020204" pitchFamily="34" charset="0"/>
              </a:rPr>
              <a:t>The size and complexity of the project</a:t>
            </a:r>
          </a:p>
          <a:p>
            <a:pPr algn="l">
              <a:buFont typeface="Arial" panose="020B0604020202020204" pitchFamily="34" charset="0"/>
              <a:buChar char="•"/>
            </a:pPr>
            <a:r>
              <a:rPr lang="en-US" sz="1800" dirty="0">
                <a:solidFill>
                  <a:srgbClr val="1F1F1F"/>
                </a:solidFill>
                <a:latin typeface="Arial" panose="020B0604020202020204" pitchFamily="34" charset="0"/>
              </a:rPr>
              <a:t>The location of the project</a:t>
            </a:r>
          </a:p>
          <a:p>
            <a:pPr algn="l">
              <a:buFont typeface="Arial" panose="020B0604020202020204" pitchFamily="34" charset="0"/>
              <a:buChar char="•"/>
            </a:pPr>
            <a:r>
              <a:rPr lang="en-US" sz="1800" dirty="0">
                <a:solidFill>
                  <a:srgbClr val="1F1F1F"/>
                </a:solidFill>
                <a:latin typeface="Arial" panose="020B0604020202020204" pitchFamily="34" charset="0"/>
              </a:rPr>
              <a:t>The current market conditions</a:t>
            </a:r>
          </a:p>
          <a:p>
            <a:pPr algn="l">
              <a:buFont typeface="Arial" panose="020B0604020202020204" pitchFamily="34" charset="0"/>
              <a:buChar char="•"/>
            </a:pPr>
            <a:r>
              <a:rPr lang="en-US" sz="1800" dirty="0">
                <a:solidFill>
                  <a:srgbClr val="1F1F1F"/>
                </a:solidFill>
                <a:latin typeface="Arial" panose="020B0604020202020204" pitchFamily="34" charset="0"/>
              </a:rPr>
              <a:t>The experience of the team</a:t>
            </a:r>
          </a:p>
          <a:p>
            <a:pPr marL="0" indent="0" algn="just">
              <a:buNone/>
            </a:pPr>
            <a:endParaRPr lang="en-US" sz="1800" dirty="0"/>
          </a:p>
        </p:txBody>
      </p:sp>
      <p:sp>
        <p:nvSpPr>
          <p:cNvPr id="9" name="Date Placeholder 8"/>
          <p:cNvSpPr>
            <a:spLocks noGrp="1"/>
          </p:cNvSpPr>
          <p:nvPr>
            <p:ph type="dt" sz="half" idx="10"/>
          </p:nvPr>
        </p:nvSpPr>
        <p:spPr/>
        <p:txBody>
          <a:bodyPr/>
          <a:lstStyle/>
          <a:p>
            <a:fld id="{D55C6511-D025-4EFE-B611-36AFCFE7B8C7}" type="datetime1">
              <a:rPr lang="en-US" smtClean="0"/>
              <a:t>8/20/2025</a:t>
            </a:fld>
            <a:endParaRPr lang="en-US"/>
          </a:p>
        </p:txBody>
      </p:sp>
      <p:sp>
        <p:nvSpPr>
          <p:cNvPr id="11" name="Footer Placeholder 10"/>
          <p:cNvSpPr>
            <a:spLocks noGrp="1"/>
          </p:cNvSpPr>
          <p:nvPr>
            <p:ph type="ftr" sz="quarter" idx="11"/>
          </p:nvPr>
        </p:nvSpPr>
        <p:spPr/>
        <p:txBody>
          <a:bodyPr/>
          <a:lstStyle/>
          <a:p>
            <a:r>
              <a:rPr lang="en-US"/>
              <a:t>Faculty Name: Amit Kumar Subject code and abbreviation - AOE0770 (Finance for Engineers)                                 Unit III</a:t>
            </a:r>
          </a:p>
        </p:txBody>
      </p:sp>
    </p:spTree>
    <p:extLst>
      <p:ext uri="{BB962C8B-B14F-4D97-AF65-F5344CB8AC3E}">
        <p14:creationId xmlns:p14="http://schemas.microsoft.com/office/powerpoint/2010/main" val="3378055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Budgeting:Parametric estimating</a:t>
            </a:r>
          </a:p>
        </p:txBody>
      </p:sp>
      <p:sp>
        <p:nvSpPr>
          <p:cNvPr id="10" name="Content Placeholder 9"/>
          <p:cNvSpPr>
            <a:spLocks noGrp="1"/>
          </p:cNvSpPr>
          <p:nvPr>
            <p:ph idx="1"/>
          </p:nvPr>
        </p:nvSpPr>
        <p:spPr>
          <a:xfrm>
            <a:off x="1981200" y="914400"/>
            <a:ext cx="8229600" cy="5181600"/>
          </a:xfrm>
        </p:spPr>
        <p:txBody>
          <a:bodyPr>
            <a:normAutofit/>
          </a:bodyPr>
          <a:lstStyle/>
          <a:p>
            <a:pPr marL="0" indent="0">
              <a:buNone/>
            </a:pPr>
            <a:endParaRPr lang="en-US" sz="2000" dirty="0"/>
          </a:p>
          <a:p>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9FE1812F-5146-499B-88FB-142A5B83648D}" type="datetime1">
              <a:rPr lang="en-US" smtClean="0"/>
              <a:t>8/20/2025</a:t>
            </a:fld>
            <a:endParaRPr lang="en-US"/>
          </a:p>
        </p:txBody>
      </p:sp>
      <p:sp>
        <p:nvSpPr>
          <p:cNvPr id="11" name="Footer Placeholder 10"/>
          <p:cNvSpPr>
            <a:spLocks noGrp="1"/>
          </p:cNvSpPr>
          <p:nvPr>
            <p:ph type="ftr" sz="quarter" idx="11"/>
          </p:nvPr>
        </p:nvSpPr>
        <p:spPr>
          <a:xfrm>
            <a:off x="1676400" y="6356351"/>
            <a:ext cx="9220200" cy="365125"/>
          </a:xfrm>
        </p:spPr>
        <p:txBody>
          <a:bodyPr/>
          <a:lstStyle/>
          <a:p>
            <a:r>
              <a:rPr lang="en-US"/>
              <a:t>Faculty Name: Amit Kumar Subject code and abbreviation - AOE0770 (Finance for Engineers)                                 Unit III</a:t>
            </a:r>
            <a:endParaRPr lang="en-US" dirty="0"/>
          </a:p>
        </p:txBody>
      </p:sp>
      <p:sp>
        <p:nvSpPr>
          <p:cNvPr id="3" name="TextBox 2">
            <a:extLst>
              <a:ext uri="{FF2B5EF4-FFF2-40B4-BE49-F238E27FC236}">
                <a16:creationId xmlns:a16="http://schemas.microsoft.com/office/drawing/2014/main" id="{090337E4-45D6-5676-B6C3-D950AA7175B3}"/>
              </a:ext>
            </a:extLst>
          </p:cNvPr>
          <p:cNvSpPr txBox="1"/>
          <p:nvPr/>
        </p:nvSpPr>
        <p:spPr>
          <a:xfrm>
            <a:off x="279400" y="1147862"/>
            <a:ext cx="11684000" cy="4524315"/>
          </a:xfrm>
          <a:prstGeom prst="rect">
            <a:avLst/>
          </a:prstGeom>
          <a:noFill/>
        </p:spPr>
        <p:txBody>
          <a:bodyPr wrap="square">
            <a:spAutoFit/>
          </a:bodyPr>
          <a:lstStyle/>
          <a:p>
            <a:pPr algn="l"/>
            <a:r>
              <a:rPr lang="en-US" b="1" dirty="0">
                <a:solidFill>
                  <a:srgbClr val="1F1F1F"/>
                </a:solidFill>
                <a:latin typeface="Arial" panose="020B0604020202020204" pitchFamily="34" charset="0"/>
              </a:rPr>
              <a:t>What is Parametric Estimating?</a:t>
            </a:r>
          </a:p>
          <a:p>
            <a:pPr algn="l">
              <a:buFont typeface="Arial" panose="020B0604020202020204" pitchFamily="34" charset="0"/>
              <a:buChar char="•"/>
            </a:pPr>
            <a:r>
              <a:rPr lang="en-US" dirty="0">
                <a:solidFill>
                  <a:srgbClr val="1F1F1F"/>
                </a:solidFill>
                <a:latin typeface="Arial" panose="020B0604020202020204" pitchFamily="34" charset="0"/>
              </a:rPr>
              <a:t>A statistical technique that uses the relationship between historical data and other variables to calculate cost or duration estimates for a project.</a:t>
            </a:r>
          </a:p>
          <a:p>
            <a:pPr algn="l">
              <a:buFont typeface="Arial" panose="020B0604020202020204" pitchFamily="34" charset="0"/>
              <a:buChar char="•"/>
            </a:pPr>
            <a:r>
              <a:rPr lang="en-US" dirty="0">
                <a:solidFill>
                  <a:srgbClr val="1F1F1F"/>
                </a:solidFill>
                <a:latin typeface="Arial" panose="020B0604020202020204" pitchFamily="34" charset="0"/>
              </a:rPr>
              <a:t>Relies on finding a reliable correlation between past project data and the project you're trying to estimate.</a:t>
            </a:r>
          </a:p>
          <a:p>
            <a:pPr algn="l"/>
            <a:r>
              <a:rPr lang="en-US" b="1" dirty="0">
                <a:solidFill>
                  <a:srgbClr val="1F1F1F"/>
                </a:solidFill>
                <a:latin typeface="Arial" panose="020B0604020202020204" pitchFamily="34" charset="0"/>
              </a:rPr>
              <a:t>How it Works</a:t>
            </a:r>
          </a:p>
          <a:p>
            <a:pPr algn="l">
              <a:buFont typeface="+mj-lt"/>
              <a:buAutoNum type="arabicPeriod"/>
            </a:pPr>
            <a:r>
              <a:rPr lang="en-US" b="1" dirty="0">
                <a:solidFill>
                  <a:srgbClr val="1F1F1F"/>
                </a:solidFill>
                <a:latin typeface="Arial" panose="020B0604020202020204" pitchFamily="34" charset="0"/>
              </a:rPr>
              <a:t>Identify Parameters: </a:t>
            </a:r>
            <a:r>
              <a:rPr lang="en-US" dirty="0">
                <a:solidFill>
                  <a:srgbClr val="1F1F1F"/>
                </a:solidFill>
                <a:latin typeface="Arial" panose="020B0604020202020204" pitchFamily="34" charset="0"/>
              </a:rPr>
              <a:t>These are the key characteristics of your past projects that influence cost or duration. For example, in construction, these might be:</a:t>
            </a:r>
          </a:p>
          <a:p>
            <a:pPr marL="742950" lvl="1" indent="-285750">
              <a:buFont typeface="+mj-lt"/>
              <a:buAutoNum type="arabicPeriod"/>
            </a:pPr>
            <a:r>
              <a:rPr lang="en-US" dirty="0">
                <a:solidFill>
                  <a:srgbClr val="1F1F1F"/>
                </a:solidFill>
                <a:latin typeface="Arial" panose="020B0604020202020204" pitchFamily="34" charset="0"/>
              </a:rPr>
              <a:t>Square footage of the building</a:t>
            </a:r>
          </a:p>
          <a:p>
            <a:pPr marL="742950" lvl="1" indent="-285750">
              <a:buFont typeface="+mj-lt"/>
              <a:buAutoNum type="arabicPeriod"/>
            </a:pPr>
            <a:r>
              <a:rPr lang="en-US" dirty="0">
                <a:solidFill>
                  <a:srgbClr val="1F1F1F"/>
                </a:solidFill>
                <a:latin typeface="Arial" panose="020B0604020202020204" pitchFamily="34" charset="0"/>
              </a:rPr>
              <a:t>Number of floors</a:t>
            </a:r>
          </a:p>
          <a:p>
            <a:pPr marL="742950" lvl="1" indent="-285750">
              <a:buFont typeface="+mj-lt"/>
              <a:buAutoNum type="arabicPeriod"/>
            </a:pPr>
            <a:r>
              <a:rPr lang="en-US" dirty="0">
                <a:solidFill>
                  <a:srgbClr val="1F1F1F"/>
                </a:solidFill>
                <a:latin typeface="Arial" panose="020B0604020202020204" pitchFamily="34" charset="0"/>
              </a:rPr>
              <a:t>Materials used</a:t>
            </a:r>
          </a:p>
          <a:p>
            <a:pPr algn="l">
              <a:buFont typeface="+mj-lt"/>
              <a:buAutoNum type="arabicPeriod"/>
            </a:pPr>
            <a:r>
              <a:rPr lang="en-US" b="1" dirty="0">
                <a:solidFill>
                  <a:srgbClr val="1F1F1F"/>
                </a:solidFill>
                <a:latin typeface="Arial" panose="020B0604020202020204" pitchFamily="34" charset="0"/>
              </a:rPr>
              <a:t>Statistical Relationship: </a:t>
            </a:r>
            <a:r>
              <a:rPr lang="en-US" dirty="0">
                <a:solidFill>
                  <a:srgbClr val="1F1F1F"/>
                </a:solidFill>
                <a:latin typeface="Arial" panose="020B0604020202020204" pitchFamily="34" charset="0"/>
              </a:rPr>
              <a:t>Analyze your historical data to determine how these parameters relate to cost or time. Is there a linear relationship? Does one parameter have more weight than another? This will form the basis of your model or formula.</a:t>
            </a:r>
          </a:p>
          <a:p>
            <a:pPr algn="l">
              <a:buFont typeface="+mj-lt"/>
              <a:buAutoNum type="arabicPeriod"/>
            </a:pPr>
            <a:r>
              <a:rPr lang="en-US" b="1" dirty="0">
                <a:solidFill>
                  <a:srgbClr val="1F1F1F"/>
                </a:solidFill>
                <a:latin typeface="Arial" panose="020B0604020202020204" pitchFamily="34" charset="0"/>
              </a:rPr>
              <a:t>Apply the Model: </a:t>
            </a:r>
            <a:r>
              <a:rPr lang="en-US" dirty="0">
                <a:solidFill>
                  <a:srgbClr val="1F1F1F"/>
                </a:solidFill>
                <a:latin typeface="Arial" panose="020B0604020202020204" pitchFamily="34" charset="0"/>
              </a:rPr>
              <a:t>Plug the parameters of your current project into the model you derived. This will calculate your estimated cost or duration.</a:t>
            </a:r>
          </a:p>
          <a:p>
            <a:pPr algn="l">
              <a:buFont typeface="Arial" panose="020B0604020202020204" pitchFamily="34" charset="0"/>
              <a:buChar char="•"/>
            </a:pPr>
            <a:endParaRPr lang="en-US" dirty="0">
              <a:solidFill>
                <a:srgbClr val="E3E3E3"/>
              </a:solidFill>
              <a:latin typeface="Google Sans"/>
            </a:endParaRPr>
          </a:p>
        </p:txBody>
      </p:sp>
    </p:spTree>
    <p:extLst>
      <p:ext uri="{BB962C8B-B14F-4D97-AF65-F5344CB8AC3E}">
        <p14:creationId xmlns:p14="http://schemas.microsoft.com/office/powerpoint/2010/main" val="964729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2133600" y="-578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Budgeting:Parametric estimating</a:t>
            </a:r>
          </a:p>
        </p:txBody>
      </p:sp>
      <p:sp>
        <p:nvSpPr>
          <p:cNvPr id="10" name="Content Placeholder 9"/>
          <p:cNvSpPr>
            <a:spLocks noGrp="1"/>
          </p:cNvSpPr>
          <p:nvPr>
            <p:ph idx="1"/>
          </p:nvPr>
        </p:nvSpPr>
        <p:spPr>
          <a:xfrm>
            <a:off x="1981200" y="914400"/>
            <a:ext cx="8229600" cy="5181600"/>
          </a:xfrm>
        </p:spPr>
        <p:txBody>
          <a:bodyPr>
            <a:normAutofit/>
          </a:bodyPr>
          <a:lstStyle/>
          <a:p>
            <a:pPr marL="0" indent="0">
              <a:buNone/>
            </a:pPr>
            <a:endParaRPr lang="en-US" sz="2000" dirty="0"/>
          </a:p>
          <a:p>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3A0897CA-D9C6-4C2C-84CF-5B9C820D3E69}" type="datetime1">
              <a:rPr lang="en-US" smtClean="0"/>
              <a:t>8/20/2025</a:t>
            </a:fld>
            <a:endParaRPr lang="en-US"/>
          </a:p>
        </p:txBody>
      </p:sp>
      <p:sp>
        <p:nvSpPr>
          <p:cNvPr id="11" name="Footer Placeholder 10"/>
          <p:cNvSpPr>
            <a:spLocks noGrp="1"/>
          </p:cNvSpPr>
          <p:nvPr>
            <p:ph type="ftr" sz="quarter" idx="11"/>
          </p:nvPr>
        </p:nvSpPr>
        <p:spPr>
          <a:xfrm>
            <a:off x="1676400" y="6356351"/>
            <a:ext cx="9448800" cy="365125"/>
          </a:xfrm>
        </p:spPr>
        <p:txBody>
          <a:bodyPr/>
          <a:lstStyle/>
          <a:p>
            <a:r>
              <a:rPr lang="en-US"/>
              <a:t>Faculty Name: Amit Kumar Subject code and abbreviation - AOE0770 (Finance for Engineers)                                 Unit III</a:t>
            </a:r>
            <a:endParaRPr lang="en-US" dirty="0"/>
          </a:p>
        </p:txBody>
      </p:sp>
      <p:sp>
        <p:nvSpPr>
          <p:cNvPr id="3" name="TextBox 2">
            <a:extLst>
              <a:ext uri="{FF2B5EF4-FFF2-40B4-BE49-F238E27FC236}">
                <a16:creationId xmlns:a16="http://schemas.microsoft.com/office/drawing/2014/main" id="{090337E4-45D6-5676-B6C3-D950AA7175B3}"/>
              </a:ext>
            </a:extLst>
          </p:cNvPr>
          <p:cNvSpPr txBox="1"/>
          <p:nvPr/>
        </p:nvSpPr>
        <p:spPr>
          <a:xfrm>
            <a:off x="381000" y="1143000"/>
            <a:ext cx="11734800" cy="3724096"/>
          </a:xfrm>
          <a:prstGeom prst="rect">
            <a:avLst/>
          </a:prstGeom>
          <a:noFill/>
        </p:spPr>
        <p:txBody>
          <a:bodyPr wrap="square">
            <a:spAutoFit/>
          </a:bodyPr>
          <a:lstStyle/>
          <a:p>
            <a:pPr>
              <a:spcBef>
                <a:spcPts val="1200"/>
              </a:spcBef>
              <a:spcAft>
                <a:spcPts val="1200"/>
              </a:spcAft>
            </a:pPr>
            <a:r>
              <a:rPr lang="en-US" b="1" dirty="0">
                <a:solidFill>
                  <a:srgbClr val="1F1F1F"/>
                </a:solidFill>
                <a:latin typeface="Arial" panose="020B0604020202020204" pitchFamily="34" charset="0"/>
              </a:rPr>
              <a:t>Example: Painting a House</a:t>
            </a:r>
            <a:endParaRPr lang="en-US" dirty="0"/>
          </a:p>
          <a:p>
            <a:pPr>
              <a:spcAft>
                <a:spcPts val="1200"/>
              </a:spcAft>
            </a:pPr>
            <a:r>
              <a:rPr lang="en-US" dirty="0">
                <a:solidFill>
                  <a:srgbClr val="1F1F1F"/>
                </a:solidFill>
                <a:latin typeface="Arial" panose="020B0604020202020204" pitchFamily="34" charset="0"/>
              </a:rPr>
              <a:t>Let's say you're a painter and have data from past projects:</a:t>
            </a:r>
            <a:endParaRPr lang="en-US" dirty="0"/>
          </a:p>
          <a:p>
            <a:pPr fontAlgn="base">
              <a:buFont typeface="Arial" panose="020B0604020202020204" pitchFamily="34" charset="0"/>
              <a:buChar char="•"/>
            </a:pPr>
            <a:r>
              <a:rPr lang="en-US" b="1" dirty="0">
                <a:solidFill>
                  <a:srgbClr val="1F1F1F"/>
                </a:solidFill>
                <a:latin typeface="Arial" panose="020B0604020202020204" pitchFamily="34" charset="0"/>
              </a:rPr>
              <a:t>Historical Data:</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dirty="0">
                <a:solidFill>
                  <a:srgbClr val="1F1F1F"/>
                </a:solidFill>
                <a:latin typeface="Arial" panose="020B0604020202020204" pitchFamily="34" charset="0"/>
              </a:rPr>
              <a:t>House size (square footage)</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dirty="0">
                <a:solidFill>
                  <a:srgbClr val="1F1F1F"/>
                </a:solidFill>
                <a:latin typeface="Arial" panose="020B0604020202020204" pitchFamily="34" charset="0"/>
              </a:rPr>
              <a:t>Number of rooms</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dirty="0">
                <a:solidFill>
                  <a:srgbClr val="1F1F1F"/>
                </a:solidFill>
                <a:latin typeface="Arial" panose="020B0604020202020204" pitchFamily="34" charset="0"/>
              </a:rPr>
              <a:t>Time taken to paint</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b="1" dirty="0">
                <a:solidFill>
                  <a:srgbClr val="1F1F1F"/>
                </a:solidFill>
                <a:latin typeface="Arial" panose="020B0604020202020204" pitchFamily="34" charset="0"/>
              </a:rPr>
              <a:t>Statistical Relationship:</a:t>
            </a:r>
            <a:r>
              <a:rPr lang="en-US" dirty="0">
                <a:solidFill>
                  <a:srgbClr val="1F1F1F"/>
                </a:solidFill>
                <a:latin typeface="Arial" panose="020B0604020202020204" pitchFamily="34" charset="0"/>
              </a:rPr>
              <a:t> You discover that square footage is the most significant factor determining painting time. You create a simple linear model:</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dirty="0">
                <a:solidFill>
                  <a:srgbClr val="1F1F1F"/>
                </a:solidFill>
                <a:latin typeface="Arial" panose="020B0604020202020204" pitchFamily="34" charset="0"/>
              </a:rPr>
              <a:t>Painting Time (hours) = 0.5 * Square Footage + 10 (10 hours accounts for setup, etc.)</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b="1" dirty="0">
                <a:solidFill>
                  <a:srgbClr val="1F1F1F"/>
                </a:solidFill>
                <a:latin typeface="Arial" panose="020B0604020202020204" pitchFamily="34" charset="0"/>
              </a:rPr>
              <a:t>New Project Estimate:</a:t>
            </a:r>
            <a:r>
              <a:rPr lang="en-US" dirty="0">
                <a:solidFill>
                  <a:srgbClr val="1F1F1F"/>
                </a:solidFill>
                <a:latin typeface="Arial" panose="020B0604020202020204" pitchFamily="34" charset="0"/>
              </a:rPr>
              <a:t> A client wants their 2000 sq ft house painted. Your model suggests:</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dirty="0">
                <a:solidFill>
                  <a:srgbClr val="1F1F1F"/>
                </a:solidFill>
                <a:latin typeface="Arial" panose="020B0604020202020204" pitchFamily="34" charset="0"/>
              </a:rPr>
              <a:t>Painting Time = (0.5 * 2000) + 10 = 1010 hours</a:t>
            </a:r>
            <a:endParaRPr lang="en-US" dirty="0">
              <a:solidFill>
                <a:srgbClr val="000000"/>
              </a:solidFill>
              <a:latin typeface="Arial" panose="020B0604020202020204" pitchFamily="34" charset="0"/>
            </a:endParaRPr>
          </a:p>
          <a:p>
            <a:pPr algn="l">
              <a:buFont typeface="Arial" panose="020B0604020202020204" pitchFamily="34" charset="0"/>
              <a:buChar char="•"/>
            </a:pPr>
            <a:endParaRPr lang="en-US" dirty="0">
              <a:solidFill>
                <a:srgbClr val="E3E3E3"/>
              </a:solidFill>
              <a:latin typeface="Google Sans"/>
            </a:endParaRPr>
          </a:p>
        </p:txBody>
      </p:sp>
    </p:spTree>
    <p:extLst>
      <p:ext uri="{BB962C8B-B14F-4D97-AF65-F5344CB8AC3E}">
        <p14:creationId xmlns:p14="http://schemas.microsoft.com/office/powerpoint/2010/main" val="2647552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2209800" y="557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Budgeting:Parametric estimating</a:t>
            </a:r>
          </a:p>
        </p:txBody>
      </p:sp>
      <p:sp>
        <p:nvSpPr>
          <p:cNvPr id="10" name="Content Placeholder 9"/>
          <p:cNvSpPr>
            <a:spLocks noGrp="1"/>
          </p:cNvSpPr>
          <p:nvPr>
            <p:ph idx="1"/>
          </p:nvPr>
        </p:nvSpPr>
        <p:spPr>
          <a:xfrm>
            <a:off x="1981200" y="914400"/>
            <a:ext cx="8229600" cy="5181600"/>
          </a:xfrm>
        </p:spPr>
        <p:txBody>
          <a:bodyPr>
            <a:normAutofit/>
          </a:bodyPr>
          <a:lstStyle/>
          <a:p>
            <a:pPr marL="0" indent="0">
              <a:buNone/>
            </a:pPr>
            <a:endParaRPr lang="en-US" sz="2000" dirty="0"/>
          </a:p>
          <a:p>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A75A4F00-19C9-4CE4-A7F6-7A4D9D2B876E}" type="datetime1">
              <a:rPr lang="en-US" smtClean="0"/>
              <a:t>8/20/2025</a:t>
            </a:fld>
            <a:endParaRPr lang="en-US"/>
          </a:p>
        </p:txBody>
      </p:sp>
      <p:sp>
        <p:nvSpPr>
          <p:cNvPr id="11" name="Footer Placeholder 10"/>
          <p:cNvSpPr>
            <a:spLocks noGrp="1"/>
          </p:cNvSpPr>
          <p:nvPr>
            <p:ph type="ftr" sz="quarter" idx="11"/>
          </p:nvPr>
        </p:nvSpPr>
        <p:spPr>
          <a:xfrm>
            <a:off x="1828800" y="6356351"/>
            <a:ext cx="9525000" cy="365125"/>
          </a:xfrm>
        </p:spPr>
        <p:txBody>
          <a:bodyPr/>
          <a:lstStyle/>
          <a:p>
            <a:r>
              <a:rPr lang="en-US"/>
              <a:t>Faculty Name: Amit Kumar Subject code and abbreviation - AOE0770 (Finance for Engineers)                                 Unit III</a:t>
            </a:r>
            <a:endParaRPr lang="en-US" dirty="0"/>
          </a:p>
        </p:txBody>
      </p:sp>
      <p:sp>
        <p:nvSpPr>
          <p:cNvPr id="3" name="TextBox 2">
            <a:extLst>
              <a:ext uri="{FF2B5EF4-FFF2-40B4-BE49-F238E27FC236}">
                <a16:creationId xmlns:a16="http://schemas.microsoft.com/office/drawing/2014/main" id="{090337E4-45D6-5676-B6C3-D950AA7175B3}"/>
              </a:ext>
            </a:extLst>
          </p:cNvPr>
          <p:cNvSpPr txBox="1"/>
          <p:nvPr/>
        </p:nvSpPr>
        <p:spPr>
          <a:xfrm>
            <a:off x="381000" y="1213758"/>
            <a:ext cx="11582400" cy="2492990"/>
          </a:xfrm>
          <a:prstGeom prst="rect">
            <a:avLst/>
          </a:prstGeom>
          <a:noFill/>
        </p:spPr>
        <p:txBody>
          <a:bodyPr wrap="square">
            <a:spAutoFit/>
          </a:bodyPr>
          <a:lstStyle/>
          <a:p>
            <a:pPr>
              <a:spcBef>
                <a:spcPts val="1200"/>
              </a:spcBef>
              <a:spcAft>
                <a:spcPts val="1200"/>
              </a:spcAft>
            </a:pPr>
            <a:r>
              <a:rPr lang="en-US" b="1" dirty="0">
                <a:solidFill>
                  <a:srgbClr val="1F1F1F"/>
                </a:solidFill>
                <a:latin typeface="Arial" panose="020B0604020202020204" pitchFamily="34" charset="0"/>
              </a:rPr>
              <a:t>Advantages of Parametric Estimating:</a:t>
            </a:r>
            <a:endParaRPr lang="en-US" dirty="0"/>
          </a:p>
          <a:p>
            <a:pPr fontAlgn="base">
              <a:buFont typeface="Arial" panose="020B0604020202020204" pitchFamily="34" charset="0"/>
              <a:buChar char="•"/>
            </a:pPr>
            <a:r>
              <a:rPr lang="en-US" b="1" dirty="0">
                <a:solidFill>
                  <a:srgbClr val="1F1F1F"/>
                </a:solidFill>
                <a:latin typeface="Arial" panose="020B0604020202020204" pitchFamily="34" charset="0"/>
              </a:rPr>
              <a:t>Increased accuracy:</a:t>
            </a:r>
            <a:r>
              <a:rPr lang="en-US" dirty="0">
                <a:solidFill>
                  <a:srgbClr val="1F1F1F"/>
                </a:solidFill>
                <a:latin typeface="Arial" panose="020B0604020202020204" pitchFamily="34" charset="0"/>
              </a:rPr>
              <a:t> When you have solid historical data and a well-defined relationship, parametric estimates can be more accurate than subjective methods.</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b="1" dirty="0">
                <a:solidFill>
                  <a:srgbClr val="1F1F1F"/>
                </a:solidFill>
                <a:latin typeface="Arial" panose="020B0604020202020204" pitchFamily="34" charset="0"/>
              </a:rPr>
              <a:t>Faster:</a:t>
            </a:r>
            <a:r>
              <a:rPr lang="en-US" dirty="0">
                <a:solidFill>
                  <a:srgbClr val="1F1F1F"/>
                </a:solidFill>
                <a:latin typeface="Arial" panose="020B0604020202020204" pitchFamily="34" charset="0"/>
              </a:rPr>
              <a:t> It can be quicker than creating detailed estimates from scratch.</a:t>
            </a:r>
            <a:endParaRPr lang="en-US" dirty="0">
              <a:solidFill>
                <a:srgbClr val="000000"/>
              </a:solidFill>
              <a:latin typeface="Arial" panose="020B0604020202020204" pitchFamily="34" charset="0"/>
            </a:endParaRPr>
          </a:p>
          <a:p>
            <a:pPr>
              <a:spcBef>
                <a:spcPts val="1200"/>
              </a:spcBef>
              <a:spcAft>
                <a:spcPts val="1200"/>
              </a:spcAft>
            </a:pPr>
            <a:r>
              <a:rPr lang="en-US" b="1" dirty="0">
                <a:solidFill>
                  <a:srgbClr val="1F1F1F"/>
                </a:solidFill>
                <a:latin typeface="Arial" panose="020B0604020202020204" pitchFamily="34" charset="0"/>
              </a:rPr>
              <a:t>Limitations:</a:t>
            </a:r>
            <a:endParaRPr lang="en-US" dirty="0"/>
          </a:p>
          <a:p>
            <a:pPr fontAlgn="base">
              <a:buFont typeface="Arial" panose="020B0604020202020204" pitchFamily="34" charset="0"/>
              <a:buChar char="•"/>
            </a:pPr>
            <a:r>
              <a:rPr lang="en-US" b="1" dirty="0">
                <a:solidFill>
                  <a:srgbClr val="1F1F1F"/>
                </a:solidFill>
                <a:latin typeface="Arial" panose="020B0604020202020204" pitchFamily="34" charset="0"/>
              </a:rPr>
              <a:t>Relies on good data:</a:t>
            </a:r>
            <a:r>
              <a:rPr lang="en-US" dirty="0">
                <a:solidFill>
                  <a:srgbClr val="1F1F1F"/>
                </a:solidFill>
                <a:latin typeface="Arial" panose="020B0604020202020204" pitchFamily="34" charset="0"/>
              </a:rPr>
              <a:t> If your historical data is inaccurate or incomplete, your model will be flawed.</a:t>
            </a:r>
            <a:endParaRPr lang="en-US" dirty="0">
              <a:solidFill>
                <a:srgbClr val="000000"/>
              </a:solidFill>
              <a:latin typeface="Arial" panose="020B0604020202020204" pitchFamily="34" charset="0"/>
            </a:endParaRPr>
          </a:p>
          <a:p>
            <a:r>
              <a:rPr lang="en-US" b="1" dirty="0">
                <a:solidFill>
                  <a:srgbClr val="1F1F1F"/>
                </a:solidFill>
                <a:latin typeface="Arial" panose="020B0604020202020204" pitchFamily="34" charset="0"/>
              </a:rPr>
              <a:t>Assumes similarity:</a:t>
            </a:r>
            <a:r>
              <a:rPr lang="en-US" dirty="0">
                <a:solidFill>
                  <a:srgbClr val="1F1F1F"/>
                </a:solidFill>
                <a:latin typeface="Arial" panose="020B0604020202020204" pitchFamily="34" charset="0"/>
              </a:rPr>
              <a:t> It assumes that projects are comparable enough for the statistical relationship to hold true.</a:t>
            </a:r>
            <a:endParaRPr lang="en-US" dirty="0">
              <a:solidFill>
                <a:srgbClr val="E3E3E3"/>
              </a:solidFill>
              <a:latin typeface="Google Sans"/>
            </a:endParaRPr>
          </a:p>
        </p:txBody>
      </p:sp>
    </p:spTree>
    <p:extLst>
      <p:ext uri="{BB962C8B-B14F-4D97-AF65-F5344CB8AC3E}">
        <p14:creationId xmlns:p14="http://schemas.microsoft.com/office/powerpoint/2010/main" val="759731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Top-Down Method</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304800" y="1066800"/>
            <a:ext cx="11734800" cy="5181600"/>
          </a:xfrm>
        </p:spPr>
        <p:txBody>
          <a:bodyPr>
            <a:normAutofit/>
          </a:bodyPr>
          <a:lstStyle/>
          <a:p>
            <a:pPr>
              <a:spcBef>
                <a:spcPts val="0"/>
              </a:spcBef>
              <a:spcAft>
                <a:spcPts val="1200"/>
              </a:spcAft>
            </a:pPr>
            <a:r>
              <a:rPr lang="en-US" sz="1800" b="1" dirty="0">
                <a:solidFill>
                  <a:srgbClr val="1F1F1F"/>
                </a:solidFill>
                <a:latin typeface="Arial" panose="020B0604020202020204" pitchFamily="34" charset="0"/>
              </a:rPr>
              <a:t>What is the Top-Down Method?</a:t>
            </a:r>
            <a:endParaRPr lang="en-US" sz="1200" dirty="0"/>
          </a:p>
          <a:p>
            <a:pPr fontAlgn="base">
              <a:spcBef>
                <a:spcPts val="0"/>
              </a:spcBef>
            </a:pPr>
            <a:r>
              <a:rPr lang="en-US" sz="1800" dirty="0">
                <a:solidFill>
                  <a:srgbClr val="1F1F1F"/>
                </a:solidFill>
                <a:latin typeface="Arial" panose="020B0604020202020204" pitchFamily="34" charset="0"/>
              </a:rPr>
              <a:t>A hierarchical approach where senior management or executives set the overall budget for a project or the entire organization.</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Lower-level departments or project teams are then given specific budget allocations derived from this overarching amount.</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How it Works</a:t>
            </a:r>
            <a:endParaRPr lang="en-US" sz="1200" dirty="0"/>
          </a:p>
          <a:p>
            <a:pPr fontAlgn="base">
              <a:spcBef>
                <a:spcPts val="0"/>
              </a:spcBef>
              <a:buFont typeface="+mj-lt"/>
              <a:buAutoNum type="arabicPeriod"/>
            </a:pPr>
            <a:r>
              <a:rPr lang="en-US" sz="1800" b="1" dirty="0">
                <a:solidFill>
                  <a:srgbClr val="1F1F1F"/>
                </a:solidFill>
                <a:latin typeface="Arial" panose="020B0604020202020204" pitchFamily="34" charset="0"/>
              </a:rPr>
              <a:t>Senior Management Sets Budget:</a:t>
            </a:r>
            <a:r>
              <a:rPr lang="en-US" sz="1800" dirty="0">
                <a:solidFill>
                  <a:srgbClr val="1F1F1F"/>
                </a:solidFill>
                <a:latin typeface="Arial" panose="020B0604020202020204" pitchFamily="34" charset="0"/>
              </a:rPr>
              <a:t> Executives consider factors like:</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Company-wide financial goals and targets</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Past performance and historical data</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Market conditions and projections</a:t>
            </a:r>
            <a:endParaRPr lang="en-US" sz="1800" dirty="0">
              <a:solidFill>
                <a:srgbClr val="000000"/>
              </a:solidFill>
              <a:latin typeface="Arial" panose="020B0604020202020204" pitchFamily="34" charset="0"/>
            </a:endParaRPr>
          </a:p>
          <a:p>
            <a:pPr fontAlgn="base">
              <a:spcBef>
                <a:spcPts val="0"/>
              </a:spcBef>
              <a:buFont typeface="+mj-lt"/>
              <a:buAutoNum type="arabicPeriod" startAt="2"/>
            </a:pPr>
            <a:r>
              <a:rPr lang="en-US" sz="1800" b="1" dirty="0">
                <a:solidFill>
                  <a:srgbClr val="1F1F1F"/>
                </a:solidFill>
                <a:latin typeface="Arial" panose="020B0604020202020204" pitchFamily="34" charset="0"/>
              </a:rPr>
              <a:t>Budget Allocation:</a:t>
            </a:r>
            <a:r>
              <a:rPr lang="en-US" sz="1800" dirty="0">
                <a:solidFill>
                  <a:srgbClr val="1F1F1F"/>
                </a:solidFill>
                <a:latin typeface="Arial" panose="020B0604020202020204" pitchFamily="34" charset="0"/>
              </a:rPr>
              <a:t> The overall budget is divided among different departments, projects, or operational areas. These allocations are based on strategic priorities and the estimated importance of each segment.</a:t>
            </a:r>
            <a:endParaRPr lang="en-US" sz="1800" dirty="0">
              <a:solidFill>
                <a:srgbClr val="000000"/>
              </a:solidFill>
              <a:latin typeface="Arial" panose="020B0604020202020204" pitchFamily="34" charset="0"/>
            </a:endParaRPr>
          </a:p>
          <a:p>
            <a:pPr fontAlgn="base">
              <a:spcBef>
                <a:spcPts val="0"/>
              </a:spcBef>
              <a:buFont typeface="+mj-lt"/>
              <a:buAutoNum type="arabicPeriod" startAt="2"/>
            </a:pPr>
            <a:r>
              <a:rPr lang="en-US" sz="1800" b="1" dirty="0">
                <a:solidFill>
                  <a:srgbClr val="1F1F1F"/>
                </a:solidFill>
                <a:latin typeface="Arial" panose="020B0604020202020204" pitchFamily="34" charset="0"/>
              </a:rPr>
              <a:t>Departmental Budgeting:</a:t>
            </a:r>
            <a:r>
              <a:rPr lang="en-US" sz="1800" dirty="0">
                <a:solidFill>
                  <a:srgbClr val="1F1F1F"/>
                </a:solidFill>
                <a:latin typeface="Arial" panose="020B0604020202020204" pitchFamily="34" charset="0"/>
              </a:rPr>
              <a:t> Managers within each department must create detailed, itemized budgets that stay within their allocated amounts.</a:t>
            </a:r>
            <a:endParaRPr lang="en-US" sz="1800" dirty="0">
              <a:solidFill>
                <a:srgbClr val="000000"/>
              </a:solidFill>
              <a:latin typeface="Arial" panose="020B0604020202020204" pitchFamily="34"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6660D51A-80B5-4689-AEC5-68DC748ED3F7}" type="datetime1">
              <a:rPr lang="en-US" smtClean="0"/>
              <a:t>8/20/2025</a:t>
            </a:fld>
            <a:endParaRPr lang="en-US"/>
          </a:p>
        </p:txBody>
      </p:sp>
      <p:sp>
        <p:nvSpPr>
          <p:cNvPr id="11" name="Footer Placeholder 10"/>
          <p:cNvSpPr>
            <a:spLocks noGrp="1"/>
          </p:cNvSpPr>
          <p:nvPr>
            <p:ph type="ftr" sz="quarter" idx="11"/>
          </p:nvPr>
        </p:nvSpPr>
        <p:spPr>
          <a:xfrm>
            <a:off x="1600200" y="6356351"/>
            <a:ext cx="94488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720331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Top-Down Method</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381000" y="1174751"/>
            <a:ext cx="116586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Example: Software Development Project</a:t>
            </a:r>
            <a:endParaRPr lang="en-US" sz="1100" dirty="0"/>
          </a:p>
          <a:p>
            <a:pPr fontAlgn="base">
              <a:spcBef>
                <a:spcPts val="0"/>
              </a:spcBef>
            </a:pPr>
            <a:r>
              <a:rPr lang="en-US" sz="1800" b="1" dirty="0">
                <a:solidFill>
                  <a:srgbClr val="1F1F1F"/>
                </a:solidFill>
                <a:latin typeface="Arial" panose="020B0604020202020204" pitchFamily="34" charset="0"/>
              </a:rPr>
              <a:t>Senior Management:</a:t>
            </a:r>
            <a:r>
              <a:rPr lang="en-US" sz="1800" dirty="0">
                <a:solidFill>
                  <a:srgbClr val="1F1F1F"/>
                </a:solidFill>
                <a:latin typeface="Arial" panose="020B0604020202020204" pitchFamily="34" charset="0"/>
              </a:rPr>
              <a:t> The CTO decides on a $500,000 budget for a major new software development project.</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Allocation:</a:t>
            </a:r>
            <a:r>
              <a:rPr lang="en-US" sz="1800" dirty="0">
                <a:solidFill>
                  <a:srgbClr val="1F1F1F"/>
                </a:solidFill>
                <a:latin typeface="Arial" panose="020B0604020202020204" pitchFamily="34" charset="0"/>
              </a:rPr>
              <a:t> This is divided as follows:</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Development Team - $300,000</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Quality Assurance Team - $100,000</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Project Management - $50,000</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Contingency Reserve - $50,000</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Departmental Budgeting:</a:t>
            </a:r>
            <a:r>
              <a:rPr lang="en-US" sz="1800" dirty="0">
                <a:solidFill>
                  <a:srgbClr val="1F1F1F"/>
                </a:solidFill>
                <a:latin typeface="Arial" panose="020B0604020202020204" pitchFamily="34" charset="0"/>
              </a:rPr>
              <a:t> Team leads must create detailed budgets outlining salaries, software licenses, hardware, etc., while staying within their allocated amounts.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947FE135-2054-4379-8BBD-49755F658495}" type="datetime1">
              <a:rPr lang="en-US" smtClean="0"/>
              <a:t>8/20/2025</a:t>
            </a:fld>
            <a:endParaRPr lang="en-US"/>
          </a:p>
        </p:txBody>
      </p:sp>
      <p:sp>
        <p:nvSpPr>
          <p:cNvPr id="11" name="Footer Placeholder 10"/>
          <p:cNvSpPr>
            <a:spLocks noGrp="1"/>
          </p:cNvSpPr>
          <p:nvPr>
            <p:ph type="ftr" sz="quarter" idx="11"/>
          </p:nvPr>
        </p:nvSpPr>
        <p:spPr>
          <a:xfrm>
            <a:off x="1676400" y="6356351"/>
            <a:ext cx="93726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770986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2133600" y="3"/>
            <a:ext cx="10058400" cy="6857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Top-Down Method</a:t>
            </a:r>
            <a:endParaRPr lang="en-US" sz="2800" dirty="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304800" y="1174751"/>
            <a:ext cx="116586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Advantages of Top-Down Budgeting</a:t>
            </a:r>
            <a:endParaRPr lang="en-US" sz="1100" dirty="0"/>
          </a:p>
          <a:p>
            <a:pPr fontAlgn="base">
              <a:spcBef>
                <a:spcPts val="0"/>
              </a:spcBef>
            </a:pPr>
            <a:r>
              <a:rPr lang="en-US" sz="1800" b="1" dirty="0">
                <a:solidFill>
                  <a:srgbClr val="1F1F1F"/>
                </a:solidFill>
                <a:latin typeface="Arial" panose="020B0604020202020204" pitchFamily="34" charset="0"/>
              </a:rPr>
              <a:t>Speed and Efficiency:</a:t>
            </a:r>
            <a:r>
              <a:rPr lang="en-US" sz="1800" dirty="0">
                <a:solidFill>
                  <a:srgbClr val="1F1F1F"/>
                </a:solidFill>
                <a:latin typeface="Arial" panose="020B0604020202020204" pitchFamily="34" charset="0"/>
              </a:rPr>
              <a:t> Quicker than detailed estimates built from the ground up.</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Strategic Alignment:</a:t>
            </a:r>
            <a:r>
              <a:rPr lang="en-US" sz="1800" dirty="0">
                <a:solidFill>
                  <a:srgbClr val="1F1F1F"/>
                </a:solidFill>
                <a:latin typeface="Arial" panose="020B0604020202020204" pitchFamily="34" charset="0"/>
              </a:rPr>
              <a:t> Ensures spending aligns with broader company goals.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Control:</a:t>
            </a:r>
            <a:r>
              <a:rPr lang="en-US" sz="1800" dirty="0">
                <a:solidFill>
                  <a:srgbClr val="1F1F1F"/>
                </a:solidFill>
                <a:latin typeface="Arial" panose="020B0604020202020204" pitchFamily="34" charset="0"/>
              </a:rPr>
              <a:t> Provides greater control for senior management over resource allocation.</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Limitations of Top-Down Budgeting</a:t>
            </a:r>
            <a:endParaRPr lang="en-US" sz="1100" dirty="0"/>
          </a:p>
          <a:p>
            <a:pPr fontAlgn="base">
              <a:spcBef>
                <a:spcPts val="0"/>
              </a:spcBef>
            </a:pPr>
            <a:r>
              <a:rPr lang="en-US" sz="1800" b="1" dirty="0">
                <a:solidFill>
                  <a:srgbClr val="1F1F1F"/>
                </a:solidFill>
                <a:latin typeface="Arial" panose="020B0604020202020204" pitchFamily="34" charset="0"/>
              </a:rPr>
              <a:t>Lack of Detail:</a:t>
            </a:r>
            <a:r>
              <a:rPr lang="en-US" sz="1800" dirty="0">
                <a:solidFill>
                  <a:srgbClr val="1F1F1F"/>
                </a:solidFill>
                <a:latin typeface="Arial" panose="020B0604020202020204" pitchFamily="34" charset="0"/>
              </a:rPr>
              <a:t> May overlook granular costs or specific needs of individual teams.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Inflexible:</a:t>
            </a:r>
            <a:r>
              <a:rPr lang="en-US" sz="1800" dirty="0">
                <a:solidFill>
                  <a:srgbClr val="1F1F1F"/>
                </a:solidFill>
                <a:latin typeface="Arial" panose="020B0604020202020204" pitchFamily="34" charset="0"/>
              </a:rPr>
              <a:t> Can be difficult to adapt if project requirements change.</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Potential Inaccuracy:</a:t>
            </a:r>
            <a:r>
              <a:rPr lang="en-US" sz="1800" dirty="0">
                <a:solidFill>
                  <a:srgbClr val="1F1F1F"/>
                </a:solidFill>
                <a:latin typeface="Arial" panose="020B0604020202020204" pitchFamily="34" charset="0"/>
              </a:rPr>
              <a:t> May not be as accurate as bottom-up methods that factor in detailed costs.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01207AAF-81E4-4A5F-A2F8-BE133B8C521E}" type="datetime1">
              <a:rPr lang="en-US" smtClean="0"/>
              <a:t>8/20/2025</a:t>
            </a:fld>
            <a:endParaRPr lang="en-US"/>
          </a:p>
        </p:txBody>
      </p:sp>
      <p:sp>
        <p:nvSpPr>
          <p:cNvPr id="11" name="Footer Placeholder 10"/>
          <p:cNvSpPr>
            <a:spLocks noGrp="1"/>
          </p:cNvSpPr>
          <p:nvPr>
            <p:ph type="ftr" sz="quarter" idx="11"/>
          </p:nvPr>
        </p:nvSpPr>
        <p:spPr>
          <a:xfrm>
            <a:off x="1600200" y="6356351"/>
            <a:ext cx="95250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21900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Bottom-up method</a:t>
            </a:r>
          </a:p>
        </p:txBody>
      </p:sp>
      <p:sp>
        <p:nvSpPr>
          <p:cNvPr id="10" name="Content Placeholder 9"/>
          <p:cNvSpPr>
            <a:spLocks noGrp="1"/>
          </p:cNvSpPr>
          <p:nvPr>
            <p:ph idx="1"/>
          </p:nvPr>
        </p:nvSpPr>
        <p:spPr>
          <a:xfrm>
            <a:off x="228600" y="1066800"/>
            <a:ext cx="11811000" cy="5181600"/>
          </a:xfrm>
        </p:spPr>
        <p:txBody>
          <a:bodyPr>
            <a:normAutofit/>
          </a:bodyPr>
          <a:lstStyle/>
          <a:p>
            <a:pPr>
              <a:spcBef>
                <a:spcPts val="0"/>
              </a:spcBef>
              <a:spcAft>
                <a:spcPts val="1200"/>
              </a:spcAft>
            </a:pPr>
            <a:r>
              <a:rPr lang="en-US" sz="1800" b="1" dirty="0">
                <a:solidFill>
                  <a:srgbClr val="1F1F1F"/>
                </a:solidFill>
                <a:latin typeface="Arial" panose="020B0604020202020204" pitchFamily="34" charset="0"/>
              </a:rPr>
              <a:t>What is the Bottom-Up Method?</a:t>
            </a:r>
            <a:endParaRPr lang="en-US" sz="1200" dirty="0"/>
          </a:p>
          <a:p>
            <a:pPr fontAlgn="base">
              <a:spcBef>
                <a:spcPts val="0"/>
              </a:spcBef>
            </a:pPr>
            <a:r>
              <a:rPr lang="en-US" sz="1800" dirty="0">
                <a:solidFill>
                  <a:srgbClr val="1F1F1F"/>
                </a:solidFill>
                <a:latin typeface="Arial" panose="020B0604020202020204" pitchFamily="34" charset="0"/>
              </a:rPr>
              <a:t>A detailed approach where you start by estimating the costs of individual work packages or tasks within a project.</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These individual estimates are then rolled up or aggregated to determine the total project budget.</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How it Works</a:t>
            </a:r>
            <a:endParaRPr lang="en-US" sz="1200" dirty="0"/>
          </a:p>
          <a:p>
            <a:pPr fontAlgn="base">
              <a:spcBef>
                <a:spcPts val="0"/>
              </a:spcBef>
              <a:buFont typeface="+mj-lt"/>
              <a:buAutoNum type="arabicPeriod"/>
            </a:pPr>
            <a:r>
              <a:rPr lang="en-US" sz="1800" b="1" dirty="0">
                <a:solidFill>
                  <a:srgbClr val="1F1F1F"/>
                </a:solidFill>
                <a:latin typeface="Arial" panose="020B0604020202020204" pitchFamily="34" charset="0"/>
              </a:rPr>
              <a:t>Work Breakdown Structure (WBS):</a:t>
            </a:r>
            <a:r>
              <a:rPr lang="en-US" sz="1800" dirty="0">
                <a:solidFill>
                  <a:srgbClr val="1F1F1F"/>
                </a:solidFill>
                <a:latin typeface="Arial" panose="020B0604020202020204" pitchFamily="34" charset="0"/>
              </a:rPr>
              <a:t> The project is divided into smaller, more manageable tasks or work packages. This could involve several levels of detail, getting increasingly specific.</a:t>
            </a:r>
            <a:endParaRPr lang="en-US" sz="1800" dirty="0">
              <a:solidFill>
                <a:srgbClr val="000000"/>
              </a:solidFill>
              <a:latin typeface="Arial" panose="020B0604020202020204" pitchFamily="34" charset="0"/>
            </a:endParaRPr>
          </a:p>
          <a:p>
            <a:pPr fontAlgn="base">
              <a:spcBef>
                <a:spcPts val="0"/>
              </a:spcBef>
              <a:buFont typeface="+mj-lt"/>
              <a:buAutoNum type="arabicPeriod"/>
            </a:pPr>
            <a:r>
              <a:rPr lang="en-US" sz="1800" b="1" dirty="0">
                <a:solidFill>
                  <a:srgbClr val="1F1F1F"/>
                </a:solidFill>
                <a:latin typeface="Arial" panose="020B0604020202020204" pitchFamily="34" charset="0"/>
              </a:rPr>
              <a:t>Individual Task/Component Estimation:</a:t>
            </a:r>
            <a:r>
              <a:rPr lang="en-US" sz="1800" dirty="0">
                <a:solidFill>
                  <a:srgbClr val="1F1F1F"/>
                </a:solidFill>
                <a:latin typeface="Arial" panose="020B0604020202020204" pitchFamily="34" charset="0"/>
              </a:rPr>
              <a:t> For each work package, resources needed (labor, materials, equipment) are identified, and their costs are estimated. This is where you might use techniques like expert judgment, vendor quotes, or historical data.</a:t>
            </a:r>
            <a:endParaRPr lang="en-US" sz="1800" dirty="0">
              <a:solidFill>
                <a:srgbClr val="000000"/>
              </a:solidFill>
              <a:latin typeface="Arial" panose="020B0604020202020204" pitchFamily="34" charset="0"/>
            </a:endParaRPr>
          </a:p>
          <a:p>
            <a:r>
              <a:rPr lang="en-US" sz="1800" b="1" dirty="0">
                <a:solidFill>
                  <a:srgbClr val="1F1F1F"/>
                </a:solidFill>
                <a:latin typeface="Arial" panose="020B0604020202020204" pitchFamily="34" charset="0"/>
              </a:rPr>
              <a:t>Budget Aggregation:</a:t>
            </a:r>
            <a:r>
              <a:rPr lang="en-US" sz="1800" dirty="0">
                <a:solidFill>
                  <a:srgbClr val="1F1F1F"/>
                </a:solidFill>
                <a:latin typeface="Arial" panose="020B0604020202020204" pitchFamily="34" charset="0"/>
              </a:rPr>
              <a:t> Costs of all work packages are added together to arrive at the overall project budget.</a:t>
            </a:r>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4A2E0AB0-741F-4DE5-9D34-C8313B18DEED}" type="datetime1">
              <a:rPr lang="en-US" smtClean="0"/>
              <a:t>8/20/2025</a:t>
            </a:fld>
            <a:endParaRPr lang="en-US"/>
          </a:p>
        </p:txBody>
      </p:sp>
      <p:sp>
        <p:nvSpPr>
          <p:cNvPr id="11" name="Footer Placeholder 10"/>
          <p:cNvSpPr>
            <a:spLocks noGrp="1"/>
          </p:cNvSpPr>
          <p:nvPr>
            <p:ph type="ftr" sz="quarter" idx="11"/>
          </p:nvPr>
        </p:nvSpPr>
        <p:spPr>
          <a:xfrm>
            <a:off x="1447800" y="6356351"/>
            <a:ext cx="95250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981852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2133600" y="17107"/>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Bottom-up method</a:t>
            </a:r>
          </a:p>
        </p:txBody>
      </p:sp>
      <p:sp>
        <p:nvSpPr>
          <p:cNvPr id="10" name="Content Placeholder 9"/>
          <p:cNvSpPr>
            <a:spLocks noGrp="1"/>
          </p:cNvSpPr>
          <p:nvPr>
            <p:ph idx="1"/>
          </p:nvPr>
        </p:nvSpPr>
        <p:spPr>
          <a:xfrm>
            <a:off x="152400" y="1066800"/>
            <a:ext cx="120396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Example: Website Development</a:t>
            </a:r>
            <a:endParaRPr lang="en-US" sz="1100" dirty="0"/>
          </a:p>
          <a:p>
            <a:pPr fontAlgn="base">
              <a:spcBef>
                <a:spcPts val="0"/>
              </a:spcBef>
            </a:pPr>
            <a:r>
              <a:rPr lang="en-US" sz="1800" b="1" dirty="0">
                <a:solidFill>
                  <a:srgbClr val="1F1F1F"/>
                </a:solidFill>
                <a:latin typeface="Arial" panose="020B0604020202020204" pitchFamily="34" charset="0"/>
              </a:rPr>
              <a:t>WBS:</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Design (UI/UX)</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Front-end development (HTML, CSS, JavaScript)</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Back-end development (database, server-side logic)</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Content creation</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Testing</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Deployment</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Individual Estimation:</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Design may require 40 hours of designer time at $50/hour = $2000</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Front-end development may need 100 hours of developer time at $75/hour = $7500</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 and so on.</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Aggregation:</a:t>
            </a:r>
            <a:r>
              <a:rPr lang="en-US" sz="1800" dirty="0">
                <a:solidFill>
                  <a:srgbClr val="1F1F1F"/>
                </a:solidFill>
                <a:latin typeface="Arial" panose="020B0604020202020204" pitchFamily="34" charset="0"/>
              </a:rPr>
              <a:t> Adding up the costs of each task would give you the total website development budget.</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32FB25A6-305C-4BB8-99DB-B7411443ED63}" type="datetime1">
              <a:rPr lang="en-US" smtClean="0"/>
              <a:t>8/20/2025</a:t>
            </a:fld>
            <a:endParaRPr lang="en-US"/>
          </a:p>
        </p:txBody>
      </p:sp>
      <p:sp>
        <p:nvSpPr>
          <p:cNvPr id="11" name="Footer Placeholder 10"/>
          <p:cNvSpPr>
            <a:spLocks noGrp="1"/>
          </p:cNvSpPr>
          <p:nvPr>
            <p:ph type="ftr" sz="quarter" idx="11"/>
          </p:nvPr>
        </p:nvSpPr>
        <p:spPr>
          <a:xfrm>
            <a:off x="1371600" y="6356351"/>
            <a:ext cx="94488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264100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2133600" y="17107"/>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Bottom-up method</a:t>
            </a:r>
          </a:p>
        </p:txBody>
      </p:sp>
      <p:sp>
        <p:nvSpPr>
          <p:cNvPr id="10" name="Content Placeholder 9"/>
          <p:cNvSpPr>
            <a:spLocks noGrp="1"/>
          </p:cNvSpPr>
          <p:nvPr>
            <p:ph idx="1"/>
          </p:nvPr>
        </p:nvSpPr>
        <p:spPr>
          <a:xfrm>
            <a:off x="317240" y="1174751"/>
            <a:ext cx="11722359"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Advantages of Bottom-Up Budgeting</a:t>
            </a:r>
            <a:endParaRPr lang="en-US" sz="1100" dirty="0"/>
          </a:p>
          <a:p>
            <a:pPr fontAlgn="base">
              <a:spcBef>
                <a:spcPts val="0"/>
              </a:spcBef>
            </a:pPr>
            <a:r>
              <a:rPr lang="en-US" sz="1800" b="1" dirty="0">
                <a:solidFill>
                  <a:srgbClr val="1F1F1F"/>
                </a:solidFill>
                <a:latin typeface="Arial" panose="020B0604020202020204" pitchFamily="34" charset="0"/>
              </a:rPr>
              <a:t>Accuracy:</a:t>
            </a:r>
            <a:r>
              <a:rPr lang="en-US" sz="1800" dirty="0">
                <a:solidFill>
                  <a:srgbClr val="1F1F1F"/>
                </a:solidFill>
                <a:latin typeface="Arial" panose="020B0604020202020204" pitchFamily="34" charset="0"/>
              </a:rPr>
              <a:t> Tends to be more accurate because it considers the details of each project component.</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Ownership:</a:t>
            </a:r>
            <a:r>
              <a:rPr lang="en-US" sz="1800" dirty="0">
                <a:solidFill>
                  <a:srgbClr val="1F1F1F"/>
                </a:solidFill>
                <a:latin typeface="Arial" panose="020B0604020202020204" pitchFamily="34" charset="0"/>
              </a:rPr>
              <a:t> Teams responsible for individual tasks are invested in accurate estimates.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Flexibility:</a:t>
            </a:r>
            <a:r>
              <a:rPr lang="en-US" sz="1800" dirty="0">
                <a:solidFill>
                  <a:srgbClr val="1F1F1F"/>
                </a:solidFill>
                <a:latin typeface="Arial" panose="020B0604020202020204" pitchFamily="34" charset="0"/>
              </a:rPr>
              <a:t> Can accommodate changes more easily since the budget is built granularly.</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Limitations of Bottom-Up Budgeting</a:t>
            </a:r>
            <a:endParaRPr lang="en-US" sz="1100" dirty="0"/>
          </a:p>
          <a:p>
            <a:pPr fontAlgn="base">
              <a:spcBef>
                <a:spcPts val="0"/>
              </a:spcBef>
            </a:pPr>
            <a:r>
              <a:rPr lang="en-US" sz="1800" b="1" dirty="0">
                <a:solidFill>
                  <a:srgbClr val="1F1F1F"/>
                </a:solidFill>
                <a:latin typeface="Arial" panose="020B0604020202020204" pitchFamily="34" charset="0"/>
              </a:rPr>
              <a:t>Time-consuming:</a:t>
            </a:r>
            <a:r>
              <a:rPr lang="en-US" sz="1800" dirty="0">
                <a:solidFill>
                  <a:srgbClr val="1F1F1F"/>
                </a:solidFill>
                <a:latin typeface="Arial" panose="020B0604020202020204" pitchFamily="34" charset="0"/>
              </a:rPr>
              <a:t> Can take longer to develop.</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Complexity:</a:t>
            </a:r>
            <a:r>
              <a:rPr lang="en-US" sz="1800" dirty="0">
                <a:solidFill>
                  <a:srgbClr val="1F1F1F"/>
                </a:solidFill>
                <a:latin typeface="Arial" panose="020B0604020202020204" pitchFamily="34" charset="0"/>
              </a:rPr>
              <a:t> Managing a large number of individual estimates can be challenging.</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Scope creep:</a:t>
            </a:r>
            <a:r>
              <a:rPr lang="en-US" sz="1800" dirty="0">
                <a:solidFill>
                  <a:srgbClr val="1F1F1F"/>
                </a:solidFill>
                <a:latin typeface="Arial" panose="020B0604020202020204" pitchFamily="34" charset="0"/>
              </a:rPr>
              <a:t> If the WBS is not well-defined, there's a risk of underestimating costs.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590EF8A8-9A10-415D-94BB-C96DDF2A25FE}" type="datetime1">
              <a:rPr lang="en-US" smtClean="0"/>
              <a:t>8/20/2025</a:t>
            </a:fld>
            <a:endParaRPr lang="en-US"/>
          </a:p>
        </p:txBody>
      </p:sp>
      <p:sp>
        <p:nvSpPr>
          <p:cNvPr id="11" name="Footer Placeholder 10"/>
          <p:cNvSpPr>
            <a:spLocks noGrp="1"/>
          </p:cNvSpPr>
          <p:nvPr>
            <p:ph type="ftr" sz="quarter" idx="11"/>
          </p:nvPr>
        </p:nvSpPr>
        <p:spPr>
          <a:xfrm>
            <a:off x="1447800" y="6356351"/>
            <a:ext cx="97536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2126953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Three-point estimate</a:t>
            </a:r>
          </a:p>
        </p:txBody>
      </p:sp>
      <p:sp>
        <p:nvSpPr>
          <p:cNvPr id="10" name="Content Placeholder 9"/>
          <p:cNvSpPr>
            <a:spLocks noGrp="1"/>
          </p:cNvSpPr>
          <p:nvPr>
            <p:ph idx="1"/>
          </p:nvPr>
        </p:nvSpPr>
        <p:spPr>
          <a:xfrm>
            <a:off x="228600" y="990600"/>
            <a:ext cx="11887200" cy="5181600"/>
          </a:xfrm>
        </p:spPr>
        <p:txBody>
          <a:bodyPr>
            <a:normAutofit/>
          </a:bodyPr>
          <a:lstStyle/>
          <a:p>
            <a:pPr>
              <a:spcBef>
                <a:spcPts val="0"/>
              </a:spcBef>
              <a:spcAft>
                <a:spcPts val="1200"/>
              </a:spcAft>
            </a:pPr>
            <a:r>
              <a:rPr lang="en-US" sz="1800" b="1" dirty="0">
                <a:solidFill>
                  <a:srgbClr val="1F1F1F"/>
                </a:solidFill>
                <a:latin typeface="Arial" panose="020B0604020202020204" pitchFamily="34" charset="0"/>
              </a:rPr>
              <a:t>What is Three-Point Estimating?</a:t>
            </a:r>
            <a:endParaRPr lang="en-US" sz="1200" dirty="0"/>
          </a:p>
          <a:p>
            <a:pPr fontAlgn="base">
              <a:spcBef>
                <a:spcPts val="0"/>
              </a:spcBef>
            </a:pPr>
            <a:r>
              <a:rPr lang="en-US" sz="1800" dirty="0">
                <a:solidFill>
                  <a:srgbClr val="1F1F1F"/>
                </a:solidFill>
                <a:latin typeface="Arial" panose="020B0604020202020204" pitchFamily="34" charset="0"/>
              </a:rPr>
              <a:t>A project management technique that aims to improve the accuracy of estimates by incorporating a degree of uncertainty.</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It involves collecting three estimates for each task or activity:</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Optimistic Estimate (O):</a:t>
            </a:r>
            <a:r>
              <a:rPr lang="en-US" sz="1800" dirty="0">
                <a:solidFill>
                  <a:srgbClr val="1F1F1F"/>
                </a:solidFill>
                <a:latin typeface="Arial" panose="020B0604020202020204" pitchFamily="34" charset="0"/>
              </a:rPr>
              <a:t> The best-case scenario, assuming things go smoothly (shortest duration, lowest cost).</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Most Likely Estimate (M):</a:t>
            </a:r>
            <a:r>
              <a:rPr lang="en-US" sz="1800" dirty="0">
                <a:solidFill>
                  <a:srgbClr val="1F1F1F"/>
                </a:solidFill>
                <a:latin typeface="Arial" panose="020B0604020202020204" pitchFamily="34" charset="0"/>
              </a:rPr>
              <a:t> The most probable scenario based on realistic expectations.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Pessimistic Estimate (P):</a:t>
            </a:r>
            <a:r>
              <a:rPr lang="en-US" sz="1800" dirty="0">
                <a:solidFill>
                  <a:srgbClr val="1F1F1F"/>
                </a:solidFill>
                <a:latin typeface="Arial" panose="020B0604020202020204" pitchFamily="34" charset="0"/>
              </a:rPr>
              <a:t> The worst-case scenario, considering potential risks or delays (longest duration, highest cost).</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How It Works</a:t>
            </a:r>
            <a:endParaRPr lang="en-US" sz="1200" dirty="0"/>
          </a:p>
          <a:p>
            <a:pPr fontAlgn="base">
              <a:spcBef>
                <a:spcPts val="0"/>
              </a:spcBef>
              <a:buFont typeface="+mj-lt"/>
              <a:buAutoNum type="arabicPeriod"/>
            </a:pPr>
            <a:r>
              <a:rPr lang="en-US" sz="1800" b="1" dirty="0">
                <a:solidFill>
                  <a:srgbClr val="1F1F1F"/>
                </a:solidFill>
                <a:latin typeface="Arial" panose="020B0604020202020204" pitchFamily="34" charset="0"/>
              </a:rPr>
              <a:t>Gather Estimates:</a:t>
            </a:r>
            <a:r>
              <a:rPr lang="en-US" sz="1800" dirty="0">
                <a:solidFill>
                  <a:srgbClr val="1F1F1F"/>
                </a:solidFill>
                <a:latin typeface="Arial" panose="020B0604020202020204" pitchFamily="34" charset="0"/>
              </a:rPr>
              <a:t> Obtain the three estimates (O, M, P) for each task from experts or team members knowledgeable about the work.</a:t>
            </a:r>
            <a:endParaRPr lang="en-US" sz="1800" dirty="0">
              <a:solidFill>
                <a:srgbClr val="000000"/>
              </a:solidFill>
              <a:latin typeface="Arial" panose="020B0604020202020204" pitchFamily="34" charset="0"/>
            </a:endParaRPr>
          </a:p>
          <a:p>
            <a:pPr fontAlgn="base">
              <a:spcBef>
                <a:spcPts val="0"/>
              </a:spcBef>
              <a:buFont typeface="+mj-lt"/>
              <a:buAutoNum type="arabicPeriod"/>
            </a:pPr>
            <a:r>
              <a:rPr lang="en-US" sz="1800" b="1" dirty="0">
                <a:solidFill>
                  <a:srgbClr val="1F1F1F"/>
                </a:solidFill>
                <a:latin typeface="Arial" panose="020B0604020202020204" pitchFamily="34" charset="0"/>
              </a:rPr>
              <a:t>Calculate Expected Value:</a:t>
            </a:r>
            <a:r>
              <a:rPr lang="en-US" sz="1800" dirty="0">
                <a:solidFill>
                  <a:srgbClr val="1F1F1F"/>
                </a:solidFill>
                <a:latin typeface="Arial" panose="020B0604020202020204" pitchFamily="34" charset="0"/>
              </a:rPr>
              <a:t> Two common formulas are used to calculate an expected value (E):</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Triangular Distribution:</a:t>
            </a:r>
            <a:r>
              <a:rPr lang="en-US" sz="1800" dirty="0">
                <a:solidFill>
                  <a:srgbClr val="1F1F1F"/>
                </a:solidFill>
                <a:latin typeface="Arial" panose="020B0604020202020204" pitchFamily="34" charset="0"/>
              </a:rPr>
              <a:t> E = (O + M + P) / 3</a:t>
            </a:r>
            <a:endParaRPr lang="en-US" sz="1800" dirty="0">
              <a:solidFill>
                <a:srgbClr val="000000"/>
              </a:solidFill>
              <a:latin typeface="Arial" panose="020B0604020202020204" pitchFamily="34" charset="0"/>
            </a:endParaRPr>
          </a:p>
          <a:p>
            <a:pPr marL="152400" fontAlgn="base">
              <a:spcBef>
                <a:spcPts val="0"/>
              </a:spcBef>
            </a:pPr>
            <a:r>
              <a:rPr lang="en-US" sz="1800" dirty="0">
                <a:solidFill>
                  <a:srgbClr val="1F1F1F"/>
                </a:solidFill>
                <a:latin typeface="Arial" panose="020B0604020202020204" pitchFamily="34" charset="0"/>
              </a:rPr>
              <a:t>Simple average giving equal weight to each estimate.</a:t>
            </a:r>
            <a:endParaRPr lang="en-US" sz="1800" dirty="0">
              <a:solidFill>
                <a:srgbClr val="000000"/>
              </a:solidFill>
              <a:latin typeface="Arial" panose="020B0604020202020204" pitchFamily="34" charset="0"/>
            </a:endParaRPr>
          </a:p>
          <a:p>
            <a:pPr fontAlgn="base">
              <a:spcBef>
                <a:spcPts val="0"/>
              </a:spcBef>
              <a:spcAft>
                <a:spcPts val="300"/>
              </a:spcAft>
            </a:pPr>
            <a:r>
              <a:rPr lang="en-US" sz="1800" b="1" dirty="0">
                <a:solidFill>
                  <a:srgbClr val="1F1F1F"/>
                </a:solidFill>
                <a:latin typeface="Arial" panose="020B0604020202020204" pitchFamily="34" charset="0"/>
              </a:rPr>
              <a:t>PERT Distribution (Beta Distribution):</a:t>
            </a:r>
            <a:r>
              <a:rPr lang="en-US" sz="1800" dirty="0">
                <a:solidFill>
                  <a:srgbClr val="1F1F1F"/>
                </a:solidFill>
                <a:latin typeface="Arial" panose="020B0604020202020204" pitchFamily="34" charset="0"/>
              </a:rPr>
              <a:t> E = (O + 4M + P) / 6</a:t>
            </a:r>
            <a:endParaRPr lang="en-US" sz="1800" dirty="0">
              <a:solidFill>
                <a:srgbClr val="000000"/>
              </a:solidFill>
              <a:latin typeface="Arial" panose="020B0604020202020204" pitchFamily="34" charset="0"/>
            </a:endParaRPr>
          </a:p>
          <a:p>
            <a:pPr marL="152400" fontAlgn="base">
              <a:spcBef>
                <a:spcPts val="0"/>
              </a:spcBef>
            </a:pPr>
            <a:r>
              <a:rPr lang="en-US" sz="1800" dirty="0">
                <a:solidFill>
                  <a:srgbClr val="1F1F1F"/>
                </a:solidFill>
                <a:latin typeface="Arial" panose="020B0604020202020204" pitchFamily="34" charset="0"/>
              </a:rPr>
              <a:t>Places more emphasis on the most likely estimate.</a:t>
            </a:r>
            <a:endParaRPr lang="en-US" sz="1800" dirty="0">
              <a:solidFill>
                <a:srgbClr val="000000"/>
              </a:solidFill>
              <a:latin typeface="Arial" panose="020B0604020202020204" pitchFamily="34" charset="0"/>
            </a:endParaRPr>
          </a:p>
          <a:p>
            <a:endParaRPr lang="en-US" sz="2000" dirty="0"/>
          </a:p>
          <a:p>
            <a:pPr algn="just"/>
            <a:endParaRPr lang="en-US" sz="2000" dirty="0"/>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51E08AA6-262F-4788-8B59-42E430136CAC}" type="datetime1">
              <a:rPr lang="en-US" smtClean="0"/>
              <a:t>8/20/2025</a:t>
            </a:fld>
            <a:endParaRPr lang="en-US"/>
          </a:p>
        </p:txBody>
      </p:sp>
      <p:sp>
        <p:nvSpPr>
          <p:cNvPr id="11" name="Footer Placeholder 10"/>
          <p:cNvSpPr>
            <a:spLocks noGrp="1"/>
          </p:cNvSpPr>
          <p:nvPr>
            <p:ph type="ftr" sz="quarter" idx="11"/>
          </p:nvPr>
        </p:nvSpPr>
        <p:spPr>
          <a:xfrm>
            <a:off x="1447800" y="6356351"/>
            <a:ext cx="94488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1223947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Three-point estimate</a:t>
            </a:r>
          </a:p>
        </p:txBody>
      </p:sp>
      <p:sp>
        <p:nvSpPr>
          <p:cNvPr id="10" name="Content Placeholder 9"/>
          <p:cNvSpPr>
            <a:spLocks noGrp="1"/>
          </p:cNvSpPr>
          <p:nvPr>
            <p:ph idx="1"/>
          </p:nvPr>
        </p:nvSpPr>
        <p:spPr>
          <a:xfrm>
            <a:off x="381000" y="1146759"/>
            <a:ext cx="115062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Example: Software Feature Development</a:t>
            </a:r>
            <a:endParaRPr lang="en-US" sz="1100" dirty="0"/>
          </a:p>
          <a:p>
            <a:pPr fontAlgn="base">
              <a:spcBef>
                <a:spcPts val="0"/>
              </a:spcBef>
            </a:pPr>
            <a:r>
              <a:rPr lang="en-US" sz="1800" b="1" dirty="0">
                <a:solidFill>
                  <a:srgbClr val="1F1F1F"/>
                </a:solidFill>
                <a:latin typeface="Arial" panose="020B0604020202020204" pitchFamily="34" charset="0"/>
              </a:rPr>
              <a:t>Optimistic:</a:t>
            </a:r>
            <a:r>
              <a:rPr lang="en-US" sz="1800" dirty="0">
                <a:solidFill>
                  <a:srgbClr val="1F1F1F"/>
                </a:solidFill>
                <a:latin typeface="Arial" panose="020B0604020202020204" pitchFamily="34" charset="0"/>
              </a:rPr>
              <a:t> Task completed in 2 days.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Most Likely:</a:t>
            </a:r>
            <a:r>
              <a:rPr lang="en-US" sz="1800" dirty="0">
                <a:solidFill>
                  <a:srgbClr val="1F1F1F"/>
                </a:solidFill>
                <a:latin typeface="Arial" panose="020B0604020202020204" pitchFamily="34" charset="0"/>
              </a:rPr>
              <a:t> Task completed in 4 days.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Pessimistic:</a:t>
            </a:r>
            <a:r>
              <a:rPr lang="en-US" sz="1800" dirty="0">
                <a:solidFill>
                  <a:srgbClr val="1F1F1F"/>
                </a:solidFill>
                <a:latin typeface="Arial" panose="020B0604020202020204" pitchFamily="34" charset="0"/>
              </a:rPr>
              <a:t> Task takes 7 days due to unforeseen complexities.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Triangular Distribution:</a:t>
            </a:r>
            <a:r>
              <a:rPr lang="en-US" sz="1800" dirty="0">
                <a:solidFill>
                  <a:srgbClr val="1F1F1F"/>
                </a:solidFill>
                <a:latin typeface="Arial" panose="020B0604020202020204" pitchFamily="34" charset="0"/>
              </a:rPr>
              <a:t> (2 + 4 + 7) / 3 = 4.33 days (Expected duration)</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PERT Distribution:</a:t>
            </a:r>
            <a:r>
              <a:rPr lang="en-US" sz="1800" dirty="0">
                <a:solidFill>
                  <a:srgbClr val="1F1F1F"/>
                </a:solidFill>
                <a:latin typeface="Arial" panose="020B0604020202020204" pitchFamily="34" charset="0"/>
              </a:rPr>
              <a:t> (2 + 4*4 + 7) / 6 = 4.5 days (Expected duration)</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0D28BF9C-DAF4-4B5C-957A-EE298F2F9025}" type="datetime1">
              <a:rPr lang="en-US" smtClean="0"/>
              <a:t>8/20/2025</a:t>
            </a:fld>
            <a:endParaRPr lang="en-US"/>
          </a:p>
        </p:txBody>
      </p:sp>
      <p:sp>
        <p:nvSpPr>
          <p:cNvPr id="11" name="Footer Placeholder 10"/>
          <p:cNvSpPr>
            <a:spLocks noGrp="1"/>
          </p:cNvSpPr>
          <p:nvPr>
            <p:ph type="ftr" sz="quarter" idx="11"/>
          </p:nvPr>
        </p:nvSpPr>
        <p:spPr>
          <a:xfrm>
            <a:off x="1143000" y="6356351"/>
            <a:ext cx="101346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1679885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2057400" y="3"/>
            <a:ext cx="10134600" cy="6095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Three-point estimate</a:t>
            </a:r>
          </a:p>
        </p:txBody>
      </p:sp>
      <p:sp>
        <p:nvSpPr>
          <p:cNvPr id="10" name="Content Placeholder 9"/>
          <p:cNvSpPr>
            <a:spLocks noGrp="1"/>
          </p:cNvSpPr>
          <p:nvPr>
            <p:ph idx="1"/>
          </p:nvPr>
        </p:nvSpPr>
        <p:spPr>
          <a:xfrm>
            <a:off x="228600" y="990600"/>
            <a:ext cx="119634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Advantages of Three-Point Estimating</a:t>
            </a:r>
            <a:endParaRPr lang="en-US" sz="1100" dirty="0"/>
          </a:p>
          <a:p>
            <a:pPr fontAlgn="base">
              <a:spcBef>
                <a:spcPts val="0"/>
              </a:spcBef>
            </a:pPr>
            <a:r>
              <a:rPr lang="en-US" sz="1800" b="1" dirty="0">
                <a:solidFill>
                  <a:srgbClr val="1F1F1F"/>
                </a:solidFill>
                <a:latin typeface="Arial" panose="020B0604020202020204" pitchFamily="34" charset="0"/>
              </a:rPr>
              <a:t>Incorporates Uncertainty:</a:t>
            </a:r>
            <a:r>
              <a:rPr lang="en-US" sz="1800" dirty="0">
                <a:solidFill>
                  <a:srgbClr val="1F1F1F"/>
                </a:solidFill>
                <a:latin typeface="Arial" panose="020B0604020202020204" pitchFamily="34" charset="0"/>
              </a:rPr>
              <a:t> Acknowledges that estimates aren't always exact and provides a range of possibilities.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Improved Accuracy:</a:t>
            </a:r>
            <a:r>
              <a:rPr lang="en-US" sz="1800" dirty="0">
                <a:solidFill>
                  <a:srgbClr val="1F1F1F"/>
                </a:solidFill>
                <a:latin typeface="Arial" panose="020B0604020202020204" pitchFamily="34" charset="0"/>
              </a:rPr>
              <a:t> More likely to produce a realistic estimate than a single-point estimate.</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Risk Assessment:</a:t>
            </a:r>
            <a:r>
              <a:rPr lang="en-US" sz="1800" dirty="0">
                <a:solidFill>
                  <a:srgbClr val="1F1F1F"/>
                </a:solidFill>
                <a:latin typeface="Arial" panose="020B0604020202020204" pitchFamily="34" charset="0"/>
              </a:rPr>
              <a:t> Helps identify potential risks by considering the pessimistic scenario.</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Limitations of Three-Point Estimating</a:t>
            </a:r>
            <a:endParaRPr lang="en-US" sz="1100" dirty="0"/>
          </a:p>
          <a:p>
            <a:pPr fontAlgn="base">
              <a:spcBef>
                <a:spcPts val="0"/>
              </a:spcBef>
            </a:pPr>
            <a:r>
              <a:rPr lang="en-US" sz="1800" b="1" dirty="0">
                <a:solidFill>
                  <a:srgbClr val="1F1F1F"/>
                </a:solidFill>
                <a:latin typeface="Arial" panose="020B0604020202020204" pitchFamily="34" charset="0"/>
              </a:rPr>
              <a:t>Subjectivity:</a:t>
            </a:r>
            <a:r>
              <a:rPr lang="en-US" sz="1800" dirty="0">
                <a:solidFill>
                  <a:srgbClr val="1F1F1F"/>
                </a:solidFill>
                <a:latin typeface="Arial" panose="020B0604020202020204" pitchFamily="34" charset="0"/>
              </a:rPr>
              <a:t> Still relies on subjective opinions and may be influenced by expert bias.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Not a Magic Bullet:</a:t>
            </a:r>
            <a:r>
              <a:rPr lang="en-US" sz="1800" dirty="0">
                <a:solidFill>
                  <a:srgbClr val="1F1F1F"/>
                </a:solidFill>
                <a:latin typeface="Arial" panose="020B0604020202020204" pitchFamily="34" charset="0"/>
              </a:rPr>
              <a:t> Doesn't eliminate all uncertainty in estimates.</a:t>
            </a:r>
            <a:endParaRPr lang="en-US" sz="1800" dirty="0">
              <a:solidFill>
                <a:srgbClr val="000000"/>
              </a:solidFill>
              <a:latin typeface="Arial" panose="020B0604020202020204" pitchFamily="34" charset="0"/>
            </a:endParaRPr>
          </a:p>
          <a:p>
            <a:pPr>
              <a:spcBef>
                <a:spcPts val="1200"/>
              </a:spcBef>
              <a:spcAft>
                <a:spcPts val="1200"/>
              </a:spcAft>
            </a:pPr>
            <a:r>
              <a:rPr lang="en-US" sz="1800" b="1" dirty="0">
                <a:solidFill>
                  <a:srgbClr val="1F1F1F"/>
                </a:solidFill>
                <a:latin typeface="Arial" panose="020B0604020202020204" pitchFamily="34" charset="0"/>
              </a:rPr>
              <a:t>When to Use It</a:t>
            </a:r>
            <a:endParaRPr lang="en-US" sz="1100" dirty="0"/>
          </a:p>
          <a:p>
            <a:pPr>
              <a:spcBef>
                <a:spcPts val="0"/>
              </a:spcBef>
              <a:spcAft>
                <a:spcPts val="1200"/>
              </a:spcAft>
            </a:pPr>
            <a:r>
              <a:rPr lang="en-US" sz="1800" dirty="0">
                <a:solidFill>
                  <a:srgbClr val="1F1F1F"/>
                </a:solidFill>
                <a:latin typeface="Arial" panose="020B0604020202020204" pitchFamily="34" charset="0"/>
              </a:rPr>
              <a:t>Three-point estimates are useful when:</a:t>
            </a:r>
            <a:endParaRPr lang="en-US" sz="1100" dirty="0"/>
          </a:p>
          <a:p>
            <a:pPr fontAlgn="base">
              <a:spcBef>
                <a:spcPts val="0"/>
              </a:spcBef>
            </a:pPr>
            <a:r>
              <a:rPr lang="en-US" sz="1800" dirty="0">
                <a:solidFill>
                  <a:srgbClr val="1F1F1F"/>
                </a:solidFill>
                <a:latin typeface="Arial" panose="020B0604020202020204" pitchFamily="34" charset="0"/>
              </a:rPr>
              <a:t>You have limited information or data on a project or task.</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There is a degree of uncertainty involved in the completion of an activity.</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You want to factor in risk and consider a range of potential outcomes.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C29A5FC4-57D7-4F2B-9D41-F63F3CD98EBC}" type="datetime1">
              <a:rPr lang="en-US" smtClean="0"/>
              <a:t>8/20/2025</a:t>
            </a:fld>
            <a:endParaRPr lang="en-US"/>
          </a:p>
        </p:txBody>
      </p:sp>
      <p:sp>
        <p:nvSpPr>
          <p:cNvPr id="11" name="Footer Placeholder 10"/>
          <p:cNvSpPr>
            <a:spLocks noGrp="1"/>
          </p:cNvSpPr>
          <p:nvPr>
            <p:ph type="ftr" sz="quarter" idx="11"/>
          </p:nvPr>
        </p:nvSpPr>
        <p:spPr>
          <a:xfrm>
            <a:off x="1524000" y="6356351"/>
            <a:ext cx="9601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1454648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2209800" y="-12441"/>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mj-lt"/>
                <a:cs typeface="Arial" panose="020B0604020202020204" pitchFamily="34" charset="0"/>
              </a:rPr>
              <a:t>Project Budgeting: Earned value analysis</a:t>
            </a:r>
          </a:p>
        </p:txBody>
      </p:sp>
      <p:sp>
        <p:nvSpPr>
          <p:cNvPr id="10" name="Content Placeholder 9"/>
          <p:cNvSpPr>
            <a:spLocks noGrp="1"/>
          </p:cNvSpPr>
          <p:nvPr>
            <p:ph idx="1"/>
          </p:nvPr>
        </p:nvSpPr>
        <p:spPr>
          <a:xfrm>
            <a:off x="326570" y="1174751"/>
            <a:ext cx="11713029" cy="5181600"/>
          </a:xfrm>
        </p:spPr>
        <p:txBody>
          <a:bodyPr>
            <a:normAutofit/>
          </a:bodyPr>
          <a:lstStyle/>
          <a:p>
            <a:pPr>
              <a:spcBef>
                <a:spcPts val="0"/>
              </a:spcBef>
              <a:spcAft>
                <a:spcPts val="1200"/>
              </a:spcAft>
            </a:pPr>
            <a:r>
              <a:rPr lang="en-US" sz="1800" b="1" dirty="0">
                <a:solidFill>
                  <a:srgbClr val="1F1F1F"/>
                </a:solidFill>
              </a:rPr>
              <a:t>What is Earned Value Analysis (EVA)?</a:t>
            </a:r>
            <a:endParaRPr lang="en-US" sz="1200" dirty="0"/>
          </a:p>
          <a:p>
            <a:pPr fontAlgn="base">
              <a:spcBef>
                <a:spcPts val="0"/>
              </a:spcBef>
            </a:pPr>
            <a:r>
              <a:rPr lang="en-US" sz="1800" dirty="0">
                <a:solidFill>
                  <a:srgbClr val="1F1F1F"/>
                </a:solidFill>
              </a:rPr>
              <a:t>A project management technique that integrates scope, schedule, and cost to objectively measure project performance and progress.</a:t>
            </a:r>
            <a:endParaRPr lang="en-US" sz="1800" dirty="0">
              <a:solidFill>
                <a:srgbClr val="000000"/>
              </a:solidFill>
            </a:endParaRPr>
          </a:p>
          <a:p>
            <a:pPr fontAlgn="base">
              <a:spcBef>
                <a:spcPts val="0"/>
              </a:spcBef>
            </a:pPr>
            <a:r>
              <a:rPr lang="en-US" sz="1800" dirty="0">
                <a:solidFill>
                  <a:srgbClr val="1F1F1F"/>
                </a:solidFill>
              </a:rPr>
              <a:t>It allows you to compare where your project </a:t>
            </a:r>
            <a:r>
              <a:rPr lang="en-US" sz="1800" i="1" dirty="0">
                <a:solidFill>
                  <a:srgbClr val="1F1F1F"/>
                </a:solidFill>
              </a:rPr>
              <a:t>should be</a:t>
            </a:r>
            <a:r>
              <a:rPr lang="en-US" sz="1800" dirty="0">
                <a:solidFill>
                  <a:srgbClr val="1F1F1F"/>
                </a:solidFill>
              </a:rPr>
              <a:t> based on your plan, with where you </a:t>
            </a:r>
            <a:r>
              <a:rPr lang="en-US" sz="1800" i="1" dirty="0">
                <a:solidFill>
                  <a:srgbClr val="1F1F1F"/>
                </a:solidFill>
              </a:rPr>
              <a:t>actually are</a:t>
            </a:r>
            <a:r>
              <a:rPr lang="en-US" sz="1800" dirty="0">
                <a:solidFill>
                  <a:srgbClr val="1F1F1F"/>
                </a:solidFill>
              </a:rPr>
              <a:t>.</a:t>
            </a:r>
            <a:endParaRPr lang="en-US" sz="1800" dirty="0">
              <a:solidFill>
                <a:srgbClr val="000000"/>
              </a:solidFill>
            </a:endParaRPr>
          </a:p>
          <a:p>
            <a:pPr fontAlgn="base">
              <a:spcBef>
                <a:spcPts val="0"/>
              </a:spcBef>
            </a:pPr>
            <a:r>
              <a:rPr lang="en-US" sz="1800" dirty="0">
                <a:solidFill>
                  <a:srgbClr val="1F1F1F"/>
                </a:solidFill>
              </a:rPr>
              <a:t>EVA provides valuable insights into whether a project is on track, ahead of schedule, or falling behind, with respect to both time and budget.</a:t>
            </a:r>
            <a:endParaRPr lang="en-US" sz="1800" dirty="0">
              <a:solidFill>
                <a:srgbClr val="000000"/>
              </a:solidFill>
            </a:endParaRPr>
          </a:p>
          <a:p>
            <a:pPr>
              <a:spcBef>
                <a:spcPts val="1200"/>
              </a:spcBef>
              <a:spcAft>
                <a:spcPts val="1200"/>
              </a:spcAft>
            </a:pPr>
            <a:r>
              <a:rPr lang="en-US" sz="1800" b="1" dirty="0">
                <a:solidFill>
                  <a:srgbClr val="1F1F1F"/>
                </a:solidFill>
              </a:rPr>
              <a:t>Key Components of EVA</a:t>
            </a:r>
            <a:endParaRPr lang="en-US" sz="1200" dirty="0"/>
          </a:p>
          <a:p>
            <a:pPr fontAlgn="base">
              <a:spcBef>
                <a:spcPts val="0"/>
              </a:spcBef>
              <a:buFont typeface="+mj-lt"/>
              <a:buAutoNum type="arabicPeriod"/>
            </a:pPr>
            <a:r>
              <a:rPr lang="en-US" sz="1800" b="1" dirty="0">
                <a:solidFill>
                  <a:srgbClr val="1F1F1F"/>
                </a:solidFill>
              </a:rPr>
              <a:t>Planned Value (PV):</a:t>
            </a:r>
            <a:r>
              <a:rPr lang="en-US" sz="1800" dirty="0">
                <a:solidFill>
                  <a:srgbClr val="1F1F1F"/>
                </a:solidFill>
              </a:rPr>
              <a:t> The authorized budget assigned to the work scheduled to be done up to a specific point in time.</a:t>
            </a:r>
            <a:endParaRPr lang="en-US" sz="1800" dirty="0">
              <a:solidFill>
                <a:srgbClr val="000000"/>
              </a:solidFill>
            </a:endParaRPr>
          </a:p>
          <a:p>
            <a:pPr fontAlgn="base">
              <a:spcBef>
                <a:spcPts val="0"/>
              </a:spcBef>
              <a:buFont typeface="+mj-lt"/>
              <a:buAutoNum type="arabicPeriod"/>
            </a:pPr>
            <a:r>
              <a:rPr lang="en-US" sz="1800" b="1" dirty="0">
                <a:solidFill>
                  <a:srgbClr val="1F1F1F"/>
                </a:solidFill>
              </a:rPr>
              <a:t>Actual Cost (AC):</a:t>
            </a:r>
            <a:r>
              <a:rPr lang="en-US" sz="1800" dirty="0">
                <a:solidFill>
                  <a:srgbClr val="1F1F1F"/>
                </a:solidFill>
              </a:rPr>
              <a:t> The total direct and indirect costs actually incurred for the work performed during a specific time period.</a:t>
            </a:r>
            <a:endParaRPr lang="en-US" sz="1800" dirty="0">
              <a:solidFill>
                <a:srgbClr val="000000"/>
              </a:solidFill>
            </a:endParaRPr>
          </a:p>
          <a:p>
            <a:pPr fontAlgn="base">
              <a:spcBef>
                <a:spcPts val="0"/>
              </a:spcBef>
              <a:buFont typeface="+mj-lt"/>
              <a:buAutoNum type="arabicPeriod"/>
            </a:pPr>
            <a:r>
              <a:rPr lang="en-US" sz="1800" b="1" dirty="0">
                <a:solidFill>
                  <a:srgbClr val="1F1F1F"/>
                </a:solidFill>
              </a:rPr>
              <a:t>Earned Value (EV):</a:t>
            </a:r>
            <a:r>
              <a:rPr lang="en-US" sz="1800" dirty="0">
                <a:solidFill>
                  <a:srgbClr val="1F1F1F"/>
                </a:solidFill>
              </a:rPr>
              <a:t> The measure of work actually completed, expressed in terms of the approved budget for that work.</a:t>
            </a:r>
            <a:endParaRPr lang="en-US" sz="1800" dirty="0">
              <a:solidFill>
                <a:srgbClr val="000000"/>
              </a:solidFill>
            </a:endParaRPr>
          </a:p>
          <a:p>
            <a:endParaRPr lang="en-US" sz="2000" dirty="0"/>
          </a:p>
          <a:p>
            <a:pPr algn="just"/>
            <a:endParaRPr lang="en-US" sz="2000" dirty="0"/>
          </a:p>
          <a:p>
            <a:pPr marL="0" indent="0" algn="just">
              <a:buNone/>
            </a:pPr>
            <a:endParaRPr lang="en-IN" sz="2000" dirty="0">
              <a:cs typeface="Times New Roman" panose="02020603050405020304" pitchFamily="18" charset="0"/>
            </a:endParaRPr>
          </a:p>
        </p:txBody>
      </p:sp>
      <p:sp>
        <p:nvSpPr>
          <p:cNvPr id="9" name="Date Placeholder 8"/>
          <p:cNvSpPr>
            <a:spLocks noGrp="1"/>
          </p:cNvSpPr>
          <p:nvPr>
            <p:ph type="dt" sz="half" idx="10"/>
          </p:nvPr>
        </p:nvSpPr>
        <p:spPr/>
        <p:txBody>
          <a:bodyPr/>
          <a:lstStyle/>
          <a:p>
            <a:fld id="{93B44C07-21F8-4FE1-B6BA-FE6F7317325D}" type="datetime1">
              <a:rPr lang="en-US" smtClean="0"/>
              <a:t>8/20/2025</a:t>
            </a:fld>
            <a:endParaRPr lang="en-US"/>
          </a:p>
        </p:txBody>
      </p:sp>
      <p:sp>
        <p:nvSpPr>
          <p:cNvPr id="11" name="Footer Placeholder 10"/>
          <p:cNvSpPr>
            <a:spLocks noGrp="1"/>
          </p:cNvSpPr>
          <p:nvPr>
            <p:ph type="ftr" sz="quarter" idx="11"/>
          </p:nvPr>
        </p:nvSpPr>
        <p:spPr>
          <a:xfrm>
            <a:off x="3276600" y="6356351"/>
            <a:ext cx="6172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430228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2209800" y="0"/>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Earned value analysis</a:t>
            </a:r>
          </a:p>
        </p:txBody>
      </p:sp>
      <p:sp>
        <p:nvSpPr>
          <p:cNvPr id="10" name="Content Placeholder 9"/>
          <p:cNvSpPr>
            <a:spLocks noGrp="1"/>
          </p:cNvSpPr>
          <p:nvPr>
            <p:ph idx="1"/>
          </p:nvPr>
        </p:nvSpPr>
        <p:spPr>
          <a:xfrm>
            <a:off x="304800" y="1174751"/>
            <a:ext cx="11734800" cy="5181600"/>
          </a:xfrm>
        </p:spPr>
        <p:txBody>
          <a:bodyPr>
            <a:normAutofit/>
          </a:bodyPr>
          <a:lstStyle/>
          <a:p>
            <a:pPr>
              <a:spcBef>
                <a:spcPts val="1200"/>
              </a:spcBef>
              <a:spcAft>
                <a:spcPts val="1200"/>
              </a:spcAft>
            </a:pPr>
            <a:r>
              <a:rPr lang="en-US" sz="1800" b="1" dirty="0">
                <a:solidFill>
                  <a:srgbClr val="1F1F1F"/>
                </a:solidFill>
              </a:rPr>
              <a:t>Earned Value Analysis Formulas</a:t>
            </a:r>
            <a:endParaRPr lang="en-US" sz="1100" dirty="0"/>
          </a:p>
          <a:p>
            <a:pPr fontAlgn="base">
              <a:spcBef>
                <a:spcPts val="0"/>
              </a:spcBef>
            </a:pPr>
            <a:r>
              <a:rPr lang="en-US" sz="1800" b="1" dirty="0">
                <a:solidFill>
                  <a:srgbClr val="1F1F1F"/>
                </a:solidFill>
              </a:rPr>
              <a:t>Schedule Variance (SV):</a:t>
            </a:r>
            <a:r>
              <a:rPr lang="en-US" sz="1800" dirty="0">
                <a:solidFill>
                  <a:srgbClr val="1F1F1F"/>
                </a:solidFill>
              </a:rPr>
              <a:t> Tells you if the project is ahead or behind schedule.</a:t>
            </a:r>
            <a:endParaRPr lang="en-US" sz="1800" dirty="0">
              <a:solidFill>
                <a:srgbClr val="000000"/>
              </a:solidFill>
            </a:endParaRPr>
          </a:p>
          <a:p>
            <a:pPr fontAlgn="base">
              <a:spcBef>
                <a:spcPts val="0"/>
              </a:spcBef>
            </a:pPr>
            <a:r>
              <a:rPr lang="en-US" sz="1800" dirty="0">
                <a:solidFill>
                  <a:srgbClr val="1F1F1F"/>
                </a:solidFill>
              </a:rPr>
              <a:t>SV = EV - PV</a:t>
            </a:r>
            <a:endParaRPr lang="en-US" sz="1800" dirty="0">
              <a:solidFill>
                <a:srgbClr val="000000"/>
              </a:solidFill>
            </a:endParaRPr>
          </a:p>
          <a:p>
            <a:pPr fontAlgn="base">
              <a:spcBef>
                <a:spcPts val="0"/>
              </a:spcBef>
            </a:pPr>
            <a:r>
              <a:rPr lang="en-US" sz="1800" dirty="0">
                <a:solidFill>
                  <a:srgbClr val="1F1F1F"/>
                </a:solidFill>
              </a:rPr>
              <a:t>Positive SV = ahead of schedule; Negative SV = behind schedule</a:t>
            </a:r>
            <a:endParaRPr lang="en-US" sz="1800" dirty="0">
              <a:solidFill>
                <a:srgbClr val="000000"/>
              </a:solidFill>
            </a:endParaRPr>
          </a:p>
          <a:p>
            <a:pPr fontAlgn="base">
              <a:spcBef>
                <a:spcPts val="0"/>
              </a:spcBef>
            </a:pPr>
            <a:r>
              <a:rPr lang="en-US" sz="1800" b="1" dirty="0">
                <a:solidFill>
                  <a:srgbClr val="1F1F1F"/>
                </a:solidFill>
              </a:rPr>
              <a:t>Cost Variance (CV):</a:t>
            </a:r>
            <a:r>
              <a:rPr lang="en-US" sz="1800" dirty="0">
                <a:solidFill>
                  <a:srgbClr val="1F1F1F"/>
                </a:solidFill>
              </a:rPr>
              <a:t> Tells you if the project is over or under budget.</a:t>
            </a:r>
            <a:endParaRPr lang="en-US" sz="1800" dirty="0">
              <a:solidFill>
                <a:srgbClr val="000000"/>
              </a:solidFill>
            </a:endParaRPr>
          </a:p>
          <a:p>
            <a:pPr fontAlgn="base">
              <a:spcBef>
                <a:spcPts val="0"/>
              </a:spcBef>
            </a:pPr>
            <a:r>
              <a:rPr lang="en-US" sz="1800" dirty="0">
                <a:solidFill>
                  <a:srgbClr val="1F1F1F"/>
                </a:solidFill>
              </a:rPr>
              <a:t>CV = EV - AC</a:t>
            </a:r>
            <a:endParaRPr lang="en-US" sz="1800" dirty="0">
              <a:solidFill>
                <a:srgbClr val="000000"/>
              </a:solidFill>
            </a:endParaRPr>
          </a:p>
          <a:p>
            <a:pPr fontAlgn="base">
              <a:spcBef>
                <a:spcPts val="0"/>
              </a:spcBef>
            </a:pPr>
            <a:r>
              <a:rPr lang="en-US" sz="1800" dirty="0">
                <a:solidFill>
                  <a:srgbClr val="1F1F1F"/>
                </a:solidFill>
              </a:rPr>
              <a:t>Positive CV = under budget; Negative CV = over budget</a:t>
            </a:r>
            <a:endParaRPr lang="en-US" sz="1800" dirty="0">
              <a:solidFill>
                <a:srgbClr val="000000"/>
              </a:solidFill>
            </a:endParaRPr>
          </a:p>
          <a:p>
            <a:pPr fontAlgn="base">
              <a:spcBef>
                <a:spcPts val="0"/>
              </a:spcBef>
            </a:pPr>
            <a:r>
              <a:rPr lang="en-US" sz="1800" b="1" dirty="0">
                <a:solidFill>
                  <a:srgbClr val="1F1F1F"/>
                </a:solidFill>
              </a:rPr>
              <a:t>Schedule Performance Index (SPI):</a:t>
            </a:r>
            <a:r>
              <a:rPr lang="en-US" sz="1800" dirty="0">
                <a:solidFill>
                  <a:srgbClr val="1F1F1F"/>
                </a:solidFill>
              </a:rPr>
              <a:t> A measure of schedule efficiency.</a:t>
            </a:r>
            <a:endParaRPr lang="en-US" sz="1800" dirty="0">
              <a:solidFill>
                <a:srgbClr val="000000"/>
              </a:solidFill>
            </a:endParaRPr>
          </a:p>
          <a:p>
            <a:pPr fontAlgn="base">
              <a:spcBef>
                <a:spcPts val="0"/>
              </a:spcBef>
            </a:pPr>
            <a:r>
              <a:rPr lang="en-US" sz="1800" dirty="0">
                <a:solidFill>
                  <a:srgbClr val="1F1F1F"/>
                </a:solidFill>
              </a:rPr>
              <a:t>SPI = EV / PV</a:t>
            </a:r>
            <a:endParaRPr lang="en-US" sz="1800" dirty="0">
              <a:solidFill>
                <a:srgbClr val="000000"/>
              </a:solidFill>
            </a:endParaRPr>
          </a:p>
          <a:p>
            <a:pPr fontAlgn="base">
              <a:spcBef>
                <a:spcPts val="0"/>
              </a:spcBef>
            </a:pPr>
            <a:r>
              <a:rPr lang="en-US" sz="1800" dirty="0">
                <a:solidFill>
                  <a:srgbClr val="1F1F1F"/>
                </a:solidFill>
              </a:rPr>
              <a:t>SPI &gt; 1 = ahead of schedule; SPI &lt; 1 = behind schedule</a:t>
            </a:r>
            <a:endParaRPr lang="en-US" sz="1800" dirty="0">
              <a:solidFill>
                <a:srgbClr val="000000"/>
              </a:solidFill>
            </a:endParaRPr>
          </a:p>
          <a:p>
            <a:pPr fontAlgn="base">
              <a:spcBef>
                <a:spcPts val="0"/>
              </a:spcBef>
            </a:pPr>
            <a:r>
              <a:rPr lang="en-US" sz="1800" b="1" dirty="0">
                <a:solidFill>
                  <a:srgbClr val="1F1F1F"/>
                </a:solidFill>
              </a:rPr>
              <a:t>Cost Performance Index (CPI):</a:t>
            </a:r>
            <a:r>
              <a:rPr lang="en-US" sz="1800" dirty="0">
                <a:solidFill>
                  <a:srgbClr val="1F1F1F"/>
                </a:solidFill>
              </a:rPr>
              <a:t> A measure of cost efficiency.</a:t>
            </a:r>
            <a:endParaRPr lang="en-US" sz="1800" dirty="0">
              <a:solidFill>
                <a:srgbClr val="000000"/>
              </a:solidFill>
            </a:endParaRPr>
          </a:p>
          <a:p>
            <a:pPr fontAlgn="base">
              <a:spcBef>
                <a:spcPts val="0"/>
              </a:spcBef>
            </a:pPr>
            <a:r>
              <a:rPr lang="en-US" sz="1800" dirty="0">
                <a:solidFill>
                  <a:srgbClr val="1F1F1F"/>
                </a:solidFill>
              </a:rPr>
              <a:t>CPI = EV / AC</a:t>
            </a:r>
            <a:endParaRPr lang="en-US" sz="1800" dirty="0">
              <a:solidFill>
                <a:srgbClr val="000000"/>
              </a:solidFill>
            </a:endParaRPr>
          </a:p>
          <a:p>
            <a:pPr fontAlgn="base">
              <a:spcBef>
                <a:spcPts val="0"/>
              </a:spcBef>
            </a:pPr>
            <a:r>
              <a:rPr lang="en-US" sz="1800" dirty="0">
                <a:solidFill>
                  <a:srgbClr val="1F1F1F"/>
                </a:solidFill>
              </a:rPr>
              <a:t>CPI &gt; 1 = under budget; CPI &lt; 1 = over budget</a:t>
            </a:r>
            <a:endParaRPr lang="en-US" sz="1800" dirty="0">
              <a:solidFill>
                <a:srgbClr val="000000"/>
              </a:solidFill>
            </a:endParaRPr>
          </a:p>
        </p:txBody>
      </p:sp>
      <p:sp>
        <p:nvSpPr>
          <p:cNvPr id="9" name="Date Placeholder 8"/>
          <p:cNvSpPr>
            <a:spLocks noGrp="1"/>
          </p:cNvSpPr>
          <p:nvPr>
            <p:ph type="dt" sz="half" idx="10"/>
          </p:nvPr>
        </p:nvSpPr>
        <p:spPr/>
        <p:txBody>
          <a:bodyPr/>
          <a:lstStyle/>
          <a:p>
            <a:fld id="{8FEAE0B8-862B-4336-B052-DEE554090E66}" type="datetime1">
              <a:rPr lang="en-US" smtClean="0"/>
              <a:t>8/20/2025</a:t>
            </a:fld>
            <a:endParaRPr lang="en-US"/>
          </a:p>
        </p:txBody>
      </p:sp>
      <p:sp>
        <p:nvSpPr>
          <p:cNvPr id="11" name="Footer Placeholder 10"/>
          <p:cNvSpPr>
            <a:spLocks noGrp="1"/>
          </p:cNvSpPr>
          <p:nvPr>
            <p:ph type="ftr" sz="quarter" idx="11"/>
          </p:nvPr>
        </p:nvSpPr>
        <p:spPr>
          <a:xfrm>
            <a:off x="1600200" y="6356351"/>
            <a:ext cx="96774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3852687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Earned value analysis</a:t>
            </a:r>
          </a:p>
        </p:txBody>
      </p:sp>
      <p:sp>
        <p:nvSpPr>
          <p:cNvPr id="10" name="Content Placeholder 9"/>
          <p:cNvSpPr>
            <a:spLocks noGrp="1"/>
          </p:cNvSpPr>
          <p:nvPr>
            <p:ph idx="1"/>
          </p:nvPr>
        </p:nvSpPr>
        <p:spPr>
          <a:xfrm>
            <a:off x="228600" y="1163865"/>
            <a:ext cx="11734800" cy="5181600"/>
          </a:xfrm>
        </p:spPr>
        <p:txBody>
          <a:bodyPr>
            <a:normAutofit/>
          </a:bodyPr>
          <a:lstStyle/>
          <a:p>
            <a:pPr>
              <a:spcBef>
                <a:spcPts val="1200"/>
              </a:spcBef>
              <a:spcAft>
                <a:spcPts val="1200"/>
              </a:spcAft>
            </a:pPr>
            <a:r>
              <a:rPr lang="en-US" sz="1800" b="1" dirty="0">
                <a:solidFill>
                  <a:srgbClr val="1F1F1F"/>
                </a:solidFill>
              </a:rPr>
              <a:t>Example</a:t>
            </a:r>
            <a:endParaRPr lang="en-US" sz="1100" dirty="0"/>
          </a:p>
          <a:p>
            <a:pPr fontAlgn="base">
              <a:spcBef>
                <a:spcPts val="0"/>
              </a:spcBef>
            </a:pPr>
            <a:r>
              <a:rPr lang="en-US" sz="1800" dirty="0">
                <a:solidFill>
                  <a:srgbClr val="1F1F1F"/>
                </a:solidFill>
              </a:rPr>
              <a:t>A project has a planned completion date of 6 months.</a:t>
            </a:r>
            <a:endParaRPr lang="en-US" sz="1800" dirty="0">
              <a:solidFill>
                <a:srgbClr val="000000"/>
              </a:solidFill>
            </a:endParaRPr>
          </a:p>
          <a:p>
            <a:pPr fontAlgn="base">
              <a:spcBef>
                <a:spcPts val="0"/>
              </a:spcBef>
            </a:pPr>
            <a:r>
              <a:rPr lang="en-US" sz="1800" dirty="0">
                <a:solidFill>
                  <a:srgbClr val="1F1F1F"/>
                </a:solidFill>
              </a:rPr>
              <a:t>After 3 months:</a:t>
            </a:r>
            <a:endParaRPr lang="en-US" sz="1800" dirty="0">
              <a:solidFill>
                <a:srgbClr val="000000"/>
              </a:solidFill>
            </a:endParaRPr>
          </a:p>
          <a:p>
            <a:pPr fontAlgn="base">
              <a:spcBef>
                <a:spcPts val="0"/>
              </a:spcBef>
            </a:pPr>
            <a:r>
              <a:rPr lang="en-US" sz="1800" dirty="0">
                <a:solidFill>
                  <a:srgbClr val="1F1F1F"/>
                </a:solidFill>
              </a:rPr>
              <a:t>PV = $50,000 (The budgeted amount planned for 3 months)</a:t>
            </a:r>
            <a:endParaRPr lang="en-US" sz="1800" dirty="0">
              <a:solidFill>
                <a:srgbClr val="000000"/>
              </a:solidFill>
            </a:endParaRPr>
          </a:p>
          <a:p>
            <a:pPr fontAlgn="base">
              <a:spcBef>
                <a:spcPts val="0"/>
              </a:spcBef>
            </a:pPr>
            <a:r>
              <a:rPr lang="en-US" sz="1800" dirty="0">
                <a:solidFill>
                  <a:srgbClr val="1F1F1F"/>
                </a:solidFill>
              </a:rPr>
              <a:t>EV = $40,000 (The value of work actually completed in 3 months)</a:t>
            </a:r>
            <a:endParaRPr lang="en-US" sz="1800" dirty="0">
              <a:solidFill>
                <a:srgbClr val="000000"/>
              </a:solidFill>
            </a:endParaRPr>
          </a:p>
          <a:p>
            <a:pPr fontAlgn="base">
              <a:spcBef>
                <a:spcPts val="0"/>
              </a:spcBef>
            </a:pPr>
            <a:r>
              <a:rPr lang="en-US" sz="1800" dirty="0">
                <a:solidFill>
                  <a:srgbClr val="1F1F1F"/>
                </a:solidFill>
              </a:rPr>
              <a:t>AC = $55,000 (The actual cost incurred in 3 months)</a:t>
            </a:r>
            <a:endParaRPr lang="en-US" sz="1800" dirty="0">
              <a:solidFill>
                <a:srgbClr val="000000"/>
              </a:solidFill>
            </a:endParaRPr>
          </a:p>
          <a:p>
            <a:pPr fontAlgn="base">
              <a:spcBef>
                <a:spcPts val="0"/>
              </a:spcBef>
            </a:pPr>
            <a:r>
              <a:rPr lang="en-US" sz="1800" dirty="0">
                <a:solidFill>
                  <a:srgbClr val="1F1F1F"/>
                </a:solidFill>
              </a:rPr>
              <a:t>Calculation</a:t>
            </a:r>
            <a:endParaRPr lang="en-US" sz="1800" dirty="0">
              <a:solidFill>
                <a:srgbClr val="000000"/>
              </a:solidFill>
            </a:endParaRPr>
          </a:p>
          <a:p>
            <a:pPr fontAlgn="base">
              <a:spcBef>
                <a:spcPts val="0"/>
              </a:spcBef>
            </a:pPr>
            <a:r>
              <a:rPr lang="en-US" sz="1800" dirty="0">
                <a:solidFill>
                  <a:srgbClr val="1F1F1F"/>
                </a:solidFill>
              </a:rPr>
              <a:t>SV = $40,000 - $50,000 = -$10,000 (Project is behind schedule)</a:t>
            </a:r>
            <a:endParaRPr lang="en-US" sz="1800" dirty="0">
              <a:solidFill>
                <a:srgbClr val="000000"/>
              </a:solidFill>
            </a:endParaRPr>
          </a:p>
          <a:p>
            <a:pPr fontAlgn="base">
              <a:spcBef>
                <a:spcPts val="0"/>
              </a:spcBef>
            </a:pPr>
            <a:r>
              <a:rPr lang="en-US" sz="1800" dirty="0">
                <a:solidFill>
                  <a:srgbClr val="1F1F1F"/>
                </a:solidFill>
              </a:rPr>
              <a:t>CV = $40,000 - $55,000 = -$15,000 (Project is over budget)</a:t>
            </a:r>
            <a:endParaRPr lang="en-US" sz="1800" dirty="0">
              <a:solidFill>
                <a:srgbClr val="000000"/>
              </a:solidFill>
            </a:endParaRPr>
          </a:p>
          <a:p>
            <a:pPr fontAlgn="base">
              <a:spcBef>
                <a:spcPts val="0"/>
              </a:spcBef>
            </a:pPr>
            <a:r>
              <a:rPr lang="en-US" sz="1800" dirty="0">
                <a:solidFill>
                  <a:srgbClr val="1F1F1F"/>
                </a:solidFill>
              </a:rPr>
              <a:t>SPI = $40,000 / $50,000 = 0.8 (Less efficient than planned)</a:t>
            </a:r>
            <a:endParaRPr lang="en-US" sz="1800" dirty="0">
              <a:solidFill>
                <a:srgbClr val="000000"/>
              </a:solidFill>
            </a:endParaRPr>
          </a:p>
          <a:p>
            <a:pPr fontAlgn="base">
              <a:spcBef>
                <a:spcPts val="0"/>
              </a:spcBef>
            </a:pPr>
            <a:r>
              <a:rPr lang="en-US" sz="1800" dirty="0">
                <a:solidFill>
                  <a:srgbClr val="1F1F1F"/>
                </a:solidFill>
              </a:rPr>
              <a:t>CPI = $40,000 / $55,000 = 0.73 (Less efficient than planned)</a:t>
            </a:r>
            <a:endParaRPr lang="en-US" sz="1800" dirty="0">
              <a:solidFill>
                <a:srgbClr val="000000"/>
              </a:solidFill>
            </a:endParaRPr>
          </a:p>
        </p:txBody>
      </p:sp>
      <p:sp>
        <p:nvSpPr>
          <p:cNvPr id="9" name="Date Placeholder 8"/>
          <p:cNvSpPr>
            <a:spLocks noGrp="1"/>
          </p:cNvSpPr>
          <p:nvPr>
            <p:ph type="dt" sz="half" idx="10"/>
          </p:nvPr>
        </p:nvSpPr>
        <p:spPr/>
        <p:txBody>
          <a:bodyPr/>
          <a:lstStyle/>
          <a:p>
            <a:fld id="{1F5852E1-5648-4853-904C-8571A1DC269F}" type="datetime1">
              <a:rPr lang="en-US" smtClean="0"/>
              <a:t>8/20/2025</a:t>
            </a:fld>
            <a:endParaRPr lang="en-US"/>
          </a:p>
        </p:txBody>
      </p:sp>
      <p:sp>
        <p:nvSpPr>
          <p:cNvPr id="11" name="Footer Placeholder 10"/>
          <p:cNvSpPr>
            <a:spLocks noGrp="1"/>
          </p:cNvSpPr>
          <p:nvPr>
            <p:ph type="ftr" sz="quarter" idx="11"/>
          </p:nvPr>
        </p:nvSpPr>
        <p:spPr>
          <a:xfrm>
            <a:off x="1371600" y="6356351"/>
            <a:ext cx="99822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875153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Arial" panose="020B0604020202020204" pitchFamily="34" charset="0"/>
                <a:cs typeface="Arial" panose="020B0604020202020204" pitchFamily="34" charset="0"/>
              </a:rPr>
              <a:t>Project Budgeting: Earned value analysis</a:t>
            </a:r>
          </a:p>
        </p:txBody>
      </p:sp>
      <p:sp>
        <p:nvSpPr>
          <p:cNvPr id="10" name="Content Placeholder 9"/>
          <p:cNvSpPr>
            <a:spLocks noGrp="1"/>
          </p:cNvSpPr>
          <p:nvPr>
            <p:ph idx="1"/>
          </p:nvPr>
        </p:nvSpPr>
        <p:spPr>
          <a:xfrm>
            <a:off x="304800" y="1174751"/>
            <a:ext cx="11658600" cy="5181600"/>
          </a:xfrm>
        </p:spPr>
        <p:txBody>
          <a:bodyPr>
            <a:normAutofit/>
          </a:bodyPr>
          <a:lstStyle/>
          <a:p>
            <a:pPr>
              <a:spcBef>
                <a:spcPts val="1200"/>
              </a:spcBef>
              <a:spcAft>
                <a:spcPts val="1200"/>
              </a:spcAft>
            </a:pPr>
            <a:r>
              <a:rPr lang="en-US" sz="1800" b="1" dirty="0">
                <a:solidFill>
                  <a:srgbClr val="1F1F1F"/>
                </a:solidFill>
                <a:latin typeface="Arial" panose="020B0604020202020204" pitchFamily="34" charset="0"/>
              </a:rPr>
              <a:t>Benefits of EVA</a:t>
            </a:r>
            <a:endParaRPr lang="en-US" sz="1100" dirty="0"/>
          </a:p>
          <a:p>
            <a:pPr fontAlgn="base">
              <a:spcBef>
                <a:spcPts val="0"/>
              </a:spcBef>
            </a:pPr>
            <a:r>
              <a:rPr lang="en-US" sz="1800" b="1" dirty="0">
                <a:solidFill>
                  <a:srgbClr val="1F1F1F"/>
                </a:solidFill>
                <a:latin typeface="Arial" panose="020B0604020202020204" pitchFamily="34" charset="0"/>
              </a:rPr>
              <a:t>Early Warning Signals:</a:t>
            </a:r>
            <a:r>
              <a:rPr lang="en-US" sz="1800" dirty="0">
                <a:solidFill>
                  <a:srgbClr val="1F1F1F"/>
                </a:solidFill>
                <a:latin typeface="Arial" panose="020B0604020202020204" pitchFamily="34" charset="0"/>
              </a:rPr>
              <a:t> Identifies potential deviations from the plan.</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Informed Decision Making:</a:t>
            </a:r>
            <a:r>
              <a:rPr lang="en-US" sz="1800" dirty="0">
                <a:solidFill>
                  <a:srgbClr val="1F1F1F"/>
                </a:solidFill>
                <a:latin typeface="Arial" panose="020B0604020202020204" pitchFamily="34" charset="0"/>
              </a:rPr>
              <a:t> Provides data to make better decisions about corrective actions or resource allocation.</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Improved Forecasting:</a:t>
            </a:r>
            <a:r>
              <a:rPr lang="en-US" sz="1800" dirty="0">
                <a:solidFill>
                  <a:srgbClr val="1F1F1F"/>
                </a:solidFill>
                <a:latin typeface="Arial" panose="020B0604020202020204" pitchFamily="34" charset="0"/>
              </a:rPr>
              <a:t> Can be used to predict future project completion dates and costs.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9E8F1C73-DFFE-4C69-8668-F4E0ED34ABF1}" type="datetime1">
              <a:rPr lang="en-US" smtClean="0"/>
              <a:t>8/20/2025</a:t>
            </a:fld>
            <a:endParaRPr lang="en-US"/>
          </a:p>
        </p:txBody>
      </p:sp>
      <p:sp>
        <p:nvSpPr>
          <p:cNvPr id="11" name="Footer Placeholder 10"/>
          <p:cNvSpPr>
            <a:spLocks noGrp="1"/>
          </p:cNvSpPr>
          <p:nvPr>
            <p:ph type="ftr" sz="quarter" idx="11"/>
          </p:nvPr>
        </p:nvSpPr>
        <p:spPr>
          <a:xfrm>
            <a:off x="1447800" y="6356351"/>
            <a:ext cx="91440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3976934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2133600" y="1"/>
            <a:ext cx="1005839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mj-lt"/>
              </a:rPr>
              <a:t>Capex and OpeX</a:t>
            </a:r>
          </a:p>
        </p:txBody>
      </p:sp>
      <p:sp>
        <p:nvSpPr>
          <p:cNvPr id="10" name="Content Placeholder 9"/>
          <p:cNvSpPr>
            <a:spLocks noGrp="1"/>
          </p:cNvSpPr>
          <p:nvPr>
            <p:ph idx="1"/>
          </p:nvPr>
        </p:nvSpPr>
        <p:spPr>
          <a:xfrm>
            <a:off x="304800" y="1204913"/>
            <a:ext cx="11734800" cy="5334000"/>
          </a:xfrm>
        </p:spPr>
        <p:txBody>
          <a:bodyPr>
            <a:normAutofit/>
          </a:bodyPr>
          <a:lstStyle/>
          <a:p>
            <a:pPr>
              <a:spcBef>
                <a:spcPts val="0"/>
              </a:spcBef>
              <a:spcAft>
                <a:spcPts val="1200"/>
              </a:spcAft>
            </a:pPr>
            <a:r>
              <a:rPr lang="en-US" sz="2400" b="1" dirty="0"/>
              <a:t>    </a:t>
            </a:r>
            <a:r>
              <a:rPr lang="en-US" sz="1800" b="1" dirty="0">
                <a:solidFill>
                  <a:srgbClr val="1F1F1F"/>
                </a:solidFill>
                <a:latin typeface="Arial" panose="020B0604020202020204" pitchFamily="34" charset="0"/>
              </a:rPr>
              <a:t>What are Capex and Opex?</a:t>
            </a:r>
            <a:endParaRPr lang="en-US" sz="1400" dirty="0"/>
          </a:p>
          <a:p>
            <a:pPr fontAlgn="base">
              <a:spcBef>
                <a:spcPts val="0"/>
              </a:spcBef>
            </a:pPr>
            <a:r>
              <a:rPr lang="en-US" sz="1800" b="1" dirty="0">
                <a:solidFill>
                  <a:srgbClr val="1F1F1F"/>
                </a:solidFill>
                <a:latin typeface="Arial" panose="020B0604020202020204" pitchFamily="34" charset="0"/>
              </a:rPr>
              <a:t>Capex (Capital Expenditures):</a:t>
            </a:r>
            <a:r>
              <a:rPr lang="en-US" sz="1800" dirty="0">
                <a:solidFill>
                  <a:srgbClr val="1F1F1F"/>
                </a:solidFill>
                <a:latin typeface="Arial" panose="020B0604020202020204" pitchFamily="34" charset="0"/>
              </a:rPr>
              <a:t> These are expensing a business incurs to purchase, upgrade, or maintain long-term, fixed assets that will provide value over an extended period. Capex is often used for investment in growth or expansion.</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Opex (Operational Expenditures):</a:t>
            </a:r>
            <a:r>
              <a:rPr lang="en-US" sz="1800" dirty="0">
                <a:solidFill>
                  <a:srgbClr val="1F1F1F"/>
                </a:solidFill>
                <a:latin typeface="Arial" panose="020B0604020202020204" pitchFamily="34" charset="0"/>
              </a:rPr>
              <a:t> These are the day-to-day expenses incurred to keep a business running smoothly. Opex is associated with the ongoing costs of operating the business.</a:t>
            </a:r>
            <a:endParaRPr lang="en-US" sz="1800" dirty="0">
              <a:solidFill>
                <a:srgbClr val="000000"/>
              </a:solidFill>
              <a:latin typeface="Arial" panose="020B0604020202020204" pitchFamily="34" charset="0"/>
            </a:endParaRPr>
          </a:p>
          <a:p>
            <a:pPr marL="0" indent="0" algn="just">
              <a:buNone/>
            </a:pPr>
            <a:br>
              <a:rPr lang="en-US" sz="2100" dirty="0">
                <a:latin typeface="+mj-lt"/>
                <a:cs typeface="Times New Roman" panose="02020603050405020304" pitchFamily="18" charset="0"/>
              </a:rPr>
            </a:br>
            <a:endParaRPr lang="en-IN" sz="21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33CB66FE-DDD0-48D3-BC4F-4B7056167273}" type="datetime1">
              <a:rPr lang="en-US" smtClean="0"/>
              <a:t>8/20/2025</a:t>
            </a:fld>
            <a:endParaRPr lang="en-US"/>
          </a:p>
        </p:txBody>
      </p:sp>
      <p:sp>
        <p:nvSpPr>
          <p:cNvPr id="11" name="Footer Placeholder 10"/>
          <p:cNvSpPr>
            <a:spLocks noGrp="1"/>
          </p:cNvSpPr>
          <p:nvPr>
            <p:ph type="ftr" sz="quarter" idx="11"/>
          </p:nvPr>
        </p:nvSpPr>
        <p:spPr>
          <a:xfrm>
            <a:off x="1981200" y="6356351"/>
            <a:ext cx="89916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3378055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2133600" y="10833"/>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Capex and </a:t>
            </a:r>
            <a:r>
              <a:rPr lang="en-US" sz="2800" dirty="0"/>
              <a:t>OpeX</a:t>
            </a:r>
          </a:p>
        </p:txBody>
      </p:sp>
      <p:sp>
        <p:nvSpPr>
          <p:cNvPr id="10" name="Content Placeholder 9"/>
          <p:cNvSpPr>
            <a:spLocks noGrp="1"/>
          </p:cNvSpPr>
          <p:nvPr>
            <p:ph idx="1"/>
          </p:nvPr>
        </p:nvSpPr>
        <p:spPr>
          <a:xfrm>
            <a:off x="1981200" y="762000"/>
            <a:ext cx="8229600" cy="5334000"/>
          </a:xfrm>
        </p:spPr>
        <p:txBody>
          <a:bodyPr>
            <a:normAutofit/>
          </a:bodyPr>
          <a:lstStyle/>
          <a:p>
            <a:pPr>
              <a:spcBef>
                <a:spcPts val="1200"/>
              </a:spcBef>
              <a:spcAft>
                <a:spcPts val="1200"/>
              </a:spcAft>
            </a:pPr>
            <a:r>
              <a:rPr lang="en-US" sz="2400" b="1" dirty="0"/>
              <a:t>    </a:t>
            </a:r>
            <a:r>
              <a:rPr lang="en-US" sz="1800" b="1" dirty="0">
                <a:solidFill>
                  <a:srgbClr val="1F1F1F"/>
                </a:solidFill>
                <a:latin typeface="Arial" panose="020B0604020202020204" pitchFamily="34" charset="0"/>
              </a:rPr>
              <a:t>Examples of Capex vs. Opex</a:t>
            </a:r>
            <a:endParaRPr lang="en-US" sz="1400" dirty="0"/>
          </a:p>
          <a:p>
            <a:br>
              <a:rPr lang="en-US" sz="1400" dirty="0"/>
            </a:br>
            <a:br>
              <a:rPr lang="en-US" sz="2100" dirty="0">
                <a:latin typeface="+mj-lt"/>
                <a:cs typeface="Times New Roman" panose="02020603050405020304" pitchFamily="18" charset="0"/>
              </a:rPr>
            </a:br>
            <a:endParaRPr lang="en-IN" sz="21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3D9625B1-D015-4764-A66D-CD5BD4486D17}" type="datetime1">
              <a:rPr lang="en-US" smtClean="0"/>
              <a:t>8/20/2025</a:t>
            </a:fld>
            <a:endParaRPr lang="en-US"/>
          </a:p>
        </p:txBody>
      </p:sp>
      <p:sp>
        <p:nvSpPr>
          <p:cNvPr id="11" name="Footer Placeholder 10"/>
          <p:cNvSpPr>
            <a:spLocks noGrp="1"/>
          </p:cNvSpPr>
          <p:nvPr>
            <p:ph type="ftr" sz="quarter" idx="11"/>
          </p:nvPr>
        </p:nvSpPr>
        <p:spPr>
          <a:xfrm>
            <a:off x="1981200" y="6356351"/>
            <a:ext cx="9067800" cy="365125"/>
          </a:xfrm>
        </p:spPr>
        <p:txBody>
          <a:bodyPr/>
          <a:lstStyle/>
          <a:p>
            <a:r>
              <a:rPr lang="en-US"/>
              <a:t>Faculty Name: Amit Kumar Subject code and abbreviation - AOE0770 (Finance for Engineers)                                 Unit III</a:t>
            </a:r>
            <a:endParaRPr lang="en-US" dirty="0"/>
          </a:p>
        </p:txBody>
      </p:sp>
      <p:graphicFrame>
        <p:nvGraphicFramePr>
          <p:cNvPr id="4" name="Table 3">
            <a:extLst>
              <a:ext uri="{FF2B5EF4-FFF2-40B4-BE49-F238E27FC236}">
                <a16:creationId xmlns:a16="http://schemas.microsoft.com/office/drawing/2014/main" id="{CA981E14-9B07-58ED-4F64-E02ECDFE3D61}"/>
              </a:ext>
            </a:extLst>
          </p:cNvPr>
          <p:cNvGraphicFramePr>
            <a:graphicFrameLocks noGrp="1"/>
          </p:cNvGraphicFramePr>
          <p:nvPr>
            <p:extLst>
              <p:ext uri="{D42A27DB-BD31-4B8C-83A1-F6EECF244321}">
                <p14:modId xmlns:p14="http://schemas.microsoft.com/office/powerpoint/2010/main" val="4235338316"/>
              </p:ext>
            </p:extLst>
          </p:nvPr>
        </p:nvGraphicFramePr>
        <p:xfrm>
          <a:off x="2514600" y="1468015"/>
          <a:ext cx="4874084" cy="4475584"/>
        </p:xfrm>
        <a:graphic>
          <a:graphicData uri="http://schemas.openxmlformats.org/drawingml/2006/table">
            <a:tbl>
              <a:tblPr/>
              <a:tblGrid>
                <a:gridCol w="2437042">
                  <a:extLst>
                    <a:ext uri="{9D8B030D-6E8A-4147-A177-3AD203B41FA5}">
                      <a16:colId xmlns:a16="http://schemas.microsoft.com/office/drawing/2014/main" val="1650527371"/>
                    </a:ext>
                  </a:extLst>
                </a:gridCol>
                <a:gridCol w="2437042">
                  <a:extLst>
                    <a:ext uri="{9D8B030D-6E8A-4147-A177-3AD203B41FA5}">
                      <a16:colId xmlns:a16="http://schemas.microsoft.com/office/drawing/2014/main" val="3796908024"/>
                    </a:ext>
                  </a:extLst>
                </a:gridCol>
              </a:tblGrid>
              <a:tr h="763171">
                <a:tc>
                  <a:txBody>
                    <a:bodyPr/>
                    <a:lstStyle/>
                    <a:p>
                      <a:pPr rtl="0" fontAlgn="t">
                        <a:spcBef>
                          <a:spcPts val="1388"/>
                        </a:spcBef>
                        <a:spcAft>
                          <a:spcPts val="1388"/>
                        </a:spcAft>
                      </a:pPr>
                      <a:r>
                        <a:rPr lang="en-US" sz="1100" b="0" i="0" u="none" strike="noStrike">
                          <a:solidFill>
                            <a:srgbClr val="1F1F1F"/>
                          </a:solidFill>
                          <a:effectLst/>
                          <a:latin typeface="Arial" panose="020B0604020202020204" pitchFamily="34" charset="0"/>
                        </a:rPr>
                        <a:t>Capex</a:t>
                      </a:r>
                      <a:endParaRPr lang="en-US">
                        <a:effectLst/>
                      </a:endParaRPr>
                    </a:p>
                  </a:txBody>
                  <a:tcPr marL="152400" marR="152400" marT="176213" marB="176213">
                    <a:lnL>
                      <a:noFill/>
                    </a:lnL>
                    <a:lnR>
                      <a:noFill/>
                    </a:lnR>
                    <a:lnT>
                      <a:noFill/>
                    </a:lnT>
                    <a:lnB>
                      <a:noFill/>
                    </a:lnB>
                    <a:solidFill>
                      <a:srgbClr val="F2F2F2"/>
                    </a:solidFill>
                  </a:tcPr>
                </a:tc>
                <a:tc>
                  <a:txBody>
                    <a:bodyPr/>
                    <a:lstStyle/>
                    <a:p>
                      <a:pPr rtl="0" fontAlgn="t">
                        <a:spcBef>
                          <a:spcPts val="1388"/>
                        </a:spcBef>
                        <a:spcAft>
                          <a:spcPts val="1388"/>
                        </a:spcAft>
                      </a:pPr>
                      <a:r>
                        <a:rPr lang="en-US" sz="1100" b="0" i="0" u="none" strike="noStrike">
                          <a:solidFill>
                            <a:srgbClr val="1F1F1F"/>
                          </a:solidFill>
                          <a:effectLst/>
                          <a:latin typeface="Arial" panose="020B0604020202020204" pitchFamily="34" charset="0"/>
                        </a:rPr>
                        <a:t>Opex</a:t>
                      </a:r>
                      <a:endParaRPr lang="en-US">
                        <a:effectLst/>
                      </a:endParaRPr>
                    </a:p>
                  </a:txBody>
                  <a:tcPr marL="152400" marR="152400" marT="176213" marB="176213">
                    <a:lnL>
                      <a:noFill/>
                    </a:lnL>
                    <a:lnR>
                      <a:noFill/>
                    </a:lnR>
                    <a:lnT>
                      <a:noFill/>
                    </a:lnT>
                    <a:lnB>
                      <a:noFill/>
                    </a:lnB>
                    <a:solidFill>
                      <a:srgbClr val="F2F2F2"/>
                    </a:solidFill>
                  </a:tcPr>
                </a:tc>
                <a:extLst>
                  <a:ext uri="{0D108BD9-81ED-4DB2-BD59-A6C34878D82A}">
                    <a16:rowId xmlns:a16="http://schemas.microsoft.com/office/drawing/2014/main" val="3461763860"/>
                  </a:ext>
                </a:extLst>
              </a:tr>
              <a:tr h="693282">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Purchase of machinery</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Employee salaries</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2061421218"/>
                  </a:ext>
                </a:extLst>
              </a:tr>
              <a:tr h="693282">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Building a new factory</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Rent for office space</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2994601861"/>
                  </a:ext>
                </a:extLst>
              </a:tr>
              <a:tr h="693282">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Upgrading computer systems</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Utilities (electricity, water, etc.)</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428596691"/>
                  </a:ext>
                </a:extLst>
              </a:tr>
              <a:tr h="939285">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Acquiring patents or software licenses</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Marketing and advertising</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1209236917"/>
                  </a:ext>
                </a:extLst>
              </a:tr>
              <a:tr h="693282">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Buying a company vehicle</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dirty="0">
                          <a:solidFill>
                            <a:srgbClr val="1F1F1F"/>
                          </a:solidFill>
                          <a:effectLst/>
                          <a:latin typeface="Arial" panose="020B0604020202020204" pitchFamily="34" charset="0"/>
                        </a:rPr>
                        <a:t>Office supplies</a:t>
                      </a:r>
                      <a:endParaRPr lang="en-US" dirty="0">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1608083643"/>
                  </a:ext>
                </a:extLst>
              </a:tr>
            </a:tbl>
          </a:graphicData>
        </a:graphic>
      </p:graphicFrame>
      <p:sp>
        <p:nvSpPr>
          <p:cNvPr id="5" name="Rectangle 2">
            <a:extLst>
              <a:ext uri="{FF2B5EF4-FFF2-40B4-BE49-F238E27FC236}">
                <a16:creationId xmlns:a16="http://schemas.microsoft.com/office/drawing/2014/main" id="{B9D1EE14-60F6-F364-6EE4-F4A9D7DACED6}"/>
              </a:ext>
            </a:extLst>
          </p:cNvPr>
          <p:cNvSpPr>
            <a:spLocks noChangeArrowheads="1"/>
          </p:cNvSpPr>
          <p:nvPr/>
        </p:nvSpPr>
        <p:spPr bwMode="auto">
          <a:xfrm>
            <a:off x="2513965" y="1618968"/>
            <a:ext cx="9373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825737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7" name="Title 1"/>
          <p:cNvSpPr txBox="1">
            <a:spLocks/>
          </p:cNvSpPr>
          <p:nvPr/>
        </p:nvSpPr>
        <p:spPr>
          <a:xfrm>
            <a:off x="2133600" y="0"/>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Capex and </a:t>
            </a:r>
            <a:r>
              <a:rPr lang="en-US" sz="2800" dirty="0"/>
              <a:t>OpeX</a:t>
            </a:r>
          </a:p>
        </p:txBody>
      </p:sp>
      <p:sp>
        <p:nvSpPr>
          <p:cNvPr id="10" name="Content Placeholder 9"/>
          <p:cNvSpPr>
            <a:spLocks noGrp="1"/>
          </p:cNvSpPr>
          <p:nvPr>
            <p:ph idx="1"/>
          </p:nvPr>
        </p:nvSpPr>
        <p:spPr>
          <a:xfrm>
            <a:off x="1981200" y="762000"/>
            <a:ext cx="8229600" cy="5334000"/>
          </a:xfrm>
        </p:spPr>
        <p:txBody>
          <a:bodyPr>
            <a:normAutofit/>
          </a:bodyPr>
          <a:lstStyle/>
          <a:p>
            <a:pPr marL="0" indent="0" algn="just">
              <a:buNone/>
            </a:pPr>
            <a:br>
              <a:rPr lang="en-US" sz="2100" dirty="0">
                <a:latin typeface="+mj-lt"/>
                <a:cs typeface="Times New Roman" panose="02020603050405020304" pitchFamily="18" charset="0"/>
              </a:rPr>
            </a:br>
            <a:endParaRPr lang="en-IN" sz="2100" dirty="0">
              <a:latin typeface="+mj-lt"/>
              <a:cs typeface="Times New Roman" panose="02020603050405020304" pitchFamily="18" charset="0"/>
            </a:endParaRPr>
          </a:p>
        </p:txBody>
      </p:sp>
      <p:sp>
        <p:nvSpPr>
          <p:cNvPr id="9" name="Date Placeholder 8"/>
          <p:cNvSpPr>
            <a:spLocks noGrp="1"/>
          </p:cNvSpPr>
          <p:nvPr>
            <p:ph type="dt" sz="half" idx="10"/>
          </p:nvPr>
        </p:nvSpPr>
        <p:spPr/>
        <p:txBody>
          <a:bodyPr/>
          <a:lstStyle/>
          <a:p>
            <a:fld id="{CFB1B79A-3481-4E9E-A0E4-39F3A5E1D9B9}" type="datetime1">
              <a:rPr lang="en-US" smtClean="0"/>
              <a:t>8/20/2025</a:t>
            </a:fld>
            <a:endParaRPr lang="en-US"/>
          </a:p>
        </p:txBody>
      </p:sp>
      <p:sp>
        <p:nvSpPr>
          <p:cNvPr id="11" name="Footer Placeholder 10"/>
          <p:cNvSpPr>
            <a:spLocks noGrp="1"/>
          </p:cNvSpPr>
          <p:nvPr>
            <p:ph type="ftr" sz="quarter" idx="11"/>
          </p:nvPr>
        </p:nvSpPr>
        <p:spPr>
          <a:xfrm>
            <a:off x="1219200" y="6356351"/>
            <a:ext cx="9601200" cy="365125"/>
          </a:xfrm>
        </p:spPr>
        <p:txBody>
          <a:bodyPr/>
          <a:lstStyle/>
          <a:p>
            <a:r>
              <a:rPr lang="en-US"/>
              <a:t>Faculty Name: Amit Kumar Subject code and abbreviation - AOE0770 (Finance for Engineers)                                 Unit III</a:t>
            </a:r>
            <a:endParaRPr lang="en-US" dirty="0"/>
          </a:p>
        </p:txBody>
      </p:sp>
      <p:graphicFrame>
        <p:nvGraphicFramePr>
          <p:cNvPr id="4" name="Table 3">
            <a:extLst>
              <a:ext uri="{FF2B5EF4-FFF2-40B4-BE49-F238E27FC236}">
                <a16:creationId xmlns:a16="http://schemas.microsoft.com/office/drawing/2014/main" id="{DBD12351-E64E-F8C9-2B70-72038FE63C00}"/>
              </a:ext>
            </a:extLst>
          </p:cNvPr>
          <p:cNvGraphicFramePr>
            <a:graphicFrameLocks noGrp="1"/>
          </p:cNvGraphicFramePr>
          <p:nvPr/>
        </p:nvGraphicFramePr>
        <p:xfrm>
          <a:off x="3718560" y="1903888"/>
          <a:ext cx="4754880" cy="3918586"/>
        </p:xfrm>
        <a:graphic>
          <a:graphicData uri="http://schemas.openxmlformats.org/drawingml/2006/table">
            <a:tbl>
              <a:tblPr/>
              <a:tblGrid>
                <a:gridCol w="1584960">
                  <a:extLst>
                    <a:ext uri="{9D8B030D-6E8A-4147-A177-3AD203B41FA5}">
                      <a16:colId xmlns:a16="http://schemas.microsoft.com/office/drawing/2014/main" val="3207553330"/>
                    </a:ext>
                  </a:extLst>
                </a:gridCol>
                <a:gridCol w="1584960">
                  <a:extLst>
                    <a:ext uri="{9D8B030D-6E8A-4147-A177-3AD203B41FA5}">
                      <a16:colId xmlns:a16="http://schemas.microsoft.com/office/drawing/2014/main" val="437098414"/>
                    </a:ext>
                  </a:extLst>
                </a:gridCol>
                <a:gridCol w="1584960">
                  <a:extLst>
                    <a:ext uri="{9D8B030D-6E8A-4147-A177-3AD203B41FA5}">
                      <a16:colId xmlns:a16="http://schemas.microsoft.com/office/drawing/2014/main" val="2186592883"/>
                    </a:ext>
                  </a:extLst>
                </a:gridCol>
              </a:tblGrid>
              <a:tr h="0">
                <a:tc>
                  <a:txBody>
                    <a:bodyPr/>
                    <a:lstStyle/>
                    <a:p>
                      <a:pPr rtl="0" fontAlgn="t">
                        <a:spcBef>
                          <a:spcPts val="1388"/>
                        </a:spcBef>
                        <a:spcAft>
                          <a:spcPts val="1388"/>
                        </a:spcAft>
                      </a:pPr>
                      <a:r>
                        <a:rPr lang="en-US" sz="1100" b="0" i="0" u="none" strike="noStrike">
                          <a:solidFill>
                            <a:srgbClr val="1F1F1F"/>
                          </a:solidFill>
                          <a:effectLst/>
                          <a:latin typeface="Arial" panose="020B0604020202020204" pitchFamily="34" charset="0"/>
                        </a:rPr>
                        <a:t>Feature</a:t>
                      </a:r>
                      <a:endParaRPr lang="en-US">
                        <a:effectLst/>
                      </a:endParaRPr>
                    </a:p>
                  </a:txBody>
                  <a:tcPr marL="152400" marR="152400" marT="176213" marB="176213">
                    <a:lnL>
                      <a:noFill/>
                    </a:lnL>
                    <a:lnR>
                      <a:noFill/>
                    </a:lnR>
                    <a:lnT>
                      <a:noFill/>
                    </a:lnT>
                    <a:lnB>
                      <a:noFill/>
                    </a:lnB>
                    <a:solidFill>
                      <a:srgbClr val="F2F2F2"/>
                    </a:solidFill>
                  </a:tcPr>
                </a:tc>
                <a:tc>
                  <a:txBody>
                    <a:bodyPr/>
                    <a:lstStyle/>
                    <a:p>
                      <a:pPr rtl="0" fontAlgn="t">
                        <a:spcBef>
                          <a:spcPts val="1388"/>
                        </a:spcBef>
                        <a:spcAft>
                          <a:spcPts val="1388"/>
                        </a:spcAft>
                      </a:pPr>
                      <a:r>
                        <a:rPr lang="en-US" sz="1100" b="0" i="0" u="none" strike="noStrike">
                          <a:solidFill>
                            <a:srgbClr val="1F1F1F"/>
                          </a:solidFill>
                          <a:effectLst/>
                          <a:latin typeface="Arial" panose="020B0604020202020204" pitchFamily="34" charset="0"/>
                        </a:rPr>
                        <a:t>Capex</a:t>
                      </a:r>
                      <a:endParaRPr lang="en-US">
                        <a:effectLst/>
                      </a:endParaRPr>
                    </a:p>
                  </a:txBody>
                  <a:tcPr marL="152400" marR="152400" marT="176213" marB="176213">
                    <a:lnL>
                      <a:noFill/>
                    </a:lnL>
                    <a:lnR>
                      <a:noFill/>
                    </a:lnR>
                    <a:lnT>
                      <a:noFill/>
                    </a:lnT>
                    <a:lnB>
                      <a:noFill/>
                    </a:lnB>
                    <a:solidFill>
                      <a:srgbClr val="F2F2F2"/>
                    </a:solidFill>
                  </a:tcPr>
                </a:tc>
                <a:tc>
                  <a:txBody>
                    <a:bodyPr/>
                    <a:lstStyle/>
                    <a:p>
                      <a:pPr rtl="0" fontAlgn="t">
                        <a:spcBef>
                          <a:spcPts val="1388"/>
                        </a:spcBef>
                        <a:spcAft>
                          <a:spcPts val="1388"/>
                        </a:spcAft>
                      </a:pPr>
                      <a:r>
                        <a:rPr lang="en-US" sz="1100" b="0" i="0" u="none" strike="noStrike">
                          <a:solidFill>
                            <a:srgbClr val="1F1F1F"/>
                          </a:solidFill>
                          <a:effectLst/>
                          <a:latin typeface="Arial" panose="020B0604020202020204" pitchFamily="34" charset="0"/>
                        </a:rPr>
                        <a:t>Opex</a:t>
                      </a:r>
                      <a:endParaRPr lang="en-US">
                        <a:effectLst/>
                      </a:endParaRPr>
                    </a:p>
                  </a:txBody>
                  <a:tcPr marL="152400" marR="152400" marT="176213" marB="176213">
                    <a:lnL>
                      <a:noFill/>
                    </a:lnL>
                    <a:lnR>
                      <a:noFill/>
                    </a:lnR>
                    <a:lnT>
                      <a:noFill/>
                    </a:lnT>
                    <a:lnB>
                      <a:noFill/>
                    </a:lnB>
                    <a:solidFill>
                      <a:srgbClr val="F2F2F2"/>
                    </a:solidFill>
                  </a:tcPr>
                </a:tc>
                <a:extLst>
                  <a:ext uri="{0D108BD9-81ED-4DB2-BD59-A6C34878D82A}">
                    <a16:rowId xmlns:a16="http://schemas.microsoft.com/office/drawing/2014/main" val="2092147937"/>
                  </a:ext>
                </a:extLst>
              </a:tr>
              <a:tr h="0">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Type of Cost</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Investment for future benefit</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Cost of doing business in the present</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3361219895"/>
                  </a:ext>
                </a:extLst>
              </a:tr>
              <a:tr h="0">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Duration</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Benefits realized over multiple years</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Benefits realized within the current accounting period</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2839699259"/>
                  </a:ext>
                </a:extLst>
              </a:tr>
              <a:tr h="0">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Accounting Treatment</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Recorded as assets on the balance sheet, depreciated over time</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Recorded as expenses on the income statement</a:t>
                      </a:r>
                      <a:endParaRPr lang="en-US">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1613183248"/>
                  </a:ext>
                </a:extLst>
              </a:tr>
              <a:tr h="0">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Tax Implications</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a:solidFill>
                            <a:srgbClr val="1F1F1F"/>
                          </a:solidFill>
                          <a:effectLst/>
                          <a:latin typeface="Arial" panose="020B0604020202020204" pitchFamily="34" charset="0"/>
                        </a:rPr>
                        <a:t>Can be tax-deductible over time through depreciation</a:t>
                      </a:r>
                      <a:endParaRPr lang="en-US">
                        <a:effectLst/>
                      </a:endParaRPr>
                    </a:p>
                  </a:txBody>
                  <a:tcPr marL="152400" marR="152400" marT="152400" marB="152400">
                    <a:lnL>
                      <a:noFill/>
                    </a:lnL>
                    <a:lnR>
                      <a:noFill/>
                    </a:lnR>
                    <a:lnT>
                      <a:noFill/>
                    </a:lnT>
                    <a:lnB>
                      <a:noFill/>
                    </a:lnB>
                    <a:noFill/>
                  </a:tcPr>
                </a:tc>
                <a:tc>
                  <a:txBody>
                    <a:bodyPr/>
                    <a:lstStyle/>
                    <a:p>
                      <a:pPr rtl="0" fontAlgn="t">
                        <a:spcBef>
                          <a:spcPts val="1200"/>
                        </a:spcBef>
                        <a:spcAft>
                          <a:spcPts val="1200"/>
                        </a:spcAft>
                      </a:pPr>
                      <a:r>
                        <a:rPr lang="en-US" sz="1100" b="0" i="0" u="none" strike="noStrike" dirty="0">
                          <a:solidFill>
                            <a:srgbClr val="1F1F1F"/>
                          </a:solidFill>
                          <a:effectLst/>
                          <a:latin typeface="Arial" panose="020B0604020202020204" pitchFamily="34" charset="0"/>
                        </a:rPr>
                        <a:t>Generally tax-deductible in the year incurred</a:t>
                      </a:r>
                      <a:endParaRPr lang="en-US" dirty="0">
                        <a:effectLst/>
                      </a:endParaRPr>
                    </a:p>
                  </a:txBody>
                  <a:tcPr marL="152400" marR="152400" marT="152400" marB="152400">
                    <a:lnL>
                      <a:noFill/>
                    </a:lnL>
                    <a:lnR>
                      <a:noFill/>
                    </a:lnR>
                    <a:lnT>
                      <a:noFill/>
                    </a:lnT>
                    <a:lnB>
                      <a:noFill/>
                    </a:lnB>
                    <a:noFill/>
                  </a:tcPr>
                </a:tc>
                <a:extLst>
                  <a:ext uri="{0D108BD9-81ED-4DB2-BD59-A6C34878D82A}">
                    <a16:rowId xmlns:a16="http://schemas.microsoft.com/office/drawing/2014/main" val="2152640725"/>
                  </a:ext>
                </a:extLst>
              </a:tr>
            </a:tbl>
          </a:graphicData>
        </a:graphic>
      </p:graphicFrame>
      <p:sp>
        <p:nvSpPr>
          <p:cNvPr id="5" name="Rectangle 3">
            <a:extLst>
              <a:ext uri="{FF2B5EF4-FFF2-40B4-BE49-F238E27FC236}">
                <a16:creationId xmlns:a16="http://schemas.microsoft.com/office/drawing/2014/main" id="{472B7922-09A1-B361-92C0-FD752271C5C8}"/>
              </a:ext>
            </a:extLst>
          </p:cNvPr>
          <p:cNvSpPr>
            <a:spLocks noChangeArrowheads="1"/>
          </p:cNvSpPr>
          <p:nvPr/>
        </p:nvSpPr>
        <p:spPr bwMode="auto">
          <a:xfrm>
            <a:off x="2514601" y="900910"/>
            <a:ext cx="756436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400" b="1" dirty="0">
                <a:solidFill>
                  <a:srgbClr val="1F1F1F"/>
                </a:solidFill>
                <a:latin typeface="Arial" panose="020B0604020202020204" pitchFamily="34" charset="0"/>
                <a:cs typeface="Arial" panose="020B0604020202020204" pitchFamily="34" charset="0"/>
              </a:rPr>
              <a:t>Key Differences Between Capex and Opex</a:t>
            </a:r>
            <a:endParaRPr lang="en-US" altLang="en-US" sz="1100" dirty="0"/>
          </a:p>
          <a:p>
            <a:pPr eaLnBrk="0" fontAlgn="base" hangingPunct="0">
              <a:spcBef>
                <a:spcPct val="0"/>
              </a:spcBef>
              <a:spcAft>
                <a:spcPct val="0"/>
              </a:spcAft>
            </a:pPr>
            <a:br>
              <a:rPr lang="en-US" altLang="en-US" sz="4000" dirty="0">
                <a:latin typeface="Arial" panose="020B0604020202020204" pitchFamily="34" charset="0"/>
              </a:rPr>
            </a:br>
            <a:br>
              <a:rPr lang="en-US" altLang="en-US" dirty="0">
                <a:latin typeface="Arial" panose="020B0604020202020204" pitchFamily="34" charset="0"/>
              </a:rPr>
            </a:br>
            <a:br>
              <a:rPr lang="en-US" altLang="en-US" dirty="0">
                <a:latin typeface="Arial" panose="020B0604020202020204" pitchFamily="34" charset="0"/>
              </a:rPr>
            </a:br>
            <a:br>
              <a:rPr lang="en-US" altLang="en-US" dirty="0">
                <a:latin typeface="Arial" panose="020B0604020202020204" pitchFamily="34" charset="0"/>
              </a:rPr>
            </a:br>
            <a:endParaRPr lang="en-US" altLang="en-US" dirty="0">
              <a:latin typeface="Arial" panose="020B0604020202020204" pitchFamily="34" charset="0"/>
            </a:endParaRPr>
          </a:p>
          <a:p>
            <a:pPr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12428025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2133600" y="-581"/>
            <a:ext cx="10058400" cy="65780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Capex and </a:t>
            </a:r>
            <a:r>
              <a:rPr lang="en-US" sz="2800" dirty="0"/>
              <a:t>OpeX</a:t>
            </a:r>
          </a:p>
        </p:txBody>
      </p:sp>
      <p:sp>
        <p:nvSpPr>
          <p:cNvPr id="10" name="Content Placeholder 9"/>
          <p:cNvSpPr>
            <a:spLocks noGrp="1"/>
          </p:cNvSpPr>
          <p:nvPr>
            <p:ph idx="1"/>
          </p:nvPr>
        </p:nvSpPr>
        <p:spPr>
          <a:xfrm>
            <a:off x="152400" y="1022351"/>
            <a:ext cx="11887200" cy="5334000"/>
          </a:xfrm>
        </p:spPr>
        <p:txBody>
          <a:bodyPr>
            <a:normAutofit/>
          </a:bodyPr>
          <a:lstStyle/>
          <a:p>
            <a:pPr>
              <a:spcBef>
                <a:spcPts val="0"/>
              </a:spcBef>
              <a:spcAft>
                <a:spcPts val="1200"/>
              </a:spcAft>
            </a:pPr>
            <a:r>
              <a:rPr lang="en-US" sz="1800" b="1" dirty="0">
                <a:solidFill>
                  <a:srgbClr val="1F1F1F"/>
                </a:solidFill>
                <a:latin typeface="Arial" panose="020B0604020202020204" pitchFamily="34" charset="0"/>
              </a:rPr>
              <a:t>How Capex and Opex Impact Businesses</a:t>
            </a:r>
            <a:endParaRPr lang="en-US" sz="1400" dirty="0"/>
          </a:p>
          <a:p>
            <a:pPr fontAlgn="base">
              <a:spcBef>
                <a:spcPts val="0"/>
              </a:spcBef>
            </a:pPr>
            <a:r>
              <a:rPr lang="en-US" sz="1800" b="1" dirty="0">
                <a:solidFill>
                  <a:srgbClr val="1F1F1F"/>
                </a:solidFill>
                <a:latin typeface="Arial" panose="020B0604020202020204" pitchFamily="34" charset="0"/>
              </a:rPr>
              <a:t>Budgeting:</a:t>
            </a:r>
            <a:r>
              <a:rPr lang="en-US" sz="1800" dirty="0">
                <a:solidFill>
                  <a:srgbClr val="1F1F1F"/>
                </a:solidFill>
                <a:latin typeface="Arial" panose="020B0604020202020204" pitchFamily="34" charset="0"/>
              </a:rPr>
              <a:t> Companies must carefully balance both Capex and Opex to ensure long-term growth while maintaining daily operations.</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Financial Reporting:</a:t>
            </a:r>
            <a:r>
              <a:rPr lang="en-US" sz="1800" dirty="0">
                <a:solidFill>
                  <a:srgbClr val="1F1F1F"/>
                </a:solidFill>
                <a:latin typeface="Arial" panose="020B0604020202020204" pitchFamily="34" charset="0"/>
              </a:rPr>
              <a:t> Capex and Opex are reported differently on financial statements, impacting how a company's profitability is perceived.</a:t>
            </a:r>
            <a:endParaRPr lang="en-US" sz="1800" dirty="0">
              <a:solidFill>
                <a:srgbClr val="000000"/>
              </a:solidFill>
              <a:latin typeface="Arial" panose="020B0604020202020204" pitchFamily="34" charset="0"/>
            </a:endParaRPr>
          </a:p>
          <a:p>
            <a:pPr fontAlgn="base">
              <a:spcBef>
                <a:spcPts val="0"/>
              </a:spcBef>
            </a:pPr>
            <a:r>
              <a:rPr lang="en-US" sz="1800" b="1" dirty="0">
                <a:solidFill>
                  <a:srgbClr val="1F1F1F"/>
                </a:solidFill>
                <a:latin typeface="Arial" panose="020B0604020202020204" pitchFamily="34" charset="0"/>
              </a:rPr>
              <a:t>Decision-making:</a:t>
            </a:r>
            <a:r>
              <a:rPr lang="en-US" sz="1800" dirty="0">
                <a:solidFill>
                  <a:srgbClr val="1F1F1F"/>
                </a:solidFill>
                <a:latin typeface="Arial" panose="020B0604020202020204" pitchFamily="34" charset="0"/>
              </a:rPr>
              <a:t> Analyzing Capex and Opex helps companies assess the value of investments, compare costs, and make informed strategic decisions.</a:t>
            </a:r>
            <a:endParaRPr lang="en-US" sz="1800" dirty="0">
              <a:solidFill>
                <a:srgbClr val="000000"/>
              </a:solidFill>
              <a:latin typeface="Arial" panose="020B0604020202020204" pitchFamily="34" charset="0"/>
            </a:endParaRPr>
          </a:p>
        </p:txBody>
      </p:sp>
      <p:sp>
        <p:nvSpPr>
          <p:cNvPr id="9" name="Date Placeholder 8"/>
          <p:cNvSpPr>
            <a:spLocks noGrp="1"/>
          </p:cNvSpPr>
          <p:nvPr>
            <p:ph type="dt" sz="half" idx="10"/>
          </p:nvPr>
        </p:nvSpPr>
        <p:spPr/>
        <p:txBody>
          <a:bodyPr/>
          <a:lstStyle/>
          <a:p>
            <a:fld id="{243EE46B-6488-47C8-BEF9-A6E46C8629ED}" type="datetime1">
              <a:rPr lang="en-US" smtClean="0"/>
              <a:t>8/20/2025</a:t>
            </a:fld>
            <a:endParaRPr lang="en-US"/>
          </a:p>
        </p:txBody>
      </p:sp>
      <p:sp>
        <p:nvSpPr>
          <p:cNvPr id="11" name="Footer Placeholder 10"/>
          <p:cNvSpPr>
            <a:spLocks noGrp="1"/>
          </p:cNvSpPr>
          <p:nvPr>
            <p:ph type="ftr" sz="quarter" idx="11"/>
          </p:nvPr>
        </p:nvSpPr>
        <p:spPr>
          <a:xfrm>
            <a:off x="1981200" y="6356351"/>
            <a:ext cx="9144000" cy="365125"/>
          </a:xfrm>
        </p:spPr>
        <p:txBody>
          <a:bodyPr/>
          <a:lstStyle/>
          <a:p>
            <a:r>
              <a:rPr lang="en-US"/>
              <a:t>Faculty Name: Amit Kumar Subject code and abbreviation - AOE0770 (Finance for Engineers)                                 Unit III</a:t>
            </a:r>
            <a:endParaRPr lang="en-US" dirty="0"/>
          </a:p>
        </p:txBody>
      </p:sp>
    </p:spTree>
    <p:extLst>
      <p:ext uri="{BB962C8B-B14F-4D97-AF65-F5344CB8AC3E}">
        <p14:creationId xmlns:p14="http://schemas.microsoft.com/office/powerpoint/2010/main" val="3756451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11734800" cy="4876800"/>
          </a:xfrm>
        </p:spPr>
        <p:txBody>
          <a:bodyPr>
            <a:normAutofit fontScale="85000" lnSpcReduction="20000"/>
          </a:bodyPr>
          <a:lstStyle/>
          <a:p>
            <a:pPr fontAlgn="base">
              <a:spcBef>
                <a:spcPts val="0"/>
              </a:spcBef>
              <a:buFont typeface="+mj-lt"/>
              <a:buAutoNum type="arabicPeriod"/>
            </a:pPr>
            <a:r>
              <a:rPr lang="en-US" sz="1800" dirty="0">
                <a:solidFill>
                  <a:srgbClr val="1F1F1F"/>
                </a:solidFill>
              </a:rPr>
              <a:t>Which of the following is NOT a common project appraisal technique?</a:t>
            </a:r>
          </a:p>
          <a:p>
            <a:pPr fontAlgn="base">
              <a:spcBef>
                <a:spcPts val="0"/>
              </a:spcBef>
            </a:pPr>
            <a:r>
              <a:rPr lang="en-US" sz="1800" dirty="0">
                <a:solidFill>
                  <a:srgbClr val="1F1F1F"/>
                </a:solidFill>
              </a:rPr>
              <a:t>a) Net Present Value (NPV)</a:t>
            </a:r>
          </a:p>
          <a:p>
            <a:pPr fontAlgn="base">
              <a:spcBef>
                <a:spcPts val="0"/>
              </a:spcBef>
            </a:pPr>
            <a:r>
              <a:rPr lang="en-US" sz="1800" dirty="0">
                <a:solidFill>
                  <a:srgbClr val="1F1F1F"/>
                </a:solidFill>
              </a:rPr>
              <a:t>b) Internal Rate of Return (IRR)</a:t>
            </a:r>
          </a:p>
          <a:p>
            <a:pPr fontAlgn="base">
              <a:spcBef>
                <a:spcPts val="0"/>
              </a:spcBef>
            </a:pPr>
            <a:r>
              <a:rPr lang="en-US" sz="1800" dirty="0">
                <a:solidFill>
                  <a:srgbClr val="1F1F1F"/>
                </a:solidFill>
              </a:rPr>
              <a:t>c) Cost-volume-profit analysis</a:t>
            </a:r>
          </a:p>
          <a:p>
            <a:pPr fontAlgn="base">
              <a:spcBef>
                <a:spcPts val="0"/>
              </a:spcBef>
            </a:pPr>
            <a:r>
              <a:rPr lang="en-US" sz="1800" dirty="0">
                <a:solidFill>
                  <a:srgbClr val="1F1F1F"/>
                </a:solidFill>
              </a:rPr>
              <a:t>d) Payback Period</a:t>
            </a:r>
          </a:p>
          <a:p>
            <a:pPr fontAlgn="base">
              <a:spcBef>
                <a:spcPts val="0"/>
              </a:spcBef>
              <a:buFont typeface="+mj-lt"/>
              <a:buAutoNum type="arabicPeriod" startAt="2"/>
            </a:pPr>
            <a:r>
              <a:rPr lang="en-US" sz="1800" dirty="0">
                <a:solidFill>
                  <a:srgbClr val="1F1F1F"/>
                </a:solidFill>
              </a:rPr>
              <a:t>Government schemes for startups often provide financing in the form of:</a:t>
            </a:r>
          </a:p>
          <a:p>
            <a:pPr fontAlgn="base">
              <a:spcBef>
                <a:spcPts val="0"/>
              </a:spcBef>
            </a:pPr>
            <a:r>
              <a:rPr lang="en-US" sz="1800" dirty="0">
                <a:solidFill>
                  <a:srgbClr val="1F1F1F"/>
                </a:solidFill>
              </a:rPr>
              <a:t>a) Equity investment</a:t>
            </a:r>
          </a:p>
          <a:p>
            <a:pPr fontAlgn="base">
              <a:spcBef>
                <a:spcPts val="0"/>
              </a:spcBef>
            </a:pPr>
            <a:r>
              <a:rPr lang="en-US" sz="1800" dirty="0">
                <a:solidFill>
                  <a:srgbClr val="1F1F1F"/>
                </a:solidFill>
              </a:rPr>
              <a:t>b) Debt financing</a:t>
            </a:r>
          </a:p>
          <a:p>
            <a:pPr fontAlgn="base">
              <a:spcBef>
                <a:spcPts val="0"/>
              </a:spcBef>
            </a:pPr>
            <a:r>
              <a:rPr lang="en-US" sz="1800" dirty="0">
                <a:solidFill>
                  <a:srgbClr val="1F1F1F"/>
                </a:solidFill>
              </a:rPr>
              <a:t>c) Grants</a:t>
            </a:r>
          </a:p>
          <a:p>
            <a:pPr fontAlgn="base">
              <a:spcBef>
                <a:spcPts val="0"/>
              </a:spcBef>
            </a:pPr>
            <a:r>
              <a:rPr lang="en-US" sz="1800" dirty="0">
                <a:solidFill>
                  <a:srgbClr val="1F1F1F"/>
                </a:solidFill>
              </a:rPr>
              <a:t>d) All of the above</a:t>
            </a:r>
          </a:p>
          <a:p>
            <a:pPr fontAlgn="base">
              <a:spcBef>
                <a:spcPts val="0"/>
              </a:spcBef>
              <a:buFont typeface="+mj-lt"/>
              <a:buAutoNum type="arabicPeriod" startAt="3"/>
            </a:pPr>
            <a:r>
              <a:rPr lang="en-US" sz="1800" dirty="0">
                <a:solidFill>
                  <a:srgbClr val="1F1F1F"/>
                </a:solidFill>
              </a:rPr>
              <a:t>Which of the following is a PSU bank?</a:t>
            </a:r>
          </a:p>
          <a:p>
            <a:pPr fontAlgn="base">
              <a:spcBef>
                <a:spcPts val="0"/>
              </a:spcBef>
            </a:pPr>
            <a:r>
              <a:rPr lang="en-US" sz="1800" dirty="0">
                <a:solidFill>
                  <a:srgbClr val="1F1F1F"/>
                </a:solidFill>
              </a:rPr>
              <a:t>a) HDFC Bank</a:t>
            </a:r>
          </a:p>
          <a:p>
            <a:pPr fontAlgn="base">
              <a:spcBef>
                <a:spcPts val="0"/>
              </a:spcBef>
            </a:pPr>
            <a:r>
              <a:rPr lang="en-US" sz="1800" dirty="0">
                <a:solidFill>
                  <a:srgbClr val="1F1F1F"/>
                </a:solidFill>
              </a:rPr>
              <a:t>b) State Bank of India</a:t>
            </a:r>
          </a:p>
          <a:p>
            <a:pPr fontAlgn="base">
              <a:spcBef>
                <a:spcPts val="0"/>
              </a:spcBef>
            </a:pPr>
            <a:r>
              <a:rPr lang="en-US" sz="1800" dirty="0">
                <a:solidFill>
                  <a:srgbClr val="1F1F1F"/>
                </a:solidFill>
              </a:rPr>
              <a:t>c) Axis Bank</a:t>
            </a:r>
          </a:p>
          <a:p>
            <a:pPr fontAlgn="base">
              <a:spcBef>
                <a:spcPts val="0"/>
              </a:spcBef>
            </a:pPr>
            <a:r>
              <a:rPr lang="en-US" sz="1800" dirty="0">
                <a:solidFill>
                  <a:srgbClr val="1F1F1F"/>
                </a:solidFill>
              </a:rPr>
              <a:t>d) ICICI Bank</a:t>
            </a:r>
          </a:p>
          <a:p>
            <a:pPr fontAlgn="base">
              <a:spcBef>
                <a:spcPts val="0"/>
              </a:spcBef>
              <a:buFont typeface="+mj-lt"/>
              <a:buAutoNum type="arabicPeriod" startAt="4"/>
            </a:pPr>
            <a:r>
              <a:rPr lang="en-US" sz="1800" dirty="0">
                <a:solidFill>
                  <a:srgbClr val="1F1F1F"/>
                </a:solidFill>
              </a:rPr>
              <a:t>When scrutinizing project proposals, banks typically consider:</a:t>
            </a:r>
          </a:p>
          <a:p>
            <a:pPr fontAlgn="base">
              <a:spcBef>
                <a:spcPts val="0"/>
              </a:spcBef>
            </a:pPr>
            <a:r>
              <a:rPr lang="en-US" sz="1800" dirty="0">
                <a:solidFill>
                  <a:srgbClr val="1F1F1F"/>
                </a:solidFill>
              </a:rPr>
              <a:t>a) Market potential</a:t>
            </a:r>
          </a:p>
          <a:p>
            <a:pPr fontAlgn="base">
              <a:spcBef>
                <a:spcPts val="0"/>
              </a:spcBef>
            </a:pPr>
            <a:r>
              <a:rPr lang="en-US" sz="1800" dirty="0">
                <a:solidFill>
                  <a:srgbClr val="1F1F1F"/>
                </a:solidFill>
              </a:rPr>
              <a:t>b) Technical feasibility</a:t>
            </a:r>
          </a:p>
          <a:p>
            <a:pPr fontAlgn="base">
              <a:spcBef>
                <a:spcPts val="0"/>
              </a:spcBef>
            </a:pPr>
            <a:r>
              <a:rPr lang="en-US" sz="1800" dirty="0">
                <a:solidFill>
                  <a:srgbClr val="1F1F1F"/>
                </a:solidFill>
              </a:rPr>
              <a:t>c) Promoter's track record</a:t>
            </a:r>
          </a:p>
          <a:p>
            <a:pPr fontAlgn="base">
              <a:spcBef>
                <a:spcPts val="0"/>
              </a:spcBef>
            </a:pPr>
            <a:r>
              <a:rPr lang="en-US" sz="1800" dirty="0">
                <a:solidFill>
                  <a:srgbClr val="1F1F1F"/>
                </a:solidFill>
              </a:rPr>
              <a:t>d) All of the above</a:t>
            </a:r>
          </a:p>
          <a:p>
            <a:pPr fontAlgn="base">
              <a:spcBef>
                <a:spcPts val="0"/>
              </a:spcBef>
              <a:buFont typeface="+mj-lt"/>
              <a:buAutoNum type="arabicPeriod" startAt="5"/>
            </a:pPr>
            <a:r>
              <a:rPr lang="en-US" sz="1800" dirty="0">
                <a:solidFill>
                  <a:srgbClr val="1F1F1F"/>
                </a:solidFill>
              </a:rPr>
              <a:t>Project budgeting involves:</a:t>
            </a:r>
          </a:p>
          <a:p>
            <a:pPr fontAlgn="base">
              <a:spcBef>
                <a:spcPts val="0"/>
              </a:spcBef>
            </a:pPr>
            <a:r>
              <a:rPr lang="en-US" sz="1800" dirty="0">
                <a:solidFill>
                  <a:srgbClr val="1F1F1F"/>
                </a:solidFill>
              </a:rPr>
              <a:t>a) Estimating costs</a:t>
            </a:r>
          </a:p>
          <a:p>
            <a:pPr fontAlgn="base">
              <a:spcBef>
                <a:spcPts val="0"/>
              </a:spcBef>
            </a:pPr>
            <a:r>
              <a:rPr lang="en-US" sz="1800" dirty="0">
                <a:solidFill>
                  <a:srgbClr val="1F1F1F"/>
                </a:solidFill>
              </a:rPr>
              <a:t>b) Allocating resources</a:t>
            </a:r>
          </a:p>
          <a:p>
            <a:pPr fontAlgn="base">
              <a:spcBef>
                <a:spcPts val="0"/>
              </a:spcBef>
            </a:pPr>
            <a:r>
              <a:rPr lang="en-US" sz="1800" dirty="0">
                <a:solidFill>
                  <a:srgbClr val="1F1F1F"/>
                </a:solidFill>
              </a:rPr>
              <a:t>c) Tracking actual expenses</a:t>
            </a:r>
          </a:p>
          <a:p>
            <a:pPr fontAlgn="base">
              <a:spcBef>
                <a:spcPts val="0"/>
              </a:spcBef>
            </a:pPr>
            <a:r>
              <a:rPr lang="en-US" sz="1800" dirty="0">
                <a:solidFill>
                  <a:srgbClr val="1F1F1F"/>
                </a:solidFill>
              </a:rPr>
              <a:t>d) All of the above</a:t>
            </a:r>
          </a:p>
        </p:txBody>
      </p:sp>
      <p:sp>
        <p:nvSpPr>
          <p:cNvPr id="4" name="Date Placeholder 3"/>
          <p:cNvSpPr>
            <a:spLocks noGrp="1"/>
          </p:cNvSpPr>
          <p:nvPr>
            <p:ph type="dt" sz="half" idx="10"/>
          </p:nvPr>
        </p:nvSpPr>
        <p:spPr/>
        <p:txBody>
          <a:bodyPr/>
          <a:lstStyle/>
          <a:p>
            <a:fld id="{5CFD65B4-077E-4CEA-8DAA-665795AACFF9}" type="datetime1">
              <a:rPr lang="en-US" smtClean="0"/>
              <a:t>8/20/2025</a:t>
            </a:fld>
            <a:endParaRPr lang="en-US"/>
          </a:p>
        </p:txBody>
      </p:sp>
      <p:sp>
        <p:nvSpPr>
          <p:cNvPr id="5" name="Footer Placeholder 4"/>
          <p:cNvSpPr>
            <a:spLocks noGrp="1"/>
          </p:cNvSpPr>
          <p:nvPr>
            <p:ph type="ftr" sz="quarter" idx="11"/>
          </p:nvPr>
        </p:nvSpPr>
        <p:spPr>
          <a:xfrm>
            <a:off x="1676400" y="6356351"/>
            <a:ext cx="96012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2209800" y="1"/>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Weekly Assignment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1"/>
            <a:ext cx="11811000" cy="4525963"/>
          </a:xfrm>
        </p:spPr>
        <p:txBody>
          <a:bodyPr>
            <a:normAutofit/>
          </a:bodyPr>
          <a:lstStyle/>
          <a:p>
            <a:pPr fontAlgn="base">
              <a:spcBef>
                <a:spcPts val="0"/>
              </a:spcBef>
              <a:buFont typeface="+mj-lt"/>
              <a:buAutoNum type="arabicPeriod" startAt="6"/>
            </a:pPr>
            <a:r>
              <a:rPr lang="en-US" sz="1800" dirty="0">
                <a:solidFill>
                  <a:srgbClr val="1F1F1F"/>
                </a:solidFill>
                <a:latin typeface="Arial" panose="020B0604020202020204" pitchFamily="34" charset="0"/>
              </a:rPr>
              <a:t>A company is considering a project with an initial investment of $100,000 and expected cash inflows of $30,000 per year for five years. If the discount rate is 10%, should the company accept the project based on the Net Present Value (NPV) method?</a:t>
            </a:r>
            <a:endParaRPr lang="en-US" sz="1800" dirty="0">
              <a:solidFill>
                <a:srgbClr val="000000"/>
              </a:solidFill>
              <a:latin typeface="Arial" panose="020B0604020202020204" pitchFamily="34" charset="0"/>
            </a:endParaRPr>
          </a:p>
          <a:p>
            <a:pPr fontAlgn="base">
              <a:spcBef>
                <a:spcPts val="0"/>
              </a:spcBef>
              <a:buFont typeface="+mj-lt"/>
              <a:buAutoNum type="arabicPeriod" startAt="6"/>
            </a:pPr>
            <a:r>
              <a:rPr lang="en-US" sz="1800" dirty="0">
                <a:solidFill>
                  <a:srgbClr val="1F1F1F"/>
                </a:solidFill>
                <a:latin typeface="Arial" panose="020B0604020202020204" pitchFamily="34" charset="0"/>
              </a:rPr>
              <a:t>A startup is seeking funding from a PSU bank. What key documents and information should they prepare to strengthen their application?</a:t>
            </a:r>
            <a:endParaRPr lang="en-US" sz="1800" dirty="0">
              <a:solidFill>
                <a:srgbClr val="000000"/>
              </a:solidFill>
              <a:latin typeface="Arial" panose="020B0604020202020204" pitchFamily="34" charset="0"/>
            </a:endParaRPr>
          </a:p>
          <a:p>
            <a:pPr fontAlgn="base">
              <a:spcBef>
                <a:spcPts val="0"/>
              </a:spcBef>
              <a:buFont typeface="+mj-lt"/>
              <a:buAutoNum type="arabicPeriod" startAt="6"/>
            </a:pPr>
            <a:r>
              <a:rPr lang="en-US" sz="1800" dirty="0">
                <a:solidFill>
                  <a:srgbClr val="1F1F1F"/>
                </a:solidFill>
                <a:latin typeface="Arial" panose="020B0604020202020204" pitchFamily="34" charset="0"/>
              </a:rPr>
              <a:t>A project's budget includes a $50,000 contingency for unforeseen expenses. This is an example of:</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a) Capex</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b) Opex</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c) Risk mitigation</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d) Revenue forecasting</a:t>
            </a:r>
            <a:endParaRPr lang="en-US" sz="1800" dirty="0">
              <a:solidFill>
                <a:srgbClr val="000000"/>
              </a:solidFill>
              <a:latin typeface="Arial" panose="020B0604020202020204" pitchFamily="34" charset="0"/>
            </a:endParaRPr>
          </a:p>
          <a:p>
            <a:pPr fontAlgn="base">
              <a:spcBef>
                <a:spcPts val="0"/>
              </a:spcBef>
              <a:buFont typeface="+mj-lt"/>
              <a:buAutoNum type="arabicPeriod" startAt="9"/>
            </a:pPr>
            <a:r>
              <a:rPr lang="en-US" sz="1800" dirty="0">
                <a:solidFill>
                  <a:srgbClr val="1F1F1F"/>
                </a:solidFill>
                <a:latin typeface="Arial" panose="020B0604020202020204" pitchFamily="34" charset="0"/>
              </a:rPr>
              <a:t>During project execution, actual costs start exceeding budgeted costs. What are the potential consequences of this?</a:t>
            </a:r>
            <a:endParaRPr lang="en-US" sz="1800" dirty="0">
              <a:solidFill>
                <a:srgbClr val="000000"/>
              </a:solidFill>
              <a:latin typeface="Arial" panose="020B0604020202020204" pitchFamily="34" charset="0"/>
            </a:endParaRPr>
          </a:p>
          <a:p>
            <a:pPr fontAlgn="base">
              <a:spcBef>
                <a:spcPts val="0"/>
              </a:spcBef>
              <a:buFont typeface="+mj-lt"/>
              <a:buAutoNum type="arabicPeriod" startAt="9"/>
            </a:pPr>
            <a:r>
              <a:rPr lang="en-US" sz="1800" dirty="0">
                <a:solidFill>
                  <a:srgbClr val="1F1F1F"/>
                </a:solidFill>
                <a:latin typeface="Arial" panose="020B0604020202020204" pitchFamily="34" charset="0"/>
              </a:rPr>
              <a:t>A project manager notices that materials costs are consistently higher than anticipated. What steps could they take to address this issue?</a:t>
            </a:r>
            <a:endParaRPr lang="en-US" sz="1800" dirty="0">
              <a:solidFill>
                <a:srgbClr val="000000"/>
              </a:solidFill>
              <a:latin typeface="Arial" panose="020B0604020202020204" pitchFamily="34" charset="0"/>
            </a:endParaRPr>
          </a:p>
        </p:txBody>
      </p:sp>
      <p:sp>
        <p:nvSpPr>
          <p:cNvPr id="4" name="Date Placeholder 3"/>
          <p:cNvSpPr>
            <a:spLocks noGrp="1"/>
          </p:cNvSpPr>
          <p:nvPr>
            <p:ph type="dt" sz="half" idx="10"/>
          </p:nvPr>
        </p:nvSpPr>
        <p:spPr/>
        <p:txBody>
          <a:bodyPr/>
          <a:lstStyle/>
          <a:p>
            <a:fld id="{2A05A7E8-91C7-4B19-ABD6-BC7DAB49BFED}" type="datetime1">
              <a:rPr lang="en-US" smtClean="0"/>
              <a:t>8/20/2025</a:t>
            </a:fld>
            <a:endParaRPr lang="en-US"/>
          </a:p>
        </p:txBody>
      </p:sp>
      <p:sp>
        <p:nvSpPr>
          <p:cNvPr id="5" name="Footer Placeholder 4"/>
          <p:cNvSpPr>
            <a:spLocks noGrp="1"/>
          </p:cNvSpPr>
          <p:nvPr>
            <p:ph type="ftr" sz="quarter" idx="11"/>
          </p:nvPr>
        </p:nvSpPr>
        <p:spPr>
          <a:xfrm>
            <a:off x="1676400" y="6356351"/>
            <a:ext cx="95250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2057400" y="1"/>
            <a:ext cx="10134600" cy="6095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Weekly Assignment</a:t>
            </a:r>
          </a:p>
        </p:txBody>
      </p:sp>
    </p:spTree>
    <p:extLst>
      <p:ext uri="{BB962C8B-B14F-4D97-AF65-F5344CB8AC3E}">
        <p14:creationId xmlns:p14="http://schemas.microsoft.com/office/powerpoint/2010/main" val="21507779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11963400" cy="4724400"/>
          </a:xfrm>
        </p:spPr>
        <p:txBody>
          <a:bodyPr>
            <a:noAutofit/>
          </a:bodyPr>
          <a:lstStyle/>
          <a:p>
            <a:pPr fontAlgn="base">
              <a:spcBef>
                <a:spcPts val="0"/>
              </a:spcBef>
              <a:buFont typeface="+mj-lt"/>
              <a:buAutoNum type="arabicPeriod"/>
            </a:pPr>
            <a:r>
              <a:rPr lang="en-US" sz="1800" dirty="0">
                <a:solidFill>
                  <a:srgbClr val="1F1F1F"/>
                </a:solidFill>
                <a:latin typeface="Arial" panose="020B0604020202020204" pitchFamily="34" charset="0"/>
              </a:rPr>
              <a:t>Define the following project appraisal techniques:</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Net Present Value (NPV)</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Internal Rate of Return (IRR)</a:t>
            </a:r>
            <a:endParaRPr lang="en-US" sz="1800" dirty="0">
              <a:solidFill>
                <a:srgbClr val="000000"/>
              </a:solidFill>
              <a:latin typeface="Arial" panose="020B0604020202020204" pitchFamily="34" charset="0"/>
            </a:endParaRPr>
          </a:p>
          <a:p>
            <a:pPr fontAlgn="base">
              <a:spcBef>
                <a:spcPts val="0"/>
              </a:spcBef>
            </a:pPr>
            <a:r>
              <a:rPr lang="en-US" sz="1800" dirty="0">
                <a:solidFill>
                  <a:srgbClr val="1F1F1F"/>
                </a:solidFill>
                <a:latin typeface="Arial" panose="020B0604020202020204" pitchFamily="34" charset="0"/>
              </a:rPr>
              <a:t>Payback Period</a:t>
            </a:r>
            <a:endParaRPr lang="en-US" sz="1800" dirty="0">
              <a:solidFill>
                <a:srgbClr val="000000"/>
              </a:solidFill>
              <a:latin typeface="Arial" panose="020B0604020202020204" pitchFamily="34" charset="0"/>
            </a:endParaRPr>
          </a:p>
          <a:p>
            <a:pPr fontAlgn="base">
              <a:spcBef>
                <a:spcPts val="0"/>
              </a:spcBef>
              <a:buFont typeface="+mj-lt"/>
              <a:buAutoNum type="arabicPeriod" startAt="2"/>
            </a:pPr>
            <a:r>
              <a:rPr lang="en-US" sz="1800" dirty="0">
                <a:solidFill>
                  <a:srgbClr val="1F1F1F"/>
                </a:solidFill>
                <a:latin typeface="Arial" panose="020B0604020202020204" pitchFamily="34" charset="0"/>
              </a:rPr>
              <a:t>Explain the difference between Capex and Opex, providing examples of each.</a:t>
            </a:r>
            <a:endParaRPr lang="en-US" sz="1800" dirty="0">
              <a:solidFill>
                <a:srgbClr val="000000"/>
              </a:solidFill>
              <a:latin typeface="Arial" panose="020B0604020202020204" pitchFamily="34" charset="0"/>
            </a:endParaRPr>
          </a:p>
          <a:p>
            <a:pPr fontAlgn="base">
              <a:spcBef>
                <a:spcPts val="0"/>
              </a:spcBef>
              <a:buFont typeface="+mj-lt"/>
              <a:buAutoNum type="arabicPeriod" startAt="2"/>
            </a:pPr>
            <a:r>
              <a:rPr lang="en-US" sz="1800" dirty="0">
                <a:solidFill>
                  <a:srgbClr val="1F1F1F"/>
                </a:solidFill>
                <a:latin typeface="Arial" panose="020B0604020202020204" pitchFamily="34" charset="0"/>
              </a:rPr>
              <a:t>Describe the role of government schemes in supporting startup financing.</a:t>
            </a:r>
          </a:p>
          <a:p>
            <a:pPr fontAlgn="base">
              <a:spcBef>
                <a:spcPts val="0"/>
              </a:spcBef>
              <a:buFont typeface="+mj-lt"/>
              <a:buAutoNum type="arabicPeriod" startAt="4"/>
            </a:pPr>
            <a:r>
              <a:rPr lang="en-US" sz="1800" dirty="0">
                <a:solidFill>
                  <a:srgbClr val="1F1F1F"/>
                </a:solidFill>
                <a:latin typeface="Arial" panose="020B0604020202020204" pitchFamily="34" charset="0"/>
              </a:rPr>
              <a:t>Analyze a project proposal for a new product launch, evaluating its strengths and weaknesses from a bank's perspective.</a:t>
            </a:r>
            <a:endParaRPr lang="en-US" sz="1800" dirty="0">
              <a:solidFill>
                <a:srgbClr val="000000"/>
              </a:solidFill>
              <a:latin typeface="Arial" panose="020B0604020202020204" pitchFamily="34" charset="0"/>
            </a:endParaRPr>
          </a:p>
          <a:p>
            <a:pPr fontAlgn="base">
              <a:spcBef>
                <a:spcPts val="0"/>
              </a:spcBef>
              <a:buFont typeface="+mj-lt"/>
              <a:buAutoNum type="arabicPeriod" startAt="4"/>
            </a:pPr>
            <a:r>
              <a:rPr lang="en-US" sz="1800" dirty="0">
                <a:solidFill>
                  <a:srgbClr val="1F1F1F"/>
                </a:solidFill>
                <a:latin typeface="Arial" panose="020B0604020202020204" pitchFamily="34" charset="0"/>
              </a:rPr>
              <a:t>Develop a simple project budget for a software development project, including key cost categories.</a:t>
            </a:r>
            <a:endParaRPr lang="en-US" sz="1800" dirty="0">
              <a:solidFill>
                <a:srgbClr val="000000"/>
              </a:solidFill>
              <a:latin typeface="Arial" panose="020B0604020202020204" pitchFamily="34" charset="0"/>
            </a:endParaRPr>
          </a:p>
          <a:p>
            <a:pPr fontAlgn="base">
              <a:spcBef>
                <a:spcPts val="0"/>
              </a:spcBef>
              <a:buFont typeface="+mj-lt"/>
              <a:buAutoNum type="arabicPeriod" startAt="4"/>
            </a:pPr>
            <a:r>
              <a:rPr lang="en-US" sz="1800" dirty="0">
                <a:solidFill>
                  <a:srgbClr val="1F1F1F"/>
                </a:solidFill>
                <a:latin typeface="Arial" panose="020B0604020202020204" pitchFamily="34" charset="0"/>
              </a:rPr>
              <a:t>Discuss the importance of tracking project costs during execution. What tools or techniques can be used for effective cost monitoring?</a:t>
            </a:r>
            <a:endParaRPr lang="en-US" sz="1800" dirty="0">
              <a:solidFill>
                <a:srgbClr val="000000"/>
              </a:solidFill>
              <a:latin typeface="Arial" panose="020B0604020202020204" pitchFamily="34" charset="0"/>
            </a:endParaRPr>
          </a:p>
          <a:p>
            <a:pPr fontAlgn="base">
              <a:spcBef>
                <a:spcPts val="0"/>
              </a:spcBef>
              <a:buFont typeface="+mj-lt"/>
              <a:buAutoNum type="arabicPeriod" startAt="4"/>
            </a:pPr>
            <a:r>
              <a:rPr lang="en-US" sz="1800" dirty="0">
                <a:solidFill>
                  <a:srgbClr val="1F1F1F"/>
                </a:solidFill>
                <a:latin typeface="Arial" panose="020B0604020202020204" pitchFamily="34" charset="0"/>
              </a:rPr>
              <a:t>A startup has been approved for a loan from a PSU bank. Outline the steps involved in the loan disbursement process and compliance requirements.</a:t>
            </a:r>
            <a:endParaRPr lang="en-US" sz="1800" dirty="0">
              <a:solidFill>
                <a:srgbClr val="000000"/>
              </a:solidFill>
              <a:latin typeface="Arial" panose="020B0604020202020204" pitchFamily="34" charset="0"/>
            </a:endParaRPr>
          </a:p>
          <a:p>
            <a:pPr marL="0" indent="0" fontAlgn="base">
              <a:spcBef>
                <a:spcPts val="0"/>
              </a:spcBef>
              <a:buNone/>
            </a:pPr>
            <a:endParaRPr lang="en-US" sz="1800" dirty="0">
              <a:solidFill>
                <a:srgbClr val="000000"/>
              </a:solidFill>
              <a:latin typeface="Arial" panose="020B0604020202020204" pitchFamily="34" charset="0"/>
            </a:endParaRPr>
          </a:p>
        </p:txBody>
      </p:sp>
      <p:sp>
        <p:nvSpPr>
          <p:cNvPr id="4" name="Date Placeholder 3"/>
          <p:cNvSpPr>
            <a:spLocks noGrp="1"/>
          </p:cNvSpPr>
          <p:nvPr>
            <p:ph type="dt" sz="half" idx="10"/>
          </p:nvPr>
        </p:nvSpPr>
        <p:spPr/>
        <p:txBody>
          <a:bodyPr/>
          <a:lstStyle/>
          <a:p>
            <a:fld id="{1BDFDC33-13CC-42B5-9622-3EE532818FF0}" type="datetime1">
              <a:rPr lang="en-US" smtClean="0"/>
              <a:t>8/20/2025</a:t>
            </a:fld>
            <a:endParaRPr lang="en-US"/>
          </a:p>
        </p:txBody>
      </p:sp>
      <p:sp>
        <p:nvSpPr>
          <p:cNvPr id="5" name="Footer Placeholder 4"/>
          <p:cNvSpPr>
            <a:spLocks noGrp="1"/>
          </p:cNvSpPr>
          <p:nvPr>
            <p:ph type="ftr" sz="quarter" idx="11"/>
          </p:nvPr>
        </p:nvSpPr>
        <p:spPr>
          <a:xfrm>
            <a:off x="1524000" y="6356351"/>
            <a:ext cx="95250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2209800" y="2"/>
            <a:ext cx="9982200" cy="65404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latin typeface="Times New Roman" pitchFamily="18" charset="0"/>
                <a:cs typeface="Times New Roman" pitchFamily="18" charset="0"/>
              </a:rPr>
              <a:t>Expected Questions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914400"/>
            <a:ext cx="11811000" cy="4525963"/>
          </a:xfrm>
        </p:spPr>
        <p:txBody>
          <a:bodyPr>
            <a:noAutofit/>
          </a:bodyPr>
          <a:lstStyle/>
          <a:p>
            <a:pPr>
              <a:spcBef>
                <a:spcPts val="0"/>
              </a:spcBef>
              <a:spcAft>
                <a:spcPts val="1200"/>
              </a:spcAft>
            </a:pPr>
            <a:r>
              <a:rPr lang="en-US" sz="2000" dirty="0">
                <a:solidFill>
                  <a:srgbClr val="1F1F1F"/>
                </a:solidFill>
              </a:rPr>
              <a:t>This syllabus encompasses project evaluation, financing, and cost management for successful project execution. Key areas of focus include:</a:t>
            </a:r>
            <a:endParaRPr lang="en-US" sz="2000" dirty="0"/>
          </a:p>
          <a:p>
            <a:pPr fontAlgn="base">
              <a:spcBef>
                <a:spcPts val="0"/>
              </a:spcBef>
            </a:pPr>
            <a:r>
              <a:rPr lang="en-US" sz="2000" b="1" dirty="0">
                <a:solidFill>
                  <a:srgbClr val="1F1F1F"/>
                </a:solidFill>
              </a:rPr>
              <a:t>Project Appraisal Techniques:</a:t>
            </a:r>
            <a:r>
              <a:rPr lang="en-US" sz="2000" dirty="0">
                <a:solidFill>
                  <a:srgbClr val="1F1F1F"/>
                </a:solidFill>
              </a:rPr>
              <a:t> Understanding methods such as Net Present Value (NPV), Internal Rate of Return (IRR), and Payback Period is crucial for assessing a proposed project’s financial viability.</a:t>
            </a:r>
            <a:endParaRPr lang="en-US" sz="2000" dirty="0">
              <a:solidFill>
                <a:srgbClr val="000000"/>
              </a:solidFill>
            </a:endParaRPr>
          </a:p>
          <a:p>
            <a:pPr fontAlgn="base">
              <a:spcBef>
                <a:spcPts val="0"/>
              </a:spcBef>
            </a:pPr>
            <a:r>
              <a:rPr lang="en-US" sz="2000" b="1" dirty="0">
                <a:solidFill>
                  <a:srgbClr val="1F1F1F"/>
                </a:solidFill>
              </a:rPr>
              <a:t>Financing for Startups:</a:t>
            </a:r>
            <a:r>
              <a:rPr lang="en-US" sz="2000" dirty="0">
                <a:solidFill>
                  <a:srgbClr val="1F1F1F"/>
                </a:solidFill>
              </a:rPr>
              <a:t> Exploring the various funding options available to startups, with a particular emphasis on government schemes and securing loans from Public Sector Undertaking (PSU) and Public Sector Enterprise (PSE) banks.</a:t>
            </a:r>
            <a:endParaRPr lang="en-US" sz="2000" dirty="0">
              <a:solidFill>
                <a:srgbClr val="000000"/>
              </a:solidFill>
            </a:endParaRPr>
          </a:p>
          <a:p>
            <a:pPr fontAlgn="base">
              <a:spcBef>
                <a:spcPts val="0"/>
              </a:spcBef>
            </a:pPr>
            <a:r>
              <a:rPr lang="en-US" sz="2000" b="1" dirty="0">
                <a:solidFill>
                  <a:srgbClr val="1F1F1F"/>
                </a:solidFill>
              </a:rPr>
              <a:t>Bank Scrutiny and Approvals:</a:t>
            </a:r>
            <a:r>
              <a:rPr lang="en-US" sz="2000" dirty="0">
                <a:solidFill>
                  <a:srgbClr val="1F1F1F"/>
                </a:solidFill>
              </a:rPr>
              <a:t> Understanding the factors that banks rigorously evaluate in project proposals, including market analysis, technical feasibility, the promoter's background, and overall risk assessment.</a:t>
            </a:r>
            <a:endParaRPr lang="en-US" sz="2000" dirty="0">
              <a:solidFill>
                <a:srgbClr val="000000"/>
              </a:solidFill>
            </a:endParaRPr>
          </a:p>
          <a:p>
            <a:pPr fontAlgn="base">
              <a:spcBef>
                <a:spcPts val="0"/>
              </a:spcBef>
            </a:pPr>
            <a:r>
              <a:rPr lang="en-US" sz="2000" b="1" dirty="0">
                <a:solidFill>
                  <a:srgbClr val="1F1F1F"/>
                </a:solidFill>
              </a:rPr>
              <a:t>Project Budgeting:</a:t>
            </a:r>
            <a:r>
              <a:rPr lang="en-US" sz="2000" dirty="0">
                <a:solidFill>
                  <a:srgbClr val="1F1F1F"/>
                </a:solidFill>
              </a:rPr>
              <a:t> The importance of establishing accurate budgets with comprehensive cost estimates, resource allocation, and the inclusion of contingency reserves to manage unexpected expenses.</a:t>
            </a:r>
            <a:endParaRPr lang="en-US" sz="2000" dirty="0">
              <a:solidFill>
                <a:srgbClr val="000000"/>
              </a:solidFill>
            </a:endParaRPr>
          </a:p>
          <a:p>
            <a:pPr fontAlgn="base">
              <a:spcBef>
                <a:spcPts val="0"/>
              </a:spcBef>
            </a:pPr>
            <a:r>
              <a:rPr lang="en-US" sz="2000" b="1" dirty="0">
                <a:solidFill>
                  <a:srgbClr val="1F1F1F"/>
                </a:solidFill>
              </a:rPr>
              <a:t>Capex vs. Opex</a:t>
            </a:r>
            <a:r>
              <a:rPr lang="en-US" sz="2000" dirty="0">
                <a:solidFill>
                  <a:srgbClr val="1F1F1F"/>
                </a:solidFill>
              </a:rPr>
              <a:t>: Differentiating between Capital Expenditures (Capex), which are long-term investments in assets, and Operational Expenditures (Opex), which are the recurring costs of running the business.</a:t>
            </a:r>
            <a:endParaRPr lang="en-US" sz="2000" dirty="0">
              <a:solidFill>
                <a:srgbClr val="000000"/>
              </a:solidFill>
            </a:endParaRPr>
          </a:p>
          <a:p>
            <a:r>
              <a:rPr lang="en-US" sz="2000" b="1" dirty="0">
                <a:solidFill>
                  <a:srgbClr val="1F1F1F"/>
                </a:solidFill>
              </a:rPr>
              <a:t>Cost Tracking During Execution:</a:t>
            </a:r>
            <a:r>
              <a:rPr lang="en-US" sz="2000" dirty="0">
                <a:solidFill>
                  <a:srgbClr val="1F1F1F"/>
                </a:solidFill>
              </a:rPr>
              <a:t> Emphasizing proactive cost monitoring systems throughout project execution. This allows for early identification of deviations from the budget, enabling timely corrective actions to safeguard financial success.</a:t>
            </a:r>
            <a:endParaRPr lang="en-US" sz="2000" dirty="0">
              <a:cs typeface="Times New Roman" pitchFamily="18" charset="0"/>
            </a:endParaRPr>
          </a:p>
        </p:txBody>
      </p:sp>
      <p:sp>
        <p:nvSpPr>
          <p:cNvPr id="4" name="Date Placeholder 3"/>
          <p:cNvSpPr>
            <a:spLocks noGrp="1"/>
          </p:cNvSpPr>
          <p:nvPr>
            <p:ph type="dt" sz="half" idx="10"/>
          </p:nvPr>
        </p:nvSpPr>
        <p:spPr/>
        <p:txBody>
          <a:bodyPr/>
          <a:lstStyle/>
          <a:p>
            <a:fld id="{003493A7-15E7-410F-A398-B59C9AA594C0}"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10" name="Title 1"/>
          <p:cNvSpPr txBox="1">
            <a:spLocks/>
          </p:cNvSpPr>
          <p:nvPr/>
        </p:nvSpPr>
        <p:spPr>
          <a:xfrm>
            <a:off x="2133600" y="1"/>
            <a:ext cx="10058400" cy="5333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Summary</a:t>
            </a:r>
          </a:p>
        </p:txBody>
      </p:sp>
    </p:spTree>
    <p:extLst>
      <p:ext uri="{BB962C8B-B14F-4D97-AF65-F5344CB8AC3E}">
        <p14:creationId xmlns:p14="http://schemas.microsoft.com/office/powerpoint/2010/main" val="3922263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1"/>
            <a:ext cx="12039600" cy="4525963"/>
          </a:xfrm>
        </p:spPr>
        <p:txBody>
          <a:bodyPr>
            <a:normAutofit/>
          </a:bodyPr>
          <a:lstStyle/>
          <a:p>
            <a:pPr>
              <a:spcBef>
                <a:spcPts val="0"/>
              </a:spcBef>
              <a:spcAft>
                <a:spcPts val="1200"/>
              </a:spcAft>
            </a:pPr>
            <a:r>
              <a:rPr lang="en-US" sz="1800" b="1" dirty="0">
                <a:solidFill>
                  <a:srgbClr val="1F1F1F"/>
                </a:solidFill>
              </a:rPr>
              <a:t>Prerequisites</a:t>
            </a:r>
            <a:endParaRPr lang="en-US" sz="1600" dirty="0"/>
          </a:p>
          <a:p>
            <a:pPr fontAlgn="base">
              <a:spcBef>
                <a:spcPts val="0"/>
              </a:spcBef>
            </a:pPr>
            <a:r>
              <a:rPr lang="en-US" sz="1800" b="1" dirty="0">
                <a:solidFill>
                  <a:srgbClr val="1F1F1F"/>
                </a:solidFill>
              </a:rPr>
              <a:t>Basic understanding of finance:</a:t>
            </a:r>
            <a:r>
              <a:rPr lang="en-US" sz="1800" dirty="0">
                <a:solidFill>
                  <a:srgbClr val="1F1F1F"/>
                </a:solidFill>
              </a:rPr>
              <a:t> This includes familiarity with key financial concepts like present value, cash flow, and discount rates. A basic accounting course or financial literacy resources would be beneficial.</a:t>
            </a:r>
            <a:endParaRPr lang="en-US" sz="1800" dirty="0">
              <a:solidFill>
                <a:srgbClr val="000000"/>
              </a:solidFill>
            </a:endParaRPr>
          </a:p>
          <a:p>
            <a:r>
              <a:rPr lang="en-US" sz="1800" b="1" dirty="0">
                <a:solidFill>
                  <a:srgbClr val="1F1F1F"/>
                </a:solidFill>
              </a:rPr>
              <a:t>Project management fundamentals:</a:t>
            </a:r>
            <a:r>
              <a:rPr lang="en-US" sz="1800" dirty="0">
                <a:solidFill>
                  <a:srgbClr val="1F1F1F"/>
                </a:solidFill>
              </a:rPr>
              <a:t> An understanding of project life cycles, common project management methodologies (e.g., Waterfall, Agile), and core project management processes (e.g., planning, execution, monitoring) would be helpful.</a:t>
            </a:r>
            <a:endParaRPr lang="en-US" dirty="0">
              <a:cs typeface="Times New Roman" pitchFamily="18" charset="0"/>
            </a:endParaRPr>
          </a:p>
        </p:txBody>
      </p:sp>
      <p:sp>
        <p:nvSpPr>
          <p:cNvPr id="4" name="Date Placeholder 3"/>
          <p:cNvSpPr>
            <a:spLocks noGrp="1"/>
          </p:cNvSpPr>
          <p:nvPr>
            <p:ph type="dt" sz="half" idx="10"/>
          </p:nvPr>
        </p:nvSpPr>
        <p:spPr/>
        <p:txBody>
          <a:bodyPr/>
          <a:lstStyle/>
          <a:p>
            <a:fld id="{200E9164-FC01-4768-9459-F9A099C298E1}" type="datetime1">
              <a:rPr lang="en-US" smtClean="0"/>
              <a:t>8/20/2025</a:t>
            </a:fld>
            <a:endParaRPr lang="en-US" dirty="0"/>
          </a:p>
        </p:txBody>
      </p:sp>
      <p:sp>
        <p:nvSpPr>
          <p:cNvPr id="5" name="Footer Placeholder 4"/>
          <p:cNvSpPr>
            <a:spLocks noGrp="1"/>
          </p:cNvSpPr>
          <p:nvPr>
            <p:ph type="ftr" sz="quarter" idx="11"/>
          </p:nvPr>
        </p:nvSpPr>
        <p:spPr>
          <a:xfrm>
            <a:off x="1447800" y="6356351"/>
            <a:ext cx="95250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Prerequisite and Recap</a:t>
            </a:r>
          </a:p>
        </p:txBody>
      </p:sp>
    </p:spTree>
    <p:extLst>
      <p:ext uri="{BB962C8B-B14F-4D97-AF65-F5344CB8AC3E}">
        <p14:creationId xmlns:p14="http://schemas.microsoft.com/office/powerpoint/2010/main" val="3785312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887200" cy="5029200"/>
          </a:xfrm>
        </p:spPr>
        <p:txBody>
          <a:bodyPr>
            <a:normAutofit/>
          </a:bodyPr>
          <a:lstStyle/>
          <a:p>
            <a:pPr>
              <a:spcBef>
                <a:spcPts val="1200"/>
              </a:spcBef>
              <a:spcAft>
                <a:spcPts val="1200"/>
              </a:spcAft>
            </a:pPr>
            <a:r>
              <a:rPr lang="en-US" sz="1800" b="1" dirty="0">
                <a:solidFill>
                  <a:srgbClr val="1F1F1F"/>
                </a:solidFill>
              </a:rPr>
              <a:t>Recap</a:t>
            </a:r>
            <a:endParaRPr lang="en-US" sz="1100" dirty="0"/>
          </a:p>
          <a:p>
            <a:pPr fontAlgn="base">
              <a:spcBef>
                <a:spcPts val="0"/>
              </a:spcBef>
            </a:pPr>
            <a:r>
              <a:rPr lang="en-US" sz="1800" b="1" dirty="0">
                <a:solidFill>
                  <a:srgbClr val="1F1F1F"/>
                </a:solidFill>
              </a:rPr>
              <a:t>Project Appraisal Techniques:</a:t>
            </a:r>
            <a:r>
              <a:rPr lang="en-US" sz="1800" dirty="0">
                <a:solidFill>
                  <a:srgbClr val="1F1F1F"/>
                </a:solidFill>
              </a:rPr>
              <a:t> Briefly summarize the different project appraisal techniques covered in the syllabus, such as Net Present Value (NPV), Internal Rate of Return (IRR), and Payback Period. Explain how these techniques are used to assess the financial viability of projects.</a:t>
            </a:r>
            <a:endParaRPr lang="en-US" sz="1800" dirty="0">
              <a:solidFill>
                <a:srgbClr val="000000"/>
              </a:solidFill>
            </a:endParaRPr>
          </a:p>
          <a:p>
            <a:pPr fontAlgn="base">
              <a:spcBef>
                <a:spcPts val="0"/>
              </a:spcBef>
            </a:pPr>
            <a:r>
              <a:rPr lang="en-US" sz="1800" b="1" dirty="0">
                <a:solidFill>
                  <a:srgbClr val="1F1F1F"/>
                </a:solidFill>
              </a:rPr>
              <a:t>Financing Options for Startups:</a:t>
            </a:r>
            <a:r>
              <a:rPr lang="en-US" sz="1800" dirty="0">
                <a:solidFill>
                  <a:srgbClr val="1F1F1F"/>
                </a:solidFill>
              </a:rPr>
              <a:t> Recap the various funding options explored in the syllabus, including government schemes, loans from PSU/PSE banks, and other relevant sources. Briefly mention the key considerations for startups when seeking financing.</a:t>
            </a:r>
            <a:endParaRPr lang="en-US" sz="1800" dirty="0">
              <a:solidFill>
                <a:srgbClr val="000000"/>
              </a:solidFill>
            </a:endParaRPr>
          </a:p>
          <a:p>
            <a:pPr fontAlgn="base">
              <a:spcBef>
                <a:spcPts val="0"/>
              </a:spcBef>
            </a:pPr>
            <a:r>
              <a:rPr lang="en-US" sz="1800" b="1" dirty="0">
                <a:solidFill>
                  <a:srgbClr val="1F1F1F"/>
                </a:solidFill>
              </a:rPr>
              <a:t>Bank Scrutiny Process:</a:t>
            </a:r>
            <a:r>
              <a:rPr lang="en-US" sz="1800" dirty="0">
                <a:solidFill>
                  <a:srgbClr val="1F1F1F"/>
                </a:solidFill>
              </a:rPr>
              <a:t> Summarize the factors that banks consider when evaluating project loan applications. This could include market potential, technical feasibility, the project team's experience, and risk management strategies.</a:t>
            </a:r>
            <a:endParaRPr lang="en-US" sz="1800" dirty="0">
              <a:solidFill>
                <a:srgbClr val="000000"/>
              </a:solidFill>
            </a:endParaRPr>
          </a:p>
          <a:p>
            <a:pPr fontAlgn="base">
              <a:spcBef>
                <a:spcPts val="0"/>
              </a:spcBef>
            </a:pPr>
            <a:r>
              <a:rPr lang="en-US" sz="1800" b="1" dirty="0">
                <a:solidFill>
                  <a:srgbClr val="1F1F1F"/>
                </a:solidFill>
              </a:rPr>
              <a:t>Project Budgeting and Cost Management:</a:t>
            </a:r>
            <a:r>
              <a:rPr lang="en-US" sz="1800" dirty="0">
                <a:solidFill>
                  <a:srgbClr val="1F1F1F"/>
                </a:solidFill>
              </a:rPr>
              <a:t> Briefly explain the importance of project budgeting and cost management. Recap the elements of a well-defined project budget, including cost categories, resource allocation, and contingency reserves.</a:t>
            </a:r>
            <a:endParaRPr lang="en-US" sz="1800" dirty="0">
              <a:solidFill>
                <a:srgbClr val="000000"/>
              </a:solidFill>
            </a:endParaRPr>
          </a:p>
          <a:p>
            <a:pPr fontAlgn="base">
              <a:spcBef>
                <a:spcPts val="0"/>
              </a:spcBef>
            </a:pPr>
            <a:r>
              <a:rPr lang="en-US" sz="1800" b="1" dirty="0">
                <a:solidFill>
                  <a:srgbClr val="1F1F1F"/>
                </a:solidFill>
              </a:rPr>
              <a:t>Capex vs. Opex:</a:t>
            </a:r>
            <a:r>
              <a:rPr lang="en-US" sz="1800" dirty="0">
                <a:solidFill>
                  <a:srgbClr val="1F1F1F"/>
                </a:solidFill>
              </a:rPr>
              <a:t> Recap the distinction between Capital Expenditures (Capex) and Operational Expenditures (Opex). Provide examples to illustrate the difference between these cost categories.</a:t>
            </a:r>
            <a:endParaRPr lang="en-US" sz="1800" dirty="0">
              <a:solidFill>
                <a:srgbClr val="000000"/>
              </a:solidFill>
            </a:endParaRPr>
          </a:p>
        </p:txBody>
      </p:sp>
      <p:sp>
        <p:nvSpPr>
          <p:cNvPr id="4" name="Date Placeholder 3"/>
          <p:cNvSpPr>
            <a:spLocks noGrp="1"/>
          </p:cNvSpPr>
          <p:nvPr>
            <p:ph type="dt" sz="half" idx="10"/>
          </p:nvPr>
        </p:nvSpPr>
        <p:spPr/>
        <p:txBody>
          <a:bodyPr/>
          <a:lstStyle/>
          <a:p>
            <a:fld id="{8B71D137-CF4C-4CCA-9F59-90F5324EC16F}" type="datetime1">
              <a:rPr lang="en-US" smtClean="0"/>
              <a:t>8/20/2025</a:t>
            </a:fld>
            <a:endParaRPr lang="en-US" dirty="0"/>
          </a:p>
        </p:txBody>
      </p:sp>
      <p:sp>
        <p:nvSpPr>
          <p:cNvPr id="5" name="Footer Placeholder 4"/>
          <p:cNvSpPr>
            <a:spLocks noGrp="1"/>
          </p:cNvSpPr>
          <p:nvPr>
            <p:ph type="ftr" sz="quarter" idx="11"/>
          </p:nvPr>
        </p:nvSpPr>
        <p:spPr>
          <a:xfrm>
            <a:off x="1295400" y="6356351"/>
            <a:ext cx="93726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2057400" y="2"/>
            <a:ext cx="10134600" cy="65404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Prerequisite and Recap</a:t>
            </a:r>
          </a:p>
        </p:txBody>
      </p:sp>
    </p:spTree>
    <p:extLst>
      <p:ext uri="{BB962C8B-B14F-4D97-AF65-F5344CB8AC3E}">
        <p14:creationId xmlns:p14="http://schemas.microsoft.com/office/powerpoint/2010/main" val="17993247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DF85BA-FB7A-4DF7-AE3C-483D3C580D35}" type="datetime1">
              <a:rPr lang="en-US" smtClean="0"/>
              <a:t>8/20/2025</a:t>
            </a:fld>
            <a:endParaRPr lang="en-US"/>
          </a:p>
        </p:txBody>
      </p:sp>
      <p:sp>
        <p:nvSpPr>
          <p:cNvPr id="5" name="Footer Placeholder 4"/>
          <p:cNvSpPr>
            <a:spLocks noGrp="1"/>
          </p:cNvSpPr>
          <p:nvPr>
            <p:ph type="ftr" sz="quarter" idx="11"/>
          </p:nvPr>
        </p:nvSpPr>
        <p:spPr>
          <a:xfrm>
            <a:off x="1371600" y="6248401"/>
            <a:ext cx="10134600" cy="365125"/>
          </a:xfrm>
        </p:spPr>
        <p:txBody>
          <a:bodyPr/>
          <a:lstStyle/>
          <a:p>
            <a:r>
              <a:rPr lang="en-US">
                <a:solidFill>
                  <a:schemeClr val="tx1"/>
                </a:solidFill>
              </a:rPr>
              <a:t>Faculty Name: Amit Kumar Subject code and abbreviation - AOE0770 (Finance for Engineers)                                 Unit III</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2171700" y="-29547"/>
            <a:ext cx="10020300" cy="63914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buNone/>
            </a:pPr>
            <a:r>
              <a:rPr lang="en-IN" sz="3000" b="1" dirty="0">
                <a:latin typeface="Times New Roman" pitchFamily="18" charset="0"/>
                <a:cs typeface="Times New Roman" pitchFamily="18" charset="0"/>
              </a:rPr>
              <a:t>Textbooks</a:t>
            </a:r>
            <a:endParaRPr lang="en-US" sz="3000" b="1" dirty="0">
              <a:latin typeface="Times New Roman" pitchFamily="18" charset="0"/>
              <a:cs typeface="Times New Roman" pitchFamily="18" charset="0"/>
            </a:endParaRPr>
          </a:p>
        </p:txBody>
      </p:sp>
      <p:sp>
        <p:nvSpPr>
          <p:cNvPr id="9" name="Content Placeholder 8"/>
          <p:cNvSpPr>
            <a:spLocks noGrp="1"/>
          </p:cNvSpPr>
          <p:nvPr>
            <p:ph idx="1"/>
          </p:nvPr>
        </p:nvSpPr>
        <p:spPr>
          <a:xfrm>
            <a:off x="304800" y="1143000"/>
            <a:ext cx="11887200" cy="4764381"/>
          </a:xfrm>
          <a:prstGeom prst="rect">
            <a:avLst/>
          </a:prstGeom>
          <a:noFill/>
        </p:spPr>
        <p:txBody>
          <a:bodyPr vert="horz" wrap="square" lIns="91440" tIns="45720" rIns="91440" bIns="45720" rtlCol="0">
            <a:spAutoFit/>
          </a:bodyPr>
          <a:lstStyle/>
          <a:p>
            <a:pPr algn="just">
              <a:buNone/>
            </a:pPr>
            <a:r>
              <a:rPr lang="en-IN" sz="2800" b="1" dirty="0">
                <a:latin typeface="Times New Roman" pitchFamily="18" charset="0"/>
                <a:cs typeface="Times New Roman" pitchFamily="18" charset="0"/>
              </a:rPr>
              <a:t>Text Books</a:t>
            </a:r>
            <a:endParaRPr lang="en-US" sz="2800" b="1" dirty="0">
              <a:latin typeface="Times New Roman" pitchFamily="18" charset="0"/>
              <a:cs typeface="Times New Roman" pitchFamily="18" charset="0"/>
            </a:endParaRPr>
          </a:p>
          <a:p>
            <a:pPr algn="just">
              <a:buNone/>
            </a:pPr>
            <a:r>
              <a:rPr lang="en-IN" sz="2600" dirty="0">
                <a:latin typeface="Times New Roman" pitchFamily="18" charset="0"/>
                <a:cs typeface="Times New Roman" pitchFamily="18" charset="0"/>
              </a:rPr>
              <a:t>1) Maheshwari S.N &amp;Maheshwari S K – A text book of Accounting for Management (Vikas, 10th</a:t>
            </a:r>
            <a:endParaRPr lang="en-US" sz="2600" dirty="0">
              <a:latin typeface="Times New Roman" pitchFamily="18" charset="0"/>
              <a:cs typeface="Times New Roman" pitchFamily="18" charset="0"/>
            </a:endParaRPr>
          </a:p>
          <a:p>
            <a:pPr algn="just"/>
            <a:r>
              <a:rPr lang="en-IN" sz="2600" dirty="0">
                <a:latin typeface="Times New Roman" pitchFamily="18" charset="0"/>
                <a:cs typeface="Times New Roman" pitchFamily="18" charset="0"/>
              </a:rPr>
              <a:t>Edition)</a:t>
            </a:r>
            <a:endParaRPr lang="en-US" sz="2600" dirty="0">
              <a:latin typeface="Times New Roman" pitchFamily="18" charset="0"/>
              <a:cs typeface="Times New Roman" pitchFamily="18" charset="0"/>
            </a:endParaRPr>
          </a:p>
          <a:p>
            <a:pPr algn="just">
              <a:buNone/>
            </a:pPr>
            <a:r>
              <a:rPr lang="en-IN" sz="2600" dirty="0">
                <a:latin typeface="Times New Roman" pitchFamily="18" charset="0"/>
                <a:cs typeface="Times New Roman" pitchFamily="18" charset="0"/>
              </a:rPr>
              <a:t>2) Essentials of Financial Accounting (based on IFRS), Bhattacharya (PHI,3rd Ed)</a:t>
            </a:r>
            <a:endParaRPr lang="en-US" sz="2600" dirty="0">
              <a:latin typeface="Times New Roman" pitchFamily="18" charset="0"/>
              <a:cs typeface="Times New Roman" pitchFamily="18" charset="0"/>
            </a:endParaRPr>
          </a:p>
          <a:p>
            <a:pPr algn="just">
              <a:buNone/>
            </a:pPr>
            <a:r>
              <a:rPr lang="en-IN" sz="2600" dirty="0">
                <a:latin typeface="Times New Roman" pitchFamily="18" charset="0"/>
                <a:cs typeface="Times New Roman" pitchFamily="18" charset="0"/>
              </a:rPr>
              <a:t>3) Khan and Jain - Financial Management (Tata McGraw Hill, 7th Ed.)</a:t>
            </a:r>
            <a:endParaRPr lang="en-US" sz="2600" dirty="0">
              <a:latin typeface="Times New Roman" pitchFamily="18" charset="0"/>
              <a:cs typeface="Times New Roman" pitchFamily="18" charset="0"/>
            </a:endParaRPr>
          </a:p>
          <a:p>
            <a:pPr algn="just">
              <a:buNone/>
            </a:pPr>
            <a:r>
              <a:rPr lang="en-IN" sz="2600" dirty="0">
                <a:latin typeface="Times New Roman" pitchFamily="18" charset="0"/>
                <a:cs typeface="Times New Roman" pitchFamily="18" charset="0"/>
              </a:rPr>
              <a:t>5) Dhamija - Financial Accounting for managers: (Prentice Hall, 2nd Edition).</a:t>
            </a:r>
            <a:endParaRPr lang="en-US" sz="2600" dirty="0">
              <a:latin typeface="Times New Roman" pitchFamily="18" charset="0"/>
              <a:cs typeface="Times New Roman" pitchFamily="18" charset="0"/>
            </a:endParaRPr>
          </a:p>
          <a:p>
            <a:pPr algn="just">
              <a:buNone/>
            </a:pPr>
            <a:endParaRPr lang="en-US" sz="26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a:p>
            <a:pPr algn="just">
              <a:buNone/>
            </a:pPr>
            <a:endParaRPr lang="en-US" sz="26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a:p>
            <a:pPr algn="just">
              <a:buNone/>
            </a:pPr>
            <a:endParaRPr lang="en-US" sz="26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Tree>
    <p:extLst>
      <p:ext uri="{BB962C8B-B14F-4D97-AF65-F5344CB8AC3E}">
        <p14:creationId xmlns:p14="http://schemas.microsoft.com/office/powerpoint/2010/main" val="308771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Autofit/>
          </a:bodyPr>
          <a:lstStyle/>
          <a:p>
            <a:pPr marL="0" indent="0" algn="just">
              <a:buNone/>
            </a:pPr>
            <a:r>
              <a:rPr lang="en-US" sz="2400" dirty="0">
                <a:latin typeface="Arial" pitchFamily="34" charset="0"/>
                <a:cs typeface="Arial" pitchFamily="34" charset="0"/>
              </a:rPr>
              <a:t> </a:t>
            </a:r>
          </a:p>
          <a:p>
            <a:pPr marL="0" indent="0" algn="just">
              <a:buNone/>
            </a:pPr>
            <a:endParaRPr lang="en-US" sz="2400" dirty="0">
              <a:latin typeface="Arial" pitchFamily="34" charset="0"/>
              <a:cs typeface="Arial" pitchFamily="34" charset="0"/>
            </a:endParaRPr>
          </a:p>
          <a:p>
            <a:pPr marL="0" indent="0" algn="just">
              <a:buNone/>
            </a:pPr>
            <a:endParaRPr lang="en-US" sz="2400" dirty="0">
              <a:latin typeface="Arial" pitchFamily="34" charset="0"/>
              <a:cs typeface="Arial" pitchFamily="34" charset="0"/>
            </a:endParaRPr>
          </a:p>
          <a:p>
            <a:pPr marL="0" indent="0" algn="just">
              <a:buNone/>
            </a:pPr>
            <a:endParaRPr lang="en-US" sz="2400" dirty="0">
              <a:latin typeface="Arial" pitchFamily="34" charset="0"/>
              <a:cs typeface="Arial" pitchFamily="34" charset="0"/>
            </a:endParaRPr>
          </a:p>
          <a:p>
            <a:pPr marL="0" indent="0" algn="just">
              <a:buNone/>
            </a:pPr>
            <a:r>
              <a:rPr lang="en-US" sz="2400" dirty="0">
                <a:latin typeface="Arial" pitchFamily="34" charset="0"/>
                <a:cs typeface="Arial" pitchFamily="34" charset="0"/>
              </a:rPr>
              <a:t>                                  </a:t>
            </a:r>
            <a:r>
              <a:rPr lang="en-US" sz="4400" b="1" i="1" dirty="0">
                <a:latin typeface="Arial" pitchFamily="34" charset="0"/>
                <a:cs typeface="Arial" pitchFamily="34" charset="0"/>
              </a:rPr>
              <a:t>Thank  You</a:t>
            </a:r>
          </a:p>
        </p:txBody>
      </p:sp>
      <p:sp>
        <p:nvSpPr>
          <p:cNvPr id="4" name="Date Placeholder 3"/>
          <p:cNvSpPr>
            <a:spLocks noGrp="1"/>
          </p:cNvSpPr>
          <p:nvPr>
            <p:ph type="dt" sz="half" idx="10"/>
          </p:nvPr>
        </p:nvSpPr>
        <p:spPr/>
        <p:txBody>
          <a:bodyPr/>
          <a:lstStyle/>
          <a:p>
            <a:fld id="{17191DD9-2C4F-458B-BC6A-F4A66CEB8701}" type="datetime1">
              <a:rPr lang="en-US" smtClean="0"/>
              <a:t>8/20/2025</a:t>
            </a:fld>
            <a:endParaRPr lang="en-US"/>
          </a:p>
        </p:txBody>
      </p:sp>
      <p:sp>
        <p:nvSpPr>
          <p:cNvPr id="5" name="Footer Placeholder 4"/>
          <p:cNvSpPr>
            <a:spLocks noGrp="1"/>
          </p:cNvSpPr>
          <p:nvPr>
            <p:ph type="ftr" sz="quarter" idx="11"/>
          </p:nvPr>
        </p:nvSpPr>
        <p:spPr>
          <a:xfrm>
            <a:off x="1600200" y="6416676"/>
            <a:ext cx="9525000" cy="365125"/>
          </a:xfrm>
        </p:spPr>
        <p:txBody>
          <a:bodyPr/>
          <a:lstStyle/>
          <a:p>
            <a:r>
              <a:rPr lang="en-US"/>
              <a:t>Faculty Name: Amit Kumar Subject code and abbreviation - AOE0770 (Finance for Engineers)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9" name="Title 1"/>
          <p:cNvSpPr txBox="1">
            <a:spLocks/>
          </p:cNvSpPr>
          <p:nvPr/>
        </p:nvSpPr>
        <p:spPr>
          <a:xfrm>
            <a:off x="2209800" y="0"/>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373106"/>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2147</TotalTime>
  <Words>6914</Words>
  <Application>Microsoft Office PowerPoint</Application>
  <PresentationFormat>Widescreen</PresentationFormat>
  <Paragraphs>701</Paragraphs>
  <Slides>57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Google Sans</vt:lpstr>
      <vt:lpstr>Inter</vt:lpstr>
      <vt:lpstr>Times New Roman</vt:lpstr>
      <vt:lpstr>Office Theme</vt:lpstr>
      <vt:lpstr>Noida Institute of Engineering and Technology, Greater Noida</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Amit Kumar</cp:lastModifiedBy>
  <cp:revision>329</cp:revision>
  <dcterms:created xsi:type="dcterms:W3CDTF">2006-08-16T00:00:00Z</dcterms:created>
  <dcterms:modified xsi:type="dcterms:W3CDTF">2025-08-20T10:36:07Z</dcterms:modified>
</cp:coreProperties>
</file>