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7"/>
  </p:notesMasterIdLst>
  <p:handoutMasterIdLst>
    <p:handoutMasterId r:id="rId88"/>
  </p:handoutMasterIdLst>
  <p:sldIdLst>
    <p:sldId id="256" r:id="rId2"/>
    <p:sldId id="400" r:id="rId3"/>
    <p:sldId id="401" r:id="rId4"/>
    <p:sldId id="402" r:id="rId5"/>
    <p:sldId id="406" r:id="rId6"/>
    <p:sldId id="407" r:id="rId7"/>
    <p:sldId id="408" r:id="rId8"/>
    <p:sldId id="409" r:id="rId9"/>
    <p:sldId id="395" r:id="rId10"/>
    <p:sldId id="396" r:id="rId11"/>
    <p:sldId id="399" r:id="rId12"/>
    <p:sldId id="368" r:id="rId13"/>
    <p:sldId id="444" r:id="rId14"/>
    <p:sldId id="445" r:id="rId15"/>
    <p:sldId id="446" r:id="rId16"/>
    <p:sldId id="484" r:id="rId17"/>
    <p:sldId id="483" r:id="rId18"/>
    <p:sldId id="482" r:id="rId19"/>
    <p:sldId id="447" r:id="rId20"/>
    <p:sldId id="448" r:id="rId21"/>
    <p:sldId id="449" r:id="rId22"/>
    <p:sldId id="450" r:id="rId23"/>
    <p:sldId id="451" r:id="rId24"/>
    <p:sldId id="452" r:id="rId25"/>
    <p:sldId id="453" r:id="rId26"/>
    <p:sldId id="454" r:id="rId27"/>
    <p:sldId id="455" r:id="rId28"/>
    <p:sldId id="456" r:id="rId29"/>
    <p:sldId id="457" r:id="rId30"/>
    <p:sldId id="458" r:id="rId31"/>
    <p:sldId id="459" r:id="rId32"/>
    <p:sldId id="460" r:id="rId33"/>
    <p:sldId id="461" r:id="rId34"/>
    <p:sldId id="462" r:id="rId35"/>
    <p:sldId id="463" r:id="rId36"/>
    <p:sldId id="464" r:id="rId37"/>
    <p:sldId id="465" r:id="rId38"/>
    <p:sldId id="466" r:id="rId39"/>
    <p:sldId id="467" r:id="rId40"/>
    <p:sldId id="468" r:id="rId41"/>
    <p:sldId id="469" r:id="rId42"/>
    <p:sldId id="470" r:id="rId43"/>
    <p:sldId id="471" r:id="rId44"/>
    <p:sldId id="472" r:id="rId45"/>
    <p:sldId id="473" r:id="rId46"/>
    <p:sldId id="474" r:id="rId47"/>
    <p:sldId id="475" r:id="rId48"/>
    <p:sldId id="476" r:id="rId49"/>
    <p:sldId id="477" r:id="rId50"/>
    <p:sldId id="479" r:id="rId51"/>
    <p:sldId id="480" r:id="rId52"/>
    <p:sldId id="481" r:id="rId53"/>
    <p:sldId id="485" r:id="rId54"/>
    <p:sldId id="486" r:id="rId55"/>
    <p:sldId id="487" r:id="rId56"/>
    <p:sldId id="488" r:id="rId57"/>
    <p:sldId id="489" r:id="rId58"/>
    <p:sldId id="490" r:id="rId59"/>
    <p:sldId id="491" r:id="rId60"/>
    <p:sldId id="492" r:id="rId61"/>
    <p:sldId id="493" r:id="rId62"/>
    <p:sldId id="431" r:id="rId63"/>
    <p:sldId id="275" r:id="rId64"/>
    <p:sldId id="270" r:id="rId65"/>
    <p:sldId id="316" r:id="rId66"/>
    <p:sldId id="273" r:id="rId67"/>
    <p:sldId id="264" r:id="rId68"/>
    <p:sldId id="317" r:id="rId69"/>
    <p:sldId id="318" r:id="rId70"/>
    <p:sldId id="364" r:id="rId71"/>
    <p:sldId id="365" r:id="rId72"/>
    <p:sldId id="398" r:id="rId73"/>
    <p:sldId id="381" r:id="rId74"/>
    <p:sldId id="382" r:id="rId75"/>
    <p:sldId id="383" r:id="rId76"/>
    <p:sldId id="384" r:id="rId77"/>
    <p:sldId id="385" r:id="rId78"/>
    <p:sldId id="403" r:id="rId79"/>
    <p:sldId id="404" r:id="rId80"/>
    <p:sldId id="405" r:id="rId81"/>
    <p:sldId id="267" r:id="rId82"/>
    <p:sldId id="319" r:id="rId83"/>
    <p:sldId id="320" r:id="rId84"/>
    <p:sldId id="283" r:id="rId85"/>
    <p:sldId id="321" r:id="rId8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591A9D-69C0-4B8B-A77C-776535BB2AF6}" v="10" dt="2024-10-17T04:53:52.017"/>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850" y="82"/>
      </p:cViewPr>
      <p:guideLst>
        <p:guide orient="horz" pos="2160"/>
        <p:guide pos="3840"/>
      </p:guideLst>
    </p:cSldViewPr>
  </p:slideViewPr>
  <p:notesTextViewPr>
    <p:cViewPr>
      <p:scale>
        <a:sx n="100" d="100"/>
        <a:sy n="100" d="100"/>
      </p:scale>
      <p:origin x="0" y="0"/>
    </p:cViewPr>
  </p:notesTextViewPr>
  <p:notesViewPr>
    <p:cSldViewPr snapToGrid="0">
      <p:cViewPr varScale="1">
        <p:scale>
          <a:sx n="66" d="100"/>
          <a:sy n="66"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handoutMaster" Target="handoutMasters/handout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rima Singhal" userId="bd23a5c7e7d7f8f6" providerId="LiveId" clId="{DC9DD221-6079-4A43-BF9C-AF6784A9CBC6}"/>
    <pc:docChg chg="custSel delSld modSld">
      <pc:chgData name="Garima Singhal" userId="bd23a5c7e7d7f8f6" providerId="LiveId" clId="{DC9DD221-6079-4A43-BF9C-AF6784A9CBC6}" dt="2024-04-15T04:06:08.093" v="17" actId="47"/>
      <pc:docMkLst>
        <pc:docMk/>
      </pc:docMkLst>
      <pc:sldChg chg="modSp mod">
        <pc:chgData name="Garima Singhal" userId="bd23a5c7e7d7f8f6" providerId="LiveId" clId="{DC9DD221-6079-4A43-BF9C-AF6784A9CBC6}" dt="2024-03-18T04:09:11.432" v="15" actId="20577"/>
        <pc:sldMkLst>
          <pc:docMk/>
          <pc:sldMk cId="1331296526" sldId="447"/>
        </pc:sldMkLst>
        <pc:spChg chg="mod">
          <ac:chgData name="Garima Singhal" userId="bd23a5c7e7d7f8f6" providerId="LiveId" clId="{DC9DD221-6079-4A43-BF9C-AF6784A9CBC6}" dt="2024-03-18T04:09:11.432" v="15" actId="20577"/>
          <ac:spMkLst>
            <pc:docMk/>
            <pc:sldMk cId="1331296526" sldId="447"/>
            <ac:spMk id="3" creationId="{00000000-0000-0000-0000-000000000000}"/>
          </ac:spMkLst>
        </pc:spChg>
      </pc:sldChg>
      <pc:sldChg chg="modSp mod">
        <pc:chgData name="Garima Singhal" userId="bd23a5c7e7d7f8f6" providerId="LiveId" clId="{DC9DD221-6079-4A43-BF9C-AF6784A9CBC6}" dt="2024-04-15T03:51:40.170" v="16" actId="313"/>
        <pc:sldMkLst>
          <pc:docMk/>
          <pc:sldMk cId="2975080044" sldId="466"/>
        </pc:sldMkLst>
        <pc:spChg chg="mod">
          <ac:chgData name="Garima Singhal" userId="bd23a5c7e7d7f8f6" providerId="LiveId" clId="{DC9DD221-6079-4A43-BF9C-AF6784A9CBC6}" dt="2024-04-15T03:51:40.170" v="16" actId="313"/>
          <ac:spMkLst>
            <pc:docMk/>
            <pc:sldMk cId="2975080044" sldId="466"/>
            <ac:spMk id="3" creationId="{00000000-0000-0000-0000-000000000000}"/>
          </ac:spMkLst>
        </pc:spChg>
      </pc:sldChg>
      <pc:sldChg chg="del">
        <pc:chgData name="Garima Singhal" userId="bd23a5c7e7d7f8f6" providerId="LiveId" clId="{DC9DD221-6079-4A43-BF9C-AF6784A9CBC6}" dt="2024-04-15T04:06:08.093" v="17" actId="47"/>
        <pc:sldMkLst>
          <pc:docMk/>
          <pc:sldMk cId="2783348558" sldId="478"/>
        </pc:sldMkLst>
      </pc:sldChg>
    </pc:docChg>
  </pc:docChgLst>
  <pc:docChgLst>
    <pc:chgData name="Garima Singhal" userId="bd23a5c7e7d7f8f6" providerId="LiveId" clId="{7763A1DC-5781-4ED6-B9C8-E03987D0A106}"/>
    <pc:docChg chg="undo custSel modSld addMainMaster delMainMaster modMainMaster modNotesMaster">
      <pc:chgData name="Garima Singhal" userId="bd23a5c7e7d7f8f6" providerId="LiveId" clId="{7763A1DC-5781-4ED6-B9C8-E03987D0A106}" dt="2024-09-25T09:18:10.597" v="198" actId="1076"/>
      <pc:docMkLst>
        <pc:docMk/>
      </pc:docMkLst>
      <pc:sldChg chg="delSp modSp mod modNotes">
        <pc:chgData name="Garima Singhal" userId="bd23a5c7e7d7f8f6" providerId="LiveId" clId="{7763A1DC-5781-4ED6-B9C8-E03987D0A106}" dt="2024-09-25T09:18:10.597" v="198" actId="1076"/>
        <pc:sldMkLst>
          <pc:docMk/>
          <pc:sldMk cId="0" sldId="256"/>
        </pc:sldMkLst>
        <pc:spChg chg="mod">
          <ac:chgData name="Garima Singhal" userId="bd23a5c7e7d7f8f6" providerId="LiveId" clId="{7763A1DC-5781-4ED6-B9C8-E03987D0A106}" dt="2024-09-25T09:17:53.839" v="193" actId="14100"/>
          <ac:spMkLst>
            <pc:docMk/>
            <pc:sldMk cId="0" sldId="256"/>
            <ac:spMk id="2" creationId="{00000000-0000-0000-0000-000000000000}"/>
          </ac:spMkLst>
        </pc:spChg>
        <pc:spChg chg="mod">
          <ac:chgData name="Garima Singhal" userId="bd23a5c7e7d7f8f6" providerId="LiveId" clId="{7763A1DC-5781-4ED6-B9C8-E03987D0A106}" dt="2024-09-25T09:17:57.749" v="194" actId="14100"/>
          <ac:spMkLst>
            <pc:docMk/>
            <pc:sldMk cId="0" sldId="256"/>
            <ac:spMk id="3" creationId="{00000000-0000-0000-0000-000000000000}"/>
          </ac:spMkLst>
        </pc:spChg>
        <pc:spChg chg="mod">
          <ac:chgData name="Garima Singhal" userId="bd23a5c7e7d7f8f6" providerId="LiveId" clId="{7763A1DC-5781-4ED6-B9C8-E03987D0A106}" dt="2024-09-25T09:18:10.597" v="198" actId="1076"/>
          <ac:spMkLst>
            <pc:docMk/>
            <pc:sldMk cId="0" sldId="256"/>
            <ac:spMk id="6" creationId="{00000000-0000-0000-0000-000000000000}"/>
          </ac:spMkLst>
        </pc:spChg>
        <pc:spChg chg="mod">
          <ac:chgData name="Garima Singhal" userId="bd23a5c7e7d7f8f6" providerId="LiveId" clId="{7763A1DC-5781-4ED6-B9C8-E03987D0A106}" dt="2024-09-25T09:12:03.804" v="0"/>
          <ac:spMkLst>
            <pc:docMk/>
            <pc:sldMk cId="0" sldId="256"/>
            <ac:spMk id="9" creationId="{00000000-0000-0000-0000-000000000000}"/>
          </ac:spMkLst>
        </pc:spChg>
        <pc:spChg chg="mod">
          <ac:chgData name="Garima Singhal" userId="bd23a5c7e7d7f8f6" providerId="LiveId" clId="{7763A1DC-5781-4ED6-B9C8-E03987D0A106}" dt="2024-09-25T09:12:03.804" v="0"/>
          <ac:spMkLst>
            <pc:docMk/>
            <pc:sldMk cId="0" sldId="256"/>
            <ac:spMk id="12" creationId="{00000000-0000-0000-0000-000000000000}"/>
          </ac:spMkLst>
        </pc:spChg>
        <pc:spChg chg="mod">
          <ac:chgData name="Garima Singhal" userId="bd23a5c7e7d7f8f6" providerId="LiveId" clId="{7763A1DC-5781-4ED6-B9C8-E03987D0A106}" dt="2024-09-25T09:12:03.804" v="0"/>
          <ac:spMkLst>
            <pc:docMk/>
            <pc:sldMk cId="0" sldId="256"/>
            <ac:spMk id="13" creationId="{00000000-0000-0000-0000-000000000000}"/>
          </ac:spMkLst>
        </pc:spChg>
        <pc:spChg chg="mod">
          <ac:chgData name="Garima Singhal" userId="bd23a5c7e7d7f8f6" providerId="LiveId" clId="{7763A1DC-5781-4ED6-B9C8-E03987D0A106}" dt="2024-09-25T09:18:01.268" v="195" actId="1076"/>
          <ac:spMkLst>
            <pc:docMk/>
            <pc:sldMk cId="0" sldId="256"/>
            <ac:spMk id="14" creationId="{00000000-0000-0000-0000-000000000000}"/>
          </ac:spMkLst>
        </pc:spChg>
        <pc:spChg chg="mod">
          <ac:chgData name="Garima Singhal" userId="bd23a5c7e7d7f8f6" providerId="LiveId" clId="{7763A1DC-5781-4ED6-B9C8-E03987D0A106}" dt="2024-09-25T09:18:04.534" v="196" actId="1076"/>
          <ac:spMkLst>
            <pc:docMk/>
            <pc:sldMk cId="0" sldId="256"/>
            <ac:spMk id="15" creationId="{00000000-0000-0000-0000-000000000000}"/>
          </ac:spMkLst>
        </pc:spChg>
        <pc:picChg chg="mod">
          <ac:chgData name="Garima Singhal" userId="bd23a5c7e7d7f8f6" providerId="LiveId" clId="{7763A1DC-5781-4ED6-B9C8-E03987D0A106}" dt="2024-09-25T09:18:07.437" v="197" actId="1076"/>
          <ac:picMkLst>
            <pc:docMk/>
            <pc:sldMk cId="0" sldId="256"/>
            <ac:picMk id="11" creationId="{00000000-0000-0000-0000-000000000000}"/>
          </ac:picMkLst>
        </pc:picChg>
        <pc:picChg chg="del mod">
          <ac:chgData name="Garima Singhal" userId="bd23a5c7e7d7f8f6" providerId="LiveId" clId="{7763A1DC-5781-4ED6-B9C8-E03987D0A106}" dt="2024-09-25T09:16:15.404" v="169" actId="478"/>
          <ac:picMkLst>
            <pc:docMk/>
            <pc:sldMk cId="0" sldId="256"/>
            <ac:picMk id="16" creationId="{00000000-0000-0000-0000-000000000000}"/>
          </ac:picMkLst>
        </pc:picChg>
      </pc:sldChg>
      <pc:sldChg chg="modSp">
        <pc:chgData name="Garima Singhal" userId="bd23a5c7e7d7f8f6" providerId="LiveId" clId="{7763A1DC-5781-4ED6-B9C8-E03987D0A106}" dt="2024-09-25T09:12:03.804" v="0"/>
        <pc:sldMkLst>
          <pc:docMk/>
          <pc:sldMk cId="0" sldId="264"/>
        </pc:sldMkLst>
        <pc:spChg chg="mod">
          <ac:chgData name="Garima Singhal" userId="bd23a5c7e7d7f8f6" providerId="LiveId" clId="{7763A1DC-5781-4ED6-B9C8-E03987D0A106}" dt="2024-09-25T09:12:03.804" v="0"/>
          <ac:spMkLst>
            <pc:docMk/>
            <pc:sldMk cId="0" sldId="264"/>
            <ac:spMk id="3" creationId="{00000000-0000-0000-0000-000000000000}"/>
          </ac:spMkLst>
        </pc:spChg>
        <pc:spChg chg="mod">
          <ac:chgData name="Garima Singhal" userId="bd23a5c7e7d7f8f6" providerId="LiveId" clId="{7763A1DC-5781-4ED6-B9C8-E03987D0A106}" dt="2024-09-25T09:12:03.804" v="0"/>
          <ac:spMkLst>
            <pc:docMk/>
            <pc:sldMk cId="0" sldId="264"/>
            <ac:spMk id="7" creationId="{00000000-0000-0000-0000-000000000000}"/>
          </ac:spMkLst>
        </pc:spChg>
        <pc:picChg chg="mod">
          <ac:chgData name="Garima Singhal" userId="bd23a5c7e7d7f8f6" providerId="LiveId" clId="{7763A1DC-5781-4ED6-B9C8-E03987D0A106}" dt="2024-09-25T09:12:03.804" v="0"/>
          <ac:picMkLst>
            <pc:docMk/>
            <pc:sldMk cId="0" sldId="264"/>
            <ac:picMk id="10" creationId="{00000000-0000-0000-0000-000000000000}"/>
          </ac:picMkLst>
        </pc:picChg>
      </pc:sldChg>
      <pc:sldChg chg="modSp">
        <pc:chgData name="Garima Singhal" userId="bd23a5c7e7d7f8f6" providerId="LiveId" clId="{7763A1DC-5781-4ED6-B9C8-E03987D0A106}" dt="2024-09-25T09:12:03.804" v="0"/>
        <pc:sldMkLst>
          <pc:docMk/>
          <pc:sldMk cId="0" sldId="267"/>
        </pc:sldMkLst>
        <pc:spChg chg="mod">
          <ac:chgData name="Garima Singhal" userId="bd23a5c7e7d7f8f6" providerId="LiveId" clId="{7763A1DC-5781-4ED6-B9C8-E03987D0A106}" dt="2024-09-25T09:12:03.804" v="0"/>
          <ac:spMkLst>
            <pc:docMk/>
            <pc:sldMk cId="0" sldId="267"/>
            <ac:spMk id="3" creationId="{00000000-0000-0000-0000-000000000000}"/>
          </ac:spMkLst>
        </pc:spChg>
        <pc:spChg chg="mod">
          <ac:chgData name="Garima Singhal" userId="bd23a5c7e7d7f8f6" providerId="LiveId" clId="{7763A1DC-5781-4ED6-B9C8-E03987D0A106}" dt="2024-09-25T09:12:03.804" v="0"/>
          <ac:spMkLst>
            <pc:docMk/>
            <pc:sldMk cId="0" sldId="267"/>
            <ac:spMk id="7" creationId="{00000000-0000-0000-0000-000000000000}"/>
          </ac:spMkLst>
        </pc:spChg>
        <pc:picChg chg="mod">
          <ac:chgData name="Garima Singhal" userId="bd23a5c7e7d7f8f6" providerId="LiveId" clId="{7763A1DC-5781-4ED6-B9C8-E03987D0A106}" dt="2024-09-25T09:12:03.804" v="0"/>
          <ac:picMkLst>
            <pc:docMk/>
            <pc:sldMk cId="0" sldId="267"/>
            <ac:picMk id="10" creationId="{00000000-0000-0000-0000-000000000000}"/>
          </ac:picMkLst>
        </pc:picChg>
      </pc:sldChg>
      <pc:sldChg chg="modSp mod">
        <pc:chgData name="Garima Singhal" userId="bd23a5c7e7d7f8f6" providerId="LiveId" clId="{7763A1DC-5781-4ED6-B9C8-E03987D0A106}" dt="2024-09-25T09:17:01.371" v="183" actId="27636"/>
        <pc:sldMkLst>
          <pc:docMk/>
          <pc:sldMk cId="0" sldId="270"/>
        </pc:sldMkLst>
        <pc:spChg chg="mod">
          <ac:chgData name="Garima Singhal" userId="bd23a5c7e7d7f8f6" providerId="LiveId" clId="{7763A1DC-5781-4ED6-B9C8-E03987D0A106}" dt="2024-09-25T09:17:01.371" v="183" actId="27636"/>
          <ac:spMkLst>
            <pc:docMk/>
            <pc:sldMk cId="0" sldId="270"/>
            <ac:spMk id="3" creationId="{00000000-0000-0000-0000-000000000000}"/>
          </ac:spMkLst>
        </pc:spChg>
        <pc:spChg chg="mod">
          <ac:chgData name="Garima Singhal" userId="bd23a5c7e7d7f8f6" providerId="LiveId" clId="{7763A1DC-5781-4ED6-B9C8-E03987D0A106}" dt="2024-09-25T09:12:03.804" v="0"/>
          <ac:spMkLst>
            <pc:docMk/>
            <pc:sldMk cId="0" sldId="270"/>
            <ac:spMk id="7" creationId="{00000000-0000-0000-0000-000000000000}"/>
          </ac:spMkLst>
        </pc:spChg>
        <pc:picChg chg="mod">
          <ac:chgData name="Garima Singhal" userId="bd23a5c7e7d7f8f6" providerId="LiveId" clId="{7763A1DC-5781-4ED6-B9C8-E03987D0A106}" dt="2024-09-25T09:12:03.804" v="0"/>
          <ac:picMkLst>
            <pc:docMk/>
            <pc:sldMk cId="0" sldId="270"/>
            <ac:picMk id="10" creationId="{00000000-0000-0000-0000-000000000000}"/>
          </ac:picMkLst>
        </pc:picChg>
      </pc:sldChg>
      <pc:sldChg chg="modSp">
        <pc:chgData name="Garima Singhal" userId="bd23a5c7e7d7f8f6" providerId="LiveId" clId="{7763A1DC-5781-4ED6-B9C8-E03987D0A106}" dt="2024-09-25T09:12:03.804" v="0"/>
        <pc:sldMkLst>
          <pc:docMk/>
          <pc:sldMk cId="0" sldId="273"/>
        </pc:sldMkLst>
        <pc:spChg chg="mod">
          <ac:chgData name="Garima Singhal" userId="bd23a5c7e7d7f8f6" providerId="LiveId" clId="{7763A1DC-5781-4ED6-B9C8-E03987D0A106}" dt="2024-09-25T09:12:03.804" v="0"/>
          <ac:spMkLst>
            <pc:docMk/>
            <pc:sldMk cId="0" sldId="273"/>
            <ac:spMk id="3" creationId="{00000000-0000-0000-0000-000000000000}"/>
          </ac:spMkLst>
        </pc:spChg>
        <pc:spChg chg="mod">
          <ac:chgData name="Garima Singhal" userId="bd23a5c7e7d7f8f6" providerId="LiveId" clId="{7763A1DC-5781-4ED6-B9C8-E03987D0A106}" dt="2024-09-25T09:12:03.804" v="0"/>
          <ac:spMkLst>
            <pc:docMk/>
            <pc:sldMk cId="0" sldId="273"/>
            <ac:spMk id="7" creationId="{00000000-0000-0000-0000-000000000000}"/>
          </ac:spMkLst>
        </pc:spChg>
        <pc:picChg chg="mod">
          <ac:chgData name="Garima Singhal" userId="bd23a5c7e7d7f8f6" providerId="LiveId" clId="{7763A1DC-5781-4ED6-B9C8-E03987D0A106}" dt="2024-09-25T09:12:03.804" v="0"/>
          <ac:picMkLst>
            <pc:docMk/>
            <pc:sldMk cId="0" sldId="273"/>
            <ac:picMk id="10" creationId="{00000000-0000-0000-0000-000000000000}"/>
          </ac:picMkLst>
        </pc:picChg>
      </pc:sldChg>
      <pc:sldChg chg="modSp">
        <pc:chgData name="Garima Singhal" userId="bd23a5c7e7d7f8f6" providerId="LiveId" clId="{7763A1DC-5781-4ED6-B9C8-E03987D0A106}" dt="2024-09-25T09:12:03.804" v="0"/>
        <pc:sldMkLst>
          <pc:docMk/>
          <pc:sldMk cId="0" sldId="275"/>
        </pc:sldMkLst>
        <pc:spChg chg="mod">
          <ac:chgData name="Garima Singhal" userId="bd23a5c7e7d7f8f6" providerId="LiveId" clId="{7763A1DC-5781-4ED6-B9C8-E03987D0A106}" dt="2024-09-25T09:12:03.804" v="0"/>
          <ac:spMkLst>
            <pc:docMk/>
            <pc:sldMk cId="0" sldId="275"/>
            <ac:spMk id="3" creationId="{00000000-0000-0000-0000-000000000000}"/>
          </ac:spMkLst>
        </pc:spChg>
        <pc:spChg chg="mod">
          <ac:chgData name="Garima Singhal" userId="bd23a5c7e7d7f8f6" providerId="LiveId" clId="{7763A1DC-5781-4ED6-B9C8-E03987D0A106}" dt="2024-09-25T09:12:03.804" v="0"/>
          <ac:spMkLst>
            <pc:docMk/>
            <pc:sldMk cId="0" sldId="275"/>
            <ac:spMk id="7" creationId="{00000000-0000-0000-0000-000000000000}"/>
          </ac:spMkLst>
        </pc:spChg>
        <pc:picChg chg="mod">
          <ac:chgData name="Garima Singhal" userId="bd23a5c7e7d7f8f6" providerId="LiveId" clId="{7763A1DC-5781-4ED6-B9C8-E03987D0A106}" dt="2024-09-25T09:12:03.804" v="0"/>
          <ac:picMkLst>
            <pc:docMk/>
            <pc:sldMk cId="0" sldId="275"/>
            <ac:picMk id="10" creationId="{00000000-0000-0000-0000-000000000000}"/>
          </ac:picMkLst>
        </pc:picChg>
      </pc:sldChg>
      <pc:sldChg chg="modSp">
        <pc:chgData name="Garima Singhal" userId="bd23a5c7e7d7f8f6" providerId="LiveId" clId="{7763A1DC-5781-4ED6-B9C8-E03987D0A106}" dt="2024-09-25T09:12:03.804" v="0"/>
        <pc:sldMkLst>
          <pc:docMk/>
          <pc:sldMk cId="2555220207" sldId="283"/>
        </pc:sldMkLst>
        <pc:spChg chg="mod">
          <ac:chgData name="Garima Singhal" userId="bd23a5c7e7d7f8f6" providerId="LiveId" clId="{7763A1DC-5781-4ED6-B9C8-E03987D0A106}" dt="2024-09-25T09:12:03.804" v="0"/>
          <ac:spMkLst>
            <pc:docMk/>
            <pc:sldMk cId="2555220207" sldId="283"/>
            <ac:spMk id="7" creationId="{00000000-0000-0000-0000-000000000000}"/>
          </ac:spMkLst>
        </pc:spChg>
        <pc:spChg chg="mod">
          <ac:chgData name="Garima Singhal" userId="bd23a5c7e7d7f8f6" providerId="LiveId" clId="{7763A1DC-5781-4ED6-B9C8-E03987D0A106}" dt="2024-09-25T09:12:03.804" v="0"/>
          <ac:spMkLst>
            <pc:docMk/>
            <pc:sldMk cId="2555220207" sldId="283"/>
            <ac:spMk id="9" creationId="{00000000-0000-0000-0000-000000000000}"/>
          </ac:spMkLst>
        </pc:spChg>
        <pc:spChg chg="mod">
          <ac:chgData name="Garima Singhal" userId="bd23a5c7e7d7f8f6" providerId="LiveId" clId="{7763A1DC-5781-4ED6-B9C8-E03987D0A106}" dt="2024-09-25T09:12:03.804" v="0"/>
          <ac:spMkLst>
            <pc:docMk/>
            <pc:sldMk cId="2555220207" sldId="283"/>
            <ac:spMk id="12" creationId="{00000000-0000-0000-0000-000000000000}"/>
          </ac:spMkLst>
        </pc:spChg>
        <pc:spChg chg="mod">
          <ac:chgData name="Garima Singhal" userId="bd23a5c7e7d7f8f6" providerId="LiveId" clId="{7763A1DC-5781-4ED6-B9C8-E03987D0A106}" dt="2024-09-25T09:12:03.804" v="0"/>
          <ac:spMkLst>
            <pc:docMk/>
            <pc:sldMk cId="2555220207" sldId="283"/>
            <ac:spMk id="239" creationId="{00000000-0000-0000-0000-000000000000}"/>
          </ac:spMkLst>
        </pc:spChg>
        <pc:grpChg chg="mod">
          <ac:chgData name="Garima Singhal" userId="bd23a5c7e7d7f8f6" providerId="LiveId" clId="{7763A1DC-5781-4ED6-B9C8-E03987D0A106}" dt="2024-09-25T09:12:03.804" v="0"/>
          <ac:grpSpMkLst>
            <pc:docMk/>
            <pc:sldMk cId="2555220207" sldId="283"/>
            <ac:grpSpMk id="4098" creationId="{00000000-0000-0000-0000-000000000000}"/>
          </ac:grpSpMkLst>
        </pc:grpChg>
        <pc:picChg chg="mod">
          <ac:chgData name="Garima Singhal" userId="bd23a5c7e7d7f8f6" providerId="LiveId" clId="{7763A1DC-5781-4ED6-B9C8-E03987D0A106}" dt="2024-09-25T09:12:03.804" v="0"/>
          <ac:picMkLst>
            <pc:docMk/>
            <pc:sldMk cId="2555220207" sldId="283"/>
            <ac:picMk id="11" creationId="{00000000-0000-0000-0000-000000000000}"/>
          </ac:picMkLst>
        </pc:picChg>
        <pc:picChg chg="mod">
          <ac:chgData name="Garima Singhal" userId="bd23a5c7e7d7f8f6" providerId="LiveId" clId="{7763A1DC-5781-4ED6-B9C8-E03987D0A106}" dt="2024-09-25T09:12:03.804" v="0"/>
          <ac:picMkLst>
            <pc:docMk/>
            <pc:sldMk cId="2555220207" sldId="283"/>
            <ac:picMk id="14" creationId="{00000000-0000-0000-0000-000000000000}"/>
          </ac:picMkLst>
        </pc:picChg>
        <pc:picChg chg="mod">
          <ac:chgData name="Garima Singhal" userId="bd23a5c7e7d7f8f6" providerId="LiveId" clId="{7763A1DC-5781-4ED6-B9C8-E03987D0A106}" dt="2024-09-25T09:12:03.804" v="0"/>
          <ac:picMkLst>
            <pc:docMk/>
            <pc:sldMk cId="2555220207" sldId="283"/>
            <ac:picMk id="240" creationId="{00000000-0000-0000-0000-000000000000}"/>
          </ac:picMkLst>
        </pc:picChg>
      </pc:sldChg>
      <pc:sldChg chg="modSp">
        <pc:chgData name="Garima Singhal" userId="bd23a5c7e7d7f8f6" providerId="LiveId" clId="{7763A1DC-5781-4ED6-B9C8-E03987D0A106}" dt="2024-09-25T09:12:03.804" v="0"/>
        <pc:sldMkLst>
          <pc:docMk/>
          <pc:sldMk cId="0" sldId="316"/>
        </pc:sldMkLst>
        <pc:spChg chg="mod">
          <ac:chgData name="Garima Singhal" userId="bd23a5c7e7d7f8f6" providerId="LiveId" clId="{7763A1DC-5781-4ED6-B9C8-E03987D0A106}" dt="2024-09-25T09:12:03.804" v="0"/>
          <ac:spMkLst>
            <pc:docMk/>
            <pc:sldMk cId="0" sldId="316"/>
            <ac:spMk id="3" creationId="{00000000-0000-0000-0000-000000000000}"/>
          </ac:spMkLst>
        </pc:spChg>
        <pc:spChg chg="mod">
          <ac:chgData name="Garima Singhal" userId="bd23a5c7e7d7f8f6" providerId="LiveId" clId="{7763A1DC-5781-4ED6-B9C8-E03987D0A106}" dt="2024-09-25T09:12:03.804" v="0"/>
          <ac:spMkLst>
            <pc:docMk/>
            <pc:sldMk cId="0" sldId="316"/>
            <ac:spMk id="7" creationId="{00000000-0000-0000-0000-000000000000}"/>
          </ac:spMkLst>
        </pc:spChg>
        <pc:picChg chg="mod">
          <ac:chgData name="Garima Singhal" userId="bd23a5c7e7d7f8f6" providerId="LiveId" clId="{7763A1DC-5781-4ED6-B9C8-E03987D0A106}" dt="2024-09-25T09:12:03.804" v="0"/>
          <ac:picMkLst>
            <pc:docMk/>
            <pc:sldMk cId="0" sldId="316"/>
            <ac:picMk id="10" creationId="{00000000-0000-0000-0000-000000000000}"/>
          </ac:picMkLst>
        </pc:picChg>
      </pc:sldChg>
      <pc:sldChg chg="modSp">
        <pc:chgData name="Garima Singhal" userId="bd23a5c7e7d7f8f6" providerId="LiveId" clId="{7763A1DC-5781-4ED6-B9C8-E03987D0A106}" dt="2024-09-25T09:12:03.804" v="0"/>
        <pc:sldMkLst>
          <pc:docMk/>
          <pc:sldMk cId="0" sldId="317"/>
        </pc:sldMkLst>
        <pc:spChg chg="mod">
          <ac:chgData name="Garima Singhal" userId="bd23a5c7e7d7f8f6" providerId="LiveId" clId="{7763A1DC-5781-4ED6-B9C8-E03987D0A106}" dt="2024-09-25T09:12:03.804" v="0"/>
          <ac:spMkLst>
            <pc:docMk/>
            <pc:sldMk cId="0" sldId="317"/>
            <ac:spMk id="3" creationId="{00000000-0000-0000-0000-000000000000}"/>
          </ac:spMkLst>
        </pc:spChg>
        <pc:spChg chg="mod">
          <ac:chgData name="Garima Singhal" userId="bd23a5c7e7d7f8f6" providerId="LiveId" clId="{7763A1DC-5781-4ED6-B9C8-E03987D0A106}" dt="2024-09-25T09:12:03.804" v="0"/>
          <ac:spMkLst>
            <pc:docMk/>
            <pc:sldMk cId="0" sldId="317"/>
            <ac:spMk id="7" creationId="{00000000-0000-0000-0000-000000000000}"/>
          </ac:spMkLst>
        </pc:spChg>
        <pc:picChg chg="mod">
          <ac:chgData name="Garima Singhal" userId="bd23a5c7e7d7f8f6" providerId="LiveId" clId="{7763A1DC-5781-4ED6-B9C8-E03987D0A106}" dt="2024-09-25T09:12:03.804" v="0"/>
          <ac:picMkLst>
            <pc:docMk/>
            <pc:sldMk cId="0" sldId="317"/>
            <ac:picMk id="10" creationId="{00000000-0000-0000-0000-000000000000}"/>
          </ac:picMkLst>
        </pc:picChg>
      </pc:sldChg>
      <pc:sldChg chg="modSp mod">
        <pc:chgData name="Garima Singhal" userId="bd23a5c7e7d7f8f6" providerId="LiveId" clId="{7763A1DC-5781-4ED6-B9C8-E03987D0A106}" dt="2024-09-25T09:17:01.409" v="184" actId="27636"/>
        <pc:sldMkLst>
          <pc:docMk/>
          <pc:sldMk cId="0" sldId="318"/>
        </pc:sldMkLst>
        <pc:spChg chg="mod">
          <ac:chgData name="Garima Singhal" userId="bd23a5c7e7d7f8f6" providerId="LiveId" clId="{7763A1DC-5781-4ED6-B9C8-E03987D0A106}" dt="2024-09-25T09:17:01.409" v="184" actId="27636"/>
          <ac:spMkLst>
            <pc:docMk/>
            <pc:sldMk cId="0" sldId="318"/>
            <ac:spMk id="3" creationId="{00000000-0000-0000-0000-000000000000}"/>
          </ac:spMkLst>
        </pc:spChg>
        <pc:spChg chg="mod">
          <ac:chgData name="Garima Singhal" userId="bd23a5c7e7d7f8f6" providerId="LiveId" clId="{7763A1DC-5781-4ED6-B9C8-E03987D0A106}" dt="2024-09-25T09:12:03.804" v="0"/>
          <ac:spMkLst>
            <pc:docMk/>
            <pc:sldMk cId="0" sldId="318"/>
            <ac:spMk id="7" creationId="{00000000-0000-0000-0000-000000000000}"/>
          </ac:spMkLst>
        </pc:spChg>
        <pc:picChg chg="mod">
          <ac:chgData name="Garima Singhal" userId="bd23a5c7e7d7f8f6" providerId="LiveId" clId="{7763A1DC-5781-4ED6-B9C8-E03987D0A106}" dt="2024-09-25T09:12:03.804" v="0"/>
          <ac:picMkLst>
            <pc:docMk/>
            <pc:sldMk cId="0" sldId="318"/>
            <ac:picMk id="10" creationId="{00000000-0000-0000-0000-000000000000}"/>
          </ac:picMkLst>
        </pc:picChg>
      </pc:sldChg>
      <pc:sldChg chg="modSp">
        <pc:chgData name="Garima Singhal" userId="bd23a5c7e7d7f8f6" providerId="LiveId" clId="{7763A1DC-5781-4ED6-B9C8-E03987D0A106}" dt="2024-09-25T09:12:03.804" v="0"/>
        <pc:sldMkLst>
          <pc:docMk/>
          <pc:sldMk cId="0" sldId="319"/>
        </pc:sldMkLst>
        <pc:spChg chg="mod">
          <ac:chgData name="Garima Singhal" userId="bd23a5c7e7d7f8f6" providerId="LiveId" clId="{7763A1DC-5781-4ED6-B9C8-E03987D0A106}" dt="2024-09-25T09:12:03.804" v="0"/>
          <ac:spMkLst>
            <pc:docMk/>
            <pc:sldMk cId="0" sldId="319"/>
            <ac:spMk id="3" creationId="{00000000-0000-0000-0000-000000000000}"/>
          </ac:spMkLst>
        </pc:spChg>
        <pc:spChg chg="mod">
          <ac:chgData name="Garima Singhal" userId="bd23a5c7e7d7f8f6" providerId="LiveId" clId="{7763A1DC-5781-4ED6-B9C8-E03987D0A106}" dt="2024-09-25T09:12:03.804" v="0"/>
          <ac:spMkLst>
            <pc:docMk/>
            <pc:sldMk cId="0" sldId="319"/>
            <ac:spMk id="7" creationId="{00000000-0000-0000-0000-000000000000}"/>
          </ac:spMkLst>
        </pc:spChg>
        <pc:picChg chg="mod">
          <ac:chgData name="Garima Singhal" userId="bd23a5c7e7d7f8f6" providerId="LiveId" clId="{7763A1DC-5781-4ED6-B9C8-E03987D0A106}" dt="2024-09-25T09:12:03.804" v="0"/>
          <ac:picMkLst>
            <pc:docMk/>
            <pc:sldMk cId="0" sldId="319"/>
            <ac:picMk id="10" creationId="{00000000-0000-0000-0000-000000000000}"/>
          </ac:picMkLst>
        </pc:picChg>
      </pc:sldChg>
      <pc:sldChg chg="modSp">
        <pc:chgData name="Garima Singhal" userId="bd23a5c7e7d7f8f6" providerId="LiveId" clId="{7763A1DC-5781-4ED6-B9C8-E03987D0A106}" dt="2024-09-25T09:12:03.804" v="0"/>
        <pc:sldMkLst>
          <pc:docMk/>
          <pc:sldMk cId="0" sldId="320"/>
        </pc:sldMkLst>
        <pc:spChg chg="mod">
          <ac:chgData name="Garima Singhal" userId="bd23a5c7e7d7f8f6" providerId="LiveId" clId="{7763A1DC-5781-4ED6-B9C8-E03987D0A106}" dt="2024-09-25T09:12:03.804" v="0"/>
          <ac:spMkLst>
            <pc:docMk/>
            <pc:sldMk cId="0" sldId="320"/>
            <ac:spMk id="3" creationId="{00000000-0000-0000-0000-000000000000}"/>
          </ac:spMkLst>
        </pc:spChg>
        <pc:spChg chg="mod">
          <ac:chgData name="Garima Singhal" userId="bd23a5c7e7d7f8f6" providerId="LiveId" clId="{7763A1DC-5781-4ED6-B9C8-E03987D0A106}" dt="2024-09-25T09:12:03.804" v="0"/>
          <ac:spMkLst>
            <pc:docMk/>
            <pc:sldMk cId="0" sldId="320"/>
            <ac:spMk id="10" creationId="{00000000-0000-0000-0000-000000000000}"/>
          </ac:spMkLst>
        </pc:spChg>
        <pc:picChg chg="mod">
          <ac:chgData name="Garima Singhal" userId="bd23a5c7e7d7f8f6" providerId="LiveId" clId="{7763A1DC-5781-4ED6-B9C8-E03987D0A106}" dt="2024-09-25T09:12:03.804" v="0"/>
          <ac:picMkLst>
            <pc:docMk/>
            <pc:sldMk cId="0" sldId="320"/>
            <ac:picMk id="9" creationId="{00000000-0000-0000-0000-000000000000}"/>
          </ac:picMkLst>
        </pc:picChg>
      </pc:sldChg>
      <pc:sldChg chg="modSp">
        <pc:chgData name="Garima Singhal" userId="bd23a5c7e7d7f8f6" providerId="LiveId" clId="{7763A1DC-5781-4ED6-B9C8-E03987D0A106}" dt="2024-09-25T09:12:03.804" v="0"/>
        <pc:sldMkLst>
          <pc:docMk/>
          <pc:sldMk cId="2555220207" sldId="321"/>
        </pc:sldMkLst>
        <pc:spChg chg="mod">
          <ac:chgData name="Garima Singhal" userId="bd23a5c7e7d7f8f6" providerId="LiveId" clId="{7763A1DC-5781-4ED6-B9C8-E03987D0A106}" dt="2024-09-25T09:12:03.804" v="0"/>
          <ac:spMkLst>
            <pc:docMk/>
            <pc:sldMk cId="2555220207" sldId="321"/>
            <ac:spMk id="7" creationId="{00000000-0000-0000-0000-000000000000}"/>
          </ac:spMkLst>
        </pc:spChg>
        <pc:spChg chg="mod">
          <ac:chgData name="Garima Singhal" userId="bd23a5c7e7d7f8f6" providerId="LiveId" clId="{7763A1DC-5781-4ED6-B9C8-E03987D0A106}" dt="2024-09-25T09:12:03.804" v="0"/>
          <ac:spMkLst>
            <pc:docMk/>
            <pc:sldMk cId="2555220207" sldId="321"/>
            <ac:spMk id="9" creationId="{00000000-0000-0000-0000-000000000000}"/>
          </ac:spMkLst>
        </pc:spChg>
        <pc:picChg chg="mod">
          <ac:chgData name="Garima Singhal" userId="bd23a5c7e7d7f8f6" providerId="LiveId" clId="{7763A1DC-5781-4ED6-B9C8-E03987D0A106}" dt="2024-09-25T09:12:03.804" v="0"/>
          <ac:picMkLst>
            <pc:docMk/>
            <pc:sldMk cId="2555220207" sldId="321"/>
            <ac:picMk id="11" creationId="{00000000-0000-0000-0000-000000000000}"/>
          </ac:picMkLst>
        </pc:picChg>
      </pc:sldChg>
      <pc:sldChg chg="modSp mod">
        <pc:chgData name="Garima Singhal" userId="bd23a5c7e7d7f8f6" providerId="LiveId" clId="{7763A1DC-5781-4ED6-B9C8-E03987D0A106}" dt="2024-09-25T09:17:01.432" v="185" actId="27636"/>
        <pc:sldMkLst>
          <pc:docMk/>
          <pc:sldMk cId="0" sldId="364"/>
        </pc:sldMkLst>
        <pc:spChg chg="mod">
          <ac:chgData name="Garima Singhal" userId="bd23a5c7e7d7f8f6" providerId="LiveId" clId="{7763A1DC-5781-4ED6-B9C8-E03987D0A106}" dt="2024-09-25T09:17:01.432" v="185" actId="27636"/>
          <ac:spMkLst>
            <pc:docMk/>
            <pc:sldMk cId="0" sldId="364"/>
            <ac:spMk id="3" creationId="{00000000-0000-0000-0000-000000000000}"/>
          </ac:spMkLst>
        </pc:spChg>
        <pc:spChg chg="mod">
          <ac:chgData name="Garima Singhal" userId="bd23a5c7e7d7f8f6" providerId="LiveId" clId="{7763A1DC-5781-4ED6-B9C8-E03987D0A106}" dt="2024-09-25T09:12:03.804" v="0"/>
          <ac:spMkLst>
            <pc:docMk/>
            <pc:sldMk cId="0" sldId="364"/>
            <ac:spMk id="7" creationId="{00000000-0000-0000-0000-000000000000}"/>
          </ac:spMkLst>
        </pc:spChg>
        <pc:picChg chg="mod">
          <ac:chgData name="Garima Singhal" userId="bd23a5c7e7d7f8f6" providerId="LiveId" clId="{7763A1DC-5781-4ED6-B9C8-E03987D0A106}" dt="2024-09-25T09:12:03.804" v="0"/>
          <ac:picMkLst>
            <pc:docMk/>
            <pc:sldMk cId="0" sldId="364"/>
            <ac:picMk id="8" creationId="{00000000-0000-0000-0000-000000000000}"/>
          </ac:picMkLst>
        </pc:picChg>
        <pc:picChg chg="mod">
          <ac:chgData name="Garima Singhal" userId="bd23a5c7e7d7f8f6" providerId="LiveId" clId="{7763A1DC-5781-4ED6-B9C8-E03987D0A106}" dt="2024-09-25T09:12:03.804" v="0"/>
          <ac:picMkLst>
            <pc:docMk/>
            <pc:sldMk cId="0" sldId="364"/>
            <ac:picMk id="10" creationId="{00000000-0000-0000-0000-000000000000}"/>
          </ac:picMkLst>
        </pc:picChg>
      </pc:sldChg>
      <pc:sldChg chg="modSp">
        <pc:chgData name="Garima Singhal" userId="bd23a5c7e7d7f8f6" providerId="LiveId" clId="{7763A1DC-5781-4ED6-B9C8-E03987D0A106}" dt="2024-09-25T09:12:03.804" v="0"/>
        <pc:sldMkLst>
          <pc:docMk/>
          <pc:sldMk cId="0" sldId="365"/>
        </pc:sldMkLst>
        <pc:spChg chg="mod">
          <ac:chgData name="Garima Singhal" userId="bd23a5c7e7d7f8f6" providerId="LiveId" clId="{7763A1DC-5781-4ED6-B9C8-E03987D0A106}" dt="2024-09-25T09:12:03.804" v="0"/>
          <ac:spMkLst>
            <pc:docMk/>
            <pc:sldMk cId="0" sldId="365"/>
            <ac:spMk id="3" creationId="{00000000-0000-0000-0000-000000000000}"/>
          </ac:spMkLst>
        </pc:spChg>
        <pc:spChg chg="mod">
          <ac:chgData name="Garima Singhal" userId="bd23a5c7e7d7f8f6" providerId="LiveId" clId="{7763A1DC-5781-4ED6-B9C8-E03987D0A106}" dt="2024-09-25T09:12:03.804" v="0"/>
          <ac:spMkLst>
            <pc:docMk/>
            <pc:sldMk cId="0" sldId="365"/>
            <ac:spMk id="7" creationId="{00000000-0000-0000-0000-000000000000}"/>
          </ac:spMkLst>
        </pc:spChg>
        <pc:picChg chg="mod">
          <ac:chgData name="Garima Singhal" userId="bd23a5c7e7d7f8f6" providerId="LiveId" clId="{7763A1DC-5781-4ED6-B9C8-E03987D0A106}" dt="2024-09-25T09:12:03.804" v="0"/>
          <ac:picMkLst>
            <pc:docMk/>
            <pc:sldMk cId="0" sldId="365"/>
            <ac:picMk id="10" creationId="{00000000-0000-0000-0000-000000000000}"/>
          </ac:picMkLst>
        </pc:picChg>
      </pc:sldChg>
      <pc:sldChg chg="modSp">
        <pc:chgData name="Garima Singhal" userId="bd23a5c7e7d7f8f6" providerId="LiveId" clId="{7763A1DC-5781-4ED6-B9C8-E03987D0A106}" dt="2024-09-25T09:12:03.804" v="0"/>
        <pc:sldMkLst>
          <pc:docMk/>
          <pc:sldMk cId="0" sldId="368"/>
        </pc:sldMkLst>
        <pc:spChg chg="mod">
          <ac:chgData name="Garima Singhal" userId="bd23a5c7e7d7f8f6" providerId="LiveId" clId="{7763A1DC-5781-4ED6-B9C8-E03987D0A106}" dt="2024-09-25T09:12:03.804" v="0"/>
          <ac:spMkLst>
            <pc:docMk/>
            <pc:sldMk cId="0" sldId="368"/>
            <ac:spMk id="3" creationId="{00000000-0000-0000-0000-000000000000}"/>
          </ac:spMkLst>
        </pc:spChg>
        <pc:spChg chg="mod">
          <ac:chgData name="Garima Singhal" userId="bd23a5c7e7d7f8f6" providerId="LiveId" clId="{7763A1DC-5781-4ED6-B9C8-E03987D0A106}" dt="2024-09-25T09:12:03.804" v="0"/>
          <ac:spMkLst>
            <pc:docMk/>
            <pc:sldMk cId="0" sldId="368"/>
            <ac:spMk id="7" creationId="{00000000-0000-0000-0000-000000000000}"/>
          </ac:spMkLst>
        </pc:spChg>
        <pc:spChg chg="mod">
          <ac:chgData name="Garima Singhal" userId="bd23a5c7e7d7f8f6" providerId="LiveId" clId="{7763A1DC-5781-4ED6-B9C8-E03987D0A106}" dt="2024-09-25T09:12:03.804" v="0"/>
          <ac:spMkLst>
            <pc:docMk/>
            <pc:sldMk cId="0" sldId="368"/>
            <ac:spMk id="9" creationId="{00000000-0000-0000-0000-000000000000}"/>
          </ac:spMkLst>
        </pc:spChg>
        <pc:picChg chg="mod">
          <ac:chgData name="Garima Singhal" userId="bd23a5c7e7d7f8f6" providerId="LiveId" clId="{7763A1DC-5781-4ED6-B9C8-E03987D0A106}" dt="2024-09-25T09:12:03.804" v="0"/>
          <ac:picMkLst>
            <pc:docMk/>
            <pc:sldMk cId="0" sldId="368"/>
            <ac:picMk id="10" creationId="{00000000-0000-0000-0000-000000000000}"/>
          </ac:picMkLst>
        </pc:picChg>
      </pc:sldChg>
      <pc:sldChg chg="modSp">
        <pc:chgData name="Garima Singhal" userId="bd23a5c7e7d7f8f6" providerId="LiveId" clId="{7763A1DC-5781-4ED6-B9C8-E03987D0A106}" dt="2024-09-25T09:12:03.804" v="0"/>
        <pc:sldMkLst>
          <pc:docMk/>
          <pc:sldMk cId="0" sldId="381"/>
        </pc:sldMkLst>
        <pc:spChg chg="mod">
          <ac:chgData name="Garima Singhal" userId="bd23a5c7e7d7f8f6" providerId="LiveId" clId="{7763A1DC-5781-4ED6-B9C8-E03987D0A106}" dt="2024-09-25T09:12:03.804" v="0"/>
          <ac:spMkLst>
            <pc:docMk/>
            <pc:sldMk cId="0" sldId="381"/>
            <ac:spMk id="3" creationId="{00000000-0000-0000-0000-000000000000}"/>
          </ac:spMkLst>
        </pc:spChg>
        <pc:spChg chg="mod">
          <ac:chgData name="Garima Singhal" userId="bd23a5c7e7d7f8f6" providerId="LiveId" clId="{7763A1DC-5781-4ED6-B9C8-E03987D0A106}" dt="2024-09-25T09:12:03.804" v="0"/>
          <ac:spMkLst>
            <pc:docMk/>
            <pc:sldMk cId="0" sldId="381"/>
            <ac:spMk id="7" creationId="{00000000-0000-0000-0000-000000000000}"/>
          </ac:spMkLst>
        </pc:spChg>
        <pc:spChg chg="mod">
          <ac:chgData name="Garima Singhal" userId="bd23a5c7e7d7f8f6" providerId="LiveId" clId="{7763A1DC-5781-4ED6-B9C8-E03987D0A106}" dt="2024-09-25T09:12:03.804" v="0"/>
          <ac:spMkLst>
            <pc:docMk/>
            <pc:sldMk cId="0" sldId="381"/>
            <ac:spMk id="10" creationId="{00000000-0000-0000-0000-000000000000}"/>
          </ac:spMkLst>
        </pc:spChg>
        <pc:picChg chg="mod">
          <ac:chgData name="Garima Singhal" userId="bd23a5c7e7d7f8f6" providerId="LiveId" clId="{7763A1DC-5781-4ED6-B9C8-E03987D0A106}" dt="2024-09-25T09:12:03.804" v="0"/>
          <ac:picMkLst>
            <pc:docMk/>
            <pc:sldMk cId="0" sldId="381"/>
            <ac:picMk id="11" creationId="{00000000-0000-0000-0000-000000000000}"/>
          </ac:picMkLst>
        </pc:picChg>
      </pc:sldChg>
      <pc:sldChg chg="modSp">
        <pc:chgData name="Garima Singhal" userId="bd23a5c7e7d7f8f6" providerId="LiveId" clId="{7763A1DC-5781-4ED6-B9C8-E03987D0A106}" dt="2024-09-25T09:12:03.804" v="0"/>
        <pc:sldMkLst>
          <pc:docMk/>
          <pc:sldMk cId="0" sldId="382"/>
        </pc:sldMkLst>
        <pc:spChg chg="mod">
          <ac:chgData name="Garima Singhal" userId="bd23a5c7e7d7f8f6" providerId="LiveId" clId="{7763A1DC-5781-4ED6-B9C8-E03987D0A106}" dt="2024-09-25T09:12:03.804" v="0"/>
          <ac:spMkLst>
            <pc:docMk/>
            <pc:sldMk cId="0" sldId="382"/>
            <ac:spMk id="3" creationId="{00000000-0000-0000-0000-000000000000}"/>
          </ac:spMkLst>
        </pc:spChg>
        <pc:spChg chg="mod">
          <ac:chgData name="Garima Singhal" userId="bd23a5c7e7d7f8f6" providerId="LiveId" clId="{7763A1DC-5781-4ED6-B9C8-E03987D0A106}" dt="2024-09-25T09:12:03.804" v="0"/>
          <ac:spMkLst>
            <pc:docMk/>
            <pc:sldMk cId="0" sldId="382"/>
            <ac:spMk id="7" creationId="{00000000-0000-0000-0000-000000000000}"/>
          </ac:spMkLst>
        </pc:spChg>
        <pc:spChg chg="mod">
          <ac:chgData name="Garima Singhal" userId="bd23a5c7e7d7f8f6" providerId="LiveId" clId="{7763A1DC-5781-4ED6-B9C8-E03987D0A106}" dt="2024-09-25T09:12:03.804" v="0"/>
          <ac:spMkLst>
            <pc:docMk/>
            <pc:sldMk cId="0" sldId="382"/>
            <ac:spMk id="9" creationId="{00000000-0000-0000-0000-000000000000}"/>
          </ac:spMkLst>
        </pc:spChg>
        <pc:picChg chg="mod">
          <ac:chgData name="Garima Singhal" userId="bd23a5c7e7d7f8f6" providerId="LiveId" clId="{7763A1DC-5781-4ED6-B9C8-E03987D0A106}" dt="2024-09-25T09:12:03.804" v="0"/>
          <ac:picMkLst>
            <pc:docMk/>
            <pc:sldMk cId="0" sldId="382"/>
            <ac:picMk id="11" creationId="{00000000-0000-0000-0000-000000000000}"/>
          </ac:picMkLst>
        </pc:picChg>
      </pc:sldChg>
      <pc:sldChg chg="modSp">
        <pc:chgData name="Garima Singhal" userId="bd23a5c7e7d7f8f6" providerId="LiveId" clId="{7763A1DC-5781-4ED6-B9C8-E03987D0A106}" dt="2024-09-25T09:12:03.804" v="0"/>
        <pc:sldMkLst>
          <pc:docMk/>
          <pc:sldMk cId="0" sldId="383"/>
        </pc:sldMkLst>
        <pc:spChg chg="mod">
          <ac:chgData name="Garima Singhal" userId="bd23a5c7e7d7f8f6" providerId="LiveId" clId="{7763A1DC-5781-4ED6-B9C8-E03987D0A106}" dt="2024-09-25T09:12:03.804" v="0"/>
          <ac:spMkLst>
            <pc:docMk/>
            <pc:sldMk cId="0" sldId="383"/>
            <ac:spMk id="3" creationId="{00000000-0000-0000-0000-000000000000}"/>
          </ac:spMkLst>
        </pc:spChg>
        <pc:spChg chg="mod">
          <ac:chgData name="Garima Singhal" userId="bd23a5c7e7d7f8f6" providerId="LiveId" clId="{7763A1DC-5781-4ED6-B9C8-E03987D0A106}" dt="2024-09-25T09:12:03.804" v="0"/>
          <ac:spMkLst>
            <pc:docMk/>
            <pc:sldMk cId="0" sldId="383"/>
            <ac:spMk id="7" creationId="{00000000-0000-0000-0000-000000000000}"/>
          </ac:spMkLst>
        </pc:spChg>
        <pc:spChg chg="mod">
          <ac:chgData name="Garima Singhal" userId="bd23a5c7e7d7f8f6" providerId="LiveId" clId="{7763A1DC-5781-4ED6-B9C8-E03987D0A106}" dt="2024-09-25T09:12:03.804" v="0"/>
          <ac:spMkLst>
            <pc:docMk/>
            <pc:sldMk cId="0" sldId="383"/>
            <ac:spMk id="10" creationId="{00000000-0000-0000-0000-000000000000}"/>
          </ac:spMkLst>
        </pc:spChg>
        <pc:picChg chg="mod">
          <ac:chgData name="Garima Singhal" userId="bd23a5c7e7d7f8f6" providerId="LiveId" clId="{7763A1DC-5781-4ED6-B9C8-E03987D0A106}" dt="2024-09-25T09:12:03.804" v="0"/>
          <ac:picMkLst>
            <pc:docMk/>
            <pc:sldMk cId="0" sldId="383"/>
            <ac:picMk id="11" creationId="{00000000-0000-0000-0000-000000000000}"/>
          </ac:picMkLst>
        </pc:picChg>
      </pc:sldChg>
      <pc:sldChg chg="modSp">
        <pc:chgData name="Garima Singhal" userId="bd23a5c7e7d7f8f6" providerId="LiveId" clId="{7763A1DC-5781-4ED6-B9C8-E03987D0A106}" dt="2024-09-25T09:12:03.804" v="0"/>
        <pc:sldMkLst>
          <pc:docMk/>
          <pc:sldMk cId="0" sldId="384"/>
        </pc:sldMkLst>
        <pc:spChg chg="mod">
          <ac:chgData name="Garima Singhal" userId="bd23a5c7e7d7f8f6" providerId="LiveId" clId="{7763A1DC-5781-4ED6-B9C8-E03987D0A106}" dt="2024-09-25T09:12:03.804" v="0"/>
          <ac:spMkLst>
            <pc:docMk/>
            <pc:sldMk cId="0" sldId="384"/>
            <ac:spMk id="3" creationId="{00000000-0000-0000-0000-000000000000}"/>
          </ac:spMkLst>
        </pc:spChg>
        <pc:spChg chg="mod">
          <ac:chgData name="Garima Singhal" userId="bd23a5c7e7d7f8f6" providerId="LiveId" clId="{7763A1DC-5781-4ED6-B9C8-E03987D0A106}" dt="2024-09-25T09:12:03.804" v="0"/>
          <ac:spMkLst>
            <pc:docMk/>
            <pc:sldMk cId="0" sldId="384"/>
            <ac:spMk id="7" creationId="{00000000-0000-0000-0000-000000000000}"/>
          </ac:spMkLst>
        </pc:spChg>
        <pc:spChg chg="mod">
          <ac:chgData name="Garima Singhal" userId="bd23a5c7e7d7f8f6" providerId="LiveId" clId="{7763A1DC-5781-4ED6-B9C8-E03987D0A106}" dt="2024-09-25T09:12:03.804" v="0"/>
          <ac:spMkLst>
            <pc:docMk/>
            <pc:sldMk cId="0" sldId="384"/>
            <ac:spMk id="10" creationId="{00000000-0000-0000-0000-000000000000}"/>
          </ac:spMkLst>
        </pc:spChg>
        <pc:picChg chg="mod">
          <ac:chgData name="Garima Singhal" userId="bd23a5c7e7d7f8f6" providerId="LiveId" clId="{7763A1DC-5781-4ED6-B9C8-E03987D0A106}" dt="2024-09-25T09:12:03.804" v="0"/>
          <ac:picMkLst>
            <pc:docMk/>
            <pc:sldMk cId="0" sldId="384"/>
            <ac:picMk id="11" creationId="{00000000-0000-0000-0000-000000000000}"/>
          </ac:picMkLst>
        </pc:picChg>
      </pc:sldChg>
      <pc:sldChg chg="modSp">
        <pc:chgData name="Garima Singhal" userId="bd23a5c7e7d7f8f6" providerId="LiveId" clId="{7763A1DC-5781-4ED6-B9C8-E03987D0A106}" dt="2024-09-25T09:12:03.804" v="0"/>
        <pc:sldMkLst>
          <pc:docMk/>
          <pc:sldMk cId="0" sldId="385"/>
        </pc:sldMkLst>
        <pc:spChg chg="mod">
          <ac:chgData name="Garima Singhal" userId="bd23a5c7e7d7f8f6" providerId="LiveId" clId="{7763A1DC-5781-4ED6-B9C8-E03987D0A106}" dt="2024-09-25T09:12:03.804" v="0"/>
          <ac:spMkLst>
            <pc:docMk/>
            <pc:sldMk cId="0" sldId="385"/>
            <ac:spMk id="3" creationId="{00000000-0000-0000-0000-000000000000}"/>
          </ac:spMkLst>
        </pc:spChg>
        <pc:spChg chg="mod">
          <ac:chgData name="Garima Singhal" userId="bd23a5c7e7d7f8f6" providerId="LiveId" clId="{7763A1DC-5781-4ED6-B9C8-E03987D0A106}" dt="2024-09-25T09:12:03.804" v="0"/>
          <ac:spMkLst>
            <pc:docMk/>
            <pc:sldMk cId="0" sldId="385"/>
            <ac:spMk id="7" creationId="{00000000-0000-0000-0000-000000000000}"/>
          </ac:spMkLst>
        </pc:spChg>
        <pc:spChg chg="mod">
          <ac:chgData name="Garima Singhal" userId="bd23a5c7e7d7f8f6" providerId="LiveId" clId="{7763A1DC-5781-4ED6-B9C8-E03987D0A106}" dt="2024-09-25T09:12:03.804" v="0"/>
          <ac:spMkLst>
            <pc:docMk/>
            <pc:sldMk cId="0" sldId="385"/>
            <ac:spMk id="9" creationId="{00000000-0000-0000-0000-000000000000}"/>
          </ac:spMkLst>
        </pc:spChg>
        <pc:picChg chg="mod">
          <ac:chgData name="Garima Singhal" userId="bd23a5c7e7d7f8f6" providerId="LiveId" clId="{7763A1DC-5781-4ED6-B9C8-E03987D0A106}" dt="2024-09-25T09:12:03.804" v="0"/>
          <ac:picMkLst>
            <pc:docMk/>
            <pc:sldMk cId="0" sldId="385"/>
            <ac:picMk id="11" creationId="{00000000-0000-0000-0000-000000000000}"/>
          </ac:picMkLst>
        </pc:picChg>
      </pc:sldChg>
      <pc:sldChg chg="modSp">
        <pc:chgData name="Garima Singhal" userId="bd23a5c7e7d7f8f6" providerId="LiveId" clId="{7763A1DC-5781-4ED6-B9C8-E03987D0A106}" dt="2024-09-25T09:12:03.804" v="0"/>
        <pc:sldMkLst>
          <pc:docMk/>
          <pc:sldMk cId="2555220207" sldId="395"/>
        </pc:sldMkLst>
        <pc:spChg chg="mod">
          <ac:chgData name="Garima Singhal" userId="bd23a5c7e7d7f8f6" providerId="LiveId" clId="{7763A1DC-5781-4ED6-B9C8-E03987D0A106}" dt="2024-09-25T09:12:03.804" v="0"/>
          <ac:spMkLst>
            <pc:docMk/>
            <pc:sldMk cId="2555220207" sldId="395"/>
            <ac:spMk id="7" creationId="{00000000-0000-0000-0000-000000000000}"/>
          </ac:spMkLst>
        </pc:spChg>
        <pc:spChg chg="mod">
          <ac:chgData name="Garima Singhal" userId="bd23a5c7e7d7f8f6" providerId="LiveId" clId="{7763A1DC-5781-4ED6-B9C8-E03987D0A106}" dt="2024-09-25T09:12:03.804" v="0"/>
          <ac:spMkLst>
            <pc:docMk/>
            <pc:sldMk cId="2555220207" sldId="395"/>
            <ac:spMk id="9" creationId="{00000000-0000-0000-0000-000000000000}"/>
          </ac:spMkLst>
        </pc:spChg>
        <pc:picChg chg="mod">
          <ac:chgData name="Garima Singhal" userId="bd23a5c7e7d7f8f6" providerId="LiveId" clId="{7763A1DC-5781-4ED6-B9C8-E03987D0A106}" dt="2024-09-25T09:12:03.804" v="0"/>
          <ac:picMkLst>
            <pc:docMk/>
            <pc:sldMk cId="2555220207" sldId="395"/>
            <ac:picMk id="11" creationId="{00000000-0000-0000-0000-000000000000}"/>
          </ac:picMkLst>
        </pc:picChg>
      </pc:sldChg>
      <pc:sldChg chg="modSp">
        <pc:chgData name="Garima Singhal" userId="bd23a5c7e7d7f8f6" providerId="LiveId" clId="{7763A1DC-5781-4ED6-B9C8-E03987D0A106}" dt="2024-09-25T09:12:03.804" v="0"/>
        <pc:sldMkLst>
          <pc:docMk/>
          <pc:sldMk cId="2555220207" sldId="396"/>
        </pc:sldMkLst>
        <pc:spChg chg="mod">
          <ac:chgData name="Garima Singhal" userId="bd23a5c7e7d7f8f6" providerId="LiveId" clId="{7763A1DC-5781-4ED6-B9C8-E03987D0A106}" dt="2024-09-25T09:12:03.804" v="0"/>
          <ac:spMkLst>
            <pc:docMk/>
            <pc:sldMk cId="2555220207" sldId="396"/>
            <ac:spMk id="7" creationId="{00000000-0000-0000-0000-000000000000}"/>
          </ac:spMkLst>
        </pc:spChg>
        <pc:spChg chg="mod">
          <ac:chgData name="Garima Singhal" userId="bd23a5c7e7d7f8f6" providerId="LiveId" clId="{7763A1DC-5781-4ED6-B9C8-E03987D0A106}" dt="2024-09-25T09:12:03.804" v="0"/>
          <ac:spMkLst>
            <pc:docMk/>
            <pc:sldMk cId="2555220207" sldId="396"/>
            <ac:spMk id="9" creationId="{00000000-0000-0000-0000-000000000000}"/>
          </ac:spMkLst>
        </pc:spChg>
        <pc:picChg chg="mod">
          <ac:chgData name="Garima Singhal" userId="bd23a5c7e7d7f8f6" providerId="LiveId" clId="{7763A1DC-5781-4ED6-B9C8-E03987D0A106}" dt="2024-09-25T09:12:03.804" v="0"/>
          <ac:picMkLst>
            <pc:docMk/>
            <pc:sldMk cId="2555220207" sldId="396"/>
            <ac:picMk id="11" creationId="{00000000-0000-0000-0000-000000000000}"/>
          </ac:picMkLst>
        </pc:picChg>
      </pc:sldChg>
      <pc:sldChg chg="modSp">
        <pc:chgData name="Garima Singhal" userId="bd23a5c7e7d7f8f6" providerId="LiveId" clId="{7763A1DC-5781-4ED6-B9C8-E03987D0A106}" dt="2024-09-25T09:12:03.804" v="0"/>
        <pc:sldMkLst>
          <pc:docMk/>
          <pc:sldMk cId="0" sldId="398"/>
        </pc:sldMkLst>
        <pc:spChg chg="mod">
          <ac:chgData name="Garima Singhal" userId="bd23a5c7e7d7f8f6" providerId="LiveId" clId="{7763A1DC-5781-4ED6-B9C8-E03987D0A106}" dt="2024-09-25T09:12:03.804" v="0"/>
          <ac:spMkLst>
            <pc:docMk/>
            <pc:sldMk cId="0" sldId="398"/>
            <ac:spMk id="3" creationId="{00000000-0000-0000-0000-000000000000}"/>
          </ac:spMkLst>
        </pc:spChg>
        <pc:spChg chg="mod">
          <ac:chgData name="Garima Singhal" userId="bd23a5c7e7d7f8f6" providerId="LiveId" clId="{7763A1DC-5781-4ED6-B9C8-E03987D0A106}" dt="2024-09-25T09:12:03.804" v="0"/>
          <ac:spMkLst>
            <pc:docMk/>
            <pc:sldMk cId="0" sldId="398"/>
            <ac:spMk id="7" creationId="{00000000-0000-0000-0000-000000000000}"/>
          </ac:spMkLst>
        </pc:spChg>
        <pc:graphicFrameChg chg="mod">
          <ac:chgData name="Garima Singhal" userId="bd23a5c7e7d7f8f6" providerId="LiveId" clId="{7763A1DC-5781-4ED6-B9C8-E03987D0A106}" dt="2024-09-25T09:12:03.804" v="0"/>
          <ac:graphicFrameMkLst>
            <pc:docMk/>
            <pc:sldMk cId="0" sldId="398"/>
            <ac:graphicFrameMk id="9" creationId="{00000000-0000-0000-0000-000000000000}"/>
          </ac:graphicFrameMkLst>
        </pc:graphicFrameChg>
        <pc:picChg chg="mod">
          <ac:chgData name="Garima Singhal" userId="bd23a5c7e7d7f8f6" providerId="LiveId" clId="{7763A1DC-5781-4ED6-B9C8-E03987D0A106}" dt="2024-09-25T09:12:03.804" v="0"/>
          <ac:picMkLst>
            <pc:docMk/>
            <pc:sldMk cId="0" sldId="398"/>
            <ac:picMk id="11" creationId="{00000000-0000-0000-0000-000000000000}"/>
          </ac:picMkLst>
        </pc:picChg>
      </pc:sldChg>
      <pc:sldChg chg="modSp">
        <pc:chgData name="Garima Singhal" userId="bd23a5c7e7d7f8f6" providerId="LiveId" clId="{7763A1DC-5781-4ED6-B9C8-E03987D0A106}" dt="2024-09-25T09:12:03.804" v="0"/>
        <pc:sldMkLst>
          <pc:docMk/>
          <pc:sldMk cId="2555220207" sldId="399"/>
        </pc:sldMkLst>
        <pc:spChg chg="mod">
          <ac:chgData name="Garima Singhal" userId="bd23a5c7e7d7f8f6" providerId="LiveId" clId="{7763A1DC-5781-4ED6-B9C8-E03987D0A106}" dt="2024-09-25T09:12:03.804" v="0"/>
          <ac:spMkLst>
            <pc:docMk/>
            <pc:sldMk cId="2555220207" sldId="399"/>
            <ac:spMk id="7" creationId="{00000000-0000-0000-0000-000000000000}"/>
          </ac:spMkLst>
        </pc:spChg>
        <pc:graphicFrameChg chg="mod">
          <ac:chgData name="Garima Singhal" userId="bd23a5c7e7d7f8f6" providerId="LiveId" clId="{7763A1DC-5781-4ED6-B9C8-E03987D0A106}" dt="2024-09-25T09:12:03.804" v="0"/>
          <ac:graphicFrameMkLst>
            <pc:docMk/>
            <pc:sldMk cId="2555220207" sldId="399"/>
            <ac:graphicFrameMk id="11" creationId="{00000000-0000-0000-0000-000000000000}"/>
          </ac:graphicFrameMkLst>
        </pc:graphicFrameChg>
        <pc:picChg chg="mod">
          <ac:chgData name="Garima Singhal" userId="bd23a5c7e7d7f8f6" providerId="LiveId" clId="{7763A1DC-5781-4ED6-B9C8-E03987D0A106}" dt="2024-09-25T09:12:03.804" v="0"/>
          <ac:picMkLst>
            <pc:docMk/>
            <pc:sldMk cId="2555220207" sldId="399"/>
            <ac:picMk id="9" creationId="{00000000-0000-0000-0000-000000000000}"/>
          </ac:picMkLst>
        </pc:picChg>
      </pc:sldChg>
      <pc:sldChg chg="delSp modSp mod">
        <pc:chgData name="Garima Singhal" userId="bd23a5c7e7d7f8f6" providerId="LiveId" clId="{7763A1DC-5781-4ED6-B9C8-E03987D0A106}" dt="2024-09-25T09:16:17.354" v="170" actId="478"/>
        <pc:sldMkLst>
          <pc:docMk/>
          <pc:sldMk cId="0" sldId="400"/>
        </pc:sldMkLst>
        <pc:spChg chg="mod">
          <ac:chgData name="Garima Singhal" userId="bd23a5c7e7d7f8f6" providerId="LiveId" clId="{7763A1DC-5781-4ED6-B9C8-E03987D0A106}" dt="2024-09-25T09:12:03.804" v="0"/>
          <ac:spMkLst>
            <pc:docMk/>
            <pc:sldMk cId="0" sldId="400"/>
            <ac:spMk id="5" creationId="{00000000-0000-0000-0000-000000000000}"/>
          </ac:spMkLst>
        </pc:spChg>
        <pc:spChg chg="mod">
          <ac:chgData name="Garima Singhal" userId="bd23a5c7e7d7f8f6" providerId="LiveId" clId="{7763A1DC-5781-4ED6-B9C8-E03987D0A106}" dt="2024-09-25T09:12:03.804" v="0"/>
          <ac:spMkLst>
            <pc:docMk/>
            <pc:sldMk cId="0" sldId="400"/>
            <ac:spMk id="7" creationId="{00000000-0000-0000-0000-000000000000}"/>
          </ac:spMkLst>
        </pc:spChg>
        <pc:graphicFrameChg chg="mod">
          <ac:chgData name="Garima Singhal" userId="bd23a5c7e7d7f8f6" providerId="LiveId" clId="{7763A1DC-5781-4ED6-B9C8-E03987D0A106}" dt="2024-09-25T09:12:03.804" v="0"/>
          <ac:graphicFrameMkLst>
            <pc:docMk/>
            <pc:sldMk cId="0" sldId="400"/>
            <ac:graphicFrameMk id="12" creationId="{00000000-0000-0000-0000-000000000000}"/>
          </ac:graphicFrameMkLst>
        </pc:graphicFrameChg>
        <pc:picChg chg="del mod">
          <ac:chgData name="Garima Singhal" userId="bd23a5c7e7d7f8f6" providerId="LiveId" clId="{7763A1DC-5781-4ED6-B9C8-E03987D0A106}" dt="2024-09-25T09:16:17.354" v="170" actId="478"/>
          <ac:picMkLst>
            <pc:docMk/>
            <pc:sldMk cId="0" sldId="400"/>
            <ac:picMk id="9" creationId="{9C030E0B-CF6D-B549-E18E-4AF23F580211}"/>
          </ac:picMkLst>
        </pc:picChg>
      </pc:sldChg>
      <pc:sldChg chg="delSp modSp mod">
        <pc:chgData name="Garima Singhal" userId="bd23a5c7e7d7f8f6" providerId="LiveId" clId="{7763A1DC-5781-4ED6-B9C8-E03987D0A106}" dt="2024-09-25T09:16:19.130" v="171" actId="478"/>
        <pc:sldMkLst>
          <pc:docMk/>
          <pc:sldMk cId="0" sldId="401"/>
        </pc:sldMkLst>
        <pc:spChg chg="mod">
          <ac:chgData name="Garima Singhal" userId="bd23a5c7e7d7f8f6" providerId="LiveId" clId="{7763A1DC-5781-4ED6-B9C8-E03987D0A106}" dt="2024-09-25T09:12:03.804" v="0"/>
          <ac:spMkLst>
            <pc:docMk/>
            <pc:sldMk cId="0" sldId="401"/>
            <ac:spMk id="7" creationId="{00000000-0000-0000-0000-000000000000}"/>
          </ac:spMkLst>
        </pc:spChg>
        <pc:graphicFrameChg chg="mod">
          <ac:chgData name="Garima Singhal" userId="bd23a5c7e7d7f8f6" providerId="LiveId" clId="{7763A1DC-5781-4ED6-B9C8-E03987D0A106}" dt="2024-09-25T09:12:03.804" v="0"/>
          <ac:graphicFrameMkLst>
            <pc:docMk/>
            <pc:sldMk cId="0" sldId="401"/>
            <ac:graphicFrameMk id="9" creationId="{00000000-0000-0000-0000-000000000000}"/>
          </ac:graphicFrameMkLst>
        </pc:graphicFrameChg>
        <pc:picChg chg="del mod">
          <ac:chgData name="Garima Singhal" userId="bd23a5c7e7d7f8f6" providerId="LiveId" clId="{7763A1DC-5781-4ED6-B9C8-E03987D0A106}" dt="2024-09-25T09:16:19.130" v="171" actId="478"/>
          <ac:picMkLst>
            <pc:docMk/>
            <pc:sldMk cId="0" sldId="401"/>
            <ac:picMk id="12" creationId="{72E2F272-53FE-8483-10EA-5E90B16EF39F}"/>
          </ac:picMkLst>
        </pc:picChg>
      </pc:sldChg>
      <pc:sldChg chg="delSp modSp mod">
        <pc:chgData name="Garima Singhal" userId="bd23a5c7e7d7f8f6" providerId="LiveId" clId="{7763A1DC-5781-4ED6-B9C8-E03987D0A106}" dt="2024-09-25T09:16:21.212" v="172" actId="478"/>
        <pc:sldMkLst>
          <pc:docMk/>
          <pc:sldMk cId="0" sldId="402"/>
        </pc:sldMkLst>
        <pc:spChg chg="mod">
          <ac:chgData name="Garima Singhal" userId="bd23a5c7e7d7f8f6" providerId="LiveId" clId="{7763A1DC-5781-4ED6-B9C8-E03987D0A106}" dt="2024-09-25T09:12:03.804" v="0"/>
          <ac:spMkLst>
            <pc:docMk/>
            <pc:sldMk cId="0" sldId="402"/>
            <ac:spMk id="7" creationId="{00000000-0000-0000-0000-000000000000}"/>
          </ac:spMkLst>
        </pc:spChg>
        <pc:spChg chg="mod">
          <ac:chgData name="Garima Singhal" userId="bd23a5c7e7d7f8f6" providerId="LiveId" clId="{7763A1DC-5781-4ED6-B9C8-E03987D0A106}" dt="2024-09-25T09:12:03.804" v="0"/>
          <ac:spMkLst>
            <pc:docMk/>
            <pc:sldMk cId="0" sldId="402"/>
            <ac:spMk id="11" creationId="{00000000-0000-0000-0000-000000000000}"/>
          </ac:spMkLst>
        </pc:spChg>
        <pc:graphicFrameChg chg="mod">
          <ac:chgData name="Garima Singhal" userId="bd23a5c7e7d7f8f6" providerId="LiveId" clId="{7763A1DC-5781-4ED6-B9C8-E03987D0A106}" dt="2024-09-25T09:12:03.804" v="0"/>
          <ac:graphicFrameMkLst>
            <pc:docMk/>
            <pc:sldMk cId="0" sldId="402"/>
            <ac:graphicFrameMk id="9" creationId="{00000000-0000-0000-0000-000000000000}"/>
          </ac:graphicFrameMkLst>
        </pc:graphicFrameChg>
        <pc:picChg chg="del mod">
          <ac:chgData name="Garima Singhal" userId="bd23a5c7e7d7f8f6" providerId="LiveId" clId="{7763A1DC-5781-4ED6-B9C8-E03987D0A106}" dt="2024-09-25T09:16:21.212" v="172" actId="478"/>
          <ac:picMkLst>
            <pc:docMk/>
            <pc:sldMk cId="0" sldId="402"/>
            <ac:picMk id="12" creationId="{2B7DE474-8AB3-B6A9-8158-D05D5C04024B}"/>
          </ac:picMkLst>
        </pc:picChg>
      </pc:sldChg>
      <pc:sldChg chg="modSp">
        <pc:chgData name="Garima Singhal" userId="bd23a5c7e7d7f8f6" providerId="LiveId" clId="{7763A1DC-5781-4ED6-B9C8-E03987D0A106}" dt="2024-09-25T09:12:03.804" v="0"/>
        <pc:sldMkLst>
          <pc:docMk/>
          <pc:sldMk cId="0" sldId="403"/>
        </pc:sldMkLst>
        <pc:spChg chg="mod">
          <ac:chgData name="Garima Singhal" userId="bd23a5c7e7d7f8f6" providerId="LiveId" clId="{7763A1DC-5781-4ED6-B9C8-E03987D0A106}" dt="2024-09-25T09:12:03.804" v="0"/>
          <ac:spMkLst>
            <pc:docMk/>
            <pc:sldMk cId="0" sldId="403"/>
            <ac:spMk id="3" creationId="{877EBB6C-5418-4EB8-B9DA-59B278CB65C5}"/>
          </ac:spMkLst>
        </pc:spChg>
        <pc:spChg chg="mod">
          <ac:chgData name="Garima Singhal" userId="bd23a5c7e7d7f8f6" providerId="LiveId" clId="{7763A1DC-5781-4ED6-B9C8-E03987D0A106}" dt="2024-09-25T09:12:03.804" v="0"/>
          <ac:spMkLst>
            <pc:docMk/>
            <pc:sldMk cId="0" sldId="403"/>
            <ac:spMk id="7" creationId="{00000000-0000-0000-0000-000000000000}"/>
          </ac:spMkLst>
        </pc:spChg>
        <pc:picChg chg="mod">
          <ac:chgData name="Garima Singhal" userId="bd23a5c7e7d7f8f6" providerId="LiveId" clId="{7763A1DC-5781-4ED6-B9C8-E03987D0A106}" dt="2024-09-25T09:12:03.804" v="0"/>
          <ac:picMkLst>
            <pc:docMk/>
            <pc:sldMk cId="0" sldId="403"/>
            <ac:picMk id="9" creationId="{00000000-0000-0000-0000-000000000000}"/>
          </ac:picMkLst>
        </pc:picChg>
        <pc:picChg chg="mod">
          <ac:chgData name="Garima Singhal" userId="bd23a5c7e7d7f8f6" providerId="LiveId" clId="{7763A1DC-5781-4ED6-B9C8-E03987D0A106}" dt="2024-09-25T09:12:03.804" v="0"/>
          <ac:picMkLst>
            <pc:docMk/>
            <pc:sldMk cId="0" sldId="403"/>
            <ac:picMk id="10" creationId="{00000000-0000-0000-0000-000000000000}"/>
          </ac:picMkLst>
        </pc:picChg>
      </pc:sldChg>
      <pc:sldChg chg="modSp">
        <pc:chgData name="Garima Singhal" userId="bd23a5c7e7d7f8f6" providerId="LiveId" clId="{7763A1DC-5781-4ED6-B9C8-E03987D0A106}" dt="2024-09-25T09:12:03.804" v="0"/>
        <pc:sldMkLst>
          <pc:docMk/>
          <pc:sldMk cId="0" sldId="404"/>
        </pc:sldMkLst>
        <pc:spChg chg="mod">
          <ac:chgData name="Garima Singhal" userId="bd23a5c7e7d7f8f6" providerId="LiveId" clId="{7763A1DC-5781-4ED6-B9C8-E03987D0A106}" dt="2024-09-25T09:12:03.804" v="0"/>
          <ac:spMkLst>
            <pc:docMk/>
            <pc:sldMk cId="0" sldId="404"/>
            <ac:spMk id="3" creationId="{877EBB6C-5418-4EB8-B9DA-59B278CB65C5}"/>
          </ac:spMkLst>
        </pc:spChg>
        <pc:spChg chg="mod">
          <ac:chgData name="Garima Singhal" userId="bd23a5c7e7d7f8f6" providerId="LiveId" clId="{7763A1DC-5781-4ED6-B9C8-E03987D0A106}" dt="2024-09-25T09:12:03.804" v="0"/>
          <ac:spMkLst>
            <pc:docMk/>
            <pc:sldMk cId="0" sldId="404"/>
            <ac:spMk id="7" creationId="{00000000-0000-0000-0000-000000000000}"/>
          </ac:spMkLst>
        </pc:spChg>
        <pc:picChg chg="mod">
          <ac:chgData name="Garima Singhal" userId="bd23a5c7e7d7f8f6" providerId="LiveId" clId="{7763A1DC-5781-4ED6-B9C8-E03987D0A106}" dt="2024-09-25T09:12:03.804" v="0"/>
          <ac:picMkLst>
            <pc:docMk/>
            <pc:sldMk cId="0" sldId="404"/>
            <ac:picMk id="8" creationId="{00000000-0000-0000-0000-000000000000}"/>
          </ac:picMkLst>
        </pc:picChg>
        <pc:picChg chg="mod">
          <ac:chgData name="Garima Singhal" userId="bd23a5c7e7d7f8f6" providerId="LiveId" clId="{7763A1DC-5781-4ED6-B9C8-E03987D0A106}" dt="2024-09-25T09:12:03.804" v="0"/>
          <ac:picMkLst>
            <pc:docMk/>
            <pc:sldMk cId="0" sldId="404"/>
            <ac:picMk id="9" creationId="{00000000-0000-0000-0000-000000000000}"/>
          </ac:picMkLst>
        </pc:picChg>
      </pc:sldChg>
      <pc:sldChg chg="modSp">
        <pc:chgData name="Garima Singhal" userId="bd23a5c7e7d7f8f6" providerId="LiveId" clId="{7763A1DC-5781-4ED6-B9C8-E03987D0A106}" dt="2024-09-25T09:12:03.804" v="0"/>
        <pc:sldMkLst>
          <pc:docMk/>
          <pc:sldMk cId="0" sldId="405"/>
        </pc:sldMkLst>
        <pc:spChg chg="mod">
          <ac:chgData name="Garima Singhal" userId="bd23a5c7e7d7f8f6" providerId="LiveId" clId="{7763A1DC-5781-4ED6-B9C8-E03987D0A106}" dt="2024-09-25T09:12:03.804" v="0"/>
          <ac:spMkLst>
            <pc:docMk/>
            <pc:sldMk cId="0" sldId="405"/>
            <ac:spMk id="3" creationId="{877EBB6C-5418-4EB8-B9DA-59B278CB65C5}"/>
          </ac:spMkLst>
        </pc:spChg>
        <pc:spChg chg="mod">
          <ac:chgData name="Garima Singhal" userId="bd23a5c7e7d7f8f6" providerId="LiveId" clId="{7763A1DC-5781-4ED6-B9C8-E03987D0A106}" dt="2024-09-25T09:12:03.804" v="0"/>
          <ac:spMkLst>
            <pc:docMk/>
            <pc:sldMk cId="0" sldId="405"/>
            <ac:spMk id="7" creationId="{00000000-0000-0000-0000-000000000000}"/>
          </ac:spMkLst>
        </pc:spChg>
        <pc:picChg chg="mod">
          <ac:chgData name="Garima Singhal" userId="bd23a5c7e7d7f8f6" providerId="LiveId" clId="{7763A1DC-5781-4ED6-B9C8-E03987D0A106}" dt="2024-09-25T09:12:03.804" v="0"/>
          <ac:picMkLst>
            <pc:docMk/>
            <pc:sldMk cId="0" sldId="405"/>
            <ac:picMk id="8" creationId="{00000000-0000-0000-0000-000000000000}"/>
          </ac:picMkLst>
        </pc:picChg>
        <pc:picChg chg="mod">
          <ac:chgData name="Garima Singhal" userId="bd23a5c7e7d7f8f6" providerId="LiveId" clId="{7763A1DC-5781-4ED6-B9C8-E03987D0A106}" dt="2024-09-25T09:12:03.804" v="0"/>
          <ac:picMkLst>
            <pc:docMk/>
            <pc:sldMk cId="0" sldId="405"/>
            <ac:picMk id="9" creationId="{00000000-0000-0000-0000-000000000000}"/>
          </ac:picMkLst>
        </pc:picChg>
      </pc:sldChg>
      <pc:sldChg chg="delSp modSp mod modNotes">
        <pc:chgData name="Garima Singhal" userId="bd23a5c7e7d7f8f6" providerId="LiveId" clId="{7763A1DC-5781-4ED6-B9C8-E03987D0A106}" dt="2024-09-25T09:16:23.188" v="173" actId="478"/>
        <pc:sldMkLst>
          <pc:docMk/>
          <pc:sldMk cId="2392440632" sldId="406"/>
        </pc:sldMkLst>
        <pc:spChg chg="mod">
          <ac:chgData name="Garima Singhal" userId="bd23a5c7e7d7f8f6" providerId="LiveId" clId="{7763A1DC-5781-4ED6-B9C8-E03987D0A106}" dt="2024-09-25T09:12:03.804" v="0"/>
          <ac:spMkLst>
            <pc:docMk/>
            <pc:sldMk cId="2392440632" sldId="406"/>
            <ac:spMk id="2" creationId="{00000000-0000-0000-0000-000000000000}"/>
          </ac:spMkLst>
        </pc:spChg>
        <pc:spChg chg="mod">
          <ac:chgData name="Garima Singhal" userId="bd23a5c7e7d7f8f6" providerId="LiveId" clId="{7763A1DC-5781-4ED6-B9C8-E03987D0A106}" dt="2024-09-25T09:12:03.804" v="0"/>
          <ac:spMkLst>
            <pc:docMk/>
            <pc:sldMk cId="2392440632" sldId="406"/>
            <ac:spMk id="6" creationId="{00000000-0000-0000-0000-000000000000}"/>
          </ac:spMkLst>
        </pc:spChg>
        <pc:spChg chg="mod">
          <ac:chgData name="Garima Singhal" userId="bd23a5c7e7d7f8f6" providerId="LiveId" clId="{7763A1DC-5781-4ED6-B9C8-E03987D0A106}" dt="2024-09-25T09:12:03.804" v="0"/>
          <ac:spMkLst>
            <pc:docMk/>
            <pc:sldMk cId="2392440632" sldId="406"/>
            <ac:spMk id="9" creationId="{00000000-0000-0000-0000-000000000000}"/>
          </ac:spMkLst>
        </pc:spChg>
        <pc:spChg chg="mod">
          <ac:chgData name="Garima Singhal" userId="bd23a5c7e7d7f8f6" providerId="LiveId" clId="{7763A1DC-5781-4ED6-B9C8-E03987D0A106}" dt="2024-09-25T09:12:03.804" v="0"/>
          <ac:spMkLst>
            <pc:docMk/>
            <pc:sldMk cId="2392440632" sldId="406"/>
            <ac:spMk id="13" creationId="{00000000-0000-0000-0000-000000000000}"/>
          </ac:spMkLst>
        </pc:spChg>
        <pc:spChg chg="mod">
          <ac:chgData name="Garima Singhal" userId="bd23a5c7e7d7f8f6" providerId="LiveId" clId="{7763A1DC-5781-4ED6-B9C8-E03987D0A106}" dt="2024-09-25T09:12:03.804" v="0"/>
          <ac:spMkLst>
            <pc:docMk/>
            <pc:sldMk cId="2392440632" sldId="406"/>
            <ac:spMk id="2050" creationId="{00000000-0000-0000-0000-000000000000}"/>
          </ac:spMkLst>
        </pc:spChg>
        <pc:spChg chg="mod">
          <ac:chgData name="Garima Singhal" userId="bd23a5c7e7d7f8f6" providerId="LiveId" clId="{7763A1DC-5781-4ED6-B9C8-E03987D0A106}" dt="2024-09-25T09:12:03.804" v="0"/>
          <ac:spMkLst>
            <pc:docMk/>
            <pc:sldMk cId="2392440632" sldId="406"/>
            <ac:spMk id="2052" creationId="{00000000-0000-0000-0000-000000000000}"/>
          </ac:spMkLst>
        </pc:spChg>
        <pc:picChg chg="mod">
          <ac:chgData name="Garima Singhal" userId="bd23a5c7e7d7f8f6" providerId="LiveId" clId="{7763A1DC-5781-4ED6-B9C8-E03987D0A106}" dt="2024-09-25T09:12:03.804" v="0"/>
          <ac:picMkLst>
            <pc:docMk/>
            <pc:sldMk cId="2392440632" sldId="406"/>
            <ac:picMk id="3" creationId="{F35F1D17-2073-35D0-8E8F-48AF6F53D1F0}"/>
          </ac:picMkLst>
        </pc:picChg>
        <pc:picChg chg="del mod">
          <ac:chgData name="Garima Singhal" userId="bd23a5c7e7d7f8f6" providerId="LiveId" clId="{7763A1DC-5781-4ED6-B9C8-E03987D0A106}" dt="2024-09-25T09:16:23.188" v="173" actId="478"/>
          <ac:picMkLst>
            <pc:docMk/>
            <pc:sldMk cId="2392440632" sldId="406"/>
            <ac:picMk id="12" creationId="{72E2F272-53FE-8483-10EA-5E90B16EF39F}"/>
          </ac:picMkLst>
        </pc:picChg>
        <pc:picChg chg="mod">
          <ac:chgData name="Garima Singhal" userId="bd23a5c7e7d7f8f6" providerId="LiveId" clId="{7763A1DC-5781-4ED6-B9C8-E03987D0A106}" dt="2024-09-25T09:12:03.804" v="0"/>
          <ac:picMkLst>
            <pc:docMk/>
            <pc:sldMk cId="2392440632" sldId="406"/>
            <ac:picMk id="1027" creationId="{00000000-0000-0000-0000-000000000000}"/>
          </ac:picMkLst>
        </pc:picChg>
      </pc:sldChg>
      <pc:sldChg chg="delSp modSp mod">
        <pc:chgData name="Garima Singhal" userId="bd23a5c7e7d7f8f6" providerId="LiveId" clId="{7763A1DC-5781-4ED6-B9C8-E03987D0A106}" dt="2024-09-25T09:16:25.435" v="174" actId="478"/>
        <pc:sldMkLst>
          <pc:docMk/>
          <pc:sldMk cId="3387897546" sldId="407"/>
        </pc:sldMkLst>
        <pc:spChg chg="mod">
          <ac:chgData name="Garima Singhal" userId="bd23a5c7e7d7f8f6" providerId="LiveId" clId="{7763A1DC-5781-4ED6-B9C8-E03987D0A106}" dt="2024-09-25T09:12:03.804" v="0"/>
          <ac:spMkLst>
            <pc:docMk/>
            <pc:sldMk cId="3387897546" sldId="407"/>
            <ac:spMk id="5" creationId="{00000000-0000-0000-0000-000000000000}"/>
          </ac:spMkLst>
        </pc:spChg>
        <pc:spChg chg="mod">
          <ac:chgData name="Garima Singhal" userId="bd23a5c7e7d7f8f6" providerId="LiveId" clId="{7763A1DC-5781-4ED6-B9C8-E03987D0A106}" dt="2024-09-25T09:12:03.804" v="0"/>
          <ac:spMkLst>
            <pc:docMk/>
            <pc:sldMk cId="3387897546" sldId="407"/>
            <ac:spMk id="7" creationId="{00000000-0000-0000-0000-000000000000}"/>
          </ac:spMkLst>
        </pc:spChg>
        <pc:spChg chg="mod">
          <ac:chgData name="Garima Singhal" userId="bd23a5c7e7d7f8f6" providerId="LiveId" clId="{7763A1DC-5781-4ED6-B9C8-E03987D0A106}" dt="2024-09-25T09:12:03.804" v="0"/>
          <ac:spMkLst>
            <pc:docMk/>
            <pc:sldMk cId="3387897546" sldId="407"/>
            <ac:spMk id="9" creationId="{00000000-0000-0000-0000-000000000000}"/>
          </ac:spMkLst>
        </pc:spChg>
        <pc:picChg chg="del mod">
          <ac:chgData name="Garima Singhal" userId="bd23a5c7e7d7f8f6" providerId="LiveId" clId="{7763A1DC-5781-4ED6-B9C8-E03987D0A106}" dt="2024-09-25T09:16:25.435" v="174" actId="478"/>
          <ac:picMkLst>
            <pc:docMk/>
            <pc:sldMk cId="3387897546" sldId="407"/>
            <ac:picMk id="10" creationId="{72E2F272-53FE-8483-10EA-5E90B16EF39F}"/>
          </ac:picMkLst>
        </pc:picChg>
      </pc:sldChg>
      <pc:sldChg chg="delSp modSp mod">
        <pc:chgData name="Garima Singhal" userId="bd23a5c7e7d7f8f6" providerId="LiveId" clId="{7763A1DC-5781-4ED6-B9C8-E03987D0A106}" dt="2024-09-25T09:17:39.182" v="191" actId="2711"/>
        <pc:sldMkLst>
          <pc:docMk/>
          <pc:sldMk cId="3980534049" sldId="408"/>
        </pc:sldMkLst>
        <pc:spChg chg="mod">
          <ac:chgData name="Garima Singhal" userId="bd23a5c7e7d7f8f6" providerId="LiveId" clId="{7763A1DC-5781-4ED6-B9C8-E03987D0A106}" dt="2024-09-25T09:12:03.804" v="0"/>
          <ac:spMkLst>
            <pc:docMk/>
            <pc:sldMk cId="3980534049" sldId="408"/>
            <ac:spMk id="5" creationId="{00000000-0000-0000-0000-000000000000}"/>
          </ac:spMkLst>
        </pc:spChg>
        <pc:spChg chg="mod">
          <ac:chgData name="Garima Singhal" userId="bd23a5c7e7d7f8f6" providerId="LiveId" clId="{7763A1DC-5781-4ED6-B9C8-E03987D0A106}" dt="2024-09-25T09:17:39.182" v="191" actId="2711"/>
          <ac:spMkLst>
            <pc:docMk/>
            <pc:sldMk cId="3980534049" sldId="408"/>
            <ac:spMk id="7" creationId="{00000000-0000-0000-0000-000000000000}"/>
          </ac:spMkLst>
        </pc:spChg>
        <pc:spChg chg="mod">
          <ac:chgData name="Garima Singhal" userId="bd23a5c7e7d7f8f6" providerId="LiveId" clId="{7763A1DC-5781-4ED6-B9C8-E03987D0A106}" dt="2024-09-25T09:17:26.741" v="188" actId="1076"/>
          <ac:spMkLst>
            <pc:docMk/>
            <pc:sldMk cId="3980534049" sldId="408"/>
            <ac:spMk id="9" creationId="{00000000-0000-0000-0000-000000000000}"/>
          </ac:spMkLst>
        </pc:spChg>
        <pc:picChg chg="del mod">
          <ac:chgData name="Garima Singhal" userId="bd23a5c7e7d7f8f6" providerId="LiveId" clId="{7763A1DC-5781-4ED6-B9C8-E03987D0A106}" dt="2024-09-25T09:16:27.859" v="175" actId="478"/>
          <ac:picMkLst>
            <pc:docMk/>
            <pc:sldMk cId="3980534049" sldId="408"/>
            <ac:picMk id="10" creationId="{72E2F272-53FE-8483-10EA-5E90B16EF39F}"/>
          </ac:picMkLst>
        </pc:picChg>
      </pc:sldChg>
      <pc:sldChg chg="modSp">
        <pc:chgData name="Garima Singhal" userId="bd23a5c7e7d7f8f6" providerId="LiveId" clId="{7763A1DC-5781-4ED6-B9C8-E03987D0A106}" dt="2024-09-25T09:12:03.804" v="0"/>
        <pc:sldMkLst>
          <pc:docMk/>
          <pc:sldMk cId="2633750075" sldId="409"/>
        </pc:sldMkLst>
        <pc:spChg chg="mod">
          <ac:chgData name="Garima Singhal" userId="bd23a5c7e7d7f8f6" providerId="LiveId" clId="{7763A1DC-5781-4ED6-B9C8-E03987D0A106}" dt="2024-09-25T09:12:03.804" v="0"/>
          <ac:spMkLst>
            <pc:docMk/>
            <pc:sldMk cId="2633750075" sldId="409"/>
            <ac:spMk id="5" creationId="{00000000-0000-0000-0000-000000000000}"/>
          </ac:spMkLst>
        </pc:spChg>
        <pc:spChg chg="mod">
          <ac:chgData name="Garima Singhal" userId="bd23a5c7e7d7f8f6" providerId="LiveId" clId="{7763A1DC-5781-4ED6-B9C8-E03987D0A106}" dt="2024-09-25T09:12:03.804" v="0"/>
          <ac:spMkLst>
            <pc:docMk/>
            <pc:sldMk cId="2633750075" sldId="409"/>
            <ac:spMk id="7" creationId="{00000000-0000-0000-0000-000000000000}"/>
          </ac:spMkLst>
        </pc:spChg>
        <pc:spChg chg="mod">
          <ac:chgData name="Garima Singhal" userId="bd23a5c7e7d7f8f6" providerId="LiveId" clId="{7763A1DC-5781-4ED6-B9C8-E03987D0A106}" dt="2024-09-25T09:12:03.804" v="0"/>
          <ac:spMkLst>
            <pc:docMk/>
            <pc:sldMk cId="2633750075" sldId="409"/>
            <ac:spMk id="9" creationId="{00000000-0000-0000-0000-000000000000}"/>
          </ac:spMkLst>
        </pc:spChg>
        <pc:picChg chg="mod">
          <ac:chgData name="Garima Singhal" userId="bd23a5c7e7d7f8f6" providerId="LiveId" clId="{7763A1DC-5781-4ED6-B9C8-E03987D0A106}" dt="2024-09-25T09:12:03.804" v="0"/>
          <ac:picMkLst>
            <pc:docMk/>
            <pc:sldMk cId="2633750075" sldId="409"/>
            <ac:picMk id="8" creationId="{00000000-0000-0000-0000-000000000000}"/>
          </ac:picMkLst>
        </pc:picChg>
      </pc:sldChg>
      <pc:sldChg chg="modSp">
        <pc:chgData name="Garima Singhal" userId="bd23a5c7e7d7f8f6" providerId="LiveId" clId="{7763A1DC-5781-4ED6-B9C8-E03987D0A106}" dt="2024-09-25T09:12:03.804" v="0"/>
        <pc:sldMkLst>
          <pc:docMk/>
          <pc:sldMk cId="3195517712" sldId="431"/>
        </pc:sldMkLst>
        <pc:spChg chg="mod">
          <ac:chgData name="Garima Singhal" userId="bd23a5c7e7d7f8f6" providerId="LiveId" clId="{7763A1DC-5781-4ED6-B9C8-E03987D0A106}" dt="2024-09-25T09:12:03.804" v="0"/>
          <ac:spMkLst>
            <pc:docMk/>
            <pc:sldMk cId="3195517712" sldId="431"/>
            <ac:spMk id="3" creationId="{00000000-0000-0000-0000-000000000000}"/>
          </ac:spMkLst>
        </pc:spChg>
        <pc:spChg chg="mod">
          <ac:chgData name="Garima Singhal" userId="bd23a5c7e7d7f8f6" providerId="LiveId" clId="{7763A1DC-5781-4ED6-B9C8-E03987D0A106}" dt="2024-09-25T09:12:03.804" v="0"/>
          <ac:spMkLst>
            <pc:docMk/>
            <pc:sldMk cId="3195517712" sldId="431"/>
            <ac:spMk id="5" creationId="{00000000-0000-0000-0000-000000000000}"/>
          </ac:spMkLst>
        </pc:spChg>
        <pc:spChg chg="mod">
          <ac:chgData name="Garima Singhal" userId="bd23a5c7e7d7f8f6" providerId="LiveId" clId="{7763A1DC-5781-4ED6-B9C8-E03987D0A106}" dt="2024-09-25T09:12:03.804" v="0"/>
          <ac:spMkLst>
            <pc:docMk/>
            <pc:sldMk cId="3195517712" sldId="431"/>
            <ac:spMk id="7" creationId="{00000000-0000-0000-0000-000000000000}"/>
          </ac:spMkLst>
        </pc:spChg>
        <pc:picChg chg="mod">
          <ac:chgData name="Garima Singhal" userId="bd23a5c7e7d7f8f6" providerId="LiveId" clId="{7763A1DC-5781-4ED6-B9C8-E03987D0A106}" dt="2024-09-25T09:12:03.804" v="0"/>
          <ac:picMkLst>
            <pc:docMk/>
            <pc:sldMk cId="3195517712" sldId="431"/>
            <ac:picMk id="8" creationId="{00000000-0000-0000-0000-000000000000}"/>
          </ac:picMkLst>
        </pc:picChg>
      </pc:sldChg>
      <pc:sldChg chg="modSp">
        <pc:chgData name="Garima Singhal" userId="bd23a5c7e7d7f8f6" providerId="LiveId" clId="{7763A1DC-5781-4ED6-B9C8-E03987D0A106}" dt="2024-09-25T09:12:03.804" v="0"/>
        <pc:sldMkLst>
          <pc:docMk/>
          <pc:sldMk cId="1829383650" sldId="444"/>
        </pc:sldMkLst>
        <pc:spChg chg="mod">
          <ac:chgData name="Garima Singhal" userId="bd23a5c7e7d7f8f6" providerId="LiveId" clId="{7763A1DC-5781-4ED6-B9C8-E03987D0A106}" dt="2024-09-25T09:12:03.804" v="0"/>
          <ac:spMkLst>
            <pc:docMk/>
            <pc:sldMk cId="1829383650" sldId="444"/>
            <ac:spMk id="5" creationId="{00000000-0000-0000-0000-000000000000}"/>
          </ac:spMkLst>
        </pc:spChg>
        <pc:spChg chg="mod">
          <ac:chgData name="Garima Singhal" userId="bd23a5c7e7d7f8f6" providerId="LiveId" clId="{7763A1DC-5781-4ED6-B9C8-E03987D0A106}" dt="2024-09-25T09:12:03.804" v="0"/>
          <ac:spMkLst>
            <pc:docMk/>
            <pc:sldMk cId="1829383650" sldId="444"/>
            <ac:spMk id="7" creationId="{00000000-0000-0000-0000-000000000000}"/>
          </ac:spMkLst>
        </pc:spChg>
        <pc:graphicFrameChg chg="mod">
          <ac:chgData name="Garima Singhal" userId="bd23a5c7e7d7f8f6" providerId="LiveId" clId="{7763A1DC-5781-4ED6-B9C8-E03987D0A106}" dt="2024-09-25T09:12:03.804" v="0"/>
          <ac:graphicFrameMkLst>
            <pc:docMk/>
            <pc:sldMk cId="1829383650" sldId="444"/>
            <ac:graphicFrameMk id="9" creationId="{00000000-0000-0000-0000-000000000000}"/>
          </ac:graphicFrameMkLst>
        </pc:graphicFrameChg>
        <pc:picChg chg="mod">
          <ac:chgData name="Garima Singhal" userId="bd23a5c7e7d7f8f6" providerId="LiveId" clId="{7763A1DC-5781-4ED6-B9C8-E03987D0A106}" dt="2024-09-25T09:12:03.804" v="0"/>
          <ac:picMkLst>
            <pc:docMk/>
            <pc:sldMk cId="1829383650" sldId="444"/>
            <ac:picMk id="8" creationId="{00000000-0000-0000-0000-000000000000}"/>
          </ac:picMkLst>
        </pc:picChg>
      </pc:sldChg>
      <pc:sldChg chg="modSp">
        <pc:chgData name="Garima Singhal" userId="bd23a5c7e7d7f8f6" providerId="LiveId" clId="{7763A1DC-5781-4ED6-B9C8-E03987D0A106}" dt="2024-09-25T09:12:03.804" v="0"/>
        <pc:sldMkLst>
          <pc:docMk/>
          <pc:sldMk cId="1779745544" sldId="445"/>
        </pc:sldMkLst>
        <pc:spChg chg="mod">
          <ac:chgData name="Garima Singhal" userId="bd23a5c7e7d7f8f6" providerId="LiveId" clId="{7763A1DC-5781-4ED6-B9C8-E03987D0A106}" dt="2024-09-25T09:12:03.804" v="0"/>
          <ac:spMkLst>
            <pc:docMk/>
            <pc:sldMk cId="1779745544" sldId="445"/>
            <ac:spMk id="3" creationId="{00000000-0000-0000-0000-000000000000}"/>
          </ac:spMkLst>
        </pc:spChg>
        <pc:spChg chg="mod">
          <ac:chgData name="Garima Singhal" userId="bd23a5c7e7d7f8f6" providerId="LiveId" clId="{7763A1DC-5781-4ED6-B9C8-E03987D0A106}" dt="2024-09-25T09:12:03.804" v="0"/>
          <ac:spMkLst>
            <pc:docMk/>
            <pc:sldMk cId="1779745544" sldId="445"/>
            <ac:spMk id="5" creationId="{00000000-0000-0000-0000-000000000000}"/>
          </ac:spMkLst>
        </pc:spChg>
        <pc:spChg chg="mod">
          <ac:chgData name="Garima Singhal" userId="bd23a5c7e7d7f8f6" providerId="LiveId" clId="{7763A1DC-5781-4ED6-B9C8-E03987D0A106}" dt="2024-09-25T09:12:03.804" v="0"/>
          <ac:spMkLst>
            <pc:docMk/>
            <pc:sldMk cId="1779745544" sldId="445"/>
            <ac:spMk id="7" creationId="{00000000-0000-0000-0000-000000000000}"/>
          </ac:spMkLst>
        </pc:spChg>
        <pc:picChg chg="mod">
          <ac:chgData name="Garima Singhal" userId="bd23a5c7e7d7f8f6" providerId="LiveId" clId="{7763A1DC-5781-4ED6-B9C8-E03987D0A106}" dt="2024-09-25T09:12:03.804" v="0"/>
          <ac:picMkLst>
            <pc:docMk/>
            <pc:sldMk cId="1779745544" sldId="445"/>
            <ac:picMk id="8" creationId="{00000000-0000-0000-0000-000000000000}"/>
          </ac:picMkLst>
        </pc:picChg>
      </pc:sldChg>
      <pc:sldChg chg="modSp modNotes">
        <pc:chgData name="Garima Singhal" userId="bd23a5c7e7d7f8f6" providerId="LiveId" clId="{7763A1DC-5781-4ED6-B9C8-E03987D0A106}" dt="2024-09-25T09:12:03.804" v="0"/>
        <pc:sldMkLst>
          <pc:docMk/>
          <pc:sldMk cId="3531979847" sldId="446"/>
        </pc:sldMkLst>
        <pc:spChg chg="mod">
          <ac:chgData name="Garima Singhal" userId="bd23a5c7e7d7f8f6" providerId="LiveId" clId="{7763A1DC-5781-4ED6-B9C8-E03987D0A106}" dt="2024-09-25T09:12:03.804" v="0"/>
          <ac:spMkLst>
            <pc:docMk/>
            <pc:sldMk cId="3531979847" sldId="446"/>
            <ac:spMk id="3" creationId="{00000000-0000-0000-0000-000000000000}"/>
          </ac:spMkLst>
        </pc:spChg>
        <pc:spChg chg="mod">
          <ac:chgData name="Garima Singhal" userId="bd23a5c7e7d7f8f6" providerId="LiveId" clId="{7763A1DC-5781-4ED6-B9C8-E03987D0A106}" dt="2024-09-25T09:12:03.804" v="0"/>
          <ac:spMkLst>
            <pc:docMk/>
            <pc:sldMk cId="3531979847" sldId="446"/>
            <ac:spMk id="8" creationId="{00000000-0000-0000-0000-000000000000}"/>
          </ac:spMkLst>
        </pc:spChg>
        <pc:spChg chg="mod">
          <ac:chgData name="Garima Singhal" userId="bd23a5c7e7d7f8f6" providerId="LiveId" clId="{7763A1DC-5781-4ED6-B9C8-E03987D0A106}" dt="2024-09-25T09:12:03.804" v="0"/>
          <ac:spMkLst>
            <pc:docMk/>
            <pc:sldMk cId="3531979847" sldId="446"/>
            <ac:spMk id="11" creationId="{00000000-0000-0000-0000-000000000000}"/>
          </ac:spMkLst>
        </pc:spChg>
        <pc:picChg chg="mod">
          <ac:chgData name="Garima Singhal" userId="bd23a5c7e7d7f8f6" providerId="LiveId" clId="{7763A1DC-5781-4ED6-B9C8-E03987D0A106}" dt="2024-09-25T09:12:03.804" v="0"/>
          <ac:picMkLst>
            <pc:docMk/>
            <pc:sldMk cId="3531979847" sldId="446"/>
            <ac:picMk id="9" creationId="{00000000-0000-0000-0000-000000000000}"/>
          </ac:picMkLst>
        </pc:picChg>
      </pc:sldChg>
      <pc:sldChg chg="modSp modNotes">
        <pc:chgData name="Garima Singhal" userId="bd23a5c7e7d7f8f6" providerId="LiveId" clId="{7763A1DC-5781-4ED6-B9C8-E03987D0A106}" dt="2024-09-25T09:12:03.804" v="0"/>
        <pc:sldMkLst>
          <pc:docMk/>
          <pc:sldMk cId="1331296526" sldId="447"/>
        </pc:sldMkLst>
        <pc:spChg chg="mod">
          <ac:chgData name="Garima Singhal" userId="bd23a5c7e7d7f8f6" providerId="LiveId" clId="{7763A1DC-5781-4ED6-B9C8-E03987D0A106}" dt="2024-09-25T09:12:03.804" v="0"/>
          <ac:spMkLst>
            <pc:docMk/>
            <pc:sldMk cId="1331296526" sldId="447"/>
            <ac:spMk id="3" creationId="{00000000-0000-0000-0000-000000000000}"/>
          </ac:spMkLst>
        </pc:spChg>
        <pc:spChg chg="mod">
          <ac:chgData name="Garima Singhal" userId="bd23a5c7e7d7f8f6" providerId="LiveId" clId="{7763A1DC-5781-4ED6-B9C8-E03987D0A106}" dt="2024-09-25T09:12:03.804" v="0"/>
          <ac:spMkLst>
            <pc:docMk/>
            <pc:sldMk cId="1331296526" sldId="447"/>
            <ac:spMk id="8" creationId="{00000000-0000-0000-0000-000000000000}"/>
          </ac:spMkLst>
        </pc:spChg>
        <pc:spChg chg="mod">
          <ac:chgData name="Garima Singhal" userId="bd23a5c7e7d7f8f6" providerId="LiveId" clId="{7763A1DC-5781-4ED6-B9C8-E03987D0A106}" dt="2024-09-25T09:12:03.804" v="0"/>
          <ac:spMkLst>
            <pc:docMk/>
            <pc:sldMk cId="1331296526" sldId="447"/>
            <ac:spMk id="11" creationId="{00000000-0000-0000-0000-000000000000}"/>
          </ac:spMkLst>
        </pc:spChg>
        <pc:picChg chg="mod">
          <ac:chgData name="Garima Singhal" userId="bd23a5c7e7d7f8f6" providerId="LiveId" clId="{7763A1DC-5781-4ED6-B9C8-E03987D0A106}" dt="2024-09-25T09:12:03.804" v="0"/>
          <ac:picMkLst>
            <pc:docMk/>
            <pc:sldMk cId="1331296526" sldId="447"/>
            <ac:picMk id="9" creationId="{00000000-0000-0000-0000-000000000000}"/>
          </ac:picMkLst>
        </pc:picChg>
      </pc:sldChg>
      <pc:sldChg chg="modSp">
        <pc:chgData name="Garima Singhal" userId="bd23a5c7e7d7f8f6" providerId="LiveId" clId="{7763A1DC-5781-4ED6-B9C8-E03987D0A106}" dt="2024-09-25T09:12:03.804" v="0"/>
        <pc:sldMkLst>
          <pc:docMk/>
          <pc:sldMk cId="4122699965" sldId="448"/>
        </pc:sldMkLst>
        <pc:spChg chg="mod">
          <ac:chgData name="Garima Singhal" userId="bd23a5c7e7d7f8f6" providerId="LiveId" clId="{7763A1DC-5781-4ED6-B9C8-E03987D0A106}" dt="2024-09-25T09:12:03.804" v="0"/>
          <ac:spMkLst>
            <pc:docMk/>
            <pc:sldMk cId="4122699965" sldId="448"/>
            <ac:spMk id="3" creationId="{00000000-0000-0000-0000-000000000000}"/>
          </ac:spMkLst>
        </pc:spChg>
        <pc:spChg chg="mod">
          <ac:chgData name="Garima Singhal" userId="bd23a5c7e7d7f8f6" providerId="LiveId" clId="{7763A1DC-5781-4ED6-B9C8-E03987D0A106}" dt="2024-09-25T09:12:03.804" v="0"/>
          <ac:spMkLst>
            <pc:docMk/>
            <pc:sldMk cId="4122699965" sldId="448"/>
            <ac:spMk id="5" creationId="{00000000-0000-0000-0000-000000000000}"/>
          </ac:spMkLst>
        </pc:spChg>
        <pc:spChg chg="mod">
          <ac:chgData name="Garima Singhal" userId="bd23a5c7e7d7f8f6" providerId="LiveId" clId="{7763A1DC-5781-4ED6-B9C8-E03987D0A106}" dt="2024-09-25T09:12:03.804" v="0"/>
          <ac:spMkLst>
            <pc:docMk/>
            <pc:sldMk cId="4122699965" sldId="448"/>
            <ac:spMk id="8" creationId="{00000000-0000-0000-0000-000000000000}"/>
          </ac:spMkLst>
        </pc:spChg>
        <pc:picChg chg="mod">
          <ac:chgData name="Garima Singhal" userId="bd23a5c7e7d7f8f6" providerId="LiveId" clId="{7763A1DC-5781-4ED6-B9C8-E03987D0A106}" dt="2024-09-25T09:12:03.804" v="0"/>
          <ac:picMkLst>
            <pc:docMk/>
            <pc:sldMk cId="4122699965" sldId="448"/>
            <ac:picMk id="7" creationId="{00000000-0000-0000-0000-000000000000}"/>
          </ac:picMkLst>
        </pc:picChg>
      </pc:sldChg>
      <pc:sldChg chg="modSp">
        <pc:chgData name="Garima Singhal" userId="bd23a5c7e7d7f8f6" providerId="LiveId" clId="{7763A1DC-5781-4ED6-B9C8-E03987D0A106}" dt="2024-09-25T09:12:03.804" v="0"/>
        <pc:sldMkLst>
          <pc:docMk/>
          <pc:sldMk cId="1185302989" sldId="449"/>
        </pc:sldMkLst>
        <pc:spChg chg="mod">
          <ac:chgData name="Garima Singhal" userId="bd23a5c7e7d7f8f6" providerId="LiveId" clId="{7763A1DC-5781-4ED6-B9C8-E03987D0A106}" dt="2024-09-25T09:12:03.804" v="0"/>
          <ac:spMkLst>
            <pc:docMk/>
            <pc:sldMk cId="1185302989" sldId="449"/>
            <ac:spMk id="3" creationId="{00000000-0000-0000-0000-000000000000}"/>
          </ac:spMkLst>
        </pc:spChg>
        <pc:spChg chg="mod">
          <ac:chgData name="Garima Singhal" userId="bd23a5c7e7d7f8f6" providerId="LiveId" clId="{7763A1DC-5781-4ED6-B9C8-E03987D0A106}" dt="2024-09-25T09:12:03.804" v="0"/>
          <ac:spMkLst>
            <pc:docMk/>
            <pc:sldMk cId="1185302989" sldId="449"/>
            <ac:spMk id="5" creationId="{00000000-0000-0000-0000-000000000000}"/>
          </ac:spMkLst>
        </pc:spChg>
        <pc:spChg chg="mod">
          <ac:chgData name="Garima Singhal" userId="bd23a5c7e7d7f8f6" providerId="LiveId" clId="{7763A1DC-5781-4ED6-B9C8-E03987D0A106}" dt="2024-09-25T09:12:03.804" v="0"/>
          <ac:spMkLst>
            <pc:docMk/>
            <pc:sldMk cId="1185302989" sldId="449"/>
            <ac:spMk id="8" creationId="{00000000-0000-0000-0000-000000000000}"/>
          </ac:spMkLst>
        </pc:spChg>
        <pc:picChg chg="mod">
          <ac:chgData name="Garima Singhal" userId="bd23a5c7e7d7f8f6" providerId="LiveId" clId="{7763A1DC-5781-4ED6-B9C8-E03987D0A106}" dt="2024-09-25T09:12:03.804" v="0"/>
          <ac:picMkLst>
            <pc:docMk/>
            <pc:sldMk cId="1185302989" sldId="449"/>
            <ac:picMk id="7" creationId="{00000000-0000-0000-0000-000000000000}"/>
          </ac:picMkLst>
        </pc:picChg>
      </pc:sldChg>
      <pc:sldChg chg="modSp">
        <pc:chgData name="Garima Singhal" userId="bd23a5c7e7d7f8f6" providerId="LiveId" clId="{7763A1DC-5781-4ED6-B9C8-E03987D0A106}" dt="2024-09-25T09:12:03.804" v="0"/>
        <pc:sldMkLst>
          <pc:docMk/>
          <pc:sldMk cId="3671044994" sldId="450"/>
        </pc:sldMkLst>
        <pc:spChg chg="mod">
          <ac:chgData name="Garima Singhal" userId="bd23a5c7e7d7f8f6" providerId="LiveId" clId="{7763A1DC-5781-4ED6-B9C8-E03987D0A106}" dt="2024-09-25T09:12:03.804" v="0"/>
          <ac:spMkLst>
            <pc:docMk/>
            <pc:sldMk cId="3671044994" sldId="450"/>
            <ac:spMk id="5" creationId="{00000000-0000-0000-0000-000000000000}"/>
          </ac:spMkLst>
        </pc:spChg>
        <pc:spChg chg="mod">
          <ac:chgData name="Garima Singhal" userId="bd23a5c7e7d7f8f6" providerId="LiveId" clId="{7763A1DC-5781-4ED6-B9C8-E03987D0A106}" dt="2024-09-25T09:12:03.804" v="0"/>
          <ac:spMkLst>
            <pc:docMk/>
            <pc:sldMk cId="3671044994" sldId="450"/>
            <ac:spMk id="9" creationId="{00000000-0000-0000-0000-000000000000}"/>
          </ac:spMkLst>
        </pc:spChg>
        <pc:spChg chg="mod">
          <ac:chgData name="Garima Singhal" userId="bd23a5c7e7d7f8f6" providerId="LiveId" clId="{7763A1DC-5781-4ED6-B9C8-E03987D0A106}" dt="2024-09-25T09:12:03.804" v="0"/>
          <ac:spMkLst>
            <pc:docMk/>
            <pc:sldMk cId="3671044994" sldId="450"/>
            <ac:spMk id="11" creationId="{00000000-0000-0000-0000-000000000000}"/>
          </ac:spMkLst>
        </pc:spChg>
        <pc:picChg chg="mod">
          <ac:chgData name="Garima Singhal" userId="bd23a5c7e7d7f8f6" providerId="LiveId" clId="{7763A1DC-5781-4ED6-B9C8-E03987D0A106}" dt="2024-09-25T09:12:03.804" v="0"/>
          <ac:picMkLst>
            <pc:docMk/>
            <pc:sldMk cId="3671044994" sldId="450"/>
            <ac:picMk id="8" creationId="{00000000-0000-0000-0000-000000000000}"/>
          </ac:picMkLst>
        </pc:picChg>
        <pc:picChg chg="mod">
          <ac:chgData name="Garima Singhal" userId="bd23a5c7e7d7f8f6" providerId="LiveId" clId="{7763A1DC-5781-4ED6-B9C8-E03987D0A106}" dt="2024-09-25T09:12:03.804" v="0"/>
          <ac:picMkLst>
            <pc:docMk/>
            <pc:sldMk cId="3671044994" sldId="450"/>
            <ac:picMk id="1026" creationId="{00000000-0000-0000-0000-000000000000}"/>
          </ac:picMkLst>
        </pc:picChg>
      </pc:sldChg>
      <pc:sldChg chg="modSp">
        <pc:chgData name="Garima Singhal" userId="bd23a5c7e7d7f8f6" providerId="LiveId" clId="{7763A1DC-5781-4ED6-B9C8-E03987D0A106}" dt="2024-09-25T09:12:03.804" v="0"/>
        <pc:sldMkLst>
          <pc:docMk/>
          <pc:sldMk cId="3965939213" sldId="451"/>
        </pc:sldMkLst>
        <pc:spChg chg="mod">
          <ac:chgData name="Garima Singhal" userId="bd23a5c7e7d7f8f6" providerId="LiveId" clId="{7763A1DC-5781-4ED6-B9C8-E03987D0A106}" dt="2024-09-25T09:12:03.804" v="0"/>
          <ac:spMkLst>
            <pc:docMk/>
            <pc:sldMk cId="3965939213" sldId="451"/>
            <ac:spMk id="3" creationId="{00000000-0000-0000-0000-000000000000}"/>
          </ac:spMkLst>
        </pc:spChg>
        <pc:spChg chg="mod">
          <ac:chgData name="Garima Singhal" userId="bd23a5c7e7d7f8f6" providerId="LiveId" clId="{7763A1DC-5781-4ED6-B9C8-E03987D0A106}" dt="2024-09-25T09:12:03.804" v="0"/>
          <ac:spMkLst>
            <pc:docMk/>
            <pc:sldMk cId="3965939213" sldId="451"/>
            <ac:spMk id="5" creationId="{00000000-0000-0000-0000-000000000000}"/>
          </ac:spMkLst>
        </pc:spChg>
        <pc:spChg chg="mod">
          <ac:chgData name="Garima Singhal" userId="bd23a5c7e7d7f8f6" providerId="LiveId" clId="{7763A1DC-5781-4ED6-B9C8-E03987D0A106}" dt="2024-09-25T09:12:03.804" v="0"/>
          <ac:spMkLst>
            <pc:docMk/>
            <pc:sldMk cId="3965939213" sldId="451"/>
            <ac:spMk id="8" creationId="{00000000-0000-0000-0000-000000000000}"/>
          </ac:spMkLst>
        </pc:spChg>
        <pc:picChg chg="mod">
          <ac:chgData name="Garima Singhal" userId="bd23a5c7e7d7f8f6" providerId="LiveId" clId="{7763A1DC-5781-4ED6-B9C8-E03987D0A106}" dt="2024-09-25T09:12:03.804" v="0"/>
          <ac:picMkLst>
            <pc:docMk/>
            <pc:sldMk cId="3965939213" sldId="451"/>
            <ac:picMk id="7" creationId="{00000000-0000-0000-0000-000000000000}"/>
          </ac:picMkLst>
        </pc:picChg>
      </pc:sldChg>
      <pc:sldChg chg="modSp">
        <pc:chgData name="Garima Singhal" userId="bd23a5c7e7d7f8f6" providerId="LiveId" clId="{7763A1DC-5781-4ED6-B9C8-E03987D0A106}" dt="2024-09-25T09:12:03.804" v="0"/>
        <pc:sldMkLst>
          <pc:docMk/>
          <pc:sldMk cId="1859839580" sldId="452"/>
        </pc:sldMkLst>
        <pc:spChg chg="mod">
          <ac:chgData name="Garima Singhal" userId="bd23a5c7e7d7f8f6" providerId="LiveId" clId="{7763A1DC-5781-4ED6-B9C8-E03987D0A106}" dt="2024-09-25T09:12:03.804" v="0"/>
          <ac:spMkLst>
            <pc:docMk/>
            <pc:sldMk cId="1859839580" sldId="452"/>
            <ac:spMk id="3" creationId="{00000000-0000-0000-0000-000000000000}"/>
          </ac:spMkLst>
        </pc:spChg>
        <pc:spChg chg="mod">
          <ac:chgData name="Garima Singhal" userId="bd23a5c7e7d7f8f6" providerId="LiveId" clId="{7763A1DC-5781-4ED6-B9C8-E03987D0A106}" dt="2024-09-25T09:12:03.804" v="0"/>
          <ac:spMkLst>
            <pc:docMk/>
            <pc:sldMk cId="1859839580" sldId="452"/>
            <ac:spMk id="5" creationId="{00000000-0000-0000-0000-000000000000}"/>
          </ac:spMkLst>
        </pc:spChg>
        <pc:spChg chg="mod">
          <ac:chgData name="Garima Singhal" userId="bd23a5c7e7d7f8f6" providerId="LiveId" clId="{7763A1DC-5781-4ED6-B9C8-E03987D0A106}" dt="2024-09-25T09:12:03.804" v="0"/>
          <ac:spMkLst>
            <pc:docMk/>
            <pc:sldMk cId="1859839580" sldId="452"/>
            <ac:spMk id="8" creationId="{00000000-0000-0000-0000-000000000000}"/>
          </ac:spMkLst>
        </pc:spChg>
        <pc:picChg chg="mod">
          <ac:chgData name="Garima Singhal" userId="bd23a5c7e7d7f8f6" providerId="LiveId" clId="{7763A1DC-5781-4ED6-B9C8-E03987D0A106}" dt="2024-09-25T09:12:03.804" v="0"/>
          <ac:picMkLst>
            <pc:docMk/>
            <pc:sldMk cId="1859839580" sldId="452"/>
            <ac:picMk id="7" creationId="{00000000-0000-0000-0000-000000000000}"/>
          </ac:picMkLst>
        </pc:picChg>
      </pc:sldChg>
      <pc:sldChg chg="modSp modNotes">
        <pc:chgData name="Garima Singhal" userId="bd23a5c7e7d7f8f6" providerId="LiveId" clId="{7763A1DC-5781-4ED6-B9C8-E03987D0A106}" dt="2024-09-25T09:12:03.804" v="0"/>
        <pc:sldMkLst>
          <pc:docMk/>
          <pc:sldMk cId="2544665666" sldId="453"/>
        </pc:sldMkLst>
        <pc:spChg chg="mod">
          <ac:chgData name="Garima Singhal" userId="bd23a5c7e7d7f8f6" providerId="LiveId" clId="{7763A1DC-5781-4ED6-B9C8-E03987D0A106}" dt="2024-09-25T09:12:03.804" v="0"/>
          <ac:spMkLst>
            <pc:docMk/>
            <pc:sldMk cId="2544665666" sldId="453"/>
            <ac:spMk id="3" creationId="{00000000-0000-0000-0000-000000000000}"/>
          </ac:spMkLst>
        </pc:spChg>
        <pc:spChg chg="mod">
          <ac:chgData name="Garima Singhal" userId="bd23a5c7e7d7f8f6" providerId="LiveId" clId="{7763A1DC-5781-4ED6-B9C8-E03987D0A106}" dt="2024-09-25T09:12:03.804" v="0"/>
          <ac:spMkLst>
            <pc:docMk/>
            <pc:sldMk cId="2544665666" sldId="453"/>
            <ac:spMk id="8" creationId="{00000000-0000-0000-0000-000000000000}"/>
          </ac:spMkLst>
        </pc:spChg>
        <pc:spChg chg="mod">
          <ac:chgData name="Garima Singhal" userId="bd23a5c7e7d7f8f6" providerId="LiveId" clId="{7763A1DC-5781-4ED6-B9C8-E03987D0A106}" dt="2024-09-25T09:12:03.804" v="0"/>
          <ac:spMkLst>
            <pc:docMk/>
            <pc:sldMk cId="2544665666" sldId="453"/>
            <ac:spMk id="10" creationId="{00000000-0000-0000-0000-000000000000}"/>
          </ac:spMkLst>
        </pc:spChg>
        <pc:picChg chg="mod">
          <ac:chgData name="Garima Singhal" userId="bd23a5c7e7d7f8f6" providerId="LiveId" clId="{7763A1DC-5781-4ED6-B9C8-E03987D0A106}" dt="2024-09-25T09:12:03.804" v="0"/>
          <ac:picMkLst>
            <pc:docMk/>
            <pc:sldMk cId="2544665666" sldId="453"/>
            <ac:picMk id="9" creationId="{00000000-0000-0000-0000-000000000000}"/>
          </ac:picMkLst>
        </pc:picChg>
      </pc:sldChg>
      <pc:sldChg chg="modSp">
        <pc:chgData name="Garima Singhal" userId="bd23a5c7e7d7f8f6" providerId="LiveId" clId="{7763A1DC-5781-4ED6-B9C8-E03987D0A106}" dt="2024-09-25T09:12:03.804" v="0"/>
        <pc:sldMkLst>
          <pc:docMk/>
          <pc:sldMk cId="636134201" sldId="454"/>
        </pc:sldMkLst>
        <pc:spChg chg="mod">
          <ac:chgData name="Garima Singhal" userId="bd23a5c7e7d7f8f6" providerId="LiveId" clId="{7763A1DC-5781-4ED6-B9C8-E03987D0A106}" dt="2024-09-25T09:12:03.804" v="0"/>
          <ac:spMkLst>
            <pc:docMk/>
            <pc:sldMk cId="636134201" sldId="454"/>
            <ac:spMk id="3" creationId="{00000000-0000-0000-0000-000000000000}"/>
          </ac:spMkLst>
        </pc:spChg>
        <pc:spChg chg="mod">
          <ac:chgData name="Garima Singhal" userId="bd23a5c7e7d7f8f6" providerId="LiveId" clId="{7763A1DC-5781-4ED6-B9C8-E03987D0A106}" dt="2024-09-25T09:12:03.804" v="0"/>
          <ac:spMkLst>
            <pc:docMk/>
            <pc:sldMk cId="636134201" sldId="454"/>
            <ac:spMk id="5" creationId="{00000000-0000-0000-0000-000000000000}"/>
          </ac:spMkLst>
        </pc:spChg>
        <pc:spChg chg="mod">
          <ac:chgData name="Garima Singhal" userId="bd23a5c7e7d7f8f6" providerId="LiveId" clId="{7763A1DC-5781-4ED6-B9C8-E03987D0A106}" dt="2024-09-25T09:12:03.804" v="0"/>
          <ac:spMkLst>
            <pc:docMk/>
            <pc:sldMk cId="636134201" sldId="454"/>
            <ac:spMk id="8" creationId="{00000000-0000-0000-0000-000000000000}"/>
          </ac:spMkLst>
        </pc:spChg>
        <pc:picChg chg="mod">
          <ac:chgData name="Garima Singhal" userId="bd23a5c7e7d7f8f6" providerId="LiveId" clId="{7763A1DC-5781-4ED6-B9C8-E03987D0A106}" dt="2024-09-25T09:12:03.804" v="0"/>
          <ac:picMkLst>
            <pc:docMk/>
            <pc:sldMk cId="636134201" sldId="454"/>
            <ac:picMk id="7" creationId="{00000000-0000-0000-0000-000000000000}"/>
          </ac:picMkLst>
        </pc:picChg>
      </pc:sldChg>
      <pc:sldChg chg="modSp">
        <pc:chgData name="Garima Singhal" userId="bd23a5c7e7d7f8f6" providerId="LiveId" clId="{7763A1DC-5781-4ED6-B9C8-E03987D0A106}" dt="2024-09-25T09:12:03.804" v="0"/>
        <pc:sldMkLst>
          <pc:docMk/>
          <pc:sldMk cId="3182496989" sldId="455"/>
        </pc:sldMkLst>
        <pc:spChg chg="mod">
          <ac:chgData name="Garima Singhal" userId="bd23a5c7e7d7f8f6" providerId="LiveId" clId="{7763A1DC-5781-4ED6-B9C8-E03987D0A106}" dt="2024-09-25T09:12:03.804" v="0"/>
          <ac:spMkLst>
            <pc:docMk/>
            <pc:sldMk cId="3182496989" sldId="455"/>
            <ac:spMk id="3" creationId="{00000000-0000-0000-0000-000000000000}"/>
          </ac:spMkLst>
        </pc:spChg>
        <pc:spChg chg="mod">
          <ac:chgData name="Garima Singhal" userId="bd23a5c7e7d7f8f6" providerId="LiveId" clId="{7763A1DC-5781-4ED6-B9C8-E03987D0A106}" dt="2024-09-25T09:12:03.804" v="0"/>
          <ac:spMkLst>
            <pc:docMk/>
            <pc:sldMk cId="3182496989" sldId="455"/>
            <ac:spMk id="5" creationId="{00000000-0000-0000-0000-000000000000}"/>
          </ac:spMkLst>
        </pc:spChg>
        <pc:spChg chg="mod">
          <ac:chgData name="Garima Singhal" userId="bd23a5c7e7d7f8f6" providerId="LiveId" clId="{7763A1DC-5781-4ED6-B9C8-E03987D0A106}" dt="2024-09-25T09:12:03.804" v="0"/>
          <ac:spMkLst>
            <pc:docMk/>
            <pc:sldMk cId="3182496989" sldId="455"/>
            <ac:spMk id="9" creationId="{00000000-0000-0000-0000-000000000000}"/>
          </ac:spMkLst>
        </pc:spChg>
        <pc:picChg chg="mod">
          <ac:chgData name="Garima Singhal" userId="bd23a5c7e7d7f8f6" providerId="LiveId" clId="{7763A1DC-5781-4ED6-B9C8-E03987D0A106}" dt="2024-09-25T09:12:03.804" v="0"/>
          <ac:picMkLst>
            <pc:docMk/>
            <pc:sldMk cId="3182496989" sldId="455"/>
            <ac:picMk id="7" creationId="{00000000-0000-0000-0000-000000000000}"/>
          </ac:picMkLst>
        </pc:picChg>
      </pc:sldChg>
      <pc:sldChg chg="modSp">
        <pc:chgData name="Garima Singhal" userId="bd23a5c7e7d7f8f6" providerId="LiveId" clId="{7763A1DC-5781-4ED6-B9C8-E03987D0A106}" dt="2024-09-25T09:12:03.804" v="0"/>
        <pc:sldMkLst>
          <pc:docMk/>
          <pc:sldMk cId="1022620295" sldId="456"/>
        </pc:sldMkLst>
        <pc:spChg chg="mod">
          <ac:chgData name="Garima Singhal" userId="bd23a5c7e7d7f8f6" providerId="LiveId" clId="{7763A1DC-5781-4ED6-B9C8-E03987D0A106}" dt="2024-09-25T09:12:03.804" v="0"/>
          <ac:spMkLst>
            <pc:docMk/>
            <pc:sldMk cId="1022620295" sldId="456"/>
            <ac:spMk id="3" creationId="{00000000-0000-0000-0000-000000000000}"/>
          </ac:spMkLst>
        </pc:spChg>
        <pc:spChg chg="mod">
          <ac:chgData name="Garima Singhal" userId="bd23a5c7e7d7f8f6" providerId="LiveId" clId="{7763A1DC-5781-4ED6-B9C8-E03987D0A106}" dt="2024-09-25T09:12:03.804" v="0"/>
          <ac:spMkLst>
            <pc:docMk/>
            <pc:sldMk cId="1022620295" sldId="456"/>
            <ac:spMk id="5" creationId="{00000000-0000-0000-0000-000000000000}"/>
          </ac:spMkLst>
        </pc:spChg>
        <pc:spChg chg="mod">
          <ac:chgData name="Garima Singhal" userId="bd23a5c7e7d7f8f6" providerId="LiveId" clId="{7763A1DC-5781-4ED6-B9C8-E03987D0A106}" dt="2024-09-25T09:12:03.804" v="0"/>
          <ac:spMkLst>
            <pc:docMk/>
            <pc:sldMk cId="1022620295" sldId="456"/>
            <ac:spMk id="8" creationId="{00000000-0000-0000-0000-000000000000}"/>
          </ac:spMkLst>
        </pc:spChg>
        <pc:picChg chg="mod">
          <ac:chgData name="Garima Singhal" userId="bd23a5c7e7d7f8f6" providerId="LiveId" clId="{7763A1DC-5781-4ED6-B9C8-E03987D0A106}" dt="2024-09-25T09:12:03.804" v="0"/>
          <ac:picMkLst>
            <pc:docMk/>
            <pc:sldMk cId="1022620295" sldId="456"/>
            <ac:picMk id="7" creationId="{00000000-0000-0000-0000-000000000000}"/>
          </ac:picMkLst>
        </pc:picChg>
      </pc:sldChg>
      <pc:sldChg chg="modSp">
        <pc:chgData name="Garima Singhal" userId="bd23a5c7e7d7f8f6" providerId="LiveId" clId="{7763A1DC-5781-4ED6-B9C8-E03987D0A106}" dt="2024-09-25T09:12:03.804" v="0"/>
        <pc:sldMkLst>
          <pc:docMk/>
          <pc:sldMk cId="1307836345" sldId="457"/>
        </pc:sldMkLst>
        <pc:spChg chg="mod">
          <ac:chgData name="Garima Singhal" userId="bd23a5c7e7d7f8f6" providerId="LiveId" clId="{7763A1DC-5781-4ED6-B9C8-E03987D0A106}" dt="2024-09-25T09:12:03.804" v="0"/>
          <ac:spMkLst>
            <pc:docMk/>
            <pc:sldMk cId="1307836345" sldId="457"/>
            <ac:spMk id="3" creationId="{00000000-0000-0000-0000-000000000000}"/>
          </ac:spMkLst>
        </pc:spChg>
        <pc:spChg chg="mod">
          <ac:chgData name="Garima Singhal" userId="bd23a5c7e7d7f8f6" providerId="LiveId" clId="{7763A1DC-5781-4ED6-B9C8-E03987D0A106}" dt="2024-09-25T09:12:03.804" v="0"/>
          <ac:spMkLst>
            <pc:docMk/>
            <pc:sldMk cId="1307836345" sldId="457"/>
            <ac:spMk id="5" creationId="{00000000-0000-0000-0000-000000000000}"/>
          </ac:spMkLst>
        </pc:spChg>
        <pc:spChg chg="mod">
          <ac:chgData name="Garima Singhal" userId="bd23a5c7e7d7f8f6" providerId="LiveId" clId="{7763A1DC-5781-4ED6-B9C8-E03987D0A106}" dt="2024-09-25T09:12:03.804" v="0"/>
          <ac:spMkLst>
            <pc:docMk/>
            <pc:sldMk cId="1307836345" sldId="457"/>
            <ac:spMk id="8" creationId="{00000000-0000-0000-0000-000000000000}"/>
          </ac:spMkLst>
        </pc:spChg>
        <pc:picChg chg="mod">
          <ac:chgData name="Garima Singhal" userId="bd23a5c7e7d7f8f6" providerId="LiveId" clId="{7763A1DC-5781-4ED6-B9C8-E03987D0A106}" dt="2024-09-25T09:12:03.804" v="0"/>
          <ac:picMkLst>
            <pc:docMk/>
            <pc:sldMk cId="1307836345" sldId="457"/>
            <ac:picMk id="7" creationId="{00000000-0000-0000-0000-000000000000}"/>
          </ac:picMkLst>
        </pc:picChg>
      </pc:sldChg>
      <pc:sldChg chg="modSp">
        <pc:chgData name="Garima Singhal" userId="bd23a5c7e7d7f8f6" providerId="LiveId" clId="{7763A1DC-5781-4ED6-B9C8-E03987D0A106}" dt="2024-09-25T09:12:03.804" v="0"/>
        <pc:sldMkLst>
          <pc:docMk/>
          <pc:sldMk cId="1107692003" sldId="458"/>
        </pc:sldMkLst>
        <pc:spChg chg="mod">
          <ac:chgData name="Garima Singhal" userId="bd23a5c7e7d7f8f6" providerId="LiveId" clId="{7763A1DC-5781-4ED6-B9C8-E03987D0A106}" dt="2024-09-25T09:12:03.804" v="0"/>
          <ac:spMkLst>
            <pc:docMk/>
            <pc:sldMk cId="1107692003" sldId="458"/>
            <ac:spMk id="3" creationId="{00000000-0000-0000-0000-000000000000}"/>
          </ac:spMkLst>
        </pc:spChg>
        <pc:spChg chg="mod">
          <ac:chgData name="Garima Singhal" userId="bd23a5c7e7d7f8f6" providerId="LiveId" clId="{7763A1DC-5781-4ED6-B9C8-E03987D0A106}" dt="2024-09-25T09:12:03.804" v="0"/>
          <ac:spMkLst>
            <pc:docMk/>
            <pc:sldMk cId="1107692003" sldId="458"/>
            <ac:spMk id="5" creationId="{00000000-0000-0000-0000-000000000000}"/>
          </ac:spMkLst>
        </pc:spChg>
        <pc:spChg chg="mod">
          <ac:chgData name="Garima Singhal" userId="bd23a5c7e7d7f8f6" providerId="LiveId" clId="{7763A1DC-5781-4ED6-B9C8-E03987D0A106}" dt="2024-09-25T09:12:03.804" v="0"/>
          <ac:spMkLst>
            <pc:docMk/>
            <pc:sldMk cId="1107692003" sldId="458"/>
            <ac:spMk id="8" creationId="{00000000-0000-0000-0000-000000000000}"/>
          </ac:spMkLst>
        </pc:spChg>
        <pc:picChg chg="mod">
          <ac:chgData name="Garima Singhal" userId="bd23a5c7e7d7f8f6" providerId="LiveId" clId="{7763A1DC-5781-4ED6-B9C8-E03987D0A106}" dt="2024-09-25T09:12:03.804" v="0"/>
          <ac:picMkLst>
            <pc:docMk/>
            <pc:sldMk cId="1107692003" sldId="458"/>
            <ac:picMk id="7" creationId="{00000000-0000-0000-0000-000000000000}"/>
          </ac:picMkLst>
        </pc:picChg>
      </pc:sldChg>
      <pc:sldChg chg="modSp">
        <pc:chgData name="Garima Singhal" userId="bd23a5c7e7d7f8f6" providerId="LiveId" clId="{7763A1DC-5781-4ED6-B9C8-E03987D0A106}" dt="2024-09-25T09:12:03.804" v="0"/>
        <pc:sldMkLst>
          <pc:docMk/>
          <pc:sldMk cId="2443437776" sldId="459"/>
        </pc:sldMkLst>
        <pc:spChg chg="mod">
          <ac:chgData name="Garima Singhal" userId="bd23a5c7e7d7f8f6" providerId="LiveId" clId="{7763A1DC-5781-4ED6-B9C8-E03987D0A106}" dt="2024-09-25T09:12:03.804" v="0"/>
          <ac:spMkLst>
            <pc:docMk/>
            <pc:sldMk cId="2443437776" sldId="459"/>
            <ac:spMk id="3" creationId="{00000000-0000-0000-0000-000000000000}"/>
          </ac:spMkLst>
        </pc:spChg>
        <pc:spChg chg="mod">
          <ac:chgData name="Garima Singhal" userId="bd23a5c7e7d7f8f6" providerId="LiveId" clId="{7763A1DC-5781-4ED6-B9C8-E03987D0A106}" dt="2024-09-25T09:12:03.804" v="0"/>
          <ac:spMkLst>
            <pc:docMk/>
            <pc:sldMk cId="2443437776" sldId="459"/>
            <ac:spMk id="5" creationId="{00000000-0000-0000-0000-000000000000}"/>
          </ac:spMkLst>
        </pc:spChg>
        <pc:spChg chg="mod">
          <ac:chgData name="Garima Singhal" userId="bd23a5c7e7d7f8f6" providerId="LiveId" clId="{7763A1DC-5781-4ED6-B9C8-E03987D0A106}" dt="2024-09-25T09:12:03.804" v="0"/>
          <ac:spMkLst>
            <pc:docMk/>
            <pc:sldMk cId="2443437776" sldId="459"/>
            <ac:spMk id="8" creationId="{00000000-0000-0000-0000-000000000000}"/>
          </ac:spMkLst>
        </pc:spChg>
        <pc:picChg chg="mod">
          <ac:chgData name="Garima Singhal" userId="bd23a5c7e7d7f8f6" providerId="LiveId" clId="{7763A1DC-5781-4ED6-B9C8-E03987D0A106}" dt="2024-09-25T09:12:03.804" v="0"/>
          <ac:picMkLst>
            <pc:docMk/>
            <pc:sldMk cId="2443437776" sldId="459"/>
            <ac:picMk id="7" creationId="{00000000-0000-0000-0000-000000000000}"/>
          </ac:picMkLst>
        </pc:picChg>
      </pc:sldChg>
      <pc:sldChg chg="modSp">
        <pc:chgData name="Garima Singhal" userId="bd23a5c7e7d7f8f6" providerId="LiveId" clId="{7763A1DC-5781-4ED6-B9C8-E03987D0A106}" dt="2024-09-25T09:12:03.804" v="0"/>
        <pc:sldMkLst>
          <pc:docMk/>
          <pc:sldMk cId="2915636695" sldId="460"/>
        </pc:sldMkLst>
        <pc:spChg chg="mod">
          <ac:chgData name="Garima Singhal" userId="bd23a5c7e7d7f8f6" providerId="LiveId" clId="{7763A1DC-5781-4ED6-B9C8-E03987D0A106}" dt="2024-09-25T09:12:03.804" v="0"/>
          <ac:spMkLst>
            <pc:docMk/>
            <pc:sldMk cId="2915636695" sldId="460"/>
            <ac:spMk id="3" creationId="{00000000-0000-0000-0000-000000000000}"/>
          </ac:spMkLst>
        </pc:spChg>
        <pc:spChg chg="mod">
          <ac:chgData name="Garima Singhal" userId="bd23a5c7e7d7f8f6" providerId="LiveId" clId="{7763A1DC-5781-4ED6-B9C8-E03987D0A106}" dt="2024-09-25T09:12:03.804" v="0"/>
          <ac:spMkLst>
            <pc:docMk/>
            <pc:sldMk cId="2915636695" sldId="460"/>
            <ac:spMk id="5" creationId="{00000000-0000-0000-0000-000000000000}"/>
          </ac:spMkLst>
        </pc:spChg>
        <pc:spChg chg="mod">
          <ac:chgData name="Garima Singhal" userId="bd23a5c7e7d7f8f6" providerId="LiveId" clId="{7763A1DC-5781-4ED6-B9C8-E03987D0A106}" dt="2024-09-25T09:12:03.804" v="0"/>
          <ac:spMkLst>
            <pc:docMk/>
            <pc:sldMk cId="2915636695" sldId="460"/>
            <ac:spMk id="10" creationId="{00000000-0000-0000-0000-000000000000}"/>
          </ac:spMkLst>
        </pc:spChg>
        <pc:picChg chg="mod">
          <ac:chgData name="Garima Singhal" userId="bd23a5c7e7d7f8f6" providerId="LiveId" clId="{7763A1DC-5781-4ED6-B9C8-E03987D0A106}" dt="2024-09-25T09:12:03.804" v="0"/>
          <ac:picMkLst>
            <pc:docMk/>
            <pc:sldMk cId="2915636695" sldId="460"/>
            <ac:picMk id="8" creationId="{00000000-0000-0000-0000-000000000000}"/>
          </ac:picMkLst>
        </pc:picChg>
      </pc:sldChg>
      <pc:sldChg chg="modSp">
        <pc:chgData name="Garima Singhal" userId="bd23a5c7e7d7f8f6" providerId="LiveId" clId="{7763A1DC-5781-4ED6-B9C8-E03987D0A106}" dt="2024-09-25T09:12:03.804" v="0"/>
        <pc:sldMkLst>
          <pc:docMk/>
          <pc:sldMk cId="4049679125" sldId="461"/>
        </pc:sldMkLst>
        <pc:spChg chg="mod">
          <ac:chgData name="Garima Singhal" userId="bd23a5c7e7d7f8f6" providerId="LiveId" clId="{7763A1DC-5781-4ED6-B9C8-E03987D0A106}" dt="2024-09-25T09:12:03.804" v="0"/>
          <ac:spMkLst>
            <pc:docMk/>
            <pc:sldMk cId="4049679125" sldId="461"/>
            <ac:spMk id="3" creationId="{00000000-0000-0000-0000-000000000000}"/>
          </ac:spMkLst>
        </pc:spChg>
        <pc:spChg chg="mod">
          <ac:chgData name="Garima Singhal" userId="bd23a5c7e7d7f8f6" providerId="LiveId" clId="{7763A1DC-5781-4ED6-B9C8-E03987D0A106}" dt="2024-09-25T09:12:03.804" v="0"/>
          <ac:spMkLst>
            <pc:docMk/>
            <pc:sldMk cId="4049679125" sldId="461"/>
            <ac:spMk id="5" creationId="{00000000-0000-0000-0000-000000000000}"/>
          </ac:spMkLst>
        </pc:spChg>
        <pc:spChg chg="mod">
          <ac:chgData name="Garima Singhal" userId="bd23a5c7e7d7f8f6" providerId="LiveId" clId="{7763A1DC-5781-4ED6-B9C8-E03987D0A106}" dt="2024-09-25T09:12:03.804" v="0"/>
          <ac:spMkLst>
            <pc:docMk/>
            <pc:sldMk cId="4049679125" sldId="461"/>
            <ac:spMk id="7" creationId="{00000000-0000-0000-0000-000000000000}"/>
          </ac:spMkLst>
        </pc:spChg>
        <pc:picChg chg="mod">
          <ac:chgData name="Garima Singhal" userId="bd23a5c7e7d7f8f6" providerId="LiveId" clId="{7763A1DC-5781-4ED6-B9C8-E03987D0A106}" dt="2024-09-25T09:12:03.804" v="0"/>
          <ac:picMkLst>
            <pc:docMk/>
            <pc:sldMk cId="4049679125" sldId="461"/>
            <ac:picMk id="8" creationId="{00000000-0000-0000-0000-000000000000}"/>
          </ac:picMkLst>
        </pc:picChg>
      </pc:sldChg>
      <pc:sldChg chg="modSp">
        <pc:chgData name="Garima Singhal" userId="bd23a5c7e7d7f8f6" providerId="LiveId" clId="{7763A1DC-5781-4ED6-B9C8-E03987D0A106}" dt="2024-09-25T09:12:03.804" v="0"/>
        <pc:sldMkLst>
          <pc:docMk/>
          <pc:sldMk cId="3055476001" sldId="462"/>
        </pc:sldMkLst>
        <pc:spChg chg="mod">
          <ac:chgData name="Garima Singhal" userId="bd23a5c7e7d7f8f6" providerId="LiveId" clId="{7763A1DC-5781-4ED6-B9C8-E03987D0A106}" dt="2024-09-25T09:12:03.804" v="0"/>
          <ac:spMkLst>
            <pc:docMk/>
            <pc:sldMk cId="3055476001" sldId="462"/>
            <ac:spMk id="5" creationId="{00000000-0000-0000-0000-000000000000}"/>
          </ac:spMkLst>
        </pc:spChg>
        <pc:spChg chg="mod">
          <ac:chgData name="Garima Singhal" userId="bd23a5c7e7d7f8f6" providerId="LiveId" clId="{7763A1DC-5781-4ED6-B9C8-E03987D0A106}" dt="2024-09-25T09:12:03.804" v="0"/>
          <ac:spMkLst>
            <pc:docMk/>
            <pc:sldMk cId="3055476001" sldId="462"/>
            <ac:spMk id="7" creationId="{00000000-0000-0000-0000-000000000000}"/>
          </ac:spMkLst>
        </pc:spChg>
        <pc:graphicFrameChg chg="mod">
          <ac:chgData name="Garima Singhal" userId="bd23a5c7e7d7f8f6" providerId="LiveId" clId="{7763A1DC-5781-4ED6-B9C8-E03987D0A106}" dt="2024-09-25T09:12:03.804" v="0"/>
          <ac:graphicFrameMkLst>
            <pc:docMk/>
            <pc:sldMk cId="3055476001" sldId="462"/>
            <ac:graphicFrameMk id="9" creationId="{00000000-0000-0000-0000-000000000000}"/>
          </ac:graphicFrameMkLst>
        </pc:graphicFrameChg>
        <pc:picChg chg="mod">
          <ac:chgData name="Garima Singhal" userId="bd23a5c7e7d7f8f6" providerId="LiveId" clId="{7763A1DC-5781-4ED6-B9C8-E03987D0A106}" dt="2024-09-25T09:12:03.804" v="0"/>
          <ac:picMkLst>
            <pc:docMk/>
            <pc:sldMk cId="3055476001" sldId="462"/>
            <ac:picMk id="8" creationId="{00000000-0000-0000-0000-000000000000}"/>
          </ac:picMkLst>
        </pc:picChg>
      </pc:sldChg>
      <pc:sldChg chg="modSp">
        <pc:chgData name="Garima Singhal" userId="bd23a5c7e7d7f8f6" providerId="LiveId" clId="{7763A1DC-5781-4ED6-B9C8-E03987D0A106}" dt="2024-09-25T09:12:03.804" v="0"/>
        <pc:sldMkLst>
          <pc:docMk/>
          <pc:sldMk cId="442637677" sldId="463"/>
        </pc:sldMkLst>
        <pc:spChg chg="mod">
          <ac:chgData name="Garima Singhal" userId="bd23a5c7e7d7f8f6" providerId="LiveId" clId="{7763A1DC-5781-4ED6-B9C8-E03987D0A106}" dt="2024-09-25T09:12:03.804" v="0"/>
          <ac:spMkLst>
            <pc:docMk/>
            <pc:sldMk cId="442637677" sldId="463"/>
            <ac:spMk id="3" creationId="{00000000-0000-0000-0000-000000000000}"/>
          </ac:spMkLst>
        </pc:spChg>
        <pc:spChg chg="mod">
          <ac:chgData name="Garima Singhal" userId="bd23a5c7e7d7f8f6" providerId="LiveId" clId="{7763A1DC-5781-4ED6-B9C8-E03987D0A106}" dt="2024-09-25T09:12:03.804" v="0"/>
          <ac:spMkLst>
            <pc:docMk/>
            <pc:sldMk cId="442637677" sldId="463"/>
            <ac:spMk id="5" creationId="{00000000-0000-0000-0000-000000000000}"/>
          </ac:spMkLst>
        </pc:spChg>
        <pc:spChg chg="mod">
          <ac:chgData name="Garima Singhal" userId="bd23a5c7e7d7f8f6" providerId="LiveId" clId="{7763A1DC-5781-4ED6-B9C8-E03987D0A106}" dt="2024-09-25T09:12:03.804" v="0"/>
          <ac:spMkLst>
            <pc:docMk/>
            <pc:sldMk cId="442637677" sldId="463"/>
            <ac:spMk id="7" creationId="{00000000-0000-0000-0000-000000000000}"/>
          </ac:spMkLst>
        </pc:spChg>
        <pc:picChg chg="mod">
          <ac:chgData name="Garima Singhal" userId="bd23a5c7e7d7f8f6" providerId="LiveId" clId="{7763A1DC-5781-4ED6-B9C8-E03987D0A106}" dt="2024-09-25T09:12:03.804" v="0"/>
          <ac:picMkLst>
            <pc:docMk/>
            <pc:sldMk cId="442637677" sldId="463"/>
            <ac:picMk id="8" creationId="{00000000-0000-0000-0000-000000000000}"/>
          </ac:picMkLst>
        </pc:picChg>
      </pc:sldChg>
      <pc:sldChg chg="modSp">
        <pc:chgData name="Garima Singhal" userId="bd23a5c7e7d7f8f6" providerId="LiveId" clId="{7763A1DC-5781-4ED6-B9C8-E03987D0A106}" dt="2024-09-25T09:12:03.804" v="0"/>
        <pc:sldMkLst>
          <pc:docMk/>
          <pc:sldMk cId="3149927780" sldId="464"/>
        </pc:sldMkLst>
        <pc:spChg chg="mod">
          <ac:chgData name="Garima Singhal" userId="bd23a5c7e7d7f8f6" providerId="LiveId" clId="{7763A1DC-5781-4ED6-B9C8-E03987D0A106}" dt="2024-09-25T09:12:03.804" v="0"/>
          <ac:spMkLst>
            <pc:docMk/>
            <pc:sldMk cId="3149927780" sldId="464"/>
            <ac:spMk id="3" creationId="{00000000-0000-0000-0000-000000000000}"/>
          </ac:spMkLst>
        </pc:spChg>
        <pc:spChg chg="mod">
          <ac:chgData name="Garima Singhal" userId="bd23a5c7e7d7f8f6" providerId="LiveId" clId="{7763A1DC-5781-4ED6-B9C8-E03987D0A106}" dt="2024-09-25T09:12:03.804" v="0"/>
          <ac:spMkLst>
            <pc:docMk/>
            <pc:sldMk cId="3149927780" sldId="464"/>
            <ac:spMk id="5" creationId="{00000000-0000-0000-0000-000000000000}"/>
          </ac:spMkLst>
        </pc:spChg>
        <pc:spChg chg="mod">
          <ac:chgData name="Garima Singhal" userId="bd23a5c7e7d7f8f6" providerId="LiveId" clId="{7763A1DC-5781-4ED6-B9C8-E03987D0A106}" dt="2024-09-25T09:12:03.804" v="0"/>
          <ac:spMkLst>
            <pc:docMk/>
            <pc:sldMk cId="3149927780" sldId="464"/>
            <ac:spMk id="8" creationId="{00000000-0000-0000-0000-000000000000}"/>
          </ac:spMkLst>
        </pc:spChg>
        <pc:picChg chg="mod">
          <ac:chgData name="Garima Singhal" userId="bd23a5c7e7d7f8f6" providerId="LiveId" clId="{7763A1DC-5781-4ED6-B9C8-E03987D0A106}" dt="2024-09-25T09:12:03.804" v="0"/>
          <ac:picMkLst>
            <pc:docMk/>
            <pc:sldMk cId="3149927780" sldId="464"/>
            <ac:picMk id="7" creationId="{00000000-0000-0000-0000-000000000000}"/>
          </ac:picMkLst>
        </pc:picChg>
      </pc:sldChg>
      <pc:sldChg chg="modSp">
        <pc:chgData name="Garima Singhal" userId="bd23a5c7e7d7f8f6" providerId="LiveId" clId="{7763A1DC-5781-4ED6-B9C8-E03987D0A106}" dt="2024-09-25T09:12:03.804" v="0"/>
        <pc:sldMkLst>
          <pc:docMk/>
          <pc:sldMk cId="1952848332" sldId="465"/>
        </pc:sldMkLst>
        <pc:spChg chg="mod">
          <ac:chgData name="Garima Singhal" userId="bd23a5c7e7d7f8f6" providerId="LiveId" clId="{7763A1DC-5781-4ED6-B9C8-E03987D0A106}" dt="2024-09-25T09:12:03.804" v="0"/>
          <ac:spMkLst>
            <pc:docMk/>
            <pc:sldMk cId="1952848332" sldId="465"/>
            <ac:spMk id="3" creationId="{00000000-0000-0000-0000-000000000000}"/>
          </ac:spMkLst>
        </pc:spChg>
        <pc:spChg chg="mod">
          <ac:chgData name="Garima Singhal" userId="bd23a5c7e7d7f8f6" providerId="LiveId" clId="{7763A1DC-5781-4ED6-B9C8-E03987D0A106}" dt="2024-09-25T09:12:03.804" v="0"/>
          <ac:spMkLst>
            <pc:docMk/>
            <pc:sldMk cId="1952848332" sldId="465"/>
            <ac:spMk id="5" creationId="{00000000-0000-0000-0000-000000000000}"/>
          </ac:spMkLst>
        </pc:spChg>
        <pc:spChg chg="mod">
          <ac:chgData name="Garima Singhal" userId="bd23a5c7e7d7f8f6" providerId="LiveId" clId="{7763A1DC-5781-4ED6-B9C8-E03987D0A106}" dt="2024-09-25T09:12:03.804" v="0"/>
          <ac:spMkLst>
            <pc:docMk/>
            <pc:sldMk cId="1952848332" sldId="465"/>
            <ac:spMk id="8" creationId="{00000000-0000-0000-0000-000000000000}"/>
          </ac:spMkLst>
        </pc:spChg>
        <pc:picChg chg="mod">
          <ac:chgData name="Garima Singhal" userId="bd23a5c7e7d7f8f6" providerId="LiveId" clId="{7763A1DC-5781-4ED6-B9C8-E03987D0A106}" dt="2024-09-25T09:12:03.804" v="0"/>
          <ac:picMkLst>
            <pc:docMk/>
            <pc:sldMk cId="1952848332" sldId="465"/>
            <ac:picMk id="7" creationId="{00000000-0000-0000-0000-000000000000}"/>
          </ac:picMkLst>
        </pc:picChg>
      </pc:sldChg>
      <pc:sldChg chg="modSp">
        <pc:chgData name="Garima Singhal" userId="bd23a5c7e7d7f8f6" providerId="LiveId" clId="{7763A1DC-5781-4ED6-B9C8-E03987D0A106}" dt="2024-09-25T09:12:03.804" v="0"/>
        <pc:sldMkLst>
          <pc:docMk/>
          <pc:sldMk cId="2975080044" sldId="466"/>
        </pc:sldMkLst>
        <pc:spChg chg="mod">
          <ac:chgData name="Garima Singhal" userId="bd23a5c7e7d7f8f6" providerId="LiveId" clId="{7763A1DC-5781-4ED6-B9C8-E03987D0A106}" dt="2024-09-25T09:12:03.804" v="0"/>
          <ac:spMkLst>
            <pc:docMk/>
            <pc:sldMk cId="2975080044" sldId="466"/>
            <ac:spMk id="3" creationId="{00000000-0000-0000-0000-000000000000}"/>
          </ac:spMkLst>
        </pc:spChg>
        <pc:spChg chg="mod">
          <ac:chgData name="Garima Singhal" userId="bd23a5c7e7d7f8f6" providerId="LiveId" clId="{7763A1DC-5781-4ED6-B9C8-E03987D0A106}" dt="2024-09-25T09:12:03.804" v="0"/>
          <ac:spMkLst>
            <pc:docMk/>
            <pc:sldMk cId="2975080044" sldId="466"/>
            <ac:spMk id="5" creationId="{00000000-0000-0000-0000-000000000000}"/>
          </ac:spMkLst>
        </pc:spChg>
        <pc:spChg chg="mod">
          <ac:chgData name="Garima Singhal" userId="bd23a5c7e7d7f8f6" providerId="LiveId" clId="{7763A1DC-5781-4ED6-B9C8-E03987D0A106}" dt="2024-09-25T09:12:03.804" v="0"/>
          <ac:spMkLst>
            <pc:docMk/>
            <pc:sldMk cId="2975080044" sldId="466"/>
            <ac:spMk id="8" creationId="{00000000-0000-0000-0000-000000000000}"/>
          </ac:spMkLst>
        </pc:spChg>
        <pc:picChg chg="mod">
          <ac:chgData name="Garima Singhal" userId="bd23a5c7e7d7f8f6" providerId="LiveId" clId="{7763A1DC-5781-4ED6-B9C8-E03987D0A106}" dt="2024-09-25T09:12:03.804" v="0"/>
          <ac:picMkLst>
            <pc:docMk/>
            <pc:sldMk cId="2975080044" sldId="466"/>
            <ac:picMk id="7" creationId="{00000000-0000-0000-0000-000000000000}"/>
          </ac:picMkLst>
        </pc:picChg>
      </pc:sldChg>
      <pc:sldChg chg="modSp">
        <pc:chgData name="Garima Singhal" userId="bd23a5c7e7d7f8f6" providerId="LiveId" clId="{7763A1DC-5781-4ED6-B9C8-E03987D0A106}" dt="2024-09-25T09:12:03.804" v="0"/>
        <pc:sldMkLst>
          <pc:docMk/>
          <pc:sldMk cId="3384006678" sldId="467"/>
        </pc:sldMkLst>
        <pc:spChg chg="mod">
          <ac:chgData name="Garima Singhal" userId="bd23a5c7e7d7f8f6" providerId="LiveId" clId="{7763A1DC-5781-4ED6-B9C8-E03987D0A106}" dt="2024-09-25T09:12:03.804" v="0"/>
          <ac:spMkLst>
            <pc:docMk/>
            <pc:sldMk cId="3384006678" sldId="467"/>
            <ac:spMk id="3" creationId="{00000000-0000-0000-0000-000000000000}"/>
          </ac:spMkLst>
        </pc:spChg>
        <pc:spChg chg="mod">
          <ac:chgData name="Garima Singhal" userId="bd23a5c7e7d7f8f6" providerId="LiveId" clId="{7763A1DC-5781-4ED6-B9C8-E03987D0A106}" dt="2024-09-25T09:12:03.804" v="0"/>
          <ac:spMkLst>
            <pc:docMk/>
            <pc:sldMk cId="3384006678" sldId="467"/>
            <ac:spMk id="5" creationId="{00000000-0000-0000-0000-000000000000}"/>
          </ac:spMkLst>
        </pc:spChg>
        <pc:spChg chg="mod">
          <ac:chgData name="Garima Singhal" userId="bd23a5c7e7d7f8f6" providerId="LiveId" clId="{7763A1DC-5781-4ED6-B9C8-E03987D0A106}" dt="2024-09-25T09:12:03.804" v="0"/>
          <ac:spMkLst>
            <pc:docMk/>
            <pc:sldMk cId="3384006678" sldId="467"/>
            <ac:spMk id="8" creationId="{00000000-0000-0000-0000-000000000000}"/>
          </ac:spMkLst>
        </pc:spChg>
        <pc:picChg chg="mod">
          <ac:chgData name="Garima Singhal" userId="bd23a5c7e7d7f8f6" providerId="LiveId" clId="{7763A1DC-5781-4ED6-B9C8-E03987D0A106}" dt="2024-09-25T09:12:03.804" v="0"/>
          <ac:picMkLst>
            <pc:docMk/>
            <pc:sldMk cId="3384006678" sldId="467"/>
            <ac:picMk id="7" creationId="{00000000-0000-0000-0000-000000000000}"/>
          </ac:picMkLst>
        </pc:picChg>
      </pc:sldChg>
      <pc:sldChg chg="modSp">
        <pc:chgData name="Garima Singhal" userId="bd23a5c7e7d7f8f6" providerId="LiveId" clId="{7763A1DC-5781-4ED6-B9C8-E03987D0A106}" dt="2024-09-25T09:12:03.804" v="0"/>
        <pc:sldMkLst>
          <pc:docMk/>
          <pc:sldMk cId="836685651" sldId="468"/>
        </pc:sldMkLst>
        <pc:spChg chg="mod">
          <ac:chgData name="Garima Singhal" userId="bd23a5c7e7d7f8f6" providerId="LiveId" clId="{7763A1DC-5781-4ED6-B9C8-E03987D0A106}" dt="2024-09-25T09:12:03.804" v="0"/>
          <ac:spMkLst>
            <pc:docMk/>
            <pc:sldMk cId="836685651" sldId="468"/>
            <ac:spMk id="3" creationId="{00000000-0000-0000-0000-000000000000}"/>
          </ac:spMkLst>
        </pc:spChg>
        <pc:spChg chg="mod">
          <ac:chgData name="Garima Singhal" userId="bd23a5c7e7d7f8f6" providerId="LiveId" clId="{7763A1DC-5781-4ED6-B9C8-E03987D0A106}" dt="2024-09-25T09:12:03.804" v="0"/>
          <ac:spMkLst>
            <pc:docMk/>
            <pc:sldMk cId="836685651" sldId="468"/>
            <ac:spMk id="5" creationId="{00000000-0000-0000-0000-000000000000}"/>
          </ac:spMkLst>
        </pc:spChg>
        <pc:spChg chg="mod">
          <ac:chgData name="Garima Singhal" userId="bd23a5c7e7d7f8f6" providerId="LiveId" clId="{7763A1DC-5781-4ED6-B9C8-E03987D0A106}" dt="2024-09-25T09:12:03.804" v="0"/>
          <ac:spMkLst>
            <pc:docMk/>
            <pc:sldMk cId="836685651" sldId="468"/>
            <ac:spMk id="8" creationId="{00000000-0000-0000-0000-000000000000}"/>
          </ac:spMkLst>
        </pc:spChg>
        <pc:picChg chg="mod">
          <ac:chgData name="Garima Singhal" userId="bd23a5c7e7d7f8f6" providerId="LiveId" clId="{7763A1DC-5781-4ED6-B9C8-E03987D0A106}" dt="2024-09-25T09:12:03.804" v="0"/>
          <ac:picMkLst>
            <pc:docMk/>
            <pc:sldMk cId="836685651" sldId="468"/>
            <ac:picMk id="7" creationId="{00000000-0000-0000-0000-000000000000}"/>
          </ac:picMkLst>
        </pc:picChg>
      </pc:sldChg>
      <pc:sldChg chg="modSp">
        <pc:chgData name="Garima Singhal" userId="bd23a5c7e7d7f8f6" providerId="LiveId" clId="{7763A1DC-5781-4ED6-B9C8-E03987D0A106}" dt="2024-09-25T09:12:03.804" v="0"/>
        <pc:sldMkLst>
          <pc:docMk/>
          <pc:sldMk cId="2723185461" sldId="469"/>
        </pc:sldMkLst>
        <pc:spChg chg="mod">
          <ac:chgData name="Garima Singhal" userId="bd23a5c7e7d7f8f6" providerId="LiveId" clId="{7763A1DC-5781-4ED6-B9C8-E03987D0A106}" dt="2024-09-25T09:12:03.804" v="0"/>
          <ac:spMkLst>
            <pc:docMk/>
            <pc:sldMk cId="2723185461" sldId="469"/>
            <ac:spMk id="3" creationId="{00000000-0000-0000-0000-000000000000}"/>
          </ac:spMkLst>
        </pc:spChg>
        <pc:spChg chg="mod">
          <ac:chgData name="Garima Singhal" userId="bd23a5c7e7d7f8f6" providerId="LiveId" clId="{7763A1DC-5781-4ED6-B9C8-E03987D0A106}" dt="2024-09-25T09:12:03.804" v="0"/>
          <ac:spMkLst>
            <pc:docMk/>
            <pc:sldMk cId="2723185461" sldId="469"/>
            <ac:spMk id="5" creationId="{00000000-0000-0000-0000-000000000000}"/>
          </ac:spMkLst>
        </pc:spChg>
        <pc:spChg chg="mod">
          <ac:chgData name="Garima Singhal" userId="bd23a5c7e7d7f8f6" providerId="LiveId" clId="{7763A1DC-5781-4ED6-B9C8-E03987D0A106}" dt="2024-09-25T09:12:03.804" v="0"/>
          <ac:spMkLst>
            <pc:docMk/>
            <pc:sldMk cId="2723185461" sldId="469"/>
            <ac:spMk id="8" creationId="{00000000-0000-0000-0000-000000000000}"/>
          </ac:spMkLst>
        </pc:spChg>
        <pc:picChg chg="mod">
          <ac:chgData name="Garima Singhal" userId="bd23a5c7e7d7f8f6" providerId="LiveId" clId="{7763A1DC-5781-4ED6-B9C8-E03987D0A106}" dt="2024-09-25T09:12:03.804" v="0"/>
          <ac:picMkLst>
            <pc:docMk/>
            <pc:sldMk cId="2723185461" sldId="469"/>
            <ac:picMk id="7" creationId="{00000000-0000-0000-0000-000000000000}"/>
          </ac:picMkLst>
        </pc:picChg>
      </pc:sldChg>
      <pc:sldChg chg="modSp">
        <pc:chgData name="Garima Singhal" userId="bd23a5c7e7d7f8f6" providerId="LiveId" clId="{7763A1DC-5781-4ED6-B9C8-E03987D0A106}" dt="2024-09-25T09:12:03.804" v="0"/>
        <pc:sldMkLst>
          <pc:docMk/>
          <pc:sldMk cId="3667677721" sldId="470"/>
        </pc:sldMkLst>
        <pc:spChg chg="mod">
          <ac:chgData name="Garima Singhal" userId="bd23a5c7e7d7f8f6" providerId="LiveId" clId="{7763A1DC-5781-4ED6-B9C8-E03987D0A106}" dt="2024-09-25T09:12:03.804" v="0"/>
          <ac:spMkLst>
            <pc:docMk/>
            <pc:sldMk cId="3667677721" sldId="470"/>
            <ac:spMk id="3" creationId="{00000000-0000-0000-0000-000000000000}"/>
          </ac:spMkLst>
        </pc:spChg>
        <pc:spChg chg="mod">
          <ac:chgData name="Garima Singhal" userId="bd23a5c7e7d7f8f6" providerId="LiveId" clId="{7763A1DC-5781-4ED6-B9C8-E03987D0A106}" dt="2024-09-25T09:12:03.804" v="0"/>
          <ac:spMkLst>
            <pc:docMk/>
            <pc:sldMk cId="3667677721" sldId="470"/>
            <ac:spMk id="5" creationId="{00000000-0000-0000-0000-000000000000}"/>
          </ac:spMkLst>
        </pc:spChg>
        <pc:spChg chg="mod">
          <ac:chgData name="Garima Singhal" userId="bd23a5c7e7d7f8f6" providerId="LiveId" clId="{7763A1DC-5781-4ED6-B9C8-E03987D0A106}" dt="2024-09-25T09:12:03.804" v="0"/>
          <ac:spMkLst>
            <pc:docMk/>
            <pc:sldMk cId="3667677721" sldId="470"/>
            <ac:spMk id="8" creationId="{00000000-0000-0000-0000-000000000000}"/>
          </ac:spMkLst>
        </pc:spChg>
        <pc:picChg chg="mod">
          <ac:chgData name="Garima Singhal" userId="bd23a5c7e7d7f8f6" providerId="LiveId" clId="{7763A1DC-5781-4ED6-B9C8-E03987D0A106}" dt="2024-09-25T09:12:03.804" v="0"/>
          <ac:picMkLst>
            <pc:docMk/>
            <pc:sldMk cId="3667677721" sldId="470"/>
            <ac:picMk id="7" creationId="{00000000-0000-0000-0000-000000000000}"/>
          </ac:picMkLst>
        </pc:picChg>
      </pc:sldChg>
      <pc:sldChg chg="modSp">
        <pc:chgData name="Garima Singhal" userId="bd23a5c7e7d7f8f6" providerId="LiveId" clId="{7763A1DC-5781-4ED6-B9C8-E03987D0A106}" dt="2024-09-25T09:12:03.804" v="0"/>
        <pc:sldMkLst>
          <pc:docMk/>
          <pc:sldMk cId="3120026547" sldId="471"/>
        </pc:sldMkLst>
        <pc:spChg chg="mod">
          <ac:chgData name="Garima Singhal" userId="bd23a5c7e7d7f8f6" providerId="LiveId" clId="{7763A1DC-5781-4ED6-B9C8-E03987D0A106}" dt="2024-09-25T09:12:03.804" v="0"/>
          <ac:spMkLst>
            <pc:docMk/>
            <pc:sldMk cId="3120026547" sldId="471"/>
            <ac:spMk id="3" creationId="{00000000-0000-0000-0000-000000000000}"/>
          </ac:spMkLst>
        </pc:spChg>
        <pc:spChg chg="mod">
          <ac:chgData name="Garima Singhal" userId="bd23a5c7e7d7f8f6" providerId="LiveId" clId="{7763A1DC-5781-4ED6-B9C8-E03987D0A106}" dt="2024-09-25T09:12:03.804" v="0"/>
          <ac:spMkLst>
            <pc:docMk/>
            <pc:sldMk cId="3120026547" sldId="471"/>
            <ac:spMk id="5" creationId="{00000000-0000-0000-0000-000000000000}"/>
          </ac:spMkLst>
        </pc:spChg>
        <pc:spChg chg="mod">
          <ac:chgData name="Garima Singhal" userId="bd23a5c7e7d7f8f6" providerId="LiveId" clId="{7763A1DC-5781-4ED6-B9C8-E03987D0A106}" dt="2024-09-25T09:12:03.804" v="0"/>
          <ac:spMkLst>
            <pc:docMk/>
            <pc:sldMk cId="3120026547" sldId="471"/>
            <ac:spMk id="8" creationId="{00000000-0000-0000-0000-000000000000}"/>
          </ac:spMkLst>
        </pc:spChg>
        <pc:picChg chg="mod">
          <ac:chgData name="Garima Singhal" userId="bd23a5c7e7d7f8f6" providerId="LiveId" clId="{7763A1DC-5781-4ED6-B9C8-E03987D0A106}" dt="2024-09-25T09:12:03.804" v="0"/>
          <ac:picMkLst>
            <pc:docMk/>
            <pc:sldMk cId="3120026547" sldId="471"/>
            <ac:picMk id="7" creationId="{00000000-0000-0000-0000-000000000000}"/>
          </ac:picMkLst>
        </pc:picChg>
      </pc:sldChg>
      <pc:sldChg chg="modSp">
        <pc:chgData name="Garima Singhal" userId="bd23a5c7e7d7f8f6" providerId="LiveId" clId="{7763A1DC-5781-4ED6-B9C8-E03987D0A106}" dt="2024-09-25T09:12:03.804" v="0"/>
        <pc:sldMkLst>
          <pc:docMk/>
          <pc:sldMk cId="2132082462" sldId="472"/>
        </pc:sldMkLst>
        <pc:spChg chg="mod">
          <ac:chgData name="Garima Singhal" userId="bd23a5c7e7d7f8f6" providerId="LiveId" clId="{7763A1DC-5781-4ED6-B9C8-E03987D0A106}" dt="2024-09-25T09:12:03.804" v="0"/>
          <ac:spMkLst>
            <pc:docMk/>
            <pc:sldMk cId="2132082462" sldId="472"/>
            <ac:spMk id="3" creationId="{00000000-0000-0000-0000-000000000000}"/>
          </ac:spMkLst>
        </pc:spChg>
        <pc:spChg chg="mod">
          <ac:chgData name="Garima Singhal" userId="bd23a5c7e7d7f8f6" providerId="LiveId" clId="{7763A1DC-5781-4ED6-B9C8-E03987D0A106}" dt="2024-09-25T09:12:03.804" v="0"/>
          <ac:spMkLst>
            <pc:docMk/>
            <pc:sldMk cId="2132082462" sldId="472"/>
            <ac:spMk id="5" creationId="{00000000-0000-0000-0000-000000000000}"/>
          </ac:spMkLst>
        </pc:spChg>
        <pc:spChg chg="mod">
          <ac:chgData name="Garima Singhal" userId="bd23a5c7e7d7f8f6" providerId="LiveId" clId="{7763A1DC-5781-4ED6-B9C8-E03987D0A106}" dt="2024-09-25T09:12:03.804" v="0"/>
          <ac:spMkLst>
            <pc:docMk/>
            <pc:sldMk cId="2132082462" sldId="472"/>
            <ac:spMk id="10" creationId="{00000000-0000-0000-0000-000000000000}"/>
          </ac:spMkLst>
        </pc:spChg>
        <pc:picChg chg="mod">
          <ac:chgData name="Garima Singhal" userId="bd23a5c7e7d7f8f6" providerId="LiveId" clId="{7763A1DC-5781-4ED6-B9C8-E03987D0A106}" dt="2024-09-25T09:12:03.804" v="0"/>
          <ac:picMkLst>
            <pc:docMk/>
            <pc:sldMk cId="2132082462" sldId="472"/>
            <ac:picMk id="8" creationId="{00000000-0000-0000-0000-000000000000}"/>
          </ac:picMkLst>
        </pc:picChg>
      </pc:sldChg>
      <pc:sldChg chg="modSp">
        <pc:chgData name="Garima Singhal" userId="bd23a5c7e7d7f8f6" providerId="LiveId" clId="{7763A1DC-5781-4ED6-B9C8-E03987D0A106}" dt="2024-09-25T09:12:03.804" v="0"/>
        <pc:sldMkLst>
          <pc:docMk/>
          <pc:sldMk cId="455550646" sldId="473"/>
        </pc:sldMkLst>
        <pc:spChg chg="mod">
          <ac:chgData name="Garima Singhal" userId="bd23a5c7e7d7f8f6" providerId="LiveId" clId="{7763A1DC-5781-4ED6-B9C8-E03987D0A106}" dt="2024-09-25T09:12:03.804" v="0"/>
          <ac:spMkLst>
            <pc:docMk/>
            <pc:sldMk cId="455550646" sldId="473"/>
            <ac:spMk id="3" creationId="{00000000-0000-0000-0000-000000000000}"/>
          </ac:spMkLst>
        </pc:spChg>
        <pc:spChg chg="mod">
          <ac:chgData name="Garima Singhal" userId="bd23a5c7e7d7f8f6" providerId="LiveId" clId="{7763A1DC-5781-4ED6-B9C8-E03987D0A106}" dt="2024-09-25T09:12:03.804" v="0"/>
          <ac:spMkLst>
            <pc:docMk/>
            <pc:sldMk cId="455550646" sldId="473"/>
            <ac:spMk id="5" creationId="{00000000-0000-0000-0000-000000000000}"/>
          </ac:spMkLst>
        </pc:spChg>
        <pc:spChg chg="mod">
          <ac:chgData name="Garima Singhal" userId="bd23a5c7e7d7f8f6" providerId="LiveId" clId="{7763A1DC-5781-4ED6-B9C8-E03987D0A106}" dt="2024-09-25T09:12:03.804" v="0"/>
          <ac:spMkLst>
            <pc:docMk/>
            <pc:sldMk cId="455550646" sldId="473"/>
            <ac:spMk id="7" creationId="{00000000-0000-0000-0000-000000000000}"/>
          </ac:spMkLst>
        </pc:spChg>
        <pc:picChg chg="mod">
          <ac:chgData name="Garima Singhal" userId="bd23a5c7e7d7f8f6" providerId="LiveId" clId="{7763A1DC-5781-4ED6-B9C8-E03987D0A106}" dt="2024-09-25T09:12:03.804" v="0"/>
          <ac:picMkLst>
            <pc:docMk/>
            <pc:sldMk cId="455550646" sldId="473"/>
            <ac:picMk id="8" creationId="{00000000-0000-0000-0000-000000000000}"/>
          </ac:picMkLst>
        </pc:picChg>
      </pc:sldChg>
      <pc:sldChg chg="modSp">
        <pc:chgData name="Garima Singhal" userId="bd23a5c7e7d7f8f6" providerId="LiveId" clId="{7763A1DC-5781-4ED6-B9C8-E03987D0A106}" dt="2024-09-25T09:12:03.804" v="0"/>
        <pc:sldMkLst>
          <pc:docMk/>
          <pc:sldMk cId="3867715285" sldId="474"/>
        </pc:sldMkLst>
        <pc:spChg chg="mod">
          <ac:chgData name="Garima Singhal" userId="bd23a5c7e7d7f8f6" providerId="LiveId" clId="{7763A1DC-5781-4ED6-B9C8-E03987D0A106}" dt="2024-09-25T09:12:03.804" v="0"/>
          <ac:spMkLst>
            <pc:docMk/>
            <pc:sldMk cId="3867715285" sldId="474"/>
            <ac:spMk id="3" creationId="{00000000-0000-0000-0000-000000000000}"/>
          </ac:spMkLst>
        </pc:spChg>
        <pc:spChg chg="mod">
          <ac:chgData name="Garima Singhal" userId="bd23a5c7e7d7f8f6" providerId="LiveId" clId="{7763A1DC-5781-4ED6-B9C8-E03987D0A106}" dt="2024-09-25T09:12:03.804" v="0"/>
          <ac:spMkLst>
            <pc:docMk/>
            <pc:sldMk cId="3867715285" sldId="474"/>
            <ac:spMk id="5" creationId="{00000000-0000-0000-0000-000000000000}"/>
          </ac:spMkLst>
        </pc:spChg>
        <pc:spChg chg="mod">
          <ac:chgData name="Garima Singhal" userId="bd23a5c7e7d7f8f6" providerId="LiveId" clId="{7763A1DC-5781-4ED6-B9C8-E03987D0A106}" dt="2024-09-25T09:12:03.804" v="0"/>
          <ac:spMkLst>
            <pc:docMk/>
            <pc:sldMk cId="3867715285" sldId="474"/>
            <ac:spMk id="7" creationId="{00000000-0000-0000-0000-000000000000}"/>
          </ac:spMkLst>
        </pc:spChg>
        <pc:picChg chg="mod">
          <ac:chgData name="Garima Singhal" userId="bd23a5c7e7d7f8f6" providerId="LiveId" clId="{7763A1DC-5781-4ED6-B9C8-E03987D0A106}" dt="2024-09-25T09:12:03.804" v="0"/>
          <ac:picMkLst>
            <pc:docMk/>
            <pc:sldMk cId="3867715285" sldId="474"/>
            <ac:picMk id="8" creationId="{00000000-0000-0000-0000-000000000000}"/>
          </ac:picMkLst>
        </pc:picChg>
      </pc:sldChg>
      <pc:sldChg chg="modSp">
        <pc:chgData name="Garima Singhal" userId="bd23a5c7e7d7f8f6" providerId="LiveId" clId="{7763A1DC-5781-4ED6-B9C8-E03987D0A106}" dt="2024-09-25T09:12:03.804" v="0"/>
        <pc:sldMkLst>
          <pc:docMk/>
          <pc:sldMk cId="2921909180" sldId="475"/>
        </pc:sldMkLst>
        <pc:spChg chg="mod">
          <ac:chgData name="Garima Singhal" userId="bd23a5c7e7d7f8f6" providerId="LiveId" clId="{7763A1DC-5781-4ED6-B9C8-E03987D0A106}" dt="2024-09-25T09:12:03.804" v="0"/>
          <ac:spMkLst>
            <pc:docMk/>
            <pc:sldMk cId="2921909180" sldId="475"/>
            <ac:spMk id="3" creationId="{00000000-0000-0000-0000-000000000000}"/>
          </ac:spMkLst>
        </pc:spChg>
        <pc:spChg chg="mod">
          <ac:chgData name="Garima Singhal" userId="bd23a5c7e7d7f8f6" providerId="LiveId" clId="{7763A1DC-5781-4ED6-B9C8-E03987D0A106}" dt="2024-09-25T09:12:03.804" v="0"/>
          <ac:spMkLst>
            <pc:docMk/>
            <pc:sldMk cId="2921909180" sldId="475"/>
            <ac:spMk id="5" creationId="{00000000-0000-0000-0000-000000000000}"/>
          </ac:spMkLst>
        </pc:spChg>
        <pc:spChg chg="mod">
          <ac:chgData name="Garima Singhal" userId="bd23a5c7e7d7f8f6" providerId="LiveId" clId="{7763A1DC-5781-4ED6-B9C8-E03987D0A106}" dt="2024-09-25T09:12:03.804" v="0"/>
          <ac:spMkLst>
            <pc:docMk/>
            <pc:sldMk cId="2921909180" sldId="475"/>
            <ac:spMk id="7" creationId="{00000000-0000-0000-0000-000000000000}"/>
          </ac:spMkLst>
        </pc:spChg>
        <pc:picChg chg="mod">
          <ac:chgData name="Garima Singhal" userId="bd23a5c7e7d7f8f6" providerId="LiveId" clId="{7763A1DC-5781-4ED6-B9C8-E03987D0A106}" dt="2024-09-25T09:12:03.804" v="0"/>
          <ac:picMkLst>
            <pc:docMk/>
            <pc:sldMk cId="2921909180" sldId="475"/>
            <ac:picMk id="8" creationId="{00000000-0000-0000-0000-000000000000}"/>
          </ac:picMkLst>
        </pc:picChg>
      </pc:sldChg>
      <pc:sldChg chg="modSp">
        <pc:chgData name="Garima Singhal" userId="bd23a5c7e7d7f8f6" providerId="LiveId" clId="{7763A1DC-5781-4ED6-B9C8-E03987D0A106}" dt="2024-09-25T09:12:03.804" v="0"/>
        <pc:sldMkLst>
          <pc:docMk/>
          <pc:sldMk cId="3246848209" sldId="476"/>
        </pc:sldMkLst>
        <pc:spChg chg="mod">
          <ac:chgData name="Garima Singhal" userId="bd23a5c7e7d7f8f6" providerId="LiveId" clId="{7763A1DC-5781-4ED6-B9C8-E03987D0A106}" dt="2024-09-25T09:12:03.804" v="0"/>
          <ac:spMkLst>
            <pc:docMk/>
            <pc:sldMk cId="3246848209" sldId="476"/>
            <ac:spMk id="3" creationId="{00000000-0000-0000-0000-000000000000}"/>
          </ac:spMkLst>
        </pc:spChg>
        <pc:spChg chg="mod">
          <ac:chgData name="Garima Singhal" userId="bd23a5c7e7d7f8f6" providerId="LiveId" clId="{7763A1DC-5781-4ED6-B9C8-E03987D0A106}" dt="2024-09-25T09:12:03.804" v="0"/>
          <ac:spMkLst>
            <pc:docMk/>
            <pc:sldMk cId="3246848209" sldId="476"/>
            <ac:spMk id="5" creationId="{00000000-0000-0000-0000-000000000000}"/>
          </ac:spMkLst>
        </pc:spChg>
        <pc:spChg chg="mod">
          <ac:chgData name="Garima Singhal" userId="bd23a5c7e7d7f8f6" providerId="LiveId" clId="{7763A1DC-5781-4ED6-B9C8-E03987D0A106}" dt="2024-09-25T09:12:03.804" v="0"/>
          <ac:spMkLst>
            <pc:docMk/>
            <pc:sldMk cId="3246848209" sldId="476"/>
            <ac:spMk id="7" creationId="{00000000-0000-0000-0000-000000000000}"/>
          </ac:spMkLst>
        </pc:spChg>
        <pc:picChg chg="mod">
          <ac:chgData name="Garima Singhal" userId="bd23a5c7e7d7f8f6" providerId="LiveId" clId="{7763A1DC-5781-4ED6-B9C8-E03987D0A106}" dt="2024-09-25T09:12:03.804" v="0"/>
          <ac:picMkLst>
            <pc:docMk/>
            <pc:sldMk cId="3246848209" sldId="476"/>
            <ac:picMk id="8" creationId="{00000000-0000-0000-0000-000000000000}"/>
          </ac:picMkLst>
        </pc:picChg>
      </pc:sldChg>
      <pc:sldChg chg="modSp">
        <pc:chgData name="Garima Singhal" userId="bd23a5c7e7d7f8f6" providerId="LiveId" clId="{7763A1DC-5781-4ED6-B9C8-E03987D0A106}" dt="2024-09-25T09:12:03.804" v="0"/>
        <pc:sldMkLst>
          <pc:docMk/>
          <pc:sldMk cId="623887259" sldId="477"/>
        </pc:sldMkLst>
        <pc:spChg chg="mod">
          <ac:chgData name="Garima Singhal" userId="bd23a5c7e7d7f8f6" providerId="LiveId" clId="{7763A1DC-5781-4ED6-B9C8-E03987D0A106}" dt="2024-09-25T09:12:03.804" v="0"/>
          <ac:spMkLst>
            <pc:docMk/>
            <pc:sldMk cId="623887259" sldId="477"/>
            <ac:spMk id="3" creationId="{00000000-0000-0000-0000-000000000000}"/>
          </ac:spMkLst>
        </pc:spChg>
        <pc:spChg chg="mod">
          <ac:chgData name="Garima Singhal" userId="bd23a5c7e7d7f8f6" providerId="LiveId" clId="{7763A1DC-5781-4ED6-B9C8-E03987D0A106}" dt="2024-09-25T09:12:03.804" v="0"/>
          <ac:spMkLst>
            <pc:docMk/>
            <pc:sldMk cId="623887259" sldId="477"/>
            <ac:spMk id="5" creationId="{00000000-0000-0000-0000-000000000000}"/>
          </ac:spMkLst>
        </pc:spChg>
        <pc:spChg chg="mod">
          <ac:chgData name="Garima Singhal" userId="bd23a5c7e7d7f8f6" providerId="LiveId" clId="{7763A1DC-5781-4ED6-B9C8-E03987D0A106}" dt="2024-09-25T09:12:03.804" v="0"/>
          <ac:spMkLst>
            <pc:docMk/>
            <pc:sldMk cId="623887259" sldId="477"/>
            <ac:spMk id="7" creationId="{00000000-0000-0000-0000-000000000000}"/>
          </ac:spMkLst>
        </pc:spChg>
        <pc:picChg chg="mod">
          <ac:chgData name="Garima Singhal" userId="bd23a5c7e7d7f8f6" providerId="LiveId" clId="{7763A1DC-5781-4ED6-B9C8-E03987D0A106}" dt="2024-09-25T09:12:03.804" v="0"/>
          <ac:picMkLst>
            <pc:docMk/>
            <pc:sldMk cId="623887259" sldId="477"/>
            <ac:picMk id="8" creationId="{00000000-0000-0000-0000-000000000000}"/>
          </ac:picMkLst>
        </pc:picChg>
      </pc:sldChg>
      <pc:sldChg chg="modSp">
        <pc:chgData name="Garima Singhal" userId="bd23a5c7e7d7f8f6" providerId="LiveId" clId="{7763A1DC-5781-4ED6-B9C8-E03987D0A106}" dt="2024-09-25T09:12:03.804" v="0"/>
        <pc:sldMkLst>
          <pc:docMk/>
          <pc:sldMk cId="3094477024" sldId="479"/>
        </pc:sldMkLst>
        <pc:spChg chg="mod">
          <ac:chgData name="Garima Singhal" userId="bd23a5c7e7d7f8f6" providerId="LiveId" clId="{7763A1DC-5781-4ED6-B9C8-E03987D0A106}" dt="2024-09-25T09:12:03.804" v="0"/>
          <ac:spMkLst>
            <pc:docMk/>
            <pc:sldMk cId="3094477024" sldId="479"/>
            <ac:spMk id="3" creationId="{00000000-0000-0000-0000-000000000000}"/>
          </ac:spMkLst>
        </pc:spChg>
        <pc:spChg chg="mod">
          <ac:chgData name="Garima Singhal" userId="bd23a5c7e7d7f8f6" providerId="LiveId" clId="{7763A1DC-5781-4ED6-B9C8-E03987D0A106}" dt="2024-09-25T09:12:03.804" v="0"/>
          <ac:spMkLst>
            <pc:docMk/>
            <pc:sldMk cId="3094477024" sldId="479"/>
            <ac:spMk id="5" creationId="{00000000-0000-0000-0000-000000000000}"/>
          </ac:spMkLst>
        </pc:spChg>
        <pc:spChg chg="mod">
          <ac:chgData name="Garima Singhal" userId="bd23a5c7e7d7f8f6" providerId="LiveId" clId="{7763A1DC-5781-4ED6-B9C8-E03987D0A106}" dt="2024-09-25T09:12:03.804" v="0"/>
          <ac:spMkLst>
            <pc:docMk/>
            <pc:sldMk cId="3094477024" sldId="479"/>
            <ac:spMk id="7" creationId="{00000000-0000-0000-0000-000000000000}"/>
          </ac:spMkLst>
        </pc:spChg>
        <pc:picChg chg="mod">
          <ac:chgData name="Garima Singhal" userId="bd23a5c7e7d7f8f6" providerId="LiveId" clId="{7763A1DC-5781-4ED6-B9C8-E03987D0A106}" dt="2024-09-25T09:12:03.804" v="0"/>
          <ac:picMkLst>
            <pc:docMk/>
            <pc:sldMk cId="3094477024" sldId="479"/>
            <ac:picMk id="8" creationId="{00000000-0000-0000-0000-000000000000}"/>
          </ac:picMkLst>
        </pc:picChg>
      </pc:sldChg>
      <pc:sldChg chg="modSp">
        <pc:chgData name="Garima Singhal" userId="bd23a5c7e7d7f8f6" providerId="LiveId" clId="{7763A1DC-5781-4ED6-B9C8-E03987D0A106}" dt="2024-09-25T09:12:03.804" v="0"/>
        <pc:sldMkLst>
          <pc:docMk/>
          <pc:sldMk cId="1360529431" sldId="480"/>
        </pc:sldMkLst>
        <pc:spChg chg="mod">
          <ac:chgData name="Garima Singhal" userId="bd23a5c7e7d7f8f6" providerId="LiveId" clId="{7763A1DC-5781-4ED6-B9C8-E03987D0A106}" dt="2024-09-25T09:12:03.804" v="0"/>
          <ac:spMkLst>
            <pc:docMk/>
            <pc:sldMk cId="1360529431" sldId="480"/>
            <ac:spMk id="3" creationId="{00000000-0000-0000-0000-000000000000}"/>
          </ac:spMkLst>
        </pc:spChg>
        <pc:spChg chg="mod">
          <ac:chgData name="Garima Singhal" userId="bd23a5c7e7d7f8f6" providerId="LiveId" clId="{7763A1DC-5781-4ED6-B9C8-E03987D0A106}" dt="2024-09-25T09:12:03.804" v="0"/>
          <ac:spMkLst>
            <pc:docMk/>
            <pc:sldMk cId="1360529431" sldId="480"/>
            <ac:spMk id="5" creationId="{00000000-0000-0000-0000-000000000000}"/>
          </ac:spMkLst>
        </pc:spChg>
        <pc:spChg chg="mod">
          <ac:chgData name="Garima Singhal" userId="bd23a5c7e7d7f8f6" providerId="LiveId" clId="{7763A1DC-5781-4ED6-B9C8-E03987D0A106}" dt="2024-09-25T09:12:03.804" v="0"/>
          <ac:spMkLst>
            <pc:docMk/>
            <pc:sldMk cId="1360529431" sldId="480"/>
            <ac:spMk id="7" creationId="{00000000-0000-0000-0000-000000000000}"/>
          </ac:spMkLst>
        </pc:spChg>
        <pc:picChg chg="mod">
          <ac:chgData name="Garima Singhal" userId="bd23a5c7e7d7f8f6" providerId="LiveId" clId="{7763A1DC-5781-4ED6-B9C8-E03987D0A106}" dt="2024-09-25T09:12:03.804" v="0"/>
          <ac:picMkLst>
            <pc:docMk/>
            <pc:sldMk cId="1360529431" sldId="480"/>
            <ac:picMk id="8" creationId="{00000000-0000-0000-0000-000000000000}"/>
          </ac:picMkLst>
        </pc:picChg>
      </pc:sldChg>
      <pc:sldChg chg="modSp">
        <pc:chgData name="Garima Singhal" userId="bd23a5c7e7d7f8f6" providerId="LiveId" clId="{7763A1DC-5781-4ED6-B9C8-E03987D0A106}" dt="2024-09-25T09:12:03.804" v="0"/>
        <pc:sldMkLst>
          <pc:docMk/>
          <pc:sldMk cId="1286235760" sldId="481"/>
        </pc:sldMkLst>
        <pc:spChg chg="mod">
          <ac:chgData name="Garima Singhal" userId="bd23a5c7e7d7f8f6" providerId="LiveId" clId="{7763A1DC-5781-4ED6-B9C8-E03987D0A106}" dt="2024-09-25T09:12:03.804" v="0"/>
          <ac:spMkLst>
            <pc:docMk/>
            <pc:sldMk cId="1286235760" sldId="481"/>
            <ac:spMk id="3" creationId="{00000000-0000-0000-0000-000000000000}"/>
          </ac:spMkLst>
        </pc:spChg>
        <pc:spChg chg="mod">
          <ac:chgData name="Garima Singhal" userId="bd23a5c7e7d7f8f6" providerId="LiveId" clId="{7763A1DC-5781-4ED6-B9C8-E03987D0A106}" dt="2024-09-25T09:12:03.804" v="0"/>
          <ac:spMkLst>
            <pc:docMk/>
            <pc:sldMk cId="1286235760" sldId="481"/>
            <ac:spMk id="5" creationId="{00000000-0000-0000-0000-000000000000}"/>
          </ac:spMkLst>
        </pc:spChg>
        <pc:spChg chg="mod">
          <ac:chgData name="Garima Singhal" userId="bd23a5c7e7d7f8f6" providerId="LiveId" clId="{7763A1DC-5781-4ED6-B9C8-E03987D0A106}" dt="2024-09-25T09:12:03.804" v="0"/>
          <ac:spMkLst>
            <pc:docMk/>
            <pc:sldMk cId="1286235760" sldId="481"/>
            <ac:spMk id="7" creationId="{00000000-0000-0000-0000-000000000000}"/>
          </ac:spMkLst>
        </pc:spChg>
        <pc:picChg chg="mod">
          <ac:chgData name="Garima Singhal" userId="bd23a5c7e7d7f8f6" providerId="LiveId" clId="{7763A1DC-5781-4ED6-B9C8-E03987D0A106}" dt="2024-09-25T09:12:03.804" v="0"/>
          <ac:picMkLst>
            <pc:docMk/>
            <pc:sldMk cId="1286235760" sldId="481"/>
            <ac:picMk id="8" creationId="{00000000-0000-0000-0000-000000000000}"/>
          </ac:picMkLst>
        </pc:picChg>
      </pc:sldChg>
      <pc:sldChg chg="modSp modNotes">
        <pc:chgData name="Garima Singhal" userId="bd23a5c7e7d7f8f6" providerId="LiveId" clId="{7763A1DC-5781-4ED6-B9C8-E03987D0A106}" dt="2024-09-25T09:12:03.804" v="0"/>
        <pc:sldMkLst>
          <pc:docMk/>
          <pc:sldMk cId="3069626075" sldId="482"/>
        </pc:sldMkLst>
        <pc:spChg chg="mod">
          <ac:chgData name="Garima Singhal" userId="bd23a5c7e7d7f8f6" providerId="LiveId" clId="{7763A1DC-5781-4ED6-B9C8-E03987D0A106}" dt="2024-09-25T09:12:03.804" v="0"/>
          <ac:spMkLst>
            <pc:docMk/>
            <pc:sldMk cId="3069626075" sldId="482"/>
            <ac:spMk id="3" creationId="{00000000-0000-0000-0000-000000000000}"/>
          </ac:spMkLst>
        </pc:spChg>
        <pc:spChg chg="mod">
          <ac:chgData name="Garima Singhal" userId="bd23a5c7e7d7f8f6" providerId="LiveId" clId="{7763A1DC-5781-4ED6-B9C8-E03987D0A106}" dt="2024-09-25T09:12:03.804" v="0"/>
          <ac:spMkLst>
            <pc:docMk/>
            <pc:sldMk cId="3069626075" sldId="482"/>
            <ac:spMk id="8" creationId="{00000000-0000-0000-0000-000000000000}"/>
          </ac:spMkLst>
        </pc:spChg>
        <pc:spChg chg="mod">
          <ac:chgData name="Garima Singhal" userId="bd23a5c7e7d7f8f6" providerId="LiveId" clId="{7763A1DC-5781-4ED6-B9C8-E03987D0A106}" dt="2024-09-25T09:12:03.804" v="0"/>
          <ac:spMkLst>
            <pc:docMk/>
            <pc:sldMk cId="3069626075" sldId="482"/>
            <ac:spMk id="11" creationId="{00000000-0000-0000-0000-000000000000}"/>
          </ac:spMkLst>
        </pc:spChg>
        <pc:picChg chg="mod">
          <ac:chgData name="Garima Singhal" userId="bd23a5c7e7d7f8f6" providerId="LiveId" clId="{7763A1DC-5781-4ED6-B9C8-E03987D0A106}" dt="2024-09-25T09:12:03.804" v="0"/>
          <ac:picMkLst>
            <pc:docMk/>
            <pc:sldMk cId="3069626075" sldId="482"/>
            <ac:picMk id="9" creationId="{00000000-0000-0000-0000-000000000000}"/>
          </ac:picMkLst>
        </pc:picChg>
      </pc:sldChg>
      <pc:sldChg chg="modSp modNotes">
        <pc:chgData name="Garima Singhal" userId="bd23a5c7e7d7f8f6" providerId="LiveId" clId="{7763A1DC-5781-4ED6-B9C8-E03987D0A106}" dt="2024-09-25T09:12:03.804" v="0"/>
        <pc:sldMkLst>
          <pc:docMk/>
          <pc:sldMk cId="637156681" sldId="483"/>
        </pc:sldMkLst>
        <pc:spChg chg="mod">
          <ac:chgData name="Garima Singhal" userId="bd23a5c7e7d7f8f6" providerId="LiveId" clId="{7763A1DC-5781-4ED6-B9C8-E03987D0A106}" dt="2024-09-25T09:12:03.804" v="0"/>
          <ac:spMkLst>
            <pc:docMk/>
            <pc:sldMk cId="637156681" sldId="483"/>
            <ac:spMk id="3" creationId="{00000000-0000-0000-0000-000000000000}"/>
          </ac:spMkLst>
        </pc:spChg>
        <pc:spChg chg="mod">
          <ac:chgData name="Garima Singhal" userId="bd23a5c7e7d7f8f6" providerId="LiveId" clId="{7763A1DC-5781-4ED6-B9C8-E03987D0A106}" dt="2024-09-25T09:12:03.804" v="0"/>
          <ac:spMkLst>
            <pc:docMk/>
            <pc:sldMk cId="637156681" sldId="483"/>
            <ac:spMk id="8" creationId="{00000000-0000-0000-0000-000000000000}"/>
          </ac:spMkLst>
        </pc:spChg>
        <pc:spChg chg="mod">
          <ac:chgData name="Garima Singhal" userId="bd23a5c7e7d7f8f6" providerId="LiveId" clId="{7763A1DC-5781-4ED6-B9C8-E03987D0A106}" dt="2024-09-25T09:12:03.804" v="0"/>
          <ac:spMkLst>
            <pc:docMk/>
            <pc:sldMk cId="637156681" sldId="483"/>
            <ac:spMk id="11" creationId="{00000000-0000-0000-0000-000000000000}"/>
          </ac:spMkLst>
        </pc:spChg>
        <pc:picChg chg="mod">
          <ac:chgData name="Garima Singhal" userId="bd23a5c7e7d7f8f6" providerId="LiveId" clId="{7763A1DC-5781-4ED6-B9C8-E03987D0A106}" dt="2024-09-25T09:12:03.804" v="0"/>
          <ac:picMkLst>
            <pc:docMk/>
            <pc:sldMk cId="637156681" sldId="483"/>
            <ac:picMk id="9" creationId="{00000000-0000-0000-0000-000000000000}"/>
          </ac:picMkLst>
        </pc:picChg>
      </pc:sldChg>
      <pc:sldChg chg="modSp modNotes">
        <pc:chgData name="Garima Singhal" userId="bd23a5c7e7d7f8f6" providerId="LiveId" clId="{7763A1DC-5781-4ED6-B9C8-E03987D0A106}" dt="2024-09-25T09:12:03.804" v="0"/>
        <pc:sldMkLst>
          <pc:docMk/>
          <pc:sldMk cId="1291386068" sldId="484"/>
        </pc:sldMkLst>
        <pc:spChg chg="mod">
          <ac:chgData name="Garima Singhal" userId="bd23a5c7e7d7f8f6" providerId="LiveId" clId="{7763A1DC-5781-4ED6-B9C8-E03987D0A106}" dt="2024-09-25T09:12:03.804" v="0"/>
          <ac:spMkLst>
            <pc:docMk/>
            <pc:sldMk cId="1291386068" sldId="484"/>
            <ac:spMk id="3" creationId="{00000000-0000-0000-0000-000000000000}"/>
          </ac:spMkLst>
        </pc:spChg>
        <pc:spChg chg="mod">
          <ac:chgData name="Garima Singhal" userId="bd23a5c7e7d7f8f6" providerId="LiveId" clId="{7763A1DC-5781-4ED6-B9C8-E03987D0A106}" dt="2024-09-25T09:12:03.804" v="0"/>
          <ac:spMkLst>
            <pc:docMk/>
            <pc:sldMk cId="1291386068" sldId="484"/>
            <ac:spMk id="8" creationId="{00000000-0000-0000-0000-000000000000}"/>
          </ac:spMkLst>
        </pc:spChg>
        <pc:spChg chg="mod">
          <ac:chgData name="Garima Singhal" userId="bd23a5c7e7d7f8f6" providerId="LiveId" clId="{7763A1DC-5781-4ED6-B9C8-E03987D0A106}" dt="2024-09-25T09:12:03.804" v="0"/>
          <ac:spMkLst>
            <pc:docMk/>
            <pc:sldMk cId="1291386068" sldId="484"/>
            <ac:spMk id="11" creationId="{00000000-0000-0000-0000-000000000000}"/>
          </ac:spMkLst>
        </pc:spChg>
        <pc:picChg chg="mod">
          <ac:chgData name="Garima Singhal" userId="bd23a5c7e7d7f8f6" providerId="LiveId" clId="{7763A1DC-5781-4ED6-B9C8-E03987D0A106}" dt="2024-09-25T09:12:03.804" v="0"/>
          <ac:picMkLst>
            <pc:docMk/>
            <pc:sldMk cId="1291386068" sldId="484"/>
            <ac:picMk id="9" creationId="{00000000-0000-0000-0000-000000000000}"/>
          </ac:picMkLst>
        </pc:picChg>
      </pc:sldChg>
      <pc:sldChg chg="modSp">
        <pc:chgData name="Garima Singhal" userId="bd23a5c7e7d7f8f6" providerId="LiveId" clId="{7763A1DC-5781-4ED6-B9C8-E03987D0A106}" dt="2024-09-25T09:12:03.804" v="0"/>
        <pc:sldMkLst>
          <pc:docMk/>
          <pc:sldMk cId="3398521056" sldId="485"/>
        </pc:sldMkLst>
        <pc:spChg chg="mod">
          <ac:chgData name="Garima Singhal" userId="bd23a5c7e7d7f8f6" providerId="LiveId" clId="{7763A1DC-5781-4ED6-B9C8-E03987D0A106}" dt="2024-09-25T09:12:03.804" v="0"/>
          <ac:spMkLst>
            <pc:docMk/>
            <pc:sldMk cId="3398521056" sldId="485"/>
            <ac:spMk id="3" creationId="{00000000-0000-0000-0000-000000000000}"/>
          </ac:spMkLst>
        </pc:spChg>
        <pc:spChg chg="mod">
          <ac:chgData name="Garima Singhal" userId="bd23a5c7e7d7f8f6" providerId="LiveId" clId="{7763A1DC-5781-4ED6-B9C8-E03987D0A106}" dt="2024-09-25T09:12:03.804" v="0"/>
          <ac:spMkLst>
            <pc:docMk/>
            <pc:sldMk cId="3398521056" sldId="485"/>
            <ac:spMk id="5" creationId="{00000000-0000-0000-0000-000000000000}"/>
          </ac:spMkLst>
        </pc:spChg>
        <pc:spChg chg="mod">
          <ac:chgData name="Garima Singhal" userId="bd23a5c7e7d7f8f6" providerId="LiveId" clId="{7763A1DC-5781-4ED6-B9C8-E03987D0A106}" dt="2024-09-25T09:12:03.804" v="0"/>
          <ac:spMkLst>
            <pc:docMk/>
            <pc:sldMk cId="3398521056" sldId="485"/>
            <ac:spMk id="7" creationId="{00000000-0000-0000-0000-000000000000}"/>
          </ac:spMkLst>
        </pc:spChg>
        <pc:picChg chg="mod">
          <ac:chgData name="Garima Singhal" userId="bd23a5c7e7d7f8f6" providerId="LiveId" clId="{7763A1DC-5781-4ED6-B9C8-E03987D0A106}" dt="2024-09-25T09:12:03.804" v="0"/>
          <ac:picMkLst>
            <pc:docMk/>
            <pc:sldMk cId="3398521056" sldId="485"/>
            <ac:picMk id="8" creationId="{00000000-0000-0000-0000-000000000000}"/>
          </ac:picMkLst>
        </pc:picChg>
      </pc:sldChg>
      <pc:sldChg chg="modSp">
        <pc:chgData name="Garima Singhal" userId="bd23a5c7e7d7f8f6" providerId="LiveId" clId="{7763A1DC-5781-4ED6-B9C8-E03987D0A106}" dt="2024-09-25T09:12:03.804" v="0"/>
        <pc:sldMkLst>
          <pc:docMk/>
          <pc:sldMk cId="1335496950" sldId="486"/>
        </pc:sldMkLst>
        <pc:spChg chg="mod">
          <ac:chgData name="Garima Singhal" userId="bd23a5c7e7d7f8f6" providerId="LiveId" clId="{7763A1DC-5781-4ED6-B9C8-E03987D0A106}" dt="2024-09-25T09:12:03.804" v="0"/>
          <ac:spMkLst>
            <pc:docMk/>
            <pc:sldMk cId="1335496950" sldId="486"/>
            <ac:spMk id="3" creationId="{00000000-0000-0000-0000-000000000000}"/>
          </ac:spMkLst>
        </pc:spChg>
        <pc:spChg chg="mod">
          <ac:chgData name="Garima Singhal" userId="bd23a5c7e7d7f8f6" providerId="LiveId" clId="{7763A1DC-5781-4ED6-B9C8-E03987D0A106}" dt="2024-09-25T09:12:03.804" v="0"/>
          <ac:spMkLst>
            <pc:docMk/>
            <pc:sldMk cId="1335496950" sldId="486"/>
            <ac:spMk id="5" creationId="{00000000-0000-0000-0000-000000000000}"/>
          </ac:spMkLst>
        </pc:spChg>
        <pc:spChg chg="mod">
          <ac:chgData name="Garima Singhal" userId="bd23a5c7e7d7f8f6" providerId="LiveId" clId="{7763A1DC-5781-4ED6-B9C8-E03987D0A106}" dt="2024-09-25T09:12:03.804" v="0"/>
          <ac:spMkLst>
            <pc:docMk/>
            <pc:sldMk cId="1335496950" sldId="486"/>
            <ac:spMk id="7" creationId="{00000000-0000-0000-0000-000000000000}"/>
          </ac:spMkLst>
        </pc:spChg>
        <pc:picChg chg="mod">
          <ac:chgData name="Garima Singhal" userId="bd23a5c7e7d7f8f6" providerId="LiveId" clId="{7763A1DC-5781-4ED6-B9C8-E03987D0A106}" dt="2024-09-25T09:12:03.804" v="0"/>
          <ac:picMkLst>
            <pc:docMk/>
            <pc:sldMk cId="1335496950" sldId="486"/>
            <ac:picMk id="8" creationId="{00000000-0000-0000-0000-000000000000}"/>
          </ac:picMkLst>
        </pc:picChg>
      </pc:sldChg>
      <pc:sldChg chg="modSp mod">
        <pc:chgData name="Garima Singhal" userId="bd23a5c7e7d7f8f6" providerId="LiveId" clId="{7763A1DC-5781-4ED6-B9C8-E03987D0A106}" dt="2024-09-25T09:17:01.296" v="181" actId="27636"/>
        <pc:sldMkLst>
          <pc:docMk/>
          <pc:sldMk cId="3093810439" sldId="487"/>
        </pc:sldMkLst>
        <pc:spChg chg="mod">
          <ac:chgData name="Garima Singhal" userId="bd23a5c7e7d7f8f6" providerId="LiveId" clId="{7763A1DC-5781-4ED6-B9C8-E03987D0A106}" dt="2024-09-25T09:17:01.296" v="181" actId="27636"/>
          <ac:spMkLst>
            <pc:docMk/>
            <pc:sldMk cId="3093810439" sldId="487"/>
            <ac:spMk id="3" creationId="{00000000-0000-0000-0000-000000000000}"/>
          </ac:spMkLst>
        </pc:spChg>
        <pc:spChg chg="mod">
          <ac:chgData name="Garima Singhal" userId="bd23a5c7e7d7f8f6" providerId="LiveId" clId="{7763A1DC-5781-4ED6-B9C8-E03987D0A106}" dt="2024-09-25T09:12:03.804" v="0"/>
          <ac:spMkLst>
            <pc:docMk/>
            <pc:sldMk cId="3093810439" sldId="487"/>
            <ac:spMk id="5" creationId="{00000000-0000-0000-0000-000000000000}"/>
          </ac:spMkLst>
        </pc:spChg>
        <pc:spChg chg="mod">
          <ac:chgData name="Garima Singhal" userId="bd23a5c7e7d7f8f6" providerId="LiveId" clId="{7763A1DC-5781-4ED6-B9C8-E03987D0A106}" dt="2024-09-25T09:12:03.804" v="0"/>
          <ac:spMkLst>
            <pc:docMk/>
            <pc:sldMk cId="3093810439" sldId="487"/>
            <ac:spMk id="7" creationId="{00000000-0000-0000-0000-000000000000}"/>
          </ac:spMkLst>
        </pc:spChg>
        <pc:picChg chg="mod">
          <ac:chgData name="Garima Singhal" userId="bd23a5c7e7d7f8f6" providerId="LiveId" clId="{7763A1DC-5781-4ED6-B9C8-E03987D0A106}" dt="2024-09-25T09:12:03.804" v="0"/>
          <ac:picMkLst>
            <pc:docMk/>
            <pc:sldMk cId="3093810439" sldId="487"/>
            <ac:picMk id="8" creationId="{00000000-0000-0000-0000-000000000000}"/>
          </ac:picMkLst>
        </pc:picChg>
      </pc:sldChg>
      <pc:sldChg chg="modSp mod">
        <pc:chgData name="Garima Singhal" userId="bd23a5c7e7d7f8f6" providerId="LiveId" clId="{7763A1DC-5781-4ED6-B9C8-E03987D0A106}" dt="2024-09-25T09:17:01.350" v="182" actId="27636"/>
        <pc:sldMkLst>
          <pc:docMk/>
          <pc:sldMk cId="877982264" sldId="488"/>
        </pc:sldMkLst>
        <pc:spChg chg="mod">
          <ac:chgData name="Garima Singhal" userId="bd23a5c7e7d7f8f6" providerId="LiveId" clId="{7763A1DC-5781-4ED6-B9C8-E03987D0A106}" dt="2024-09-25T09:17:01.350" v="182" actId="27636"/>
          <ac:spMkLst>
            <pc:docMk/>
            <pc:sldMk cId="877982264" sldId="488"/>
            <ac:spMk id="3" creationId="{00000000-0000-0000-0000-000000000000}"/>
          </ac:spMkLst>
        </pc:spChg>
        <pc:spChg chg="mod">
          <ac:chgData name="Garima Singhal" userId="bd23a5c7e7d7f8f6" providerId="LiveId" clId="{7763A1DC-5781-4ED6-B9C8-E03987D0A106}" dt="2024-09-25T09:12:03.804" v="0"/>
          <ac:spMkLst>
            <pc:docMk/>
            <pc:sldMk cId="877982264" sldId="488"/>
            <ac:spMk id="5" creationId="{00000000-0000-0000-0000-000000000000}"/>
          </ac:spMkLst>
        </pc:spChg>
        <pc:spChg chg="mod">
          <ac:chgData name="Garima Singhal" userId="bd23a5c7e7d7f8f6" providerId="LiveId" clId="{7763A1DC-5781-4ED6-B9C8-E03987D0A106}" dt="2024-09-25T09:12:03.804" v="0"/>
          <ac:spMkLst>
            <pc:docMk/>
            <pc:sldMk cId="877982264" sldId="488"/>
            <ac:spMk id="7" creationId="{00000000-0000-0000-0000-000000000000}"/>
          </ac:spMkLst>
        </pc:spChg>
        <pc:picChg chg="mod">
          <ac:chgData name="Garima Singhal" userId="bd23a5c7e7d7f8f6" providerId="LiveId" clId="{7763A1DC-5781-4ED6-B9C8-E03987D0A106}" dt="2024-09-25T09:12:03.804" v="0"/>
          <ac:picMkLst>
            <pc:docMk/>
            <pc:sldMk cId="877982264" sldId="488"/>
            <ac:picMk id="8" creationId="{00000000-0000-0000-0000-000000000000}"/>
          </ac:picMkLst>
        </pc:picChg>
      </pc:sldChg>
      <pc:sldChg chg="modSp">
        <pc:chgData name="Garima Singhal" userId="bd23a5c7e7d7f8f6" providerId="LiveId" clId="{7763A1DC-5781-4ED6-B9C8-E03987D0A106}" dt="2024-09-25T09:12:03.804" v="0"/>
        <pc:sldMkLst>
          <pc:docMk/>
          <pc:sldMk cId="1597917915" sldId="489"/>
        </pc:sldMkLst>
        <pc:spChg chg="mod">
          <ac:chgData name="Garima Singhal" userId="bd23a5c7e7d7f8f6" providerId="LiveId" clId="{7763A1DC-5781-4ED6-B9C8-E03987D0A106}" dt="2024-09-25T09:12:03.804" v="0"/>
          <ac:spMkLst>
            <pc:docMk/>
            <pc:sldMk cId="1597917915" sldId="489"/>
            <ac:spMk id="3" creationId="{00000000-0000-0000-0000-000000000000}"/>
          </ac:spMkLst>
        </pc:spChg>
        <pc:spChg chg="mod">
          <ac:chgData name="Garima Singhal" userId="bd23a5c7e7d7f8f6" providerId="LiveId" clId="{7763A1DC-5781-4ED6-B9C8-E03987D0A106}" dt="2024-09-25T09:12:03.804" v="0"/>
          <ac:spMkLst>
            <pc:docMk/>
            <pc:sldMk cId="1597917915" sldId="489"/>
            <ac:spMk id="5" creationId="{00000000-0000-0000-0000-000000000000}"/>
          </ac:spMkLst>
        </pc:spChg>
        <pc:spChg chg="mod">
          <ac:chgData name="Garima Singhal" userId="bd23a5c7e7d7f8f6" providerId="LiveId" clId="{7763A1DC-5781-4ED6-B9C8-E03987D0A106}" dt="2024-09-25T09:12:03.804" v="0"/>
          <ac:spMkLst>
            <pc:docMk/>
            <pc:sldMk cId="1597917915" sldId="489"/>
            <ac:spMk id="7" creationId="{00000000-0000-0000-0000-000000000000}"/>
          </ac:spMkLst>
        </pc:spChg>
        <pc:picChg chg="mod">
          <ac:chgData name="Garima Singhal" userId="bd23a5c7e7d7f8f6" providerId="LiveId" clId="{7763A1DC-5781-4ED6-B9C8-E03987D0A106}" dt="2024-09-25T09:12:03.804" v="0"/>
          <ac:picMkLst>
            <pc:docMk/>
            <pc:sldMk cId="1597917915" sldId="489"/>
            <ac:picMk id="8" creationId="{00000000-0000-0000-0000-000000000000}"/>
          </ac:picMkLst>
        </pc:picChg>
      </pc:sldChg>
      <pc:sldChg chg="modSp">
        <pc:chgData name="Garima Singhal" userId="bd23a5c7e7d7f8f6" providerId="LiveId" clId="{7763A1DC-5781-4ED6-B9C8-E03987D0A106}" dt="2024-09-25T09:12:03.804" v="0"/>
        <pc:sldMkLst>
          <pc:docMk/>
          <pc:sldMk cId="1822152740" sldId="490"/>
        </pc:sldMkLst>
        <pc:spChg chg="mod">
          <ac:chgData name="Garima Singhal" userId="bd23a5c7e7d7f8f6" providerId="LiveId" clId="{7763A1DC-5781-4ED6-B9C8-E03987D0A106}" dt="2024-09-25T09:12:03.804" v="0"/>
          <ac:spMkLst>
            <pc:docMk/>
            <pc:sldMk cId="1822152740" sldId="490"/>
            <ac:spMk id="3" creationId="{00000000-0000-0000-0000-000000000000}"/>
          </ac:spMkLst>
        </pc:spChg>
        <pc:spChg chg="mod">
          <ac:chgData name="Garima Singhal" userId="bd23a5c7e7d7f8f6" providerId="LiveId" clId="{7763A1DC-5781-4ED6-B9C8-E03987D0A106}" dt="2024-09-25T09:12:03.804" v="0"/>
          <ac:spMkLst>
            <pc:docMk/>
            <pc:sldMk cId="1822152740" sldId="490"/>
            <ac:spMk id="5" creationId="{00000000-0000-0000-0000-000000000000}"/>
          </ac:spMkLst>
        </pc:spChg>
        <pc:spChg chg="mod">
          <ac:chgData name="Garima Singhal" userId="bd23a5c7e7d7f8f6" providerId="LiveId" clId="{7763A1DC-5781-4ED6-B9C8-E03987D0A106}" dt="2024-09-25T09:12:03.804" v="0"/>
          <ac:spMkLst>
            <pc:docMk/>
            <pc:sldMk cId="1822152740" sldId="490"/>
            <ac:spMk id="7" creationId="{00000000-0000-0000-0000-000000000000}"/>
          </ac:spMkLst>
        </pc:spChg>
        <pc:picChg chg="mod">
          <ac:chgData name="Garima Singhal" userId="bd23a5c7e7d7f8f6" providerId="LiveId" clId="{7763A1DC-5781-4ED6-B9C8-E03987D0A106}" dt="2024-09-25T09:12:03.804" v="0"/>
          <ac:picMkLst>
            <pc:docMk/>
            <pc:sldMk cId="1822152740" sldId="490"/>
            <ac:picMk id="8" creationId="{00000000-0000-0000-0000-000000000000}"/>
          </ac:picMkLst>
        </pc:picChg>
      </pc:sldChg>
      <pc:sldChg chg="modSp">
        <pc:chgData name="Garima Singhal" userId="bd23a5c7e7d7f8f6" providerId="LiveId" clId="{7763A1DC-5781-4ED6-B9C8-E03987D0A106}" dt="2024-09-25T09:12:03.804" v="0"/>
        <pc:sldMkLst>
          <pc:docMk/>
          <pc:sldMk cId="499751809" sldId="491"/>
        </pc:sldMkLst>
        <pc:spChg chg="mod">
          <ac:chgData name="Garima Singhal" userId="bd23a5c7e7d7f8f6" providerId="LiveId" clId="{7763A1DC-5781-4ED6-B9C8-E03987D0A106}" dt="2024-09-25T09:12:03.804" v="0"/>
          <ac:spMkLst>
            <pc:docMk/>
            <pc:sldMk cId="499751809" sldId="491"/>
            <ac:spMk id="3" creationId="{00000000-0000-0000-0000-000000000000}"/>
          </ac:spMkLst>
        </pc:spChg>
        <pc:spChg chg="mod">
          <ac:chgData name="Garima Singhal" userId="bd23a5c7e7d7f8f6" providerId="LiveId" clId="{7763A1DC-5781-4ED6-B9C8-E03987D0A106}" dt="2024-09-25T09:12:03.804" v="0"/>
          <ac:spMkLst>
            <pc:docMk/>
            <pc:sldMk cId="499751809" sldId="491"/>
            <ac:spMk id="5" creationId="{00000000-0000-0000-0000-000000000000}"/>
          </ac:spMkLst>
        </pc:spChg>
        <pc:spChg chg="mod">
          <ac:chgData name="Garima Singhal" userId="bd23a5c7e7d7f8f6" providerId="LiveId" clId="{7763A1DC-5781-4ED6-B9C8-E03987D0A106}" dt="2024-09-25T09:12:03.804" v="0"/>
          <ac:spMkLst>
            <pc:docMk/>
            <pc:sldMk cId="499751809" sldId="491"/>
            <ac:spMk id="7" creationId="{00000000-0000-0000-0000-000000000000}"/>
          </ac:spMkLst>
        </pc:spChg>
        <pc:picChg chg="mod">
          <ac:chgData name="Garima Singhal" userId="bd23a5c7e7d7f8f6" providerId="LiveId" clId="{7763A1DC-5781-4ED6-B9C8-E03987D0A106}" dt="2024-09-25T09:12:03.804" v="0"/>
          <ac:picMkLst>
            <pc:docMk/>
            <pc:sldMk cId="499751809" sldId="491"/>
            <ac:picMk id="8" creationId="{00000000-0000-0000-0000-000000000000}"/>
          </ac:picMkLst>
        </pc:picChg>
      </pc:sldChg>
      <pc:sldChg chg="modSp">
        <pc:chgData name="Garima Singhal" userId="bd23a5c7e7d7f8f6" providerId="LiveId" clId="{7763A1DC-5781-4ED6-B9C8-E03987D0A106}" dt="2024-09-25T09:12:03.804" v="0"/>
        <pc:sldMkLst>
          <pc:docMk/>
          <pc:sldMk cId="1593313226" sldId="492"/>
        </pc:sldMkLst>
        <pc:spChg chg="mod">
          <ac:chgData name="Garima Singhal" userId="bd23a5c7e7d7f8f6" providerId="LiveId" clId="{7763A1DC-5781-4ED6-B9C8-E03987D0A106}" dt="2024-09-25T09:12:03.804" v="0"/>
          <ac:spMkLst>
            <pc:docMk/>
            <pc:sldMk cId="1593313226" sldId="492"/>
            <ac:spMk id="3" creationId="{00000000-0000-0000-0000-000000000000}"/>
          </ac:spMkLst>
        </pc:spChg>
        <pc:spChg chg="mod">
          <ac:chgData name="Garima Singhal" userId="bd23a5c7e7d7f8f6" providerId="LiveId" clId="{7763A1DC-5781-4ED6-B9C8-E03987D0A106}" dt="2024-09-25T09:12:03.804" v="0"/>
          <ac:spMkLst>
            <pc:docMk/>
            <pc:sldMk cId="1593313226" sldId="492"/>
            <ac:spMk id="5" creationId="{00000000-0000-0000-0000-000000000000}"/>
          </ac:spMkLst>
        </pc:spChg>
        <pc:spChg chg="mod">
          <ac:chgData name="Garima Singhal" userId="bd23a5c7e7d7f8f6" providerId="LiveId" clId="{7763A1DC-5781-4ED6-B9C8-E03987D0A106}" dt="2024-09-25T09:12:03.804" v="0"/>
          <ac:spMkLst>
            <pc:docMk/>
            <pc:sldMk cId="1593313226" sldId="492"/>
            <ac:spMk id="7" creationId="{00000000-0000-0000-0000-000000000000}"/>
          </ac:spMkLst>
        </pc:spChg>
        <pc:picChg chg="mod">
          <ac:chgData name="Garima Singhal" userId="bd23a5c7e7d7f8f6" providerId="LiveId" clId="{7763A1DC-5781-4ED6-B9C8-E03987D0A106}" dt="2024-09-25T09:12:03.804" v="0"/>
          <ac:picMkLst>
            <pc:docMk/>
            <pc:sldMk cId="1593313226" sldId="492"/>
            <ac:picMk id="8" creationId="{00000000-0000-0000-0000-000000000000}"/>
          </ac:picMkLst>
        </pc:picChg>
      </pc:sldChg>
      <pc:sldChg chg="modSp">
        <pc:chgData name="Garima Singhal" userId="bd23a5c7e7d7f8f6" providerId="LiveId" clId="{7763A1DC-5781-4ED6-B9C8-E03987D0A106}" dt="2024-09-25T09:12:03.804" v="0"/>
        <pc:sldMkLst>
          <pc:docMk/>
          <pc:sldMk cId="1644513989" sldId="493"/>
        </pc:sldMkLst>
        <pc:spChg chg="mod">
          <ac:chgData name="Garima Singhal" userId="bd23a5c7e7d7f8f6" providerId="LiveId" clId="{7763A1DC-5781-4ED6-B9C8-E03987D0A106}" dt="2024-09-25T09:12:03.804" v="0"/>
          <ac:spMkLst>
            <pc:docMk/>
            <pc:sldMk cId="1644513989" sldId="493"/>
            <ac:spMk id="3" creationId="{00000000-0000-0000-0000-000000000000}"/>
          </ac:spMkLst>
        </pc:spChg>
        <pc:spChg chg="mod">
          <ac:chgData name="Garima Singhal" userId="bd23a5c7e7d7f8f6" providerId="LiveId" clId="{7763A1DC-5781-4ED6-B9C8-E03987D0A106}" dt="2024-09-25T09:12:03.804" v="0"/>
          <ac:spMkLst>
            <pc:docMk/>
            <pc:sldMk cId="1644513989" sldId="493"/>
            <ac:spMk id="5" creationId="{00000000-0000-0000-0000-000000000000}"/>
          </ac:spMkLst>
        </pc:spChg>
        <pc:spChg chg="mod">
          <ac:chgData name="Garima Singhal" userId="bd23a5c7e7d7f8f6" providerId="LiveId" clId="{7763A1DC-5781-4ED6-B9C8-E03987D0A106}" dt="2024-09-25T09:12:03.804" v="0"/>
          <ac:spMkLst>
            <pc:docMk/>
            <pc:sldMk cId="1644513989" sldId="493"/>
            <ac:spMk id="7" creationId="{00000000-0000-0000-0000-000000000000}"/>
          </ac:spMkLst>
        </pc:spChg>
        <pc:picChg chg="mod">
          <ac:chgData name="Garima Singhal" userId="bd23a5c7e7d7f8f6" providerId="LiveId" clId="{7763A1DC-5781-4ED6-B9C8-E03987D0A106}" dt="2024-09-25T09:12:03.804" v="0"/>
          <ac:picMkLst>
            <pc:docMk/>
            <pc:sldMk cId="1644513989" sldId="493"/>
            <ac:picMk id="8" creationId="{00000000-0000-0000-0000-000000000000}"/>
          </ac:picMkLst>
        </pc:picChg>
      </pc:sldChg>
      <pc:sldMasterChg chg="modSp mod modSldLayout">
        <pc:chgData name="Garima Singhal" userId="bd23a5c7e7d7f8f6" providerId="LiveId" clId="{7763A1DC-5781-4ED6-B9C8-E03987D0A106}" dt="2024-09-25T09:15:59.340" v="168" actId="20577"/>
        <pc:sldMasterMkLst>
          <pc:docMk/>
          <pc:sldMasterMk cId="0" sldId="2147483648"/>
        </pc:sldMasterMkLst>
        <pc:spChg chg="mod">
          <ac:chgData name="Garima Singhal" userId="bd23a5c7e7d7f8f6" providerId="LiveId" clId="{7763A1DC-5781-4ED6-B9C8-E03987D0A106}" dt="2024-09-25T09:12:03.804" v="0"/>
          <ac:spMkLst>
            <pc:docMk/>
            <pc:sldMasterMk cId="0" sldId="2147483648"/>
            <ac:spMk id="2" creationId="{00000000-0000-0000-0000-000000000000}"/>
          </ac:spMkLst>
        </pc:spChg>
        <pc:spChg chg="mod">
          <ac:chgData name="Garima Singhal" userId="bd23a5c7e7d7f8f6" providerId="LiveId" clId="{7763A1DC-5781-4ED6-B9C8-E03987D0A106}" dt="2024-09-25T09:12:03.804" v="0"/>
          <ac:spMkLst>
            <pc:docMk/>
            <pc:sldMasterMk cId="0" sldId="2147483648"/>
            <ac:spMk id="3" creationId="{00000000-0000-0000-0000-000000000000}"/>
          </ac:spMkLst>
        </pc:spChg>
        <pc:spChg chg="mod">
          <ac:chgData name="Garima Singhal" userId="bd23a5c7e7d7f8f6" providerId="LiveId" clId="{7763A1DC-5781-4ED6-B9C8-E03987D0A106}" dt="2024-09-25T09:13:34.821" v="17" actId="14100"/>
          <ac:spMkLst>
            <pc:docMk/>
            <pc:sldMasterMk cId="0" sldId="2147483648"/>
            <ac:spMk id="4" creationId="{00000000-0000-0000-0000-000000000000}"/>
          </ac:spMkLst>
        </pc:spChg>
        <pc:spChg chg="mod">
          <ac:chgData name="Garima Singhal" userId="bd23a5c7e7d7f8f6" providerId="LiveId" clId="{7763A1DC-5781-4ED6-B9C8-E03987D0A106}" dt="2024-09-25T09:14:12.575" v="68" actId="20577"/>
          <ac:spMkLst>
            <pc:docMk/>
            <pc:sldMasterMk cId="0" sldId="2147483648"/>
            <ac:spMk id="5" creationId="{00000000-0000-0000-0000-000000000000}"/>
          </ac:spMkLst>
        </pc:spChg>
        <pc:spChg chg="mod">
          <ac:chgData name="Garima Singhal" userId="bd23a5c7e7d7f8f6" providerId="LiveId" clId="{7763A1DC-5781-4ED6-B9C8-E03987D0A106}" dt="2024-09-25T09:13:37.982" v="18" actId="14100"/>
          <ac:spMkLst>
            <pc:docMk/>
            <pc:sldMasterMk cId="0" sldId="2147483648"/>
            <ac:spMk id="6" creationId="{00000000-0000-0000-0000-000000000000}"/>
          </ac:spMkLst>
        </pc:spChg>
        <pc:sldLayoutChg chg="addSp modSp mod">
          <pc:chgData name="Garima Singhal" userId="bd23a5c7e7d7f8f6" providerId="LiveId" clId="{7763A1DC-5781-4ED6-B9C8-E03987D0A106}" dt="2024-09-25T09:14:31.046" v="76"/>
          <pc:sldLayoutMkLst>
            <pc:docMk/>
            <pc:sldMasterMk cId="0" sldId="2147483648"/>
            <pc:sldLayoutMk cId="0" sldId="2147483649"/>
          </pc:sldLayoutMkLst>
          <pc:spChg chg="mod">
            <ac:chgData name="Garima Singhal" userId="bd23a5c7e7d7f8f6" providerId="LiveId" clId="{7763A1DC-5781-4ED6-B9C8-E03987D0A106}" dt="2024-09-25T09:12:03.804" v="0"/>
            <ac:spMkLst>
              <pc:docMk/>
              <pc:sldMasterMk cId="0" sldId="2147483648"/>
              <pc:sldLayoutMk cId="0" sldId="2147483649"/>
              <ac:spMk id="2" creationId="{00000000-0000-0000-0000-000000000000}"/>
            </ac:spMkLst>
          </pc:spChg>
          <pc:spChg chg="mod">
            <ac:chgData name="Garima Singhal" userId="bd23a5c7e7d7f8f6" providerId="LiveId" clId="{7763A1DC-5781-4ED6-B9C8-E03987D0A106}" dt="2024-09-25T09:12:03.804" v="0"/>
            <ac:spMkLst>
              <pc:docMk/>
              <pc:sldMasterMk cId="0" sldId="2147483648"/>
              <pc:sldLayoutMk cId="0" sldId="2147483649"/>
              <ac:spMk id="3" creationId="{00000000-0000-0000-0000-000000000000}"/>
            </ac:spMkLst>
          </pc:spChg>
          <pc:spChg chg="mod">
            <ac:chgData name="Garima Singhal" userId="bd23a5c7e7d7f8f6" providerId="LiveId" clId="{7763A1DC-5781-4ED6-B9C8-E03987D0A106}" dt="2024-09-25T09:14:24.936" v="74" actId="20577"/>
            <ac:spMkLst>
              <pc:docMk/>
              <pc:sldMasterMk cId="0" sldId="2147483648"/>
              <pc:sldLayoutMk cId="0" sldId="2147483649"/>
              <ac:spMk id="4" creationId="{00000000-0000-0000-0000-000000000000}"/>
            </ac:spMkLst>
          </pc:spChg>
          <pc:spChg chg="mod">
            <ac:chgData name="Garima Singhal" userId="bd23a5c7e7d7f8f6" providerId="LiveId" clId="{7763A1DC-5781-4ED6-B9C8-E03987D0A106}" dt="2024-09-25T09:14:31.046" v="76"/>
            <ac:spMkLst>
              <pc:docMk/>
              <pc:sldMasterMk cId="0" sldId="2147483648"/>
              <pc:sldLayoutMk cId="0" sldId="2147483649"/>
              <ac:spMk id="5" creationId="{00000000-0000-0000-0000-000000000000}"/>
            </ac:spMkLst>
          </pc:spChg>
          <pc:picChg chg="add mod">
            <ac:chgData name="Garima Singhal" userId="bd23a5c7e7d7f8f6" providerId="LiveId" clId="{7763A1DC-5781-4ED6-B9C8-E03987D0A106}" dt="2024-09-25T09:12:55.226" v="5" actId="14100"/>
            <ac:picMkLst>
              <pc:docMk/>
              <pc:sldMasterMk cId="0" sldId="2147483648"/>
              <pc:sldLayoutMk cId="0" sldId="2147483649"/>
              <ac:picMk id="7" creationId="{31B6D117-45A6-6F34-57B7-D2AD12CB58DC}"/>
            </ac:picMkLst>
          </pc:picChg>
        </pc:sldLayoutChg>
        <pc:sldLayoutChg chg="addSp modSp mod">
          <pc:chgData name="Garima Singhal" userId="bd23a5c7e7d7f8f6" providerId="LiveId" clId="{7763A1DC-5781-4ED6-B9C8-E03987D0A106}" dt="2024-09-25T09:14:42.038" v="86" actId="14100"/>
          <pc:sldLayoutMkLst>
            <pc:docMk/>
            <pc:sldMasterMk cId="0" sldId="2147483648"/>
            <pc:sldLayoutMk cId="0" sldId="2147483650"/>
          </pc:sldLayoutMkLst>
          <pc:spChg chg="mod">
            <ac:chgData name="Garima Singhal" userId="bd23a5c7e7d7f8f6" providerId="LiveId" clId="{7763A1DC-5781-4ED6-B9C8-E03987D0A106}" dt="2024-09-25T09:14:42.038" v="86" actId="14100"/>
            <ac:spMkLst>
              <pc:docMk/>
              <pc:sldMasterMk cId="0" sldId="2147483648"/>
              <pc:sldLayoutMk cId="0" sldId="2147483650"/>
              <ac:spMk id="5" creationId="{00000000-0000-0000-0000-000000000000}"/>
            </ac:spMkLst>
          </pc:spChg>
          <pc:picChg chg="add mod">
            <ac:chgData name="Garima Singhal" userId="bd23a5c7e7d7f8f6" providerId="LiveId" clId="{7763A1DC-5781-4ED6-B9C8-E03987D0A106}" dt="2024-09-25T09:12:59.872" v="6"/>
            <ac:picMkLst>
              <pc:docMk/>
              <pc:sldMasterMk cId="0" sldId="2147483648"/>
              <pc:sldLayoutMk cId="0" sldId="2147483650"/>
              <ac:picMk id="7" creationId="{8390C730-405E-79D6-BE7B-50AD7CC43C0B}"/>
            </ac:picMkLst>
          </pc:picChg>
        </pc:sldLayoutChg>
        <pc:sldLayoutChg chg="addSp modSp mod">
          <pc:chgData name="Garima Singhal" userId="bd23a5c7e7d7f8f6" providerId="LiveId" clId="{7763A1DC-5781-4ED6-B9C8-E03987D0A106}" dt="2024-09-25T09:14:47.656" v="87"/>
          <pc:sldLayoutMkLst>
            <pc:docMk/>
            <pc:sldMasterMk cId="0" sldId="2147483648"/>
            <pc:sldLayoutMk cId="0" sldId="2147483651"/>
          </pc:sldLayoutMkLst>
          <pc:spChg chg="mod">
            <ac:chgData name="Garima Singhal" userId="bd23a5c7e7d7f8f6" providerId="LiveId" clId="{7763A1DC-5781-4ED6-B9C8-E03987D0A106}" dt="2024-09-25T09:12:03.804" v="0"/>
            <ac:spMkLst>
              <pc:docMk/>
              <pc:sldMasterMk cId="0" sldId="2147483648"/>
              <pc:sldLayoutMk cId="0" sldId="2147483651"/>
              <ac:spMk id="2" creationId="{00000000-0000-0000-0000-000000000000}"/>
            </ac:spMkLst>
          </pc:spChg>
          <pc:spChg chg="mod">
            <ac:chgData name="Garima Singhal" userId="bd23a5c7e7d7f8f6" providerId="LiveId" clId="{7763A1DC-5781-4ED6-B9C8-E03987D0A106}" dt="2024-09-25T09:12:03.804" v="0"/>
            <ac:spMkLst>
              <pc:docMk/>
              <pc:sldMasterMk cId="0" sldId="2147483648"/>
              <pc:sldLayoutMk cId="0" sldId="2147483651"/>
              <ac:spMk id="3" creationId="{00000000-0000-0000-0000-000000000000}"/>
            </ac:spMkLst>
          </pc:spChg>
          <pc:spChg chg="mod">
            <ac:chgData name="Garima Singhal" userId="bd23a5c7e7d7f8f6" providerId="LiveId" clId="{7763A1DC-5781-4ED6-B9C8-E03987D0A106}" dt="2024-09-25T09:14:47.656" v="87"/>
            <ac:spMkLst>
              <pc:docMk/>
              <pc:sldMasterMk cId="0" sldId="2147483648"/>
              <pc:sldLayoutMk cId="0" sldId="2147483651"/>
              <ac:spMk id="5" creationId="{00000000-0000-0000-0000-000000000000}"/>
            </ac:spMkLst>
          </pc:spChg>
          <pc:picChg chg="add mod">
            <ac:chgData name="Garima Singhal" userId="bd23a5c7e7d7f8f6" providerId="LiveId" clId="{7763A1DC-5781-4ED6-B9C8-E03987D0A106}" dt="2024-09-25T09:13:01.742" v="7"/>
            <ac:picMkLst>
              <pc:docMk/>
              <pc:sldMasterMk cId="0" sldId="2147483648"/>
              <pc:sldLayoutMk cId="0" sldId="2147483651"/>
              <ac:picMk id="7" creationId="{5E7B8333-D7AB-8503-1A5C-73D718B6B100}"/>
            </ac:picMkLst>
          </pc:picChg>
        </pc:sldLayoutChg>
        <pc:sldLayoutChg chg="addSp modSp mod">
          <pc:chgData name="Garima Singhal" userId="bd23a5c7e7d7f8f6" providerId="LiveId" clId="{7763A1DC-5781-4ED6-B9C8-E03987D0A106}" dt="2024-09-25T09:14:57.026" v="96" actId="20577"/>
          <pc:sldLayoutMkLst>
            <pc:docMk/>
            <pc:sldMasterMk cId="0" sldId="2147483648"/>
            <pc:sldLayoutMk cId="0" sldId="2147483652"/>
          </pc:sldLayoutMkLst>
          <pc:spChg chg="mod">
            <ac:chgData name="Garima Singhal" userId="bd23a5c7e7d7f8f6" providerId="LiveId" clId="{7763A1DC-5781-4ED6-B9C8-E03987D0A106}" dt="2024-09-25T09:12:03.804" v="0"/>
            <ac:spMkLst>
              <pc:docMk/>
              <pc:sldMasterMk cId="0" sldId="2147483648"/>
              <pc:sldLayoutMk cId="0" sldId="2147483652"/>
              <ac:spMk id="3" creationId="{00000000-0000-0000-0000-000000000000}"/>
            </ac:spMkLst>
          </pc:spChg>
          <pc:spChg chg="mod">
            <ac:chgData name="Garima Singhal" userId="bd23a5c7e7d7f8f6" providerId="LiveId" clId="{7763A1DC-5781-4ED6-B9C8-E03987D0A106}" dt="2024-09-25T09:12:03.804" v="0"/>
            <ac:spMkLst>
              <pc:docMk/>
              <pc:sldMasterMk cId="0" sldId="2147483648"/>
              <pc:sldLayoutMk cId="0" sldId="2147483652"/>
              <ac:spMk id="4" creationId="{00000000-0000-0000-0000-000000000000}"/>
            </ac:spMkLst>
          </pc:spChg>
          <pc:spChg chg="mod">
            <ac:chgData name="Garima Singhal" userId="bd23a5c7e7d7f8f6" providerId="LiveId" clId="{7763A1DC-5781-4ED6-B9C8-E03987D0A106}" dt="2024-09-25T09:14:57.026" v="96" actId="20577"/>
            <ac:spMkLst>
              <pc:docMk/>
              <pc:sldMasterMk cId="0" sldId="2147483648"/>
              <pc:sldLayoutMk cId="0" sldId="2147483652"/>
              <ac:spMk id="6" creationId="{00000000-0000-0000-0000-000000000000}"/>
            </ac:spMkLst>
          </pc:spChg>
          <pc:picChg chg="add mod">
            <ac:chgData name="Garima Singhal" userId="bd23a5c7e7d7f8f6" providerId="LiveId" clId="{7763A1DC-5781-4ED6-B9C8-E03987D0A106}" dt="2024-09-25T09:13:03.683" v="8"/>
            <ac:picMkLst>
              <pc:docMk/>
              <pc:sldMasterMk cId="0" sldId="2147483648"/>
              <pc:sldLayoutMk cId="0" sldId="2147483652"/>
              <ac:picMk id="8" creationId="{3A7DBA1F-19A8-825C-EF0B-DAAA42BB1562}"/>
            </ac:picMkLst>
          </pc:picChg>
        </pc:sldLayoutChg>
        <pc:sldLayoutChg chg="addSp modSp mod">
          <pc:chgData name="Garima Singhal" userId="bd23a5c7e7d7f8f6" providerId="LiveId" clId="{7763A1DC-5781-4ED6-B9C8-E03987D0A106}" dt="2024-09-25T09:15:05.239" v="107" actId="20577"/>
          <pc:sldLayoutMkLst>
            <pc:docMk/>
            <pc:sldMasterMk cId="0" sldId="2147483648"/>
            <pc:sldLayoutMk cId="0" sldId="2147483653"/>
          </pc:sldLayoutMkLst>
          <pc:spChg chg="mod">
            <ac:chgData name="Garima Singhal" userId="bd23a5c7e7d7f8f6" providerId="LiveId" clId="{7763A1DC-5781-4ED6-B9C8-E03987D0A106}" dt="2024-09-25T09:12:03.804" v="0"/>
            <ac:spMkLst>
              <pc:docMk/>
              <pc:sldMasterMk cId="0" sldId="2147483648"/>
              <pc:sldLayoutMk cId="0" sldId="2147483653"/>
              <ac:spMk id="3" creationId="{00000000-0000-0000-0000-000000000000}"/>
            </ac:spMkLst>
          </pc:spChg>
          <pc:spChg chg="mod">
            <ac:chgData name="Garima Singhal" userId="bd23a5c7e7d7f8f6" providerId="LiveId" clId="{7763A1DC-5781-4ED6-B9C8-E03987D0A106}" dt="2024-09-25T09:12:03.804" v="0"/>
            <ac:spMkLst>
              <pc:docMk/>
              <pc:sldMasterMk cId="0" sldId="2147483648"/>
              <pc:sldLayoutMk cId="0" sldId="2147483653"/>
              <ac:spMk id="4" creationId="{00000000-0000-0000-0000-000000000000}"/>
            </ac:spMkLst>
          </pc:spChg>
          <pc:spChg chg="mod">
            <ac:chgData name="Garima Singhal" userId="bd23a5c7e7d7f8f6" providerId="LiveId" clId="{7763A1DC-5781-4ED6-B9C8-E03987D0A106}" dt="2024-09-25T09:12:03.804" v="0"/>
            <ac:spMkLst>
              <pc:docMk/>
              <pc:sldMasterMk cId="0" sldId="2147483648"/>
              <pc:sldLayoutMk cId="0" sldId="2147483653"/>
              <ac:spMk id="5" creationId="{00000000-0000-0000-0000-000000000000}"/>
            </ac:spMkLst>
          </pc:spChg>
          <pc:spChg chg="mod">
            <ac:chgData name="Garima Singhal" userId="bd23a5c7e7d7f8f6" providerId="LiveId" clId="{7763A1DC-5781-4ED6-B9C8-E03987D0A106}" dt="2024-09-25T09:12:03.804" v="0"/>
            <ac:spMkLst>
              <pc:docMk/>
              <pc:sldMasterMk cId="0" sldId="2147483648"/>
              <pc:sldLayoutMk cId="0" sldId="2147483653"/>
              <ac:spMk id="6" creationId="{00000000-0000-0000-0000-000000000000}"/>
            </ac:spMkLst>
          </pc:spChg>
          <pc:spChg chg="mod">
            <ac:chgData name="Garima Singhal" userId="bd23a5c7e7d7f8f6" providerId="LiveId" clId="{7763A1DC-5781-4ED6-B9C8-E03987D0A106}" dt="2024-09-25T09:15:05.239" v="107" actId="20577"/>
            <ac:spMkLst>
              <pc:docMk/>
              <pc:sldMasterMk cId="0" sldId="2147483648"/>
              <pc:sldLayoutMk cId="0" sldId="2147483653"/>
              <ac:spMk id="8" creationId="{00000000-0000-0000-0000-000000000000}"/>
            </ac:spMkLst>
          </pc:spChg>
          <pc:picChg chg="add mod">
            <ac:chgData name="Garima Singhal" userId="bd23a5c7e7d7f8f6" providerId="LiveId" clId="{7763A1DC-5781-4ED6-B9C8-E03987D0A106}" dt="2024-09-25T09:13:05.881" v="9"/>
            <ac:picMkLst>
              <pc:docMk/>
              <pc:sldMasterMk cId="0" sldId="2147483648"/>
              <pc:sldLayoutMk cId="0" sldId="2147483653"/>
              <ac:picMk id="10" creationId="{8555E6AB-E476-AA65-315E-B4ACE0873105}"/>
            </ac:picMkLst>
          </pc:picChg>
        </pc:sldLayoutChg>
        <pc:sldLayoutChg chg="addSp modSp mod">
          <pc:chgData name="Garima Singhal" userId="bd23a5c7e7d7f8f6" providerId="LiveId" clId="{7763A1DC-5781-4ED6-B9C8-E03987D0A106}" dt="2024-09-25T09:15:13.557" v="116" actId="20577"/>
          <pc:sldLayoutMkLst>
            <pc:docMk/>
            <pc:sldMasterMk cId="0" sldId="2147483648"/>
            <pc:sldLayoutMk cId="0" sldId="2147483654"/>
          </pc:sldLayoutMkLst>
          <pc:spChg chg="mod">
            <ac:chgData name="Garima Singhal" userId="bd23a5c7e7d7f8f6" providerId="LiveId" clId="{7763A1DC-5781-4ED6-B9C8-E03987D0A106}" dt="2024-09-25T09:15:13.557" v="116" actId="20577"/>
            <ac:spMkLst>
              <pc:docMk/>
              <pc:sldMasterMk cId="0" sldId="2147483648"/>
              <pc:sldLayoutMk cId="0" sldId="2147483654"/>
              <ac:spMk id="4" creationId="{00000000-0000-0000-0000-000000000000}"/>
            </ac:spMkLst>
          </pc:spChg>
          <pc:picChg chg="add mod">
            <ac:chgData name="Garima Singhal" userId="bd23a5c7e7d7f8f6" providerId="LiveId" clId="{7763A1DC-5781-4ED6-B9C8-E03987D0A106}" dt="2024-09-25T09:13:08.875" v="10"/>
            <ac:picMkLst>
              <pc:docMk/>
              <pc:sldMasterMk cId="0" sldId="2147483648"/>
              <pc:sldLayoutMk cId="0" sldId="2147483654"/>
              <ac:picMk id="6" creationId="{B04CEDE3-9965-8EB5-F23B-B6249A9D70C4}"/>
            </ac:picMkLst>
          </pc:picChg>
        </pc:sldLayoutChg>
        <pc:sldLayoutChg chg="addSp modSp">
          <pc:chgData name="Garima Singhal" userId="bd23a5c7e7d7f8f6" providerId="LiveId" clId="{7763A1DC-5781-4ED6-B9C8-E03987D0A106}" dt="2024-09-25T09:13:10.294" v="11"/>
          <pc:sldLayoutMkLst>
            <pc:docMk/>
            <pc:sldMasterMk cId="0" sldId="2147483648"/>
            <pc:sldLayoutMk cId="0" sldId="2147483655"/>
          </pc:sldLayoutMkLst>
          <pc:picChg chg="add mod">
            <ac:chgData name="Garima Singhal" userId="bd23a5c7e7d7f8f6" providerId="LiveId" clId="{7763A1DC-5781-4ED6-B9C8-E03987D0A106}" dt="2024-09-25T09:13:10.294" v="11"/>
            <ac:picMkLst>
              <pc:docMk/>
              <pc:sldMasterMk cId="0" sldId="2147483648"/>
              <pc:sldLayoutMk cId="0" sldId="2147483655"/>
              <ac:picMk id="5" creationId="{F11E6535-79C7-562B-FF1F-7C21EDFAB5EB}"/>
            </ac:picMkLst>
          </pc:picChg>
        </pc:sldLayoutChg>
        <pc:sldLayoutChg chg="addSp modSp mod">
          <pc:chgData name="Garima Singhal" userId="bd23a5c7e7d7f8f6" providerId="LiveId" clId="{7763A1DC-5781-4ED6-B9C8-E03987D0A106}" dt="2024-09-25T09:15:28.601" v="133" actId="20577"/>
          <pc:sldLayoutMkLst>
            <pc:docMk/>
            <pc:sldMasterMk cId="0" sldId="2147483648"/>
            <pc:sldLayoutMk cId="0" sldId="2147483656"/>
          </pc:sldLayoutMkLst>
          <pc:spChg chg="mod">
            <ac:chgData name="Garima Singhal" userId="bd23a5c7e7d7f8f6" providerId="LiveId" clId="{7763A1DC-5781-4ED6-B9C8-E03987D0A106}" dt="2024-09-25T09:12:03.804" v="0"/>
            <ac:spMkLst>
              <pc:docMk/>
              <pc:sldMasterMk cId="0" sldId="2147483648"/>
              <pc:sldLayoutMk cId="0" sldId="2147483656"/>
              <ac:spMk id="2" creationId="{00000000-0000-0000-0000-000000000000}"/>
            </ac:spMkLst>
          </pc:spChg>
          <pc:spChg chg="mod">
            <ac:chgData name="Garima Singhal" userId="bd23a5c7e7d7f8f6" providerId="LiveId" clId="{7763A1DC-5781-4ED6-B9C8-E03987D0A106}" dt="2024-09-25T09:12:03.804" v="0"/>
            <ac:spMkLst>
              <pc:docMk/>
              <pc:sldMasterMk cId="0" sldId="2147483648"/>
              <pc:sldLayoutMk cId="0" sldId="2147483656"/>
              <ac:spMk id="3" creationId="{00000000-0000-0000-0000-000000000000}"/>
            </ac:spMkLst>
          </pc:spChg>
          <pc:spChg chg="mod">
            <ac:chgData name="Garima Singhal" userId="bd23a5c7e7d7f8f6" providerId="LiveId" clId="{7763A1DC-5781-4ED6-B9C8-E03987D0A106}" dt="2024-09-25T09:12:03.804" v="0"/>
            <ac:spMkLst>
              <pc:docMk/>
              <pc:sldMasterMk cId="0" sldId="2147483648"/>
              <pc:sldLayoutMk cId="0" sldId="2147483656"/>
              <ac:spMk id="4" creationId="{00000000-0000-0000-0000-000000000000}"/>
            </ac:spMkLst>
          </pc:spChg>
          <pc:spChg chg="mod">
            <ac:chgData name="Garima Singhal" userId="bd23a5c7e7d7f8f6" providerId="LiveId" clId="{7763A1DC-5781-4ED6-B9C8-E03987D0A106}" dt="2024-09-25T09:15:28.601" v="133" actId="20577"/>
            <ac:spMkLst>
              <pc:docMk/>
              <pc:sldMasterMk cId="0" sldId="2147483648"/>
              <pc:sldLayoutMk cId="0" sldId="2147483656"/>
              <ac:spMk id="6" creationId="{00000000-0000-0000-0000-000000000000}"/>
            </ac:spMkLst>
          </pc:spChg>
          <pc:picChg chg="add mod">
            <ac:chgData name="Garima Singhal" userId="bd23a5c7e7d7f8f6" providerId="LiveId" clId="{7763A1DC-5781-4ED6-B9C8-E03987D0A106}" dt="2024-09-25T09:13:12.396" v="12"/>
            <ac:picMkLst>
              <pc:docMk/>
              <pc:sldMasterMk cId="0" sldId="2147483648"/>
              <pc:sldLayoutMk cId="0" sldId="2147483656"/>
              <ac:picMk id="8" creationId="{F118F44F-FC00-7164-C2D2-41982452E32B}"/>
            </ac:picMkLst>
          </pc:picChg>
        </pc:sldLayoutChg>
        <pc:sldLayoutChg chg="addSp modSp mod">
          <pc:chgData name="Garima Singhal" userId="bd23a5c7e7d7f8f6" providerId="LiveId" clId="{7763A1DC-5781-4ED6-B9C8-E03987D0A106}" dt="2024-09-25T09:15:37.161" v="135"/>
          <pc:sldLayoutMkLst>
            <pc:docMk/>
            <pc:sldMasterMk cId="0" sldId="2147483648"/>
            <pc:sldLayoutMk cId="0" sldId="2147483657"/>
          </pc:sldLayoutMkLst>
          <pc:spChg chg="mod">
            <ac:chgData name="Garima Singhal" userId="bd23a5c7e7d7f8f6" providerId="LiveId" clId="{7763A1DC-5781-4ED6-B9C8-E03987D0A106}" dt="2024-09-25T09:12:03.804" v="0"/>
            <ac:spMkLst>
              <pc:docMk/>
              <pc:sldMasterMk cId="0" sldId="2147483648"/>
              <pc:sldLayoutMk cId="0" sldId="2147483657"/>
              <ac:spMk id="2" creationId="{00000000-0000-0000-0000-000000000000}"/>
            </ac:spMkLst>
          </pc:spChg>
          <pc:spChg chg="mod">
            <ac:chgData name="Garima Singhal" userId="bd23a5c7e7d7f8f6" providerId="LiveId" clId="{7763A1DC-5781-4ED6-B9C8-E03987D0A106}" dt="2024-09-25T09:12:03.804" v="0"/>
            <ac:spMkLst>
              <pc:docMk/>
              <pc:sldMasterMk cId="0" sldId="2147483648"/>
              <pc:sldLayoutMk cId="0" sldId="2147483657"/>
              <ac:spMk id="3" creationId="{00000000-0000-0000-0000-000000000000}"/>
            </ac:spMkLst>
          </pc:spChg>
          <pc:spChg chg="mod">
            <ac:chgData name="Garima Singhal" userId="bd23a5c7e7d7f8f6" providerId="LiveId" clId="{7763A1DC-5781-4ED6-B9C8-E03987D0A106}" dt="2024-09-25T09:12:03.804" v="0"/>
            <ac:spMkLst>
              <pc:docMk/>
              <pc:sldMasterMk cId="0" sldId="2147483648"/>
              <pc:sldLayoutMk cId="0" sldId="2147483657"/>
              <ac:spMk id="4" creationId="{00000000-0000-0000-0000-000000000000}"/>
            </ac:spMkLst>
          </pc:spChg>
          <pc:spChg chg="mod">
            <ac:chgData name="Garima Singhal" userId="bd23a5c7e7d7f8f6" providerId="LiveId" clId="{7763A1DC-5781-4ED6-B9C8-E03987D0A106}" dt="2024-09-25T09:15:37.161" v="135"/>
            <ac:spMkLst>
              <pc:docMk/>
              <pc:sldMasterMk cId="0" sldId="2147483648"/>
              <pc:sldLayoutMk cId="0" sldId="2147483657"/>
              <ac:spMk id="6" creationId="{00000000-0000-0000-0000-000000000000}"/>
            </ac:spMkLst>
          </pc:spChg>
          <pc:picChg chg="add mod">
            <ac:chgData name="Garima Singhal" userId="bd23a5c7e7d7f8f6" providerId="LiveId" clId="{7763A1DC-5781-4ED6-B9C8-E03987D0A106}" dt="2024-09-25T09:13:14.647" v="13"/>
            <ac:picMkLst>
              <pc:docMk/>
              <pc:sldMasterMk cId="0" sldId="2147483648"/>
              <pc:sldLayoutMk cId="0" sldId="2147483657"/>
              <ac:picMk id="8" creationId="{746496C2-5BF1-2F13-1DB0-55BDA3408793}"/>
            </ac:picMkLst>
          </pc:picChg>
        </pc:sldLayoutChg>
        <pc:sldLayoutChg chg="addSp modSp mod">
          <pc:chgData name="Garima Singhal" userId="bd23a5c7e7d7f8f6" providerId="LiveId" clId="{7763A1DC-5781-4ED6-B9C8-E03987D0A106}" dt="2024-09-25T09:15:47.209" v="149" actId="20577"/>
          <pc:sldLayoutMkLst>
            <pc:docMk/>
            <pc:sldMasterMk cId="0" sldId="2147483648"/>
            <pc:sldLayoutMk cId="0" sldId="2147483658"/>
          </pc:sldLayoutMkLst>
          <pc:spChg chg="mod">
            <ac:chgData name="Garima Singhal" userId="bd23a5c7e7d7f8f6" providerId="LiveId" clId="{7763A1DC-5781-4ED6-B9C8-E03987D0A106}" dt="2024-09-25T09:15:47.209" v="149" actId="20577"/>
            <ac:spMkLst>
              <pc:docMk/>
              <pc:sldMasterMk cId="0" sldId="2147483648"/>
              <pc:sldLayoutMk cId="0" sldId="2147483658"/>
              <ac:spMk id="5" creationId="{00000000-0000-0000-0000-000000000000}"/>
            </ac:spMkLst>
          </pc:spChg>
          <pc:picChg chg="add mod">
            <ac:chgData name="Garima Singhal" userId="bd23a5c7e7d7f8f6" providerId="LiveId" clId="{7763A1DC-5781-4ED6-B9C8-E03987D0A106}" dt="2024-09-25T09:13:17.025" v="14"/>
            <ac:picMkLst>
              <pc:docMk/>
              <pc:sldMasterMk cId="0" sldId="2147483648"/>
              <pc:sldLayoutMk cId="0" sldId="2147483658"/>
              <ac:picMk id="7" creationId="{134CF987-A038-02AA-08D4-E158434BD8B9}"/>
            </ac:picMkLst>
          </pc:picChg>
        </pc:sldLayoutChg>
        <pc:sldLayoutChg chg="addSp modSp mod">
          <pc:chgData name="Garima Singhal" userId="bd23a5c7e7d7f8f6" providerId="LiveId" clId="{7763A1DC-5781-4ED6-B9C8-E03987D0A106}" dt="2024-09-25T09:15:59.340" v="168" actId="20577"/>
          <pc:sldLayoutMkLst>
            <pc:docMk/>
            <pc:sldMasterMk cId="0" sldId="2147483648"/>
            <pc:sldLayoutMk cId="0" sldId="2147483659"/>
          </pc:sldLayoutMkLst>
          <pc:spChg chg="mod">
            <ac:chgData name="Garima Singhal" userId="bd23a5c7e7d7f8f6" providerId="LiveId" clId="{7763A1DC-5781-4ED6-B9C8-E03987D0A106}" dt="2024-09-25T09:12:03.804" v="0"/>
            <ac:spMkLst>
              <pc:docMk/>
              <pc:sldMasterMk cId="0" sldId="2147483648"/>
              <pc:sldLayoutMk cId="0" sldId="2147483659"/>
              <ac:spMk id="2" creationId="{00000000-0000-0000-0000-000000000000}"/>
            </ac:spMkLst>
          </pc:spChg>
          <pc:spChg chg="mod">
            <ac:chgData name="Garima Singhal" userId="bd23a5c7e7d7f8f6" providerId="LiveId" clId="{7763A1DC-5781-4ED6-B9C8-E03987D0A106}" dt="2024-09-25T09:12:03.804" v="0"/>
            <ac:spMkLst>
              <pc:docMk/>
              <pc:sldMasterMk cId="0" sldId="2147483648"/>
              <pc:sldLayoutMk cId="0" sldId="2147483659"/>
              <ac:spMk id="3" creationId="{00000000-0000-0000-0000-000000000000}"/>
            </ac:spMkLst>
          </pc:spChg>
          <pc:spChg chg="mod">
            <ac:chgData name="Garima Singhal" userId="bd23a5c7e7d7f8f6" providerId="LiveId" clId="{7763A1DC-5781-4ED6-B9C8-E03987D0A106}" dt="2024-09-25T09:15:59.340" v="168" actId="20577"/>
            <ac:spMkLst>
              <pc:docMk/>
              <pc:sldMasterMk cId="0" sldId="2147483648"/>
              <pc:sldLayoutMk cId="0" sldId="2147483659"/>
              <ac:spMk id="5" creationId="{00000000-0000-0000-0000-000000000000}"/>
            </ac:spMkLst>
          </pc:spChg>
          <pc:picChg chg="add mod">
            <ac:chgData name="Garima Singhal" userId="bd23a5c7e7d7f8f6" providerId="LiveId" clId="{7763A1DC-5781-4ED6-B9C8-E03987D0A106}" dt="2024-09-25T09:13:18.344" v="15"/>
            <ac:picMkLst>
              <pc:docMk/>
              <pc:sldMasterMk cId="0" sldId="2147483648"/>
              <pc:sldLayoutMk cId="0" sldId="2147483659"/>
              <ac:picMk id="7" creationId="{86F31E00-9DE9-D636-30A5-A59C8214F190}"/>
            </ac:picMkLst>
          </pc:picChg>
        </pc:sldLayoutChg>
      </pc:sldMasterChg>
      <pc:sldMasterChg chg="new del mod addSldLayout delSldLayout">
        <pc:chgData name="Garima Singhal" userId="bd23a5c7e7d7f8f6" providerId="LiveId" clId="{7763A1DC-5781-4ED6-B9C8-E03987D0A106}" dt="2024-09-25T09:12:09.340" v="2" actId="6938"/>
        <pc:sldMasterMkLst>
          <pc:docMk/>
          <pc:sldMasterMk cId="1598680739" sldId="2147483660"/>
        </pc:sldMasterMkLst>
        <pc:sldLayoutChg chg="new del replId">
          <pc:chgData name="Garima Singhal" userId="bd23a5c7e7d7f8f6" providerId="LiveId" clId="{7763A1DC-5781-4ED6-B9C8-E03987D0A106}" dt="2024-09-25T09:12:09.340" v="2" actId="6938"/>
          <pc:sldLayoutMkLst>
            <pc:docMk/>
            <pc:sldMasterMk cId="1598680739" sldId="2147483660"/>
            <pc:sldLayoutMk cId="2188424521" sldId="2147483661"/>
          </pc:sldLayoutMkLst>
        </pc:sldLayoutChg>
        <pc:sldLayoutChg chg="new del replId">
          <pc:chgData name="Garima Singhal" userId="bd23a5c7e7d7f8f6" providerId="LiveId" clId="{7763A1DC-5781-4ED6-B9C8-E03987D0A106}" dt="2024-09-25T09:12:09.340" v="2" actId="6938"/>
          <pc:sldLayoutMkLst>
            <pc:docMk/>
            <pc:sldMasterMk cId="1598680739" sldId="2147483660"/>
            <pc:sldLayoutMk cId="4145622018" sldId="2147483662"/>
          </pc:sldLayoutMkLst>
        </pc:sldLayoutChg>
        <pc:sldLayoutChg chg="new del replId">
          <pc:chgData name="Garima Singhal" userId="bd23a5c7e7d7f8f6" providerId="LiveId" clId="{7763A1DC-5781-4ED6-B9C8-E03987D0A106}" dt="2024-09-25T09:12:09.340" v="2" actId="6938"/>
          <pc:sldLayoutMkLst>
            <pc:docMk/>
            <pc:sldMasterMk cId="1598680739" sldId="2147483660"/>
            <pc:sldLayoutMk cId="2110230320" sldId="2147483663"/>
          </pc:sldLayoutMkLst>
        </pc:sldLayoutChg>
        <pc:sldLayoutChg chg="new del replId">
          <pc:chgData name="Garima Singhal" userId="bd23a5c7e7d7f8f6" providerId="LiveId" clId="{7763A1DC-5781-4ED6-B9C8-E03987D0A106}" dt="2024-09-25T09:12:09.340" v="2" actId="6938"/>
          <pc:sldLayoutMkLst>
            <pc:docMk/>
            <pc:sldMasterMk cId="1598680739" sldId="2147483660"/>
            <pc:sldLayoutMk cId="3820586275" sldId="2147483664"/>
          </pc:sldLayoutMkLst>
        </pc:sldLayoutChg>
        <pc:sldLayoutChg chg="new del replId">
          <pc:chgData name="Garima Singhal" userId="bd23a5c7e7d7f8f6" providerId="LiveId" clId="{7763A1DC-5781-4ED6-B9C8-E03987D0A106}" dt="2024-09-25T09:12:09.340" v="2" actId="6938"/>
          <pc:sldLayoutMkLst>
            <pc:docMk/>
            <pc:sldMasterMk cId="1598680739" sldId="2147483660"/>
            <pc:sldLayoutMk cId="4269960892" sldId="2147483665"/>
          </pc:sldLayoutMkLst>
        </pc:sldLayoutChg>
        <pc:sldLayoutChg chg="new del replId">
          <pc:chgData name="Garima Singhal" userId="bd23a5c7e7d7f8f6" providerId="LiveId" clId="{7763A1DC-5781-4ED6-B9C8-E03987D0A106}" dt="2024-09-25T09:12:09.340" v="2" actId="6938"/>
          <pc:sldLayoutMkLst>
            <pc:docMk/>
            <pc:sldMasterMk cId="1598680739" sldId="2147483660"/>
            <pc:sldLayoutMk cId="1189862958" sldId="2147483666"/>
          </pc:sldLayoutMkLst>
        </pc:sldLayoutChg>
        <pc:sldLayoutChg chg="new del replId">
          <pc:chgData name="Garima Singhal" userId="bd23a5c7e7d7f8f6" providerId="LiveId" clId="{7763A1DC-5781-4ED6-B9C8-E03987D0A106}" dt="2024-09-25T09:12:09.340" v="2" actId="6938"/>
          <pc:sldLayoutMkLst>
            <pc:docMk/>
            <pc:sldMasterMk cId="1598680739" sldId="2147483660"/>
            <pc:sldLayoutMk cId="2747106169" sldId="2147483667"/>
          </pc:sldLayoutMkLst>
        </pc:sldLayoutChg>
        <pc:sldLayoutChg chg="new del replId">
          <pc:chgData name="Garima Singhal" userId="bd23a5c7e7d7f8f6" providerId="LiveId" clId="{7763A1DC-5781-4ED6-B9C8-E03987D0A106}" dt="2024-09-25T09:12:09.340" v="2" actId="6938"/>
          <pc:sldLayoutMkLst>
            <pc:docMk/>
            <pc:sldMasterMk cId="1598680739" sldId="2147483660"/>
            <pc:sldLayoutMk cId="4143223061" sldId="2147483668"/>
          </pc:sldLayoutMkLst>
        </pc:sldLayoutChg>
        <pc:sldLayoutChg chg="new del replId">
          <pc:chgData name="Garima Singhal" userId="bd23a5c7e7d7f8f6" providerId="LiveId" clId="{7763A1DC-5781-4ED6-B9C8-E03987D0A106}" dt="2024-09-25T09:12:09.340" v="2" actId="6938"/>
          <pc:sldLayoutMkLst>
            <pc:docMk/>
            <pc:sldMasterMk cId="1598680739" sldId="2147483660"/>
            <pc:sldLayoutMk cId="1939844592" sldId="2147483669"/>
          </pc:sldLayoutMkLst>
        </pc:sldLayoutChg>
        <pc:sldLayoutChg chg="new del replId">
          <pc:chgData name="Garima Singhal" userId="bd23a5c7e7d7f8f6" providerId="LiveId" clId="{7763A1DC-5781-4ED6-B9C8-E03987D0A106}" dt="2024-09-25T09:12:09.340" v="2" actId="6938"/>
          <pc:sldLayoutMkLst>
            <pc:docMk/>
            <pc:sldMasterMk cId="1598680739" sldId="2147483660"/>
            <pc:sldLayoutMk cId="4017491887" sldId="2147483670"/>
          </pc:sldLayoutMkLst>
        </pc:sldLayoutChg>
        <pc:sldLayoutChg chg="new del replId">
          <pc:chgData name="Garima Singhal" userId="bd23a5c7e7d7f8f6" providerId="LiveId" clId="{7763A1DC-5781-4ED6-B9C8-E03987D0A106}" dt="2024-09-25T09:12:09.340" v="2" actId="6938"/>
          <pc:sldLayoutMkLst>
            <pc:docMk/>
            <pc:sldMasterMk cId="1598680739" sldId="2147483660"/>
            <pc:sldLayoutMk cId="3858177653" sldId="2147483671"/>
          </pc:sldLayoutMkLst>
        </pc:sldLayoutChg>
      </pc:sldMasterChg>
    </pc:docChg>
  </pc:docChgLst>
  <pc:docChgLst>
    <pc:chgData name="Garima Singhal" userId="bd23a5c7e7d7f8f6" providerId="LiveId" clId="{EC591A9D-69C0-4B8B-A77C-776535BB2AF6}"/>
    <pc:docChg chg="undo custSel modSld sldOrd modMainMaster">
      <pc:chgData name="Garima Singhal" userId="bd23a5c7e7d7f8f6" providerId="LiveId" clId="{EC591A9D-69C0-4B8B-A77C-776535BB2AF6}" dt="2024-10-17T04:55:37.389" v="441" actId="14100"/>
      <pc:docMkLst>
        <pc:docMk/>
      </pc:docMkLst>
      <pc:sldChg chg="delSp modSp mod">
        <pc:chgData name="Garima Singhal" userId="bd23a5c7e7d7f8f6" providerId="LiveId" clId="{EC591A9D-69C0-4B8B-A77C-776535BB2AF6}" dt="2024-10-17T04:49:20.701" v="353" actId="14100"/>
        <pc:sldMkLst>
          <pc:docMk/>
          <pc:sldMk cId="0" sldId="264"/>
        </pc:sldMkLst>
        <pc:spChg chg="mod">
          <ac:chgData name="Garima Singhal" userId="bd23a5c7e7d7f8f6" providerId="LiveId" clId="{EC591A9D-69C0-4B8B-A77C-776535BB2AF6}" dt="2024-10-17T04:49:20.701" v="353" actId="14100"/>
          <ac:spMkLst>
            <pc:docMk/>
            <pc:sldMk cId="0" sldId="264"/>
            <ac:spMk id="7" creationId="{00000000-0000-0000-0000-000000000000}"/>
          </ac:spMkLst>
        </pc:spChg>
        <pc:picChg chg="del">
          <ac:chgData name="Garima Singhal" userId="bd23a5c7e7d7f8f6" providerId="LiveId" clId="{EC591A9D-69C0-4B8B-A77C-776535BB2AF6}" dt="2024-10-17T04:32:56.201" v="60" actId="478"/>
          <ac:picMkLst>
            <pc:docMk/>
            <pc:sldMk cId="0" sldId="264"/>
            <ac:picMk id="10" creationId="{00000000-0000-0000-0000-000000000000}"/>
          </ac:picMkLst>
        </pc:picChg>
      </pc:sldChg>
      <pc:sldChg chg="delSp modSp mod">
        <pc:chgData name="Garima Singhal" userId="bd23a5c7e7d7f8f6" providerId="LiveId" clId="{EC591A9D-69C0-4B8B-A77C-776535BB2AF6}" dt="2024-10-17T04:51:50.436" v="397" actId="14100"/>
        <pc:sldMkLst>
          <pc:docMk/>
          <pc:sldMk cId="0" sldId="267"/>
        </pc:sldMkLst>
        <pc:spChg chg="mod">
          <ac:chgData name="Garima Singhal" userId="bd23a5c7e7d7f8f6" providerId="LiveId" clId="{EC591A9D-69C0-4B8B-A77C-776535BB2AF6}" dt="2024-10-17T04:51:50.436" v="397" actId="14100"/>
          <ac:spMkLst>
            <pc:docMk/>
            <pc:sldMk cId="0" sldId="267"/>
            <ac:spMk id="7" creationId="{00000000-0000-0000-0000-000000000000}"/>
          </ac:spMkLst>
        </pc:spChg>
        <pc:picChg chg="del">
          <ac:chgData name="Garima Singhal" userId="bd23a5c7e7d7f8f6" providerId="LiveId" clId="{EC591A9D-69C0-4B8B-A77C-776535BB2AF6}" dt="2024-10-17T04:33:27.346" v="73" actId="478"/>
          <ac:picMkLst>
            <pc:docMk/>
            <pc:sldMk cId="0" sldId="267"/>
            <ac:picMk id="10" creationId="{00000000-0000-0000-0000-000000000000}"/>
          </ac:picMkLst>
        </pc:picChg>
      </pc:sldChg>
      <pc:sldChg chg="delSp modSp mod">
        <pc:chgData name="Garima Singhal" userId="bd23a5c7e7d7f8f6" providerId="LiveId" clId="{EC591A9D-69C0-4B8B-A77C-776535BB2AF6}" dt="2024-10-17T04:48:57.334" v="347" actId="14100"/>
        <pc:sldMkLst>
          <pc:docMk/>
          <pc:sldMk cId="0" sldId="270"/>
        </pc:sldMkLst>
        <pc:spChg chg="mod">
          <ac:chgData name="Garima Singhal" userId="bd23a5c7e7d7f8f6" providerId="LiveId" clId="{EC591A9D-69C0-4B8B-A77C-776535BB2AF6}" dt="2024-10-17T04:48:57.334" v="347" actId="14100"/>
          <ac:spMkLst>
            <pc:docMk/>
            <pc:sldMk cId="0" sldId="270"/>
            <ac:spMk id="7" creationId="{00000000-0000-0000-0000-000000000000}"/>
          </ac:spMkLst>
        </pc:spChg>
        <pc:picChg chg="del mod">
          <ac:chgData name="Garima Singhal" userId="bd23a5c7e7d7f8f6" providerId="LiveId" clId="{EC591A9D-69C0-4B8B-A77C-776535BB2AF6}" dt="2024-10-17T04:32:47.710" v="57" actId="478"/>
          <ac:picMkLst>
            <pc:docMk/>
            <pc:sldMk cId="0" sldId="270"/>
            <ac:picMk id="10" creationId="{00000000-0000-0000-0000-000000000000}"/>
          </ac:picMkLst>
        </pc:picChg>
      </pc:sldChg>
      <pc:sldChg chg="delSp modSp mod">
        <pc:chgData name="Garima Singhal" userId="bd23a5c7e7d7f8f6" providerId="LiveId" clId="{EC591A9D-69C0-4B8B-A77C-776535BB2AF6}" dt="2024-10-17T04:49:12.934" v="351" actId="14100"/>
        <pc:sldMkLst>
          <pc:docMk/>
          <pc:sldMk cId="0" sldId="273"/>
        </pc:sldMkLst>
        <pc:spChg chg="mod">
          <ac:chgData name="Garima Singhal" userId="bd23a5c7e7d7f8f6" providerId="LiveId" clId="{EC591A9D-69C0-4B8B-A77C-776535BB2AF6}" dt="2024-10-17T04:49:12.934" v="351" actId="14100"/>
          <ac:spMkLst>
            <pc:docMk/>
            <pc:sldMk cId="0" sldId="273"/>
            <ac:spMk id="7" creationId="{00000000-0000-0000-0000-000000000000}"/>
          </ac:spMkLst>
        </pc:spChg>
        <pc:picChg chg="del">
          <ac:chgData name="Garima Singhal" userId="bd23a5c7e7d7f8f6" providerId="LiveId" clId="{EC591A9D-69C0-4B8B-A77C-776535BB2AF6}" dt="2024-10-17T04:32:53.892" v="59" actId="478"/>
          <ac:picMkLst>
            <pc:docMk/>
            <pc:sldMk cId="0" sldId="273"/>
            <ac:picMk id="10" creationId="{00000000-0000-0000-0000-000000000000}"/>
          </ac:picMkLst>
        </pc:picChg>
      </pc:sldChg>
      <pc:sldChg chg="delSp modSp mod">
        <pc:chgData name="Garima Singhal" userId="bd23a5c7e7d7f8f6" providerId="LiveId" clId="{EC591A9D-69C0-4B8B-A77C-776535BB2AF6}" dt="2024-10-17T04:48:50.899" v="345" actId="14100"/>
        <pc:sldMkLst>
          <pc:docMk/>
          <pc:sldMk cId="0" sldId="275"/>
        </pc:sldMkLst>
        <pc:spChg chg="mod">
          <ac:chgData name="Garima Singhal" userId="bd23a5c7e7d7f8f6" providerId="LiveId" clId="{EC591A9D-69C0-4B8B-A77C-776535BB2AF6}" dt="2024-10-17T04:48:50.899" v="345" actId="14100"/>
          <ac:spMkLst>
            <pc:docMk/>
            <pc:sldMk cId="0" sldId="275"/>
            <ac:spMk id="7" creationId="{00000000-0000-0000-0000-000000000000}"/>
          </ac:spMkLst>
        </pc:spChg>
        <pc:picChg chg="del mod">
          <ac:chgData name="Garima Singhal" userId="bd23a5c7e7d7f8f6" providerId="LiveId" clId="{EC591A9D-69C0-4B8B-A77C-776535BB2AF6}" dt="2024-10-17T04:32:44.727" v="55" actId="478"/>
          <ac:picMkLst>
            <pc:docMk/>
            <pc:sldMk cId="0" sldId="275"/>
            <ac:picMk id="10" creationId="{00000000-0000-0000-0000-000000000000}"/>
          </ac:picMkLst>
        </pc:picChg>
      </pc:sldChg>
      <pc:sldChg chg="delSp modSp mod">
        <pc:chgData name="Garima Singhal" userId="bd23a5c7e7d7f8f6" providerId="LiveId" clId="{EC591A9D-69C0-4B8B-A77C-776535BB2AF6}" dt="2024-10-17T04:52:16.238" v="403" actId="14100"/>
        <pc:sldMkLst>
          <pc:docMk/>
          <pc:sldMk cId="2555220207" sldId="283"/>
        </pc:sldMkLst>
        <pc:spChg chg="mod">
          <ac:chgData name="Garima Singhal" userId="bd23a5c7e7d7f8f6" providerId="LiveId" clId="{EC591A9D-69C0-4B8B-A77C-776535BB2AF6}" dt="2024-10-17T04:52:16.238" v="403" actId="14100"/>
          <ac:spMkLst>
            <pc:docMk/>
            <pc:sldMk cId="2555220207" sldId="283"/>
            <ac:spMk id="7" creationId="{00000000-0000-0000-0000-000000000000}"/>
          </ac:spMkLst>
        </pc:spChg>
        <pc:picChg chg="del">
          <ac:chgData name="Garima Singhal" userId="bd23a5c7e7d7f8f6" providerId="LiveId" clId="{EC591A9D-69C0-4B8B-A77C-776535BB2AF6}" dt="2024-10-17T04:33:33.551" v="76" actId="478"/>
          <ac:picMkLst>
            <pc:docMk/>
            <pc:sldMk cId="2555220207" sldId="283"/>
            <ac:picMk id="14" creationId="{00000000-0000-0000-0000-000000000000}"/>
          </ac:picMkLst>
        </pc:picChg>
      </pc:sldChg>
      <pc:sldChg chg="delSp modSp mod">
        <pc:chgData name="Garima Singhal" userId="bd23a5c7e7d7f8f6" providerId="LiveId" clId="{EC591A9D-69C0-4B8B-A77C-776535BB2AF6}" dt="2024-10-17T04:49:04.706" v="349" actId="14100"/>
        <pc:sldMkLst>
          <pc:docMk/>
          <pc:sldMk cId="0" sldId="316"/>
        </pc:sldMkLst>
        <pc:spChg chg="mod">
          <ac:chgData name="Garima Singhal" userId="bd23a5c7e7d7f8f6" providerId="LiveId" clId="{EC591A9D-69C0-4B8B-A77C-776535BB2AF6}" dt="2024-10-17T04:49:04.706" v="349" actId="14100"/>
          <ac:spMkLst>
            <pc:docMk/>
            <pc:sldMk cId="0" sldId="316"/>
            <ac:spMk id="7" creationId="{00000000-0000-0000-0000-000000000000}"/>
          </ac:spMkLst>
        </pc:spChg>
        <pc:picChg chg="del">
          <ac:chgData name="Garima Singhal" userId="bd23a5c7e7d7f8f6" providerId="LiveId" clId="{EC591A9D-69C0-4B8B-A77C-776535BB2AF6}" dt="2024-10-17T04:32:49.985" v="58" actId="478"/>
          <ac:picMkLst>
            <pc:docMk/>
            <pc:sldMk cId="0" sldId="316"/>
            <ac:picMk id="10" creationId="{00000000-0000-0000-0000-000000000000}"/>
          </ac:picMkLst>
        </pc:picChg>
      </pc:sldChg>
      <pc:sldChg chg="delSp modSp mod">
        <pc:chgData name="Garima Singhal" userId="bd23a5c7e7d7f8f6" providerId="LiveId" clId="{EC591A9D-69C0-4B8B-A77C-776535BB2AF6}" dt="2024-10-17T04:49:29.715" v="355" actId="14100"/>
        <pc:sldMkLst>
          <pc:docMk/>
          <pc:sldMk cId="0" sldId="317"/>
        </pc:sldMkLst>
        <pc:spChg chg="mod">
          <ac:chgData name="Garima Singhal" userId="bd23a5c7e7d7f8f6" providerId="LiveId" clId="{EC591A9D-69C0-4B8B-A77C-776535BB2AF6}" dt="2024-10-17T04:49:29.715" v="355" actId="14100"/>
          <ac:spMkLst>
            <pc:docMk/>
            <pc:sldMk cId="0" sldId="317"/>
            <ac:spMk id="7" creationId="{00000000-0000-0000-0000-000000000000}"/>
          </ac:spMkLst>
        </pc:spChg>
        <pc:picChg chg="del">
          <ac:chgData name="Garima Singhal" userId="bd23a5c7e7d7f8f6" providerId="LiveId" clId="{EC591A9D-69C0-4B8B-A77C-776535BB2AF6}" dt="2024-10-17T04:32:58.641" v="61" actId="478"/>
          <ac:picMkLst>
            <pc:docMk/>
            <pc:sldMk cId="0" sldId="317"/>
            <ac:picMk id="10" creationId="{00000000-0000-0000-0000-000000000000}"/>
          </ac:picMkLst>
        </pc:picChg>
      </pc:sldChg>
      <pc:sldChg chg="delSp modSp mod">
        <pc:chgData name="Garima Singhal" userId="bd23a5c7e7d7f8f6" providerId="LiveId" clId="{EC591A9D-69C0-4B8B-A77C-776535BB2AF6}" dt="2024-10-17T04:49:37.346" v="357" actId="14100"/>
        <pc:sldMkLst>
          <pc:docMk/>
          <pc:sldMk cId="0" sldId="318"/>
        </pc:sldMkLst>
        <pc:spChg chg="mod">
          <ac:chgData name="Garima Singhal" userId="bd23a5c7e7d7f8f6" providerId="LiveId" clId="{EC591A9D-69C0-4B8B-A77C-776535BB2AF6}" dt="2024-10-17T04:49:37.346" v="357" actId="14100"/>
          <ac:spMkLst>
            <pc:docMk/>
            <pc:sldMk cId="0" sldId="318"/>
            <ac:spMk id="7" creationId="{00000000-0000-0000-0000-000000000000}"/>
          </ac:spMkLst>
        </pc:spChg>
        <pc:picChg chg="del">
          <ac:chgData name="Garima Singhal" userId="bd23a5c7e7d7f8f6" providerId="LiveId" clId="{EC591A9D-69C0-4B8B-A77C-776535BB2AF6}" dt="2024-10-17T04:33:00.674" v="62" actId="478"/>
          <ac:picMkLst>
            <pc:docMk/>
            <pc:sldMk cId="0" sldId="318"/>
            <ac:picMk id="10" creationId="{00000000-0000-0000-0000-000000000000}"/>
          </ac:picMkLst>
        </pc:picChg>
      </pc:sldChg>
      <pc:sldChg chg="delSp modSp mod">
        <pc:chgData name="Garima Singhal" userId="bd23a5c7e7d7f8f6" providerId="LiveId" clId="{EC591A9D-69C0-4B8B-A77C-776535BB2AF6}" dt="2024-10-17T04:51:59.203" v="399" actId="14100"/>
        <pc:sldMkLst>
          <pc:docMk/>
          <pc:sldMk cId="0" sldId="319"/>
        </pc:sldMkLst>
        <pc:spChg chg="mod">
          <ac:chgData name="Garima Singhal" userId="bd23a5c7e7d7f8f6" providerId="LiveId" clId="{EC591A9D-69C0-4B8B-A77C-776535BB2AF6}" dt="2024-10-17T04:51:59.203" v="399" actId="14100"/>
          <ac:spMkLst>
            <pc:docMk/>
            <pc:sldMk cId="0" sldId="319"/>
            <ac:spMk id="7" creationId="{00000000-0000-0000-0000-000000000000}"/>
          </ac:spMkLst>
        </pc:spChg>
        <pc:picChg chg="del">
          <ac:chgData name="Garima Singhal" userId="bd23a5c7e7d7f8f6" providerId="LiveId" clId="{EC591A9D-69C0-4B8B-A77C-776535BB2AF6}" dt="2024-10-17T04:33:28.923" v="74" actId="478"/>
          <ac:picMkLst>
            <pc:docMk/>
            <pc:sldMk cId="0" sldId="319"/>
            <ac:picMk id="10" creationId="{00000000-0000-0000-0000-000000000000}"/>
          </ac:picMkLst>
        </pc:picChg>
      </pc:sldChg>
      <pc:sldChg chg="delSp modSp mod">
        <pc:chgData name="Garima Singhal" userId="bd23a5c7e7d7f8f6" providerId="LiveId" clId="{EC591A9D-69C0-4B8B-A77C-776535BB2AF6}" dt="2024-10-17T04:52:06.911" v="401" actId="14100"/>
        <pc:sldMkLst>
          <pc:docMk/>
          <pc:sldMk cId="0" sldId="320"/>
        </pc:sldMkLst>
        <pc:spChg chg="mod">
          <ac:chgData name="Garima Singhal" userId="bd23a5c7e7d7f8f6" providerId="LiveId" clId="{EC591A9D-69C0-4B8B-A77C-776535BB2AF6}" dt="2024-10-17T04:52:06.911" v="401" actId="14100"/>
          <ac:spMkLst>
            <pc:docMk/>
            <pc:sldMk cId="0" sldId="320"/>
            <ac:spMk id="10" creationId="{00000000-0000-0000-0000-000000000000}"/>
          </ac:spMkLst>
        </pc:spChg>
        <pc:picChg chg="del">
          <ac:chgData name="Garima Singhal" userId="bd23a5c7e7d7f8f6" providerId="LiveId" clId="{EC591A9D-69C0-4B8B-A77C-776535BB2AF6}" dt="2024-10-17T04:33:30.781" v="75" actId="478"/>
          <ac:picMkLst>
            <pc:docMk/>
            <pc:sldMk cId="0" sldId="320"/>
            <ac:picMk id="9" creationId="{00000000-0000-0000-0000-000000000000}"/>
          </ac:picMkLst>
        </pc:picChg>
      </pc:sldChg>
      <pc:sldChg chg="delSp modSp mod">
        <pc:chgData name="Garima Singhal" userId="bd23a5c7e7d7f8f6" providerId="LiveId" clId="{EC591A9D-69C0-4B8B-A77C-776535BB2AF6}" dt="2024-10-17T04:52:23.710" v="405" actId="14100"/>
        <pc:sldMkLst>
          <pc:docMk/>
          <pc:sldMk cId="2555220207" sldId="321"/>
        </pc:sldMkLst>
        <pc:spChg chg="mod">
          <ac:chgData name="Garima Singhal" userId="bd23a5c7e7d7f8f6" providerId="LiveId" clId="{EC591A9D-69C0-4B8B-A77C-776535BB2AF6}" dt="2024-10-17T04:52:23.710" v="405" actId="14100"/>
          <ac:spMkLst>
            <pc:docMk/>
            <pc:sldMk cId="2555220207" sldId="321"/>
            <ac:spMk id="7" creationId="{00000000-0000-0000-0000-000000000000}"/>
          </ac:spMkLst>
        </pc:spChg>
        <pc:picChg chg="del">
          <ac:chgData name="Garima Singhal" userId="bd23a5c7e7d7f8f6" providerId="LiveId" clId="{EC591A9D-69C0-4B8B-A77C-776535BB2AF6}" dt="2024-10-17T04:33:35.317" v="77" actId="478"/>
          <ac:picMkLst>
            <pc:docMk/>
            <pc:sldMk cId="2555220207" sldId="321"/>
            <ac:picMk id="11" creationId="{00000000-0000-0000-0000-000000000000}"/>
          </ac:picMkLst>
        </pc:picChg>
      </pc:sldChg>
      <pc:sldChg chg="delSp modSp mod">
        <pc:chgData name="Garima Singhal" userId="bd23a5c7e7d7f8f6" providerId="LiveId" clId="{EC591A9D-69C0-4B8B-A77C-776535BB2AF6}" dt="2024-10-17T04:49:51.407" v="362" actId="14100"/>
        <pc:sldMkLst>
          <pc:docMk/>
          <pc:sldMk cId="0" sldId="364"/>
        </pc:sldMkLst>
        <pc:spChg chg="mod">
          <ac:chgData name="Garima Singhal" userId="bd23a5c7e7d7f8f6" providerId="LiveId" clId="{EC591A9D-69C0-4B8B-A77C-776535BB2AF6}" dt="2024-10-17T04:49:51.407" v="362" actId="14100"/>
          <ac:spMkLst>
            <pc:docMk/>
            <pc:sldMk cId="0" sldId="364"/>
            <ac:spMk id="7" creationId="{00000000-0000-0000-0000-000000000000}"/>
          </ac:spMkLst>
        </pc:spChg>
        <pc:picChg chg="del">
          <ac:chgData name="Garima Singhal" userId="bd23a5c7e7d7f8f6" providerId="LiveId" clId="{EC591A9D-69C0-4B8B-A77C-776535BB2AF6}" dt="2024-10-17T04:49:44.012" v="360" actId="478"/>
          <ac:picMkLst>
            <pc:docMk/>
            <pc:sldMk cId="0" sldId="364"/>
            <ac:picMk id="8" creationId="{00000000-0000-0000-0000-000000000000}"/>
          </ac:picMkLst>
        </pc:picChg>
        <pc:picChg chg="del mod">
          <ac:chgData name="Garima Singhal" userId="bd23a5c7e7d7f8f6" providerId="LiveId" clId="{EC591A9D-69C0-4B8B-A77C-776535BB2AF6}" dt="2024-10-17T04:49:41.604" v="359" actId="478"/>
          <ac:picMkLst>
            <pc:docMk/>
            <pc:sldMk cId="0" sldId="364"/>
            <ac:picMk id="10" creationId="{00000000-0000-0000-0000-000000000000}"/>
          </ac:picMkLst>
        </pc:picChg>
      </pc:sldChg>
      <pc:sldChg chg="delSp modSp mod">
        <pc:chgData name="Garima Singhal" userId="bd23a5c7e7d7f8f6" providerId="LiveId" clId="{EC591A9D-69C0-4B8B-A77C-776535BB2AF6}" dt="2024-10-17T04:50:02.636" v="364" actId="14100"/>
        <pc:sldMkLst>
          <pc:docMk/>
          <pc:sldMk cId="0" sldId="365"/>
        </pc:sldMkLst>
        <pc:spChg chg="mod">
          <ac:chgData name="Garima Singhal" userId="bd23a5c7e7d7f8f6" providerId="LiveId" clId="{EC591A9D-69C0-4B8B-A77C-776535BB2AF6}" dt="2024-10-17T04:50:02.636" v="364" actId="14100"/>
          <ac:spMkLst>
            <pc:docMk/>
            <pc:sldMk cId="0" sldId="365"/>
            <ac:spMk id="7" creationId="{00000000-0000-0000-0000-000000000000}"/>
          </ac:spMkLst>
        </pc:spChg>
        <pc:picChg chg="del">
          <ac:chgData name="Garima Singhal" userId="bd23a5c7e7d7f8f6" providerId="LiveId" clId="{EC591A9D-69C0-4B8B-A77C-776535BB2AF6}" dt="2024-10-17T04:33:03.112" v="63" actId="478"/>
          <ac:picMkLst>
            <pc:docMk/>
            <pc:sldMk cId="0" sldId="365"/>
            <ac:picMk id="10" creationId="{00000000-0000-0000-0000-000000000000}"/>
          </ac:picMkLst>
        </pc:picChg>
      </pc:sldChg>
      <pc:sldChg chg="delSp modSp mod">
        <pc:chgData name="Garima Singhal" userId="bd23a5c7e7d7f8f6" providerId="LiveId" clId="{EC591A9D-69C0-4B8B-A77C-776535BB2AF6}" dt="2024-10-17T04:36:03.932" v="123" actId="14100"/>
        <pc:sldMkLst>
          <pc:docMk/>
          <pc:sldMk cId="0" sldId="368"/>
        </pc:sldMkLst>
        <pc:spChg chg="mod">
          <ac:chgData name="Garima Singhal" userId="bd23a5c7e7d7f8f6" providerId="LiveId" clId="{EC591A9D-69C0-4B8B-A77C-776535BB2AF6}" dt="2024-10-17T04:36:03.932" v="123" actId="14100"/>
          <ac:spMkLst>
            <pc:docMk/>
            <pc:sldMk cId="0" sldId="368"/>
            <ac:spMk id="3" creationId="{00000000-0000-0000-0000-000000000000}"/>
          </ac:spMkLst>
        </pc:spChg>
        <pc:spChg chg="mod">
          <ac:chgData name="Garima Singhal" userId="bd23a5c7e7d7f8f6" providerId="LiveId" clId="{EC591A9D-69C0-4B8B-A77C-776535BB2AF6}" dt="2024-10-17T04:35:56.556" v="121" actId="14100"/>
          <ac:spMkLst>
            <pc:docMk/>
            <pc:sldMk cId="0" sldId="368"/>
            <ac:spMk id="7" creationId="{00000000-0000-0000-0000-000000000000}"/>
          </ac:spMkLst>
        </pc:spChg>
        <pc:picChg chg="del">
          <ac:chgData name="Garima Singhal" userId="bd23a5c7e7d7f8f6" providerId="LiveId" clId="{EC591A9D-69C0-4B8B-A77C-776535BB2AF6}" dt="2024-10-17T04:30:42.786" v="4" actId="478"/>
          <ac:picMkLst>
            <pc:docMk/>
            <pc:sldMk cId="0" sldId="368"/>
            <ac:picMk id="10" creationId="{00000000-0000-0000-0000-000000000000}"/>
          </ac:picMkLst>
        </pc:picChg>
      </pc:sldChg>
      <pc:sldChg chg="delSp modSp mod">
        <pc:chgData name="Garima Singhal" userId="bd23a5c7e7d7f8f6" providerId="LiveId" clId="{EC591A9D-69C0-4B8B-A77C-776535BB2AF6}" dt="2024-10-17T04:50:39.394" v="375" actId="14100"/>
        <pc:sldMkLst>
          <pc:docMk/>
          <pc:sldMk cId="0" sldId="381"/>
        </pc:sldMkLst>
        <pc:spChg chg="mod">
          <ac:chgData name="Garima Singhal" userId="bd23a5c7e7d7f8f6" providerId="LiveId" clId="{EC591A9D-69C0-4B8B-A77C-776535BB2AF6}" dt="2024-10-17T04:50:39.394" v="375" actId="14100"/>
          <ac:spMkLst>
            <pc:docMk/>
            <pc:sldMk cId="0" sldId="381"/>
            <ac:spMk id="3" creationId="{00000000-0000-0000-0000-000000000000}"/>
          </ac:spMkLst>
        </pc:spChg>
        <pc:spChg chg="mod">
          <ac:chgData name="Garima Singhal" userId="bd23a5c7e7d7f8f6" providerId="LiveId" clId="{EC591A9D-69C0-4B8B-A77C-776535BB2AF6}" dt="2024-10-17T04:50:17.955" v="369" actId="14100"/>
          <ac:spMkLst>
            <pc:docMk/>
            <pc:sldMk cId="0" sldId="381"/>
            <ac:spMk id="7" creationId="{00000000-0000-0000-0000-000000000000}"/>
          </ac:spMkLst>
        </pc:spChg>
        <pc:picChg chg="del">
          <ac:chgData name="Garima Singhal" userId="bd23a5c7e7d7f8f6" providerId="LiveId" clId="{EC591A9D-69C0-4B8B-A77C-776535BB2AF6}" dt="2024-10-17T04:33:05.327" v="64" actId="478"/>
          <ac:picMkLst>
            <pc:docMk/>
            <pc:sldMk cId="0" sldId="381"/>
            <ac:picMk id="11" creationId="{00000000-0000-0000-0000-000000000000}"/>
          </ac:picMkLst>
        </pc:picChg>
      </pc:sldChg>
      <pc:sldChg chg="delSp modSp mod">
        <pc:chgData name="Garima Singhal" userId="bd23a5c7e7d7f8f6" providerId="LiveId" clId="{EC591A9D-69C0-4B8B-A77C-776535BB2AF6}" dt="2024-10-17T04:50:30.594" v="374" actId="14100"/>
        <pc:sldMkLst>
          <pc:docMk/>
          <pc:sldMk cId="0" sldId="382"/>
        </pc:sldMkLst>
        <pc:spChg chg="mod">
          <ac:chgData name="Garima Singhal" userId="bd23a5c7e7d7f8f6" providerId="LiveId" clId="{EC591A9D-69C0-4B8B-A77C-776535BB2AF6}" dt="2024-10-17T04:50:30.594" v="374" actId="14100"/>
          <ac:spMkLst>
            <pc:docMk/>
            <pc:sldMk cId="0" sldId="382"/>
            <ac:spMk id="3" creationId="{00000000-0000-0000-0000-000000000000}"/>
          </ac:spMkLst>
        </pc:spChg>
        <pc:spChg chg="mod">
          <ac:chgData name="Garima Singhal" userId="bd23a5c7e7d7f8f6" providerId="LiveId" clId="{EC591A9D-69C0-4B8B-A77C-776535BB2AF6}" dt="2024-10-17T04:50:24.149" v="371" actId="14100"/>
          <ac:spMkLst>
            <pc:docMk/>
            <pc:sldMk cId="0" sldId="382"/>
            <ac:spMk id="7" creationId="{00000000-0000-0000-0000-000000000000}"/>
          </ac:spMkLst>
        </pc:spChg>
        <pc:picChg chg="del">
          <ac:chgData name="Garima Singhal" userId="bd23a5c7e7d7f8f6" providerId="LiveId" clId="{EC591A9D-69C0-4B8B-A77C-776535BB2AF6}" dt="2024-10-17T04:33:08.920" v="65" actId="478"/>
          <ac:picMkLst>
            <pc:docMk/>
            <pc:sldMk cId="0" sldId="382"/>
            <ac:picMk id="11" creationId="{00000000-0000-0000-0000-000000000000}"/>
          </ac:picMkLst>
        </pc:picChg>
      </pc:sldChg>
      <pc:sldChg chg="delSp modSp mod">
        <pc:chgData name="Garima Singhal" userId="bd23a5c7e7d7f8f6" providerId="LiveId" clId="{EC591A9D-69C0-4B8B-A77C-776535BB2AF6}" dt="2024-10-17T04:50:51.579" v="379" actId="14100"/>
        <pc:sldMkLst>
          <pc:docMk/>
          <pc:sldMk cId="0" sldId="383"/>
        </pc:sldMkLst>
        <pc:spChg chg="mod">
          <ac:chgData name="Garima Singhal" userId="bd23a5c7e7d7f8f6" providerId="LiveId" clId="{EC591A9D-69C0-4B8B-A77C-776535BB2AF6}" dt="2024-10-17T04:50:45.405" v="377" actId="14100"/>
          <ac:spMkLst>
            <pc:docMk/>
            <pc:sldMk cId="0" sldId="383"/>
            <ac:spMk id="3" creationId="{00000000-0000-0000-0000-000000000000}"/>
          </ac:spMkLst>
        </pc:spChg>
        <pc:spChg chg="mod">
          <ac:chgData name="Garima Singhal" userId="bd23a5c7e7d7f8f6" providerId="LiveId" clId="{EC591A9D-69C0-4B8B-A77C-776535BB2AF6}" dt="2024-10-17T04:50:51.579" v="379" actId="14100"/>
          <ac:spMkLst>
            <pc:docMk/>
            <pc:sldMk cId="0" sldId="383"/>
            <ac:spMk id="7" creationId="{00000000-0000-0000-0000-000000000000}"/>
          </ac:spMkLst>
        </pc:spChg>
        <pc:picChg chg="del mod">
          <ac:chgData name="Garima Singhal" userId="bd23a5c7e7d7f8f6" providerId="LiveId" clId="{EC591A9D-69C0-4B8B-A77C-776535BB2AF6}" dt="2024-10-17T04:33:12.076" v="67" actId="478"/>
          <ac:picMkLst>
            <pc:docMk/>
            <pc:sldMk cId="0" sldId="383"/>
            <ac:picMk id="11" creationId="{00000000-0000-0000-0000-000000000000}"/>
          </ac:picMkLst>
        </pc:picChg>
      </pc:sldChg>
      <pc:sldChg chg="delSp modSp mod">
        <pc:chgData name="Garima Singhal" userId="bd23a5c7e7d7f8f6" providerId="LiveId" clId="{EC591A9D-69C0-4B8B-A77C-776535BB2AF6}" dt="2024-10-17T04:51:03.938" v="383" actId="14100"/>
        <pc:sldMkLst>
          <pc:docMk/>
          <pc:sldMk cId="0" sldId="384"/>
        </pc:sldMkLst>
        <pc:spChg chg="mod">
          <ac:chgData name="Garima Singhal" userId="bd23a5c7e7d7f8f6" providerId="LiveId" clId="{EC591A9D-69C0-4B8B-A77C-776535BB2AF6}" dt="2024-10-17T04:51:03.938" v="383" actId="14100"/>
          <ac:spMkLst>
            <pc:docMk/>
            <pc:sldMk cId="0" sldId="384"/>
            <ac:spMk id="3" creationId="{00000000-0000-0000-0000-000000000000}"/>
          </ac:spMkLst>
        </pc:spChg>
        <pc:spChg chg="mod">
          <ac:chgData name="Garima Singhal" userId="bd23a5c7e7d7f8f6" providerId="LiveId" clId="{EC591A9D-69C0-4B8B-A77C-776535BB2AF6}" dt="2024-10-17T04:50:58.597" v="381" actId="14100"/>
          <ac:spMkLst>
            <pc:docMk/>
            <pc:sldMk cId="0" sldId="384"/>
            <ac:spMk id="7" creationId="{00000000-0000-0000-0000-000000000000}"/>
          </ac:spMkLst>
        </pc:spChg>
        <pc:picChg chg="del">
          <ac:chgData name="Garima Singhal" userId="bd23a5c7e7d7f8f6" providerId="LiveId" clId="{EC591A9D-69C0-4B8B-A77C-776535BB2AF6}" dt="2024-10-17T04:33:14.334" v="68" actId="478"/>
          <ac:picMkLst>
            <pc:docMk/>
            <pc:sldMk cId="0" sldId="384"/>
            <ac:picMk id="11" creationId="{00000000-0000-0000-0000-000000000000}"/>
          </ac:picMkLst>
        </pc:picChg>
      </pc:sldChg>
      <pc:sldChg chg="delSp modSp mod">
        <pc:chgData name="Garima Singhal" userId="bd23a5c7e7d7f8f6" providerId="LiveId" clId="{EC591A9D-69C0-4B8B-A77C-776535BB2AF6}" dt="2024-10-17T04:51:20.503" v="389" actId="14100"/>
        <pc:sldMkLst>
          <pc:docMk/>
          <pc:sldMk cId="0" sldId="385"/>
        </pc:sldMkLst>
        <pc:spChg chg="mod">
          <ac:chgData name="Garima Singhal" userId="bd23a5c7e7d7f8f6" providerId="LiveId" clId="{EC591A9D-69C0-4B8B-A77C-776535BB2AF6}" dt="2024-10-17T04:51:20.503" v="389" actId="14100"/>
          <ac:spMkLst>
            <pc:docMk/>
            <pc:sldMk cId="0" sldId="385"/>
            <ac:spMk id="3" creationId="{00000000-0000-0000-0000-000000000000}"/>
          </ac:spMkLst>
        </pc:spChg>
        <pc:spChg chg="mod">
          <ac:chgData name="Garima Singhal" userId="bd23a5c7e7d7f8f6" providerId="LiveId" clId="{EC591A9D-69C0-4B8B-A77C-776535BB2AF6}" dt="2024-10-17T04:51:12.728" v="386" actId="14100"/>
          <ac:spMkLst>
            <pc:docMk/>
            <pc:sldMk cId="0" sldId="385"/>
            <ac:spMk id="7" creationId="{00000000-0000-0000-0000-000000000000}"/>
          </ac:spMkLst>
        </pc:spChg>
        <pc:picChg chg="del">
          <ac:chgData name="Garima Singhal" userId="bd23a5c7e7d7f8f6" providerId="LiveId" clId="{EC591A9D-69C0-4B8B-A77C-776535BB2AF6}" dt="2024-10-17T04:33:16.707" v="69" actId="478"/>
          <ac:picMkLst>
            <pc:docMk/>
            <pc:sldMk cId="0" sldId="385"/>
            <ac:picMk id="11" creationId="{00000000-0000-0000-0000-000000000000}"/>
          </ac:picMkLst>
        </pc:picChg>
      </pc:sldChg>
      <pc:sldChg chg="delSp modSp mod">
        <pc:chgData name="Garima Singhal" userId="bd23a5c7e7d7f8f6" providerId="LiveId" clId="{EC591A9D-69C0-4B8B-A77C-776535BB2AF6}" dt="2024-10-17T04:34:58.943" v="109" actId="14100"/>
        <pc:sldMkLst>
          <pc:docMk/>
          <pc:sldMk cId="2555220207" sldId="395"/>
        </pc:sldMkLst>
        <pc:spChg chg="mod">
          <ac:chgData name="Garima Singhal" userId="bd23a5c7e7d7f8f6" providerId="LiveId" clId="{EC591A9D-69C0-4B8B-A77C-776535BB2AF6}" dt="2024-10-17T04:34:51.456" v="107" actId="14100"/>
          <ac:spMkLst>
            <pc:docMk/>
            <pc:sldMk cId="2555220207" sldId="395"/>
            <ac:spMk id="7" creationId="{00000000-0000-0000-0000-000000000000}"/>
          </ac:spMkLst>
        </pc:spChg>
        <pc:spChg chg="mod">
          <ac:chgData name="Garima Singhal" userId="bd23a5c7e7d7f8f6" providerId="LiveId" clId="{EC591A9D-69C0-4B8B-A77C-776535BB2AF6}" dt="2024-10-17T04:34:58.943" v="109" actId="14100"/>
          <ac:spMkLst>
            <pc:docMk/>
            <pc:sldMk cId="2555220207" sldId="395"/>
            <ac:spMk id="9" creationId="{00000000-0000-0000-0000-000000000000}"/>
          </ac:spMkLst>
        </pc:spChg>
        <pc:picChg chg="del">
          <ac:chgData name="Garima Singhal" userId="bd23a5c7e7d7f8f6" providerId="LiveId" clId="{EC591A9D-69C0-4B8B-A77C-776535BB2AF6}" dt="2024-10-17T04:30:26.819" v="0" actId="478"/>
          <ac:picMkLst>
            <pc:docMk/>
            <pc:sldMk cId="2555220207" sldId="395"/>
            <ac:picMk id="11" creationId="{00000000-0000-0000-0000-000000000000}"/>
          </ac:picMkLst>
        </pc:picChg>
      </pc:sldChg>
      <pc:sldChg chg="delSp modSp mod">
        <pc:chgData name="Garima Singhal" userId="bd23a5c7e7d7f8f6" providerId="LiveId" clId="{EC591A9D-69C0-4B8B-A77C-776535BB2AF6}" dt="2024-10-17T04:35:31.781" v="117" actId="14100"/>
        <pc:sldMkLst>
          <pc:docMk/>
          <pc:sldMk cId="2555220207" sldId="396"/>
        </pc:sldMkLst>
        <pc:spChg chg="mod">
          <ac:chgData name="Garima Singhal" userId="bd23a5c7e7d7f8f6" providerId="LiveId" clId="{EC591A9D-69C0-4B8B-A77C-776535BB2AF6}" dt="2024-10-17T04:35:31.781" v="117" actId="14100"/>
          <ac:spMkLst>
            <pc:docMk/>
            <pc:sldMk cId="2555220207" sldId="396"/>
            <ac:spMk id="7" creationId="{00000000-0000-0000-0000-000000000000}"/>
          </ac:spMkLst>
        </pc:spChg>
        <pc:spChg chg="mod">
          <ac:chgData name="Garima Singhal" userId="bd23a5c7e7d7f8f6" providerId="LiveId" clId="{EC591A9D-69C0-4B8B-A77C-776535BB2AF6}" dt="2024-10-17T04:35:24.818" v="115" actId="14100"/>
          <ac:spMkLst>
            <pc:docMk/>
            <pc:sldMk cId="2555220207" sldId="396"/>
            <ac:spMk id="9" creationId="{00000000-0000-0000-0000-000000000000}"/>
          </ac:spMkLst>
        </pc:spChg>
        <pc:picChg chg="del">
          <ac:chgData name="Garima Singhal" userId="bd23a5c7e7d7f8f6" providerId="LiveId" clId="{EC591A9D-69C0-4B8B-A77C-776535BB2AF6}" dt="2024-10-17T04:30:38.263" v="2" actId="478"/>
          <ac:picMkLst>
            <pc:docMk/>
            <pc:sldMk cId="2555220207" sldId="396"/>
            <ac:picMk id="11" creationId="{00000000-0000-0000-0000-000000000000}"/>
          </ac:picMkLst>
        </pc:picChg>
      </pc:sldChg>
      <pc:sldChg chg="delSp modSp mod">
        <pc:chgData name="Garima Singhal" userId="bd23a5c7e7d7f8f6" providerId="LiveId" clId="{EC591A9D-69C0-4B8B-A77C-776535BB2AF6}" dt="2024-10-17T04:50:10.766" v="367" actId="14100"/>
        <pc:sldMkLst>
          <pc:docMk/>
          <pc:sldMk cId="0" sldId="398"/>
        </pc:sldMkLst>
        <pc:spChg chg="mod">
          <ac:chgData name="Garima Singhal" userId="bd23a5c7e7d7f8f6" providerId="LiveId" clId="{EC591A9D-69C0-4B8B-A77C-776535BB2AF6}" dt="2024-10-17T04:50:10.766" v="367" actId="14100"/>
          <ac:spMkLst>
            <pc:docMk/>
            <pc:sldMk cId="0" sldId="398"/>
            <ac:spMk id="7" creationId="{00000000-0000-0000-0000-000000000000}"/>
          </ac:spMkLst>
        </pc:spChg>
        <pc:picChg chg="del">
          <ac:chgData name="Garima Singhal" userId="bd23a5c7e7d7f8f6" providerId="LiveId" clId="{EC591A9D-69C0-4B8B-A77C-776535BB2AF6}" dt="2024-10-17T04:50:05.427" v="365" actId="478"/>
          <ac:picMkLst>
            <pc:docMk/>
            <pc:sldMk cId="0" sldId="398"/>
            <ac:picMk id="11" creationId="{00000000-0000-0000-0000-000000000000}"/>
          </ac:picMkLst>
        </pc:picChg>
      </pc:sldChg>
      <pc:sldChg chg="delSp modSp mod">
        <pc:chgData name="Garima Singhal" userId="bd23a5c7e7d7f8f6" providerId="LiveId" clId="{EC591A9D-69C0-4B8B-A77C-776535BB2AF6}" dt="2024-10-17T04:35:40.208" v="119" actId="14100"/>
        <pc:sldMkLst>
          <pc:docMk/>
          <pc:sldMk cId="2555220207" sldId="399"/>
        </pc:sldMkLst>
        <pc:spChg chg="mod">
          <ac:chgData name="Garima Singhal" userId="bd23a5c7e7d7f8f6" providerId="LiveId" clId="{EC591A9D-69C0-4B8B-A77C-776535BB2AF6}" dt="2024-10-17T04:35:40.208" v="119" actId="14100"/>
          <ac:spMkLst>
            <pc:docMk/>
            <pc:sldMk cId="2555220207" sldId="399"/>
            <ac:spMk id="7" creationId="{00000000-0000-0000-0000-000000000000}"/>
          </ac:spMkLst>
        </pc:spChg>
        <pc:picChg chg="del">
          <ac:chgData name="Garima Singhal" userId="bd23a5c7e7d7f8f6" providerId="LiveId" clId="{EC591A9D-69C0-4B8B-A77C-776535BB2AF6}" dt="2024-10-17T04:30:40.610" v="3" actId="478"/>
          <ac:picMkLst>
            <pc:docMk/>
            <pc:sldMk cId="2555220207" sldId="399"/>
            <ac:picMk id="9" creationId="{00000000-0000-0000-0000-000000000000}"/>
          </ac:picMkLst>
        </pc:picChg>
      </pc:sldChg>
      <pc:sldChg chg="modSp mod">
        <pc:chgData name="Garima Singhal" userId="bd23a5c7e7d7f8f6" providerId="LiveId" clId="{EC591A9D-69C0-4B8B-A77C-776535BB2AF6}" dt="2024-10-17T04:54:32.926" v="426" actId="14100"/>
        <pc:sldMkLst>
          <pc:docMk/>
          <pc:sldMk cId="0" sldId="400"/>
        </pc:sldMkLst>
        <pc:spChg chg="mod">
          <ac:chgData name="Garima Singhal" userId="bd23a5c7e7d7f8f6" providerId="LiveId" clId="{EC591A9D-69C0-4B8B-A77C-776535BB2AF6}" dt="2024-10-17T04:54:32.926" v="426" actId="14100"/>
          <ac:spMkLst>
            <pc:docMk/>
            <pc:sldMk cId="0" sldId="400"/>
            <ac:spMk id="7" creationId="{00000000-0000-0000-0000-000000000000}"/>
          </ac:spMkLst>
        </pc:spChg>
      </pc:sldChg>
      <pc:sldChg chg="modSp mod">
        <pc:chgData name="Garima Singhal" userId="bd23a5c7e7d7f8f6" providerId="LiveId" clId="{EC591A9D-69C0-4B8B-A77C-776535BB2AF6}" dt="2024-10-17T04:54:50.183" v="430" actId="14100"/>
        <pc:sldMkLst>
          <pc:docMk/>
          <pc:sldMk cId="0" sldId="401"/>
        </pc:sldMkLst>
        <pc:spChg chg="mod">
          <ac:chgData name="Garima Singhal" userId="bd23a5c7e7d7f8f6" providerId="LiveId" clId="{EC591A9D-69C0-4B8B-A77C-776535BB2AF6}" dt="2024-10-17T04:54:50.183" v="430" actId="14100"/>
          <ac:spMkLst>
            <pc:docMk/>
            <pc:sldMk cId="0" sldId="401"/>
            <ac:spMk id="7" creationId="{00000000-0000-0000-0000-000000000000}"/>
          </ac:spMkLst>
        </pc:spChg>
        <pc:graphicFrameChg chg="mod modGraphic">
          <ac:chgData name="Garima Singhal" userId="bd23a5c7e7d7f8f6" providerId="LiveId" clId="{EC591A9D-69C0-4B8B-A77C-776535BB2AF6}" dt="2024-10-17T04:54:45.826" v="429" actId="14100"/>
          <ac:graphicFrameMkLst>
            <pc:docMk/>
            <pc:sldMk cId="0" sldId="401"/>
            <ac:graphicFrameMk id="9" creationId="{00000000-0000-0000-0000-000000000000}"/>
          </ac:graphicFrameMkLst>
        </pc:graphicFrameChg>
      </pc:sldChg>
      <pc:sldChg chg="modSp mod">
        <pc:chgData name="Garima Singhal" userId="bd23a5c7e7d7f8f6" providerId="LiveId" clId="{EC591A9D-69C0-4B8B-A77C-776535BB2AF6}" dt="2024-10-17T04:55:15.304" v="436" actId="14100"/>
        <pc:sldMkLst>
          <pc:docMk/>
          <pc:sldMk cId="0" sldId="402"/>
        </pc:sldMkLst>
        <pc:spChg chg="mod">
          <ac:chgData name="Garima Singhal" userId="bd23a5c7e7d7f8f6" providerId="LiveId" clId="{EC591A9D-69C0-4B8B-A77C-776535BB2AF6}" dt="2024-10-17T04:55:15.304" v="436" actId="14100"/>
          <ac:spMkLst>
            <pc:docMk/>
            <pc:sldMk cId="0" sldId="402"/>
            <ac:spMk id="7" creationId="{00000000-0000-0000-0000-000000000000}"/>
          </ac:spMkLst>
        </pc:spChg>
        <pc:graphicFrameChg chg="mod modGraphic">
          <ac:chgData name="Garima Singhal" userId="bd23a5c7e7d7f8f6" providerId="LiveId" clId="{EC591A9D-69C0-4B8B-A77C-776535BB2AF6}" dt="2024-10-17T04:55:09.087" v="435" actId="14100"/>
          <ac:graphicFrameMkLst>
            <pc:docMk/>
            <pc:sldMk cId="0" sldId="402"/>
            <ac:graphicFrameMk id="9" creationId="{00000000-0000-0000-0000-000000000000}"/>
          </ac:graphicFrameMkLst>
        </pc:graphicFrameChg>
      </pc:sldChg>
      <pc:sldChg chg="delSp modSp mod">
        <pc:chgData name="Garima Singhal" userId="bd23a5c7e7d7f8f6" providerId="LiveId" clId="{EC591A9D-69C0-4B8B-A77C-776535BB2AF6}" dt="2024-10-17T04:51:27.811" v="391" actId="14100"/>
        <pc:sldMkLst>
          <pc:docMk/>
          <pc:sldMk cId="0" sldId="403"/>
        </pc:sldMkLst>
        <pc:spChg chg="mod">
          <ac:chgData name="Garima Singhal" userId="bd23a5c7e7d7f8f6" providerId="LiveId" clId="{EC591A9D-69C0-4B8B-A77C-776535BB2AF6}" dt="2024-10-17T04:51:27.811" v="391" actId="14100"/>
          <ac:spMkLst>
            <pc:docMk/>
            <pc:sldMk cId="0" sldId="403"/>
            <ac:spMk id="7" creationId="{00000000-0000-0000-0000-000000000000}"/>
          </ac:spMkLst>
        </pc:spChg>
        <pc:picChg chg="del">
          <ac:chgData name="Garima Singhal" userId="bd23a5c7e7d7f8f6" providerId="LiveId" clId="{EC591A9D-69C0-4B8B-A77C-776535BB2AF6}" dt="2024-10-17T04:33:19.453" v="70" actId="478"/>
          <ac:picMkLst>
            <pc:docMk/>
            <pc:sldMk cId="0" sldId="403"/>
            <ac:picMk id="9" creationId="{00000000-0000-0000-0000-000000000000}"/>
          </ac:picMkLst>
        </pc:picChg>
      </pc:sldChg>
      <pc:sldChg chg="delSp modSp mod">
        <pc:chgData name="Garima Singhal" userId="bd23a5c7e7d7f8f6" providerId="LiveId" clId="{EC591A9D-69C0-4B8B-A77C-776535BB2AF6}" dt="2024-10-17T04:51:34.900" v="393" actId="14100"/>
        <pc:sldMkLst>
          <pc:docMk/>
          <pc:sldMk cId="0" sldId="404"/>
        </pc:sldMkLst>
        <pc:spChg chg="mod">
          <ac:chgData name="Garima Singhal" userId="bd23a5c7e7d7f8f6" providerId="LiveId" clId="{EC591A9D-69C0-4B8B-A77C-776535BB2AF6}" dt="2024-10-17T04:51:34.900" v="393" actId="14100"/>
          <ac:spMkLst>
            <pc:docMk/>
            <pc:sldMk cId="0" sldId="404"/>
            <ac:spMk id="7" creationId="{00000000-0000-0000-0000-000000000000}"/>
          </ac:spMkLst>
        </pc:spChg>
        <pc:picChg chg="del">
          <ac:chgData name="Garima Singhal" userId="bd23a5c7e7d7f8f6" providerId="LiveId" clId="{EC591A9D-69C0-4B8B-A77C-776535BB2AF6}" dt="2024-10-17T04:33:22.751" v="71" actId="478"/>
          <ac:picMkLst>
            <pc:docMk/>
            <pc:sldMk cId="0" sldId="404"/>
            <ac:picMk id="9" creationId="{00000000-0000-0000-0000-000000000000}"/>
          </ac:picMkLst>
        </pc:picChg>
      </pc:sldChg>
      <pc:sldChg chg="delSp modSp mod">
        <pc:chgData name="Garima Singhal" userId="bd23a5c7e7d7f8f6" providerId="LiveId" clId="{EC591A9D-69C0-4B8B-A77C-776535BB2AF6}" dt="2024-10-17T04:51:43.043" v="395" actId="14100"/>
        <pc:sldMkLst>
          <pc:docMk/>
          <pc:sldMk cId="0" sldId="405"/>
        </pc:sldMkLst>
        <pc:spChg chg="mod">
          <ac:chgData name="Garima Singhal" userId="bd23a5c7e7d7f8f6" providerId="LiveId" clId="{EC591A9D-69C0-4B8B-A77C-776535BB2AF6}" dt="2024-10-17T04:51:43.043" v="395" actId="14100"/>
          <ac:spMkLst>
            <pc:docMk/>
            <pc:sldMk cId="0" sldId="405"/>
            <ac:spMk id="7" creationId="{00000000-0000-0000-0000-000000000000}"/>
          </ac:spMkLst>
        </pc:spChg>
        <pc:picChg chg="del">
          <ac:chgData name="Garima Singhal" userId="bd23a5c7e7d7f8f6" providerId="LiveId" clId="{EC591A9D-69C0-4B8B-A77C-776535BB2AF6}" dt="2024-10-17T04:33:24.536" v="72" actId="478"/>
          <ac:picMkLst>
            <pc:docMk/>
            <pc:sldMk cId="0" sldId="405"/>
            <ac:picMk id="9" creationId="{00000000-0000-0000-0000-000000000000}"/>
          </ac:picMkLst>
        </pc:picChg>
      </pc:sldChg>
      <pc:sldChg chg="modSp mod">
        <pc:chgData name="Garima Singhal" userId="bd23a5c7e7d7f8f6" providerId="LiveId" clId="{EC591A9D-69C0-4B8B-A77C-776535BB2AF6}" dt="2024-10-17T04:55:37.389" v="441" actId="14100"/>
        <pc:sldMkLst>
          <pc:docMk/>
          <pc:sldMk cId="2392440632" sldId="406"/>
        </pc:sldMkLst>
        <pc:spChg chg="mod">
          <ac:chgData name="Garima Singhal" userId="bd23a5c7e7d7f8f6" providerId="LiveId" clId="{EC591A9D-69C0-4B8B-A77C-776535BB2AF6}" dt="2024-10-17T04:55:26.266" v="438" actId="14100"/>
          <ac:spMkLst>
            <pc:docMk/>
            <pc:sldMk cId="2392440632" sldId="406"/>
            <ac:spMk id="2" creationId="{00000000-0000-0000-0000-000000000000}"/>
          </ac:spMkLst>
        </pc:spChg>
        <pc:spChg chg="mod">
          <ac:chgData name="Garima Singhal" userId="bd23a5c7e7d7f8f6" providerId="LiveId" clId="{EC591A9D-69C0-4B8B-A77C-776535BB2AF6}" dt="2024-10-17T04:55:37.389" v="441" actId="14100"/>
          <ac:spMkLst>
            <pc:docMk/>
            <pc:sldMk cId="2392440632" sldId="406"/>
            <ac:spMk id="6" creationId="{00000000-0000-0000-0000-000000000000}"/>
          </ac:spMkLst>
        </pc:spChg>
        <pc:picChg chg="mod">
          <ac:chgData name="Garima Singhal" userId="bd23a5c7e7d7f8f6" providerId="LiveId" clId="{EC591A9D-69C0-4B8B-A77C-776535BB2AF6}" dt="2024-10-17T04:55:32.500" v="440" actId="1076"/>
          <ac:picMkLst>
            <pc:docMk/>
            <pc:sldMk cId="2392440632" sldId="406"/>
            <ac:picMk id="3" creationId="{F35F1D17-2073-35D0-8E8F-48AF6F53D1F0}"/>
          </ac:picMkLst>
        </pc:picChg>
      </pc:sldChg>
      <pc:sldChg chg="modSp mod">
        <pc:chgData name="Garima Singhal" userId="bd23a5c7e7d7f8f6" providerId="LiveId" clId="{EC591A9D-69C0-4B8B-A77C-776535BB2AF6}" dt="2024-10-17T04:34:40.342" v="105" actId="14100"/>
        <pc:sldMkLst>
          <pc:docMk/>
          <pc:sldMk cId="3387897546" sldId="407"/>
        </pc:sldMkLst>
        <pc:spChg chg="mod">
          <ac:chgData name="Garima Singhal" userId="bd23a5c7e7d7f8f6" providerId="LiveId" clId="{EC591A9D-69C0-4B8B-A77C-776535BB2AF6}" dt="2024-10-17T04:34:40.342" v="105" actId="14100"/>
          <ac:spMkLst>
            <pc:docMk/>
            <pc:sldMk cId="3387897546" sldId="407"/>
            <ac:spMk id="7" creationId="{00000000-0000-0000-0000-000000000000}"/>
          </ac:spMkLst>
        </pc:spChg>
        <pc:spChg chg="mod">
          <ac:chgData name="Garima Singhal" userId="bd23a5c7e7d7f8f6" providerId="LiveId" clId="{EC591A9D-69C0-4B8B-A77C-776535BB2AF6}" dt="2024-10-17T04:34:32.817" v="102" actId="20577"/>
          <ac:spMkLst>
            <pc:docMk/>
            <pc:sldMk cId="3387897546" sldId="407"/>
            <ac:spMk id="9" creationId="{00000000-0000-0000-0000-000000000000}"/>
          </ac:spMkLst>
        </pc:spChg>
      </pc:sldChg>
      <pc:sldChg chg="delSp modSp mod">
        <pc:chgData name="Garima Singhal" userId="bd23a5c7e7d7f8f6" providerId="LiveId" clId="{EC591A9D-69C0-4B8B-A77C-776535BB2AF6}" dt="2024-10-17T04:35:15.225" v="113" actId="14100"/>
        <pc:sldMkLst>
          <pc:docMk/>
          <pc:sldMk cId="2633750075" sldId="409"/>
        </pc:sldMkLst>
        <pc:spChg chg="mod">
          <ac:chgData name="Garima Singhal" userId="bd23a5c7e7d7f8f6" providerId="LiveId" clId="{EC591A9D-69C0-4B8B-A77C-776535BB2AF6}" dt="2024-10-17T04:35:15.225" v="113" actId="14100"/>
          <ac:spMkLst>
            <pc:docMk/>
            <pc:sldMk cId="2633750075" sldId="409"/>
            <ac:spMk id="7" creationId="{00000000-0000-0000-0000-000000000000}"/>
          </ac:spMkLst>
        </pc:spChg>
        <pc:spChg chg="mod">
          <ac:chgData name="Garima Singhal" userId="bd23a5c7e7d7f8f6" providerId="LiveId" clId="{EC591A9D-69C0-4B8B-A77C-776535BB2AF6}" dt="2024-10-17T04:35:07.687" v="111" actId="14100"/>
          <ac:spMkLst>
            <pc:docMk/>
            <pc:sldMk cId="2633750075" sldId="409"/>
            <ac:spMk id="9" creationId="{00000000-0000-0000-0000-000000000000}"/>
          </ac:spMkLst>
        </pc:spChg>
        <pc:picChg chg="del">
          <ac:chgData name="Garima Singhal" userId="bd23a5c7e7d7f8f6" providerId="LiveId" clId="{EC591A9D-69C0-4B8B-A77C-776535BB2AF6}" dt="2024-10-17T04:30:34.295" v="1" actId="478"/>
          <ac:picMkLst>
            <pc:docMk/>
            <pc:sldMk cId="2633750075" sldId="409"/>
            <ac:picMk id="8" creationId="{00000000-0000-0000-0000-000000000000}"/>
          </ac:picMkLst>
        </pc:picChg>
      </pc:sldChg>
      <pc:sldChg chg="delSp modSp mod">
        <pc:chgData name="Garima Singhal" userId="bd23a5c7e7d7f8f6" providerId="LiveId" clId="{EC591A9D-69C0-4B8B-A77C-776535BB2AF6}" dt="2024-10-17T04:48:42.330" v="343" actId="14100"/>
        <pc:sldMkLst>
          <pc:docMk/>
          <pc:sldMk cId="3195517712" sldId="431"/>
        </pc:sldMkLst>
        <pc:spChg chg="mod">
          <ac:chgData name="Garima Singhal" userId="bd23a5c7e7d7f8f6" providerId="LiveId" clId="{EC591A9D-69C0-4B8B-A77C-776535BB2AF6}" dt="2024-10-17T04:48:42.330" v="343" actId="14100"/>
          <ac:spMkLst>
            <pc:docMk/>
            <pc:sldMk cId="3195517712" sldId="431"/>
            <ac:spMk id="7" creationId="{00000000-0000-0000-0000-000000000000}"/>
          </ac:spMkLst>
        </pc:spChg>
        <pc:picChg chg="del">
          <ac:chgData name="Garima Singhal" userId="bd23a5c7e7d7f8f6" providerId="LiveId" clId="{EC591A9D-69C0-4B8B-A77C-776535BB2AF6}" dt="2024-10-17T04:32:42.264" v="53" actId="478"/>
          <ac:picMkLst>
            <pc:docMk/>
            <pc:sldMk cId="3195517712" sldId="431"/>
            <ac:picMk id="8" creationId="{00000000-0000-0000-0000-000000000000}"/>
          </ac:picMkLst>
        </pc:picChg>
      </pc:sldChg>
      <pc:sldChg chg="delSp modSp mod">
        <pc:chgData name="Garima Singhal" userId="bd23a5c7e7d7f8f6" providerId="LiveId" clId="{EC591A9D-69C0-4B8B-A77C-776535BB2AF6}" dt="2024-10-17T04:36:24.869" v="127" actId="14100"/>
        <pc:sldMkLst>
          <pc:docMk/>
          <pc:sldMk cId="1829383650" sldId="444"/>
        </pc:sldMkLst>
        <pc:spChg chg="mod">
          <ac:chgData name="Garima Singhal" userId="bd23a5c7e7d7f8f6" providerId="LiveId" clId="{EC591A9D-69C0-4B8B-A77C-776535BB2AF6}" dt="2024-10-17T04:36:24.869" v="127" actId="14100"/>
          <ac:spMkLst>
            <pc:docMk/>
            <pc:sldMk cId="1829383650" sldId="444"/>
            <ac:spMk id="7" creationId="{00000000-0000-0000-0000-000000000000}"/>
          </ac:spMkLst>
        </pc:spChg>
        <pc:graphicFrameChg chg="mod modGraphic">
          <ac:chgData name="Garima Singhal" userId="bd23a5c7e7d7f8f6" providerId="LiveId" clId="{EC591A9D-69C0-4B8B-A77C-776535BB2AF6}" dt="2024-10-17T04:36:16.122" v="125" actId="14100"/>
          <ac:graphicFrameMkLst>
            <pc:docMk/>
            <pc:sldMk cId="1829383650" sldId="444"/>
            <ac:graphicFrameMk id="9" creationId="{00000000-0000-0000-0000-000000000000}"/>
          </ac:graphicFrameMkLst>
        </pc:graphicFrameChg>
        <pc:picChg chg="del">
          <ac:chgData name="Garima Singhal" userId="bd23a5c7e7d7f8f6" providerId="LiveId" clId="{EC591A9D-69C0-4B8B-A77C-776535BB2AF6}" dt="2024-10-17T04:30:45.842" v="5" actId="478"/>
          <ac:picMkLst>
            <pc:docMk/>
            <pc:sldMk cId="1829383650" sldId="444"/>
            <ac:picMk id="8" creationId="{00000000-0000-0000-0000-000000000000}"/>
          </ac:picMkLst>
        </pc:picChg>
      </pc:sldChg>
      <pc:sldChg chg="delSp modSp mod">
        <pc:chgData name="Garima Singhal" userId="bd23a5c7e7d7f8f6" providerId="LiveId" clId="{EC591A9D-69C0-4B8B-A77C-776535BB2AF6}" dt="2024-10-17T04:36:41.639" v="132" actId="14100"/>
        <pc:sldMkLst>
          <pc:docMk/>
          <pc:sldMk cId="1779745544" sldId="445"/>
        </pc:sldMkLst>
        <pc:spChg chg="mod">
          <ac:chgData name="Garima Singhal" userId="bd23a5c7e7d7f8f6" providerId="LiveId" clId="{EC591A9D-69C0-4B8B-A77C-776535BB2AF6}" dt="2024-10-17T04:36:41.639" v="132" actId="14100"/>
          <ac:spMkLst>
            <pc:docMk/>
            <pc:sldMk cId="1779745544" sldId="445"/>
            <ac:spMk id="3" creationId="{00000000-0000-0000-0000-000000000000}"/>
          </ac:spMkLst>
        </pc:spChg>
        <pc:spChg chg="mod">
          <ac:chgData name="Garima Singhal" userId="bd23a5c7e7d7f8f6" providerId="LiveId" clId="{EC591A9D-69C0-4B8B-A77C-776535BB2AF6}" dt="2024-10-17T04:36:34.274" v="129" actId="14100"/>
          <ac:spMkLst>
            <pc:docMk/>
            <pc:sldMk cId="1779745544" sldId="445"/>
            <ac:spMk id="7" creationId="{00000000-0000-0000-0000-000000000000}"/>
          </ac:spMkLst>
        </pc:spChg>
        <pc:picChg chg="del">
          <ac:chgData name="Garima Singhal" userId="bd23a5c7e7d7f8f6" providerId="LiveId" clId="{EC591A9D-69C0-4B8B-A77C-776535BB2AF6}" dt="2024-10-17T04:30:49.675" v="6" actId="478"/>
          <ac:picMkLst>
            <pc:docMk/>
            <pc:sldMk cId="1779745544" sldId="445"/>
            <ac:picMk id="8" creationId="{00000000-0000-0000-0000-000000000000}"/>
          </ac:picMkLst>
        </pc:picChg>
      </pc:sldChg>
      <pc:sldChg chg="delSp modSp mod">
        <pc:chgData name="Garima Singhal" userId="bd23a5c7e7d7f8f6" providerId="LiveId" clId="{EC591A9D-69C0-4B8B-A77C-776535BB2AF6}" dt="2024-10-17T04:36:56.233" v="136" actId="14100"/>
        <pc:sldMkLst>
          <pc:docMk/>
          <pc:sldMk cId="3531979847" sldId="446"/>
        </pc:sldMkLst>
        <pc:spChg chg="mod">
          <ac:chgData name="Garima Singhal" userId="bd23a5c7e7d7f8f6" providerId="LiveId" clId="{EC591A9D-69C0-4B8B-A77C-776535BB2AF6}" dt="2024-10-17T04:36:56.233" v="136" actId="14100"/>
          <ac:spMkLst>
            <pc:docMk/>
            <pc:sldMk cId="3531979847" sldId="446"/>
            <ac:spMk id="3" creationId="{00000000-0000-0000-0000-000000000000}"/>
          </ac:spMkLst>
        </pc:spChg>
        <pc:spChg chg="mod">
          <ac:chgData name="Garima Singhal" userId="bd23a5c7e7d7f8f6" providerId="LiveId" clId="{EC591A9D-69C0-4B8B-A77C-776535BB2AF6}" dt="2024-10-17T04:36:49.891" v="134" actId="14100"/>
          <ac:spMkLst>
            <pc:docMk/>
            <pc:sldMk cId="3531979847" sldId="446"/>
            <ac:spMk id="8" creationId="{00000000-0000-0000-0000-000000000000}"/>
          </ac:spMkLst>
        </pc:spChg>
        <pc:picChg chg="del">
          <ac:chgData name="Garima Singhal" userId="bd23a5c7e7d7f8f6" providerId="LiveId" clId="{EC591A9D-69C0-4B8B-A77C-776535BB2AF6}" dt="2024-10-17T04:30:51.567" v="7" actId="478"/>
          <ac:picMkLst>
            <pc:docMk/>
            <pc:sldMk cId="3531979847" sldId="446"/>
            <ac:picMk id="9" creationId="{00000000-0000-0000-0000-000000000000}"/>
          </ac:picMkLst>
        </pc:picChg>
      </pc:sldChg>
      <pc:sldChg chg="delSp modSp mod">
        <pc:chgData name="Garima Singhal" userId="bd23a5c7e7d7f8f6" providerId="LiveId" clId="{EC591A9D-69C0-4B8B-A77C-776535BB2AF6}" dt="2024-10-17T04:38:46.904" v="201" actId="14100"/>
        <pc:sldMkLst>
          <pc:docMk/>
          <pc:sldMk cId="1331296526" sldId="447"/>
        </pc:sldMkLst>
        <pc:spChg chg="mod">
          <ac:chgData name="Garima Singhal" userId="bd23a5c7e7d7f8f6" providerId="LiveId" clId="{EC591A9D-69C0-4B8B-A77C-776535BB2AF6}" dt="2024-10-17T04:38:46.904" v="201" actId="14100"/>
          <ac:spMkLst>
            <pc:docMk/>
            <pc:sldMk cId="1331296526" sldId="447"/>
            <ac:spMk id="3" creationId="{00000000-0000-0000-0000-000000000000}"/>
          </ac:spMkLst>
        </pc:spChg>
        <pc:spChg chg="mod">
          <ac:chgData name="Garima Singhal" userId="bd23a5c7e7d7f8f6" providerId="LiveId" clId="{EC591A9D-69C0-4B8B-A77C-776535BB2AF6}" dt="2024-10-17T04:38:28.882" v="167" actId="14100"/>
          <ac:spMkLst>
            <pc:docMk/>
            <pc:sldMk cId="1331296526" sldId="447"/>
            <ac:spMk id="8" creationId="{00000000-0000-0000-0000-000000000000}"/>
          </ac:spMkLst>
        </pc:spChg>
        <pc:picChg chg="del">
          <ac:chgData name="Garima Singhal" userId="bd23a5c7e7d7f8f6" providerId="LiveId" clId="{EC591A9D-69C0-4B8B-A77C-776535BB2AF6}" dt="2024-10-17T04:31:01.060" v="11" actId="478"/>
          <ac:picMkLst>
            <pc:docMk/>
            <pc:sldMk cId="1331296526" sldId="447"/>
            <ac:picMk id="9" creationId="{00000000-0000-0000-0000-000000000000}"/>
          </ac:picMkLst>
        </pc:picChg>
      </pc:sldChg>
      <pc:sldChg chg="delSp modSp mod">
        <pc:chgData name="Garima Singhal" userId="bd23a5c7e7d7f8f6" providerId="LiveId" clId="{EC591A9D-69C0-4B8B-A77C-776535BB2AF6}" dt="2024-10-17T04:39:05.815" v="207" actId="14100"/>
        <pc:sldMkLst>
          <pc:docMk/>
          <pc:sldMk cId="4122699965" sldId="448"/>
        </pc:sldMkLst>
        <pc:spChg chg="mod">
          <ac:chgData name="Garima Singhal" userId="bd23a5c7e7d7f8f6" providerId="LiveId" clId="{EC591A9D-69C0-4B8B-A77C-776535BB2AF6}" dt="2024-10-17T04:38:59.845" v="205" actId="14100"/>
          <ac:spMkLst>
            <pc:docMk/>
            <pc:sldMk cId="4122699965" sldId="448"/>
            <ac:spMk id="3" creationId="{00000000-0000-0000-0000-000000000000}"/>
          </ac:spMkLst>
        </pc:spChg>
        <pc:spChg chg="mod">
          <ac:chgData name="Garima Singhal" userId="bd23a5c7e7d7f8f6" providerId="LiveId" clId="{EC591A9D-69C0-4B8B-A77C-776535BB2AF6}" dt="2024-10-17T04:39:05.815" v="207" actId="14100"/>
          <ac:spMkLst>
            <pc:docMk/>
            <pc:sldMk cId="4122699965" sldId="448"/>
            <ac:spMk id="8" creationId="{00000000-0000-0000-0000-000000000000}"/>
          </ac:spMkLst>
        </pc:spChg>
        <pc:picChg chg="del">
          <ac:chgData name="Garima Singhal" userId="bd23a5c7e7d7f8f6" providerId="LiveId" clId="{EC591A9D-69C0-4B8B-A77C-776535BB2AF6}" dt="2024-10-17T04:31:03.480" v="12" actId="478"/>
          <ac:picMkLst>
            <pc:docMk/>
            <pc:sldMk cId="4122699965" sldId="448"/>
            <ac:picMk id="7" creationId="{00000000-0000-0000-0000-000000000000}"/>
          </ac:picMkLst>
        </pc:picChg>
      </pc:sldChg>
      <pc:sldChg chg="delSp modSp mod">
        <pc:chgData name="Garima Singhal" userId="bd23a5c7e7d7f8f6" providerId="LiveId" clId="{EC591A9D-69C0-4B8B-A77C-776535BB2AF6}" dt="2024-10-17T04:39:36.213" v="214" actId="14100"/>
        <pc:sldMkLst>
          <pc:docMk/>
          <pc:sldMk cId="1185302989" sldId="449"/>
        </pc:sldMkLst>
        <pc:spChg chg="mod">
          <ac:chgData name="Garima Singhal" userId="bd23a5c7e7d7f8f6" providerId="LiveId" clId="{EC591A9D-69C0-4B8B-A77C-776535BB2AF6}" dt="2024-10-17T04:39:36.213" v="214" actId="14100"/>
          <ac:spMkLst>
            <pc:docMk/>
            <pc:sldMk cId="1185302989" sldId="449"/>
            <ac:spMk id="3" creationId="{00000000-0000-0000-0000-000000000000}"/>
          </ac:spMkLst>
        </pc:spChg>
        <pc:spChg chg="mod">
          <ac:chgData name="Garima Singhal" userId="bd23a5c7e7d7f8f6" providerId="LiveId" clId="{EC591A9D-69C0-4B8B-A77C-776535BB2AF6}" dt="2024-10-17T04:39:21.712" v="210" actId="14100"/>
          <ac:spMkLst>
            <pc:docMk/>
            <pc:sldMk cId="1185302989" sldId="449"/>
            <ac:spMk id="8" creationId="{00000000-0000-0000-0000-000000000000}"/>
          </ac:spMkLst>
        </pc:spChg>
        <pc:picChg chg="del">
          <ac:chgData name="Garima Singhal" userId="bd23a5c7e7d7f8f6" providerId="LiveId" clId="{EC591A9D-69C0-4B8B-A77C-776535BB2AF6}" dt="2024-10-17T04:31:05.273" v="13" actId="478"/>
          <ac:picMkLst>
            <pc:docMk/>
            <pc:sldMk cId="1185302989" sldId="449"/>
            <ac:picMk id="7" creationId="{00000000-0000-0000-0000-000000000000}"/>
          </ac:picMkLst>
        </pc:picChg>
      </pc:sldChg>
      <pc:sldChg chg="delSp modSp mod">
        <pc:chgData name="Garima Singhal" userId="bd23a5c7e7d7f8f6" providerId="LiveId" clId="{EC591A9D-69C0-4B8B-A77C-776535BB2AF6}" dt="2024-10-17T04:39:47.460" v="216" actId="14100"/>
        <pc:sldMkLst>
          <pc:docMk/>
          <pc:sldMk cId="3671044994" sldId="450"/>
        </pc:sldMkLst>
        <pc:spChg chg="mod">
          <ac:chgData name="Garima Singhal" userId="bd23a5c7e7d7f8f6" providerId="LiveId" clId="{EC591A9D-69C0-4B8B-A77C-776535BB2AF6}" dt="2024-10-17T04:39:47.460" v="216" actId="14100"/>
          <ac:spMkLst>
            <pc:docMk/>
            <pc:sldMk cId="3671044994" sldId="450"/>
            <ac:spMk id="9" creationId="{00000000-0000-0000-0000-000000000000}"/>
          </ac:spMkLst>
        </pc:spChg>
        <pc:picChg chg="del">
          <ac:chgData name="Garima Singhal" userId="bd23a5c7e7d7f8f6" providerId="LiveId" clId="{EC591A9D-69C0-4B8B-A77C-776535BB2AF6}" dt="2024-10-17T04:31:07.604" v="14" actId="478"/>
          <ac:picMkLst>
            <pc:docMk/>
            <pc:sldMk cId="3671044994" sldId="450"/>
            <ac:picMk id="8" creationId="{00000000-0000-0000-0000-000000000000}"/>
          </ac:picMkLst>
        </pc:picChg>
      </pc:sldChg>
      <pc:sldChg chg="delSp modSp mod">
        <pc:chgData name="Garima Singhal" userId="bd23a5c7e7d7f8f6" providerId="LiveId" clId="{EC591A9D-69C0-4B8B-A77C-776535BB2AF6}" dt="2024-10-17T04:40:08.541" v="221" actId="14100"/>
        <pc:sldMkLst>
          <pc:docMk/>
          <pc:sldMk cId="3965939213" sldId="451"/>
        </pc:sldMkLst>
        <pc:spChg chg="mod">
          <ac:chgData name="Garima Singhal" userId="bd23a5c7e7d7f8f6" providerId="LiveId" clId="{EC591A9D-69C0-4B8B-A77C-776535BB2AF6}" dt="2024-10-17T04:40:08.541" v="221" actId="14100"/>
          <ac:spMkLst>
            <pc:docMk/>
            <pc:sldMk cId="3965939213" sldId="451"/>
            <ac:spMk id="3" creationId="{00000000-0000-0000-0000-000000000000}"/>
          </ac:spMkLst>
        </pc:spChg>
        <pc:spChg chg="mod">
          <ac:chgData name="Garima Singhal" userId="bd23a5c7e7d7f8f6" providerId="LiveId" clId="{EC591A9D-69C0-4B8B-A77C-776535BB2AF6}" dt="2024-10-17T04:39:55.500" v="218" actId="14100"/>
          <ac:spMkLst>
            <pc:docMk/>
            <pc:sldMk cId="3965939213" sldId="451"/>
            <ac:spMk id="8" creationId="{00000000-0000-0000-0000-000000000000}"/>
          </ac:spMkLst>
        </pc:spChg>
        <pc:picChg chg="del">
          <ac:chgData name="Garima Singhal" userId="bd23a5c7e7d7f8f6" providerId="LiveId" clId="{EC591A9D-69C0-4B8B-A77C-776535BB2AF6}" dt="2024-10-17T04:31:10.569" v="15" actId="478"/>
          <ac:picMkLst>
            <pc:docMk/>
            <pc:sldMk cId="3965939213" sldId="451"/>
            <ac:picMk id="7" creationId="{00000000-0000-0000-0000-000000000000}"/>
          </ac:picMkLst>
        </pc:picChg>
      </pc:sldChg>
      <pc:sldChg chg="delSp modSp mod">
        <pc:chgData name="Garima Singhal" userId="bd23a5c7e7d7f8f6" providerId="LiveId" clId="{EC591A9D-69C0-4B8B-A77C-776535BB2AF6}" dt="2024-10-17T04:40:32.019" v="225" actId="14100"/>
        <pc:sldMkLst>
          <pc:docMk/>
          <pc:sldMk cId="1859839580" sldId="452"/>
        </pc:sldMkLst>
        <pc:spChg chg="mod">
          <ac:chgData name="Garima Singhal" userId="bd23a5c7e7d7f8f6" providerId="LiveId" clId="{EC591A9D-69C0-4B8B-A77C-776535BB2AF6}" dt="2024-10-17T04:40:24.248" v="223" actId="14100"/>
          <ac:spMkLst>
            <pc:docMk/>
            <pc:sldMk cId="1859839580" sldId="452"/>
            <ac:spMk id="3" creationId="{00000000-0000-0000-0000-000000000000}"/>
          </ac:spMkLst>
        </pc:spChg>
        <pc:spChg chg="mod">
          <ac:chgData name="Garima Singhal" userId="bd23a5c7e7d7f8f6" providerId="LiveId" clId="{EC591A9D-69C0-4B8B-A77C-776535BB2AF6}" dt="2024-10-17T04:40:32.019" v="225" actId="14100"/>
          <ac:spMkLst>
            <pc:docMk/>
            <pc:sldMk cId="1859839580" sldId="452"/>
            <ac:spMk id="8" creationId="{00000000-0000-0000-0000-000000000000}"/>
          </ac:spMkLst>
        </pc:spChg>
        <pc:picChg chg="del">
          <ac:chgData name="Garima Singhal" userId="bd23a5c7e7d7f8f6" providerId="LiveId" clId="{EC591A9D-69C0-4B8B-A77C-776535BB2AF6}" dt="2024-10-17T04:31:12.698" v="16" actId="478"/>
          <ac:picMkLst>
            <pc:docMk/>
            <pc:sldMk cId="1859839580" sldId="452"/>
            <ac:picMk id="7" creationId="{00000000-0000-0000-0000-000000000000}"/>
          </ac:picMkLst>
        </pc:picChg>
      </pc:sldChg>
      <pc:sldChg chg="delSp modSp mod">
        <pc:chgData name="Garima Singhal" userId="bd23a5c7e7d7f8f6" providerId="LiveId" clId="{EC591A9D-69C0-4B8B-A77C-776535BB2AF6}" dt="2024-10-17T04:40:51.517" v="229" actId="14100"/>
        <pc:sldMkLst>
          <pc:docMk/>
          <pc:sldMk cId="2544665666" sldId="453"/>
        </pc:sldMkLst>
        <pc:spChg chg="mod">
          <ac:chgData name="Garima Singhal" userId="bd23a5c7e7d7f8f6" providerId="LiveId" clId="{EC591A9D-69C0-4B8B-A77C-776535BB2AF6}" dt="2024-10-17T04:40:51.517" v="229" actId="14100"/>
          <ac:spMkLst>
            <pc:docMk/>
            <pc:sldMk cId="2544665666" sldId="453"/>
            <ac:spMk id="3" creationId="{00000000-0000-0000-0000-000000000000}"/>
          </ac:spMkLst>
        </pc:spChg>
        <pc:spChg chg="mod">
          <ac:chgData name="Garima Singhal" userId="bd23a5c7e7d7f8f6" providerId="LiveId" clId="{EC591A9D-69C0-4B8B-A77C-776535BB2AF6}" dt="2024-10-17T04:40:43.754" v="227" actId="14100"/>
          <ac:spMkLst>
            <pc:docMk/>
            <pc:sldMk cId="2544665666" sldId="453"/>
            <ac:spMk id="8" creationId="{00000000-0000-0000-0000-000000000000}"/>
          </ac:spMkLst>
        </pc:spChg>
        <pc:picChg chg="del mod">
          <ac:chgData name="Garima Singhal" userId="bd23a5c7e7d7f8f6" providerId="LiveId" clId="{EC591A9D-69C0-4B8B-A77C-776535BB2AF6}" dt="2024-10-17T04:31:14.969" v="18" actId="478"/>
          <ac:picMkLst>
            <pc:docMk/>
            <pc:sldMk cId="2544665666" sldId="453"/>
            <ac:picMk id="9" creationId="{00000000-0000-0000-0000-000000000000}"/>
          </ac:picMkLst>
        </pc:picChg>
      </pc:sldChg>
      <pc:sldChg chg="delSp modSp mod">
        <pc:chgData name="Garima Singhal" userId="bd23a5c7e7d7f8f6" providerId="LiveId" clId="{EC591A9D-69C0-4B8B-A77C-776535BB2AF6}" dt="2024-10-17T04:41:09.615" v="233" actId="14100"/>
        <pc:sldMkLst>
          <pc:docMk/>
          <pc:sldMk cId="636134201" sldId="454"/>
        </pc:sldMkLst>
        <pc:spChg chg="mod">
          <ac:chgData name="Garima Singhal" userId="bd23a5c7e7d7f8f6" providerId="LiveId" clId="{EC591A9D-69C0-4B8B-A77C-776535BB2AF6}" dt="2024-10-17T04:41:02.110" v="231" actId="14100"/>
          <ac:spMkLst>
            <pc:docMk/>
            <pc:sldMk cId="636134201" sldId="454"/>
            <ac:spMk id="3" creationId="{00000000-0000-0000-0000-000000000000}"/>
          </ac:spMkLst>
        </pc:spChg>
        <pc:spChg chg="mod">
          <ac:chgData name="Garima Singhal" userId="bd23a5c7e7d7f8f6" providerId="LiveId" clId="{EC591A9D-69C0-4B8B-A77C-776535BB2AF6}" dt="2024-10-17T04:41:09.615" v="233" actId="14100"/>
          <ac:spMkLst>
            <pc:docMk/>
            <pc:sldMk cId="636134201" sldId="454"/>
            <ac:spMk id="8" creationId="{00000000-0000-0000-0000-000000000000}"/>
          </ac:spMkLst>
        </pc:spChg>
        <pc:picChg chg="del">
          <ac:chgData name="Garima Singhal" userId="bd23a5c7e7d7f8f6" providerId="LiveId" clId="{EC591A9D-69C0-4B8B-A77C-776535BB2AF6}" dt="2024-10-17T04:31:17.024" v="19" actId="478"/>
          <ac:picMkLst>
            <pc:docMk/>
            <pc:sldMk cId="636134201" sldId="454"/>
            <ac:picMk id="7" creationId="{00000000-0000-0000-0000-000000000000}"/>
          </ac:picMkLst>
        </pc:picChg>
      </pc:sldChg>
      <pc:sldChg chg="delSp modSp mod">
        <pc:chgData name="Garima Singhal" userId="bd23a5c7e7d7f8f6" providerId="LiveId" clId="{EC591A9D-69C0-4B8B-A77C-776535BB2AF6}" dt="2024-10-17T04:41:28.770" v="237" actId="14100"/>
        <pc:sldMkLst>
          <pc:docMk/>
          <pc:sldMk cId="3182496989" sldId="455"/>
        </pc:sldMkLst>
        <pc:spChg chg="mod">
          <ac:chgData name="Garima Singhal" userId="bd23a5c7e7d7f8f6" providerId="LiveId" clId="{EC591A9D-69C0-4B8B-A77C-776535BB2AF6}" dt="2024-10-17T04:41:22.026" v="235" actId="14100"/>
          <ac:spMkLst>
            <pc:docMk/>
            <pc:sldMk cId="3182496989" sldId="455"/>
            <ac:spMk id="3" creationId="{00000000-0000-0000-0000-000000000000}"/>
          </ac:spMkLst>
        </pc:spChg>
        <pc:spChg chg="mod">
          <ac:chgData name="Garima Singhal" userId="bd23a5c7e7d7f8f6" providerId="LiveId" clId="{EC591A9D-69C0-4B8B-A77C-776535BB2AF6}" dt="2024-10-17T04:41:28.770" v="237" actId="14100"/>
          <ac:spMkLst>
            <pc:docMk/>
            <pc:sldMk cId="3182496989" sldId="455"/>
            <ac:spMk id="9" creationId="{00000000-0000-0000-0000-000000000000}"/>
          </ac:spMkLst>
        </pc:spChg>
        <pc:picChg chg="del">
          <ac:chgData name="Garima Singhal" userId="bd23a5c7e7d7f8f6" providerId="LiveId" clId="{EC591A9D-69C0-4B8B-A77C-776535BB2AF6}" dt="2024-10-17T04:31:19.590" v="20" actId="478"/>
          <ac:picMkLst>
            <pc:docMk/>
            <pc:sldMk cId="3182496989" sldId="455"/>
            <ac:picMk id="7" creationId="{00000000-0000-0000-0000-000000000000}"/>
          </ac:picMkLst>
        </pc:picChg>
      </pc:sldChg>
      <pc:sldChg chg="delSp modSp mod">
        <pc:chgData name="Garima Singhal" userId="bd23a5c7e7d7f8f6" providerId="LiveId" clId="{EC591A9D-69C0-4B8B-A77C-776535BB2AF6}" dt="2024-10-17T04:41:44.820" v="241" actId="14100"/>
        <pc:sldMkLst>
          <pc:docMk/>
          <pc:sldMk cId="1022620295" sldId="456"/>
        </pc:sldMkLst>
        <pc:spChg chg="mod">
          <ac:chgData name="Garima Singhal" userId="bd23a5c7e7d7f8f6" providerId="LiveId" clId="{EC591A9D-69C0-4B8B-A77C-776535BB2AF6}" dt="2024-10-17T04:41:44.820" v="241" actId="14100"/>
          <ac:spMkLst>
            <pc:docMk/>
            <pc:sldMk cId="1022620295" sldId="456"/>
            <ac:spMk id="3" creationId="{00000000-0000-0000-0000-000000000000}"/>
          </ac:spMkLst>
        </pc:spChg>
        <pc:spChg chg="mod">
          <ac:chgData name="Garima Singhal" userId="bd23a5c7e7d7f8f6" providerId="LiveId" clId="{EC591A9D-69C0-4B8B-A77C-776535BB2AF6}" dt="2024-10-17T04:41:37.299" v="239" actId="14100"/>
          <ac:spMkLst>
            <pc:docMk/>
            <pc:sldMk cId="1022620295" sldId="456"/>
            <ac:spMk id="8" creationId="{00000000-0000-0000-0000-000000000000}"/>
          </ac:spMkLst>
        </pc:spChg>
        <pc:picChg chg="del">
          <ac:chgData name="Garima Singhal" userId="bd23a5c7e7d7f8f6" providerId="LiveId" clId="{EC591A9D-69C0-4B8B-A77C-776535BB2AF6}" dt="2024-10-17T04:31:22.855" v="21" actId="478"/>
          <ac:picMkLst>
            <pc:docMk/>
            <pc:sldMk cId="1022620295" sldId="456"/>
            <ac:picMk id="7" creationId="{00000000-0000-0000-0000-000000000000}"/>
          </ac:picMkLst>
        </pc:picChg>
      </pc:sldChg>
      <pc:sldChg chg="delSp modSp mod">
        <pc:chgData name="Garima Singhal" userId="bd23a5c7e7d7f8f6" providerId="LiveId" clId="{EC591A9D-69C0-4B8B-A77C-776535BB2AF6}" dt="2024-10-17T04:41:58.321" v="245" actId="14100"/>
        <pc:sldMkLst>
          <pc:docMk/>
          <pc:sldMk cId="1307836345" sldId="457"/>
        </pc:sldMkLst>
        <pc:spChg chg="mod">
          <ac:chgData name="Garima Singhal" userId="bd23a5c7e7d7f8f6" providerId="LiveId" clId="{EC591A9D-69C0-4B8B-A77C-776535BB2AF6}" dt="2024-10-17T04:41:53.161" v="243" actId="14100"/>
          <ac:spMkLst>
            <pc:docMk/>
            <pc:sldMk cId="1307836345" sldId="457"/>
            <ac:spMk id="3" creationId="{00000000-0000-0000-0000-000000000000}"/>
          </ac:spMkLst>
        </pc:spChg>
        <pc:spChg chg="mod">
          <ac:chgData name="Garima Singhal" userId="bd23a5c7e7d7f8f6" providerId="LiveId" clId="{EC591A9D-69C0-4B8B-A77C-776535BB2AF6}" dt="2024-10-17T04:41:58.321" v="245" actId="14100"/>
          <ac:spMkLst>
            <pc:docMk/>
            <pc:sldMk cId="1307836345" sldId="457"/>
            <ac:spMk id="8" creationId="{00000000-0000-0000-0000-000000000000}"/>
          </ac:spMkLst>
        </pc:spChg>
        <pc:picChg chg="del">
          <ac:chgData name="Garima Singhal" userId="bd23a5c7e7d7f8f6" providerId="LiveId" clId="{EC591A9D-69C0-4B8B-A77C-776535BB2AF6}" dt="2024-10-17T04:31:25.912" v="22" actId="478"/>
          <ac:picMkLst>
            <pc:docMk/>
            <pc:sldMk cId="1307836345" sldId="457"/>
            <ac:picMk id="7" creationId="{00000000-0000-0000-0000-000000000000}"/>
          </ac:picMkLst>
        </pc:picChg>
      </pc:sldChg>
      <pc:sldChg chg="delSp modSp mod">
        <pc:chgData name="Garima Singhal" userId="bd23a5c7e7d7f8f6" providerId="LiveId" clId="{EC591A9D-69C0-4B8B-A77C-776535BB2AF6}" dt="2024-10-17T04:42:14.955" v="249" actId="14100"/>
        <pc:sldMkLst>
          <pc:docMk/>
          <pc:sldMk cId="1107692003" sldId="458"/>
        </pc:sldMkLst>
        <pc:spChg chg="mod">
          <ac:chgData name="Garima Singhal" userId="bd23a5c7e7d7f8f6" providerId="LiveId" clId="{EC591A9D-69C0-4B8B-A77C-776535BB2AF6}" dt="2024-10-17T04:42:14.955" v="249" actId="14100"/>
          <ac:spMkLst>
            <pc:docMk/>
            <pc:sldMk cId="1107692003" sldId="458"/>
            <ac:spMk id="3" creationId="{00000000-0000-0000-0000-000000000000}"/>
          </ac:spMkLst>
        </pc:spChg>
        <pc:spChg chg="mod">
          <ac:chgData name="Garima Singhal" userId="bd23a5c7e7d7f8f6" providerId="LiveId" clId="{EC591A9D-69C0-4B8B-A77C-776535BB2AF6}" dt="2024-10-17T04:42:06.904" v="247" actId="14100"/>
          <ac:spMkLst>
            <pc:docMk/>
            <pc:sldMk cId="1107692003" sldId="458"/>
            <ac:spMk id="8" creationId="{00000000-0000-0000-0000-000000000000}"/>
          </ac:spMkLst>
        </pc:spChg>
        <pc:picChg chg="del">
          <ac:chgData name="Garima Singhal" userId="bd23a5c7e7d7f8f6" providerId="LiveId" clId="{EC591A9D-69C0-4B8B-A77C-776535BB2AF6}" dt="2024-10-17T04:31:28.815" v="23" actId="478"/>
          <ac:picMkLst>
            <pc:docMk/>
            <pc:sldMk cId="1107692003" sldId="458"/>
            <ac:picMk id="7" creationId="{00000000-0000-0000-0000-000000000000}"/>
          </ac:picMkLst>
        </pc:picChg>
      </pc:sldChg>
      <pc:sldChg chg="delSp modSp mod">
        <pc:chgData name="Garima Singhal" userId="bd23a5c7e7d7f8f6" providerId="LiveId" clId="{EC591A9D-69C0-4B8B-A77C-776535BB2AF6}" dt="2024-10-17T04:42:27.965" v="253" actId="14100"/>
        <pc:sldMkLst>
          <pc:docMk/>
          <pc:sldMk cId="2443437776" sldId="459"/>
        </pc:sldMkLst>
        <pc:spChg chg="mod">
          <ac:chgData name="Garima Singhal" userId="bd23a5c7e7d7f8f6" providerId="LiveId" clId="{EC591A9D-69C0-4B8B-A77C-776535BB2AF6}" dt="2024-10-17T04:42:23.011" v="251" actId="14100"/>
          <ac:spMkLst>
            <pc:docMk/>
            <pc:sldMk cId="2443437776" sldId="459"/>
            <ac:spMk id="3" creationId="{00000000-0000-0000-0000-000000000000}"/>
          </ac:spMkLst>
        </pc:spChg>
        <pc:spChg chg="mod">
          <ac:chgData name="Garima Singhal" userId="bd23a5c7e7d7f8f6" providerId="LiveId" clId="{EC591A9D-69C0-4B8B-A77C-776535BB2AF6}" dt="2024-10-17T04:42:27.965" v="253" actId="14100"/>
          <ac:spMkLst>
            <pc:docMk/>
            <pc:sldMk cId="2443437776" sldId="459"/>
            <ac:spMk id="8" creationId="{00000000-0000-0000-0000-000000000000}"/>
          </ac:spMkLst>
        </pc:spChg>
        <pc:picChg chg="del">
          <ac:chgData name="Garima Singhal" userId="bd23a5c7e7d7f8f6" providerId="LiveId" clId="{EC591A9D-69C0-4B8B-A77C-776535BB2AF6}" dt="2024-10-17T04:31:31.537" v="24" actId="478"/>
          <ac:picMkLst>
            <pc:docMk/>
            <pc:sldMk cId="2443437776" sldId="459"/>
            <ac:picMk id="7" creationId="{00000000-0000-0000-0000-000000000000}"/>
          </ac:picMkLst>
        </pc:picChg>
      </pc:sldChg>
      <pc:sldChg chg="delSp modSp mod">
        <pc:chgData name="Garima Singhal" userId="bd23a5c7e7d7f8f6" providerId="LiveId" clId="{EC591A9D-69C0-4B8B-A77C-776535BB2AF6}" dt="2024-10-17T04:42:41.378" v="256" actId="1076"/>
        <pc:sldMkLst>
          <pc:docMk/>
          <pc:sldMk cId="2915636695" sldId="460"/>
        </pc:sldMkLst>
        <pc:spChg chg="mod">
          <ac:chgData name="Garima Singhal" userId="bd23a5c7e7d7f8f6" providerId="LiveId" clId="{EC591A9D-69C0-4B8B-A77C-776535BB2AF6}" dt="2024-10-17T04:42:41.378" v="256" actId="1076"/>
          <ac:spMkLst>
            <pc:docMk/>
            <pc:sldMk cId="2915636695" sldId="460"/>
            <ac:spMk id="3" creationId="{00000000-0000-0000-0000-000000000000}"/>
          </ac:spMkLst>
        </pc:spChg>
        <pc:spChg chg="mod">
          <ac:chgData name="Garima Singhal" userId="bd23a5c7e7d7f8f6" providerId="LiveId" clId="{EC591A9D-69C0-4B8B-A77C-776535BB2AF6}" dt="2024-10-17T04:42:37.619" v="255" actId="14100"/>
          <ac:spMkLst>
            <pc:docMk/>
            <pc:sldMk cId="2915636695" sldId="460"/>
            <ac:spMk id="10" creationId="{00000000-0000-0000-0000-000000000000}"/>
          </ac:spMkLst>
        </pc:spChg>
        <pc:picChg chg="del">
          <ac:chgData name="Garima Singhal" userId="bd23a5c7e7d7f8f6" providerId="LiveId" clId="{EC591A9D-69C0-4B8B-A77C-776535BB2AF6}" dt="2024-10-17T04:31:33.824" v="25" actId="478"/>
          <ac:picMkLst>
            <pc:docMk/>
            <pc:sldMk cId="2915636695" sldId="460"/>
            <ac:picMk id="8" creationId="{00000000-0000-0000-0000-000000000000}"/>
          </ac:picMkLst>
        </pc:picChg>
      </pc:sldChg>
      <pc:sldChg chg="delSp modSp mod">
        <pc:chgData name="Garima Singhal" userId="bd23a5c7e7d7f8f6" providerId="LiveId" clId="{EC591A9D-69C0-4B8B-A77C-776535BB2AF6}" dt="2024-10-17T04:42:56.289" v="260" actId="14100"/>
        <pc:sldMkLst>
          <pc:docMk/>
          <pc:sldMk cId="4049679125" sldId="461"/>
        </pc:sldMkLst>
        <pc:spChg chg="mod">
          <ac:chgData name="Garima Singhal" userId="bd23a5c7e7d7f8f6" providerId="LiveId" clId="{EC591A9D-69C0-4B8B-A77C-776535BB2AF6}" dt="2024-10-17T04:42:45.777" v="257" actId="1076"/>
          <ac:spMkLst>
            <pc:docMk/>
            <pc:sldMk cId="4049679125" sldId="461"/>
            <ac:spMk id="3" creationId="{00000000-0000-0000-0000-000000000000}"/>
          </ac:spMkLst>
        </pc:spChg>
        <pc:spChg chg="mod">
          <ac:chgData name="Garima Singhal" userId="bd23a5c7e7d7f8f6" providerId="LiveId" clId="{EC591A9D-69C0-4B8B-A77C-776535BB2AF6}" dt="2024-10-17T04:42:56.289" v="260" actId="14100"/>
          <ac:spMkLst>
            <pc:docMk/>
            <pc:sldMk cId="4049679125" sldId="461"/>
            <ac:spMk id="7" creationId="{00000000-0000-0000-0000-000000000000}"/>
          </ac:spMkLst>
        </pc:spChg>
        <pc:picChg chg="del">
          <ac:chgData name="Garima Singhal" userId="bd23a5c7e7d7f8f6" providerId="LiveId" clId="{EC591A9D-69C0-4B8B-A77C-776535BB2AF6}" dt="2024-10-17T04:42:48.043" v="258" actId="478"/>
          <ac:picMkLst>
            <pc:docMk/>
            <pc:sldMk cId="4049679125" sldId="461"/>
            <ac:picMk id="8" creationId="{00000000-0000-0000-0000-000000000000}"/>
          </ac:picMkLst>
        </pc:picChg>
      </pc:sldChg>
      <pc:sldChg chg="delSp modSp mod">
        <pc:chgData name="Garima Singhal" userId="bd23a5c7e7d7f8f6" providerId="LiveId" clId="{EC591A9D-69C0-4B8B-A77C-776535BB2AF6}" dt="2024-10-17T04:43:04.704" v="262" actId="14100"/>
        <pc:sldMkLst>
          <pc:docMk/>
          <pc:sldMk cId="3055476001" sldId="462"/>
        </pc:sldMkLst>
        <pc:spChg chg="mod">
          <ac:chgData name="Garima Singhal" userId="bd23a5c7e7d7f8f6" providerId="LiveId" clId="{EC591A9D-69C0-4B8B-A77C-776535BB2AF6}" dt="2024-10-17T04:43:04.704" v="262" actId="14100"/>
          <ac:spMkLst>
            <pc:docMk/>
            <pc:sldMk cId="3055476001" sldId="462"/>
            <ac:spMk id="7" creationId="{00000000-0000-0000-0000-000000000000}"/>
          </ac:spMkLst>
        </pc:spChg>
        <pc:picChg chg="del">
          <ac:chgData name="Garima Singhal" userId="bd23a5c7e7d7f8f6" providerId="LiveId" clId="{EC591A9D-69C0-4B8B-A77C-776535BB2AF6}" dt="2024-10-17T04:31:36.091" v="26" actId="478"/>
          <ac:picMkLst>
            <pc:docMk/>
            <pc:sldMk cId="3055476001" sldId="462"/>
            <ac:picMk id="8" creationId="{00000000-0000-0000-0000-000000000000}"/>
          </ac:picMkLst>
        </pc:picChg>
      </pc:sldChg>
      <pc:sldChg chg="delSp modSp mod">
        <pc:chgData name="Garima Singhal" userId="bd23a5c7e7d7f8f6" providerId="LiveId" clId="{EC591A9D-69C0-4B8B-A77C-776535BB2AF6}" dt="2024-10-17T04:43:15.092" v="264" actId="14100"/>
        <pc:sldMkLst>
          <pc:docMk/>
          <pc:sldMk cId="442637677" sldId="463"/>
        </pc:sldMkLst>
        <pc:spChg chg="mod">
          <ac:chgData name="Garima Singhal" userId="bd23a5c7e7d7f8f6" providerId="LiveId" clId="{EC591A9D-69C0-4B8B-A77C-776535BB2AF6}" dt="2024-10-17T04:43:15.092" v="264" actId="14100"/>
          <ac:spMkLst>
            <pc:docMk/>
            <pc:sldMk cId="442637677" sldId="463"/>
            <ac:spMk id="7" creationId="{00000000-0000-0000-0000-000000000000}"/>
          </ac:spMkLst>
        </pc:spChg>
        <pc:picChg chg="del">
          <ac:chgData name="Garima Singhal" userId="bd23a5c7e7d7f8f6" providerId="LiveId" clId="{EC591A9D-69C0-4B8B-A77C-776535BB2AF6}" dt="2024-10-17T04:31:38.175" v="27" actId="478"/>
          <ac:picMkLst>
            <pc:docMk/>
            <pc:sldMk cId="442637677" sldId="463"/>
            <ac:picMk id="8" creationId="{00000000-0000-0000-0000-000000000000}"/>
          </ac:picMkLst>
        </pc:picChg>
      </pc:sldChg>
      <pc:sldChg chg="delSp modSp mod">
        <pc:chgData name="Garima Singhal" userId="bd23a5c7e7d7f8f6" providerId="LiveId" clId="{EC591A9D-69C0-4B8B-A77C-776535BB2AF6}" dt="2024-10-17T04:43:33.911" v="268" actId="14100"/>
        <pc:sldMkLst>
          <pc:docMk/>
          <pc:sldMk cId="3149927780" sldId="464"/>
        </pc:sldMkLst>
        <pc:spChg chg="mod">
          <ac:chgData name="Garima Singhal" userId="bd23a5c7e7d7f8f6" providerId="LiveId" clId="{EC591A9D-69C0-4B8B-A77C-776535BB2AF6}" dt="2024-10-17T04:43:33.911" v="268" actId="14100"/>
          <ac:spMkLst>
            <pc:docMk/>
            <pc:sldMk cId="3149927780" sldId="464"/>
            <ac:spMk id="3" creationId="{00000000-0000-0000-0000-000000000000}"/>
          </ac:spMkLst>
        </pc:spChg>
        <pc:spChg chg="mod">
          <ac:chgData name="Garima Singhal" userId="bd23a5c7e7d7f8f6" providerId="LiveId" clId="{EC591A9D-69C0-4B8B-A77C-776535BB2AF6}" dt="2024-10-17T04:43:26.924" v="266" actId="14100"/>
          <ac:spMkLst>
            <pc:docMk/>
            <pc:sldMk cId="3149927780" sldId="464"/>
            <ac:spMk id="8" creationId="{00000000-0000-0000-0000-000000000000}"/>
          </ac:spMkLst>
        </pc:spChg>
        <pc:picChg chg="del">
          <ac:chgData name="Garima Singhal" userId="bd23a5c7e7d7f8f6" providerId="LiveId" clId="{EC591A9D-69C0-4B8B-A77C-776535BB2AF6}" dt="2024-10-17T04:31:40.403" v="28" actId="478"/>
          <ac:picMkLst>
            <pc:docMk/>
            <pc:sldMk cId="3149927780" sldId="464"/>
            <ac:picMk id="7" creationId="{00000000-0000-0000-0000-000000000000}"/>
          </ac:picMkLst>
        </pc:picChg>
      </pc:sldChg>
      <pc:sldChg chg="delSp modSp mod">
        <pc:chgData name="Garima Singhal" userId="bd23a5c7e7d7f8f6" providerId="LiveId" clId="{EC591A9D-69C0-4B8B-A77C-776535BB2AF6}" dt="2024-10-17T04:43:48.336" v="272" actId="14100"/>
        <pc:sldMkLst>
          <pc:docMk/>
          <pc:sldMk cId="1952848332" sldId="465"/>
        </pc:sldMkLst>
        <pc:spChg chg="mod">
          <ac:chgData name="Garima Singhal" userId="bd23a5c7e7d7f8f6" providerId="LiveId" clId="{EC591A9D-69C0-4B8B-A77C-776535BB2AF6}" dt="2024-10-17T04:43:41.777" v="270" actId="14100"/>
          <ac:spMkLst>
            <pc:docMk/>
            <pc:sldMk cId="1952848332" sldId="465"/>
            <ac:spMk id="3" creationId="{00000000-0000-0000-0000-000000000000}"/>
          </ac:spMkLst>
        </pc:spChg>
        <pc:spChg chg="mod">
          <ac:chgData name="Garima Singhal" userId="bd23a5c7e7d7f8f6" providerId="LiveId" clId="{EC591A9D-69C0-4B8B-A77C-776535BB2AF6}" dt="2024-10-17T04:43:48.336" v="272" actId="14100"/>
          <ac:spMkLst>
            <pc:docMk/>
            <pc:sldMk cId="1952848332" sldId="465"/>
            <ac:spMk id="8" creationId="{00000000-0000-0000-0000-000000000000}"/>
          </ac:spMkLst>
        </pc:spChg>
        <pc:picChg chg="del">
          <ac:chgData name="Garima Singhal" userId="bd23a5c7e7d7f8f6" providerId="LiveId" clId="{EC591A9D-69C0-4B8B-A77C-776535BB2AF6}" dt="2024-10-17T04:31:43.425" v="29" actId="478"/>
          <ac:picMkLst>
            <pc:docMk/>
            <pc:sldMk cId="1952848332" sldId="465"/>
            <ac:picMk id="7" creationId="{00000000-0000-0000-0000-000000000000}"/>
          </ac:picMkLst>
        </pc:picChg>
      </pc:sldChg>
      <pc:sldChg chg="delSp modSp mod">
        <pc:chgData name="Garima Singhal" userId="bd23a5c7e7d7f8f6" providerId="LiveId" clId="{EC591A9D-69C0-4B8B-A77C-776535BB2AF6}" dt="2024-10-17T04:44:03.825" v="277" actId="14100"/>
        <pc:sldMkLst>
          <pc:docMk/>
          <pc:sldMk cId="2975080044" sldId="466"/>
        </pc:sldMkLst>
        <pc:spChg chg="mod">
          <ac:chgData name="Garima Singhal" userId="bd23a5c7e7d7f8f6" providerId="LiveId" clId="{EC591A9D-69C0-4B8B-A77C-776535BB2AF6}" dt="2024-10-17T04:44:03.825" v="277" actId="14100"/>
          <ac:spMkLst>
            <pc:docMk/>
            <pc:sldMk cId="2975080044" sldId="466"/>
            <ac:spMk id="3" creationId="{00000000-0000-0000-0000-000000000000}"/>
          </ac:spMkLst>
        </pc:spChg>
        <pc:spChg chg="mod">
          <ac:chgData name="Garima Singhal" userId="bd23a5c7e7d7f8f6" providerId="LiveId" clId="{EC591A9D-69C0-4B8B-A77C-776535BB2AF6}" dt="2024-10-17T04:43:55.742" v="274" actId="14100"/>
          <ac:spMkLst>
            <pc:docMk/>
            <pc:sldMk cId="2975080044" sldId="466"/>
            <ac:spMk id="8" creationId="{00000000-0000-0000-0000-000000000000}"/>
          </ac:spMkLst>
        </pc:spChg>
        <pc:picChg chg="del">
          <ac:chgData name="Garima Singhal" userId="bd23a5c7e7d7f8f6" providerId="LiveId" clId="{EC591A9D-69C0-4B8B-A77C-776535BB2AF6}" dt="2024-10-17T04:31:45.604" v="30" actId="478"/>
          <ac:picMkLst>
            <pc:docMk/>
            <pc:sldMk cId="2975080044" sldId="466"/>
            <ac:picMk id="7" creationId="{00000000-0000-0000-0000-000000000000}"/>
          </ac:picMkLst>
        </pc:picChg>
      </pc:sldChg>
      <pc:sldChg chg="delSp modSp mod">
        <pc:chgData name="Garima Singhal" userId="bd23a5c7e7d7f8f6" providerId="LiveId" clId="{EC591A9D-69C0-4B8B-A77C-776535BB2AF6}" dt="2024-10-17T04:44:23.895" v="281" actId="14100"/>
        <pc:sldMkLst>
          <pc:docMk/>
          <pc:sldMk cId="3384006678" sldId="467"/>
        </pc:sldMkLst>
        <pc:spChg chg="mod">
          <ac:chgData name="Garima Singhal" userId="bd23a5c7e7d7f8f6" providerId="LiveId" clId="{EC591A9D-69C0-4B8B-A77C-776535BB2AF6}" dt="2024-10-17T04:44:13.525" v="279" actId="14100"/>
          <ac:spMkLst>
            <pc:docMk/>
            <pc:sldMk cId="3384006678" sldId="467"/>
            <ac:spMk id="3" creationId="{00000000-0000-0000-0000-000000000000}"/>
          </ac:spMkLst>
        </pc:spChg>
        <pc:spChg chg="mod">
          <ac:chgData name="Garima Singhal" userId="bd23a5c7e7d7f8f6" providerId="LiveId" clId="{EC591A9D-69C0-4B8B-A77C-776535BB2AF6}" dt="2024-10-17T04:44:23.895" v="281" actId="14100"/>
          <ac:spMkLst>
            <pc:docMk/>
            <pc:sldMk cId="3384006678" sldId="467"/>
            <ac:spMk id="8" creationId="{00000000-0000-0000-0000-000000000000}"/>
          </ac:spMkLst>
        </pc:spChg>
        <pc:picChg chg="del">
          <ac:chgData name="Garima Singhal" userId="bd23a5c7e7d7f8f6" providerId="LiveId" clId="{EC591A9D-69C0-4B8B-A77C-776535BB2AF6}" dt="2024-10-17T04:31:48.211" v="31" actId="478"/>
          <ac:picMkLst>
            <pc:docMk/>
            <pc:sldMk cId="3384006678" sldId="467"/>
            <ac:picMk id="7" creationId="{00000000-0000-0000-0000-000000000000}"/>
          </ac:picMkLst>
        </pc:picChg>
      </pc:sldChg>
      <pc:sldChg chg="delSp modSp mod">
        <pc:chgData name="Garima Singhal" userId="bd23a5c7e7d7f8f6" providerId="LiveId" clId="{EC591A9D-69C0-4B8B-A77C-776535BB2AF6}" dt="2024-10-17T04:44:40.326" v="285" actId="14100"/>
        <pc:sldMkLst>
          <pc:docMk/>
          <pc:sldMk cId="836685651" sldId="468"/>
        </pc:sldMkLst>
        <pc:spChg chg="mod">
          <ac:chgData name="Garima Singhal" userId="bd23a5c7e7d7f8f6" providerId="LiveId" clId="{EC591A9D-69C0-4B8B-A77C-776535BB2AF6}" dt="2024-10-17T04:44:31.032" v="283" actId="14100"/>
          <ac:spMkLst>
            <pc:docMk/>
            <pc:sldMk cId="836685651" sldId="468"/>
            <ac:spMk id="3" creationId="{00000000-0000-0000-0000-000000000000}"/>
          </ac:spMkLst>
        </pc:spChg>
        <pc:spChg chg="mod">
          <ac:chgData name="Garima Singhal" userId="bd23a5c7e7d7f8f6" providerId="LiveId" clId="{EC591A9D-69C0-4B8B-A77C-776535BB2AF6}" dt="2024-10-17T04:44:40.326" v="285" actId="14100"/>
          <ac:spMkLst>
            <pc:docMk/>
            <pc:sldMk cId="836685651" sldId="468"/>
            <ac:spMk id="8" creationId="{00000000-0000-0000-0000-000000000000}"/>
          </ac:spMkLst>
        </pc:spChg>
        <pc:picChg chg="del">
          <ac:chgData name="Garima Singhal" userId="bd23a5c7e7d7f8f6" providerId="LiveId" clId="{EC591A9D-69C0-4B8B-A77C-776535BB2AF6}" dt="2024-10-17T04:31:50.817" v="32" actId="478"/>
          <ac:picMkLst>
            <pc:docMk/>
            <pc:sldMk cId="836685651" sldId="468"/>
            <ac:picMk id="7" creationId="{00000000-0000-0000-0000-000000000000}"/>
          </ac:picMkLst>
        </pc:picChg>
      </pc:sldChg>
      <pc:sldChg chg="delSp modSp mod">
        <pc:chgData name="Garima Singhal" userId="bd23a5c7e7d7f8f6" providerId="LiveId" clId="{EC591A9D-69C0-4B8B-A77C-776535BB2AF6}" dt="2024-10-17T04:44:56.015" v="289" actId="14100"/>
        <pc:sldMkLst>
          <pc:docMk/>
          <pc:sldMk cId="2723185461" sldId="469"/>
        </pc:sldMkLst>
        <pc:spChg chg="mod">
          <ac:chgData name="Garima Singhal" userId="bd23a5c7e7d7f8f6" providerId="LiveId" clId="{EC591A9D-69C0-4B8B-A77C-776535BB2AF6}" dt="2024-10-17T04:44:56.015" v="289" actId="14100"/>
          <ac:spMkLst>
            <pc:docMk/>
            <pc:sldMk cId="2723185461" sldId="469"/>
            <ac:spMk id="3" creationId="{00000000-0000-0000-0000-000000000000}"/>
          </ac:spMkLst>
        </pc:spChg>
        <pc:spChg chg="mod">
          <ac:chgData name="Garima Singhal" userId="bd23a5c7e7d7f8f6" providerId="LiveId" clId="{EC591A9D-69C0-4B8B-A77C-776535BB2AF6}" dt="2024-10-17T04:44:49.592" v="287" actId="14100"/>
          <ac:spMkLst>
            <pc:docMk/>
            <pc:sldMk cId="2723185461" sldId="469"/>
            <ac:spMk id="8" creationId="{00000000-0000-0000-0000-000000000000}"/>
          </ac:spMkLst>
        </pc:spChg>
        <pc:picChg chg="del">
          <ac:chgData name="Garima Singhal" userId="bd23a5c7e7d7f8f6" providerId="LiveId" clId="{EC591A9D-69C0-4B8B-A77C-776535BB2AF6}" dt="2024-10-17T04:31:52.618" v="33" actId="478"/>
          <ac:picMkLst>
            <pc:docMk/>
            <pc:sldMk cId="2723185461" sldId="469"/>
            <ac:picMk id="7" creationId="{00000000-0000-0000-0000-000000000000}"/>
          </ac:picMkLst>
        </pc:picChg>
      </pc:sldChg>
      <pc:sldChg chg="delSp modSp mod">
        <pc:chgData name="Garima Singhal" userId="bd23a5c7e7d7f8f6" providerId="LiveId" clId="{EC591A9D-69C0-4B8B-A77C-776535BB2AF6}" dt="2024-10-17T04:45:11.425" v="293" actId="14100"/>
        <pc:sldMkLst>
          <pc:docMk/>
          <pc:sldMk cId="3667677721" sldId="470"/>
        </pc:sldMkLst>
        <pc:spChg chg="mod">
          <ac:chgData name="Garima Singhal" userId="bd23a5c7e7d7f8f6" providerId="LiveId" clId="{EC591A9D-69C0-4B8B-A77C-776535BB2AF6}" dt="2024-10-17T04:45:11.425" v="293" actId="14100"/>
          <ac:spMkLst>
            <pc:docMk/>
            <pc:sldMk cId="3667677721" sldId="470"/>
            <ac:spMk id="3" creationId="{00000000-0000-0000-0000-000000000000}"/>
          </ac:spMkLst>
        </pc:spChg>
        <pc:spChg chg="mod">
          <ac:chgData name="Garima Singhal" userId="bd23a5c7e7d7f8f6" providerId="LiveId" clId="{EC591A9D-69C0-4B8B-A77C-776535BB2AF6}" dt="2024-10-17T04:45:03.674" v="291" actId="14100"/>
          <ac:spMkLst>
            <pc:docMk/>
            <pc:sldMk cId="3667677721" sldId="470"/>
            <ac:spMk id="8" creationId="{00000000-0000-0000-0000-000000000000}"/>
          </ac:spMkLst>
        </pc:spChg>
        <pc:picChg chg="del">
          <ac:chgData name="Garima Singhal" userId="bd23a5c7e7d7f8f6" providerId="LiveId" clId="{EC591A9D-69C0-4B8B-A77C-776535BB2AF6}" dt="2024-10-17T04:31:55.205" v="34" actId="478"/>
          <ac:picMkLst>
            <pc:docMk/>
            <pc:sldMk cId="3667677721" sldId="470"/>
            <ac:picMk id="7" creationId="{00000000-0000-0000-0000-000000000000}"/>
          </ac:picMkLst>
        </pc:picChg>
      </pc:sldChg>
      <pc:sldChg chg="delSp modSp mod">
        <pc:chgData name="Garima Singhal" userId="bd23a5c7e7d7f8f6" providerId="LiveId" clId="{EC591A9D-69C0-4B8B-A77C-776535BB2AF6}" dt="2024-10-17T04:45:28.735" v="296" actId="14100"/>
        <pc:sldMkLst>
          <pc:docMk/>
          <pc:sldMk cId="3120026547" sldId="471"/>
        </pc:sldMkLst>
        <pc:spChg chg="mod">
          <ac:chgData name="Garima Singhal" userId="bd23a5c7e7d7f8f6" providerId="LiveId" clId="{EC591A9D-69C0-4B8B-A77C-776535BB2AF6}" dt="2024-10-17T04:45:28.735" v="296" actId="14100"/>
          <ac:spMkLst>
            <pc:docMk/>
            <pc:sldMk cId="3120026547" sldId="471"/>
            <ac:spMk id="3" creationId="{00000000-0000-0000-0000-000000000000}"/>
          </ac:spMkLst>
        </pc:spChg>
        <pc:spChg chg="mod">
          <ac:chgData name="Garima Singhal" userId="bd23a5c7e7d7f8f6" providerId="LiveId" clId="{EC591A9D-69C0-4B8B-A77C-776535BB2AF6}" dt="2024-10-17T04:45:24.964" v="295" actId="14100"/>
          <ac:spMkLst>
            <pc:docMk/>
            <pc:sldMk cId="3120026547" sldId="471"/>
            <ac:spMk id="8" creationId="{00000000-0000-0000-0000-000000000000}"/>
          </ac:spMkLst>
        </pc:spChg>
        <pc:picChg chg="del">
          <ac:chgData name="Garima Singhal" userId="bd23a5c7e7d7f8f6" providerId="LiveId" clId="{EC591A9D-69C0-4B8B-A77C-776535BB2AF6}" dt="2024-10-17T04:31:57.223" v="35" actId="478"/>
          <ac:picMkLst>
            <pc:docMk/>
            <pc:sldMk cId="3120026547" sldId="471"/>
            <ac:picMk id="7" creationId="{00000000-0000-0000-0000-000000000000}"/>
          </ac:picMkLst>
        </pc:picChg>
      </pc:sldChg>
      <pc:sldChg chg="delSp modSp mod">
        <pc:chgData name="Garima Singhal" userId="bd23a5c7e7d7f8f6" providerId="LiveId" clId="{EC591A9D-69C0-4B8B-A77C-776535BB2AF6}" dt="2024-10-17T04:45:41.103" v="300" actId="14100"/>
        <pc:sldMkLst>
          <pc:docMk/>
          <pc:sldMk cId="2132082462" sldId="472"/>
        </pc:sldMkLst>
        <pc:spChg chg="mod">
          <ac:chgData name="Garima Singhal" userId="bd23a5c7e7d7f8f6" providerId="LiveId" clId="{EC591A9D-69C0-4B8B-A77C-776535BB2AF6}" dt="2024-10-17T04:45:35.246" v="298" actId="14100"/>
          <ac:spMkLst>
            <pc:docMk/>
            <pc:sldMk cId="2132082462" sldId="472"/>
            <ac:spMk id="3" creationId="{00000000-0000-0000-0000-000000000000}"/>
          </ac:spMkLst>
        </pc:spChg>
        <pc:spChg chg="mod">
          <ac:chgData name="Garima Singhal" userId="bd23a5c7e7d7f8f6" providerId="LiveId" clId="{EC591A9D-69C0-4B8B-A77C-776535BB2AF6}" dt="2024-10-17T04:45:41.103" v="300" actId="14100"/>
          <ac:spMkLst>
            <pc:docMk/>
            <pc:sldMk cId="2132082462" sldId="472"/>
            <ac:spMk id="10" creationId="{00000000-0000-0000-0000-000000000000}"/>
          </ac:spMkLst>
        </pc:spChg>
        <pc:picChg chg="del">
          <ac:chgData name="Garima Singhal" userId="bd23a5c7e7d7f8f6" providerId="LiveId" clId="{EC591A9D-69C0-4B8B-A77C-776535BB2AF6}" dt="2024-10-17T04:31:59.558" v="36" actId="478"/>
          <ac:picMkLst>
            <pc:docMk/>
            <pc:sldMk cId="2132082462" sldId="472"/>
            <ac:picMk id="8" creationId="{00000000-0000-0000-0000-000000000000}"/>
          </ac:picMkLst>
        </pc:picChg>
      </pc:sldChg>
      <pc:sldChg chg="delSp modSp mod">
        <pc:chgData name="Garima Singhal" userId="bd23a5c7e7d7f8f6" providerId="LiveId" clId="{EC591A9D-69C0-4B8B-A77C-776535BB2AF6}" dt="2024-10-17T04:45:57.355" v="304" actId="1076"/>
        <pc:sldMkLst>
          <pc:docMk/>
          <pc:sldMk cId="455550646" sldId="473"/>
        </pc:sldMkLst>
        <pc:spChg chg="mod">
          <ac:chgData name="Garima Singhal" userId="bd23a5c7e7d7f8f6" providerId="LiveId" clId="{EC591A9D-69C0-4B8B-A77C-776535BB2AF6}" dt="2024-10-17T04:45:57.355" v="304" actId="1076"/>
          <ac:spMkLst>
            <pc:docMk/>
            <pc:sldMk cId="455550646" sldId="473"/>
            <ac:spMk id="3" creationId="{00000000-0000-0000-0000-000000000000}"/>
          </ac:spMkLst>
        </pc:spChg>
        <pc:spChg chg="mod">
          <ac:chgData name="Garima Singhal" userId="bd23a5c7e7d7f8f6" providerId="LiveId" clId="{EC591A9D-69C0-4B8B-A77C-776535BB2AF6}" dt="2024-10-17T04:45:54.119" v="303" actId="14100"/>
          <ac:spMkLst>
            <pc:docMk/>
            <pc:sldMk cId="455550646" sldId="473"/>
            <ac:spMk id="7" creationId="{00000000-0000-0000-0000-000000000000}"/>
          </ac:spMkLst>
        </pc:spChg>
        <pc:picChg chg="del">
          <ac:chgData name="Garima Singhal" userId="bd23a5c7e7d7f8f6" providerId="LiveId" clId="{EC591A9D-69C0-4B8B-A77C-776535BB2AF6}" dt="2024-10-17T04:32:01.529" v="37" actId="478"/>
          <ac:picMkLst>
            <pc:docMk/>
            <pc:sldMk cId="455550646" sldId="473"/>
            <ac:picMk id="8" creationId="{00000000-0000-0000-0000-000000000000}"/>
          </ac:picMkLst>
        </pc:picChg>
      </pc:sldChg>
      <pc:sldChg chg="delSp modSp mod">
        <pc:chgData name="Garima Singhal" userId="bd23a5c7e7d7f8f6" providerId="LiveId" clId="{EC591A9D-69C0-4B8B-A77C-776535BB2AF6}" dt="2024-10-17T04:46:10.507" v="308" actId="14100"/>
        <pc:sldMkLst>
          <pc:docMk/>
          <pc:sldMk cId="3867715285" sldId="474"/>
        </pc:sldMkLst>
        <pc:spChg chg="mod">
          <ac:chgData name="Garima Singhal" userId="bd23a5c7e7d7f8f6" providerId="LiveId" clId="{EC591A9D-69C0-4B8B-A77C-776535BB2AF6}" dt="2024-10-17T04:46:03.285" v="306" actId="14100"/>
          <ac:spMkLst>
            <pc:docMk/>
            <pc:sldMk cId="3867715285" sldId="474"/>
            <ac:spMk id="3" creationId="{00000000-0000-0000-0000-000000000000}"/>
          </ac:spMkLst>
        </pc:spChg>
        <pc:spChg chg="mod">
          <ac:chgData name="Garima Singhal" userId="bd23a5c7e7d7f8f6" providerId="LiveId" clId="{EC591A9D-69C0-4B8B-A77C-776535BB2AF6}" dt="2024-10-17T04:46:10.507" v="308" actId="14100"/>
          <ac:spMkLst>
            <pc:docMk/>
            <pc:sldMk cId="3867715285" sldId="474"/>
            <ac:spMk id="7" creationId="{00000000-0000-0000-0000-000000000000}"/>
          </ac:spMkLst>
        </pc:spChg>
        <pc:picChg chg="del">
          <ac:chgData name="Garima Singhal" userId="bd23a5c7e7d7f8f6" providerId="LiveId" clId="{EC591A9D-69C0-4B8B-A77C-776535BB2AF6}" dt="2024-10-17T04:32:03.514" v="38" actId="478"/>
          <ac:picMkLst>
            <pc:docMk/>
            <pc:sldMk cId="3867715285" sldId="474"/>
            <ac:picMk id="8" creationId="{00000000-0000-0000-0000-000000000000}"/>
          </ac:picMkLst>
        </pc:picChg>
      </pc:sldChg>
      <pc:sldChg chg="delSp modSp mod">
        <pc:chgData name="Garima Singhal" userId="bd23a5c7e7d7f8f6" providerId="LiveId" clId="{EC591A9D-69C0-4B8B-A77C-776535BB2AF6}" dt="2024-10-17T04:46:23.800" v="312" actId="14100"/>
        <pc:sldMkLst>
          <pc:docMk/>
          <pc:sldMk cId="2921909180" sldId="475"/>
        </pc:sldMkLst>
        <pc:spChg chg="mod">
          <ac:chgData name="Garima Singhal" userId="bd23a5c7e7d7f8f6" providerId="LiveId" clId="{EC591A9D-69C0-4B8B-A77C-776535BB2AF6}" dt="2024-10-17T04:46:23.800" v="312" actId="14100"/>
          <ac:spMkLst>
            <pc:docMk/>
            <pc:sldMk cId="2921909180" sldId="475"/>
            <ac:spMk id="3" creationId="{00000000-0000-0000-0000-000000000000}"/>
          </ac:spMkLst>
        </pc:spChg>
        <pc:spChg chg="mod">
          <ac:chgData name="Garima Singhal" userId="bd23a5c7e7d7f8f6" providerId="LiveId" clId="{EC591A9D-69C0-4B8B-A77C-776535BB2AF6}" dt="2024-10-17T04:46:17.828" v="310" actId="14100"/>
          <ac:spMkLst>
            <pc:docMk/>
            <pc:sldMk cId="2921909180" sldId="475"/>
            <ac:spMk id="7" creationId="{00000000-0000-0000-0000-000000000000}"/>
          </ac:spMkLst>
        </pc:spChg>
        <pc:picChg chg="del">
          <ac:chgData name="Garima Singhal" userId="bd23a5c7e7d7f8f6" providerId="LiveId" clId="{EC591A9D-69C0-4B8B-A77C-776535BB2AF6}" dt="2024-10-17T04:32:05.739" v="39" actId="478"/>
          <ac:picMkLst>
            <pc:docMk/>
            <pc:sldMk cId="2921909180" sldId="475"/>
            <ac:picMk id="8" creationId="{00000000-0000-0000-0000-000000000000}"/>
          </ac:picMkLst>
        </pc:picChg>
      </pc:sldChg>
      <pc:sldChg chg="delSp modSp mod">
        <pc:chgData name="Garima Singhal" userId="bd23a5c7e7d7f8f6" providerId="LiveId" clId="{EC591A9D-69C0-4B8B-A77C-776535BB2AF6}" dt="2024-10-17T04:46:35.205" v="314" actId="14100"/>
        <pc:sldMkLst>
          <pc:docMk/>
          <pc:sldMk cId="3246848209" sldId="476"/>
        </pc:sldMkLst>
        <pc:spChg chg="mod">
          <ac:chgData name="Garima Singhal" userId="bd23a5c7e7d7f8f6" providerId="LiveId" clId="{EC591A9D-69C0-4B8B-A77C-776535BB2AF6}" dt="2024-10-17T04:46:35.205" v="314" actId="14100"/>
          <ac:spMkLst>
            <pc:docMk/>
            <pc:sldMk cId="3246848209" sldId="476"/>
            <ac:spMk id="7" creationId="{00000000-0000-0000-0000-000000000000}"/>
          </ac:spMkLst>
        </pc:spChg>
        <pc:picChg chg="del">
          <ac:chgData name="Garima Singhal" userId="bd23a5c7e7d7f8f6" providerId="LiveId" clId="{EC591A9D-69C0-4B8B-A77C-776535BB2AF6}" dt="2024-10-17T04:32:08.300" v="40" actId="478"/>
          <ac:picMkLst>
            <pc:docMk/>
            <pc:sldMk cId="3246848209" sldId="476"/>
            <ac:picMk id="8" creationId="{00000000-0000-0000-0000-000000000000}"/>
          </ac:picMkLst>
        </pc:picChg>
      </pc:sldChg>
      <pc:sldChg chg="delSp modSp mod">
        <pc:chgData name="Garima Singhal" userId="bd23a5c7e7d7f8f6" providerId="LiveId" clId="{EC591A9D-69C0-4B8B-A77C-776535BB2AF6}" dt="2024-10-17T04:46:45.089" v="316" actId="14100"/>
        <pc:sldMkLst>
          <pc:docMk/>
          <pc:sldMk cId="623887259" sldId="477"/>
        </pc:sldMkLst>
        <pc:spChg chg="mod">
          <ac:chgData name="Garima Singhal" userId="bd23a5c7e7d7f8f6" providerId="LiveId" clId="{EC591A9D-69C0-4B8B-A77C-776535BB2AF6}" dt="2024-10-17T04:46:45.089" v="316" actId="14100"/>
          <ac:spMkLst>
            <pc:docMk/>
            <pc:sldMk cId="623887259" sldId="477"/>
            <ac:spMk id="7" creationId="{00000000-0000-0000-0000-000000000000}"/>
          </ac:spMkLst>
        </pc:spChg>
        <pc:picChg chg="del">
          <ac:chgData name="Garima Singhal" userId="bd23a5c7e7d7f8f6" providerId="LiveId" clId="{EC591A9D-69C0-4B8B-A77C-776535BB2AF6}" dt="2024-10-17T04:32:10.284" v="41" actId="478"/>
          <ac:picMkLst>
            <pc:docMk/>
            <pc:sldMk cId="623887259" sldId="477"/>
            <ac:picMk id="8" creationId="{00000000-0000-0000-0000-000000000000}"/>
          </ac:picMkLst>
        </pc:picChg>
      </pc:sldChg>
      <pc:sldChg chg="delSp modSp mod">
        <pc:chgData name="Garima Singhal" userId="bd23a5c7e7d7f8f6" providerId="LiveId" clId="{EC591A9D-69C0-4B8B-A77C-776535BB2AF6}" dt="2024-10-17T04:46:54.507" v="318" actId="14100"/>
        <pc:sldMkLst>
          <pc:docMk/>
          <pc:sldMk cId="3094477024" sldId="479"/>
        </pc:sldMkLst>
        <pc:spChg chg="mod">
          <ac:chgData name="Garima Singhal" userId="bd23a5c7e7d7f8f6" providerId="LiveId" clId="{EC591A9D-69C0-4B8B-A77C-776535BB2AF6}" dt="2024-10-17T04:46:54.507" v="318" actId="14100"/>
          <ac:spMkLst>
            <pc:docMk/>
            <pc:sldMk cId="3094477024" sldId="479"/>
            <ac:spMk id="7" creationId="{00000000-0000-0000-0000-000000000000}"/>
          </ac:spMkLst>
        </pc:spChg>
        <pc:picChg chg="del">
          <ac:chgData name="Garima Singhal" userId="bd23a5c7e7d7f8f6" providerId="LiveId" clId="{EC591A9D-69C0-4B8B-A77C-776535BB2AF6}" dt="2024-10-17T04:32:12.610" v="42" actId="478"/>
          <ac:picMkLst>
            <pc:docMk/>
            <pc:sldMk cId="3094477024" sldId="479"/>
            <ac:picMk id="8" creationId="{00000000-0000-0000-0000-000000000000}"/>
          </ac:picMkLst>
        </pc:picChg>
      </pc:sldChg>
      <pc:sldChg chg="delSp modSp mod">
        <pc:chgData name="Garima Singhal" userId="bd23a5c7e7d7f8f6" providerId="LiveId" clId="{EC591A9D-69C0-4B8B-A77C-776535BB2AF6}" dt="2024-10-17T04:47:08.160" v="321" actId="14100"/>
        <pc:sldMkLst>
          <pc:docMk/>
          <pc:sldMk cId="1360529431" sldId="480"/>
        </pc:sldMkLst>
        <pc:spChg chg="mod">
          <ac:chgData name="Garima Singhal" userId="bd23a5c7e7d7f8f6" providerId="LiveId" clId="{EC591A9D-69C0-4B8B-A77C-776535BB2AF6}" dt="2024-10-17T04:47:08.160" v="321" actId="14100"/>
          <ac:spMkLst>
            <pc:docMk/>
            <pc:sldMk cId="1360529431" sldId="480"/>
            <ac:spMk id="7" creationId="{00000000-0000-0000-0000-000000000000}"/>
          </ac:spMkLst>
        </pc:spChg>
        <pc:picChg chg="del">
          <ac:chgData name="Garima Singhal" userId="bd23a5c7e7d7f8f6" providerId="LiveId" clId="{EC591A9D-69C0-4B8B-A77C-776535BB2AF6}" dt="2024-10-17T04:47:00.090" v="319" actId="478"/>
          <ac:picMkLst>
            <pc:docMk/>
            <pc:sldMk cId="1360529431" sldId="480"/>
            <ac:picMk id="8" creationId="{00000000-0000-0000-0000-000000000000}"/>
          </ac:picMkLst>
        </pc:picChg>
      </pc:sldChg>
      <pc:sldChg chg="delSp modSp mod ord">
        <pc:chgData name="Garima Singhal" userId="bd23a5c7e7d7f8f6" providerId="LiveId" clId="{EC591A9D-69C0-4B8B-A77C-776535BB2AF6}" dt="2024-10-17T04:54:05.737" v="423" actId="20578"/>
        <pc:sldMkLst>
          <pc:docMk/>
          <pc:sldMk cId="1286235760" sldId="481"/>
        </pc:sldMkLst>
        <pc:spChg chg="mod">
          <ac:chgData name="Garima Singhal" userId="bd23a5c7e7d7f8f6" providerId="LiveId" clId="{EC591A9D-69C0-4B8B-A77C-776535BB2AF6}" dt="2024-10-17T04:47:16.907" v="323" actId="14100"/>
          <ac:spMkLst>
            <pc:docMk/>
            <pc:sldMk cId="1286235760" sldId="481"/>
            <ac:spMk id="7" creationId="{00000000-0000-0000-0000-000000000000}"/>
          </ac:spMkLst>
        </pc:spChg>
        <pc:picChg chg="del">
          <ac:chgData name="Garima Singhal" userId="bd23a5c7e7d7f8f6" providerId="LiveId" clId="{EC591A9D-69C0-4B8B-A77C-776535BB2AF6}" dt="2024-10-17T04:32:14.698" v="43" actId="478"/>
          <ac:picMkLst>
            <pc:docMk/>
            <pc:sldMk cId="1286235760" sldId="481"/>
            <ac:picMk id="8" creationId="{00000000-0000-0000-0000-000000000000}"/>
          </ac:picMkLst>
        </pc:picChg>
      </pc:sldChg>
      <pc:sldChg chg="delSp modSp mod">
        <pc:chgData name="Garima Singhal" userId="bd23a5c7e7d7f8f6" providerId="LiveId" clId="{EC591A9D-69C0-4B8B-A77C-776535BB2AF6}" dt="2024-10-17T04:38:20.245" v="165"/>
        <pc:sldMkLst>
          <pc:docMk/>
          <pc:sldMk cId="3069626075" sldId="482"/>
        </pc:sldMkLst>
        <pc:spChg chg="mod">
          <ac:chgData name="Garima Singhal" userId="bd23a5c7e7d7f8f6" providerId="LiveId" clId="{EC591A9D-69C0-4B8B-A77C-776535BB2AF6}" dt="2024-10-17T04:38:20.245" v="165"/>
          <ac:spMkLst>
            <pc:docMk/>
            <pc:sldMk cId="3069626075" sldId="482"/>
            <ac:spMk id="3" creationId="{00000000-0000-0000-0000-000000000000}"/>
          </ac:spMkLst>
        </pc:spChg>
        <pc:spChg chg="mod">
          <ac:chgData name="Garima Singhal" userId="bd23a5c7e7d7f8f6" providerId="LiveId" clId="{EC591A9D-69C0-4B8B-A77C-776535BB2AF6}" dt="2024-10-17T04:38:03.492" v="146" actId="14100"/>
          <ac:spMkLst>
            <pc:docMk/>
            <pc:sldMk cId="3069626075" sldId="482"/>
            <ac:spMk id="8" creationId="{00000000-0000-0000-0000-000000000000}"/>
          </ac:spMkLst>
        </pc:spChg>
        <pc:picChg chg="del">
          <ac:chgData name="Garima Singhal" userId="bd23a5c7e7d7f8f6" providerId="LiveId" clId="{EC591A9D-69C0-4B8B-A77C-776535BB2AF6}" dt="2024-10-17T04:30:59.168" v="10" actId="478"/>
          <ac:picMkLst>
            <pc:docMk/>
            <pc:sldMk cId="3069626075" sldId="482"/>
            <ac:picMk id="9" creationId="{00000000-0000-0000-0000-000000000000}"/>
          </ac:picMkLst>
        </pc:picChg>
      </pc:sldChg>
      <pc:sldChg chg="delSp modSp mod">
        <pc:chgData name="Garima Singhal" userId="bd23a5c7e7d7f8f6" providerId="LiveId" clId="{EC591A9D-69C0-4B8B-A77C-776535BB2AF6}" dt="2024-10-17T04:37:51.412" v="144" actId="14100"/>
        <pc:sldMkLst>
          <pc:docMk/>
          <pc:sldMk cId="637156681" sldId="483"/>
        </pc:sldMkLst>
        <pc:spChg chg="mod">
          <ac:chgData name="Garima Singhal" userId="bd23a5c7e7d7f8f6" providerId="LiveId" clId="{EC591A9D-69C0-4B8B-A77C-776535BB2AF6}" dt="2024-10-17T04:37:51.412" v="144" actId="14100"/>
          <ac:spMkLst>
            <pc:docMk/>
            <pc:sldMk cId="637156681" sldId="483"/>
            <ac:spMk id="3" creationId="{00000000-0000-0000-0000-000000000000}"/>
          </ac:spMkLst>
        </pc:spChg>
        <pc:spChg chg="mod">
          <ac:chgData name="Garima Singhal" userId="bd23a5c7e7d7f8f6" providerId="LiveId" clId="{EC591A9D-69C0-4B8B-A77C-776535BB2AF6}" dt="2024-10-17T04:37:30.190" v="142" actId="14100"/>
          <ac:spMkLst>
            <pc:docMk/>
            <pc:sldMk cId="637156681" sldId="483"/>
            <ac:spMk id="8" creationId="{00000000-0000-0000-0000-000000000000}"/>
          </ac:spMkLst>
        </pc:spChg>
        <pc:picChg chg="del">
          <ac:chgData name="Garima Singhal" userId="bd23a5c7e7d7f8f6" providerId="LiveId" clId="{EC591A9D-69C0-4B8B-A77C-776535BB2AF6}" dt="2024-10-17T04:30:56.364" v="9" actId="478"/>
          <ac:picMkLst>
            <pc:docMk/>
            <pc:sldMk cId="637156681" sldId="483"/>
            <ac:picMk id="9" creationId="{00000000-0000-0000-0000-000000000000}"/>
          </ac:picMkLst>
        </pc:picChg>
      </pc:sldChg>
      <pc:sldChg chg="delSp modSp mod">
        <pc:chgData name="Garima Singhal" userId="bd23a5c7e7d7f8f6" providerId="LiveId" clId="{EC591A9D-69C0-4B8B-A77C-776535BB2AF6}" dt="2024-10-17T04:37:14.185" v="140" actId="14100"/>
        <pc:sldMkLst>
          <pc:docMk/>
          <pc:sldMk cId="1291386068" sldId="484"/>
        </pc:sldMkLst>
        <pc:spChg chg="mod">
          <ac:chgData name="Garima Singhal" userId="bd23a5c7e7d7f8f6" providerId="LiveId" clId="{EC591A9D-69C0-4B8B-A77C-776535BB2AF6}" dt="2024-10-17T04:37:06.528" v="138" actId="14100"/>
          <ac:spMkLst>
            <pc:docMk/>
            <pc:sldMk cId="1291386068" sldId="484"/>
            <ac:spMk id="3" creationId="{00000000-0000-0000-0000-000000000000}"/>
          </ac:spMkLst>
        </pc:spChg>
        <pc:spChg chg="mod">
          <ac:chgData name="Garima Singhal" userId="bd23a5c7e7d7f8f6" providerId="LiveId" clId="{EC591A9D-69C0-4B8B-A77C-776535BB2AF6}" dt="2024-10-17T04:37:14.185" v="140" actId="14100"/>
          <ac:spMkLst>
            <pc:docMk/>
            <pc:sldMk cId="1291386068" sldId="484"/>
            <ac:spMk id="8" creationId="{00000000-0000-0000-0000-000000000000}"/>
          </ac:spMkLst>
        </pc:spChg>
        <pc:picChg chg="del">
          <ac:chgData name="Garima Singhal" userId="bd23a5c7e7d7f8f6" providerId="LiveId" clId="{EC591A9D-69C0-4B8B-A77C-776535BB2AF6}" dt="2024-10-17T04:30:54.220" v="8" actId="478"/>
          <ac:picMkLst>
            <pc:docMk/>
            <pc:sldMk cId="1291386068" sldId="484"/>
            <ac:picMk id="9" creationId="{00000000-0000-0000-0000-000000000000}"/>
          </ac:picMkLst>
        </pc:picChg>
      </pc:sldChg>
      <pc:sldChg chg="delSp modSp mod">
        <pc:chgData name="Garima Singhal" userId="bd23a5c7e7d7f8f6" providerId="LiveId" clId="{EC591A9D-69C0-4B8B-A77C-776535BB2AF6}" dt="2024-10-17T04:47:25.296" v="325" actId="14100"/>
        <pc:sldMkLst>
          <pc:docMk/>
          <pc:sldMk cId="3398521056" sldId="485"/>
        </pc:sldMkLst>
        <pc:spChg chg="mod">
          <ac:chgData name="Garima Singhal" userId="bd23a5c7e7d7f8f6" providerId="LiveId" clId="{EC591A9D-69C0-4B8B-A77C-776535BB2AF6}" dt="2024-10-17T04:47:25.296" v="325" actId="14100"/>
          <ac:spMkLst>
            <pc:docMk/>
            <pc:sldMk cId="3398521056" sldId="485"/>
            <ac:spMk id="7" creationId="{00000000-0000-0000-0000-000000000000}"/>
          </ac:spMkLst>
        </pc:spChg>
        <pc:picChg chg="del">
          <ac:chgData name="Garima Singhal" userId="bd23a5c7e7d7f8f6" providerId="LiveId" clId="{EC591A9D-69C0-4B8B-A77C-776535BB2AF6}" dt="2024-10-17T04:32:16.553" v="44" actId="478"/>
          <ac:picMkLst>
            <pc:docMk/>
            <pc:sldMk cId="3398521056" sldId="485"/>
            <ac:picMk id="8" creationId="{00000000-0000-0000-0000-000000000000}"/>
          </ac:picMkLst>
        </pc:picChg>
      </pc:sldChg>
      <pc:sldChg chg="delSp modSp mod">
        <pc:chgData name="Garima Singhal" userId="bd23a5c7e7d7f8f6" providerId="LiveId" clId="{EC591A9D-69C0-4B8B-A77C-776535BB2AF6}" dt="2024-10-17T04:47:32.748" v="327" actId="14100"/>
        <pc:sldMkLst>
          <pc:docMk/>
          <pc:sldMk cId="1335496950" sldId="486"/>
        </pc:sldMkLst>
        <pc:spChg chg="mod">
          <ac:chgData name="Garima Singhal" userId="bd23a5c7e7d7f8f6" providerId="LiveId" clId="{EC591A9D-69C0-4B8B-A77C-776535BB2AF6}" dt="2024-10-17T04:47:32.748" v="327" actId="14100"/>
          <ac:spMkLst>
            <pc:docMk/>
            <pc:sldMk cId="1335496950" sldId="486"/>
            <ac:spMk id="7" creationId="{00000000-0000-0000-0000-000000000000}"/>
          </ac:spMkLst>
        </pc:spChg>
        <pc:picChg chg="del">
          <ac:chgData name="Garima Singhal" userId="bd23a5c7e7d7f8f6" providerId="LiveId" clId="{EC591A9D-69C0-4B8B-A77C-776535BB2AF6}" dt="2024-10-17T04:32:19.753" v="45" actId="478"/>
          <ac:picMkLst>
            <pc:docMk/>
            <pc:sldMk cId="1335496950" sldId="486"/>
            <ac:picMk id="8" creationId="{00000000-0000-0000-0000-000000000000}"/>
          </ac:picMkLst>
        </pc:picChg>
      </pc:sldChg>
      <pc:sldChg chg="delSp modSp mod">
        <pc:chgData name="Garima Singhal" userId="bd23a5c7e7d7f8f6" providerId="LiveId" clId="{EC591A9D-69C0-4B8B-A77C-776535BB2AF6}" dt="2024-10-17T04:47:43.061" v="329" actId="14100"/>
        <pc:sldMkLst>
          <pc:docMk/>
          <pc:sldMk cId="3093810439" sldId="487"/>
        </pc:sldMkLst>
        <pc:spChg chg="mod">
          <ac:chgData name="Garima Singhal" userId="bd23a5c7e7d7f8f6" providerId="LiveId" clId="{EC591A9D-69C0-4B8B-A77C-776535BB2AF6}" dt="2024-10-17T04:47:43.061" v="329" actId="14100"/>
          <ac:spMkLst>
            <pc:docMk/>
            <pc:sldMk cId="3093810439" sldId="487"/>
            <ac:spMk id="7" creationId="{00000000-0000-0000-0000-000000000000}"/>
          </ac:spMkLst>
        </pc:spChg>
        <pc:picChg chg="del">
          <ac:chgData name="Garima Singhal" userId="bd23a5c7e7d7f8f6" providerId="LiveId" clId="{EC591A9D-69C0-4B8B-A77C-776535BB2AF6}" dt="2024-10-17T04:32:26.061" v="47" actId="478"/>
          <ac:picMkLst>
            <pc:docMk/>
            <pc:sldMk cId="3093810439" sldId="487"/>
            <ac:picMk id="8" creationId="{00000000-0000-0000-0000-000000000000}"/>
          </ac:picMkLst>
        </pc:picChg>
      </pc:sldChg>
      <pc:sldChg chg="delSp modSp mod">
        <pc:chgData name="Garima Singhal" userId="bd23a5c7e7d7f8f6" providerId="LiveId" clId="{EC591A9D-69C0-4B8B-A77C-776535BB2AF6}" dt="2024-10-17T04:47:51.874" v="331" actId="14100"/>
        <pc:sldMkLst>
          <pc:docMk/>
          <pc:sldMk cId="877982264" sldId="488"/>
        </pc:sldMkLst>
        <pc:spChg chg="mod">
          <ac:chgData name="Garima Singhal" userId="bd23a5c7e7d7f8f6" providerId="LiveId" clId="{EC591A9D-69C0-4B8B-A77C-776535BB2AF6}" dt="2024-10-17T04:47:51.874" v="331" actId="14100"/>
          <ac:spMkLst>
            <pc:docMk/>
            <pc:sldMk cId="877982264" sldId="488"/>
            <ac:spMk id="7" creationId="{00000000-0000-0000-0000-000000000000}"/>
          </ac:spMkLst>
        </pc:spChg>
        <pc:picChg chg="del">
          <ac:chgData name="Garima Singhal" userId="bd23a5c7e7d7f8f6" providerId="LiveId" clId="{EC591A9D-69C0-4B8B-A77C-776535BB2AF6}" dt="2024-10-17T04:32:23.221" v="46" actId="478"/>
          <ac:picMkLst>
            <pc:docMk/>
            <pc:sldMk cId="877982264" sldId="488"/>
            <ac:picMk id="8" creationId="{00000000-0000-0000-0000-000000000000}"/>
          </ac:picMkLst>
        </pc:picChg>
      </pc:sldChg>
      <pc:sldChg chg="delSp modSp mod">
        <pc:chgData name="Garima Singhal" userId="bd23a5c7e7d7f8f6" providerId="LiveId" clId="{EC591A9D-69C0-4B8B-A77C-776535BB2AF6}" dt="2024-10-17T04:47:59.970" v="333" actId="14100"/>
        <pc:sldMkLst>
          <pc:docMk/>
          <pc:sldMk cId="1597917915" sldId="489"/>
        </pc:sldMkLst>
        <pc:spChg chg="mod">
          <ac:chgData name="Garima Singhal" userId="bd23a5c7e7d7f8f6" providerId="LiveId" clId="{EC591A9D-69C0-4B8B-A77C-776535BB2AF6}" dt="2024-10-17T04:47:59.970" v="333" actId="14100"/>
          <ac:spMkLst>
            <pc:docMk/>
            <pc:sldMk cId="1597917915" sldId="489"/>
            <ac:spMk id="7" creationId="{00000000-0000-0000-0000-000000000000}"/>
          </ac:spMkLst>
        </pc:spChg>
        <pc:picChg chg="del">
          <ac:chgData name="Garima Singhal" userId="bd23a5c7e7d7f8f6" providerId="LiveId" clId="{EC591A9D-69C0-4B8B-A77C-776535BB2AF6}" dt="2024-10-17T04:32:28.211" v="48" actId="478"/>
          <ac:picMkLst>
            <pc:docMk/>
            <pc:sldMk cId="1597917915" sldId="489"/>
            <ac:picMk id="8" creationId="{00000000-0000-0000-0000-000000000000}"/>
          </ac:picMkLst>
        </pc:picChg>
      </pc:sldChg>
      <pc:sldChg chg="delSp modSp mod">
        <pc:chgData name="Garima Singhal" userId="bd23a5c7e7d7f8f6" providerId="LiveId" clId="{EC591A9D-69C0-4B8B-A77C-776535BB2AF6}" dt="2024-10-17T04:48:09.415" v="335" actId="14100"/>
        <pc:sldMkLst>
          <pc:docMk/>
          <pc:sldMk cId="1822152740" sldId="490"/>
        </pc:sldMkLst>
        <pc:spChg chg="mod">
          <ac:chgData name="Garima Singhal" userId="bd23a5c7e7d7f8f6" providerId="LiveId" clId="{EC591A9D-69C0-4B8B-A77C-776535BB2AF6}" dt="2024-10-17T04:48:09.415" v="335" actId="14100"/>
          <ac:spMkLst>
            <pc:docMk/>
            <pc:sldMk cId="1822152740" sldId="490"/>
            <ac:spMk id="7" creationId="{00000000-0000-0000-0000-000000000000}"/>
          </ac:spMkLst>
        </pc:spChg>
        <pc:picChg chg="del">
          <ac:chgData name="Garima Singhal" userId="bd23a5c7e7d7f8f6" providerId="LiveId" clId="{EC591A9D-69C0-4B8B-A77C-776535BB2AF6}" dt="2024-10-17T04:32:30.666" v="49" actId="478"/>
          <ac:picMkLst>
            <pc:docMk/>
            <pc:sldMk cId="1822152740" sldId="490"/>
            <ac:picMk id="8" creationId="{00000000-0000-0000-0000-000000000000}"/>
          </ac:picMkLst>
        </pc:picChg>
      </pc:sldChg>
      <pc:sldChg chg="delSp modSp mod">
        <pc:chgData name="Garima Singhal" userId="bd23a5c7e7d7f8f6" providerId="LiveId" clId="{EC591A9D-69C0-4B8B-A77C-776535BB2AF6}" dt="2024-10-17T04:48:15.806" v="337" actId="14100"/>
        <pc:sldMkLst>
          <pc:docMk/>
          <pc:sldMk cId="499751809" sldId="491"/>
        </pc:sldMkLst>
        <pc:spChg chg="mod">
          <ac:chgData name="Garima Singhal" userId="bd23a5c7e7d7f8f6" providerId="LiveId" clId="{EC591A9D-69C0-4B8B-A77C-776535BB2AF6}" dt="2024-10-17T04:48:15.806" v="337" actId="14100"/>
          <ac:spMkLst>
            <pc:docMk/>
            <pc:sldMk cId="499751809" sldId="491"/>
            <ac:spMk id="7" creationId="{00000000-0000-0000-0000-000000000000}"/>
          </ac:spMkLst>
        </pc:spChg>
        <pc:picChg chg="del">
          <ac:chgData name="Garima Singhal" userId="bd23a5c7e7d7f8f6" providerId="LiveId" clId="{EC591A9D-69C0-4B8B-A77C-776535BB2AF6}" dt="2024-10-17T04:32:32.692" v="50" actId="478"/>
          <ac:picMkLst>
            <pc:docMk/>
            <pc:sldMk cId="499751809" sldId="491"/>
            <ac:picMk id="8" creationId="{00000000-0000-0000-0000-000000000000}"/>
          </ac:picMkLst>
        </pc:picChg>
      </pc:sldChg>
      <pc:sldChg chg="delSp modSp mod">
        <pc:chgData name="Garima Singhal" userId="bd23a5c7e7d7f8f6" providerId="LiveId" clId="{EC591A9D-69C0-4B8B-A77C-776535BB2AF6}" dt="2024-10-17T04:48:24.883" v="339" actId="14100"/>
        <pc:sldMkLst>
          <pc:docMk/>
          <pc:sldMk cId="1593313226" sldId="492"/>
        </pc:sldMkLst>
        <pc:spChg chg="mod">
          <ac:chgData name="Garima Singhal" userId="bd23a5c7e7d7f8f6" providerId="LiveId" clId="{EC591A9D-69C0-4B8B-A77C-776535BB2AF6}" dt="2024-10-17T04:48:24.883" v="339" actId="14100"/>
          <ac:spMkLst>
            <pc:docMk/>
            <pc:sldMk cId="1593313226" sldId="492"/>
            <ac:spMk id="7" creationId="{00000000-0000-0000-0000-000000000000}"/>
          </ac:spMkLst>
        </pc:spChg>
        <pc:picChg chg="del">
          <ac:chgData name="Garima Singhal" userId="bd23a5c7e7d7f8f6" providerId="LiveId" clId="{EC591A9D-69C0-4B8B-A77C-776535BB2AF6}" dt="2024-10-17T04:32:37.303" v="51" actId="478"/>
          <ac:picMkLst>
            <pc:docMk/>
            <pc:sldMk cId="1593313226" sldId="492"/>
            <ac:picMk id="8" creationId="{00000000-0000-0000-0000-000000000000}"/>
          </ac:picMkLst>
        </pc:picChg>
      </pc:sldChg>
      <pc:sldChg chg="delSp modSp mod">
        <pc:chgData name="Garima Singhal" userId="bd23a5c7e7d7f8f6" providerId="LiveId" clId="{EC591A9D-69C0-4B8B-A77C-776535BB2AF6}" dt="2024-10-17T04:48:34.202" v="341" actId="14100"/>
        <pc:sldMkLst>
          <pc:docMk/>
          <pc:sldMk cId="1644513989" sldId="493"/>
        </pc:sldMkLst>
        <pc:spChg chg="mod">
          <ac:chgData name="Garima Singhal" userId="bd23a5c7e7d7f8f6" providerId="LiveId" clId="{EC591A9D-69C0-4B8B-A77C-776535BB2AF6}" dt="2024-10-17T04:48:34.202" v="341" actId="14100"/>
          <ac:spMkLst>
            <pc:docMk/>
            <pc:sldMk cId="1644513989" sldId="493"/>
            <ac:spMk id="7" creationId="{00000000-0000-0000-0000-000000000000}"/>
          </ac:spMkLst>
        </pc:spChg>
        <pc:picChg chg="del">
          <ac:chgData name="Garima Singhal" userId="bd23a5c7e7d7f8f6" providerId="LiveId" clId="{EC591A9D-69C0-4B8B-A77C-776535BB2AF6}" dt="2024-10-17T04:32:39.244" v="52" actId="478"/>
          <ac:picMkLst>
            <pc:docMk/>
            <pc:sldMk cId="1644513989" sldId="493"/>
            <ac:picMk id="8" creationId="{00000000-0000-0000-0000-000000000000}"/>
          </ac:picMkLst>
        </pc:picChg>
      </pc:sldChg>
      <pc:sldMasterChg chg="modSldLayout">
        <pc:chgData name="Garima Singhal" userId="bd23a5c7e7d7f8f6" providerId="LiveId" clId="{EC591A9D-69C0-4B8B-A77C-776535BB2AF6}" dt="2024-10-17T04:53:52.017" v="420"/>
        <pc:sldMasterMkLst>
          <pc:docMk/>
          <pc:sldMasterMk cId="0" sldId="2147483648"/>
        </pc:sldMasterMkLst>
        <pc:sldLayoutChg chg="addSp modSp mod">
          <pc:chgData name="Garima Singhal" userId="bd23a5c7e7d7f8f6" providerId="LiveId" clId="{EC591A9D-69C0-4B8B-A77C-776535BB2AF6}" dt="2024-10-17T04:53:27.078" v="411" actId="13822"/>
          <pc:sldLayoutMkLst>
            <pc:docMk/>
            <pc:sldMasterMk cId="0" sldId="2147483648"/>
            <pc:sldLayoutMk cId="0" sldId="2147483650"/>
          </pc:sldLayoutMkLst>
          <pc:cxnChg chg="add mod">
            <ac:chgData name="Garima Singhal" userId="bd23a5c7e7d7f8f6" providerId="LiveId" clId="{EC591A9D-69C0-4B8B-A77C-776535BB2AF6}" dt="2024-10-17T04:53:27.078" v="411" actId="13822"/>
            <ac:cxnSpMkLst>
              <pc:docMk/>
              <pc:sldMasterMk cId="0" sldId="2147483648"/>
              <pc:sldLayoutMk cId="0" sldId="2147483650"/>
              <ac:cxnSpMk id="9" creationId="{83C6D476-0161-14F5-C4B4-D49624E35A13}"/>
            </ac:cxnSpMkLst>
          </pc:cxnChg>
        </pc:sldLayoutChg>
        <pc:sldLayoutChg chg="addSp modSp">
          <pc:chgData name="Garima Singhal" userId="bd23a5c7e7d7f8f6" providerId="LiveId" clId="{EC591A9D-69C0-4B8B-A77C-776535BB2AF6}" dt="2024-10-17T04:53:35.884" v="412"/>
          <pc:sldLayoutMkLst>
            <pc:docMk/>
            <pc:sldMasterMk cId="0" sldId="2147483648"/>
            <pc:sldLayoutMk cId="0" sldId="2147483651"/>
          </pc:sldLayoutMkLst>
          <pc:cxnChg chg="add mod">
            <ac:chgData name="Garima Singhal" userId="bd23a5c7e7d7f8f6" providerId="LiveId" clId="{EC591A9D-69C0-4B8B-A77C-776535BB2AF6}" dt="2024-10-17T04:53:35.884" v="412"/>
            <ac:cxnSpMkLst>
              <pc:docMk/>
              <pc:sldMasterMk cId="0" sldId="2147483648"/>
              <pc:sldLayoutMk cId="0" sldId="2147483651"/>
              <ac:cxnSpMk id="8" creationId="{ED9495D4-6EE7-AA07-263A-1BA5BB0D8B57}"/>
            </ac:cxnSpMkLst>
          </pc:cxnChg>
        </pc:sldLayoutChg>
        <pc:sldLayoutChg chg="addSp modSp">
          <pc:chgData name="Garima Singhal" userId="bd23a5c7e7d7f8f6" providerId="LiveId" clId="{EC591A9D-69C0-4B8B-A77C-776535BB2AF6}" dt="2024-10-17T04:53:37.935" v="413"/>
          <pc:sldLayoutMkLst>
            <pc:docMk/>
            <pc:sldMasterMk cId="0" sldId="2147483648"/>
            <pc:sldLayoutMk cId="0" sldId="2147483652"/>
          </pc:sldLayoutMkLst>
          <pc:cxnChg chg="add mod">
            <ac:chgData name="Garima Singhal" userId="bd23a5c7e7d7f8f6" providerId="LiveId" clId="{EC591A9D-69C0-4B8B-A77C-776535BB2AF6}" dt="2024-10-17T04:53:37.935" v="413"/>
            <ac:cxnSpMkLst>
              <pc:docMk/>
              <pc:sldMasterMk cId="0" sldId="2147483648"/>
              <pc:sldLayoutMk cId="0" sldId="2147483652"/>
              <ac:cxnSpMk id="9" creationId="{6429C62B-A8B0-CA9A-84A7-EB5E747ED3DD}"/>
            </ac:cxnSpMkLst>
          </pc:cxnChg>
        </pc:sldLayoutChg>
        <pc:sldLayoutChg chg="addSp modSp">
          <pc:chgData name="Garima Singhal" userId="bd23a5c7e7d7f8f6" providerId="LiveId" clId="{EC591A9D-69C0-4B8B-A77C-776535BB2AF6}" dt="2024-10-17T04:53:39.989" v="414"/>
          <pc:sldLayoutMkLst>
            <pc:docMk/>
            <pc:sldMasterMk cId="0" sldId="2147483648"/>
            <pc:sldLayoutMk cId="0" sldId="2147483653"/>
          </pc:sldLayoutMkLst>
          <pc:cxnChg chg="add mod">
            <ac:chgData name="Garima Singhal" userId="bd23a5c7e7d7f8f6" providerId="LiveId" clId="{EC591A9D-69C0-4B8B-A77C-776535BB2AF6}" dt="2024-10-17T04:53:39.989" v="414"/>
            <ac:cxnSpMkLst>
              <pc:docMk/>
              <pc:sldMasterMk cId="0" sldId="2147483648"/>
              <pc:sldLayoutMk cId="0" sldId="2147483653"/>
              <ac:cxnSpMk id="11" creationId="{EC635EDD-99F7-06E2-7D5F-018F548E1FCB}"/>
            </ac:cxnSpMkLst>
          </pc:cxnChg>
        </pc:sldLayoutChg>
        <pc:sldLayoutChg chg="addSp modSp">
          <pc:chgData name="Garima Singhal" userId="bd23a5c7e7d7f8f6" providerId="LiveId" clId="{EC591A9D-69C0-4B8B-A77C-776535BB2AF6}" dt="2024-10-17T04:53:41.788" v="415"/>
          <pc:sldLayoutMkLst>
            <pc:docMk/>
            <pc:sldMasterMk cId="0" sldId="2147483648"/>
            <pc:sldLayoutMk cId="0" sldId="2147483654"/>
          </pc:sldLayoutMkLst>
          <pc:cxnChg chg="add mod">
            <ac:chgData name="Garima Singhal" userId="bd23a5c7e7d7f8f6" providerId="LiveId" clId="{EC591A9D-69C0-4B8B-A77C-776535BB2AF6}" dt="2024-10-17T04:53:41.788" v="415"/>
            <ac:cxnSpMkLst>
              <pc:docMk/>
              <pc:sldMasterMk cId="0" sldId="2147483648"/>
              <pc:sldLayoutMk cId="0" sldId="2147483654"/>
              <ac:cxnSpMk id="7" creationId="{FD388038-3F3B-A4C9-7AB6-C5444B6826FE}"/>
            </ac:cxnSpMkLst>
          </pc:cxnChg>
        </pc:sldLayoutChg>
        <pc:sldLayoutChg chg="addSp modSp">
          <pc:chgData name="Garima Singhal" userId="bd23a5c7e7d7f8f6" providerId="LiveId" clId="{EC591A9D-69C0-4B8B-A77C-776535BB2AF6}" dt="2024-10-17T04:53:44.114" v="416"/>
          <pc:sldLayoutMkLst>
            <pc:docMk/>
            <pc:sldMasterMk cId="0" sldId="2147483648"/>
            <pc:sldLayoutMk cId="0" sldId="2147483655"/>
          </pc:sldLayoutMkLst>
          <pc:cxnChg chg="add mod">
            <ac:chgData name="Garima Singhal" userId="bd23a5c7e7d7f8f6" providerId="LiveId" clId="{EC591A9D-69C0-4B8B-A77C-776535BB2AF6}" dt="2024-10-17T04:53:44.114" v="416"/>
            <ac:cxnSpMkLst>
              <pc:docMk/>
              <pc:sldMasterMk cId="0" sldId="2147483648"/>
              <pc:sldLayoutMk cId="0" sldId="2147483655"/>
              <ac:cxnSpMk id="6" creationId="{4429FC8D-DF73-A4A3-0B20-C5CB41B12605}"/>
            </ac:cxnSpMkLst>
          </pc:cxnChg>
        </pc:sldLayoutChg>
        <pc:sldLayoutChg chg="addSp modSp">
          <pc:chgData name="Garima Singhal" userId="bd23a5c7e7d7f8f6" providerId="LiveId" clId="{EC591A9D-69C0-4B8B-A77C-776535BB2AF6}" dt="2024-10-17T04:53:46.774" v="417"/>
          <pc:sldLayoutMkLst>
            <pc:docMk/>
            <pc:sldMasterMk cId="0" sldId="2147483648"/>
            <pc:sldLayoutMk cId="0" sldId="2147483656"/>
          </pc:sldLayoutMkLst>
          <pc:cxnChg chg="add mod">
            <ac:chgData name="Garima Singhal" userId="bd23a5c7e7d7f8f6" providerId="LiveId" clId="{EC591A9D-69C0-4B8B-A77C-776535BB2AF6}" dt="2024-10-17T04:53:46.774" v="417"/>
            <ac:cxnSpMkLst>
              <pc:docMk/>
              <pc:sldMasterMk cId="0" sldId="2147483648"/>
              <pc:sldLayoutMk cId="0" sldId="2147483656"/>
              <ac:cxnSpMk id="9" creationId="{9B761D56-A232-DE4C-B8E7-5EAD6F01DFEA}"/>
            </ac:cxnSpMkLst>
          </pc:cxnChg>
        </pc:sldLayoutChg>
        <pc:sldLayoutChg chg="addSp modSp">
          <pc:chgData name="Garima Singhal" userId="bd23a5c7e7d7f8f6" providerId="LiveId" clId="{EC591A9D-69C0-4B8B-A77C-776535BB2AF6}" dt="2024-10-17T04:53:48.207" v="418"/>
          <pc:sldLayoutMkLst>
            <pc:docMk/>
            <pc:sldMasterMk cId="0" sldId="2147483648"/>
            <pc:sldLayoutMk cId="0" sldId="2147483657"/>
          </pc:sldLayoutMkLst>
          <pc:cxnChg chg="add mod">
            <ac:chgData name="Garima Singhal" userId="bd23a5c7e7d7f8f6" providerId="LiveId" clId="{EC591A9D-69C0-4B8B-A77C-776535BB2AF6}" dt="2024-10-17T04:53:48.207" v="418"/>
            <ac:cxnSpMkLst>
              <pc:docMk/>
              <pc:sldMasterMk cId="0" sldId="2147483648"/>
              <pc:sldLayoutMk cId="0" sldId="2147483657"/>
              <ac:cxnSpMk id="9" creationId="{7FEC47DE-A52C-951C-B09E-02A0A3E12D1C}"/>
            </ac:cxnSpMkLst>
          </pc:cxnChg>
        </pc:sldLayoutChg>
        <pc:sldLayoutChg chg="addSp modSp">
          <pc:chgData name="Garima Singhal" userId="bd23a5c7e7d7f8f6" providerId="LiveId" clId="{EC591A9D-69C0-4B8B-A77C-776535BB2AF6}" dt="2024-10-17T04:53:49.963" v="419"/>
          <pc:sldLayoutMkLst>
            <pc:docMk/>
            <pc:sldMasterMk cId="0" sldId="2147483648"/>
            <pc:sldLayoutMk cId="0" sldId="2147483658"/>
          </pc:sldLayoutMkLst>
          <pc:cxnChg chg="add mod">
            <ac:chgData name="Garima Singhal" userId="bd23a5c7e7d7f8f6" providerId="LiveId" clId="{EC591A9D-69C0-4B8B-A77C-776535BB2AF6}" dt="2024-10-17T04:53:49.963" v="419"/>
            <ac:cxnSpMkLst>
              <pc:docMk/>
              <pc:sldMasterMk cId="0" sldId="2147483648"/>
              <pc:sldLayoutMk cId="0" sldId="2147483658"/>
              <ac:cxnSpMk id="8" creationId="{C2245B87-5224-7411-2643-C7E27FC1EB92}"/>
            </ac:cxnSpMkLst>
          </pc:cxnChg>
        </pc:sldLayoutChg>
        <pc:sldLayoutChg chg="addSp modSp">
          <pc:chgData name="Garima Singhal" userId="bd23a5c7e7d7f8f6" providerId="LiveId" clId="{EC591A9D-69C0-4B8B-A77C-776535BB2AF6}" dt="2024-10-17T04:53:52.017" v="420"/>
          <pc:sldLayoutMkLst>
            <pc:docMk/>
            <pc:sldMasterMk cId="0" sldId="2147483648"/>
            <pc:sldLayoutMk cId="0" sldId="2147483659"/>
          </pc:sldLayoutMkLst>
          <pc:cxnChg chg="add mod">
            <ac:chgData name="Garima Singhal" userId="bd23a5c7e7d7f8f6" providerId="LiveId" clId="{EC591A9D-69C0-4B8B-A77C-776535BB2AF6}" dt="2024-10-17T04:53:52.017" v="420"/>
            <ac:cxnSpMkLst>
              <pc:docMk/>
              <pc:sldMasterMk cId="0" sldId="2147483648"/>
              <pc:sldLayoutMk cId="0" sldId="2147483659"/>
              <ac:cxnSpMk id="8" creationId="{A0AF1B5C-3726-2F31-90B4-35FDCA3C6CE5}"/>
            </ac:cxnSpMkLst>
          </pc:cxn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8E894EF-B93C-4B6D-8FB8-8960BCB5A269}" type="datetimeFigureOut">
              <a:rPr lang="en-US" smtClean="0"/>
              <a:pPr/>
              <a:t>8/20/2025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14A4A95-7A0B-4549-9352-6E6525D64E4D}" type="slidenum">
              <a:rPr lang="en-US" smtClean="0"/>
              <a:pPr/>
              <a:t>‹#›</a:t>
            </a:fld>
            <a:endParaRPr lang="en-US"/>
          </a:p>
        </p:txBody>
      </p:sp>
    </p:spTree>
    <p:extLst>
      <p:ext uri="{BB962C8B-B14F-4D97-AF65-F5344CB8AC3E}">
        <p14:creationId xmlns:p14="http://schemas.microsoft.com/office/powerpoint/2010/main" val="23611142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407A98-9A18-4E47-AF94-789022A0201E}" type="datetimeFigureOut">
              <a:rPr lang="en-US" smtClean="0"/>
              <a:pPr/>
              <a:t>8/20/2025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35F52E-BA8C-4FAB-BCFA-C67A14D9CE22}" type="slidenum">
              <a:rPr lang="en-US" smtClean="0"/>
              <a:pPr/>
              <a:t>‹#›</a:t>
            </a:fld>
            <a:endParaRPr lang="en-US"/>
          </a:p>
        </p:txBody>
      </p:sp>
    </p:spTree>
    <p:extLst>
      <p:ext uri="{BB962C8B-B14F-4D97-AF65-F5344CB8AC3E}">
        <p14:creationId xmlns:p14="http://schemas.microsoft.com/office/powerpoint/2010/main" val="7281467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a:p>
        </p:txBody>
      </p:sp>
    </p:spTree>
    <p:extLst>
      <p:ext uri="{BB962C8B-B14F-4D97-AF65-F5344CB8AC3E}">
        <p14:creationId xmlns:p14="http://schemas.microsoft.com/office/powerpoint/2010/main" val="34806640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5</a:t>
            </a:fld>
            <a:endParaRPr lang="en-US" dirty="0"/>
          </a:p>
        </p:txBody>
      </p:sp>
    </p:spTree>
    <p:extLst>
      <p:ext uri="{BB962C8B-B14F-4D97-AF65-F5344CB8AC3E}">
        <p14:creationId xmlns:p14="http://schemas.microsoft.com/office/powerpoint/2010/main" val="37367244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15</a:t>
            </a:fld>
            <a:endParaRPr lang="en-US" dirty="0"/>
          </a:p>
        </p:txBody>
      </p:sp>
    </p:spTree>
    <p:extLst>
      <p:ext uri="{BB962C8B-B14F-4D97-AF65-F5344CB8AC3E}">
        <p14:creationId xmlns:p14="http://schemas.microsoft.com/office/powerpoint/2010/main" val="8554608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16</a:t>
            </a:fld>
            <a:endParaRPr lang="en-US" dirty="0"/>
          </a:p>
        </p:txBody>
      </p:sp>
    </p:spTree>
    <p:extLst>
      <p:ext uri="{BB962C8B-B14F-4D97-AF65-F5344CB8AC3E}">
        <p14:creationId xmlns:p14="http://schemas.microsoft.com/office/powerpoint/2010/main" val="23272997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17</a:t>
            </a:fld>
            <a:endParaRPr lang="en-US" dirty="0"/>
          </a:p>
        </p:txBody>
      </p:sp>
    </p:spTree>
    <p:extLst>
      <p:ext uri="{BB962C8B-B14F-4D97-AF65-F5344CB8AC3E}">
        <p14:creationId xmlns:p14="http://schemas.microsoft.com/office/powerpoint/2010/main" val="16471349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18</a:t>
            </a:fld>
            <a:endParaRPr lang="en-US" dirty="0"/>
          </a:p>
        </p:txBody>
      </p:sp>
    </p:spTree>
    <p:extLst>
      <p:ext uri="{BB962C8B-B14F-4D97-AF65-F5344CB8AC3E}">
        <p14:creationId xmlns:p14="http://schemas.microsoft.com/office/powerpoint/2010/main" val="19550348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19</a:t>
            </a:fld>
            <a:endParaRPr lang="en-US" dirty="0"/>
          </a:p>
        </p:txBody>
      </p:sp>
    </p:spTree>
    <p:extLst>
      <p:ext uri="{BB962C8B-B14F-4D97-AF65-F5344CB8AC3E}">
        <p14:creationId xmlns:p14="http://schemas.microsoft.com/office/powerpoint/2010/main" val="9114088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25</a:t>
            </a:fld>
            <a:endParaRPr lang="en-US" dirty="0"/>
          </a:p>
        </p:txBody>
      </p:sp>
    </p:spTree>
    <p:extLst>
      <p:ext uri="{BB962C8B-B14F-4D97-AF65-F5344CB8AC3E}">
        <p14:creationId xmlns:p14="http://schemas.microsoft.com/office/powerpoint/2010/main" val="168855821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609600" y="6385793"/>
            <a:ext cx="1524000" cy="365125"/>
          </a:xfrm>
        </p:spPr>
        <p:txBody>
          <a:bodyPr/>
          <a:lstStyle/>
          <a:p>
            <a:fld id="{F6E652CE-F86F-42D9-A962-0A4C22524ADC}" type="datetime1">
              <a:rPr lang="en-US" smtClean="0"/>
              <a:t>8/20/2025</a:t>
            </a:fld>
            <a:endParaRPr lang="en-US" dirty="0"/>
          </a:p>
        </p:txBody>
      </p:sp>
      <p:sp>
        <p:nvSpPr>
          <p:cNvPr id="5" name="Footer Placeholder 4"/>
          <p:cNvSpPr>
            <a:spLocks noGrp="1"/>
          </p:cNvSpPr>
          <p:nvPr>
            <p:ph type="ftr" sz="quarter" idx="11"/>
          </p:nvPr>
        </p:nvSpPr>
        <p:spPr>
          <a:xfrm>
            <a:off x="2514600" y="6356351"/>
            <a:ext cx="7315200" cy="365125"/>
          </a:xfrm>
        </p:spPr>
        <p:txBody>
          <a:bodyPr/>
          <a:lstStyle/>
          <a:p>
            <a:pPr algn="just"/>
            <a:r>
              <a:rPr lang="en-US"/>
              <a:t>Amit Kumar        AOE0770       Finance for Engineers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descr="A close-up of a logo&#10;&#10;Description automatically generated">
            <a:extLst>
              <a:ext uri="{FF2B5EF4-FFF2-40B4-BE49-F238E27FC236}">
                <a16:creationId xmlns:a16="http://schemas.microsoft.com/office/drawing/2014/main" id="{31B6D117-45A6-6F34-57B7-D2AD12CB58D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260"/>
            <a:ext cx="1828800" cy="78295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686EE89-AF51-4675-B990-A3EE7032AC21}" type="datetime1">
              <a:rPr lang="en-US" smtClean="0"/>
              <a:t>8/20/2025</a:t>
            </a:fld>
            <a:endParaRPr lang="en-US"/>
          </a:p>
        </p:txBody>
      </p:sp>
      <p:sp>
        <p:nvSpPr>
          <p:cNvPr id="5" name="Footer Placeholder 4"/>
          <p:cNvSpPr>
            <a:spLocks noGrp="1"/>
          </p:cNvSpPr>
          <p:nvPr>
            <p:ph type="ftr" sz="quarter" idx="11"/>
          </p:nvPr>
        </p:nvSpPr>
        <p:spPr>
          <a:xfrm>
            <a:off x="2514600" y="6356351"/>
            <a:ext cx="7391400" cy="365125"/>
          </a:xfrm>
        </p:spPr>
        <p:txBody>
          <a:bodyPr/>
          <a:lstStyle/>
          <a:p>
            <a:pPr algn="just"/>
            <a:r>
              <a:rPr lang="en-US"/>
              <a:t>Amit Kumar        AOE0770       Finance for Engineers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descr="A close-up of a logo&#10;&#10;Description automatically generated">
            <a:extLst>
              <a:ext uri="{FF2B5EF4-FFF2-40B4-BE49-F238E27FC236}">
                <a16:creationId xmlns:a16="http://schemas.microsoft.com/office/drawing/2014/main" id="{8390C730-405E-79D6-BE7B-50AD7CC43C0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260"/>
            <a:ext cx="1828800" cy="782955"/>
          </a:xfrm>
          <a:prstGeom prst="rect">
            <a:avLst/>
          </a:prstGeom>
        </p:spPr>
      </p:pic>
      <p:cxnSp>
        <p:nvCxnSpPr>
          <p:cNvPr id="9" name="Straight Connector 8">
            <a:extLst>
              <a:ext uri="{FF2B5EF4-FFF2-40B4-BE49-F238E27FC236}">
                <a16:creationId xmlns:a16="http://schemas.microsoft.com/office/drawing/2014/main" id="{83C6D476-0161-14F5-C4B4-D49624E35A13}"/>
              </a:ext>
            </a:extLst>
          </p:cNvPr>
          <p:cNvCxnSpPr/>
          <p:nvPr userDrawn="1"/>
        </p:nvCxnSpPr>
        <p:spPr>
          <a:xfrm>
            <a:off x="0" y="789215"/>
            <a:ext cx="12192000" cy="0"/>
          </a:xfrm>
          <a:prstGeom prst="line">
            <a:avLst/>
          </a:prstGeom>
        </p:spPr>
        <p:style>
          <a:lnRef idx="2">
            <a:schemeClr val="accent2"/>
          </a:lnRef>
          <a:fillRef idx="0">
            <a:schemeClr val="accent2"/>
          </a:fillRef>
          <a:effectRef idx="1">
            <a:schemeClr val="accent2"/>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036FB6-7312-480C-B590-BD08FAEB9D20}" type="datetime1">
              <a:rPr lang="en-US" smtClean="0"/>
              <a:t>8/20/2025</a:t>
            </a:fld>
            <a:endParaRPr lang="en-US"/>
          </a:p>
        </p:txBody>
      </p:sp>
      <p:sp>
        <p:nvSpPr>
          <p:cNvPr id="5" name="Footer Placeholder 4"/>
          <p:cNvSpPr>
            <a:spLocks noGrp="1"/>
          </p:cNvSpPr>
          <p:nvPr>
            <p:ph type="ftr" sz="quarter" idx="11"/>
          </p:nvPr>
        </p:nvSpPr>
        <p:spPr/>
        <p:txBody>
          <a:bodyPr/>
          <a:lstStyle/>
          <a:p>
            <a:pPr algn="just"/>
            <a:r>
              <a:rPr lang="en-US"/>
              <a:t>Amit Kumar        AOE0770       Finance for Engineers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descr="A close-up of a logo&#10;&#10;Description automatically generated">
            <a:extLst>
              <a:ext uri="{FF2B5EF4-FFF2-40B4-BE49-F238E27FC236}">
                <a16:creationId xmlns:a16="http://schemas.microsoft.com/office/drawing/2014/main" id="{5E7B8333-D7AB-8503-1A5C-73D718B6B10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260"/>
            <a:ext cx="1828800" cy="782955"/>
          </a:xfrm>
          <a:prstGeom prst="rect">
            <a:avLst/>
          </a:prstGeom>
        </p:spPr>
      </p:pic>
      <p:cxnSp>
        <p:nvCxnSpPr>
          <p:cNvPr id="8" name="Straight Connector 7">
            <a:extLst>
              <a:ext uri="{FF2B5EF4-FFF2-40B4-BE49-F238E27FC236}">
                <a16:creationId xmlns:a16="http://schemas.microsoft.com/office/drawing/2014/main" id="{ED9495D4-6EE7-AA07-263A-1BA5BB0D8B57}"/>
              </a:ext>
            </a:extLst>
          </p:cNvPr>
          <p:cNvCxnSpPr/>
          <p:nvPr userDrawn="1"/>
        </p:nvCxnSpPr>
        <p:spPr>
          <a:xfrm>
            <a:off x="0" y="789215"/>
            <a:ext cx="12192000" cy="0"/>
          </a:xfrm>
          <a:prstGeom prst="line">
            <a:avLst/>
          </a:prstGeom>
        </p:spPr>
        <p:style>
          <a:lnRef idx="2">
            <a:schemeClr val="accent2"/>
          </a:lnRef>
          <a:fillRef idx="0">
            <a:schemeClr val="accent2"/>
          </a:fillRef>
          <a:effectRef idx="1">
            <a:schemeClr val="accent2"/>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50900DD-C38F-4203-9ACD-C36532F1015F}" type="datetime1">
              <a:rPr lang="en-US" smtClean="0"/>
              <a:t>8/20/2025</a:t>
            </a:fld>
            <a:endParaRPr lang="en-US"/>
          </a:p>
        </p:txBody>
      </p:sp>
      <p:sp>
        <p:nvSpPr>
          <p:cNvPr id="6" name="Footer Placeholder 5"/>
          <p:cNvSpPr>
            <a:spLocks noGrp="1"/>
          </p:cNvSpPr>
          <p:nvPr>
            <p:ph type="ftr" sz="quarter" idx="11"/>
          </p:nvPr>
        </p:nvSpPr>
        <p:spPr/>
        <p:txBody>
          <a:bodyPr/>
          <a:lstStyle/>
          <a:p>
            <a:pPr algn="just"/>
            <a:r>
              <a:rPr lang="en-US"/>
              <a:t>Amit Kumar        AOE0770       Finance for Engineers                 Unit 5</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descr="A close-up of a logo&#10;&#10;Description automatically generated">
            <a:extLst>
              <a:ext uri="{FF2B5EF4-FFF2-40B4-BE49-F238E27FC236}">
                <a16:creationId xmlns:a16="http://schemas.microsoft.com/office/drawing/2014/main" id="{3A7DBA1F-19A8-825C-EF0B-DAAA42BB156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260"/>
            <a:ext cx="1828800" cy="782955"/>
          </a:xfrm>
          <a:prstGeom prst="rect">
            <a:avLst/>
          </a:prstGeom>
        </p:spPr>
      </p:pic>
      <p:cxnSp>
        <p:nvCxnSpPr>
          <p:cNvPr id="9" name="Straight Connector 8">
            <a:extLst>
              <a:ext uri="{FF2B5EF4-FFF2-40B4-BE49-F238E27FC236}">
                <a16:creationId xmlns:a16="http://schemas.microsoft.com/office/drawing/2014/main" id="{6429C62B-A8B0-CA9A-84A7-EB5E747ED3DD}"/>
              </a:ext>
            </a:extLst>
          </p:cNvPr>
          <p:cNvCxnSpPr/>
          <p:nvPr userDrawn="1"/>
        </p:nvCxnSpPr>
        <p:spPr>
          <a:xfrm>
            <a:off x="0" y="789215"/>
            <a:ext cx="12192000" cy="0"/>
          </a:xfrm>
          <a:prstGeom prst="line">
            <a:avLst/>
          </a:prstGeom>
        </p:spPr>
        <p:style>
          <a:lnRef idx="2">
            <a:schemeClr val="accent2"/>
          </a:lnRef>
          <a:fillRef idx="0">
            <a:schemeClr val="accent2"/>
          </a:fillRef>
          <a:effectRef idx="1">
            <a:schemeClr val="accent2"/>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A85BDDC-B3C8-4A88-8984-B0EF67046D17}" type="datetime1">
              <a:rPr lang="en-US" smtClean="0"/>
              <a:t>8/20/2025</a:t>
            </a:fld>
            <a:endParaRPr lang="en-US"/>
          </a:p>
        </p:txBody>
      </p:sp>
      <p:sp>
        <p:nvSpPr>
          <p:cNvPr id="8" name="Footer Placeholder 7"/>
          <p:cNvSpPr>
            <a:spLocks noGrp="1"/>
          </p:cNvSpPr>
          <p:nvPr>
            <p:ph type="ftr" sz="quarter" idx="11"/>
          </p:nvPr>
        </p:nvSpPr>
        <p:spPr/>
        <p:txBody>
          <a:bodyPr/>
          <a:lstStyle/>
          <a:p>
            <a:pPr algn="just"/>
            <a:r>
              <a:rPr lang="en-US"/>
              <a:t>Amit Kumar        AOE0770       Finance for Engineers                 Unit 5</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pic>
        <p:nvPicPr>
          <p:cNvPr id="10" name="Picture 9" descr="A close-up of a logo&#10;&#10;Description automatically generated">
            <a:extLst>
              <a:ext uri="{FF2B5EF4-FFF2-40B4-BE49-F238E27FC236}">
                <a16:creationId xmlns:a16="http://schemas.microsoft.com/office/drawing/2014/main" id="{8555E6AB-E476-AA65-315E-B4ACE087310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260"/>
            <a:ext cx="1828800" cy="782955"/>
          </a:xfrm>
          <a:prstGeom prst="rect">
            <a:avLst/>
          </a:prstGeom>
        </p:spPr>
      </p:pic>
      <p:cxnSp>
        <p:nvCxnSpPr>
          <p:cNvPr id="11" name="Straight Connector 10">
            <a:extLst>
              <a:ext uri="{FF2B5EF4-FFF2-40B4-BE49-F238E27FC236}">
                <a16:creationId xmlns:a16="http://schemas.microsoft.com/office/drawing/2014/main" id="{EC635EDD-99F7-06E2-7D5F-018F548E1FCB}"/>
              </a:ext>
            </a:extLst>
          </p:cNvPr>
          <p:cNvCxnSpPr/>
          <p:nvPr userDrawn="1"/>
        </p:nvCxnSpPr>
        <p:spPr>
          <a:xfrm>
            <a:off x="0" y="789215"/>
            <a:ext cx="12192000" cy="0"/>
          </a:xfrm>
          <a:prstGeom prst="line">
            <a:avLst/>
          </a:prstGeom>
        </p:spPr>
        <p:style>
          <a:lnRef idx="2">
            <a:schemeClr val="accent2"/>
          </a:lnRef>
          <a:fillRef idx="0">
            <a:schemeClr val="accent2"/>
          </a:fillRef>
          <a:effectRef idx="1">
            <a:schemeClr val="accent2"/>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54DA99C-6CF0-4D47-B728-771E1F32086B}" type="datetime1">
              <a:rPr lang="en-US" smtClean="0"/>
              <a:t>8/20/2025</a:t>
            </a:fld>
            <a:endParaRPr lang="en-US"/>
          </a:p>
        </p:txBody>
      </p:sp>
      <p:sp>
        <p:nvSpPr>
          <p:cNvPr id="4" name="Footer Placeholder 3"/>
          <p:cNvSpPr>
            <a:spLocks noGrp="1"/>
          </p:cNvSpPr>
          <p:nvPr>
            <p:ph type="ftr" sz="quarter" idx="11"/>
          </p:nvPr>
        </p:nvSpPr>
        <p:spPr/>
        <p:txBody>
          <a:bodyPr/>
          <a:lstStyle/>
          <a:p>
            <a:pPr algn="just"/>
            <a:r>
              <a:rPr lang="en-US"/>
              <a:t>Amit Kumar        AOE0770       Finance for Engineers                 Unit 5</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pic>
        <p:nvPicPr>
          <p:cNvPr id="6" name="Picture 5" descr="A close-up of a logo&#10;&#10;Description automatically generated">
            <a:extLst>
              <a:ext uri="{FF2B5EF4-FFF2-40B4-BE49-F238E27FC236}">
                <a16:creationId xmlns:a16="http://schemas.microsoft.com/office/drawing/2014/main" id="{B04CEDE3-9965-8EB5-F23B-B6249A9D70C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260"/>
            <a:ext cx="1828800" cy="782955"/>
          </a:xfrm>
          <a:prstGeom prst="rect">
            <a:avLst/>
          </a:prstGeom>
        </p:spPr>
      </p:pic>
      <p:cxnSp>
        <p:nvCxnSpPr>
          <p:cNvPr id="7" name="Straight Connector 6">
            <a:extLst>
              <a:ext uri="{FF2B5EF4-FFF2-40B4-BE49-F238E27FC236}">
                <a16:creationId xmlns:a16="http://schemas.microsoft.com/office/drawing/2014/main" id="{FD388038-3F3B-A4C9-7AB6-C5444B6826FE}"/>
              </a:ext>
            </a:extLst>
          </p:cNvPr>
          <p:cNvCxnSpPr/>
          <p:nvPr userDrawn="1"/>
        </p:nvCxnSpPr>
        <p:spPr>
          <a:xfrm>
            <a:off x="0" y="789215"/>
            <a:ext cx="12192000" cy="0"/>
          </a:xfrm>
          <a:prstGeom prst="line">
            <a:avLst/>
          </a:prstGeom>
        </p:spPr>
        <p:style>
          <a:lnRef idx="2">
            <a:schemeClr val="accent2"/>
          </a:lnRef>
          <a:fillRef idx="0">
            <a:schemeClr val="accent2"/>
          </a:fillRef>
          <a:effectRef idx="1">
            <a:schemeClr val="accent2"/>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82A5A4-64D5-4F18-8916-1B44E81116D9}" type="datetime1">
              <a:rPr lang="en-US" smtClean="0"/>
              <a:t>8/20/2025</a:t>
            </a:fld>
            <a:endParaRPr lang="en-US"/>
          </a:p>
        </p:txBody>
      </p:sp>
      <p:sp>
        <p:nvSpPr>
          <p:cNvPr id="3" name="Footer Placeholder 2"/>
          <p:cNvSpPr>
            <a:spLocks noGrp="1"/>
          </p:cNvSpPr>
          <p:nvPr>
            <p:ph type="ftr" sz="quarter" idx="11"/>
          </p:nvPr>
        </p:nvSpPr>
        <p:spPr/>
        <p:txBody>
          <a:bodyPr/>
          <a:lstStyle/>
          <a:p>
            <a:r>
              <a:rPr lang="en-US"/>
              <a:t>Amit Kumar        AOE0770       Finance for Engineers                 Unit 5</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pic>
        <p:nvPicPr>
          <p:cNvPr id="5" name="Picture 4" descr="A close-up of a logo&#10;&#10;Description automatically generated">
            <a:extLst>
              <a:ext uri="{FF2B5EF4-FFF2-40B4-BE49-F238E27FC236}">
                <a16:creationId xmlns:a16="http://schemas.microsoft.com/office/drawing/2014/main" id="{F11E6535-79C7-562B-FF1F-7C21EDFAB5E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260"/>
            <a:ext cx="1828800" cy="782955"/>
          </a:xfrm>
          <a:prstGeom prst="rect">
            <a:avLst/>
          </a:prstGeom>
        </p:spPr>
      </p:pic>
      <p:cxnSp>
        <p:nvCxnSpPr>
          <p:cNvPr id="6" name="Straight Connector 5">
            <a:extLst>
              <a:ext uri="{FF2B5EF4-FFF2-40B4-BE49-F238E27FC236}">
                <a16:creationId xmlns:a16="http://schemas.microsoft.com/office/drawing/2014/main" id="{4429FC8D-DF73-A4A3-0B20-C5CB41B12605}"/>
              </a:ext>
            </a:extLst>
          </p:cNvPr>
          <p:cNvCxnSpPr/>
          <p:nvPr userDrawn="1"/>
        </p:nvCxnSpPr>
        <p:spPr>
          <a:xfrm>
            <a:off x="0" y="789215"/>
            <a:ext cx="12192000" cy="0"/>
          </a:xfrm>
          <a:prstGeom prst="line">
            <a:avLst/>
          </a:prstGeom>
        </p:spPr>
        <p:style>
          <a:lnRef idx="2">
            <a:schemeClr val="accent2"/>
          </a:lnRef>
          <a:fillRef idx="0">
            <a:schemeClr val="accent2"/>
          </a:fillRef>
          <a:effectRef idx="1">
            <a:schemeClr val="accent2"/>
          </a:effectRef>
          <a:fontRef idx="minor">
            <a:schemeClr val="tx1"/>
          </a:fontRef>
        </p:style>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D207E73-6BD0-469D-9AD8-DCFF71139FA6}" type="datetime1">
              <a:rPr lang="en-US" smtClean="0"/>
              <a:t>8/20/2025</a:t>
            </a:fld>
            <a:endParaRPr lang="en-US"/>
          </a:p>
        </p:txBody>
      </p:sp>
      <p:sp>
        <p:nvSpPr>
          <p:cNvPr id="6" name="Footer Placeholder 5"/>
          <p:cNvSpPr>
            <a:spLocks noGrp="1"/>
          </p:cNvSpPr>
          <p:nvPr>
            <p:ph type="ftr" sz="quarter" idx="11"/>
          </p:nvPr>
        </p:nvSpPr>
        <p:spPr>
          <a:xfrm>
            <a:off x="2514600" y="6356351"/>
            <a:ext cx="7315200" cy="365125"/>
          </a:xfrm>
        </p:spPr>
        <p:txBody>
          <a:bodyPr/>
          <a:lstStyle/>
          <a:p>
            <a:pPr algn="just"/>
            <a:r>
              <a:rPr lang="en-US"/>
              <a:t>Amit Kumar        AOE0770       Finance for Engineers                 Unit 5</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descr="A close-up of a logo&#10;&#10;Description automatically generated">
            <a:extLst>
              <a:ext uri="{FF2B5EF4-FFF2-40B4-BE49-F238E27FC236}">
                <a16:creationId xmlns:a16="http://schemas.microsoft.com/office/drawing/2014/main" id="{F118F44F-FC00-7164-C2D2-41982452E32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260"/>
            <a:ext cx="1828800" cy="782955"/>
          </a:xfrm>
          <a:prstGeom prst="rect">
            <a:avLst/>
          </a:prstGeom>
        </p:spPr>
      </p:pic>
      <p:cxnSp>
        <p:nvCxnSpPr>
          <p:cNvPr id="9" name="Straight Connector 8">
            <a:extLst>
              <a:ext uri="{FF2B5EF4-FFF2-40B4-BE49-F238E27FC236}">
                <a16:creationId xmlns:a16="http://schemas.microsoft.com/office/drawing/2014/main" id="{9B761D56-A232-DE4C-B8E7-5EAD6F01DFEA}"/>
              </a:ext>
            </a:extLst>
          </p:cNvPr>
          <p:cNvCxnSpPr/>
          <p:nvPr userDrawn="1"/>
        </p:nvCxnSpPr>
        <p:spPr>
          <a:xfrm>
            <a:off x="0" y="789215"/>
            <a:ext cx="12192000" cy="0"/>
          </a:xfrm>
          <a:prstGeom prst="line">
            <a:avLst/>
          </a:prstGeom>
        </p:spPr>
        <p:style>
          <a:lnRef idx="2">
            <a:schemeClr val="accent2"/>
          </a:lnRef>
          <a:fillRef idx="0">
            <a:schemeClr val="accent2"/>
          </a:fillRef>
          <a:effectRef idx="1">
            <a:schemeClr val="accent2"/>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9364E76-00E0-47F2-8018-F2360A18361C}" type="datetime1">
              <a:rPr lang="en-US" smtClean="0"/>
              <a:t>8/20/2025</a:t>
            </a:fld>
            <a:endParaRPr lang="en-US"/>
          </a:p>
        </p:txBody>
      </p:sp>
      <p:sp>
        <p:nvSpPr>
          <p:cNvPr id="6" name="Footer Placeholder 5"/>
          <p:cNvSpPr>
            <a:spLocks noGrp="1"/>
          </p:cNvSpPr>
          <p:nvPr>
            <p:ph type="ftr" sz="quarter" idx="11"/>
          </p:nvPr>
        </p:nvSpPr>
        <p:spPr>
          <a:xfrm>
            <a:off x="2514600" y="6356351"/>
            <a:ext cx="7391400" cy="365125"/>
          </a:xfrm>
        </p:spPr>
        <p:txBody>
          <a:bodyPr/>
          <a:lstStyle/>
          <a:p>
            <a:pPr algn="just"/>
            <a:r>
              <a:rPr lang="en-US"/>
              <a:t>Amit Kumar        AOE0770       Finance for Engineers                 Unit 5</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descr="A close-up of a logo&#10;&#10;Description automatically generated">
            <a:extLst>
              <a:ext uri="{FF2B5EF4-FFF2-40B4-BE49-F238E27FC236}">
                <a16:creationId xmlns:a16="http://schemas.microsoft.com/office/drawing/2014/main" id="{746496C2-5BF1-2F13-1DB0-55BDA340879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260"/>
            <a:ext cx="1828800" cy="782955"/>
          </a:xfrm>
          <a:prstGeom prst="rect">
            <a:avLst/>
          </a:prstGeom>
        </p:spPr>
      </p:pic>
      <p:cxnSp>
        <p:nvCxnSpPr>
          <p:cNvPr id="9" name="Straight Connector 8">
            <a:extLst>
              <a:ext uri="{FF2B5EF4-FFF2-40B4-BE49-F238E27FC236}">
                <a16:creationId xmlns:a16="http://schemas.microsoft.com/office/drawing/2014/main" id="{7FEC47DE-A52C-951C-B09E-02A0A3E12D1C}"/>
              </a:ext>
            </a:extLst>
          </p:cNvPr>
          <p:cNvCxnSpPr/>
          <p:nvPr userDrawn="1"/>
        </p:nvCxnSpPr>
        <p:spPr>
          <a:xfrm>
            <a:off x="0" y="789215"/>
            <a:ext cx="12192000" cy="0"/>
          </a:xfrm>
          <a:prstGeom prst="line">
            <a:avLst/>
          </a:prstGeom>
        </p:spPr>
        <p:style>
          <a:lnRef idx="2">
            <a:schemeClr val="accent2"/>
          </a:lnRef>
          <a:fillRef idx="0">
            <a:schemeClr val="accent2"/>
          </a:fillRef>
          <a:effectRef idx="1">
            <a:schemeClr val="accent2"/>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743017E-1AB6-498F-BCF7-BBF75C6A5419}" type="datetime1">
              <a:rPr lang="en-US" smtClean="0"/>
              <a:t>8/20/2025</a:t>
            </a:fld>
            <a:endParaRPr lang="en-US"/>
          </a:p>
        </p:txBody>
      </p:sp>
      <p:sp>
        <p:nvSpPr>
          <p:cNvPr id="5" name="Footer Placeholder 4"/>
          <p:cNvSpPr>
            <a:spLocks noGrp="1"/>
          </p:cNvSpPr>
          <p:nvPr>
            <p:ph type="ftr" sz="quarter" idx="11"/>
          </p:nvPr>
        </p:nvSpPr>
        <p:spPr>
          <a:xfrm>
            <a:off x="2514600" y="6356351"/>
            <a:ext cx="7543800" cy="365125"/>
          </a:xfrm>
        </p:spPr>
        <p:txBody>
          <a:bodyPr/>
          <a:lstStyle/>
          <a:p>
            <a:pPr algn="just"/>
            <a:r>
              <a:rPr lang="en-US"/>
              <a:t>Amit Kumar        AOE0770       Finance for Engineers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descr="A close-up of a logo&#10;&#10;Description automatically generated">
            <a:extLst>
              <a:ext uri="{FF2B5EF4-FFF2-40B4-BE49-F238E27FC236}">
                <a16:creationId xmlns:a16="http://schemas.microsoft.com/office/drawing/2014/main" id="{134CF987-A038-02AA-08D4-E158434BD8B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260"/>
            <a:ext cx="1828800" cy="782955"/>
          </a:xfrm>
          <a:prstGeom prst="rect">
            <a:avLst/>
          </a:prstGeom>
        </p:spPr>
      </p:pic>
      <p:cxnSp>
        <p:nvCxnSpPr>
          <p:cNvPr id="8" name="Straight Connector 7">
            <a:extLst>
              <a:ext uri="{FF2B5EF4-FFF2-40B4-BE49-F238E27FC236}">
                <a16:creationId xmlns:a16="http://schemas.microsoft.com/office/drawing/2014/main" id="{C2245B87-5224-7411-2643-C7E27FC1EB92}"/>
              </a:ext>
            </a:extLst>
          </p:cNvPr>
          <p:cNvCxnSpPr/>
          <p:nvPr userDrawn="1"/>
        </p:nvCxnSpPr>
        <p:spPr>
          <a:xfrm>
            <a:off x="0" y="789215"/>
            <a:ext cx="12192000" cy="0"/>
          </a:xfrm>
          <a:prstGeom prst="line">
            <a:avLst/>
          </a:prstGeom>
        </p:spPr>
        <p:style>
          <a:lnRef idx="2">
            <a:schemeClr val="accent2"/>
          </a:lnRef>
          <a:fillRef idx="0">
            <a:schemeClr val="accent2"/>
          </a:fillRef>
          <a:effectRef idx="1">
            <a:schemeClr val="accent2"/>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0756296-60DE-4944-AD73-FE5DB7BCC039}" type="datetime1">
              <a:rPr lang="en-US" smtClean="0"/>
              <a:t>8/20/2025</a:t>
            </a:fld>
            <a:endParaRPr lang="en-US"/>
          </a:p>
        </p:txBody>
      </p:sp>
      <p:sp>
        <p:nvSpPr>
          <p:cNvPr id="5" name="Footer Placeholder 4"/>
          <p:cNvSpPr>
            <a:spLocks noGrp="1"/>
          </p:cNvSpPr>
          <p:nvPr>
            <p:ph type="ftr" sz="quarter" idx="11"/>
          </p:nvPr>
        </p:nvSpPr>
        <p:spPr>
          <a:xfrm>
            <a:off x="2514600" y="6356351"/>
            <a:ext cx="7467600" cy="365125"/>
          </a:xfrm>
        </p:spPr>
        <p:txBody>
          <a:bodyPr/>
          <a:lstStyle/>
          <a:p>
            <a:pPr algn="just"/>
            <a:r>
              <a:rPr lang="en-US"/>
              <a:t>Amit Kumar        AOE0770       Finance for Engineers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descr="A close-up of a logo&#10;&#10;Description automatically generated">
            <a:extLst>
              <a:ext uri="{FF2B5EF4-FFF2-40B4-BE49-F238E27FC236}">
                <a16:creationId xmlns:a16="http://schemas.microsoft.com/office/drawing/2014/main" id="{86F31E00-9DE9-D636-30A5-A59C8214F19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260"/>
            <a:ext cx="1828800" cy="782955"/>
          </a:xfrm>
          <a:prstGeom prst="rect">
            <a:avLst/>
          </a:prstGeom>
        </p:spPr>
      </p:pic>
      <p:cxnSp>
        <p:nvCxnSpPr>
          <p:cNvPr id="8" name="Straight Connector 7">
            <a:extLst>
              <a:ext uri="{FF2B5EF4-FFF2-40B4-BE49-F238E27FC236}">
                <a16:creationId xmlns:a16="http://schemas.microsoft.com/office/drawing/2014/main" id="{A0AF1B5C-3726-2F31-90B4-35FDCA3C6CE5}"/>
              </a:ext>
            </a:extLst>
          </p:cNvPr>
          <p:cNvCxnSpPr/>
          <p:nvPr userDrawn="1"/>
        </p:nvCxnSpPr>
        <p:spPr>
          <a:xfrm>
            <a:off x="0" y="789215"/>
            <a:ext cx="12192000" cy="0"/>
          </a:xfrm>
          <a:prstGeom prst="line">
            <a:avLst/>
          </a:prstGeom>
        </p:spPr>
        <p:style>
          <a:lnRef idx="2">
            <a:schemeClr val="accent2"/>
          </a:lnRef>
          <a:fillRef idx="0">
            <a:schemeClr val="accent2"/>
          </a:fillRef>
          <a:effectRef idx="1">
            <a:schemeClr val="accent2"/>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1752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E1C9C3-C632-4AF3-8F64-B6E0EF535FA0}" type="datetime1">
              <a:rPr lang="en-US" smtClean="0"/>
              <a:t>8/20/2025</a:t>
            </a:fld>
            <a:endParaRPr lang="en-US"/>
          </a:p>
        </p:txBody>
      </p:sp>
      <p:sp>
        <p:nvSpPr>
          <p:cNvPr id="5" name="Footer Placeholder 4"/>
          <p:cNvSpPr>
            <a:spLocks noGrp="1"/>
          </p:cNvSpPr>
          <p:nvPr>
            <p:ph type="ftr" sz="quarter" idx="3"/>
          </p:nvPr>
        </p:nvSpPr>
        <p:spPr>
          <a:xfrm>
            <a:off x="2514600" y="6356351"/>
            <a:ext cx="7086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lgn="just"/>
            <a:r>
              <a:rPr lang="en-US"/>
              <a:t>Amit Kumar        AOE0770       Finance for Engineers                 Unit 5</a:t>
            </a:r>
            <a:endParaRPr lang="en-US" dirty="0"/>
          </a:p>
        </p:txBody>
      </p:sp>
      <p:sp>
        <p:nvSpPr>
          <p:cNvPr id="6" name="Slide Number Placeholder 5"/>
          <p:cNvSpPr>
            <a:spLocks noGrp="1"/>
          </p:cNvSpPr>
          <p:nvPr>
            <p:ph type="sldNum" sz="quarter" idx="4"/>
          </p:nvPr>
        </p:nvSpPr>
        <p:spPr>
          <a:xfrm>
            <a:off x="10058400" y="6356351"/>
            <a:ext cx="15240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hyperlink" Target="https://youtu.be/XXB08Xbbk1k" TargetMode="External"/><Relationship Id="rId2" Type="http://schemas.openxmlformats.org/officeDocument/2006/relationships/hyperlink" Target="https://youtu.be/zdTqlnSqO48" TargetMode="External"/><Relationship Id="rId1" Type="http://schemas.openxmlformats.org/officeDocument/2006/relationships/slideLayout" Target="../slideLayouts/slideLayout2.xml"/><Relationship Id="rId5" Type="http://schemas.openxmlformats.org/officeDocument/2006/relationships/hyperlink" Target="https://youtu.be/YuyPL_pDuW4" TargetMode="External"/><Relationship Id="rId4" Type="http://schemas.openxmlformats.org/officeDocument/2006/relationships/hyperlink" Target="https://youtu.be/pISQMexnmew"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2"/>
            <a:ext cx="10363200" cy="685799"/>
          </a:xfrm>
        </p:spPr>
        <p:style>
          <a:lnRef idx="1">
            <a:schemeClr val="accent5"/>
          </a:lnRef>
          <a:fillRef idx="2">
            <a:schemeClr val="accent5"/>
          </a:fillRef>
          <a:effectRef idx="1">
            <a:schemeClr val="accent5"/>
          </a:effectRef>
          <a:fontRef idx="minor">
            <a:schemeClr val="dk1"/>
          </a:fontRef>
        </p:style>
        <p:txBody>
          <a:bodyPr>
            <a:noAutofit/>
          </a:bodyPr>
          <a:lstStyle/>
          <a:p>
            <a:r>
              <a:rPr lang="en-US" sz="2400" dirty="0"/>
              <a:t>Noida Institute of Engineering and Technology, Greater Noida</a:t>
            </a:r>
          </a:p>
        </p:txBody>
      </p:sp>
      <p:sp>
        <p:nvSpPr>
          <p:cNvPr id="3" name="Subtitle 2"/>
          <p:cNvSpPr>
            <a:spLocks noGrp="1"/>
          </p:cNvSpPr>
          <p:nvPr>
            <p:ph type="subTitle" idx="1"/>
          </p:nvPr>
        </p:nvSpPr>
        <p:spPr>
          <a:xfrm>
            <a:off x="2971800" y="914400"/>
            <a:ext cx="6400800" cy="1143000"/>
          </a:xfrm>
        </p:spPr>
        <p:style>
          <a:lnRef idx="2">
            <a:schemeClr val="accent5"/>
          </a:lnRef>
          <a:fillRef idx="1">
            <a:schemeClr val="lt1"/>
          </a:fillRef>
          <a:effectRef idx="0">
            <a:schemeClr val="accent5"/>
          </a:effectRef>
          <a:fontRef idx="minor">
            <a:schemeClr val="dk1"/>
          </a:fontRef>
        </p:style>
        <p:txBody>
          <a:bodyPr>
            <a:normAutofit/>
          </a:bodyPr>
          <a:lstStyle/>
          <a:p>
            <a:r>
              <a:rPr lang="en-IN" sz="2400" b="1" dirty="0">
                <a:solidFill>
                  <a:schemeClr val="tx1"/>
                </a:solidFill>
              </a:rPr>
              <a:t>	</a:t>
            </a:r>
            <a:r>
              <a:rPr lang="en-US" sz="2400" b="1" dirty="0"/>
              <a:t>Financial Products &amp; Services</a:t>
            </a:r>
            <a:endParaRPr lang="en-US" sz="2400" b="1" dirty="0">
              <a:solidFill>
                <a:schemeClr val="tx1"/>
              </a:solidFill>
              <a:latin typeface="Times New Roman" pitchFamily="18" charset="0"/>
              <a:cs typeface="Times New Roman" pitchFamily="18" charset="0"/>
            </a:endParaRPr>
          </a:p>
        </p:txBody>
      </p:sp>
      <p:sp>
        <p:nvSpPr>
          <p:cNvPr id="6" name="Subtitle 2"/>
          <p:cNvSpPr txBox="1">
            <a:spLocks/>
          </p:cNvSpPr>
          <p:nvPr/>
        </p:nvSpPr>
        <p:spPr>
          <a:xfrm>
            <a:off x="8763000" y="4061129"/>
            <a:ext cx="3048000" cy="17526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400" dirty="0">
                <a:solidFill>
                  <a:schemeClr val="tx1"/>
                </a:solidFill>
                <a:latin typeface="Arial" panose="020B0604020202020204" pitchFamily="34" charset="0"/>
                <a:cs typeface="Arial" panose="020B0604020202020204" pitchFamily="34" charset="0"/>
              </a:rPr>
              <a:t>Amit Kumar</a:t>
            </a:r>
          </a:p>
          <a:p>
            <a:pPr algn="ctr">
              <a:spcBef>
                <a:spcPct val="20000"/>
              </a:spcBef>
              <a:defRPr/>
            </a:pPr>
            <a:r>
              <a:rPr lang="en-US" sz="2400" dirty="0">
                <a:solidFill>
                  <a:schemeClr val="tx1"/>
                </a:solidFill>
                <a:latin typeface="Arial" panose="020B0604020202020204" pitchFamily="34" charset="0"/>
                <a:cs typeface="Arial" panose="020B0604020202020204" pitchFamily="34" charset="0"/>
              </a:rPr>
              <a:t>Assistant Professor</a:t>
            </a:r>
          </a:p>
          <a:p>
            <a:pPr algn="ctr">
              <a:spcBef>
                <a:spcPct val="20000"/>
              </a:spcBef>
              <a:defRPr/>
            </a:pPr>
            <a:r>
              <a:rPr lang="en-US" sz="2400" dirty="0">
                <a:solidFill>
                  <a:schemeClr val="tx1"/>
                </a:solidFill>
                <a:latin typeface="Arial" panose="020B0604020202020204" pitchFamily="34" charset="0"/>
                <a:cs typeface="Arial" panose="020B0604020202020204" pitchFamily="34" charset="0"/>
              </a:rPr>
              <a:t>Department: School of Management</a:t>
            </a:r>
          </a:p>
        </p:txBody>
      </p:sp>
      <p:sp>
        <p:nvSpPr>
          <p:cNvPr id="9" name="Date Placeholder 8"/>
          <p:cNvSpPr>
            <a:spLocks noGrp="1"/>
          </p:cNvSpPr>
          <p:nvPr>
            <p:ph type="dt" sz="half" idx="10"/>
          </p:nvPr>
        </p:nvSpPr>
        <p:spPr>
          <a:xfrm>
            <a:off x="1905000" y="6492876"/>
            <a:ext cx="2133600" cy="365125"/>
          </a:xfrm>
        </p:spPr>
        <p:txBody>
          <a:bodyPr/>
          <a:lstStyle/>
          <a:p>
            <a:fld id="{F234D382-6B93-4342-AF30-CA9DF20F5E1E}" type="datetime1">
              <a:rPr lang="en-US" smtClean="0"/>
              <a:t>8/20/2025</a:t>
            </a:fld>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1</a:t>
            </a:fld>
            <a:endParaRPr lang="en-US"/>
          </a:p>
        </p:txBody>
      </p:sp>
      <p:pic>
        <p:nvPicPr>
          <p:cNvPr id="11" name="Picture 4" descr="C:\Users\Manks\Downloads\speak.png"/>
          <p:cNvPicPr>
            <a:picLocks noChangeAspect="1" noChangeArrowheads="1"/>
          </p:cNvPicPr>
          <p:nvPr/>
        </p:nvPicPr>
        <p:blipFill>
          <a:blip r:embed="rId3" cstate="print"/>
          <a:srcRect/>
          <a:stretch>
            <a:fillRect/>
          </a:stretch>
        </p:blipFill>
        <p:spPr bwMode="auto">
          <a:xfrm>
            <a:off x="9601200" y="2559049"/>
            <a:ext cx="1524000" cy="1524000"/>
          </a:xfrm>
          <a:prstGeom prst="rect">
            <a:avLst/>
          </a:prstGeom>
          <a:noFill/>
        </p:spPr>
      </p:pic>
      <p:sp>
        <p:nvSpPr>
          <p:cNvPr id="12" name="Subtitle 2"/>
          <p:cNvSpPr txBox="1">
            <a:spLocks/>
          </p:cNvSpPr>
          <p:nvPr/>
        </p:nvSpPr>
        <p:spPr>
          <a:xfrm>
            <a:off x="1676400" y="2971800"/>
            <a:ext cx="2057400" cy="5334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500" dirty="0">
                <a:solidFill>
                  <a:schemeClr val="tx1"/>
                </a:solidFill>
              </a:rPr>
              <a:t>Unit: V</a:t>
            </a:r>
          </a:p>
        </p:txBody>
      </p:sp>
      <p:sp>
        <p:nvSpPr>
          <p:cNvPr id="14" name="Subtitle 2"/>
          <p:cNvSpPr txBox="1">
            <a:spLocks/>
          </p:cNvSpPr>
          <p:nvPr/>
        </p:nvSpPr>
        <p:spPr>
          <a:xfrm>
            <a:off x="734961" y="3854449"/>
            <a:ext cx="4191000" cy="11430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000" dirty="0">
                <a:solidFill>
                  <a:schemeClr val="tx1"/>
                </a:solidFill>
              </a:rPr>
              <a:t>Subject Name:</a:t>
            </a:r>
          </a:p>
          <a:p>
            <a:pPr algn="ctr">
              <a:spcBef>
                <a:spcPct val="20000"/>
              </a:spcBef>
              <a:defRPr/>
            </a:pPr>
            <a:r>
              <a:rPr lang="en-IN" sz="2000" dirty="0">
                <a:solidFill>
                  <a:schemeClr val="tx1"/>
                </a:solidFill>
              </a:rPr>
              <a:t>Finance for Engineers</a:t>
            </a:r>
          </a:p>
          <a:p>
            <a:pPr algn="ctr">
              <a:spcBef>
                <a:spcPct val="20000"/>
              </a:spcBef>
              <a:defRPr/>
            </a:pPr>
            <a:r>
              <a:rPr lang="en-IN" sz="2000" dirty="0">
                <a:solidFill>
                  <a:schemeClr val="tx1"/>
                </a:solidFill>
              </a:rPr>
              <a:t>(AOE0770)</a:t>
            </a:r>
            <a:endParaRPr lang="en-US" sz="2000" dirty="0">
              <a:solidFill>
                <a:schemeClr val="tx1"/>
              </a:solidFill>
            </a:endParaRPr>
          </a:p>
          <a:p>
            <a:pPr algn="ctr">
              <a:spcBef>
                <a:spcPct val="20000"/>
              </a:spcBef>
              <a:defRPr/>
            </a:pPr>
            <a:endParaRPr lang="en-US" sz="2000" dirty="0">
              <a:solidFill>
                <a:schemeClr val="tx1"/>
              </a:solidFill>
            </a:endParaRPr>
          </a:p>
        </p:txBody>
      </p:sp>
      <p:sp>
        <p:nvSpPr>
          <p:cNvPr id="15" name="Subtitle 2"/>
          <p:cNvSpPr txBox="1">
            <a:spLocks/>
          </p:cNvSpPr>
          <p:nvPr/>
        </p:nvSpPr>
        <p:spPr>
          <a:xfrm>
            <a:off x="700549" y="5189538"/>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000" dirty="0">
                <a:solidFill>
                  <a:schemeClr val="tx1"/>
                </a:solidFill>
              </a:rPr>
              <a:t>Course Details</a:t>
            </a:r>
            <a:br>
              <a:rPr lang="en-US" sz="2000" dirty="0">
                <a:solidFill>
                  <a:schemeClr val="tx1"/>
                </a:solidFill>
              </a:rPr>
            </a:br>
            <a:r>
              <a:rPr lang="en-US" sz="2000" dirty="0">
                <a:solidFill>
                  <a:schemeClr val="tx1"/>
                </a:solidFill>
                <a:latin typeface="Arial" panose="020B0604020202020204" pitchFamily="34" charset="0"/>
                <a:cs typeface="Arial" panose="020B0604020202020204" pitchFamily="34" charset="0"/>
              </a:rPr>
              <a:t>MTech  Int(IT-VIII Semester)</a:t>
            </a:r>
          </a:p>
          <a:p>
            <a:pPr algn="ctr">
              <a:spcBef>
                <a:spcPct val="20000"/>
              </a:spcBef>
              <a:defRPr/>
            </a:pPr>
            <a:endParaRPr lang="en-US" sz="2000" dirty="0">
              <a:solidFill>
                <a:schemeClr val="tx1"/>
              </a:solidFill>
            </a:endParaRPr>
          </a:p>
        </p:txBody>
      </p:sp>
      <p:sp>
        <p:nvSpPr>
          <p:cNvPr id="13" name="Footer Placeholder 12"/>
          <p:cNvSpPr>
            <a:spLocks noGrp="1"/>
          </p:cNvSpPr>
          <p:nvPr>
            <p:ph type="ftr" sz="quarter" idx="11"/>
          </p:nvPr>
        </p:nvSpPr>
        <p:spPr>
          <a:xfrm>
            <a:off x="3733800" y="6356351"/>
            <a:ext cx="5791200" cy="365125"/>
          </a:xfrm>
        </p:spPr>
        <p:txBody>
          <a:bodyPr/>
          <a:lstStyle/>
          <a:p>
            <a:r>
              <a:rPr lang="en-US"/>
              <a:t>Amit Kumar        AOE0770       Finance for Engineers                 Unit 5</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DADAD58-6548-499D-A8A4-83B322FA4462}" type="datetime1">
              <a:rPr lang="en-US" smtClean="0"/>
              <a:t>8/20/2025</a:t>
            </a:fld>
            <a:endParaRPr lang="en-US" dirty="0"/>
          </a:p>
        </p:txBody>
      </p:sp>
      <p:sp>
        <p:nvSpPr>
          <p:cNvPr id="5" name="Footer Placeholder 4"/>
          <p:cNvSpPr>
            <a:spLocks noGrp="1"/>
          </p:cNvSpPr>
          <p:nvPr>
            <p:ph type="ftr" sz="quarter" idx="11"/>
          </p:nvPr>
        </p:nvSpPr>
        <p:spPr>
          <a:xfrm>
            <a:off x="3276600" y="6356353"/>
            <a:ext cx="6400800" cy="365125"/>
          </a:xfrm>
        </p:spPr>
        <p:txBody>
          <a:bodyPr/>
          <a:lstStyle/>
          <a:p>
            <a:r>
              <a:rPr lang="en-US">
                <a:solidFill>
                  <a:schemeClr val="tx1"/>
                </a:solidFill>
              </a:rPr>
              <a:t>Amit Kumar        AOE0770       Finance for Engineers                 Unit 5</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dirty="0"/>
          </a:p>
        </p:txBody>
      </p:sp>
      <p:sp>
        <p:nvSpPr>
          <p:cNvPr id="7" name="Title 1"/>
          <p:cNvSpPr txBox="1">
            <a:spLocks/>
          </p:cNvSpPr>
          <p:nvPr/>
        </p:nvSpPr>
        <p:spPr>
          <a:xfrm>
            <a:off x="1887794" y="22123"/>
            <a:ext cx="10304206" cy="739877"/>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b="1" dirty="0">
                <a:latin typeface="Times New Roman" pitchFamily="18" charset="0"/>
                <a:cs typeface="Times New Roman" pitchFamily="18" charset="0"/>
              </a:rPr>
              <a:t>Index/Content</a:t>
            </a:r>
          </a:p>
        </p:txBody>
      </p:sp>
      <p:graphicFrame>
        <p:nvGraphicFramePr>
          <p:cNvPr id="12" name="Table 11"/>
          <p:cNvGraphicFramePr>
            <a:graphicFrameLocks noGrp="1"/>
          </p:cNvGraphicFramePr>
          <p:nvPr>
            <p:extLst>
              <p:ext uri="{D42A27DB-BD31-4B8C-83A1-F6EECF244321}">
                <p14:modId xmlns:p14="http://schemas.microsoft.com/office/powerpoint/2010/main" val="2695890372"/>
              </p:ext>
            </p:extLst>
          </p:nvPr>
        </p:nvGraphicFramePr>
        <p:xfrm>
          <a:off x="1752600" y="838201"/>
          <a:ext cx="8763000" cy="5612130"/>
        </p:xfrm>
        <a:graphic>
          <a:graphicData uri="http://schemas.openxmlformats.org/drawingml/2006/table">
            <a:tbl>
              <a:tblPr firstRow="1" bandRow="1">
                <a:tableStyleId>{5940675A-B579-460E-94D1-54222C63F5DA}</a:tableStyleId>
              </a:tblPr>
              <a:tblGrid>
                <a:gridCol w="1622778">
                  <a:extLst>
                    <a:ext uri="{9D8B030D-6E8A-4147-A177-3AD203B41FA5}">
                      <a16:colId xmlns:a16="http://schemas.microsoft.com/office/drawing/2014/main" val="20000"/>
                    </a:ext>
                  </a:extLst>
                </a:gridCol>
                <a:gridCol w="7140222">
                  <a:extLst>
                    <a:ext uri="{9D8B030D-6E8A-4147-A177-3AD203B41FA5}">
                      <a16:colId xmlns:a16="http://schemas.microsoft.com/office/drawing/2014/main" val="20001"/>
                    </a:ext>
                  </a:extLst>
                </a:gridCol>
              </a:tblGrid>
              <a:tr h="394581">
                <a:tc>
                  <a:txBody>
                    <a:bodyPr/>
                    <a:lstStyle/>
                    <a:p>
                      <a:r>
                        <a:rPr lang="en-US" sz="2200" dirty="0"/>
                        <a:t>S. No.</a:t>
                      </a:r>
                    </a:p>
                  </a:txBody>
                  <a:tcPr/>
                </a:tc>
                <a:tc>
                  <a:txBody>
                    <a:bodyPr/>
                    <a:lstStyle/>
                    <a:p>
                      <a:pPr algn="l"/>
                      <a:r>
                        <a:rPr lang="en-US" sz="2200" dirty="0"/>
                        <a:t>Index</a:t>
                      </a:r>
                    </a:p>
                  </a:txBody>
                  <a:tcPr/>
                </a:tc>
                <a:extLst>
                  <a:ext uri="{0D108BD9-81ED-4DB2-BD59-A6C34878D82A}">
                    <a16:rowId xmlns:a16="http://schemas.microsoft.com/office/drawing/2014/main" val="10000"/>
                  </a:ext>
                </a:extLst>
              </a:tr>
              <a:tr h="769785">
                <a:tc>
                  <a:txBody>
                    <a:bodyPr/>
                    <a:lstStyle/>
                    <a:p>
                      <a:r>
                        <a:rPr lang="en-US" sz="2700" b="0" dirty="0"/>
                        <a:t>1.</a:t>
                      </a:r>
                      <a:endParaRPr lang="en-US" sz="2700" b="0" dirty="0">
                        <a:latin typeface="Times New Roman" pitchFamily="18" charset="0"/>
                        <a:cs typeface="Times New Roman" pitchFamily="18" charset="0"/>
                      </a:endParaRPr>
                    </a:p>
                  </a:txBody>
                  <a:tcPr/>
                </a:tc>
                <a:tc>
                  <a:txBody>
                    <a:bodyPr/>
                    <a:lstStyle/>
                    <a:p>
                      <a:pPr algn="l" fontAlgn="ctr"/>
                      <a:r>
                        <a:rPr lang="en-US" sz="2700" b="0" u="none" strike="noStrike" dirty="0">
                          <a:solidFill>
                            <a:srgbClr val="000000"/>
                          </a:solidFill>
                        </a:rPr>
                        <a:t>Name of Subject with code, Course and Subject Teacher</a:t>
                      </a:r>
                      <a:endParaRPr lang="en-US" sz="2700" b="0" i="0" u="none" strike="noStrike" dirty="0">
                        <a:solidFill>
                          <a:srgbClr val="000000"/>
                        </a:solidFill>
                        <a:latin typeface="Calibri"/>
                      </a:endParaRPr>
                    </a:p>
                  </a:txBody>
                  <a:tcPr marL="9525" marR="9525" marT="9525" marB="0" anchor="ctr"/>
                </a:tc>
                <a:extLst>
                  <a:ext uri="{0D108BD9-81ED-4DB2-BD59-A6C34878D82A}">
                    <a16:rowId xmlns:a16="http://schemas.microsoft.com/office/drawing/2014/main" val="10001"/>
                  </a:ext>
                </a:extLst>
              </a:tr>
              <a:tr h="769785">
                <a:tc>
                  <a:txBody>
                    <a:bodyPr/>
                    <a:lstStyle/>
                    <a:p>
                      <a:r>
                        <a:rPr lang="en-US" sz="2700" b="0" dirty="0"/>
                        <a:t>2.</a:t>
                      </a:r>
                      <a:endParaRPr lang="en-US" sz="2700" b="0" dirty="0">
                        <a:latin typeface="Times New Roman" pitchFamily="18" charset="0"/>
                        <a:cs typeface="Times New Roman" pitchFamily="18" charset="0"/>
                      </a:endParaRPr>
                    </a:p>
                  </a:txBody>
                  <a:tcPr/>
                </a:tc>
                <a:tc>
                  <a:txBody>
                    <a:bodyPr/>
                    <a:lstStyle/>
                    <a:p>
                      <a:pPr algn="l" fontAlgn="ctr"/>
                      <a:r>
                        <a:rPr lang="en-US" sz="2700" b="0" u="none" strike="noStrike" dirty="0">
                          <a:solidFill>
                            <a:srgbClr val="000000"/>
                          </a:solidFill>
                        </a:rPr>
                        <a:t>Brief Introduction of Faculty member with Photograph</a:t>
                      </a:r>
                      <a:endParaRPr lang="en-US" sz="2700" b="0" i="0" u="none" strike="noStrike" dirty="0">
                        <a:solidFill>
                          <a:srgbClr val="000000"/>
                        </a:solidFill>
                        <a:latin typeface="Calibri"/>
                      </a:endParaRPr>
                    </a:p>
                  </a:txBody>
                  <a:tcPr marL="9525" marR="9525" marT="9525" marB="0" anchor="ctr"/>
                </a:tc>
                <a:extLst>
                  <a:ext uri="{0D108BD9-81ED-4DB2-BD59-A6C34878D82A}">
                    <a16:rowId xmlns:a16="http://schemas.microsoft.com/office/drawing/2014/main" val="10002"/>
                  </a:ext>
                </a:extLst>
              </a:tr>
              <a:tr h="465042">
                <a:tc>
                  <a:txBody>
                    <a:bodyPr/>
                    <a:lstStyle/>
                    <a:p>
                      <a:r>
                        <a:rPr lang="en-US" sz="2700" b="0" dirty="0"/>
                        <a:t>3.</a:t>
                      </a:r>
                      <a:endParaRPr lang="en-US" sz="2700" b="0" dirty="0">
                        <a:latin typeface="Times New Roman" pitchFamily="18" charset="0"/>
                        <a:cs typeface="Times New Roman" pitchFamily="18" charset="0"/>
                      </a:endParaRPr>
                    </a:p>
                  </a:txBody>
                  <a:tcPr/>
                </a:tc>
                <a:tc>
                  <a:txBody>
                    <a:bodyPr/>
                    <a:lstStyle/>
                    <a:p>
                      <a:pPr algn="l" fontAlgn="ctr"/>
                      <a:r>
                        <a:rPr lang="en-US" sz="2700" b="0" u="none" strike="noStrike" dirty="0">
                          <a:solidFill>
                            <a:srgbClr val="000000"/>
                          </a:solidFill>
                        </a:rPr>
                        <a:t>Evaluation Scheme</a:t>
                      </a:r>
                      <a:endParaRPr lang="en-US" sz="2700" b="0" i="0" u="none" strike="noStrike" dirty="0">
                        <a:solidFill>
                          <a:srgbClr val="000000"/>
                        </a:solidFill>
                        <a:latin typeface="Calibri"/>
                      </a:endParaRPr>
                    </a:p>
                  </a:txBody>
                  <a:tcPr marL="9525" marR="9525" marT="9525" marB="0" anchor="ctr"/>
                </a:tc>
                <a:extLst>
                  <a:ext uri="{0D108BD9-81ED-4DB2-BD59-A6C34878D82A}">
                    <a16:rowId xmlns:a16="http://schemas.microsoft.com/office/drawing/2014/main" val="10003"/>
                  </a:ext>
                </a:extLst>
              </a:tr>
              <a:tr h="465042">
                <a:tc>
                  <a:txBody>
                    <a:bodyPr/>
                    <a:lstStyle/>
                    <a:p>
                      <a:r>
                        <a:rPr lang="en-US" sz="2700" b="0" dirty="0"/>
                        <a:t>4.</a:t>
                      </a:r>
                      <a:endParaRPr lang="en-US" sz="2700" b="0" dirty="0">
                        <a:latin typeface="Times New Roman" pitchFamily="18" charset="0"/>
                        <a:cs typeface="Times New Roman" pitchFamily="18" charset="0"/>
                      </a:endParaRPr>
                    </a:p>
                  </a:txBody>
                  <a:tcPr/>
                </a:tc>
                <a:tc>
                  <a:txBody>
                    <a:bodyPr/>
                    <a:lstStyle/>
                    <a:p>
                      <a:r>
                        <a:rPr lang="en-US" sz="2700" b="0" dirty="0"/>
                        <a:t>Syllabus</a:t>
                      </a:r>
                      <a:endParaRPr lang="en-US" sz="2700" b="0" dirty="0">
                        <a:latin typeface="Times New Roman" pitchFamily="18" charset="0"/>
                        <a:cs typeface="Times New Roman" pitchFamily="18" charset="0"/>
                      </a:endParaRPr>
                    </a:p>
                  </a:txBody>
                  <a:tcPr/>
                </a:tc>
                <a:extLst>
                  <a:ext uri="{0D108BD9-81ED-4DB2-BD59-A6C34878D82A}">
                    <a16:rowId xmlns:a16="http://schemas.microsoft.com/office/drawing/2014/main" val="10004"/>
                  </a:ext>
                </a:extLst>
              </a:tr>
              <a:tr h="465042">
                <a:tc>
                  <a:txBody>
                    <a:bodyPr/>
                    <a:lstStyle/>
                    <a:p>
                      <a:r>
                        <a:rPr lang="en-US" sz="2700" b="0" dirty="0"/>
                        <a:t>5.</a:t>
                      </a:r>
                      <a:endParaRPr lang="en-US" sz="2700" b="0" dirty="0">
                        <a:latin typeface="Times New Roman" pitchFamily="18" charset="0"/>
                        <a:cs typeface="Times New Roman" pitchFamily="18" charset="0"/>
                      </a:endParaRPr>
                    </a:p>
                  </a:txBody>
                  <a:tcPr/>
                </a:tc>
                <a:tc>
                  <a:txBody>
                    <a:bodyPr/>
                    <a:lstStyle/>
                    <a:p>
                      <a:r>
                        <a:rPr lang="en-US" sz="2700" dirty="0"/>
                        <a:t>Branch wise Application</a:t>
                      </a:r>
                    </a:p>
                  </a:txBody>
                  <a:tcPr/>
                </a:tc>
                <a:extLst>
                  <a:ext uri="{0D108BD9-81ED-4DB2-BD59-A6C34878D82A}">
                    <a16:rowId xmlns:a16="http://schemas.microsoft.com/office/drawing/2014/main" val="10005"/>
                  </a:ext>
                </a:extLst>
              </a:tr>
              <a:tr h="465042">
                <a:tc>
                  <a:txBody>
                    <a:bodyPr/>
                    <a:lstStyle/>
                    <a:p>
                      <a:r>
                        <a:rPr lang="en-US" sz="2700" b="0" dirty="0"/>
                        <a:t>6.</a:t>
                      </a:r>
                      <a:endParaRPr lang="en-US" sz="2700" b="0" dirty="0">
                        <a:latin typeface="Times New Roman" pitchFamily="18" charset="0"/>
                        <a:cs typeface="Times New Roman" pitchFamily="18" charset="0"/>
                      </a:endParaRPr>
                    </a:p>
                  </a:txBody>
                  <a:tcPr/>
                </a:tc>
                <a:tc>
                  <a:txBody>
                    <a:bodyPr/>
                    <a:lstStyle/>
                    <a:p>
                      <a:r>
                        <a:rPr lang="en-US" sz="2700" b="0" dirty="0"/>
                        <a:t>Course Objective(s)</a:t>
                      </a:r>
                      <a:endParaRPr lang="en-US" sz="2700" b="0" dirty="0">
                        <a:latin typeface="Times New Roman" pitchFamily="18" charset="0"/>
                        <a:cs typeface="Times New Roman" pitchFamily="18" charset="0"/>
                      </a:endParaRPr>
                    </a:p>
                  </a:txBody>
                  <a:tcPr/>
                </a:tc>
                <a:extLst>
                  <a:ext uri="{0D108BD9-81ED-4DB2-BD59-A6C34878D82A}">
                    <a16:rowId xmlns:a16="http://schemas.microsoft.com/office/drawing/2014/main" val="10006"/>
                  </a:ext>
                </a:extLst>
              </a:tr>
              <a:tr h="465042">
                <a:tc>
                  <a:txBody>
                    <a:bodyPr/>
                    <a:lstStyle/>
                    <a:p>
                      <a:r>
                        <a:rPr lang="en-US" sz="2700" b="0" dirty="0"/>
                        <a:t>7.</a:t>
                      </a:r>
                      <a:endParaRPr lang="en-US" sz="2700" b="0" dirty="0">
                        <a:latin typeface="Times New Roman" pitchFamily="18" charset="0"/>
                        <a:cs typeface="Times New Roman" pitchFamily="18" charset="0"/>
                      </a:endParaRPr>
                    </a:p>
                  </a:txBody>
                  <a:tcPr/>
                </a:tc>
                <a:tc>
                  <a:txBody>
                    <a:bodyPr/>
                    <a:lstStyle/>
                    <a:p>
                      <a:r>
                        <a:rPr lang="en-US" sz="2700" b="0" dirty="0"/>
                        <a:t>Course Outcome(s)</a:t>
                      </a:r>
                      <a:endParaRPr lang="en-US" sz="2700" b="0" dirty="0">
                        <a:latin typeface="Times New Roman" pitchFamily="18" charset="0"/>
                        <a:cs typeface="Times New Roman" pitchFamily="18" charset="0"/>
                      </a:endParaRPr>
                    </a:p>
                  </a:txBody>
                  <a:tcPr/>
                </a:tc>
                <a:extLst>
                  <a:ext uri="{0D108BD9-81ED-4DB2-BD59-A6C34878D82A}">
                    <a16:rowId xmlns:a16="http://schemas.microsoft.com/office/drawing/2014/main" val="10007"/>
                  </a:ext>
                </a:extLst>
              </a:tr>
              <a:tr h="465042">
                <a:tc>
                  <a:txBody>
                    <a:bodyPr/>
                    <a:lstStyle/>
                    <a:p>
                      <a:r>
                        <a:rPr lang="en-US" sz="2700" b="0" dirty="0"/>
                        <a:t>8.</a:t>
                      </a:r>
                      <a:endParaRPr lang="en-US" sz="2700" b="0" dirty="0">
                        <a:latin typeface="Times New Roman" pitchFamily="18" charset="0"/>
                        <a:cs typeface="Times New Roman" pitchFamily="18" charset="0"/>
                      </a:endParaRPr>
                    </a:p>
                  </a:txBody>
                  <a:tcPr/>
                </a:tc>
                <a:tc>
                  <a:txBody>
                    <a:bodyPr/>
                    <a:lstStyle/>
                    <a:p>
                      <a:r>
                        <a:rPr lang="en-US" sz="2700" b="0" dirty="0"/>
                        <a:t>Program Outcomes </a:t>
                      </a:r>
                      <a:r>
                        <a:rPr lang="en-US" sz="2700" b="0"/>
                        <a:t>(POs</a:t>
                      </a:r>
                      <a:r>
                        <a:rPr lang="en-US" sz="2700" b="0" dirty="0"/>
                        <a:t>)</a:t>
                      </a:r>
                      <a:endParaRPr lang="en-US" sz="2700" b="0" dirty="0">
                        <a:latin typeface="Times New Roman" pitchFamily="18" charset="0"/>
                        <a:cs typeface="Times New Roman" pitchFamily="18" charset="0"/>
                      </a:endParaRPr>
                    </a:p>
                  </a:txBody>
                  <a:tcPr/>
                </a:tc>
                <a:extLst>
                  <a:ext uri="{0D108BD9-81ED-4DB2-BD59-A6C34878D82A}">
                    <a16:rowId xmlns:a16="http://schemas.microsoft.com/office/drawing/2014/main" val="10008"/>
                  </a:ext>
                </a:extLst>
              </a:tr>
              <a:tr h="465042">
                <a:tc>
                  <a:txBody>
                    <a:bodyPr/>
                    <a:lstStyle/>
                    <a:p>
                      <a:r>
                        <a:rPr lang="en-US" sz="2700" b="0" dirty="0"/>
                        <a:t>9.</a:t>
                      </a:r>
                      <a:endParaRPr lang="en-US" sz="2700" b="0" dirty="0">
                        <a:latin typeface="Times New Roman" pitchFamily="18" charset="0"/>
                        <a:cs typeface="Times New Roman" pitchFamily="18" charset="0"/>
                      </a:endParaRPr>
                    </a:p>
                  </a:txBody>
                  <a:tcPr/>
                </a:tc>
                <a:tc>
                  <a:txBody>
                    <a:bodyPr/>
                    <a:lstStyle/>
                    <a:p>
                      <a:r>
                        <a:rPr lang="en-US" sz="2700" dirty="0"/>
                        <a:t>Cos and POs Mapping</a:t>
                      </a:r>
                    </a:p>
                  </a:txBody>
                  <a:tcPr/>
                </a:tc>
                <a:extLst>
                  <a:ext uri="{0D108BD9-81ED-4DB2-BD59-A6C34878D82A}">
                    <a16:rowId xmlns:a16="http://schemas.microsoft.com/office/drawing/2014/main" val="10009"/>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p:cNvGraphicFramePr>
            <a:graphicFrameLocks noGrp="1"/>
          </p:cNvGraphicFramePr>
          <p:nvPr>
            <p:ph idx="1"/>
            <p:extLst>
              <p:ext uri="{D42A27DB-BD31-4B8C-83A1-F6EECF244321}">
                <p14:modId xmlns:p14="http://schemas.microsoft.com/office/powerpoint/2010/main" val="3335113067"/>
              </p:ext>
            </p:extLst>
          </p:nvPr>
        </p:nvGraphicFramePr>
        <p:xfrm>
          <a:off x="1752600" y="782954"/>
          <a:ext cx="8686800" cy="5455920"/>
        </p:xfrm>
        <a:graphic>
          <a:graphicData uri="http://schemas.openxmlformats.org/drawingml/2006/table">
            <a:tbl>
              <a:tblPr firstRow="1" bandRow="1">
                <a:tableStyleId>{5940675A-B579-460E-94D1-54222C63F5DA}</a:tableStyleId>
              </a:tblPr>
              <a:tblGrid>
                <a:gridCol w="1608666">
                  <a:extLst>
                    <a:ext uri="{9D8B030D-6E8A-4147-A177-3AD203B41FA5}">
                      <a16:colId xmlns:a16="http://schemas.microsoft.com/office/drawing/2014/main" val="20000"/>
                    </a:ext>
                  </a:extLst>
                </a:gridCol>
                <a:gridCol w="7078134">
                  <a:extLst>
                    <a:ext uri="{9D8B030D-6E8A-4147-A177-3AD203B41FA5}">
                      <a16:colId xmlns:a16="http://schemas.microsoft.com/office/drawing/2014/main" val="20001"/>
                    </a:ext>
                  </a:extLst>
                </a:gridCol>
              </a:tblGrid>
              <a:tr h="410480">
                <a:tc>
                  <a:txBody>
                    <a:bodyPr/>
                    <a:lstStyle/>
                    <a:p>
                      <a:r>
                        <a:rPr lang="en-US" sz="2200" dirty="0"/>
                        <a:t>S. No.</a:t>
                      </a:r>
                    </a:p>
                  </a:txBody>
                  <a:tcPr/>
                </a:tc>
                <a:tc>
                  <a:txBody>
                    <a:bodyPr/>
                    <a:lstStyle/>
                    <a:p>
                      <a:pPr algn="l"/>
                      <a:r>
                        <a:rPr lang="en-US" sz="2200" dirty="0"/>
                        <a:t>Index</a:t>
                      </a:r>
                    </a:p>
                  </a:txBody>
                  <a:tcPr/>
                </a:tc>
                <a:extLst>
                  <a:ext uri="{0D108BD9-81ED-4DB2-BD59-A6C34878D82A}">
                    <a16:rowId xmlns:a16="http://schemas.microsoft.com/office/drawing/2014/main" val="10000"/>
                  </a:ext>
                </a:extLst>
              </a:tr>
              <a:tr h="483779">
                <a:tc>
                  <a:txBody>
                    <a:bodyPr/>
                    <a:lstStyle/>
                    <a:p>
                      <a:r>
                        <a:rPr lang="en-US" sz="2700" b="0" dirty="0"/>
                        <a:t>10.</a:t>
                      </a:r>
                      <a:endParaRPr lang="en-US" sz="2700" b="0" dirty="0">
                        <a:latin typeface="Times New Roman" pitchFamily="18" charset="0"/>
                        <a:cs typeface="Times New Roman" pitchFamily="18" charset="0"/>
                      </a:endParaRPr>
                    </a:p>
                  </a:txBody>
                  <a:tcPr/>
                </a:tc>
                <a:tc>
                  <a:txBody>
                    <a:bodyPr/>
                    <a:lstStyle/>
                    <a:p>
                      <a:r>
                        <a:rPr lang="en-US" sz="2700" b="0" dirty="0"/>
                        <a:t>Program Specific  Outcomes (PSOs)</a:t>
                      </a:r>
                      <a:endParaRPr lang="en-US" sz="2700" b="0"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483779">
                <a:tc>
                  <a:txBody>
                    <a:bodyPr/>
                    <a:lstStyle/>
                    <a:p>
                      <a:r>
                        <a:rPr lang="en-US" sz="2700" b="0" dirty="0"/>
                        <a:t>11.</a:t>
                      </a:r>
                      <a:endParaRPr lang="en-US" sz="2700" b="0" dirty="0">
                        <a:latin typeface="Times New Roman" pitchFamily="18" charset="0"/>
                        <a:cs typeface="Times New Roman"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0" u="none" strike="noStrike" kern="1200" cap="none" spc="0" normalizeH="0" baseline="0" noProof="0" dirty="0">
                          <a:ln>
                            <a:noFill/>
                          </a:ln>
                          <a:solidFill>
                            <a:schemeClr val="dk1"/>
                          </a:solidFill>
                          <a:effectLst/>
                          <a:uLnTx/>
                          <a:uFillTx/>
                        </a:rPr>
                        <a:t>Cos and PSOs Mapping</a:t>
                      </a:r>
                      <a:endParaRPr kumimoji="0" lang="en-US" sz="2700" b="0"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483779">
                <a:tc>
                  <a:txBody>
                    <a:bodyPr/>
                    <a:lstStyle/>
                    <a:p>
                      <a:r>
                        <a:rPr lang="en-US" sz="2700" b="0" dirty="0"/>
                        <a:t>12.</a:t>
                      </a:r>
                      <a:endParaRPr lang="en-US" sz="2700" b="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700" b="0" dirty="0"/>
                        <a:t>Program Educational Objectives (PEOs)</a:t>
                      </a:r>
                      <a:endParaRPr lang="en-US" sz="2700" b="0" dirty="0">
                        <a:latin typeface="Times New Roman" pitchFamily="18" charset="0"/>
                        <a:cs typeface="Times New Roman" pitchFamily="18" charset="0"/>
                      </a:endParaRPr>
                    </a:p>
                  </a:txBody>
                  <a:tcPr/>
                </a:tc>
                <a:extLst>
                  <a:ext uri="{0D108BD9-81ED-4DB2-BD59-A6C34878D82A}">
                    <a16:rowId xmlns:a16="http://schemas.microsoft.com/office/drawing/2014/main" val="10003"/>
                  </a:ext>
                </a:extLst>
              </a:tr>
              <a:tr h="483779">
                <a:tc>
                  <a:txBody>
                    <a:bodyPr/>
                    <a:lstStyle/>
                    <a:p>
                      <a:r>
                        <a:rPr lang="en-US" sz="2700" b="0" dirty="0"/>
                        <a:t>13.</a:t>
                      </a:r>
                      <a:endParaRPr lang="en-US" sz="2700" b="0" dirty="0">
                        <a:latin typeface="Times New Roman" pitchFamily="18" charset="0"/>
                        <a:cs typeface="Times New Roman" pitchFamily="18" charset="0"/>
                      </a:endParaRPr>
                    </a:p>
                  </a:txBody>
                  <a:tcPr/>
                </a:tc>
                <a:tc>
                  <a:txBody>
                    <a:bodyPr/>
                    <a:lstStyle/>
                    <a:p>
                      <a:r>
                        <a:rPr lang="en-US" sz="2700" b="0" dirty="0"/>
                        <a:t>Result Analysis</a:t>
                      </a:r>
                      <a:endParaRPr lang="en-US" sz="2700" b="0" dirty="0">
                        <a:latin typeface="Times New Roman" pitchFamily="18" charset="0"/>
                        <a:cs typeface="Times New Roman" pitchFamily="18" charset="0"/>
                      </a:endParaRPr>
                    </a:p>
                  </a:txBody>
                  <a:tcPr/>
                </a:tc>
                <a:extLst>
                  <a:ext uri="{0D108BD9-81ED-4DB2-BD59-A6C34878D82A}">
                    <a16:rowId xmlns:a16="http://schemas.microsoft.com/office/drawing/2014/main" val="10004"/>
                  </a:ext>
                </a:extLst>
              </a:tr>
              <a:tr h="483779">
                <a:tc>
                  <a:txBody>
                    <a:bodyPr/>
                    <a:lstStyle/>
                    <a:p>
                      <a:r>
                        <a:rPr lang="en-US" sz="2700" b="0" dirty="0"/>
                        <a:t>14.</a:t>
                      </a:r>
                      <a:endParaRPr lang="en-US" sz="2700" b="0" dirty="0">
                        <a:latin typeface="Times New Roman" pitchFamily="18" charset="0"/>
                        <a:cs typeface="Times New Roman" pitchFamily="18" charset="0"/>
                      </a:endParaRPr>
                    </a:p>
                  </a:txBody>
                  <a:tcPr/>
                </a:tc>
                <a:tc>
                  <a:txBody>
                    <a:bodyPr/>
                    <a:lstStyle/>
                    <a:p>
                      <a:r>
                        <a:rPr lang="en-US" sz="2700" b="0" dirty="0"/>
                        <a:t>End Semester Question paper Templates</a:t>
                      </a:r>
                      <a:endParaRPr lang="en-US" sz="2700" b="0" dirty="0">
                        <a:latin typeface="Times New Roman" pitchFamily="18" charset="0"/>
                        <a:cs typeface="Times New Roman" pitchFamily="18" charset="0"/>
                      </a:endParaRPr>
                    </a:p>
                  </a:txBody>
                  <a:tcPr/>
                </a:tc>
                <a:extLst>
                  <a:ext uri="{0D108BD9-81ED-4DB2-BD59-A6C34878D82A}">
                    <a16:rowId xmlns:a16="http://schemas.microsoft.com/office/drawing/2014/main" val="10005"/>
                  </a:ext>
                </a:extLst>
              </a:tr>
              <a:tr h="483779">
                <a:tc>
                  <a:txBody>
                    <a:bodyPr/>
                    <a:lstStyle/>
                    <a:p>
                      <a:r>
                        <a:rPr lang="en-US" sz="2700" b="0" dirty="0"/>
                        <a:t>15.</a:t>
                      </a:r>
                      <a:endParaRPr lang="en-US" sz="2700" b="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700" b="0" dirty="0"/>
                        <a:t>Prequisite/Recap</a:t>
                      </a:r>
                      <a:endParaRPr lang="en-US" sz="2700" b="0" dirty="0">
                        <a:latin typeface="Times New Roman" pitchFamily="18" charset="0"/>
                        <a:cs typeface="Times New Roman" pitchFamily="18" charset="0"/>
                      </a:endParaRPr>
                    </a:p>
                  </a:txBody>
                  <a:tcPr/>
                </a:tc>
                <a:extLst>
                  <a:ext uri="{0D108BD9-81ED-4DB2-BD59-A6C34878D82A}">
                    <a16:rowId xmlns:a16="http://schemas.microsoft.com/office/drawing/2014/main" val="10006"/>
                  </a:ext>
                </a:extLst>
              </a:tr>
              <a:tr h="483779">
                <a:tc>
                  <a:txBody>
                    <a:bodyPr/>
                    <a:lstStyle/>
                    <a:p>
                      <a:r>
                        <a:rPr lang="en-US" sz="2700" b="0" dirty="0"/>
                        <a:t>16.</a:t>
                      </a:r>
                      <a:endParaRPr lang="en-US" sz="2700" b="0" dirty="0">
                        <a:latin typeface="Times New Roman" pitchFamily="18" charset="0"/>
                        <a:cs typeface="Times New Roman" pitchFamily="18" charset="0"/>
                      </a:endParaRPr>
                    </a:p>
                  </a:txBody>
                  <a:tcPr/>
                </a:tc>
                <a:tc>
                  <a:txBody>
                    <a:bodyPr/>
                    <a:lstStyle/>
                    <a:p>
                      <a:r>
                        <a:rPr lang="en-US" sz="2700" b="0" dirty="0"/>
                        <a:t>Brief Introduction about the Subject with Videos</a:t>
                      </a:r>
                      <a:endParaRPr lang="en-US" sz="2700" b="0" dirty="0">
                        <a:latin typeface="Times New Roman" pitchFamily="18" charset="0"/>
                        <a:cs typeface="Times New Roman" pitchFamily="18" charset="0"/>
                      </a:endParaRPr>
                    </a:p>
                  </a:txBody>
                  <a:tcPr/>
                </a:tc>
                <a:extLst>
                  <a:ext uri="{0D108BD9-81ED-4DB2-BD59-A6C34878D82A}">
                    <a16:rowId xmlns:a16="http://schemas.microsoft.com/office/drawing/2014/main" val="10007"/>
                  </a:ext>
                </a:extLst>
              </a:tr>
              <a:tr h="483779">
                <a:tc>
                  <a:txBody>
                    <a:bodyPr/>
                    <a:lstStyle/>
                    <a:p>
                      <a:r>
                        <a:rPr lang="en-US" sz="2700" b="0" dirty="0"/>
                        <a:t>17.</a:t>
                      </a:r>
                      <a:endParaRPr lang="en-US" sz="2700" b="0" dirty="0">
                        <a:latin typeface="Times New Roman" pitchFamily="18" charset="0"/>
                        <a:cs typeface="Times New Roman" pitchFamily="18" charset="0"/>
                      </a:endParaRPr>
                    </a:p>
                  </a:txBody>
                  <a:tcPr/>
                </a:tc>
                <a:tc>
                  <a:txBody>
                    <a:bodyPr/>
                    <a:lstStyle/>
                    <a:p>
                      <a:r>
                        <a:rPr lang="en-US" sz="2700" b="0" dirty="0"/>
                        <a:t>Unit Contents</a:t>
                      </a:r>
                      <a:endParaRPr lang="en-US" sz="2700" b="0" dirty="0">
                        <a:latin typeface="Times New Roman" pitchFamily="18" charset="0"/>
                        <a:cs typeface="Times New Roman" pitchFamily="18" charset="0"/>
                      </a:endParaRPr>
                    </a:p>
                  </a:txBody>
                  <a:tcPr/>
                </a:tc>
                <a:extLst>
                  <a:ext uri="{0D108BD9-81ED-4DB2-BD59-A6C34878D82A}">
                    <a16:rowId xmlns:a16="http://schemas.microsoft.com/office/drawing/2014/main" val="10008"/>
                  </a:ext>
                </a:extLst>
              </a:tr>
              <a:tr h="483779">
                <a:tc>
                  <a:txBody>
                    <a:bodyPr/>
                    <a:lstStyle/>
                    <a:p>
                      <a:r>
                        <a:rPr lang="en-US" sz="2700" b="0" dirty="0"/>
                        <a:t>18.</a:t>
                      </a:r>
                      <a:endParaRPr lang="en-US" sz="2700" b="0" dirty="0">
                        <a:latin typeface="Times New Roman" pitchFamily="18" charset="0"/>
                        <a:cs typeface="Times New Roman" pitchFamily="18" charset="0"/>
                      </a:endParaRPr>
                    </a:p>
                  </a:txBody>
                  <a:tcPr/>
                </a:tc>
                <a:tc>
                  <a:txBody>
                    <a:bodyPr/>
                    <a:lstStyle/>
                    <a:p>
                      <a:r>
                        <a:rPr lang="en-US" sz="2700" b="0" dirty="0"/>
                        <a:t>Unit</a:t>
                      </a:r>
                      <a:r>
                        <a:rPr lang="en-US" sz="2700" b="0" baseline="0" dirty="0"/>
                        <a:t> Objectives</a:t>
                      </a:r>
                      <a:endParaRPr lang="en-US" sz="2700" b="0" dirty="0">
                        <a:latin typeface="Times New Roman" pitchFamily="18" charset="0"/>
                        <a:cs typeface="Times New Roman" pitchFamily="18" charset="0"/>
                      </a:endParaRPr>
                    </a:p>
                  </a:txBody>
                  <a:tcPr/>
                </a:tc>
                <a:extLst>
                  <a:ext uri="{0D108BD9-81ED-4DB2-BD59-A6C34878D82A}">
                    <a16:rowId xmlns:a16="http://schemas.microsoft.com/office/drawing/2014/main" val="10009"/>
                  </a:ext>
                </a:extLst>
              </a:tr>
              <a:tr h="483779">
                <a:tc>
                  <a:txBody>
                    <a:bodyPr/>
                    <a:lstStyle/>
                    <a:p>
                      <a:r>
                        <a:rPr lang="en-US" sz="2700" b="0" dirty="0"/>
                        <a:t>19.</a:t>
                      </a:r>
                      <a:endParaRPr lang="en-US" sz="2700" b="0" dirty="0">
                        <a:latin typeface="Times New Roman" pitchFamily="18" charset="0"/>
                        <a:cs typeface="Times New Roman" pitchFamily="18" charset="0"/>
                      </a:endParaRPr>
                    </a:p>
                  </a:txBody>
                  <a:tcPr/>
                </a:tc>
                <a:tc>
                  <a:txBody>
                    <a:bodyPr/>
                    <a:lstStyle/>
                    <a:p>
                      <a:r>
                        <a:rPr lang="en-US" sz="2700" b="0" dirty="0"/>
                        <a:t>Topic Objectives/Topic Outcome</a:t>
                      </a:r>
                      <a:endParaRPr lang="en-US" sz="2700" b="0" dirty="0">
                        <a:latin typeface="Times New Roman" pitchFamily="18" charset="0"/>
                        <a:cs typeface="Times New Roman" pitchFamily="18" charset="0"/>
                      </a:endParaRPr>
                    </a:p>
                  </a:txBody>
                  <a:tcPr/>
                </a:tc>
                <a:extLst>
                  <a:ext uri="{0D108BD9-81ED-4DB2-BD59-A6C34878D82A}">
                    <a16:rowId xmlns:a16="http://schemas.microsoft.com/office/drawing/2014/main" val="10010"/>
                  </a:ext>
                </a:extLst>
              </a:tr>
            </a:tbl>
          </a:graphicData>
        </a:graphic>
      </p:graphicFrame>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dirty="0"/>
          </a:p>
        </p:txBody>
      </p:sp>
      <p:sp>
        <p:nvSpPr>
          <p:cNvPr id="7" name="Title 1"/>
          <p:cNvSpPr txBox="1">
            <a:spLocks/>
          </p:cNvSpPr>
          <p:nvPr/>
        </p:nvSpPr>
        <p:spPr>
          <a:xfrm>
            <a:off x="1905000" y="38418"/>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b="1" dirty="0">
                <a:latin typeface="Times New Roman" pitchFamily="18" charset="0"/>
                <a:cs typeface="Times New Roman" pitchFamily="18" charset="0"/>
              </a:rPr>
              <a:t>Index/Content</a:t>
            </a:r>
          </a:p>
        </p:txBody>
      </p:sp>
      <p:sp>
        <p:nvSpPr>
          <p:cNvPr id="10" name="Date Placeholder 9"/>
          <p:cNvSpPr>
            <a:spLocks noGrp="1"/>
          </p:cNvSpPr>
          <p:nvPr>
            <p:ph type="dt" sz="half" idx="10"/>
          </p:nvPr>
        </p:nvSpPr>
        <p:spPr/>
        <p:txBody>
          <a:bodyPr/>
          <a:lstStyle/>
          <a:p>
            <a:fld id="{6D32F3A3-53F1-439A-8E1B-FFBBED4D5689}" type="datetime1">
              <a:rPr lang="en-US" smtClean="0"/>
              <a:t>8/20/2025</a:t>
            </a:fld>
            <a:endParaRPr lang="en-US" dirty="0"/>
          </a:p>
        </p:txBody>
      </p:sp>
      <p:sp>
        <p:nvSpPr>
          <p:cNvPr id="11" name="Footer Placeholder 10"/>
          <p:cNvSpPr>
            <a:spLocks noGrp="1"/>
          </p:cNvSpPr>
          <p:nvPr>
            <p:ph type="ftr" sz="quarter" idx="11"/>
          </p:nvPr>
        </p:nvSpPr>
        <p:spPr/>
        <p:txBody>
          <a:bodyPr/>
          <a:lstStyle/>
          <a:p>
            <a:r>
              <a:rPr lang="en-US"/>
              <a:t>Amit Kumar        AOE0770       Finance for Engineers                 Unit 5</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p:cNvGraphicFramePr>
            <a:graphicFrameLocks noGrp="1"/>
          </p:cNvGraphicFramePr>
          <p:nvPr>
            <p:ph idx="1"/>
            <p:extLst>
              <p:ext uri="{D42A27DB-BD31-4B8C-83A1-F6EECF244321}">
                <p14:modId xmlns:p14="http://schemas.microsoft.com/office/powerpoint/2010/main" val="2462771488"/>
              </p:ext>
            </p:extLst>
          </p:nvPr>
        </p:nvGraphicFramePr>
        <p:xfrm>
          <a:off x="609600" y="1066800"/>
          <a:ext cx="9829800" cy="5181603"/>
        </p:xfrm>
        <a:graphic>
          <a:graphicData uri="http://schemas.openxmlformats.org/drawingml/2006/table">
            <a:tbl>
              <a:tblPr firstRow="1" bandRow="1">
                <a:tableStyleId>{5940675A-B579-460E-94D1-54222C63F5DA}</a:tableStyleId>
              </a:tblPr>
              <a:tblGrid>
                <a:gridCol w="1749452">
                  <a:extLst>
                    <a:ext uri="{9D8B030D-6E8A-4147-A177-3AD203B41FA5}">
                      <a16:colId xmlns:a16="http://schemas.microsoft.com/office/drawing/2014/main" val="20000"/>
                    </a:ext>
                  </a:extLst>
                </a:gridCol>
                <a:gridCol w="8080348">
                  <a:extLst>
                    <a:ext uri="{9D8B030D-6E8A-4147-A177-3AD203B41FA5}">
                      <a16:colId xmlns:a16="http://schemas.microsoft.com/office/drawing/2014/main" val="20001"/>
                    </a:ext>
                  </a:extLst>
                </a:gridCol>
              </a:tblGrid>
              <a:tr h="446415">
                <a:tc>
                  <a:txBody>
                    <a:bodyPr/>
                    <a:lstStyle/>
                    <a:p>
                      <a:r>
                        <a:rPr lang="en-US" sz="2200" dirty="0"/>
                        <a:t>S. No.</a:t>
                      </a:r>
                    </a:p>
                  </a:txBody>
                  <a:tcPr/>
                </a:tc>
                <a:tc>
                  <a:txBody>
                    <a:bodyPr/>
                    <a:lstStyle/>
                    <a:p>
                      <a:pPr algn="l"/>
                      <a:r>
                        <a:rPr lang="en-US" sz="2200" dirty="0"/>
                        <a:t>Index</a:t>
                      </a:r>
                    </a:p>
                  </a:txBody>
                  <a:tcPr/>
                </a:tc>
                <a:extLst>
                  <a:ext uri="{0D108BD9-81ED-4DB2-BD59-A6C34878D82A}">
                    <a16:rowId xmlns:a16="http://schemas.microsoft.com/office/drawing/2014/main" val="10000"/>
                  </a:ext>
                </a:extLst>
              </a:tr>
              <a:tr h="526132">
                <a:tc>
                  <a:txBody>
                    <a:bodyPr/>
                    <a:lstStyle/>
                    <a:p>
                      <a:r>
                        <a:rPr lang="en-US" sz="2700" b="0" dirty="0"/>
                        <a:t>20.</a:t>
                      </a:r>
                      <a:endParaRPr lang="en-US" sz="2700" b="0" dirty="0">
                        <a:latin typeface="Times New Roman" pitchFamily="18" charset="0"/>
                        <a:cs typeface="Times New Roman" pitchFamily="18" charset="0"/>
                      </a:endParaRPr>
                    </a:p>
                  </a:txBody>
                  <a:tcPr/>
                </a:tc>
                <a:tc>
                  <a:txBody>
                    <a:bodyPr/>
                    <a:lstStyle/>
                    <a:p>
                      <a:r>
                        <a:rPr lang="en-US" sz="2700" b="0" dirty="0"/>
                        <a:t>Lecture related to topic</a:t>
                      </a:r>
                      <a:endParaRPr lang="en-US" sz="2700" b="0"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526132">
                <a:tc>
                  <a:txBody>
                    <a:bodyPr/>
                    <a:lstStyle/>
                    <a:p>
                      <a:r>
                        <a:rPr lang="en-US" sz="2700" b="0" dirty="0"/>
                        <a:t>21.</a:t>
                      </a:r>
                      <a:endParaRPr lang="en-US" sz="2700" b="0" dirty="0">
                        <a:latin typeface="Times New Roman" pitchFamily="18" charset="0"/>
                        <a:cs typeface="Times New Roman"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0" u="none" strike="noStrike" kern="1200" cap="none" spc="0" normalizeH="0" baseline="0" noProof="0" dirty="0">
                          <a:ln>
                            <a:noFill/>
                          </a:ln>
                          <a:solidFill>
                            <a:schemeClr val="dk1"/>
                          </a:solidFill>
                          <a:effectLst/>
                          <a:uLnTx/>
                          <a:uFillTx/>
                        </a:rPr>
                        <a:t>Daily Quiz</a:t>
                      </a:r>
                      <a:endParaRPr kumimoji="0" lang="en-US" sz="2700" b="0"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526132">
                <a:tc>
                  <a:txBody>
                    <a:bodyPr/>
                    <a:lstStyle/>
                    <a:p>
                      <a:r>
                        <a:rPr lang="en-US" sz="2700" b="0" dirty="0"/>
                        <a:t>22.</a:t>
                      </a:r>
                      <a:endParaRPr lang="en-US" sz="2700" b="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700" b="0" dirty="0"/>
                        <a:t>Weekly Assignment</a:t>
                      </a:r>
                      <a:endParaRPr lang="en-US" sz="2700" b="0" dirty="0">
                        <a:latin typeface="Times New Roman" pitchFamily="18" charset="0"/>
                        <a:cs typeface="Times New Roman" pitchFamily="18" charset="0"/>
                      </a:endParaRPr>
                    </a:p>
                  </a:txBody>
                  <a:tcPr/>
                </a:tc>
                <a:extLst>
                  <a:ext uri="{0D108BD9-81ED-4DB2-BD59-A6C34878D82A}">
                    <a16:rowId xmlns:a16="http://schemas.microsoft.com/office/drawing/2014/main" val="10003"/>
                  </a:ext>
                </a:extLst>
              </a:tr>
              <a:tr h="526132">
                <a:tc>
                  <a:txBody>
                    <a:bodyPr/>
                    <a:lstStyle/>
                    <a:p>
                      <a:r>
                        <a:rPr lang="en-US" sz="2700" b="0" dirty="0"/>
                        <a:t>23.</a:t>
                      </a:r>
                      <a:endParaRPr lang="en-US" sz="2700" b="0" dirty="0">
                        <a:latin typeface="Times New Roman" pitchFamily="18" charset="0"/>
                        <a:cs typeface="Times New Roman" pitchFamily="18" charset="0"/>
                      </a:endParaRPr>
                    </a:p>
                  </a:txBody>
                  <a:tcPr/>
                </a:tc>
                <a:tc>
                  <a:txBody>
                    <a:bodyPr/>
                    <a:lstStyle/>
                    <a:p>
                      <a:r>
                        <a:rPr lang="en-US" sz="2700" b="0" dirty="0"/>
                        <a:t>Topic Links</a:t>
                      </a:r>
                      <a:endParaRPr lang="en-US" sz="2700" b="0" dirty="0">
                        <a:latin typeface="Times New Roman" pitchFamily="18" charset="0"/>
                        <a:cs typeface="Times New Roman" pitchFamily="18" charset="0"/>
                      </a:endParaRPr>
                    </a:p>
                  </a:txBody>
                  <a:tcPr/>
                </a:tc>
                <a:extLst>
                  <a:ext uri="{0D108BD9-81ED-4DB2-BD59-A6C34878D82A}">
                    <a16:rowId xmlns:a16="http://schemas.microsoft.com/office/drawing/2014/main" val="10004"/>
                  </a:ext>
                </a:extLst>
              </a:tr>
              <a:tr h="526132">
                <a:tc>
                  <a:txBody>
                    <a:bodyPr/>
                    <a:lstStyle/>
                    <a:p>
                      <a:r>
                        <a:rPr lang="en-US" sz="2700" b="0" dirty="0"/>
                        <a:t>24.</a:t>
                      </a:r>
                      <a:endParaRPr lang="en-US" sz="2700" b="0" dirty="0">
                        <a:latin typeface="Times New Roman" pitchFamily="18" charset="0"/>
                        <a:cs typeface="Times New Roman" pitchFamily="18" charset="0"/>
                      </a:endParaRPr>
                    </a:p>
                  </a:txBody>
                  <a:tcPr/>
                </a:tc>
                <a:tc>
                  <a:txBody>
                    <a:bodyPr/>
                    <a:lstStyle/>
                    <a:p>
                      <a:r>
                        <a:rPr lang="en-US" sz="2700" b="0" dirty="0"/>
                        <a:t>MCQs</a:t>
                      </a:r>
                      <a:endParaRPr lang="en-US" sz="2700" b="0" dirty="0">
                        <a:latin typeface="Times New Roman" pitchFamily="18" charset="0"/>
                        <a:cs typeface="Times New Roman" pitchFamily="18" charset="0"/>
                      </a:endParaRPr>
                    </a:p>
                  </a:txBody>
                  <a:tcPr/>
                </a:tc>
                <a:extLst>
                  <a:ext uri="{0D108BD9-81ED-4DB2-BD59-A6C34878D82A}">
                    <a16:rowId xmlns:a16="http://schemas.microsoft.com/office/drawing/2014/main" val="10005"/>
                  </a:ext>
                </a:extLst>
              </a:tr>
              <a:tr h="526132">
                <a:tc>
                  <a:txBody>
                    <a:bodyPr/>
                    <a:lstStyle/>
                    <a:p>
                      <a:r>
                        <a:rPr lang="en-US" sz="2700" b="0" dirty="0"/>
                        <a:t>25.</a:t>
                      </a:r>
                      <a:endParaRPr lang="en-US" sz="2700" b="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700" b="0" dirty="0"/>
                        <a:t>Glossary Questions</a:t>
                      </a:r>
                      <a:endParaRPr lang="en-US" sz="2700" b="0" dirty="0">
                        <a:latin typeface="Times New Roman" pitchFamily="18" charset="0"/>
                        <a:cs typeface="Times New Roman" pitchFamily="18" charset="0"/>
                      </a:endParaRPr>
                    </a:p>
                  </a:txBody>
                  <a:tcPr/>
                </a:tc>
                <a:extLst>
                  <a:ext uri="{0D108BD9-81ED-4DB2-BD59-A6C34878D82A}">
                    <a16:rowId xmlns:a16="http://schemas.microsoft.com/office/drawing/2014/main" val="10006"/>
                  </a:ext>
                </a:extLst>
              </a:tr>
              <a:tr h="526132">
                <a:tc>
                  <a:txBody>
                    <a:bodyPr/>
                    <a:lstStyle/>
                    <a:p>
                      <a:r>
                        <a:rPr lang="en-US" sz="2700" b="0" dirty="0"/>
                        <a:t>26.</a:t>
                      </a:r>
                      <a:endParaRPr lang="en-US" sz="2700" b="0" dirty="0">
                        <a:latin typeface="Times New Roman" pitchFamily="18" charset="0"/>
                        <a:cs typeface="Times New Roman" pitchFamily="18" charset="0"/>
                      </a:endParaRPr>
                    </a:p>
                  </a:txBody>
                  <a:tcPr/>
                </a:tc>
                <a:tc>
                  <a:txBody>
                    <a:bodyPr/>
                    <a:lstStyle/>
                    <a:p>
                      <a:r>
                        <a:rPr lang="en-US" sz="2700" b="0" dirty="0"/>
                        <a:t>Old question papers</a:t>
                      </a:r>
                      <a:endParaRPr lang="en-US" sz="2700" b="0" dirty="0">
                        <a:latin typeface="Times New Roman" pitchFamily="18" charset="0"/>
                        <a:cs typeface="Times New Roman" pitchFamily="18" charset="0"/>
                      </a:endParaRPr>
                    </a:p>
                  </a:txBody>
                  <a:tcPr/>
                </a:tc>
                <a:extLst>
                  <a:ext uri="{0D108BD9-81ED-4DB2-BD59-A6C34878D82A}">
                    <a16:rowId xmlns:a16="http://schemas.microsoft.com/office/drawing/2014/main" val="10007"/>
                  </a:ext>
                </a:extLst>
              </a:tr>
              <a:tr h="526132">
                <a:tc>
                  <a:txBody>
                    <a:bodyPr/>
                    <a:lstStyle/>
                    <a:p>
                      <a:r>
                        <a:rPr lang="en-US" sz="2700" b="0" dirty="0"/>
                        <a:t>27.</a:t>
                      </a:r>
                      <a:endParaRPr lang="en-US" sz="2700" b="0" dirty="0">
                        <a:latin typeface="Times New Roman" pitchFamily="18" charset="0"/>
                        <a:cs typeface="Times New Roman" pitchFamily="18" charset="0"/>
                      </a:endParaRPr>
                    </a:p>
                  </a:txBody>
                  <a:tcPr/>
                </a:tc>
                <a:tc>
                  <a:txBody>
                    <a:bodyPr/>
                    <a:lstStyle/>
                    <a:p>
                      <a:r>
                        <a:rPr lang="en-US" sz="2700" b="0" dirty="0"/>
                        <a:t>Expected Questions</a:t>
                      </a:r>
                      <a:endParaRPr lang="en-US" sz="2700" b="0" dirty="0">
                        <a:latin typeface="Times New Roman" pitchFamily="18" charset="0"/>
                        <a:cs typeface="Times New Roman" pitchFamily="18" charset="0"/>
                      </a:endParaRPr>
                    </a:p>
                  </a:txBody>
                  <a:tcPr/>
                </a:tc>
                <a:extLst>
                  <a:ext uri="{0D108BD9-81ED-4DB2-BD59-A6C34878D82A}">
                    <a16:rowId xmlns:a16="http://schemas.microsoft.com/office/drawing/2014/main" val="10008"/>
                  </a:ext>
                </a:extLst>
              </a:tr>
              <a:tr h="526132">
                <a:tc>
                  <a:txBody>
                    <a:bodyPr/>
                    <a:lstStyle/>
                    <a:p>
                      <a:r>
                        <a:rPr lang="en-US" sz="2700" b="0" dirty="0"/>
                        <a:t>28.</a:t>
                      </a:r>
                      <a:endParaRPr lang="en-US" sz="2700" b="0" dirty="0">
                        <a:latin typeface="Times New Roman" pitchFamily="18" charset="0"/>
                        <a:cs typeface="Times New Roman" pitchFamily="18" charset="0"/>
                      </a:endParaRPr>
                    </a:p>
                  </a:txBody>
                  <a:tcPr/>
                </a:tc>
                <a:tc>
                  <a:txBody>
                    <a:bodyPr/>
                    <a:lstStyle/>
                    <a:p>
                      <a:r>
                        <a:rPr lang="en-US" sz="2700" b="0" dirty="0"/>
                        <a:t>Recap of unit</a:t>
                      </a:r>
                      <a:endParaRPr lang="en-US" sz="2700" b="0" dirty="0">
                        <a:latin typeface="Times New Roman" pitchFamily="18" charset="0"/>
                        <a:cs typeface="Times New Roman" pitchFamily="18" charset="0"/>
                      </a:endParaRPr>
                    </a:p>
                  </a:txBody>
                  <a:tcPr/>
                </a:tc>
                <a:extLst>
                  <a:ext uri="{0D108BD9-81ED-4DB2-BD59-A6C34878D82A}">
                    <a16:rowId xmlns:a16="http://schemas.microsoft.com/office/drawing/2014/main" val="10009"/>
                  </a:ext>
                </a:extLst>
              </a:tr>
            </a:tbl>
          </a:graphicData>
        </a:graphic>
      </p:graphicFrame>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dirty="0"/>
          </a:p>
        </p:txBody>
      </p:sp>
      <p:sp>
        <p:nvSpPr>
          <p:cNvPr id="7" name="Title 1"/>
          <p:cNvSpPr txBox="1">
            <a:spLocks/>
          </p:cNvSpPr>
          <p:nvPr/>
        </p:nvSpPr>
        <p:spPr>
          <a:xfrm>
            <a:off x="1905000" y="24581"/>
            <a:ext cx="10287000" cy="73741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b="1" dirty="0">
                <a:latin typeface="Times New Roman" pitchFamily="18" charset="0"/>
                <a:cs typeface="Times New Roman" pitchFamily="18" charset="0"/>
              </a:rPr>
              <a:t>Index/Content</a:t>
            </a:r>
          </a:p>
        </p:txBody>
      </p:sp>
      <p:sp>
        <p:nvSpPr>
          <p:cNvPr id="10" name="Date Placeholder 9"/>
          <p:cNvSpPr>
            <a:spLocks noGrp="1"/>
          </p:cNvSpPr>
          <p:nvPr>
            <p:ph type="dt" sz="half" idx="10"/>
          </p:nvPr>
        </p:nvSpPr>
        <p:spPr/>
        <p:txBody>
          <a:bodyPr/>
          <a:lstStyle/>
          <a:p>
            <a:fld id="{5C3E3D1D-69D7-4BAC-95E0-F9620991094F}" type="datetime1">
              <a:rPr lang="en-US" smtClean="0"/>
              <a:t>8/20/2025</a:t>
            </a:fld>
            <a:endParaRPr lang="en-US" dirty="0"/>
          </a:p>
        </p:txBody>
      </p:sp>
      <p:sp>
        <p:nvSpPr>
          <p:cNvPr id="11" name="Footer Placeholder 10"/>
          <p:cNvSpPr>
            <a:spLocks noGrp="1"/>
          </p:cNvSpPr>
          <p:nvPr>
            <p:ph type="ftr" sz="quarter" idx="11"/>
          </p:nvPr>
        </p:nvSpPr>
        <p:spPr>
          <a:xfrm>
            <a:off x="3048000" y="6356353"/>
            <a:ext cx="6324600" cy="365125"/>
          </a:xfrm>
        </p:spPr>
        <p:txBody>
          <a:bodyPr/>
          <a:lstStyle/>
          <a:p>
            <a:r>
              <a:rPr lang="en-US"/>
              <a:t>Amit Kumar        AOE0770       Finance for Engineers                 Unit 5</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05000" y="2"/>
            <a:ext cx="10287000" cy="685799"/>
          </a:xfrm>
        </p:spPr>
        <p:style>
          <a:lnRef idx="1">
            <a:schemeClr val="accent5"/>
          </a:lnRef>
          <a:fillRef idx="2">
            <a:schemeClr val="accent5"/>
          </a:fillRef>
          <a:effectRef idx="1">
            <a:schemeClr val="accent5"/>
          </a:effectRef>
          <a:fontRef idx="minor">
            <a:schemeClr val="dk1"/>
          </a:fontRef>
        </p:style>
        <p:txBody>
          <a:bodyPr>
            <a:noAutofit/>
          </a:bodyPr>
          <a:lstStyle/>
          <a:p>
            <a:r>
              <a:rPr lang="en-US" sz="2400" dirty="0"/>
              <a:t>Noida Institute of Engineering and Technology, Greater Noida</a:t>
            </a:r>
          </a:p>
        </p:txBody>
      </p:sp>
      <p:sp>
        <p:nvSpPr>
          <p:cNvPr id="6" name="Subtitle 2"/>
          <p:cNvSpPr txBox="1">
            <a:spLocks/>
          </p:cNvSpPr>
          <p:nvPr/>
        </p:nvSpPr>
        <p:spPr>
          <a:xfrm>
            <a:off x="1752600" y="1295400"/>
            <a:ext cx="7924800" cy="45720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buNone/>
            </a:pPr>
            <a:r>
              <a:rPr lang="en-IN" sz="2400" dirty="0"/>
              <a:t>Amit Kumar</a:t>
            </a:r>
          </a:p>
          <a:p>
            <a:pPr>
              <a:buNone/>
            </a:pPr>
            <a:r>
              <a:rPr lang="en-IN" sz="2400" dirty="0"/>
              <a:t>Assistant Professor</a:t>
            </a:r>
          </a:p>
          <a:p>
            <a:pPr>
              <a:buNone/>
            </a:pPr>
            <a:r>
              <a:rPr lang="en-IN" sz="2400" dirty="0"/>
              <a:t>Department: Management Studies (MBA)</a:t>
            </a:r>
          </a:p>
          <a:p>
            <a:pPr>
              <a:buNone/>
            </a:pPr>
            <a:r>
              <a:rPr lang="en-IN" sz="2400" dirty="0"/>
              <a:t>Email ID: amitkumar.mba@niet.co.in</a:t>
            </a:r>
          </a:p>
          <a:p>
            <a:pPr>
              <a:buNone/>
            </a:pPr>
            <a:r>
              <a:rPr lang="en-IN" sz="2400" dirty="0"/>
              <a:t>Qualification: </a:t>
            </a:r>
            <a:r>
              <a:rPr lang="en-IN" sz="2400" dirty="0" err="1"/>
              <a:t>B.Com</a:t>
            </a:r>
            <a:r>
              <a:rPr lang="en-IN" sz="2400" dirty="0"/>
              <a:t>, </a:t>
            </a:r>
            <a:r>
              <a:rPr lang="en-IN" sz="2400" dirty="0" err="1"/>
              <a:t>M.Com</a:t>
            </a:r>
            <a:endParaRPr lang="en-IN" sz="2400" dirty="0"/>
          </a:p>
          <a:p>
            <a:pPr>
              <a:buNone/>
            </a:pPr>
            <a:r>
              <a:rPr lang="en-IN" sz="2400" dirty="0"/>
              <a:t>Specialisation: Finance</a:t>
            </a:r>
          </a:p>
          <a:p>
            <a:pPr lvl="0">
              <a:spcBef>
                <a:spcPct val="20000"/>
              </a:spcBef>
              <a:defRPr/>
            </a:pPr>
            <a:endParaRPr lang="en-US" sz="2400" dirty="0">
              <a:solidFill>
                <a:schemeClr val="tx1"/>
              </a:solidFill>
            </a:endParaRPr>
          </a:p>
          <a:p>
            <a:pPr>
              <a:spcBef>
                <a:spcPct val="20000"/>
              </a:spcBef>
              <a:defRPr/>
            </a:pPr>
            <a:endParaRPr lang="en-US" sz="2400" dirty="0">
              <a:solidFill>
                <a:schemeClr val="tx1"/>
              </a:solidFill>
            </a:endParaRPr>
          </a:p>
        </p:txBody>
      </p:sp>
      <p:pic>
        <p:nvPicPr>
          <p:cNvPr id="1027" name="Picture 3" descr="C:\Users\Manks\Downloads\128_calendar-schedule-credit-mortgage-date-512.png"/>
          <p:cNvPicPr>
            <a:picLocks noChangeAspect="1" noChangeArrowheads="1"/>
          </p:cNvPicPr>
          <p:nvPr/>
        </p:nvPicPr>
        <p:blipFill>
          <a:blip r:embed="rId3" cstate="print"/>
          <a:srcRect/>
          <a:stretch>
            <a:fillRect/>
          </a:stretch>
        </p:blipFill>
        <p:spPr bwMode="auto">
          <a:xfrm flipH="1">
            <a:off x="1905000" y="5943600"/>
            <a:ext cx="533400" cy="533400"/>
          </a:xfrm>
          <a:prstGeom prst="rect">
            <a:avLst/>
          </a:prstGeom>
          <a:noFill/>
        </p:spPr>
      </p:pic>
      <p:sp>
        <p:nvSpPr>
          <p:cNvPr id="9" name="Date Placeholder 8"/>
          <p:cNvSpPr>
            <a:spLocks noGrp="1"/>
          </p:cNvSpPr>
          <p:nvPr>
            <p:ph type="dt" sz="half" idx="10"/>
          </p:nvPr>
        </p:nvSpPr>
        <p:spPr>
          <a:xfrm>
            <a:off x="1905000" y="6492876"/>
            <a:ext cx="2133600" cy="365125"/>
          </a:xfrm>
        </p:spPr>
        <p:txBody>
          <a:bodyPr/>
          <a:lstStyle/>
          <a:p>
            <a:fld id="{E44589C4-6CE0-42E6-91A8-A92E38D5E251}" type="datetime1">
              <a:rPr lang="en-US" smtClean="0"/>
              <a:t>8/20/2025</a:t>
            </a:fld>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5</a:t>
            </a:fld>
            <a:endParaRPr lang="en-US" dirty="0"/>
          </a:p>
        </p:txBody>
      </p:sp>
      <p:sp>
        <p:nvSpPr>
          <p:cNvPr id="13" name="Footer Placeholder 12"/>
          <p:cNvSpPr>
            <a:spLocks noGrp="1"/>
          </p:cNvSpPr>
          <p:nvPr>
            <p:ph type="ftr" sz="quarter" idx="11"/>
          </p:nvPr>
        </p:nvSpPr>
        <p:spPr>
          <a:xfrm>
            <a:off x="3124200" y="6248401"/>
            <a:ext cx="6781800" cy="365125"/>
          </a:xfrm>
        </p:spPr>
        <p:txBody>
          <a:bodyPr/>
          <a:lstStyle/>
          <a:p>
            <a:r>
              <a:rPr lang="en-US">
                <a:solidFill>
                  <a:schemeClr val="tx1"/>
                </a:solidFill>
              </a:rPr>
              <a:t>Amit Kumar        AOE0770       Finance for Engineers                 Unit 5</a:t>
            </a:r>
            <a:endParaRPr lang="en-US" dirty="0">
              <a:solidFill>
                <a:schemeClr val="tx1"/>
              </a:solidFill>
            </a:endParaRPr>
          </a:p>
        </p:txBody>
      </p:sp>
      <p:sp>
        <p:nvSpPr>
          <p:cNvPr id="2050" name="AutoShape 2" descr="blob:https://web.whatsapp.com/9b6cb46f-af06-4c69-9a7f-b571e3b7a52f"/>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2" name="AutoShape 4" descr="blob:https://web.whatsapp.com/9b6cb46f-af06-4c69-9a7f-b571e3b7a52f"/>
          <p:cNvSpPr>
            <a:spLocks noChangeAspect="1" noChangeArrowheads="1"/>
          </p:cNvSpPr>
          <p:nvPr/>
        </p:nvSpPr>
        <p:spPr bwMode="auto">
          <a:xfrm>
            <a:off x="1679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3924406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BCB84CA-FB09-45FB-8C13-F2D021C6A8CA}" type="datetime1">
              <a:rPr lang="en-US" smtClean="0"/>
              <a:t>8/20/2025</a:t>
            </a:fld>
            <a:endParaRPr lang="en-US" dirty="0"/>
          </a:p>
        </p:txBody>
      </p:sp>
      <p:sp>
        <p:nvSpPr>
          <p:cNvPr id="5" name="Footer Placeholder 4"/>
          <p:cNvSpPr>
            <a:spLocks noGrp="1"/>
          </p:cNvSpPr>
          <p:nvPr>
            <p:ph type="ftr" sz="quarter" idx="11"/>
          </p:nvPr>
        </p:nvSpPr>
        <p:spPr>
          <a:xfrm>
            <a:off x="3733800" y="6416676"/>
            <a:ext cx="5562600" cy="365125"/>
          </a:xfrm>
        </p:spPr>
        <p:txBody>
          <a:bodyPr/>
          <a:lstStyle/>
          <a:p>
            <a:r>
              <a:rPr lang="en-US"/>
              <a:t>Amit Kumar        AOE0770       Finance for Engineers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dirty="0"/>
          </a:p>
        </p:txBody>
      </p:sp>
      <p:sp>
        <p:nvSpPr>
          <p:cNvPr id="7" name="Title 1"/>
          <p:cNvSpPr txBox="1">
            <a:spLocks/>
          </p:cNvSpPr>
          <p:nvPr/>
        </p:nvSpPr>
        <p:spPr>
          <a:xfrm>
            <a:off x="1981200" y="0"/>
            <a:ext cx="10210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latin typeface="Arial" panose="020B0604020202020204" pitchFamily="34" charset="0"/>
                <a:cs typeface="Arial" panose="020B0604020202020204" pitchFamily="34" charset="0"/>
              </a:rPr>
              <a:t>Syllabus</a:t>
            </a:r>
          </a:p>
        </p:txBody>
      </p:sp>
      <p:sp>
        <p:nvSpPr>
          <p:cNvPr id="9" name="Content Placeholder 8"/>
          <p:cNvSpPr>
            <a:spLocks noGrp="1"/>
          </p:cNvSpPr>
          <p:nvPr>
            <p:ph idx="1"/>
          </p:nvPr>
        </p:nvSpPr>
        <p:spPr>
          <a:xfrm>
            <a:off x="304800" y="817164"/>
            <a:ext cx="11734800" cy="3711785"/>
          </a:xfrm>
          <a:prstGeom prst="rect">
            <a:avLst/>
          </a:prstGeom>
          <a:noFill/>
        </p:spPr>
        <p:txBody>
          <a:bodyPr vert="horz" wrap="square" lIns="91440" tIns="45720" rIns="91440" bIns="45720" rtlCol="0">
            <a:spAutoFit/>
          </a:bodyPr>
          <a:lstStyle/>
          <a:p>
            <a:pPr algn="just"/>
            <a:r>
              <a:rPr lang="en-US" sz="2400" b="1" dirty="0"/>
              <a:t>Course Contents / Syllabus</a:t>
            </a:r>
            <a:endParaRPr lang="en-US" sz="2400" dirty="0"/>
          </a:p>
          <a:p>
            <a:pPr>
              <a:buNone/>
            </a:pPr>
            <a:r>
              <a:rPr lang="en-US" sz="2400" b="1" dirty="0"/>
              <a:t>UNIT-I   Basics of Accounting                                   Hours- 9</a:t>
            </a:r>
            <a:endParaRPr lang="en-US" sz="2400" dirty="0"/>
          </a:p>
          <a:p>
            <a:pPr algn="just"/>
            <a:r>
              <a:rPr lang="en-US" sz="2400" dirty="0"/>
              <a:t>Basics of Accounting: Principles of Accounting , Concept of debit &amp; credit, Books of accounts, Journal, Ledgers, Basic Accounting terminologies, Overview to Deprecation (straight line and diminishing method)</a:t>
            </a:r>
          </a:p>
          <a:p>
            <a:pPr>
              <a:buNone/>
            </a:pPr>
            <a:r>
              <a:rPr lang="en-US" sz="2400" b="1" dirty="0"/>
              <a:t>UNIT-II    Financial Statements Analysis         Hours-9</a:t>
            </a:r>
            <a:endParaRPr lang="en-US" sz="2400" dirty="0"/>
          </a:p>
          <a:p>
            <a:pPr algn="just"/>
            <a:r>
              <a:rPr lang="en-US" sz="2400" dirty="0"/>
              <a:t>Financial Statements: Income statement &amp; Position statement: Preparation and analysis Key financial ratios, their interpretation, comparison of ratio with competition to identify improvement areas</a:t>
            </a:r>
          </a:p>
        </p:txBody>
      </p:sp>
    </p:spTree>
    <p:extLst>
      <p:ext uri="{BB962C8B-B14F-4D97-AF65-F5344CB8AC3E}">
        <p14:creationId xmlns:p14="http://schemas.microsoft.com/office/powerpoint/2010/main" val="33878975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D8BD6E6-8CB4-4FC6-BBF5-4BAC98C9AC5B}" type="datetime1">
              <a:rPr lang="en-US" smtClean="0"/>
              <a:t>8/20/2025</a:t>
            </a:fld>
            <a:endParaRPr lang="en-US" dirty="0"/>
          </a:p>
        </p:txBody>
      </p:sp>
      <p:sp>
        <p:nvSpPr>
          <p:cNvPr id="5" name="Footer Placeholder 4"/>
          <p:cNvSpPr>
            <a:spLocks noGrp="1"/>
          </p:cNvSpPr>
          <p:nvPr>
            <p:ph type="ftr" sz="quarter" idx="11"/>
          </p:nvPr>
        </p:nvSpPr>
        <p:spPr>
          <a:xfrm>
            <a:off x="3733800" y="6416676"/>
            <a:ext cx="5562600" cy="365125"/>
          </a:xfrm>
        </p:spPr>
        <p:txBody>
          <a:bodyPr/>
          <a:lstStyle/>
          <a:p>
            <a:r>
              <a:rPr lang="en-US"/>
              <a:t>Amit Kumar        AOE0770       Finance for Engineers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dirty="0"/>
          </a:p>
        </p:txBody>
      </p:sp>
      <p:sp>
        <p:nvSpPr>
          <p:cNvPr id="7" name="Title 1"/>
          <p:cNvSpPr txBox="1">
            <a:spLocks/>
          </p:cNvSpPr>
          <p:nvPr/>
        </p:nvSpPr>
        <p:spPr>
          <a:xfrm>
            <a:off x="1905000" y="2"/>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cs typeface="Arial" panose="020B0604020202020204" pitchFamily="34" charset="0"/>
              </a:rPr>
              <a:t>Syllabus</a:t>
            </a:r>
          </a:p>
        </p:txBody>
      </p:sp>
      <p:sp>
        <p:nvSpPr>
          <p:cNvPr id="9" name="Content Placeholder 8"/>
          <p:cNvSpPr>
            <a:spLocks noGrp="1"/>
          </p:cNvSpPr>
          <p:nvPr>
            <p:ph idx="1"/>
          </p:nvPr>
        </p:nvSpPr>
        <p:spPr>
          <a:xfrm>
            <a:off x="346587" y="1371600"/>
            <a:ext cx="11201400" cy="3268587"/>
          </a:xfrm>
          <a:prstGeom prst="rect">
            <a:avLst/>
          </a:prstGeom>
          <a:noFill/>
        </p:spPr>
        <p:txBody>
          <a:bodyPr vert="horz" wrap="square" lIns="91440" tIns="45720" rIns="91440" bIns="45720" rtlCol="0">
            <a:spAutoFit/>
          </a:bodyPr>
          <a:lstStyle/>
          <a:p>
            <a:pPr>
              <a:buNone/>
            </a:pPr>
            <a:r>
              <a:rPr lang="en-US" sz="2400" b="1" dirty="0"/>
              <a:t>UNIT-III                           Project Finance                           Hours-8</a:t>
            </a:r>
            <a:endParaRPr lang="en-US" sz="2400" dirty="0"/>
          </a:p>
          <a:p>
            <a:pPr algn="just"/>
            <a:r>
              <a:rPr lang="en-US" sz="2400" dirty="0"/>
              <a:t>Appraisal of projects: Techniques, Finance for Startups- </a:t>
            </a:r>
            <a:r>
              <a:rPr lang="en-US" sz="2400" dirty="0" err="1"/>
              <a:t>Govt</a:t>
            </a:r>
            <a:r>
              <a:rPr lang="en-US" sz="2400" dirty="0"/>
              <a:t> Schemes / PSU &amp;PSE Bank Finance, Bank Scrutiny for approvals etc., Project Budgeting, </a:t>
            </a:r>
            <a:r>
              <a:rPr lang="en-US" sz="2400" dirty="0" err="1"/>
              <a:t>Capex</a:t>
            </a:r>
            <a:r>
              <a:rPr lang="en-US" sz="2400" dirty="0"/>
              <a:t>, </a:t>
            </a:r>
            <a:r>
              <a:rPr lang="en-US" sz="2400" dirty="0" err="1"/>
              <a:t>Opex</a:t>
            </a:r>
            <a:r>
              <a:rPr lang="en-US" sz="2400" dirty="0"/>
              <a:t> and Importance of tracking cost of projects in execution,	</a:t>
            </a:r>
          </a:p>
          <a:p>
            <a:pPr>
              <a:buNone/>
            </a:pPr>
            <a:r>
              <a:rPr lang="en-US" sz="2400" b="1" dirty="0"/>
              <a:t>UNIT-IV            Working Capital Management                 Hours-8</a:t>
            </a:r>
            <a:endParaRPr lang="en-US" sz="2400" dirty="0"/>
          </a:p>
          <a:p>
            <a:pPr algn="just"/>
            <a:r>
              <a:rPr lang="en-US" sz="2400" dirty="0"/>
              <a:t>Concepts of Working Capital and its types, Approaches to working capital, Inventory management: Nature, Objective, Techniques of inventory management, Cash Management: Objectives, preparation of Cash Flow Statement and its analysis.</a:t>
            </a:r>
          </a:p>
        </p:txBody>
      </p:sp>
    </p:spTree>
    <p:extLst>
      <p:ext uri="{BB962C8B-B14F-4D97-AF65-F5344CB8AC3E}">
        <p14:creationId xmlns:p14="http://schemas.microsoft.com/office/powerpoint/2010/main" val="39805340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8C43FF9-D878-4CCD-9724-063428E09032}" type="datetime1">
              <a:rPr lang="en-US" smtClean="0"/>
              <a:t>8/20/2025</a:t>
            </a:fld>
            <a:endParaRPr lang="en-US" dirty="0"/>
          </a:p>
        </p:txBody>
      </p:sp>
      <p:sp>
        <p:nvSpPr>
          <p:cNvPr id="5" name="Footer Placeholder 4"/>
          <p:cNvSpPr>
            <a:spLocks noGrp="1"/>
          </p:cNvSpPr>
          <p:nvPr>
            <p:ph type="ftr" sz="quarter" idx="11"/>
          </p:nvPr>
        </p:nvSpPr>
        <p:spPr>
          <a:xfrm>
            <a:off x="3733800" y="6416676"/>
            <a:ext cx="5562600" cy="365125"/>
          </a:xfrm>
        </p:spPr>
        <p:txBody>
          <a:bodyPr/>
          <a:lstStyle/>
          <a:p>
            <a:r>
              <a:rPr lang="en-US"/>
              <a:t>Amit Kumar        AOE0770       Finance for Engineers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dirty="0"/>
          </a:p>
        </p:txBody>
      </p:sp>
      <p:sp>
        <p:nvSpPr>
          <p:cNvPr id="7" name="Title 1"/>
          <p:cNvSpPr txBox="1">
            <a:spLocks/>
          </p:cNvSpPr>
          <p:nvPr/>
        </p:nvSpPr>
        <p:spPr>
          <a:xfrm>
            <a:off x="1981200" y="44244"/>
            <a:ext cx="10210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latin typeface="Arial" panose="020B0604020202020204" pitchFamily="34" charset="0"/>
                <a:cs typeface="Arial" panose="020B0604020202020204" pitchFamily="34" charset="0"/>
              </a:rPr>
              <a:t>Syllabus</a:t>
            </a:r>
          </a:p>
        </p:txBody>
      </p:sp>
      <p:sp>
        <p:nvSpPr>
          <p:cNvPr id="9" name="Content Placeholder 8"/>
          <p:cNvSpPr>
            <a:spLocks noGrp="1"/>
          </p:cNvSpPr>
          <p:nvPr>
            <p:ph idx="1"/>
          </p:nvPr>
        </p:nvSpPr>
        <p:spPr>
          <a:xfrm>
            <a:off x="457200" y="1295400"/>
            <a:ext cx="11506200" cy="1274195"/>
          </a:xfrm>
          <a:prstGeom prst="rect">
            <a:avLst/>
          </a:prstGeom>
          <a:noFill/>
        </p:spPr>
        <p:txBody>
          <a:bodyPr vert="horz" wrap="square" lIns="91440" tIns="45720" rIns="91440" bIns="45720" rtlCol="0">
            <a:spAutoFit/>
          </a:bodyPr>
          <a:lstStyle/>
          <a:p>
            <a:pPr>
              <a:buNone/>
            </a:pPr>
            <a:r>
              <a:rPr lang="en-US" sz="2400" b="1" dirty="0"/>
              <a:t>UNIT-V                    Financial Products &amp; Services             Hours-6</a:t>
            </a:r>
            <a:endParaRPr lang="en-US" sz="2400" dirty="0"/>
          </a:p>
          <a:p>
            <a:pPr algn="just"/>
            <a:r>
              <a:rPr lang="en-US" sz="2400" dirty="0"/>
              <a:t>Introduction to Personal Financial Portfolio Management, Key Options of Savings &amp;Investment – Debt, Equity, etc. Brief Introduction to Mutual Funds and Stock Market</a:t>
            </a:r>
          </a:p>
        </p:txBody>
      </p:sp>
    </p:spTree>
    <p:extLst>
      <p:ext uri="{BB962C8B-B14F-4D97-AF65-F5344CB8AC3E}">
        <p14:creationId xmlns:p14="http://schemas.microsoft.com/office/powerpoint/2010/main" val="26337500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88788DD-F29E-4A09-AE08-421E16E344EA}" type="datetime1">
              <a:rPr lang="en-US" smtClean="0"/>
              <a:t>8/20/2025</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dirty="0"/>
          </a:p>
        </p:txBody>
      </p:sp>
      <p:sp>
        <p:nvSpPr>
          <p:cNvPr id="7" name="Title 1"/>
          <p:cNvSpPr txBox="1">
            <a:spLocks/>
          </p:cNvSpPr>
          <p:nvPr/>
        </p:nvSpPr>
        <p:spPr>
          <a:xfrm>
            <a:off x="1752600" y="2"/>
            <a:ext cx="10439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b="1" dirty="0"/>
              <a:t>Branch wise Applications </a:t>
            </a:r>
            <a:endParaRPr lang="en-US" sz="2800" b="1" dirty="0">
              <a:latin typeface="Arial" panose="020B0604020202020204" pitchFamily="34" charset="0"/>
              <a:cs typeface="Arial" panose="020B0604020202020204" pitchFamily="34" charset="0"/>
            </a:endParaRPr>
          </a:p>
        </p:txBody>
      </p:sp>
      <p:sp>
        <p:nvSpPr>
          <p:cNvPr id="9" name="Content Placeholder 8"/>
          <p:cNvSpPr>
            <a:spLocks noGrp="1"/>
          </p:cNvSpPr>
          <p:nvPr>
            <p:ph idx="1"/>
          </p:nvPr>
        </p:nvSpPr>
        <p:spPr>
          <a:xfrm>
            <a:off x="304800" y="926519"/>
            <a:ext cx="11658600" cy="4081117"/>
          </a:xfrm>
          <a:prstGeom prst="rect">
            <a:avLst/>
          </a:prstGeom>
          <a:noFill/>
        </p:spPr>
        <p:txBody>
          <a:bodyPr vert="horz" wrap="square" lIns="91440" tIns="45720" rIns="91440" bIns="45720" rtlCol="0">
            <a:spAutoFit/>
          </a:bodyPr>
          <a:lstStyle/>
          <a:p>
            <a:pPr marL="285750" indent="-285750" algn="just"/>
            <a:r>
              <a:rPr lang="en-US" sz="2400" dirty="0">
                <a:solidFill>
                  <a:srgbClr val="111111"/>
                </a:solidFill>
              </a:rPr>
              <a:t>Financial accounting can be used in short-term and long-term decisions involving the financial health of a company. </a:t>
            </a:r>
          </a:p>
          <a:p>
            <a:pPr marL="285750" indent="-285750" algn="just"/>
            <a:r>
              <a:rPr lang="en-US" sz="2400" dirty="0">
                <a:solidFill>
                  <a:srgbClr val="111111"/>
                </a:solidFill>
              </a:rPr>
              <a:t>Financial accounting helps managers make operational decisions–intended to help increase the company's operational efficiency–which also helps in making long-term investment decisions. </a:t>
            </a:r>
          </a:p>
          <a:p>
            <a:pPr marL="285750" indent="-285750" algn="just"/>
            <a:r>
              <a:rPr lang="en-US" sz="2400" dirty="0">
                <a:solidFill>
                  <a:srgbClr val="111111"/>
                </a:solidFill>
              </a:rPr>
              <a:t>Forecasting, monitoring, and tracking performance is a critical aspect of managerial accounting to ensure actual results meet the budgets and forecasts outlined at the onset.</a:t>
            </a:r>
          </a:p>
          <a:p>
            <a:pPr algn="just"/>
            <a:r>
              <a:rPr lang="en-US" sz="2400" dirty="0">
                <a:solidFill>
                  <a:srgbClr val="111111"/>
                </a:solidFill>
              </a:rPr>
              <a:t> Financial accounting is the type of accounting that provides financial information to top and middle level management in a company.</a:t>
            </a:r>
          </a:p>
          <a:p>
            <a:pPr algn="just">
              <a:buNone/>
            </a:pPr>
            <a:endParaRPr lang="en-US" sz="2400" dirty="0"/>
          </a:p>
        </p:txBody>
      </p:sp>
      <p:sp>
        <p:nvSpPr>
          <p:cNvPr id="10" name="Footer Placeholder 9"/>
          <p:cNvSpPr>
            <a:spLocks noGrp="1"/>
          </p:cNvSpPr>
          <p:nvPr>
            <p:ph type="ftr" sz="quarter" idx="11"/>
          </p:nvPr>
        </p:nvSpPr>
        <p:spPr/>
        <p:txBody>
          <a:bodyPr/>
          <a:lstStyle/>
          <a:p>
            <a:r>
              <a:rPr lang="en-US"/>
              <a:t>Amit Kumar        AOE0770       Finance for Engineers                 Unit 5</a:t>
            </a:r>
          </a:p>
        </p:txBody>
      </p:sp>
    </p:spTree>
    <p:extLst>
      <p:ext uri="{BB962C8B-B14F-4D97-AF65-F5344CB8AC3E}">
        <p14:creationId xmlns:p14="http://schemas.microsoft.com/office/powerpoint/2010/main" val="25552202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8D125B8-10FA-4529-8771-D14FFB60190D}" type="datetime1">
              <a:rPr lang="en-US" smtClean="0"/>
              <a:t>8/20/2025</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dirty="0"/>
          </a:p>
        </p:txBody>
      </p:sp>
      <p:sp>
        <p:nvSpPr>
          <p:cNvPr id="7" name="Title 1"/>
          <p:cNvSpPr txBox="1">
            <a:spLocks/>
          </p:cNvSpPr>
          <p:nvPr/>
        </p:nvSpPr>
        <p:spPr>
          <a:xfrm>
            <a:off x="1981200" y="17206"/>
            <a:ext cx="10210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b="1" dirty="0"/>
              <a:t>Branch wise Applications </a:t>
            </a:r>
            <a:endParaRPr lang="en-US" sz="2800" b="1" dirty="0">
              <a:latin typeface="Arial" panose="020B0604020202020204" pitchFamily="34" charset="0"/>
              <a:cs typeface="Arial" panose="020B0604020202020204" pitchFamily="34" charset="0"/>
            </a:endParaRPr>
          </a:p>
        </p:txBody>
      </p:sp>
      <p:sp>
        <p:nvSpPr>
          <p:cNvPr id="9" name="Content Placeholder 8"/>
          <p:cNvSpPr>
            <a:spLocks noGrp="1"/>
          </p:cNvSpPr>
          <p:nvPr>
            <p:ph idx="1"/>
          </p:nvPr>
        </p:nvSpPr>
        <p:spPr>
          <a:xfrm>
            <a:off x="228600" y="1066800"/>
            <a:ext cx="11658600" cy="2086725"/>
          </a:xfrm>
          <a:prstGeom prst="rect">
            <a:avLst/>
          </a:prstGeom>
          <a:noFill/>
        </p:spPr>
        <p:txBody>
          <a:bodyPr vert="horz" wrap="square" lIns="91440" tIns="45720" rIns="91440" bIns="45720" rtlCol="0">
            <a:spAutoFit/>
          </a:bodyPr>
          <a:lstStyle/>
          <a:p>
            <a:pPr marL="285750" indent="-285750" algn="just"/>
            <a:r>
              <a:rPr lang="en-US" sz="2400" dirty="0">
                <a:solidFill>
                  <a:srgbClr val="111111"/>
                </a:solidFill>
              </a:rPr>
              <a:t>Financial accounting often involves various financial metrics, including revenue, sales, operating expenses, and cost controls.</a:t>
            </a:r>
          </a:p>
          <a:p>
            <a:pPr marL="285750" indent="-285750" algn="just"/>
            <a:endParaRPr lang="en-US" sz="2400" dirty="0">
              <a:solidFill>
                <a:srgbClr val="111111"/>
              </a:solidFill>
            </a:endParaRPr>
          </a:p>
          <a:p>
            <a:pPr algn="just"/>
            <a:r>
              <a:rPr lang="en-US" sz="2400" dirty="0">
                <a:solidFill>
                  <a:srgbClr val="111111"/>
                </a:solidFill>
              </a:rPr>
              <a:t> Financial accounting helps companies plan, forecast, and budget at an enterprise-wide level to ensure the company's long-term success.</a:t>
            </a:r>
            <a:endParaRPr lang="en-US" sz="2400" dirty="0"/>
          </a:p>
        </p:txBody>
      </p:sp>
      <p:sp>
        <p:nvSpPr>
          <p:cNvPr id="10" name="Footer Placeholder 9"/>
          <p:cNvSpPr>
            <a:spLocks noGrp="1"/>
          </p:cNvSpPr>
          <p:nvPr>
            <p:ph type="ftr" sz="quarter" idx="11"/>
          </p:nvPr>
        </p:nvSpPr>
        <p:spPr/>
        <p:txBody>
          <a:bodyPr/>
          <a:lstStyle/>
          <a:p>
            <a:r>
              <a:rPr lang="en-US"/>
              <a:t>Amit Kumar        AOE0770       Finance for Engineers                 Unit 5</a:t>
            </a:r>
          </a:p>
        </p:txBody>
      </p:sp>
    </p:spTree>
    <p:extLst>
      <p:ext uri="{BB962C8B-B14F-4D97-AF65-F5344CB8AC3E}">
        <p14:creationId xmlns:p14="http://schemas.microsoft.com/office/powerpoint/2010/main" val="25552202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573949A-B560-4FD6-A5F3-A0ED2FEC75A3}" type="datetime1">
              <a:rPr lang="en-US" smtClean="0"/>
              <a:t>8/20/2025</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dirty="0"/>
          </a:p>
        </p:txBody>
      </p:sp>
      <p:sp>
        <p:nvSpPr>
          <p:cNvPr id="7" name="Title 1"/>
          <p:cNvSpPr txBox="1">
            <a:spLocks/>
          </p:cNvSpPr>
          <p:nvPr/>
        </p:nvSpPr>
        <p:spPr>
          <a:xfrm>
            <a:off x="1905000" y="0"/>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t>Result Analysis</a:t>
            </a:r>
            <a:endParaRPr lang="en-US" sz="2800" b="1" dirty="0">
              <a:latin typeface="Arial" panose="020B0604020202020204" pitchFamily="34" charset="0"/>
              <a:cs typeface="Arial" panose="020B0604020202020204" pitchFamily="34" charset="0"/>
            </a:endParaRPr>
          </a:p>
        </p:txBody>
      </p:sp>
      <p:sp>
        <p:nvSpPr>
          <p:cNvPr id="10" name="Footer Placeholder 9"/>
          <p:cNvSpPr>
            <a:spLocks noGrp="1"/>
          </p:cNvSpPr>
          <p:nvPr>
            <p:ph type="ftr" sz="quarter" idx="11"/>
          </p:nvPr>
        </p:nvSpPr>
        <p:spPr/>
        <p:txBody>
          <a:bodyPr/>
          <a:lstStyle/>
          <a:p>
            <a:r>
              <a:rPr lang="en-US"/>
              <a:t>Amit Kumar        AOE0770       Finance for Engineers                 Unit 5</a:t>
            </a:r>
          </a:p>
        </p:txBody>
      </p:sp>
      <p:graphicFrame>
        <p:nvGraphicFramePr>
          <p:cNvPr id="11" name="Table 10"/>
          <p:cNvGraphicFramePr>
            <a:graphicFrameLocks noGrp="1"/>
          </p:cNvGraphicFramePr>
          <p:nvPr>
            <p:extLst>
              <p:ext uri="{D42A27DB-BD31-4B8C-83A1-F6EECF244321}">
                <p14:modId xmlns:p14="http://schemas.microsoft.com/office/powerpoint/2010/main" val="589702810"/>
              </p:ext>
            </p:extLst>
          </p:nvPr>
        </p:nvGraphicFramePr>
        <p:xfrm>
          <a:off x="1981200" y="1295401"/>
          <a:ext cx="8077200" cy="1374775"/>
        </p:xfrm>
        <a:graphic>
          <a:graphicData uri="http://schemas.openxmlformats.org/drawingml/2006/table">
            <a:tbl>
              <a:tblPr firstRow="1" bandRow="1">
                <a:tableStyleId>{5940675A-B579-460E-94D1-54222C63F5DA}</a:tableStyleId>
              </a:tblPr>
              <a:tblGrid>
                <a:gridCol w="9906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gridCol w="2019300">
                  <a:extLst>
                    <a:ext uri="{9D8B030D-6E8A-4147-A177-3AD203B41FA5}">
                      <a16:colId xmlns:a16="http://schemas.microsoft.com/office/drawing/2014/main" val="20002"/>
                    </a:ext>
                  </a:extLst>
                </a:gridCol>
                <a:gridCol w="2019300">
                  <a:extLst>
                    <a:ext uri="{9D8B030D-6E8A-4147-A177-3AD203B41FA5}">
                      <a16:colId xmlns:a16="http://schemas.microsoft.com/office/drawing/2014/main" val="20003"/>
                    </a:ext>
                  </a:extLst>
                </a:gridCol>
              </a:tblGrid>
              <a:tr h="377825">
                <a:tc>
                  <a:txBody>
                    <a:bodyPr/>
                    <a:lstStyle/>
                    <a:p>
                      <a:pPr algn="ctr"/>
                      <a:r>
                        <a:rPr lang="en-US" sz="2400" dirty="0"/>
                        <a:t>S. No.</a:t>
                      </a:r>
                    </a:p>
                  </a:txBody>
                  <a:tcPr/>
                </a:tc>
                <a:tc>
                  <a:txBody>
                    <a:bodyPr/>
                    <a:lstStyle/>
                    <a:p>
                      <a:pPr algn="ctr"/>
                      <a:r>
                        <a:rPr lang="en-US" sz="2400" dirty="0"/>
                        <a:t>Subject &amp; Code</a:t>
                      </a:r>
                    </a:p>
                  </a:txBody>
                  <a:tcPr/>
                </a:tc>
                <a:tc>
                  <a:txBody>
                    <a:bodyPr/>
                    <a:lstStyle/>
                    <a:p>
                      <a:pPr algn="ctr"/>
                      <a:r>
                        <a:rPr lang="en-US" sz="2400" dirty="0"/>
                        <a:t>Batch</a:t>
                      </a:r>
                    </a:p>
                  </a:txBody>
                  <a:tcPr/>
                </a:tc>
                <a:tc>
                  <a:txBody>
                    <a:bodyPr/>
                    <a:lstStyle/>
                    <a:p>
                      <a:pPr algn="ctr"/>
                      <a:r>
                        <a:rPr lang="en-US" sz="2400" dirty="0"/>
                        <a:t>Result(%)</a:t>
                      </a:r>
                    </a:p>
                  </a:txBody>
                  <a:tcPr/>
                </a:tc>
                <a:extLst>
                  <a:ext uri="{0D108BD9-81ED-4DB2-BD59-A6C34878D82A}">
                    <a16:rowId xmlns:a16="http://schemas.microsoft.com/office/drawing/2014/main" val="10000"/>
                  </a:ext>
                </a:extLst>
              </a:tr>
              <a:tr h="917575">
                <a:tc>
                  <a:txBody>
                    <a:bodyPr/>
                    <a:lstStyle/>
                    <a:p>
                      <a:r>
                        <a:rPr lang="en-US" dirty="0"/>
                        <a:t>      </a:t>
                      </a:r>
                    </a:p>
                    <a:p>
                      <a:r>
                        <a:rPr lang="en-US" dirty="0"/>
                        <a:t>     1.</a:t>
                      </a:r>
                    </a:p>
                  </a:txBody>
                  <a:tcPr/>
                </a:tc>
                <a:tc>
                  <a:txBody>
                    <a:bodyPr/>
                    <a:lstStyle/>
                    <a:p>
                      <a:r>
                        <a:rPr lang="en-US" dirty="0"/>
                        <a:t>Finance</a:t>
                      </a:r>
                      <a:r>
                        <a:rPr lang="en-US" baseline="0" dirty="0"/>
                        <a:t> for Engineers(AOE0770)</a:t>
                      </a:r>
                      <a:endParaRPr lang="en-US" dirty="0"/>
                    </a:p>
                  </a:txBody>
                  <a:tcPr/>
                </a:tc>
                <a:tc>
                  <a:txBody>
                    <a:bodyPr/>
                    <a:lstStyle/>
                    <a:p>
                      <a:pPr algn="ctr"/>
                      <a:r>
                        <a:rPr lang="en-US" dirty="0"/>
                        <a:t>2020-24</a:t>
                      </a:r>
                    </a:p>
                  </a:txBody>
                  <a:tcPr/>
                </a:tc>
                <a:tc>
                  <a:txBody>
                    <a:bodyPr/>
                    <a:lstStyle/>
                    <a:p>
                      <a:pPr algn="ctr"/>
                      <a:r>
                        <a:rPr lang="en-US" dirty="0"/>
                        <a:t>Not Available</a:t>
                      </a: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5552202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066800"/>
            <a:ext cx="11506200" cy="4525963"/>
          </a:xfrm>
        </p:spPr>
        <p:txBody>
          <a:bodyPr>
            <a:normAutofit/>
          </a:bodyPr>
          <a:lstStyle/>
          <a:p>
            <a:r>
              <a:rPr lang="en-IN" sz="2600" b="1" dirty="0">
                <a:latin typeface="+mj-lt"/>
                <a:cs typeface="Times New Roman" pitchFamily="18" charset="0"/>
              </a:rPr>
              <a:t>Students will be able to know the following concepts:</a:t>
            </a:r>
          </a:p>
          <a:p>
            <a:pPr algn="just"/>
            <a:r>
              <a:rPr lang="en-US" sz="2400" dirty="0"/>
              <a:t>Introduction to Personal Financial Portfolio Management, </a:t>
            </a:r>
          </a:p>
          <a:p>
            <a:pPr algn="just"/>
            <a:r>
              <a:rPr lang="en-US" sz="2400" dirty="0"/>
              <a:t>Key Options of Savings &amp;Investment – Debt, Equity, etc. </a:t>
            </a:r>
          </a:p>
          <a:p>
            <a:pPr algn="just"/>
            <a:r>
              <a:rPr lang="en-US" sz="2400" dirty="0"/>
              <a:t>Brief Introduction to Mutual Funds and Stock Market</a:t>
            </a:r>
          </a:p>
        </p:txBody>
      </p:sp>
      <p:sp>
        <p:nvSpPr>
          <p:cNvPr id="4" name="Date Placeholder 3"/>
          <p:cNvSpPr>
            <a:spLocks noGrp="1"/>
          </p:cNvSpPr>
          <p:nvPr>
            <p:ph type="dt" sz="half" idx="10"/>
          </p:nvPr>
        </p:nvSpPr>
        <p:spPr/>
        <p:txBody>
          <a:bodyPr/>
          <a:lstStyle/>
          <a:p>
            <a:fld id="{B392C36C-DAAD-4695-8BBD-04BA0CE5DA93}" type="datetime1">
              <a:rPr lang="en-US" smtClean="0"/>
              <a:t>8/20/2025</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dirty="0"/>
          </a:p>
        </p:txBody>
      </p:sp>
      <p:sp>
        <p:nvSpPr>
          <p:cNvPr id="7" name="Title 1"/>
          <p:cNvSpPr txBox="1">
            <a:spLocks/>
          </p:cNvSpPr>
          <p:nvPr/>
        </p:nvSpPr>
        <p:spPr>
          <a:xfrm>
            <a:off x="1850922" y="27039"/>
            <a:ext cx="10341077"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000" b="1" dirty="0">
                <a:latin typeface="+mj-lt"/>
                <a:cs typeface="Times New Roman" pitchFamily="18" charset="0"/>
              </a:rPr>
              <a:t>Session Learning Objectives</a:t>
            </a:r>
          </a:p>
        </p:txBody>
      </p:sp>
      <p:sp>
        <p:nvSpPr>
          <p:cNvPr id="9" name="Footer Placeholder 8"/>
          <p:cNvSpPr>
            <a:spLocks noGrp="1"/>
          </p:cNvSpPr>
          <p:nvPr>
            <p:ph type="ftr" sz="quarter" idx="11"/>
          </p:nvPr>
        </p:nvSpPr>
        <p:spPr>
          <a:xfrm>
            <a:off x="3505200" y="6356351"/>
            <a:ext cx="6096000" cy="365125"/>
          </a:xfrm>
        </p:spPr>
        <p:txBody>
          <a:bodyPr/>
          <a:lstStyle/>
          <a:p>
            <a:r>
              <a:rPr lang="en-US"/>
              <a:t>Amit Kumar        AOE0770       Finance for Engineers                 Unit 5</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p:cNvGraphicFramePr>
            <a:graphicFrameLocks noGrp="1"/>
          </p:cNvGraphicFramePr>
          <p:nvPr>
            <p:ph idx="1"/>
            <p:extLst>
              <p:ext uri="{D42A27DB-BD31-4B8C-83A1-F6EECF244321}">
                <p14:modId xmlns:p14="http://schemas.microsoft.com/office/powerpoint/2010/main" val="2428503483"/>
              </p:ext>
            </p:extLst>
          </p:nvPr>
        </p:nvGraphicFramePr>
        <p:xfrm>
          <a:off x="304800" y="1295400"/>
          <a:ext cx="11506200" cy="3962400"/>
        </p:xfrm>
        <a:graphic>
          <a:graphicData uri="http://schemas.openxmlformats.org/drawingml/2006/table">
            <a:tbl>
              <a:tblPr firstRow="1" bandRow="1">
                <a:tableStyleId>{5940675A-B579-460E-94D1-54222C63F5DA}</a:tableStyleId>
              </a:tblPr>
              <a:tblGrid>
                <a:gridCol w="1306645">
                  <a:extLst>
                    <a:ext uri="{9D8B030D-6E8A-4147-A177-3AD203B41FA5}">
                      <a16:colId xmlns:a16="http://schemas.microsoft.com/office/drawing/2014/main" val="20000"/>
                    </a:ext>
                  </a:extLst>
                </a:gridCol>
                <a:gridCol w="1088872">
                  <a:extLst>
                    <a:ext uri="{9D8B030D-6E8A-4147-A177-3AD203B41FA5}">
                      <a16:colId xmlns:a16="http://schemas.microsoft.com/office/drawing/2014/main" val="20001"/>
                    </a:ext>
                  </a:extLst>
                </a:gridCol>
                <a:gridCol w="5335473">
                  <a:extLst>
                    <a:ext uri="{9D8B030D-6E8A-4147-A177-3AD203B41FA5}">
                      <a16:colId xmlns:a16="http://schemas.microsoft.com/office/drawing/2014/main" val="20002"/>
                    </a:ext>
                  </a:extLst>
                </a:gridCol>
                <a:gridCol w="2133619">
                  <a:extLst>
                    <a:ext uri="{9D8B030D-6E8A-4147-A177-3AD203B41FA5}">
                      <a16:colId xmlns:a16="http://schemas.microsoft.com/office/drawing/2014/main" val="20003"/>
                    </a:ext>
                  </a:extLst>
                </a:gridCol>
                <a:gridCol w="1641591">
                  <a:extLst>
                    <a:ext uri="{9D8B030D-6E8A-4147-A177-3AD203B41FA5}">
                      <a16:colId xmlns:a16="http://schemas.microsoft.com/office/drawing/2014/main" val="20004"/>
                    </a:ext>
                  </a:extLst>
                </a:gridCol>
              </a:tblGrid>
              <a:tr h="499762">
                <a:tc rowSpan="2">
                  <a:txBody>
                    <a:bodyPr/>
                    <a:lstStyle/>
                    <a:p>
                      <a:endParaRPr lang="en-US" sz="2200" b="1" dirty="0">
                        <a:solidFill>
                          <a:schemeClr val="bg1"/>
                        </a:solidFill>
                      </a:endParaRPr>
                    </a:p>
                    <a:p>
                      <a:r>
                        <a:rPr lang="en-US" sz="2200" b="1" dirty="0">
                          <a:solidFill>
                            <a:schemeClr val="bg1"/>
                          </a:solidFill>
                        </a:rPr>
                        <a:t> Unit-V</a:t>
                      </a:r>
                    </a:p>
                  </a:txBody>
                  <a:tcPr/>
                </a:tc>
                <a:tc rowSpan="2">
                  <a:txBody>
                    <a:bodyPr/>
                    <a:lstStyle/>
                    <a:p>
                      <a:endParaRPr lang="en-US" sz="2200" b="1" dirty="0">
                        <a:solidFill>
                          <a:schemeClr val="bg1"/>
                        </a:solidFill>
                      </a:endParaRPr>
                    </a:p>
                    <a:p>
                      <a:r>
                        <a:rPr lang="en-US" sz="2200" b="1" dirty="0">
                          <a:solidFill>
                            <a:schemeClr val="bg1"/>
                          </a:solidFill>
                        </a:rPr>
                        <a:t>   So. No.</a:t>
                      </a:r>
                    </a:p>
                  </a:txBody>
                  <a:tcPr/>
                </a:tc>
                <a:tc gridSpan="3">
                  <a:txBody>
                    <a:bodyPr/>
                    <a:lstStyle/>
                    <a:p>
                      <a:pPr algn="ctr"/>
                      <a:r>
                        <a:rPr lang="en-US" sz="2200" b="1" dirty="0">
                          <a:solidFill>
                            <a:schemeClr val="bg1"/>
                          </a:solidFill>
                        </a:rPr>
                        <a:t>Mapping</a:t>
                      </a:r>
                    </a:p>
                  </a:txBody>
                  <a:tcPr/>
                </a:tc>
                <a:tc hMerge="1">
                  <a:txBody>
                    <a:bodyPr/>
                    <a:lstStyle/>
                    <a:p>
                      <a:endParaRPr lang="en-US"/>
                    </a:p>
                  </a:txBody>
                  <a:tcPr/>
                </a:tc>
                <a:tc hMerge="1">
                  <a:txBody>
                    <a:bodyPr/>
                    <a:lstStyle/>
                    <a:p>
                      <a:pPr algn="ctr"/>
                      <a:endParaRPr lang="en-US" sz="2200" b="1" dirty="0">
                        <a:solidFill>
                          <a:schemeClr val="bg1"/>
                        </a:solidFill>
                      </a:endParaRPr>
                    </a:p>
                  </a:txBody>
                  <a:tcPr/>
                </a:tc>
                <a:extLst>
                  <a:ext uri="{0D108BD9-81ED-4DB2-BD59-A6C34878D82A}">
                    <a16:rowId xmlns:a16="http://schemas.microsoft.com/office/drawing/2014/main" val="10000"/>
                  </a:ext>
                </a:extLst>
              </a:tr>
              <a:tr h="892432">
                <a:tc vMerge="1">
                  <a:txBody>
                    <a:bodyPr/>
                    <a:lstStyle/>
                    <a:p>
                      <a:endParaRPr lang="en-US" dirty="0"/>
                    </a:p>
                  </a:txBody>
                  <a:tcPr/>
                </a:tc>
                <a:tc vMerge="1">
                  <a:txBody>
                    <a:bodyPr/>
                    <a:lstStyle/>
                    <a:p>
                      <a:endParaRPr lang="en-US" dirty="0"/>
                    </a:p>
                  </a:txBody>
                  <a:tcPr/>
                </a:tc>
                <a:tc>
                  <a:txBody>
                    <a:bodyPr/>
                    <a:lstStyle/>
                    <a:p>
                      <a:r>
                        <a:rPr lang="en-US" sz="2200" b="1" dirty="0"/>
                        <a:t>                      Topic</a:t>
                      </a:r>
                    </a:p>
                  </a:txBody>
                  <a:tcPr/>
                </a:tc>
                <a:tc>
                  <a:txBody>
                    <a:bodyPr/>
                    <a:lstStyle/>
                    <a:p>
                      <a:r>
                        <a:rPr lang="en-US" sz="2200" b="1" dirty="0"/>
                        <a:t>Course Outcomes</a:t>
                      </a:r>
                    </a:p>
                  </a:txBody>
                  <a:tcPr/>
                </a:tc>
                <a:tc>
                  <a:txBody>
                    <a:bodyPr/>
                    <a:lstStyle/>
                    <a:p>
                      <a:r>
                        <a:rPr lang="en-US" sz="2200" b="1" dirty="0"/>
                        <a:t>Level</a:t>
                      </a:r>
                    </a:p>
                  </a:txBody>
                  <a:tcPr/>
                </a:tc>
                <a:extLst>
                  <a:ext uri="{0D108BD9-81ED-4DB2-BD59-A6C34878D82A}">
                    <a16:rowId xmlns:a16="http://schemas.microsoft.com/office/drawing/2014/main" val="10001"/>
                  </a:ext>
                </a:extLst>
              </a:tr>
              <a:tr h="1285103">
                <a:tc>
                  <a:txBody>
                    <a:bodyPr/>
                    <a:lstStyle/>
                    <a:p>
                      <a:pPr algn="just"/>
                      <a:r>
                        <a:rPr lang="en-US" sz="2200" b="0" dirty="0"/>
                        <a:t>         V</a:t>
                      </a:r>
                    </a:p>
                  </a:txBody>
                  <a:tcPr/>
                </a:tc>
                <a:tc>
                  <a:txBody>
                    <a:bodyPr/>
                    <a:lstStyle/>
                    <a:p>
                      <a:pPr algn="just"/>
                      <a:r>
                        <a:rPr lang="en-US" sz="2200" b="0" dirty="0"/>
                        <a:t>          1</a:t>
                      </a:r>
                    </a:p>
                  </a:txBody>
                  <a:tcPr/>
                </a:tc>
                <a:tc>
                  <a:txBody>
                    <a:bodyPr/>
                    <a:lstStyle/>
                    <a:p>
                      <a:pPr algn="just"/>
                      <a:r>
                        <a:rPr lang="en-US" sz="2200" dirty="0"/>
                        <a:t>Introduction to financial system</a:t>
                      </a:r>
                    </a:p>
                    <a:p>
                      <a:pPr algn="just"/>
                      <a:r>
                        <a:rPr lang="en-US" sz="2200" spc="-5" dirty="0"/>
                        <a:t>Financial Assets/Instruments</a:t>
                      </a:r>
                      <a:endParaRPr lang="en-US" sz="2200" spc="-5" dirty="0">
                        <a:latin typeface="Times New Roman" pitchFamily="18" charset="0"/>
                        <a:cs typeface="Times New Roman" pitchFamily="18" charset="0"/>
                      </a:endParaRPr>
                    </a:p>
                  </a:txBody>
                  <a:tcPr/>
                </a:tc>
                <a:tc>
                  <a:txBody>
                    <a:bodyPr/>
                    <a:lstStyle/>
                    <a:p>
                      <a:pPr algn="just"/>
                      <a:r>
                        <a:rPr lang="en-US" sz="2200" b="0" dirty="0"/>
                        <a:t>CO5</a:t>
                      </a:r>
                    </a:p>
                    <a:p>
                      <a:pPr algn="just"/>
                      <a:r>
                        <a:rPr lang="en-US" sz="2200" b="0" dirty="0"/>
                        <a:t>CO2</a:t>
                      </a:r>
                    </a:p>
                  </a:txBody>
                  <a:tcPr/>
                </a:tc>
                <a:tc>
                  <a:txBody>
                    <a:bodyPr/>
                    <a:lstStyle/>
                    <a:p>
                      <a:pPr algn="just"/>
                      <a:r>
                        <a:rPr lang="en-US" sz="2200" b="0" dirty="0"/>
                        <a:t>High</a:t>
                      </a:r>
                    </a:p>
                    <a:p>
                      <a:pPr algn="just"/>
                      <a:r>
                        <a:rPr lang="en-US" sz="2200" b="0" dirty="0"/>
                        <a:t>Low</a:t>
                      </a:r>
                    </a:p>
                  </a:txBody>
                  <a:tcPr/>
                </a:tc>
                <a:extLst>
                  <a:ext uri="{0D108BD9-81ED-4DB2-BD59-A6C34878D82A}">
                    <a16:rowId xmlns:a16="http://schemas.microsoft.com/office/drawing/2014/main" val="10002"/>
                  </a:ext>
                </a:extLst>
              </a:tr>
              <a:tr h="1285103">
                <a:tc>
                  <a:txBody>
                    <a:bodyPr/>
                    <a:lstStyle/>
                    <a:p>
                      <a:pPr algn="just"/>
                      <a:endParaRPr lang="en-US" sz="2200" b="0" dirty="0"/>
                    </a:p>
                  </a:txBody>
                  <a:tcPr/>
                </a:tc>
                <a:tc>
                  <a:txBody>
                    <a:bodyPr/>
                    <a:lstStyle/>
                    <a:p>
                      <a:pPr algn="just"/>
                      <a:r>
                        <a:rPr lang="en-US" sz="2200" b="0" dirty="0"/>
                        <a:t>          2</a:t>
                      </a:r>
                    </a:p>
                  </a:txBody>
                  <a:tcPr/>
                </a:tc>
                <a:tc>
                  <a:txBody>
                    <a:bodyPr/>
                    <a:lstStyle/>
                    <a:p>
                      <a:pPr algn="just"/>
                      <a:r>
                        <a:rPr lang="en-US" sz="2200" dirty="0"/>
                        <a:t>Major </a:t>
                      </a:r>
                      <a:r>
                        <a:rPr lang="en-US" sz="2200" spc="-5" dirty="0"/>
                        <a:t>Financial</a:t>
                      </a:r>
                      <a:r>
                        <a:rPr lang="en-US" sz="2200" spc="-35" dirty="0"/>
                        <a:t> </a:t>
                      </a:r>
                      <a:r>
                        <a:rPr lang="en-US" sz="2200" spc="-5" dirty="0"/>
                        <a:t>Instruments</a:t>
                      </a:r>
                    </a:p>
                    <a:p>
                      <a:pPr algn="just"/>
                      <a:r>
                        <a:rPr lang="en-US" sz="2200" dirty="0"/>
                        <a:t>Financial Flows in the economy</a:t>
                      </a:r>
                      <a:endParaRPr lang="en-US" sz="2200" dirty="0">
                        <a:latin typeface="Times New Roman" pitchFamily="18" charset="0"/>
                        <a:cs typeface="Times New Roman" pitchFamily="18" charset="0"/>
                      </a:endParaRPr>
                    </a:p>
                  </a:txBody>
                  <a:tcPr/>
                </a:tc>
                <a:tc>
                  <a:txBody>
                    <a:bodyPr/>
                    <a:lstStyle/>
                    <a:p>
                      <a:pPr algn="just"/>
                      <a:r>
                        <a:rPr lang="en-US" sz="2200" b="0" dirty="0"/>
                        <a:t>CO5</a:t>
                      </a:r>
                    </a:p>
                    <a:p>
                      <a:pPr algn="just"/>
                      <a:r>
                        <a:rPr lang="en-US" sz="2200" b="0" dirty="0"/>
                        <a:t>CO2</a:t>
                      </a:r>
                    </a:p>
                  </a:txBody>
                  <a:tcPr/>
                </a:tc>
                <a:tc>
                  <a:txBody>
                    <a:bodyPr/>
                    <a:lstStyle/>
                    <a:p>
                      <a:pPr algn="just"/>
                      <a:r>
                        <a:rPr lang="en-US" sz="2200" b="0" dirty="0"/>
                        <a:t>High</a:t>
                      </a:r>
                    </a:p>
                    <a:p>
                      <a:pPr algn="just"/>
                      <a:r>
                        <a:rPr lang="en-US" sz="2200" b="0" dirty="0"/>
                        <a:t>Medium</a:t>
                      </a:r>
                    </a:p>
                  </a:txBody>
                  <a:tcPr/>
                </a:tc>
                <a:extLst>
                  <a:ext uri="{0D108BD9-81ED-4DB2-BD59-A6C34878D82A}">
                    <a16:rowId xmlns:a16="http://schemas.microsoft.com/office/drawing/2014/main" val="10003"/>
                  </a:ext>
                </a:extLst>
              </a:tr>
            </a:tbl>
          </a:graphicData>
        </a:graphic>
      </p:graphicFrame>
      <p:sp>
        <p:nvSpPr>
          <p:cNvPr id="4" name="Date Placeholder 3"/>
          <p:cNvSpPr>
            <a:spLocks noGrp="1"/>
          </p:cNvSpPr>
          <p:nvPr>
            <p:ph type="dt" sz="half" idx="10"/>
          </p:nvPr>
        </p:nvSpPr>
        <p:spPr/>
        <p:txBody>
          <a:bodyPr/>
          <a:lstStyle/>
          <a:p>
            <a:fld id="{E9757A75-8596-4BE7-B311-C4312DF2E0DB}" type="datetime1">
              <a:rPr lang="en-US" smtClean="0"/>
              <a:t>8/20/2025</a:t>
            </a:fld>
            <a:endParaRPr lang="en-US" dirty="0"/>
          </a:p>
        </p:txBody>
      </p:sp>
      <p:sp>
        <p:nvSpPr>
          <p:cNvPr id="5" name="Footer Placeholder 4"/>
          <p:cNvSpPr>
            <a:spLocks noGrp="1"/>
          </p:cNvSpPr>
          <p:nvPr>
            <p:ph type="ftr" sz="quarter" idx="11"/>
          </p:nvPr>
        </p:nvSpPr>
        <p:spPr>
          <a:xfrm>
            <a:off x="3200400" y="6172201"/>
            <a:ext cx="6477000" cy="549275"/>
          </a:xfrm>
        </p:spPr>
        <p:txBody>
          <a:bodyPr/>
          <a:lstStyle/>
          <a:p>
            <a:r>
              <a:rPr lang="en-US">
                <a:solidFill>
                  <a:schemeClr val="tx1"/>
                </a:solidFill>
              </a:rPr>
              <a:t>Amit Kumar        AOE0770       Finance for Engineers                 Unit 5</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dirty="0"/>
          </a:p>
        </p:txBody>
      </p:sp>
      <p:sp>
        <p:nvSpPr>
          <p:cNvPr id="7" name="Title 1"/>
          <p:cNvSpPr txBox="1">
            <a:spLocks/>
          </p:cNvSpPr>
          <p:nvPr/>
        </p:nvSpPr>
        <p:spPr>
          <a:xfrm>
            <a:off x="1932038" y="0"/>
            <a:ext cx="10259961"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b="1" dirty="0">
                <a:latin typeface="Times New Roman" pitchFamily="18" charset="0"/>
                <a:cs typeface="Times New Roman" pitchFamily="18" charset="0"/>
              </a:rPr>
              <a:t>Topic Mapping with course outcomes</a:t>
            </a:r>
          </a:p>
        </p:txBody>
      </p:sp>
    </p:spTree>
    <p:extLst>
      <p:ext uri="{BB962C8B-B14F-4D97-AF65-F5344CB8AC3E}">
        <p14:creationId xmlns:p14="http://schemas.microsoft.com/office/powerpoint/2010/main" val="18293836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66018"/>
            <a:ext cx="11963400" cy="4525963"/>
          </a:xfrm>
        </p:spPr>
        <p:txBody>
          <a:bodyPr>
            <a:normAutofit/>
          </a:bodyPr>
          <a:lstStyle/>
          <a:p>
            <a:pPr algn="just"/>
            <a:r>
              <a:rPr lang="en-IN" sz="2400" dirty="0">
                <a:latin typeface="Times New Roman" pitchFamily="18" charset="0"/>
                <a:cs typeface="Times New Roman" pitchFamily="18" charset="0"/>
              </a:rPr>
              <a:t>Students will be able to know the following concepts:</a:t>
            </a:r>
            <a:endParaRPr lang="en-US" sz="2400" dirty="0">
              <a:latin typeface="Times New Roman" pitchFamily="18" charset="0"/>
              <a:cs typeface="Times New Roman" pitchFamily="18" charset="0"/>
            </a:endParaRPr>
          </a:p>
          <a:p>
            <a:pPr algn="just"/>
            <a:r>
              <a:rPr lang="en-US" sz="2400" dirty="0"/>
              <a:t>Introduction to Personal Financial Portfolio Management, </a:t>
            </a:r>
          </a:p>
          <a:p>
            <a:pPr algn="just"/>
            <a:r>
              <a:rPr lang="en-US" sz="2400" dirty="0"/>
              <a:t>Key Options of Savings &amp;Investment – Debt, Equity, etc. </a:t>
            </a:r>
          </a:p>
          <a:p>
            <a:pPr algn="just"/>
            <a:r>
              <a:rPr lang="en-US" sz="2400" dirty="0"/>
              <a:t>Brief Introduction to Mutual Funds and Stock Market</a:t>
            </a:r>
          </a:p>
        </p:txBody>
      </p:sp>
      <p:sp>
        <p:nvSpPr>
          <p:cNvPr id="4" name="Date Placeholder 3"/>
          <p:cNvSpPr>
            <a:spLocks noGrp="1"/>
          </p:cNvSpPr>
          <p:nvPr>
            <p:ph type="dt" sz="half" idx="10"/>
          </p:nvPr>
        </p:nvSpPr>
        <p:spPr/>
        <p:txBody>
          <a:bodyPr/>
          <a:lstStyle/>
          <a:p>
            <a:fld id="{F84F419A-7C2A-43AC-8190-6D1C1432775A}" type="datetime1">
              <a:rPr lang="en-US" smtClean="0"/>
              <a:t>8/20/2025</a:t>
            </a:fld>
            <a:endParaRPr lang="en-US" dirty="0"/>
          </a:p>
        </p:txBody>
      </p:sp>
      <p:sp>
        <p:nvSpPr>
          <p:cNvPr id="5" name="Footer Placeholder 4"/>
          <p:cNvSpPr>
            <a:spLocks noGrp="1"/>
          </p:cNvSpPr>
          <p:nvPr>
            <p:ph type="ftr" sz="quarter" idx="11"/>
          </p:nvPr>
        </p:nvSpPr>
        <p:spPr>
          <a:xfrm>
            <a:off x="2819400" y="6248401"/>
            <a:ext cx="6858000" cy="365125"/>
          </a:xfrm>
        </p:spPr>
        <p:txBody>
          <a:bodyPr/>
          <a:lstStyle/>
          <a:p>
            <a:r>
              <a:rPr lang="en-US">
                <a:solidFill>
                  <a:schemeClr val="tx1"/>
                </a:solidFill>
              </a:rPr>
              <a:t>Amit Kumar        AOE0770       Finance for Engineers                 Unit 5</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dirty="0"/>
          </a:p>
        </p:txBody>
      </p:sp>
      <p:sp>
        <p:nvSpPr>
          <p:cNvPr id="7" name="Title 1"/>
          <p:cNvSpPr txBox="1">
            <a:spLocks/>
          </p:cNvSpPr>
          <p:nvPr/>
        </p:nvSpPr>
        <p:spPr>
          <a:xfrm>
            <a:off x="2057400" y="0"/>
            <a:ext cx="10134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b="1" dirty="0">
                <a:latin typeface="Times New Roman" pitchFamily="18" charset="0"/>
                <a:cs typeface="Times New Roman" pitchFamily="18" charset="0"/>
              </a:rPr>
              <a:t>Topic objectives</a:t>
            </a:r>
          </a:p>
        </p:txBody>
      </p:sp>
    </p:spTree>
    <p:extLst>
      <p:ext uri="{BB962C8B-B14F-4D97-AF65-F5344CB8AC3E}">
        <p14:creationId xmlns:p14="http://schemas.microsoft.com/office/powerpoint/2010/main" val="17797455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838200"/>
            <a:ext cx="11734800" cy="5257800"/>
          </a:xfrm>
        </p:spPr>
        <p:txBody>
          <a:bodyPr>
            <a:noAutofit/>
          </a:bodyPr>
          <a:lstStyle/>
          <a:p>
            <a:pPr algn="just"/>
            <a:r>
              <a:rPr lang="en-US" sz="2400" dirty="0"/>
              <a:t>Personal financial portfolio management is a crucial aspect of managing one's finances effectively. </a:t>
            </a:r>
          </a:p>
          <a:p>
            <a:pPr algn="just"/>
            <a:r>
              <a:rPr lang="en-US" sz="2400" dirty="0"/>
              <a:t>A financial portfolio refers to a collection of all your financial assets, including investments, savings, and other holdings. </a:t>
            </a:r>
          </a:p>
          <a:p>
            <a:pPr algn="just"/>
            <a:r>
              <a:rPr lang="en-US" sz="2400" dirty="0"/>
              <a:t>Portfolio management involves making decisions about your investments and financial resources to achieve specific financial goals while considering your risk tolerance and time horizon.</a:t>
            </a:r>
          </a:p>
          <a:p>
            <a:pPr marL="0" indent="0" algn="just">
              <a:buNone/>
            </a:pPr>
            <a:endParaRPr lang="en-IN" sz="2400" b="1" dirty="0"/>
          </a:p>
          <a:p>
            <a:pPr marL="0" indent="0" algn="just">
              <a:buNone/>
            </a:pPr>
            <a:endParaRPr lang="en-US" sz="2400" b="1" dirty="0">
              <a:latin typeface="Times New Roman" pitchFamily="18" charset="0"/>
              <a:cs typeface="Times New Roman" pitchFamily="18" charset="0"/>
            </a:endParaRPr>
          </a:p>
        </p:txBody>
      </p:sp>
      <p:sp>
        <p:nvSpPr>
          <p:cNvPr id="6" name="Date Placeholder 5"/>
          <p:cNvSpPr>
            <a:spLocks noGrp="1"/>
          </p:cNvSpPr>
          <p:nvPr>
            <p:ph type="dt" sz="half" idx="10"/>
          </p:nvPr>
        </p:nvSpPr>
        <p:spPr/>
        <p:txBody>
          <a:bodyPr/>
          <a:lstStyle/>
          <a:p>
            <a:fld id="{BDE7F527-83AC-43C3-9CC9-D71A18D068D4}" type="datetime1">
              <a:rPr lang="en-US" smtClean="0"/>
              <a:t>8/20/2025</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15</a:t>
            </a:fld>
            <a:endParaRPr lang="en-US" dirty="0"/>
          </a:p>
        </p:txBody>
      </p:sp>
      <p:sp>
        <p:nvSpPr>
          <p:cNvPr id="8" name="Title 1"/>
          <p:cNvSpPr txBox="1">
            <a:spLocks/>
          </p:cNvSpPr>
          <p:nvPr/>
        </p:nvSpPr>
        <p:spPr>
          <a:xfrm>
            <a:off x="1905000" y="0"/>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b="1" dirty="0">
                <a:latin typeface="Times New Roman" pitchFamily="18" charset="0"/>
                <a:cs typeface="Times New Roman" pitchFamily="18" charset="0"/>
              </a:rPr>
              <a:t>Introduction to Personal Financial Portfolio </a:t>
            </a:r>
            <a:endParaRPr lang="en-US" sz="2800" dirty="0"/>
          </a:p>
        </p:txBody>
      </p:sp>
      <p:sp>
        <p:nvSpPr>
          <p:cNvPr id="11" name="Footer Placeholder 9"/>
          <p:cNvSpPr>
            <a:spLocks noGrp="1"/>
          </p:cNvSpPr>
          <p:nvPr>
            <p:ph type="ftr" sz="quarter" idx="11"/>
          </p:nvPr>
        </p:nvSpPr>
        <p:spPr>
          <a:xfrm>
            <a:off x="3429000" y="6096000"/>
            <a:ext cx="6477000" cy="609600"/>
          </a:xfrm>
        </p:spPr>
        <p:txBody>
          <a:bodyPr/>
          <a:lstStyle/>
          <a:p>
            <a:r>
              <a:rPr lang="en-US">
                <a:solidFill>
                  <a:schemeClr val="tx1"/>
                </a:solidFill>
              </a:rPr>
              <a:t>Amit Kumar        AOE0770       Finance for Engineers                 Unit 5</a:t>
            </a:r>
            <a:endParaRPr lang="en-US" dirty="0">
              <a:solidFill>
                <a:schemeClr val="tx1"/>
              </a:solidFill>
            </a:endParaRPr>
          </a:p>
        </p:txBody>
      </p:sp>
    </p:spTree>
    <p:extLst>
      <p:ext uri="{BB962C8B-B14F-4D97-AF65-F5344CB8AC3E}">
        <p14:creationId xmlns:p14="http://schemas.microsoft.com/office/powerpoint/2010/main" val="35319798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838200"/>
            <a:ext cx="11734800" cy="5257800"/>
          </a:xfrm>
        </p:spPr>
        <p:txBody>
          <a:bodyPr>
            <a:noAutofit/>
          </a:bodyPr>
          <a:lstStyle/>
          <a:p>
            <a:pPr marL="0" indent="0" algn="just">
              <a:buNone/>
            </a:pPr>
            <a:r>
              <a:rPr lang="en-US" sz="2400" b="1" dirty="0"/>
              <a:t>Here's an introduction to key concepts in personal financial portfolio management:</a:t>
            </a:r>
          </a:p>
          <a:p>
            <a:pPr marL="0" indent="0" algn="just">
              <a:buNone/>
            </a:pPr>
            <a:endParaRPr lang="en-US" sz="2400" b="1" dirty="0"/>
          </a:p>
          <a:p>
            <a:pPr marL="457200" indent="-457200" algn="just">
              <a:buAutoNum type="arabicPeriod"/>
            </a:pPr>
            <a:r>
              <a:rPr lang="en-IN" sz="2400" b="1" dirty="0"/>
              <a:t>Defining Financial Goals</a:t>
            </a:r>
          </a:p>
          <a:p>
            <a:pPr marL="457200" indent="-457200" algn="just">
              <a:buAutoNum type="arabicPeriod"/>
            </a:pPr>
            <a:r>
              <a:rPr lang="en-IN" sz="2400" b="1" dirty="0"/>
              <a:t>Risk Tolerance</a:t>
            </a:r>
          </a:p>
          <a:p>
            <a:pPr marL="457200" indent="-457200" algn="just">
              <a:buFont typeface="Arial" pitchFamily="34" charset="0"/>
              <a:buAutoNum type="arabicPeriod"/>
            </a:pPr>
            <a:r>
              <a:rPr lang="en-IN" sz="2400" b="1" dirty="0"/>
              <a:t>Asset Allocation</a:t>
            </a:r>
          </a:p>
          <a:p>
            <a:pPr marL="457200" indent="-457200" algn="just">
              <a:buFont typeface="Arial" pitchFamily="34" charset="0"/>
              <a:buAutoNum type="arabicPeriod"/>
            </a:pPr>
            <a:r>
              <a:rPr lang="en-IN" sz="2400" b="1" dirty="0"/>
              <a:t>Investment Selection</a:t>
            </a:r>
          </a:p>
          <a:p>
            <a:pPr marL="457200" indent="-457200" algn="just">
              <a:buAutoNum type="arabicPeriod"/>
            </a:pPr>
            <a:endParaRPr lang="en-IN" sz="2400" b="1" dirty="0"/>
          </a:p>
          <a:p>
            <a:pPr marL="0" indent="0" algn="just">
              <a:buNone/>
            </a:pPr>
            <a:endParaRPr lang="en-US" sz="2400" b="1" dirty="0">
              <a:latin typeface="Times New Roman" pitchFamily="18" charset="0"/>
              <a:cs typeface="Times New Roman" pitchFamily="18" charset="0"/>
            </a:endParaRPr>
          </a:p>
        </p:txBody>
      </p:sp>
      <p:sp>
        <p:nvSpPr>
          <p:cNvPr id="6" name="Date Placeholder 5"/>
          <p:cNvSpPr>
            <a:spLocks noGrp="1"/>
          </p:cNvSpPr>
          <p:nvPr>
            <p:ph type="dt" sz="half" idx="10"/>
          </p:nvPr>
        </p:nvSpPr>
        <p:spPr/>
        <p:txBody>
          <a:bodyPr/>
          <a:lstStyle/>
          <a:p>
            <a:fld id="{EA350955-D7FE-4D1A-A52D-71A122C1FD29}" type="datetime1">
              <a:rPr lang="en-US" smtClean="0"/>
              <a:t>8/20/2025</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16</a:t>
            </a:fld>
            <a:endParaRPr lang="en-US" dirty="0"/>
          </a:p>
        </p:txBody>
      </p:sp>
      <p:sp>
        <p:nvSpPr>
          <p:cNvPr id="8" name="Title 1"/>
          <p:cNvSpPr txBox="1">
            <a:spLocks/>
          </p:cNvSpPr>
          <p:nvPr/>
        </p:nvSpPr>
        <p:spPr>
          <a:xfrm>
            <a:off x="1828800" y="-9832"/>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b="1" dirty="0">
                <a:latin typeface="Times New Roman" pitchFamily="18" charset="0"/>
                <a:cs typeface="Times New Roman" pitchFamily="18" charset="0"/>
              </a:rPr>
              <a:t>Introduction to Personal Financial Portfolio </a:t>
            </a:r>
            <a:endParaRPr lang="en-US" sz="2800" dirty="0"/>
          </a:p>
        </p:txBody>
      </p:sp>
      <p:sp>
        <p:nvSpPr>
          <p:cNvPr id="11" name="Footer Placeholder 9"/>
          <p:cNvSpPr>
            <a:spLocks noGrp="1"/>
          </p:cNvSpPr>
          <p:nvPr>
            <p:ph type="ftr" sz="quarter" idx="11"/>
          </p:nvPr>
        </p:nvSpPr>
        <p:spPr>
          <a:xfrm>
            <a:off x="3429000" y="6096000"/>
            <a:ext cx="6477000" cy="609600"/>
          </a:xfrm>
        </p:spPr>
        <p:txBody>
          <a:bodyPr/>
          <a:lstStyle/>
          <a:p>
            <a:r>
              <a:rPr lang="en-US">
                <a:solidFill>
                  <a:schemeClr val="tx1"/>
                </a:solidFill>
              </a:rPr>
              <a:t>Amit Kumar        AOE0770       Finance for Engineers                 Unit 5</a:t>
            </a:r>
            <a:endParaRPr lang="en-US" dirty="0">
              <a:solidFill>
                <a:schemeClr val="tx1"/>
              </a:solidFill>
            </a:endParaRPr>
          </a:p>
        </p:txBody>
      </p:sp>
    </p:spTree>
    <p:extLst>
      <p:ext uri="{BB962C8B-B14F-4D97-AF65-F5344CB8AC3E}">
        <p14:creationId xmlns:p14="http://schemas.microsoft.com/office/powerpoint/2010/main" val="12913860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11582400" cy="5257800"/>
          </a:xfrm>
        </p:spPr>
        <p:txBody>
          <a:bodyPr>
            <a:noAutofit/>
          </a:bodyPr>
          <a:lstStyle/>
          <a:p>
            <a:pPr marL="0" indent="0" algn="just">
              <a:buNone/>
            </a:pPr>
            <a:r>
              <a:rPr lang="en-IN" sz="2400" b="1" dirty="0"/>
              <a:t>5. Rebalancing</a:t>
            </a:r>
          </a:p>
          <a:p>
            <a:pPr marL="0" indent="0" algn="just">
              <a:buNone/>
            </a:pPr>
            <a:r>
              <a:rPr lang="en-US" sz="2400" b="1" dirty="0"/>
              <a:t>6. </a:t>
            </a:r>
            <a:r>
              <a:rPr lang="en-IN" sz="2400" b="1" dirty="0"/>
              <a:t>Emergency Fund</a:t>
            </a:r>
          </a:p>
          <a:p>
            <a:pPr marL="0" indent="0" algn="just">
              <a:buNone/>
            </a:pPr>
            <a:r>
              <a:rPr lang="en-US" sz="2400" b="1" dirty="0"/>
              <a:t>7. </a:t>
            </a:r>
            <a:r>
              <a:rPr lang="en-IN" sz="2400" b="1" dirty="0"/>
              <a:t>Monitoring and Review</a:t>
            </a:r>
          </a:p>
          <a:p>
            <a:pPr marL="0" indent="0" algn="just">
              <a:buNone/>
            </a:pPr>
            <a:r>
              <a:rPr lang="en-US" sz="2400" b="1" dirty="0"/>
              <a:t>8. </a:t>
            </a:r>
            <a:r>
              <a:rPr lang="en-IN" sz="2400" b="1" dirty="0"/>
              <a:t>Tax Efficiency</a:t>
            </a:r>
          </a:p>
          <a:p>
            <a:pPr marL="0" indent="0" algn="just">
              <a:buNone/>
            </a:pPr>
            <a:r>
              <a:rPr lang="en-US" sz="2400" b="1" dirty="0"/>
              <a:t>9. </a:t>
            </a:r>
            <a:r>
              <a:rPr lang="en-IN" sz="2400" b="1" dirty="0"/>
              <a:t>Professional Advice</a:t>
            </a:r>
          </a:p>
          <a:p>
            <a:pPr marL="0" indent="0" algn="just">
              <a:buNone/>
            </a:pPr>
            <a:r>
              <a:rPr lang="en-US" sz="2400" b="1" dirty="0"/>
              <a:t>10.</a:t>
            </a:r>
            <a:r>
              <a:rPr lang="en-IN" sz="2400" b="1" dirty="0"/>
              <a:t> Continuous Learning</a:t>
            </a:r>
          </a:p>
          <a:p>
            <a:pPr marL="0" indent="0" algn="just">
              <a:buNone/>
            </a:pPr>
            <a:endParaRPr lang="en-IN" sz="2400" b="1" dirty="0"/>
          </a:p>
          <a:p>
            <a:pPr marL="457200" indent="-457200" algn="just">
              <a:buAutoNum type="arabicPeriod"/>
            </a:pPr>
            <a:endParaRPr lang="en-IN" sz="2400" b="1" dirty="0"/>
          </a:p>
          <a:p>
            <a:pPr marL="0" indent="0" algn="just">
              <a:buNone/>
            </a:pPr>
            <a:endParaRPr lang="en-US" sz="2400" b="1" dirty="0">
              <a:latin typeface="Times New Roman" pitchFamily="18" charset="0"/>
              <a:cs typeface="Times New Roman" pitchFamily="18" charset="0"/>
            </a:endParaRPr>
          </a:p>
        </p:txBody>
      </p:sp>
      <p:sp>
        <p:nvSpPr>
          <p:cNvPr id="6" name="Date Placeholder 5"/>
          <p:cNvSpPr>
            <a:spLocks noGrp="1"/>
          </p:cNvSpPr>
          <p:nvPr>
            <p:ph type="dt" sz="half" idx="10"/>
          </p:nvPr>
        </p:nvSpPr>
        <p:spPr/>
        <p:txBody>
          <a:bodyPr/>
          <a:lstStyle/>
          <a:p>
            <a:fld id="{00643303-DF16-457E-BE12-2EFFA5DD89D3}" type="datetime1">
              <a:rPr lang="en-US" smtClean="0"/>
              <a:t>8/20/2025</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17</a:t>
            </a:fld>
            <a:endParaRPr lang="en-US" dirty="0"/>
          </a:p>
        </p:txBody>
      </p:sp>
      <p:sp>
        <p:nvSpPr>
          <p:cNvPr id="8" name="Title 1"/>
          <p:cNvSpPr txBox="1">
            <a:spLocks/>
          </p:cNvSpPr>
          <p:nvPr/>
        </p:nvSpPr>
        <p:spPr>
          <a:xfrm>
            <a:off x="1981200" y="0"/>
            <a:ext cx="10210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b="1" dirty="0">
                <a:latin typeface="Times New Roman" pitchFamily="18" charset="0"/>
                <a:cs typeface="Times New Roman" pitchFamily="18" charset="0"/>
              </a:rPr>
              <a:t>Introduction to Personal Financial Portfolio </a:t>
            </a:r>
            <a:endParaRPr lang="en-US" sz="2800" dirty="0"/>
          </a:p>
        </p:txBody>
      </p:sp>
      <p:sp>
        <p:nvSpPr>
          <p:cNvPr id="11" name="Footer Placeholder 9"/>
          <p:cNvSpPr>
            <a:spLocks noGrp="1"/>
          </p:cNvSpPr>
          <p:nvPr>
            <p:ph type="ftr" sz="quarter" idx="11"/>
          </p:nvPr>
        </p:nvSpPr>
        <p:spPr>
          <a:xfrm>
            <a:off x="3429000" y="6096000"/>
            <a:ext cx="6477000" cy="609600"/>
          </a:xfrm>
        </p:spPr>
        <p:txBody>
          <a:bodyPr/>
          <a:lstStyle/>
          <a:p>
            <a:r>
              <a:rPr lang="en-US">
                <a:solidFill>
                  <a:schemeClr val="tx1"/>
                </a:solidFill>
              </a:rPr>
              <a:t>Amit Kumar        AOE0770       Finance for Engineers                 Unit 5</a:t>
            </a:r>
            <a:endParaRPr lang="en-US" dirty="0">
              <a:solidFill>
                <a:schemeClr val="tx1"/>
              </a:solidFill>
            </a:endParaRPr>
          </a:p>
        </p:txBody>
      </p:sp>
    </p:spTree>
    <p:extLst>
      <p:ext uri="{BB962C8B-B14F-4D97-AF65-F5344CB8AC3E}">
        <p14:creationId xmlns:p14="http://schemas.microsoft.com/office/powerpoint/2010/main" val="6371566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990600"/>
            <a:ext cx="11734800" cy="5105400"/>
          </a:xfrm>
        </p:spPr>
        <p:txBody>
          <a:bodyPr>
            <a:noAutofit/>
          </a:bodyPr>
          <a:lstStyle/>
          <a:p>
            <a:pPr algn="just"/>
            <a:r>
              <a:rPr lang="en-US" sz="2400" dirty="0">
                <a:latin typeface="Times New Roman" pitchFamily="18" charset="0"/>
                <a:cs typeface="Times New Roman" pitchFamily="18" charset="0"/>
              </a:rPr>
              <a:t>It facilitates the flow of funds from households (savers) to business firms (investors) to aid in the creation of wealth and development of both parties. </a:t>
            </a:r>
          </a:p>
          <a:p>
            <a:pPr algn="just"/>
            <a:r>
              <a:rPr lang="en-US" sz="2400" dirty="0">
                <a:latin typeface="Times New Roman" pitchFamily="18" charset="0"/>
                <a:cs typeface="Times New Roman" pitchFamily="18" charset="0"/>
              </a:rPr>
              <a:t>The financial system of a country is concerned with the allocation and Mobilization of savings. Provision of funds.</a:t>
            </a:r>
          </a:p>
          <a:p>
            <a:pPr algn="just"/>
            <a:r>
              <a:rPr lang="en-US" sz="2400" spc="-5" dirty="0">
                <a:latin typeface="Times New Roman" pitchFamily="18" charset="0"/>
                <a:cs typeface="Times New Roman" pitchFamily="18" charset="0"/>
              </a:rPr>
              <a:t>An </a:t>
            </a:r>
            <a:r>
              <a:rPr lang="en-US" sz="2400" dirty="0">
                <a:latin typeface="Times New Roman" pitchFamily="18" charset="0"/>
                <a:cs typeface="Times New Roman" pitchFamily="18" charset="0"/>
              </a:rPr>
              <a:t>institutional </a:t>
            </a:r>
            <a:r>
              <a:rPr lang="en-US" sz="2400" spc="-5" dirty="0">
                <a:latin typeface="Times New Roman" pitchFamily="18" charset="0"/>
                <a:cs typeface="Times New Roman" pitchFamily="18" charset="0"/>
              </a:rPr>
              <a:t>framework </a:t>
            </a:r>
            <a:r>
              <a:rPr lang="en-US" sz="2400" dirty="0">
                <a:latin typeface="Times New Roman" pitchFamily="18" charset="0"/>
                <a:cs typeface="Times New Roman" pitchFamily="18" charset="0"/>
              </a:rPr>
              <a:t>existing </a:t>
            </a:r>
            <a:r>
              <a:rPr lang="en-US" sz="2400" spc="-5" dirty="0">
                <a:latin typeface="Times New Roman" pitchFamily="18" charset="0"/>
                <a:cs typeface="Times New Roman" pitchFamily="18" charset="0"/>
              </a:rPr>
              <a:t>in </a:t>
            </a:r>
            <a:r>
              <a:rPr lang="en-US" sz="2400" dirty="0">
                <a:latin typeface="Times New Roman" pitchFamily="18" charset="0"/>
                <a:cs typeface="Times New Roman" pitchFamily="18" charset="0"/>
              </a:rPr>
              <a:t>a country  to </a:t>
            </a:r>
            <a:r>
              <a:rPr lang="en-US" sz="2400" spc="-5" dirty="0">
                <a:latin typeface="Times New Roman" pitchFamily="18" charset="0"/>
                <a:cs typeface="Times New Roman" pitchFamily="18" charset="0"/>
              </a:rPr>
              <a:t>enable </a:t>
            </a:r>
            <a:r>
              <a:rPr lang="en-US" sz="2400" dirty="0">
                <a:latin typeface="Times New Roman" pitchFamily="18" charset="0"/>
                <a:cs typeface="Times New Roman" pitchFamily="18" charset="0"/>
              </a:rPr>
              <a:t>financial</a:t>
            </a:r>
            <a:r>
              <a:rPr lang="en-US" sz="2400" spc="5" dirty="0">
                <a:latin typeface="Times New Roman" pitchFamily="18" charset="0"/>
                <a:cs typeface="Times New Roman" pitchFamily="18" charset="0"/>
              </a:rPr>
              <a:t> </a:t>
            </a:r>
            <a:r>
              <a:rPr lang="en-US" sz="2400" dirty="0">
                <a:latin typeface="Times New Roman" pitchFamily="18" charset="0"/>
                <a:cs typeface="Times New Roman" pitchFamily="18" charset="0"/>
              </a:rPr>
              <a:t>transactions </a:t>
            </a:r>
          </a:p>
          <a:p>
            <a:pPr marL="360680" marR="300990" indent="-347980" algn="just">
              <a:spcBef>
                <a:spcPts val="100"/>
              </a:spcBef>
              <a:buClr>
                <a:srgbClr val="669898"/>
              </a:buClr>
              <a:buSzPct val="69642"/>
              <a:buFont typeface="Wingdings"/>
              <a:buChar char=""/>
              <a:tabLst>
                <a:tab pos="360045" algn="l"/>
                <a:tab pos="360680" algn="l"/>
              </a:tabLst>
            </a:pPr>
            <a:r>
              <a:rPr lang="en-US" sz="2400" dirty="0">
                <a:latin typeface="Times New Roman" pitchFamily="18" charset="0"/>
                <a:cs typeface="Times New Roman" pitchFamily="18" charset="0"/>
              </a:rPr>
              <a:t> </a:t>
            </a:r>
            <a:r>
              <a:rPr lang="en-US" sz="2400" spc="-5" dirty="0">
                <a:latin typeface="Times New Roman" pitchFamily="18" charset="0"/>
                <a:cs typeface="Times New Roman" pitchFamily="18" charset="0"/>
              </a:rPr>
              <a:t>Financial </a:t>
            </a:r>
            <a:r>
              <a:rPr lang="en-US" sz="2400" dirty="0">
                <a:latin typeface="Times New Roman" pitchFamily="18" charset="0"/>
                <a:cs typeface="Times New Roman" pitchFamily="18" charset="0"/>
              </a:rPr>
              <a:t>assets (loans, deposits, bonds,  equities, etc.)</a:t>
            </a:r>
          </a:p>
        </p:txBody>
      </p:sp>
      <p:sp>
        <p:nvSpPr>
          <p:cNvPr id="6" name="Date Placeholder 5"/>
          <p:cNvSpPr>
            <a:spLocks noGrp="1"/>
          </p:cNvSpPr>
          <p:nvPr>
            <p:ph type="dt" sz="half" idx="10"/>
          </p:nvPr>
        </p:nvSpPr>
        <p:spPr/>
        <p:txBody>
          <a:bodyPr/>
          <a:lstStyle/>
          <a:p>
            <a:fld id="{C29E2CD4-1BEC-41BC-8A2E-35CEE59A8249}" type="datetime1">
              <a:rPr lang="en-US" smtClean="0"/>
              <a:t>8/20/2025</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18</a:t>
            </a:fld>
            <a:endParaRPr lang="en-US" dirty="0"/>
          </a:p>
        </p:txBody>
      </p:sp>
      <p:sp>
        <p:nvSpPr>
          <p:cNvPr id="8" name="Title 1"/>
          <p:cNvSpPr txBox="1">
            <a:spLocks/>
          </p:cNvSpPr>
          <p:nvPr/>
        </p:nvSpPr>
        <p:spPr>
          <a:xfrm>
            <a:off x="1905000" y="22225"/>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b="1" dirty="0">
                <a:latin typeface="Times New Roman" pitchFamily="18" charset="0"/>
                <a:cs typeface="Times New Roman" pitchFamily="18" charset="0"/>
              </a:rPr>
              <a:t>Introduction </a:t>
            </a:r>
            <a:endParaRPr lang="en-US" sz="2800" dirty="0"/>
          </a:p>
        </p:txBody>
      </p:sp>
      <p:sp>
        <p:nvSpPr>
          <p:cNvPr id="11" name="Footer Placeholder 9"/>
          <p:cNvSpPr>
            <a:spLocks noGrp="1"/>
          </p:cNvSpPr>
          <p:nvPr>
            <p:ph type="ftr" sz="quarter" idx="11"/>
          </p:nvPr>
        </p:nvSpPr>
        <p:spPr>
          <a:xfrm>
            <a:off x="3429000" y="6096000"/>
            <a:ext cx="6477000" cy="609600"/>
          </a:xfrm>
        </p:spPr>
        <p:txBody>
          <a:bodyPr/>
          <a:lstStyle/>
          <a:p>
            <a:r>
              <a:rPr lang="en-US">
                <a:solidFill>
                  <a:schemeClr val="tx1"/>
                </a:solidFill>
              </a:rPr>
              <a:t>Amit Kumar        AOE0770       Finance for Engineers                 Unit 5</a:t>
            </a:r>
            <a:endParaRPr lang="en-US" dirty="0">
              <a:solidFill>
                <a:schemeClr val="tx1"/>
              </a:solidFill>
            </a:endParaRPr>
          </a:p>
        </p:txBody>
      </p:sp>
    </p:spTree>
    <p:extLst>
      <p:ext uri="{BB962C8B-B14F-4D97-AF65-F5344CB8AC3E}">
        <p14:creationId xmlns:p14="http://schemas.microsoft.com/office/powerpoint/2010/main" val="30696260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7652" y="990600"/>
            <a:ext cx="11749548" cy="5105400"/>
          </a:xfrm>
        </p:spPr>
        <p:txBody>
          <a:bodyPr>
            <a:noAutofit/>
          </a:bodyPr>
          <a:lstStyle/>
          <a:p>
            <a:pPr marL="360680" marR="5080" algn="just">
              <a:spcBef>
                <a:spcPts val="700"/>
              </a:spcBef>
            </a:pPr>
            <a:r>
              <a:rPr lang="en-US" sz="2400" spc="-5" dirty="0">
                <a:latin typeface="Times New Roman" pitchFamily="18" charset="0"/>
                <a:cs typeface="Times New Roman" pitchFamily="18" charset="0"/>
              </a:rPr>
              <a:t>Financial institutions </a:t>
            </a:r>
            <a:r>
              <a:rPr lang="en-US" sz="2400" dirty="0">
                <a:latin typeface="Times New Roman" pitchFamily="18" charset="0"/>
                <a:cs typeface="Times New Roman" pitchFamily="18" charset="0"/>
              </a:rPr>
              <a:t>(banks, </a:t>
            </a:r>
            <a:r>
              <a:rPr lang="en-US" sz="2400" spc="-5" dirty="0">
                <a:latin typeface="Times New Roman" pitchFamily="18" charset="0"/>
                <a:cs typeface="Times New Roman" pitchFamily="18" charset="0"/>
              </a:rPr>
              <a:t>mutual </a:t>
            </a:r>
            <a:r>
              <a:rPr lang="en-US" sz="2400" dirty="0">
                <a:latin typeface="Times New Roman" pitchFamily="18" charset="0"/>
                <a:cs typeface="Times New Roman" pitchFamily="18" charset="0"/>
              </a:rPr>
              <a:t>funds,  insurance </a:t>
            </a:r>
            <a:r>
              <a:rPr lang="en-US" sz="2400" spc="-5" dirty="0">
                <a:latin typeface="Times New Roman" pitchFamily="18" charset="0"/>
                <a:cs typeface="Times New Roman" pitchFamily="18" charset="0"/>
              </a:rPr>
              <a:t>companies,</a:t>
            </a:r>
            <a:r>
              <a:rPr lang="en-US" sz="2400" spc="15" dirty="0">
                <a:latin typeface="Times New Roman" pitchFamily="18" charset="0"/>
                <a:cs typeface="Times New Roman" pitchFamily="18" charset="0"/>
              </a:rPr>
              <a:t> </a:t>
            </a:r>
            <a:r>
              <a:rPr lang="en-US" sz="2400" dirty="0">
                <a:latin typeface="Times New Roman" pitchFamily="18" charset="0"/>
                <a:cs typeface="Times New Roman" pitchFamily="18" charset="0"/>
              </a:rPr>
              <a:t>etc.</a:t>
            </a:r>
          </a:p>
          <a:p>
            <a:pPr marL="360680" marR="227329" algn="just">
              <a:spcBef>
                <a:spcPts val="690"/>
              </a:spcBef>
            </a:pPr>
            <a:r>
              <a:rPr lang="en-US" sz="2400" spc="-5" dirty="0">
                <a:latin typeface="Times New Roman" pitchFamily="18" charset="0"/>
                <a:cs typeface="Times New Roman" pitchFamily="18" charset="0"/>
              </a:rPr>
              <a:t>Financial </a:t>
            </a:r>
            <a:r>
              <a:rPr lang="en-US" sz="2400" dirty="0">
                <a:latin typeface="Times New Roman" pitchFamily="18" charset="0"/>
                <a:cs typeface="Times New Roman" pitchFamily="18" charset="0"/>
              </a:rPr>
              <a:t>markets </a:t>
            </a:r>
            <a:r>
              <a:rPr lang="en-US" sz="2400" spc="-5" dirty="0">
                <a:latin typeface="Times New Roman" pitchFamily="18" charset="0"/>
                <a:cs typeface="Times New Roman" pitchFamily="18" charset="0"/>
              </a:rPr>
              <a:t>(money, capital, forex</a:t>
            </a:r>
            <a:r>
              <a:rPr lang="en-US" sz="2400" dirty="0">
                <a:latin typeface="Times New Roman" pitchFamily="18" charset="0"/>
                <a:cs typeface="Times New Roman" pitchFamily="18" charset="0"/>
              </a:rPr>
              <a:t>,</a:t>
            </a:r>
            <a:r>
              <a:rPr lang="en-US" sz="2400" spc="5" dirty="0">
                <a:latin typeface="Times New Roman" pitchFamily="18" charset="0"/>
                <a:cs typeface="Times New Roman" pitchFamily="18" charset="0"/>
              </a:rPr>
              <a:t> </a:t>
            </a:r>
            <a:r>
              <a:rPr lang="en-US" sz="2400" dirty="0">
                <a:latin typeface="Times New Roman" pitchFamily="18" charset="0"/>
                <a:cs typeface="Times New Roman" pitchFamily="18" charset="0"/>
              </a:rPr>
              <a:t>etc.</a:t>
            </a:r>
          </a:p>
          <a:p>
            <a:pPr marL="360680" marR="227329" algn="just">
              <a:spcBef>
                <a:spcPts val="690"/>
              </a:spcBef>
            </a:pPr>
            <a:r>
              <a:rPr lang="en-US" sz="2400" spc="-5" dirty="0">
                <a:latin typeface="Times New Roman" pitchFamily="18" charset="0"/>
                <a:cs typeface="Times New Roman" pitchFamily="18" charset="0"/>
              </a:rPr>
              <a:t>Performs </a:t>
            </a:r>
            <a:r>
              <a:rPr lang="en-US" sz="2400" dirty="0">
                <a:latin typeface="Times New Roman" pitchFamily="18" charset="0"/>
                <a:cs typeface="Times New Roman" pitchFamily="18" charset="0"/>
              </a:rPr>
              <a:t>an </a:t>
            </a:r>
            <a:r>
              <a:rPr lang="en-US" sz="2400" spc="-5" dirty="0">
                <a:latin typeface="Times New Roman" pitchFamily="18" charset="0"/>
                <a:cs typeface="Times New Roman" pitchFamily="18" charset="0"/>
              </a:rPr>
              <a:t>important clearinghouse function, facilitating transactions between payers and payees.</a:t>
            </a:r>
            <a:endParaRPr lang="en-US" sz="2400" dirty="0">
              <a:latin typeface="Times New Roman" pitchFamily="18" charset="0"/>
              <a:cs typeface="Times New Roman" pitchFamily="18" charset="0"/>
            </a:endParaRPr>
          </a:p>
          <a:p>
            <a:pPr algn="just">
              <a:buNone/>
            </a:pPr>
            <a:endParaRPr lang="en-US" sz="2400" dirty="0">
              <a:latin typeface="Times New Roman" pitchFamily="18" charset="0"/>
              <a:cs typeface="Times New Roman" pitchFamily="18" charset="0"/>
            </a:endParaRPr>
          </a:p>
          <a:p>
            <a:pPr algn="just">
              <a:buNone/>
            </a:pPr>
            <a:endParaRPr lang="en-US" sz="2400" dirty="0">
              <a:latin typeface="Times New Roman" pitchFamily="18" charset="0"/>
              <a:cs typeface="Times New Roman" pitchFamily="18" charset="0"/>
            </a:endParaRPr>
          </a:p>
          <a:p>
            <a:pPr algn="just"/>
            <a:endParaRPr lang="en-US" sz="2400" dirty="0">
              <a:latin typeface="Times New Roman" pitchFamily="18" charset="0"/>
              <a:cs typeface="Times New Roman" pitchFamily="18" charset="0"/>
            </a:endParaRPr>
          </a:p>
          <a:p>
            <a:pPr algn="just"/>
            <a:endParaRPr lang="en-US" sz="2400" dirty="0">
              <a:latin typeface="Times New Roman" pitchFamily="18" charset="0"/>
              <a:cs typeface="Times New Roman" pitchFamily="18" charset="0"/>
            </a:endParaRPr>
          </a:p>
        </p:txBody>
      </p:sp>
      <p:sp>
        <p:nvSpPr>
          <p:cNvPr id="6" name="Date Placeholder 5"/>
          <p:cNvSpPr>
            <a:spLocks noGrp="1"/>
          </p:cNvSpPr>
          <p:nvPr>
            <p:ph type="dt" sz="half" idx="10"/>
          </p:nvPr>
        </p:nvSpPr>
        <p:spPr/>
        <p:txBody>
          <a:bodyPr/>
          <a:lstStyle/>
          <a:p>
            <a:fld id="{46F6DAD8-7C45-4139-91EA-4C1792BC3CCF}" type="datetime1">
              <a:rPr lang="en-US" smtClean="0"/>
              <a:t>8/20/2025</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19</a:t>
            </a:fld>
            <a:endParaRPr lang="en-US" dirty="0"/>
          </a:p>
        </p:txBody>
      </p:sp>
      <p:sp>
        <p:nvSpPr>
          <p:cNvPr id="8" name="Title 1"/>
          <p:cNvSpPr txBox="1">
            <a:spLocks/>
          </p:cNvSpPr>
          <p:nvPr/>
        </p:nvSpPr>
        <p:spPr>
          <a:xfrm>
            <a:off x="1890252" y="0"/>
            <a:ext cx="10301748"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b="1" dirty="0">
                <a:latin typeface="Times New Roman" pitchFamily="18" charset="0"/>
                <a:cs typeface="Times New Roman" pitchFamily="18" charset="0"/>
              </a:rPr>
              <a:t>Introduction </a:t>
            </a:r>
            <a:endParaRPr lang="en-US" sz="2800" dirty="0"/>
          </a:p>
        </p:txBody>
      </p:sp>
      <p:sp>
        <p:nvSpPr>
          <p:cNvPr id="11" name="Footer Placeholder 9"/>
          <p:cNvSpPr>
            <a:spLocks noGrp="1"/>
          </p:cNvSpPr>
          <p:nvPr>
            <p:ph type="ftr" sz="quarter" idx="11"/>
          </p:nvPr>
        </p:nvSpPr>
        <p:spPr>
          <a:xfrm>
            <a:off x="3429000" y="6096000"/>
            <a:ext cx="6477000" cy="609600"/>
          </a:xfrm>
        </p:spPr>
        <p:txBody>
          <a:bodyPr/>
          <a:lstStyle/>
          <a:p>
            <a:r>
              <a:rPr lang="en-US">
                <a:solidFill>
                  <a:schemeClr val="tx1"/>
                </a:solidFill>
              </a:rPr>
              <a:t>Amit Kumar        AOE0770       Finance for Engineers                 Unit 5</a:t>
            </a:r>
            <a:endParaRPr lang="en-US" dirty="0">
              <a:solidFill>
                <a:schemeClr val="tx1"/>
              </a:solidFill>
            </a:endParaRPr>
          </a:p>
        </p:txBody>
      </p:sp>
    </p:spTree>
    <p:extLst>
      <p:ext uri="{BB962C8B-B14F-4D97-AF65-F5344CB8AC3E}">
        <p14:creationId xmlns:p14="http://schemas.microsoft.com/office/powerpoint/2010/main" val="13312965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990600"/>
            <a:ext cx="11887200" cy="5257800"/>
          </a:xfrm>
        </p:spPr>
        <p:txBody>
          <a:bodyPr>
            <a:normAutofit/>
          </a:bodyPr>
          <a:lstStyle/>
          <a:p>
            <a:pPr algn="just"/>
            <a:r>
              <a:rPr lang="en-US" sz="2400" dirty="0">
                <a:latin typeface="Times New Roman" pitchFamily="18" charset="0"/>
                <a:cs typeface="Times New Roman" pitchFamily="18" charset="0"/>
              </a:rPr>
              <a:t>Enable channelizing funds </a:t>
            </a:r>
            <a:r>
              <a:rPr lang="en-US" sz="2400" spc="-5" dirty="0">
                <a:latin typeface="Times New Roman" pitchFamily="18" charset="0"/>
                <a:cs typeface="Times New Roman" pitchFamily="18" charset="0"/>
              </a:rPr>
              <a:t>from </a:t>
            </a:r>
            <a:r>
              <a:rPr lang="en-US" sz="2400" dirty="0">
                <a:latin typeface="Times New Roman" pitchFamily="18" charset="0"/>
                <a:cs typeface="Times New Roman" pitchFamily="18" charset="0"/>
              </a:rPr>
              <a:t>surplus units </a:t>
            </a:r>
            <a:r>
              <a:rPr lang="en-US" sz="2400" spc="-5" dirty="0">
                <a:latin typeface="Times New Roman" pitchFamily="18" charset="0"/>
                <a:cs typeface="Times New Roman" pitchFamily="18" charset="0"/>
              </a:rPr>
              <a:t>to  deficit</a:t>
            </a:r>
            <a:r>
              <a:rPr lang="en-US" sz="2400" spc="-15" dirty="0">
                <a:latin typeface="Times New Roman" pitchFamily="18" charset="0"/>
                <a:cs typeface="Times New Roman" pitchFamily="18" charset="0"/>
              </a:rPr>
              <a:t> </a:t>
            </a:r>
            <a:r>
              <a:rPr lang="en-US" sz="2400" spc="-5" dirty="0">
                <a:latin typeface="Times New Roman" pitchFamily="18" charset="0"/>
                <a:cs typeface="Times New Roman" pitchFamily="18" charset="0"/>
              </a:rPr>
              <a:t>units</a:t>
            </a:r>
          </a:p>
          <a:p>
            <a:pPr marL="327025" marR="186690" algn="just">
              <a:spcBef>
                <a:spcPts val="650"/>
              </a:spcBef>
            </a:pPr>
            <a:r>
              <a:rPr lang="en-US" sz="2400" dirty="0">
                <a:latin typeface="Times New Roman" pitchFamily="18" charset="0"/>
                <a:cs typeface="Times New Roman" pitchFamily="18" charset="0"/>
              </a:rPr>
              <a:t>There </a:t>
            </a:r>
            <a:r>
              <a:rPr lang="en-US" sz="2400" spc="-5" dirty="0">
                <a:latin typeface="Times New Roman" pitchFamily="18" charset="0"/>
                <a:cs typeface="Times New Roman" pitchFamily="18" charset="0"/>
              </a:rPr>
              <a:t>are </a:t>
            </a:r>
            <a:r>
              <a:rPr lang="en-US" sz="2400" dirty="0">
                <a:latin typeface="Times New Roman" pitchFamily="18" charset="0"/>
                <a:cs typeface="Times New Roman" pitchFamily="18" charset="0"/>
              </a:rPr>
              <a:t>instruments </a:t>
            </a:r>
            <a:r>
              <a:rPr lang="en-US" sz="2400" spc="-5" dirty="0">
                <a:latin typeface="Times New Roman" pitchFamily="18" charset="0"/>
                <a:cs typeface="Times New Roman" pitchFamily="18" charset="0"/>
              </a:rPr>
              <a:t>for </a:t>
            </a:r>
            <a:r>
              <a:rPr lang="en-US" sz="2400" spc="5" dirty="0">
                <a:latin typeface="Times New Roman" pitchFamily="18" charset="0"/>
                <a:cs typeface="Times New Roman" pitchFamily="18" charset="0"/>
              </a:rPr>
              <a:t>savers such </a:t>
            </a:r>
            <a:r>
              <a:rPr lang="en-US" sz="2400" dirty="0">
                <a:latin typeface="Times New Roman" pitchFamily="18" charset="0"/>
                <a:cs typeface="Times New Roman" pitchFamily="18" charset="0"/>
              </a:rPr>
              <a:t>as deposits,  equities, mutual </a:t>
            </a:r>
            <a:r>
              <a:rPr lang="en-US" sz="2400" spc="-5" dirty="0">
                <a:latin typeface="Times New Roman" pitchFamily="18" charset="0"/>
                <a:cs typeface="Times New Roman" pitchFamily="18" charset="0"/>
              </a:rPr>
              <a:t>fund </a:t>
            </a:r>
            <a:r>
              <a:rPr lang="en-US" sz="2400" dirty="0">
                <a:latin typeface="Times New Roman" pitchFamily="18" charset="0"/>
                <a:cs typeface="Times New Roman" pitchFamily="18" charset="0"/>
              </a:rPr>
              <a:t>units,</a:t>
            </a:r>
            <a:r>
              <a:rPr lang="en-US" sz="2400" spc="-30" dirty="0">
                <a:latin typeface="Times New Roman" pitchFamily="18" charset="0"/>
                <a:cs typeface="Times New Roman" pitchFamily="18" charset="0"/>
              </a:rPr>
              <a:t> </a:t>
            </a:r>
            <a:r>
              <a:rPr lang="en-US" sz="2400" spc="-5" dirty="0">
                <a:latin typeface="Times New Roman" pitchFamily="18" charset="0"/>
                <a:cs typeface="Times New Roman" pitchFamily="18" charset="0"/>
              </a:rPr>
              <a:t>etc.</a:t>
            </a:r>
          </a:p>
          <a:p>
            <a:pPr marL="327025" marR="5080" algn="just">
              <a:spcBef>
                <a:spcPts val="640"/>
              </a:spcBef>
            </a:pPr>
            <a:r>
              <a:rPr lang="en-US" sz="2400" dirty="0">
                <a:latin typeface="Times New Roman" pitchFamily="18" charset="0"/>
                <a:cs typeface="Times New Roman" pitchFamily="18" charset="0"/>
              </a:rPr>
              <a:t>There </a:t>
            </a:r>
            <a:r>
              <a:rPr lang="en-US" sz="2400" spc="-5" dirty="0">
                <a:latin typeface="Times New Roman" pitchFamily="18" charset="0"/>
                <a:cs typeface="Times New Roman" pitchFamily="18" charset="0"/>
              </a:rPr>
              <a:t>are </a:t>
            </a:r>
            <a:r>
              <a:rPr lang="en-US" sz="2400" dirty="0">
                <a:latin typeface="Times New Roman" pitchFamily="18" charset="0"/>
                <a:cs typeface="Times New Roman" pitchFamily="18" charset="0"/>
              </a:rPr>
              <a:t>instruments </a:t>
            </a:r>
            <a:r>
              <a:rPr lang="en-US" sz="2400" spc="-5" dirty="0">
                <a:latin typeface="Times New Roman" pitchFamily="18" charset="0"/>
                <a:cs typeface="Times New Roman" pitchFamily="18" charset="0"/>
              </a:rPr>
              <a:t>for </a:t>
            </a:r>
            <a:r>
              <a:rPr lang="en-US" sz="2400" dirty="0">
                <a:latin typeface="Times New Roman" pitchFamily="18" charset="0"/>
                <a:cs typeface="Times New Roman" pitchFamily="18" charset="0"/>
              </a:rPr>
              <a:t>borrowers </a:t>
            </a:r>
            <a:r>
              <a:rPr lang="en-US" sz="2400" spc="5" dirty="0">
                <a:latin typeface="Times New Roman" pitchFamily="18" charset="0"/>
                <a:cs typeface="Times New Roman" pitchFamily="18" charset="0"/>
              </a:rPr>
              <a:t>such </a:t>
            </a:r>
            <a:r>
              <a:rPr lang="en-US" sz="2400" dirty="0">
                <a:latin typeface="Times New Roman" pitchFamily="18" charset="0"/>
                <a:cs typeface="Times New Roman" pitchFamily="18" charset="0"/>
              </a:rPr>
              <a:t>as loans,  overdrafts,</a:t>
            </a:r>
            <a:r>
              <a:rPr lang="en-US" sz="2400" spc="-15" dirty="0">
                <a:latin typeface="Times New Roman" pitchFamily="18" charset="0"/>
                <a:cs typeface="Times New Roman" pitchFamily="18" charset="0"/>
              </a:rPr>
              <a:t> </a:t>
            </a:r>
            <a:r>
              <a:rPr lang="en-US" sz="2400" dirty="0">
                <a:latin typeface="Times New Roman" pitchFamily="18" charset="0"/>
                <a:cs typeface="Times New Roman" pitchFamily="18" charset="0"/>
              </a:rPr>
              <a:t>etc.</a:t>
            </a:r>
          </a:p>
          <a:p>
            <a:pPr marL="327025" marR="903605" algn="just">
              <a:spcBef>
                <a:spcPts val="650"/>
              </a:spcBef>
            </a:pPr>
            <a:r>
              <a:rPr lang="en-US" sz="2400" dirty="0">
                <a:latin typeface="Times New Roman" pitchFamily="18" charset="0"/>
                <a:cs typeface="Times New Roman" pitchFamily="18" charset="0"/>
              </a:rPr>
              <a:t>Like businesses, governments </a:t>
            </a:r>
            <a:r>
              <a:rPr lang="en-US" sz="2400" spc="-5" dirty="0">
                <a:latin typeface="Times New Roman" pitchFamily="18" charset="0"/>
                <a:cs typeface="Times New Roman" pitchFamily="18" charset="0"/>
              </a:rPr>
              <a:t>too </a:t>
            </a:r>
            <a:r>
              <a:rPr lang="en-US" sz="2400" dirty="0">
                <a:latin typeface="Times New Roman" pitchFamily="18" charset="0"/>
                <a:cs typeface="Times New Roman" pitchFamily="18" charset="0"/>
              </a:rPr>
              <a:t>raise funds  through issuing of bonds, Treasury bills,</a:t>
            </a:r>
            <a:r>
              <a:rPr lang="en-US" sz="2400" spc="-55" dirty="0">
                <a:latin typeface="Times New Roman" pitchFamily="18" charset="0"/>
                <a:cs typeface="Times New Roman" pitchFamily="18" charset="0"/>
              </a:rPr>
              <a:t> </a:t>
            </a:r>
            <a:r>
              <a:rPr lang="en-US" sz="2400" dirty="0">
                <a:latin typeface="Times New Roman" pitchFamily="18" charset="0"/>
                <a:cs typeface="Times New Roman" pitchFamily="18" charset="0"/>
              </a:rPr>
              <a:t>etc.</a:t>
            </a:r>
          </a:p>
          <a:p>
            <a:pPr marL="327025" marR="260985" algn="just">
              <a:spcBef>
                <a:spcPts val="640"/>
              </a:spcBef>
            </a:pPr>
            <a:r>
              <a:rPr lang="en-US" sz="2400" dirty="0">
                <a:latin typeface="Times New Roman" pitchFamily="18" charset="0"/>
                <a:cs typeface="Times New Roman" pitchFamily="18" charset="0"/>
              </a:rPr>
              <a:t>Instruments like </a:t>
            </a:r>
            <a:r>
              <a:rPr lang="en-US" sz="2400" spc="5" dirty="0">
                <a:latin typeface="Times New Roman" pitchFamily="18" charset="0"/>
                <a:cs typeface="Times New Roman" pitchFamily="18" charset="0"/>
              </a:rPr>
              <a:t>PPF, </a:t>
            </a:r>
            <a:r>
              <a:rPr lang="en-US" sz="2400" dirty="0">
                <a:latin typeface="Times New Roman" pitchFamily="18" charset="0"/>
                <a:cs typeface="Times New Roman" pitchFamily="18" charset="0"/>
              </a:rPr>
              <a:t>KVP,(Kisan vikas Patra) etc. </a:t>
            </a:r>
            <a:r>
              <a:rPr lang="en-US" sz="2400" spc="-5" dirty="0">
                <a:latin typeface="Times New Roman" pitchFamily="18" charset="0"/>
                <a:cs typeface="Times New Roman" pitchFamily="18" charset="0"/>
              </a:rPr>
              <a:t>are </a:t>
            </a:r>
            <a:r>
              <a:rPr lang="en-US" sz="2400" dirty="0">
                <a:latin typeface="Times New Roman" pitchFamily="18" charset="0"/>
                <a:cs typeface="Times New Roman" pitchFamily="18" charset="0"/>
              </a:rPr>
              <a:t>available </a:t>
            </a:r>
            <a:r>
              <a:rPr lang="en-US" sz="2400" spc="-5" dirty="0">
                <a:latin typeface="Times New Roman" pitchFamily="18" charset="0"/>
                <a:cs typeface="Times New Roman" pitchFamily="18" charset="0"/>
              </a:rPr>
              <a:t>to  </a:t>
            </a:r>
            <a:r>
              <a:rPr lang="en-US" sz="2400" dirty="0">
                <a:latin typeface="Times New Roman" pitchFamily="18" charset="0"/>
                <a:cs typeface="Times New Roman" pitchFamily="18" charset="0"/>
              </a:rPr>
              <a:t>savers </a:t>
            </a:r>
            <a:r>
              <a:rPr lang="en-US" sz="2400" spc="5" dirty="0">
                <a:latin typeface="Times New Roman" pitchFamily="18" charset="0"/>
                <a:cs typeface="Times New Roman" pitchFamily="18" charset="0"/>
              </a:rPr>
              <a:t>who </a:t>
            </a:r>
            <a:r>
              <a:rPr lang="en-US" sz="2400" dirty="0">
                <a:latin typeface="Times New Roman" pitchFamily="18" charset="0"/>
                <a:cs typeface="Times New Roman" pitchFamily="18" charset="0"/>
              </a:rPr>
              <a:t>wish </a:t>
            </a:r>
            <a:r>
              <a:rPr lang="en-US" sz="2400" spc="-5" dirty="0">
                <a:latin typeface="Times New Roman" pitchFamily="18" charset="0"/>
                <a:cs typeface="Times New Roman" pitchFamily="18" charset="0"/>
              </a:rPr>
              <a:t>to </a:t>
            </a:r>
            <a:r>
              <a:rPr lang="en-US" sz="2400" dirty="0">
                <a:latin typeface="Times New Roman" pitchFamily="18" charset="0"/>
                <a:cs typeface="Times New Roman" pitchFamily="18" charset="0"/>
              </a:rPr>
              <a:t>lend money </a:t>
            </a:r>
            <a:r>
              <a:rPr lang="en-US" sz="2400" spc="-5" dirty="0">
                <a:latin typeface="Times New Roman" pitchFamily="18" charset="0"/>
                <a:cs typeface="Times New Roman" pitchFamily="18" charset="0"/>
              </a:rPr>
              <a:t>to the</a:t>
            </a:r>
            <a:r>
              <a:rPr lang="en-US" sz="2400" dirty="0">
                <a:latin typeface="Times New Roman" pitchFamily="18" charset="0"/>
                <a:cs typeface="Times New Roman" pitchFamily="18" charset="0"/>
              </a:rPr>
              <a:t> government</a:t>
            </a:r>
            <a:endParaRPr lang="en-US" sz="2400" spc="-5" dirty="0">
              <a:latin typeface="Times New Roman" pitchFamily="18" charset="0"/>
              <a:cs typeface="Times New Roman" pitchFamily="18" charset="0"/>
            </a:endParaRPr>
          </a:p>
          <a:p>
            <a:pPr algn="just"/>
            <a:endParaRPr lang="en-US" sz="2400" dirty="0">
              <a:latin typeface="Times New Roman" pitchFamily="18" charset="0"/>
              <a:cs typeface="Times New Roman" pitchFamily="18" charset="0"/>
            </a:endParaRPr>
          </a:p>
          <a:p>
            <a:pPr algn="just"/>
            <a:endParaRPr lang="en-US" sz="2400" spc="-5" dirty="0">
              <a:latin typeface="Times New Roman" pitchFamily="18" charset="0"/>
              <a:cs typeface="Times New Roman" pitchFamily="18" charset="0"/>
            </a:endParaRPr>
          </a:p>
          <a:p>
            <a:pPr algn="just"/>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0CF30B91-19E6-4851-AE65-4F816D335065}" type="datetime1">
              <a:rPr lang="en-US" smtClean="0"/>
              <a:t>8/20/2025</a:t>
            </a:fld>
            <a:endParaRPr lang="en-US" dirty="0"/>
          </a:p>
        </p:txBody>
      </p:sp>
      <p:sp>
        <p:nvSpPr>
          <p:cNvPr id="5" name="Footer Placeholder 4"/>
          <p:cNvSpPr>
            <a:spLocks noGrp="1"/>
          </p:cNvSpPr>
          <p:nvPr>
            <p:ph type="ftr" sz="quarter" idx="11"/>
          </p:nvPr>
        </p:nvSpPr>
        <p:spPr>
          <a:xfrm>
            <a:off x="3048000" y="6356351"/>
            <a:ext cx="6629400" cy="365125"/>
          </a:xfrm>
        </p:spPr>
        <p:txBody>
          <a:bodyPr/>
          <a:lstStyle/>
          <a:p>
            <a:r>
              <a:rPr lang="en-US">
                <a:solidFill>
                  <a:schemeClr val="tx1"/>
                </a:solidFill>
              </a:rPr>
              <a:t>Amit Kumar        AOE0770       Finance for Engineers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dirty="0"/>
          </a:p>
        </p:txBody>
      </p:sp>
      <p:sp>
        <p:nvSpPr>
          <p:cNvPr id="8" name="Title 1"/>
          <p:cNvSpPr txBox="1">
            <a:spLocks noGrp="1"/>
          </p:cNvSpPr>
          <p:nvPr>
            <p:ph type="title"/>
          </p:nvPr>
        </p:nvSpPr>
        <p:spPr>
          <a:xfrm>
            <a:off x="1905000" y="0"/>
            <a:ext cx="10287000" cy="6858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800" b="1" spc="-5" dirty="0">
                <a:latin typeface="Times New Roman" pitchFamily="18" charset="0"/>
                <a:cs typeface="Times New Roman" pitchFamily="18" charset="0"/>
              </a:rPr>
              <a:t>Financial Assets/Instruments</a:t>
            </a:r>
          </a:p>
        </p:txBody>
      </p:sp>
    </p:spTree>
    <p:extLst>
      <p:ext uri="{BB962C8B-B14F-4D97-AF65-F5344CB8AC3E}">
        <p14:creationId xmlns:p14="http://schemas.microsoft.com/office/powerpoint/2010/main" val="41226999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990600"/>
            <a:ext cx="11582400" cy="5257800"/>
          </a:xfrm>
        </p:spPr>
        <p:txBody>
          <a:bodyPr>
            <a:normAutofit/>
          </a:bodyPr>
          <a:lstStyle/>
          <a:p>
            <a:pPr algn="just"/>
            <a:r>
              <a:rPr lang="en-US" sz="2400" dirty="0">
                <a:latin typeface="Times New Roman" pitchFamily="18" charset="0"/>
                <a:cs typeface="Times New Roman" pitchFamily="18" charset="0"/>
              </a:rPr>
              <a:t>Major </a:t>
            </a:r>
            <a:r>
              <a:rPr lang="en-US" sz="2400" spc="-5" dirty="0">
                <a:latin typeface="Times New Roman" pitchFamily="18" charset="0"/>
                <a:cs typeface="Times New Roman" pitchFamily="18" charset="0"/>
              </a:rPr>
              <a:t>Financial</a:t>
            </a:r>
            <a:r>
              <a:rPr lang="en-US" sz="2400" spc="-35" dirty="0">
                <a:latin typeface="Times New Roman" pitchFamily="18" charset="0"/>
                <a:cs typeface="Times New Roman" pitchFamily="18" charset="0"/>
              </a:rPr>
              <a:t> </a:t>
            </a:r>
            <a:r>
              <a:rPr lang="en-US" sz="2400" spc="-5" dirty="0">
                <a:latin typeface="Times New Roman" pitchFamily="18" charset="0"/>
                <a:cs typeface="Times New Roman" pitchFamily="18" charset="0"/>
              </a:rPr>
              <a:t>Instruments</a:t>
            </a:r>
          </a:p>
          <a:p>
            <a:pPr marL="393700" algn="just">
              <a:spcBef>
                <a:spcPts val="850"/>
              </a:spcBef>
              <a:buClr>
                <a:srgbClr val="330066"/>
              </a:buClr>
              <a:buSzPct val="70000"/>
              <a:buFont typeface="Wingdings"/>
              <a:buChar char=""/>
              <a:tabLst>
                <a:tab pos="393065" algn="l"/>
                <a:tab pos="393700" algn="l"/>
              </a:tabLst>
            </a:pPr>
            <a:r>
              <a:rPr lang="en-US" sz="2400" spc="-5" dirty="0">
                <a:latin typeface="Times New Roman" pitchFamily="18" charset="0"/>
                <a:cs typeface="Times New Roman" pitchFamily="18" charset="0"/>
              </a:rPr>
              <a:t>Money</a:t>
            </a:r>
            <a:endParaRPr lang="en-US" sz="2400" dirty="0">
              <a:latin typeface="Times New Roman" pitchFamily="18" charset="0"/>
              <a:cs typeface="Times New Roman" pitchFamily="18" charset="0"/>
            </a:endParaRPr>
          </a:p>
          <a:p>
            <a:pPr marL="393700" algn="just">
              <a:spcBef>
                <a:spcPts val="750"/>
              </a:spcBef>
              <a:buClr>
                <a:srgbClr val="330066"/>
              </a:buClr>
              <a:buSzPct val="70000"/>
              <a:buFont typeface="Wingdings"/>
              <a:buChar char=""/>
              <a:tabLst>
                <a:tab pos="393065" algn="l"/>
                <a:tab pos="393700" algn="l"/>
              </a:tabLst>
            </a:pPr>
            <a:r>
              <a:rPr lang="en-US" sz="2400" dirty="0">
                <a:latin typeface="Times New Roman" pitchFamily="18" charset="0"/>
                <a:cs typeface="Times New Roman" pitchFamily="18" charset="0"/>
              </a:rPr>
              <a:t>Savings</a:t>
            </a:r>
            <a:r>
              <a:rPr lang="en-US" sz="2400" spc="-10" dirty="0">
                <a:latin typeface="Times New Roman" pitchFamily="18" charset="0"/>
                <a:cs typeface="Times New Roman" pitchFamily="18" charset="0"/>
              </a:rPr>
              <a:t> </a:t>
            </a:r>
            <a:r>
              <a:rPr lang="en-US" sz="2400" spc="-5" dirty="0">
                <a:latin typeface="Times New Roman" pitchFamily="18" charset="0"/>
                <a:cs typeface="Times New Roman" pitchFamily="18" charset="0"/>
              </a:rPr>
              <a:t>account</a:t>
            </a:r>
            <a:endParaRPr lang="en-US" sz="2400" dirty="0">
              <a:latin typeface="Times New Roman" pitchFamily="18" charset="0"/>
              <a:cs typeface="Times New Roman" pitchFamily="18" charset="0"/>
            </a:endParaRPr>
          </a:p>
          <a:p>
            <a:pPr marL="393700" algn="just">
              <a:spcBef>
                <a:spcPts val="740"/>
              </a:spcBef>
              <a:buClr>
                <a:srgbClr val="330066"/>
              </a:buClr>
              <a:buSzPct val="70000"/>
              <a:buFont typeface="Wingdings"/>
              <a:buChar char=""/>
              <a:tabLst>
                <a:tab pos="393065" algn="l"/>
                <a:tab pos="393700" algn="l"/>
              </a:tabLst>
            </a:pPr>
            <a:r>
              <a:rPr lang="en-US" sz="2400" dirty="0">
                <a:latin typeface="Times New Roman" pitchFamily="18" charset="0"/>
                <a:cs typeface="Times New Roman" pitchFamily="18" charset="0"/>
              </a:rPr>
              <a:t>Credit </a:t>
            </a:r>
            <a:r>
              <a:rPr lang="en-US" sz="2400" spc="-5" dirty="0">
                <a:latin typeface="Times New Roman" pitchFamily="18" charset="0"/>
                <a:cs typeface="Times New Roman" pitchFamily="18" charset="0"/>
              </a:rPr>
              <a:t>market Instruments-bonds,</a:t>
            </a:r>
            <a:r>
              <a:rPr lang="en-US" sz="2400" spc="-60" dirty="0">
                <a:latin typeface="Times New Roman" pitchFamily="18" charset="0"/>
                <a:cs typeface="Times New Roman" pitchFamily="18" charset="0"/>
              </a:rPr>
              <a:t> </a:t>
            </a:r>
            <a:r>
              <a:rPr lang="en-US" sz="2400" spc="-5" dirty="0">
                <a:latin typeface="Times New Roman" pitchFamily="18" charset="0"/>
                <a:cs typeface="Times New Roman" pitchFamily="18" charset="0"/>
              </a:rPr>
              <a:t>mortgages</a:t>
            </a:r>
            <a:endParaRPr lang="en-US" sz="2400" dirty="0">
              <a:latin typeface="Times New Roman" pitchFamily="18" charset="0"/>
              <a:cs typeface="Times New Roman" pitchFamily="18" charset="0"/>
            </a:endParaRPr>
          </a:p>
          <a:p>
            <a:pPr marL="393700" algn="just">
              <a:spcBef>
                <a:spcPts val="750"/>
              </a:spcBef>
              <a:buClr>
                <a:srgbClr val="330066"/>
              </a:buClr>
              <a:buSzPct val="70000"/>
              <a:buFont typeface="Wingdings"/>
              <a:buChar char=""/>
              <a:tabLst>
                <a:tab pos="393065" algn="l"/>
                <a:tab pos="393700" algn="l"/>
              </a:tabLst>
            </a:pPr>
            <a:r>
              <a:rPr lang="en-US" sz="2400" spc="-5" dirty="0">
                <a:latin typeface="Times New Roman" pitchFamily="18" charset="0"/>
                <a:cs typeface="Times New Roman" pitchFamily="18" charset="0"/>
              </a:rPr>
              <a:t>Common Stocks</a:t>
            </a:r>
            <a:endParaRPr lang="en-US" sz="2400" dirty="0">
              <a:latin typeface="Times New Roman" pitchFamily="18" charset="0"/>
              <a:cs typeface="Times New Roman" pitchFamily="18" charset="0"/>
            </a:endParaRPr>
          </a:p>
          <a:p>
            <a:pPr marL="393700" algn="just">
              <a:spcBef>
                <a:spcPts val="740"/>
              </a:spcBef>
              <a:buClr>
                <a:srgbClr val="330066"/>
              </a:buClr>
              <a:buSzPct val="70000"/>
              <a:buFont typeface="Wingdings"/>
              <a:buChar char=""/>
              <a:tabLst>
                <a:tab pos="393065" algn="l"/>
                <a:tab pos="393700" algn="l"/>
              </a:tabLst>
            </a:pPr>
            <a:r>
              <a:rPr lang="en-US" sz="2400" spc="-5" dirty="0">
                <a:latin typeface="Times New Roman" pitchFamily="18" charset="0"/>
                <a:cs typeface="Times New Roman" pitchFamily="18" charset="0"/>
              </a:rPr>
              <a:t>Money market funds </a:t>
            </a:r>
            <a:r>
              <a:rPr lang="en-US" sz="2400" dirty="0">
                <a:latin typeface="Times New Roman" pitchFamily="18" charset="0"/>
                <a:cs typeface="Times New Roman" pitchFamily="18" charset="0"/>
              </a:rPr>
              <a:t>and </a:t>
            </a:r>
            <a:r>
              <a:rPr lang="en-US" sz="2400" spc="-5" dirty="0">
                <a:latin typeface="Times New Roman" pitchFamily="18" charset="0"/>
                <a:cs typeface="Times New Roman" pitchFamily="18" charset="0"/>
              </a:rPr>
              <a:t>mutual</a:t>
            </a:r>
            <a:r>
              <a:rPr lang="en-US" sz="2400" spc="-35" dirty="0">
                <a:latin typeface="Times New Roman" pitchFamily="18" charset="0"/>
                <a:cs typeface="Times New Roman" pitchFamily="18" charset="0"/>
              </a:rPr>
              <a:t> </a:t>
            </a:r>
            <a:r>
              <a:rPr lang="en-US" sz="2400" spc="-5" dirty="0">
                <a:latin typeface="Times New Roman" pitchFamily="18" charset="0"/>
                <a:cs typeface="Times New Roman" pitchFamily="18" charset="0"/>
              </a:rPr>
              <a:t>funds</a:t>
            </a:r>
            <a:endParaRPr lang="en-US" sz="2400" dirty="0">
              <a:latin typeface="Times New Roman" pitchFamily="18" charset="0"/>
              <a:cs typeface="Times New Roman" pitchFamily="18" charset="0"/>
            </a:endParaRPr>
          </a:p>
          <a:p>
            <a:pPr marL="393700" algn="just">
              <a:spcBef>
                <a:spcPts val="750"/>
              </a:spcBef>
              <a:buClr>
                <a:srgbClr val="330066"/>
              </a:buClr>
              <a:buSzPct val="70000"/>
              <a:buFont typeface="Wingdings"/>
              <a:buChar char=""/>
              <a:tabLst>
                <a:tab pos="393065" algn="l"/>
                <a:tab pos="393700" algn="l"/>
              </a:tabLst>
            </a:pPr>
            <a:r>
              <a:rPr lang="en-US" sz="2400" dirty="0">
                <a:latin typeface="Times New Roman" pitchFamily="18" charset="0"/>
                <a:cs typeface="Times New Roman" pitchFamily="18" charset="0"/>
              </a:rPr>
              <a:t>Pension</a:t>
            </a:r>
            <a:r>
              <a:rPr lang="en-US" sz="2400" spc="-20" dirty="0">
                <a:latin typeface="Times New Roman" pitchFamily="18" charset="0"/>
                <a:cs typeface="Times New Roman" pitchFamily="18" charset="0"/>
              </a:rPr>
              <a:t> </a:t>
            </a:r>
            <a:r>
              <a:rPr lang="en-US" sz="2400" spc="-5" dirty="0">
                <a:latin typeface="Times New Roman" pitchFamily="18" charset="0"/>
                <a:cs typeface="Times New Roman" pitchFamily="18" charset="0"/>
              </a:rPr>
              <a:t>funds</a:t>
            </a:r>
            <a:endParaRPr lang="en-US" sz="2400" dirty="0">
              <a:latin typeface="Times New Roman" pitchFamily="18" charset="0"/>
              <a:cs typeface="Times New Roman" pitchFamily="18" charset="0"/>
            </a:endParaRPr>
          </a:p>
          <a:p>
            <a:pPr marL="393700" algn="just">
              <a:spcBef>
                <a:spcPts val="740"/>
              </a:spcBef>
              <a:buClr>
                <a:srgbClr val="330066"/>
              </a:buClr>
              <a:buSzPct val="70000"/>
              <a:buFont typeface="Wingdings"/>
              <a:buChar char=""/>
              <a:tabLst>
                <a:tab pos="393065" algn="l"/>
                <a:tab pos="393700" algn="l"/>
              </a:tabLst>
            </a:pPr>
            <a:r>
              <a:rPr lang="en-US" sz="2400" spc="-5" dirty="0">
                <a:latin typeface="Times New Roman" pitchFamily="18" charset="0"/>
                <a:cs typeface="Times New Roman" pitchFamily="18" charset="0"/>
              </a:rPr>
              <a:t>Financial Derivatives</a:t>
            </a:r>
            <a:endParaRPr lang="en-US" sz="2400" dirty="0">
              <a:latin typeface="Times New Roman" pitchFamily="18" charset="0"/>
              <a:cs typeface="Times New Roman" pitchFamily="18" charset="0"/>
            </a:endParaRPr>
          </a:p>
          <a:p>
            <a:endParaRPr lang="en-US" sz="1800" dirty="0">
              <a:latin typeface="Times New Roman" pitchFamily="18" charset="0"/>
              <a:cs typeface="Times New Roman" pitchFamily="18" charset="0"/>
            </a:endParaRPr>
          </a:p>
          <a:p>
            <a:endParaRPr lang="en-US" sz="2200" spc="-5" dirty="0">
              <a:latin typeface="Times New Roman" pitchFamily="18" charset="0"/>
              <a:cs typeface="Times New Roman" pitchFamily="18" charset="0"/>
            </a:endParaRPr>
          </a:p>
          <a:p>
            <a:endParaRPr lang="en-US" sz="22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00291F3-598D-4152-867A-56B4657BEB84}" type="datetime1">
              <a:rPr lang="en-US" smtClean="0"/>
              <a:t>8/20/2025</a:t>
            </a:fld>
            <a:endParaRPr lang="en-US" dirty="0"/>
          </a:p>
        </p:txBody>
      </p:sp>
      <p:sp>
        <p:nvSpPr>
          <p:cNvPr id="5" name="Footer Placeholder 4"/>
          <p:cNvSpPr>
            <a:spLocks noGrp="1"/>
          </p:cNvSpPr>
          <p:nvPr>
            <p:ph type="ftr" sz="quarter" idx="11"/>
          </p:nvPr>
        </p:nvSpPr>
        <p:spPr>
          <a:xfrm>
            <a:off x="3048000" y="6356351"/>
            <a:ext cx="6629400" cy="365125"/>
          </a:xfrm>
        </p:spPr>
        <p:txBody>
          <a:bodyPr/>
          <a:lstStyle/>
          <a:p>
            <a:r>
              <a:rPr lang="en-US">
                <a:solidFill>
                  <a:schemeClr val="tx1"/>
                </a:solidFill>
              </a:rPr>
              <a:t>Amit Kumar        AOE0770       Finance for Engineers                 Unit 5</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dirty="0"/>
          </a:p>
        </p:txBody>
      </p:sp>
      <p:sp>
        <p:nvSpPr>
          <p:cNvPr id="8" name="Title 1"/>
          <p:cNvSpPr txBox="1">
            <a:spLocks noGrp="1"/>
          </p:cNvSpPr>
          <p:nvPr>
            <p:ph type="title"/>
          </p:nvPr>
        </p:nvSpPr>
        <p:spPr>
          <a:xfrm>
            <a:off x="1828800" y="22224"/>
            <a:ext cx="10287000" cy="663575"/>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800" b="1" spc="-5" dirty="0">
                <a:latin typeface="Times New Roman" pitchFamily="18" charset="0"/>
                <a:cs typeface="Times New Roman" pitchFamily="18" charset="0"/>
              </a:rPr>
              <a:t>Financial Assets/Instruments</a:t>
            </a:r>
          </a:p>
        </p:txBody>
      </p:sp>
    </p:spTree>
    <p:extLst>
      <p:ext uri="{BB962C8B-B14F-4D97-AF65-F5344CB8AC3E}">
        <p14:creationId xmlns:p14="http://schemas.microsoft.com/office/powerpoint/2010/main" val="11853029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E1D989A-CF39-4120-AA8C-F6BE2267C1C4}" type="datetime1">
              <a:rPr lang="en-US" smtClean="0"/>
              <a:t>8/20/2025</a:t>
            </a:fld>
            <a:endParaRPr lang="en-US" dirty="0"/>
          </a:p>
        </p:txBody>
      </p:sp>
      <p:sp>
        <p:nvSpPr>
          <p:cNvPr id="5" name="Footer Placeholder 4"/>
          <p:cNvSpPr>
            <a:spLocks noGrp="1"/>
          </p:cNvSpPr>
          <p:nvPr>
            <p:ph type="ftr" sz="quarter" idx="11"/>
          </p:nvPr>
        </p:nvSpPr>
        <p:spPr>
          <a:xfrm>
            <a:off x="3200400" y="6356351"/>
            <a:ext cx="6553200" cy="365125"/>
          </a:xfrm>
        </p:spPr>
        <p:txBody>
          <a:bodyPr/>
          <a:lstStyle/>
          <a:p>
            <a:r>
              <a:rPr lang="en-US">
                <a:solidFill>
                  <a:schemeClr val="tx1"/>
                </a:solidFill>
              </a:rPr>
              <a:t>Amit Kumar        AOE0770       Finance for Engineers                 Unit 5</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dirty="0"/>
          </a:p>
        </p:txBody>
      </p:sp>
      <p:pic>
        <p:nvPicPr>
          <p:cNvPr id="1026" name="Picture 2" descr="C:\Users\HP\Desktop\e9d21c0b2811d7fa482ebdff27ac7f11.jpg"/>
          <p:cNvPicPr>
            <a:picLocks noGrp="1" noChangeAspect="1" noChangeArrowheads="1"/>
          </p:cNvPicPr>
          <p:nvPr>
            <p:ph idx="1"/>
          </p:nvPr>
        </p:nvPicPr>
        <p:blipFill>
          <a:blip r:embed="rId2"/>
          <a:srcRect/>
          <a:stretch>
            <a:fillRect/>
          </a:stretch>
        </p:blipFill>
        <p:spPr bwMode="auto">
          <a:xfrm>
            <a:off x="2209801" y="1600201"/>
            <a:ext cx="7772400" cy="4525963"/>
          </a:xfrm>
          <a:prstGeom prst="rect">
            <a:avLst/>
          </a:prstGeom>
          <a:noFill/>
        </p:spPr>
      </p:pic>
      <p:sp>
        <p:nvSpPr>
          <p:cNvPr id="9" name="Title 1"/>
          <p:cNvSpPr txBox="1">
            <a:spLocks/>
          </p:cNvSpPr>
          <p:nvPr/>
        </p:nvSpPr>
        <p:spPr>
          <a:xfrm>
            <a:off x="1905000" y="0"/>
            <a:ext cx="10287000" cy="731836"/>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b="1" dirty="0"/>
              <a:t>Financial Flows in the economy</a:t>
            </a:r>
            <a:endParaRPr lang="en-US" sz="2800" dirty="0"/>
          </a:p>
        </p:txBody>
      </p:sp>
      <p:sp>
        <p:nvSpPr>
          <p:cNvPr id="11" name="Subtitle 2"/>
          <p:cNvSpPr txBox="1">
            <a:spLocks/>
          </p:cNvSpPr>
          <p:nvPr/>
        </p:nvSpPr>
        <p:spPr>
          <a:xfrm>
            <a:off x="1752600" y="6096000"/>
            <a:ext cx="2057400" cy="3048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fontScale="55000" lnSpcReduction="20000"/>
          </a:bodyPr>
          <a:lstStyle/>
          <a:p>
            <a:pPr algn="ctr">
              <a:spcBef>
                <a:spcPct val="20000"/>
              </a:spcBef>
              <a:defRPr/>
            </a:pPr>
            <a:r>
              <a:rPr lang="en-US" sz="2400" dirty="0">
                <a:solidFill>
                  <a:schemeClr val="tx1"/>
                </a:solidFill>
                <a:latin typeface="Times New Roman" pitchFamily="18" charset="0"/>
                <a:cs typeface="Times New Roman" pitchFamily="18" charset="0"/>
              </a:rPr>
              <a:t>Source: www.google.com</a:t>
            </a:r>
          </a:p>
        </p:txBody>
      </p:sp>
    </p:spTree>
    <p:extLst>
      <p:ext uri="{BB962C8B-B14F-4D97-AF65-F5344CB8AC3E}">
        <p14:creationId xmlns:p14="http://schemas.microsoft.com/office/powerpoint/2010/main" val="36710449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013618"/>
            <a:ext cx="11811000" cy="4830763"/>
          </a:xfrm>
        </p:spPr>
        <p:txBody>
          <a:bodyPr>
            <a:normAutofit/>
          </a:bodyPr>
          <a:lstStyle/>
          <a:p>
            <a:pPr algn="just">
              <a:buNone/>
            </a:pPr>
            <a:r>
              <a:rPr lang="en-US" sz="2400" spc="-5" dirty="0">
                <a:latin typeface="Times New Roman" pitchFamily="18" charset="0"/>
                <a:cs typeface="Times New Roman" pitchFamily="18" charset="0"/>
              </a:rPr>
              <a:t>Includes institutions and mechanisms</a:t>
            </a:r>
            <a:r>
              <a:rPr lang="en-US" sz="2400" dirty="0">
                <a:latin typeface="Times New Roman" pitchFamily="18" charset="0"/>
                <a:cs typeface="Times New Roman" pitchFamily="18" charset="0"/>
              </a:rPr>
              <a:t> which</a:t>
            </a:r>
          </a:p>
          <a:p>
            <a:pPr marL="360680" marR="5080" indent="-347980" algn="just">
              <a:lnSpc>
                <a:spcPct val="120500"/>
              </a:lnSpc>
              <a:spcBef>
                <a:spcPts val="100"/>
              </a:spcBef>
              <a:buClr>
                <a:srgbClr val="669898"/>
              </a:buClr>
              <a:buSzPct val="69230"/>
              <a:buFont typeface="Wingdings"/>
              <a:buChar char=""/>
              <a:tabLst>
                <a:tab pos="360045" algn="l"/>
                <a:tab pos="360680" algn="l"/>
              </a:tabLst>
            </a:pPr>
            <a:r>
              <a:rPr lang="en-US" sz="2400" dirty="0">
                <a:latin typeface="Times New Roman" pitchFamily="18" charset="0"/>
                <a:cs typeface="Times New Roman" pitchFamily="18" charset="0"/>
              </a:rPr>
              <a:t>Affect generation of savings by </a:t>
            </a:r>
            <a:r>
              <a:rPr lang="en-US" sz="2400" spc="-5" dirty="0">
                <a:latin typeface="Times New Roman" pitchFamily="18" charset="0"/>
                <a:cs typeface="Times New Roman" pitchFamily="18" charset="0"/>
              </a:rPr>
              <a:t>the </a:t>
            </a:r>
            <a:r>
              <a:rPr lang="en-US" sz="2400" dirty="0">
                <a:latin typeface="Times New Roman" pitchFamily="18" charset="0"/>
                <a:cs typeface="Times New Roman" pitchFamily="18" charset="0"/>
              </a:rPr>
              <a:t>community  </a:t>
            </a:r>
          </a:p>
          <a:p>
            <a:pPr marL="360680" marR="5080" indent="-347980" algn="just">
              <a:lnSpc>
                <a:spcPct val="120500"/>
              </a:lnSpc>
              <a:spcBef>
                <a:spcPts val="100"/>
              </a:spcBef>
              <a:buClr>
                <a:srgbClr val="669898"/>
              </a:buClr>
              <a:buSzPct val="69230"/>
              <a:buFont typeface="Wingdings"/>
              <a:buChar char=""/>
              <a:tabLst>
                <a:tab pos="360045" algn="l"/>
                <a:tab pos="360680" algn="l"/>
              </a:tabLst>
            </a:pPr>
            <a:r>
              <a:rPr lang="en-US" sz="2400" dirty="0">
                <a:latin typeface="Times New Roman" pitchFamily="18" charset="0"/>
                <a:cs typeface="Times New Roman" pitchFamily="18" charset="0"/>
              </a:rPr>
              <a:t>Mobilization of</a:t>
            </a:r>
            <a:r>
              <a:rPr lang="en-US" sz="2400" spc="-15" dirty="0">
                <a:latin typeface="Times New Roman" pitchFamily="18" charset="0"/>
                <a:cs typeface="Times New Roman" pitchFamily="18" charset="0"/>
              </a:rPr>
              <a:t> </a:t>
            </a:r>
            <a:r>
              <a:rPr lang="en-US" sz="2400" dirty="0">
                <a:latin typeface="Times New Roman" pitchFamily="18" charset="0"/>
                <a:cs typeface="Times New Roman" pitchFamily="18" charset="0"/>
              </a:rPr>
              <a:t>savings</a:t>
            </a:r>
          </a:p>
          <a:p>
            <a:pPr marL="360680" marR="5080" indent="-347980" algn="just">
              <a:lnSpc>
                <a:spcPct val="120500"/>
              </a:lnSpc>
              <a:spcBef>
                <a:spcPts val="100"/>
              </a:spcBef>
              <a:buClr>
                <a:srgbClr val="669898"/>
              </a:buClr>
              <a:buSzPct val="69230"/>
              <a:buFont typeface="Wingdings"/>
              <a:buChar char=""/>
              <a:tabLst>
                <a:tab pos="360045" algn="l"/>
                <a:tab pos="360680" algn="l"/>
              </a:tabLst>
            </a:pPr>
            <a:r>
              <a:rPr lang="en-US" sz="2400" dirty="0">
                <a:latin typeface="Times New Roman" pitchFamily="18" charset="0"/>
                <a:cs typeface="Times New Roman" pitchFamily="18" charset="0"/>
              </a:rPr>
              <a:t>Effective distribution </a:t>
            </a:r>
            <a:r>
              <a:rPr lang="en-US" sz="2400" spc="5" dirty="0">
                <a:latin typeface="Times New Roman" pitchFamily="18" charset="0"/>
                <a:cs typeface="Times New Roman" pitchFamily="18" charset="0"/>
              </a:rPr>
              <a:t>of</a:t>
            </a:r>
            <a:r>
              <a:rPr lang="en-US" sz="2400" spc="-20" dirty="0">
                <a:latin typeface="Times New Roman" pitchFamily="18" charset="0"/>
                <a:cs typeface="Times New Roman" pitchFamily="18" charset="0"/>
              </a:rPr>
              <a:t> </a:t>
            </a:r>
            <a:r>
              <a:rPr lang="en-US" sz="2400" dirty="0">
                <a:latin typeface="Times New Roman" pitchFamily="18" charset="0"/>
                <a:cs typeface="Times New Roman" pitchFamily="18" charset="0"/>
              </a:rPr>
              <a:t>savings</a:t>
            </a:r>
          </a:p>
          <a:p>
            <a:pPr marL="381000" marR="30480" algn="just">
              <a:lnSpc>
                <a:spcPct val="120000"/>
              </a:lnSpc>
              <a:spcBef>
                <a:spcPts val="225"/>
              </a:spcBef>
              <a:buClr>
                <a:srgbClr val="330066"/>
              </a:buClr>
              <a:buSzPct val="70000"/>
              <a:buFont typeface="Wingdings"/>
              <a:buChar char=""/>
              <a:tabLst>
                <a:tab pos="380365" algn="l"/>
                <a:tab pos="381000" algn="l"/>
              </a:tabLst>
            </a:pPr>
            <a:r>
              <a:rPr lang="en-US" sz="2400" spc="-5" dirty="0">
                <a:latin typeface="Times New Roman" pitchFamily="18" charset="0"/>
                <a:cs typeface="Times New Roman" pitchFamily="18" charset="0"/>
              </a:rPr>
              <a:t>Institutions are </a:t>
            </a:r>
            <a:r>
              <a:rPr lang="en-US" sz="2400" dirty="0">
                <a:latin typeface="Times New Roman" pitchFamily="18" charset="0"/>
                <a:cs typeface="Times New Roman" pitchFamily="18" charset="0"/>
              </a:rPr>
              <a:t>banks, </a:t>
            </a:r>
            <a:r>
              <a:rPr lang="en-US" sz="2400" spc="-5" dirty="0">
                <a:latin typeface="Times New Roman" pitchFamily="18" charset="0"/>
                <a:cs typeface="Times New Roman" pitchFamily="18" charset="0"/>
              </a:rPr>
              <a:t>insurance companies,  mutual funds- promote/mobilize savings</a:t>
            </a:r>
            <a:endParaRPr lang="en-US" sz="2400" dirty="0">
              <a:latin typeface="Times New Roman" pitchFamily="18" charset="0"/>
              <a:cs typeface="Times New Roman" pitchFamily="18" charset="0"/>
            </a:endParaRPr>
          </a:p>
          <a:p>
            <a:pPr marL="381000" marR="555625" algn="just">
              <a:spcBef>
                <a:spcPts val="635"/>
              </a:spcBef>
              <a:buClr>
                <a:srgbClr val="330066"/>
              </a:buClr>
              <a:buSzPct val="70000"/>
              <a:buFont typeface="Wingdings"/>
              <a:buChar char=""/>
              <a:tabLst>
                <a:tab pos="380365" algn="l"/>
                <a:tab pos="381000" algn="l"/>
              </a:tabLst>
            </a:pPr>
            <a:r>
              <a:rPr lang="en-US" sz="2400" spc="-5" dirty="0">
                <a:latin typeface="Times New Roman" pitchFamily="18" charset="0"/>
                <a:cs typeface="Times New Roman" pitchFamily="18" charset="0"/>
              </a:rPr>
              <a:t>Individual investors, industrial and trading  companies-</a:t>
            </a:r>
            <a:r>
              <a:rPr lang="en-US" sz="2400" spc="-20" dirty="0">
                <a:latin typeface="Times New Roman" pitchFamily="18" charset="0"/>
                <a:cs typeface="Times New Roman" pitchFamily="18" charset="0"/>
              </a:rPr>
              <a:t> </a:t>
            </a:r>
            <a:r>
              <a:rPr lang="en-US" sz="2400" spc="-5" dirty="0">
                <a:latin typeface="Times New Roman" pitchFamily="18" charset="0"/>
                <a:cs typeface="Times New Roman" pitchFamily="18" charset="0"/>
              </a:rPr>
              <a:t>borrowers</a:t>
            </a:r>
          </a:p>
          <a:p>
            <a:pPr algn="just"/>
            <a:endParaRPr lang="en-US" sz="2400" spc="-5" dirty="0">
              <a:latin typeface="Times New Roman" pitchFamily="18" charset="0"/>
              <a:cs typeface="Times New Roman" pitchFamily="18" charset="0"/>
            </a:endParaRPr>
          </a:p>
          <a:p>
            <a:pPr marL="381000" marR="555625" algn="just">
              <a:spcBef>
                <a:spcPts val="635"/>
              </a:spcBef>
              <a:buClr>
                <a:srgbClr val="330066"/>
              </a:buClr>
              <a:buSzPct val="70000"/>
              <a:buFont typeface="Wingdings"/>
              <a:buChar char=""/>
              <a:tabLst>
                <a:tab pos="380365" algn="l"/>
                <a:tab pos="381000" algn="l"/>
              </a:tabLst>
            </a:pPr>
            <a:endParaRPr lang="en-US" sz="2400" dirty="0">
              <a:latin typeface="Times New Roman" pitchFamily="18" charset="0"/>
              <a:cs typeface="Times New Roman" pitchFamily="18" charset="0"/>
            </a:endParaRPr>
          </a:p>
          <a:p>
            <a:pPr algn="just">
              <a:buNone/>
            </a:pPr>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68D99960-CFDF-4C14-A827-C2FC88600742}" type="datetime1">
              <a:rPr lang="en-US" smtClean="0"/>
              <a:t>8/20/2025</a:t>
            </a:fld>
            <a:endParaRPr lang="en-US" dirty="0"/>
          </a:p>
        </p:txBody>
      </p:sp>
      <p:sp>
        <p:nvSpPr>
          <p:cNvPr id="5" name="Footer Placeholder 4"/>
          <p:cNvSpPr>
            <a:spLocks noGrp="1"/>
          </p:cNvSpPr>
          <p:nvPr>
            <p:ph type="ftr" sz="quarter" idx="11"/>
          </p:nvPr>
        </p:nvSpPr>
        <p:spPr>
          <a:xfrm>
            <a:off x="3124200" y="6356351"/>
            <a:ext cx="6553200" cy="365125"/>
          </a:xfrm>
        </p:spPr>
        <p:txBody>
          <a:bodyPr/>
          <a:lstStyle/>
          <a:p>
            <a:r>
              <a:rPr lang="en-US">
                <a:solidFill>
                  <a:schemeClr val="tx1"/>
                </a:solidFill>
              </a:rPr>
              <a:t>Amit Kumar        AOE0770       Finance for Engineers                 Unit 5</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dirty="0"/>
          </a:p>
        </p:txBody>
      </p:sp>
      <p:sp>
        <p:nvSpPr>
          <p:cNvPr id="8" name="Title 1"/>
          <p:cNvSpPr txBox="1">
            <a:spLocks/>
          </p:cNvSpPr>
          <p:nvPr/>
        </p:nvSpPr>
        <p:spPr>
          <a:xfrm>
            <a:off x="1905000" y="0"/>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b="1" spc="-5" dirty="0">
                <a:latin typeface="Times New Roman" pitchFamily="18" charset="0"/>
                <a:cs typeface="Times New Roman" pitchFamily="18" charset="0"/>
              </a:rPr>
              <a:t>Financial</a:t>
            </a:r>
            <a:r>
              <a:rPr lang="en-US" sz="2800" b="1" spc="-30" dirty="0">
                <a:latin typeface="Times New Roman" pitchFamily="18" charset="0"/>
                <a:cs typeface="Times New Roman" pitchFamily="18" charset="0"/>
              </a:rPr>
              <a:t> </a:t>
            </a:r>
            <a:r>
              <a:rPr lang="en-US" sz="2800" b="1" spc="-5" dirty="0">
                <a:latin typeface="Times New Roman" pitchFamily="18" charset="0"/>
                <a:cs typeface="Times New Roman" pitchFamily="18" charset="0"/>
              </a:rPr>
              <a:t>Institutions</a:t>
            </a:r>
            <a:endParaRPr lang="en-US" sz="2800" dirty="0"/>
          </a:p>
        </p:txBody>
      </p:sp>
    </p:spTree>
    <p:extLst>
      <p:ext uri="{BB962C8B-B14F-4D97-AF65-F5344CB8AC3E}">
        <p14:creationId xmlns:p14="http://schemas.microsoft.com/office/powerpoint/2010/main" val="39659392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295401"/>
            <a:ext cx="11658600" cy="4830763"/>
          </a:xfrm>
        </p:spPr>
        <p:txBody>
          <a:bodyPr>
            <a:normAutofit/>
          </a:bodyPr>
          <a:lstStyle/>
          <a:p>
            <a:r>
              <a:rPr lang="en-US" sz="2400" dirty="0">
                <a:latin typeface="Times New Roman" pitchFamily="18" charset="0"/>
                <a:cs typeface="Times New Roman" pitchFamily="18" charset="0"/>
              </a:rPr>
              <a:t>Financial</a:t>
            </a:r>
            <a:r>
              <a:rPr lang="en-US" sz="2400" spc="-95" dirty="0">
                <a:latin typeface="Times New Roman" pitchFamily="18" charset="0"/>
                <a:cs typeface="Times New Roman" pitchFamily="18" charset="0"/>
              </a:rPr>
              <a:t> </a:t>
            </a:r>
            <a:r>
              <a:rPr lang="en-US" sz="2400" spc="-5" dirty="0">
                <a:latin typeface="Times New Roman" pitchFamily="18" charset="0"/>
                <a:cs typeface="Times New Roman" pitchFamily="18" charset="0"/>
              </a:rPr>
              <a:t>Markets</a:t>
            </a:r>
          </a:p>
          <a:p>
            <a:r>
              <a:rPr lang="en-US" sz="2400" spc="-5" dirty="0">
                <a:latin typeface="Times New Roman" pitchFamily="18" charset="0"/>
                <a:cs typeface="Times New Roman" pitchFamily="18" charset="0"/>
              </a:rPr>
              <a:t>Money Market- </a:t>
            </a:r>
            <a:r>
              <a:rPr lang="en-US" sz="2400" spc="-10" dirty="0">
                <a:latin typeface="Times New Roman" pitchFamily="18" charset="0"/>
                <a:cs typeface="Times New Roman" pitchFamily="18" charset="0"/>
              </a:rPr>
              <a:t>for </a:t>
            </a:r>
            <a:r>
              <a:rPr lang="en-US" sz="2400" spc="-5" dirty="0">
                <a:latin typeface="Times New Roman" pitchFamily="18" charset="0"/>
                <a:cs typeface="Times New Roman" pitchFamily="18" charset="0"/>
              </a:rPr>
              <a:t>short-term funds </a:t>
            </a:r>
            <a:r>
              <a:rPr lang="en-US" sz="2400" dirty="0">
                <a:latin typeface="Times New Roman" pitchFamily="18" charset="0"/>
                <a:cs typeface="Times New Roman" pitchFamily="18" charset="0"/>
              </a:rPr>
              <a:t>(less  </a:t>
            </a:r>
            <a:r>
              <a:rPr lang="en-US" sz="2400" spc="-5" dirty="0">
                <a:latin typeface="Times New Roman" pitchFamily="18" charset="0"/>
                <a:cs typeface="Times New Roman" pitchFamily="18" charset="0"/>
              </a:rPr>
              <a:t>than </a:t>
            </a:r>
            <a:r>
              <a:rPr lang="en-US" sz="2400" dirty="0">
                <a:latin typeface="Times New Roman" pitchFamily="18" charset="0"/>
                <a:cs typeface="Times New Roman" pitchFamily="18" charset="0"/>
              </a:rPr>
              <a:t>a</a:t>
            </a:r>
            <a:r>
              <a:rPr lang="en-US" sz="2400" spc="-15" dirty="0">
                <a:latin typeface="Times New Roman" pitchFamily="18" charset="0"/>
                <a:cs typeface="Times New Roman" pitchFamily="18" charset="0"/>
              </a:rPr>
              <a:t> </a:t>
            </a:r>
            <a:r>
              <a:rPr lang="en-US" sz="2400" dirty="0">
                <a:latin typeface="Times New Roman" pitchFamily="18" charset="0"/>
                <a:cs typeface="Times New Roman" pitchFamily="18" charset="0"/>
              </a:rPr>
              <a:t>year)</a:t>
            </a:r>
          </a:p>
          <a:p>
            <a:pPr marL="12700">
              <a:spcBef>
                <a:spcPts val="440"/>
              </a:spcBef>
            </a:pPr>
            <a:r>
              <a:rPr lang="en-US" sz="2400" dirty="0">
                <a:latin typeface="Times New Roman" pitchFamily="18" charset="0"/>
                <a:cs typeface="Times New Roman" pitchFamily="18" charset="0"/>
              </a:rPr>
              <a:t>Organized</a:t>
            </a:r>
            <a:r>
              <a:rPr lang="en-US" sz="2400" spc="-5" dirty="0">
                <a:latin typeface="Times New Roman" pitchFamily="18" charset="0"/>
                <a:cs typeface="Times New Roman" pitchFamily="18" charset="0"/>
              </a:rPr>
              <a:t> </a:t>
            </a:r>
            <a:r>
              <a:rPr lang="en-US" sz="2400" dirty="0">
                <a:latin typeface="Times New Roman" pitchFamily="18" charset="0"/>
                <a:cs typeface="Times New Roman" pitchFamily="18" charset="0"/>
              </a:rPr>
              <a:t>(Banks)</a:t>
            </a:r>
          </a:p>
          <a:p>
            <a:pPr marL="12700">
              <a:spcBef>
                <a:spcPts val="340"/>
              </a:spcBef>
            </a:pPr>
            <a:r>
              <a:rPr lang="en-US" sz="2400" dirty="0">
                <a:latin typeface="Times New Roman" pitchFamily="18" charset="0"/>
                <a:cs typeface="Times New Roman" pitchFamily="18" charset="0"/>
              </a:rPr>
              <a:t>Unorganized </a:t>
            </a:r>
            <a:r>
              <a:rPr lang="en-US" sz="2400" spc="-5" dirty="0">
                <a:latin typeface="Times New Roman" pitchFamily="18" charset="0"/>
                <a:cs typeface="Times New Roman" pitchFamily="18" charset="0"/>
              </a:rPr>
              <a:t>(money </a:t>
            </a:r>
            <a:r>
              <a:rPr lang="en-US" sz="2400" dirty="0">
                <a:latin typeface="Times New Roman" pitchFamily="18" charset="0"/>
                <a:cs typeface="Times New Roman" pitchFamily="18" charset="0"/>
              </a:rPr>
              <a:t>lenders, chit funds,</a:t>
            </a:r>
            <a:r>
              <a:rPr lang="en-US" sz="2400" spc="-20" dirty="0">
                <a:latin typeface="Times New Roman" pitchFamily="18" charset="0"/>
                <a:cs typeface="Times New Roman" pitchFamily="18" charset="0"/>
              </a:rPr>
              <a:t> </a:t>
            </a:r>
            <a:r>
              <a:rPr lang="en-US" sz="2400" spc="-5" dirty="0">
                <a:latin typeface="Times New Roman" pitchFamily="18" charset="0"/>
                <a:cs typeface="Times New Roman" pitchFamily="18" charset="0"/>
              </a:rPr>
              <a:t>etc.)</a:t>
            </a:r>
            <a:endParaRPr lang="en-US" sz="2400" dirty="0">
              <a:latin typeface="Times New Roman" pitchFamily="18" charset="0"/>
              <a:cs typeface="Times New Roman" pitchFamily="18" charset="0"/>
            </a:endParaRPr>
          </a:p>
          <a:p>
            <a:r>
              <a:rPr lang="en-US" sz="2400" spc="-5" dirty="0">
                <a:latin typeface="Times New Roman" pitchFamily="18" charset="0"/>
                <a:cs typeface="Times New Roman" pitchFamily="18" charset="0"/>
              </a:rPr>
              <a:t>Capital Market- for long-term</a:t>
            </a:r>
            <a:r>
              <a:rPr lang="en-US" sz="2400" spc="-50" dirty="0">
                <a:latin typeface="Times New Roman" pitchFamily="18" charset="0"/>
                <a:cs typeface="Times New Roman" pitchFamily="18" charset="0"/>
              </a:rPr>
              <a:t> </a:t>
            </a:r>
            <a:r>
              <a:rPr lang="en-US" sz="2400" spc="-5" dirty="0">
                <a:latin typeface="Times New Roman" pitchFamily="18" charset="0"/>
                <a:cs typeface="Times New Roman" pitchFamily="18" charset="0"/>
              </a:rPr>
              <a:t>funds</a:t>
            </a:r>
          </a:p>
          <a:p>
            <a:pPr marL="12700" marR="5080">
              <a:lnSpc>
                <a:spcPct val="110900"/>
              </a:lnSpc>
              <a:spcBef>
                <a:spcPts val="100"/>
              </a:spcBef>
            </a:pPr>
            <a:r>
              <a:rPr lang="en-US" sz="2400" dirty="0">
                <a:latin typeface="Times New Roman" pitchFamily="18" charset="0"/>
                <a:cs typeface="Times New Roman" pitchFamily="18" charset="0"/>
              </a:rPr>
              <a:t>Primary </a:t>
            </a:r>
            <a:r>
              <a:rPr lang="en-US" sz="2400" spc="-5" dirty="0">
                <a:latin typeface="Times New Roman" pitchFamily="18" charset="0"/>
                <a:cs typeface="Times New Roman" pitchFamily="18" charset="0"/>
              </a:rPr>
              <a:t>Issues </a:t>
            </a:r>
            <a:r>
              <a:rPr lang="en-US" sz="2400" dirty="0">
                <a:latin typeface="Times New Roman" pitchFamily="18" charset="0"/>
                <a:cs typeface="Times New Roman" pitchFamily="18" charset="0"/>
              </a:rPr>
              <a:t>Market  Stock</a:t>
            </a:r>
            <a:r>
              <a:rPr lang="en-US" sz="2400" spc="-5" dirty="0">
                <a:latin typeface="Times New Roman" pitchFamily="18" charset="0"/>
                <a:cs typeface="Times New Roman" pitchFamily="18" charset="0"/>
              </a:rPr>
              <a:t> </a:t>
            </a:r>
            <a:r>
              <a:rPr lang="en-US" sz="2400" dirty="0">
                <a:latin typeface="Times New Roman" pitchFamily="18" charset="0"/>
                <a:cs typeface="Times New Roman" pitchFamily="18" charset="0"/>
              </a:rPr>
              <a:t>Market</a:t>
            </a:r>
          </a:p>
          <a:p>
            <a:pPr marL="12700">
              <a:spcBef>
                <a:spcPts val="330"/>
              </a:spcBef>
            </a:pPr>
            <a:r>
              <a:rPr lang="en-US" sz="2400" dirty="0">
                <a:latin typeface="Times New Roman" pitchFamily="18" charset="0"/>
                <a:cs typeface="Times New Roman" pitchFamily="18" charset="0"/>
              </a:rPr>
              <a:t>Bond Market</a:t>
            </a:r>
          </a:p>
          <a:p>
            <a:endParaRPr lang="en-US" sz="2400" spc="-5" dirty="0">
              <a:latin typeface="Times New Roman" pitchFamily="18" charset="0"/>
              <a:cs typeface="Times New Roman" pitchFamily="18" charset="0"/>
            </a:endParaRPr>
          </a:p>
          <a:p>
            <a:pPr marL="381000" marR="555625">
              <a:spcBef>
                <a:spcPts val="635"/>
              </a:spcBef>
              <a:buClr>
                <a:srgbClr val="330066"/>
              </a:buClr>
              <a:buSzPct val="70000"/>
              <a:buFont typeface="Wingdings"/>
              <a:buChar char=""/>
              <a:tabLst>
                <a:tab pos="380365" algn="l"/>
                <a:tab pos="381000" algn="l"/>
              </a:tabLst>
            </a:pPr>
            <a:endParaRPr lang="en-US" sz="2400" dirty="0">
              <a:latin typeface="Times New Roman" pitchFamily="18" charset="0"/>
              <a:cs typeface="Times New Roman" pitchFamily="18" charset="0"/>
            </a:endParaRPr>
          </a:p>
          <a:p>
            <a:pPr>
              <a:buNone/>
            </a:pPr>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35D2F164-BA83-4745-873C-4DD02F83F6EF}" type="datetime1">
              <a:rPr lang="en-US" smtClean="0"/>
              <a:t>8/20/2025</a:t>
            </a:fld>
            <a:endParaRPr lang="en-US" dirty="0"/>
          </a:p>
        </p:txBody>
      </p:sp>
      <p:sp>
        <p:nvSpPr>
          <p:cNvPr id="5" name="Footer Placeholder 4"/>
          <p:cNvSpPr>
            <a:spLocks noGrp="1"/>
          </p:cNvSpPr>
          <p:nvPr>
            <p:ph type="ftr" sz="quarter" idx="11"/>
          </p:nvPr>
        </p:nvSpPr>
        <p:spPr>
          <a:xfrm>
            <a:off x="3124200" y="6356351"/>
            <a:ext cx="6553200" cy="365125"/>
          </a:xfrm>
        </p:spPr>
        <p:txBody>
          <a:bodyPr/>
          <a:lstStyle/>
          <a:p>
            <a:r>
              <a:rPr lang="en-US">
                <a:solidFill>
                  <a:schemeClr val="tx1"/>
                </a:solidFill>
              </a:rPr>
              <a:t>Amit Kumar        AOE0770       Finance for Engineers                 Unit 5</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dirty="0"/>
          </a:p>
        </p:txBody>
      </p:sp>
      <p:sp>
        <p:nvSpPr>
          <p:cNvPr id="8" name="Title 1"/>
          <p:cNvSpPr txBox="1">
            <a:spLocks/>
          </p:cNvSpPr>
          <p:nvPr/>
        </p:nvSpPr>
        <p:spPr>
          <a:xfrm>
            <a:off x="1890252" y="46037"/>
            <a:ext cx="10301748"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b="1" spc="-5" dirty="0">
                <a:latin typeface="Times New Roman" pitchFamily="18" charset="0"/>
                <a:cs typeface="Times New Roman" pitchFamily="18" charset="0"/>
              </a:rPr>
              <a:t>Financial</a:t>
            </a:r>
            <a:r>
              <a:rPr lang="en-US" sz="2800" b="1" spc="-30" dirty="0">
                <a:latin typeface="Times New Roman" pitchFamily="18" charset="0"/>
                <a:cs typeface="Times New Roman" pitchFamily="18" charset="0"/>
              </a:rPr>
              <a:t> </a:t>
            </a:r>
            <a:r>
              <a:rPr lang="en-US" sz="2800" b="1" spc="-5" dirty="0">
                <a:latin typeface="Times New Roman" pitchFamily="18" charset="0"/>
                <a:cs typeface="Times New Roman" pitchFamily="18" charset="0"/>
              </a:rPr>
              <a:t>Institutions</a:t>
            </a:r>
            <a:endParaRPr lang="en-US" sz="2800" dirty="0"/>
          </a:p>
        </p:txBody>
      </p:sp>
    </p:spTree>
    <p:extLst>
      <p:ext uri="{BB962C8B-B14F-4D97-AF65-F5344CB8AC3E}">
        <p14:creationId xmlns:p14="http://schemas.microsoft.com/office/powerpoint/2010/main" val="18598395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90600"/>
            <a:ext cx="12039600" cy="5486400"/>
          </a:xfrm>
        </p:spPr>
        <p:txBody>
          <a:bodyPr>
            <a:normAutofit/>
          </a:bodyPr>
          <a:lstStyle/>
          <a:p>
            <a:pPr algn="just"/>
            <a:r>
              <a:rPr lang="en-US" sz="2400" spc="-5" dirty="0">
                <a:latin typeface="Times New Roman" pitchFamily="18" charset="0"/>
                <a:ea typeface="Tahoma" pitchFamily="34" charset="0"/>
                <a:cs typeface="Times New Roman" pitchFamily="18" charset="0"/>
              </a:rPr>
              <a:t>Organized </a:t>
            </a:r>
            <a:r>
              <a:rPr lang="en-US" sz="2400" dirty="0">
                <a:latin typeface="Times New Roman" pitchFamily="18" charset="0"/>
                <a:ea typeface="Tahoma" pitchFamily="34" charset="0"/>
                <a:cs typeface="Times New Roman" pitchFamily="18" charset="0"/>
              </a:rPr>
              <a:t>Money</a:t>
            </a:r>
            <a:r>
              <a:rPr lang="en-US" sz="2400" spc="-40" dirty="0">
                <a:latin typeface="Times New Roman" pitchFamily="18" charset="0"/>
                <a:ea typeface="Tahoma" pitchFamily="34" charset="0"/>
                <a:cs typeface="Times New Roman" pitchFamily="18" charset="0"/>
              </a:rPr>
              <a:t> </a:t>
            </a:r>
            <a:r>
              <a:rPr lang="en-US" sz="2400" spc="-5" dirty="0">
                <a:latin typeface="Times New Roman" pitchFamily="18" charset="0"/>
                <a:ea typeface="Tahoma" pitchFamily="34" charset="0"/>
                <a:cs typeface="Times New Roman" pitchFamily="18" charset="0"/>
              </a:rPr>
              <a:t>Market</a:t>
            </a:r>
          </a:p>
          <a:p>
            <a:pPr marL="368300" algn="just">
              <a:spcBef>
                <a:spcPts val="850"/>
              </a:spcBef>
              <a:buClr>
                <a:srgbClr val="330066"/>
              </a:buClr>
              <a:buSzPct val="70000"/>
              <a:buFont typeface="Wingdings"/>
              <a:buChar char=""/>
              <a:tabLst>
                <a:tab pos="367665" algn="l"/>
                <a:tab pos="368300" algn="l"/>
              </a:tabLst>
            </a:pPr>
            <a:r>
              <a:rPr lang="en-US" sz="2400" dirty="0">
                <a:latin typeface="Times New Roman" pitchFamily="18" charset="0"/>
                <a:ea typeface="Tahoma" pitchFamily="34" charset="0"/>
                <a:cs typeface="Times New Roman" pitchFamily="18" charset="0"/>
              </a:rPr>
              <a:t>Call </a:t>
            </a:r>
            <a:r>
              <a:rPr lang="en-US" sz="2400" spc="-5" dirty="0">
                <a:latin typeface="Times New Roman" pitchFamily="18" charset="0"/>
                <a:ea typeface="Tahoma" pitchFamily="34" charset="0"/>
                <a:cs typeface="Times New Roman" pitchFamily="18" charset="0"/>
              </a:rPr>
              <a:t>money</a:t>
            </a:r>
            <a:r>
              <a:rPr lang="en-US" sz="2400" spc="-65" dirty="0">
                <a:latin typeface="Times New Roman" pitchFamily="18" charset="0"/>
                <a:ea typeface="Tahoma" pitchFamily="34" charset="0"/>
                <a:cs typeface="Times New Roman" pitchFamily="18" charset="0"/>
              </a:rPr>
              <a:t> </a:t>
            </a:r>
            <a:r>
              <a:rPr lang="en-US" sz="2400" spc="-5" dirty="0">
                <a:latin typeface="Times New Roman" pitchFamily="18" charset="0"/>
                <a:ea typeface="Tahoma" pitchFamily="34" charset="0"/>
                <a:cs typeface="Times New Roman" pitchFamily="18" charset="0"/>
              </a:rPr>
              <a:t>market</a:t>
            </a:r>
            <a:endParaRPr lang="en-US" sz="2400" dirty="0">
              <a:latin typeface="Times New Roman" pitchFamily="18" charset="0"/>
              <a:ea typeface="Tahoma" pitchFamily="34" charset="0"/>
              <a:cs typeface="Times New Roman" pitchFamily="18" charset="0"/>
            </a:endParaRPr>
          </a:p>
          <a:p>
            <a:pPr algn="just"/>
            <a:r>
              <a:rPr lang="en-US" sz="2400" dirty="0">
                <a:latin typeface="Times New Roman" pitchFamily="18" charset="0"/>
                <a:ea typeface="Tahoma" pitchFamily="34" charset="0"/>
                <a:cs typeface="Times New Roman" pitchFamily="18" charset="0"/>
              </a:rPr>
              <a:t>Bill</a:t>
            </a:r>
            <a:r>
              <a:rPr lang="en-US" sz="2400" spc="-10" dirty="0">
                <a:latin typeface="Times New Roman" pitchFamily="18" charset="0"/>
                <a:ea typeface="Tahoma" pitchFamily="34" charset="0"/>
                <a:cs typeface="Times New Roman" pitchFamily="18" charset="0"/>
              </a:rPr>
              <a:t> </a:t>
            </a:r>
            <a:r>
              <a:rPr lang="en-US" sz="2400" spc="-5" dirty="0">
                <a:latin typeface="Times New Roman" pitchFamily="18" charset="0"/>
                <a:ea typeface="Tahoma" pitchFamily="34" charset="0"/>
                <a:cs typeface="Times New Roman" pitchFamily="18" charset="0"/>
              </a:rPr>
              <a:t>Market (</a:t>
            </a:r>
            <a:r>
              <a:rPr lang="en-US" sz="2400" dirty="0">
                <a:latin typeface="Times New Roman" pitchFamily="18" charset="0"/>
                <a:ea typeface="Tahoma" pitchFamily="34" charset="0"/>
                <a:cs typeface="Times New Roman" pitchFamily="18" charset="0"/>
              </a:rPr>
              <a:t>Treasury </a:t>
            </a:r>
            <a:r>
              <a:rPr lang="en-US" sz="2400" spc="-5" dirty="0">
                <a:latin typeface="Times New Roman" pitchFamily="18" charset="0"/>
                <a:ea typeface="Tahoma" pitchFamily="34" charset="0"/>
                <a:cs typeface="Times New Roman" pitchFamily="18" charset="0"/>
              </a:rPr>
              <a:t>bills ,</a:t>
            </a:r>
            <a:r>
              <a:rPr lang="en-US" sz="2400" dirty="0">
                <a:latin typeface="Times New Roman" pitchFamily="18" charset="0"/>
                <a:ea typeface="Tahoma" pitchFamily="34" charset="0"/>
                <a:cs typeface="Times New Roman" pitchFamily="18" charset="0"/>
              </a:rPr>
              <a:t>Commercial</a:t>
            </a:r>
            <a:r>
              <a:rPr lang="en-US" sz="2400" spc="-90" dirty="0">
                <a:latin typeface="Times New Roman" pitchFamily="18" charset="0"/>
                <a:ea typeface="Tahoma" pitchFamily="34" charset="0"/>
                <a:cs typeface="Times New Roman" pitchFamily="18" charset="0"/>
              </a:rPr>
              <a:t> </a:t>
            </a:r>
            <a:r>
              <a:rPr lang="en-US" sz="2400" dirty="0">
                <a:latin typeface="Times New Roman" pitchFamily="18" charset="0"/>
                <a:ea typeface="Tahoma" pitchFamily="34" charset="0"/>
                <a:cs typeface="Times New Roman" pitchFamily="18" charset="0"/>
              </a:rPr>
              <a:t>bills etc.)</a:t>
            </a:r>
          </a:p>
          <a:p>
            <a:pPr marL="381000" algn="just">
              <a:spcBef>
                <a:spcPts val="840"/>
              </a:spcBef>
              <a:buClr>
                <a:srgbClr val="330066"/>
              </a:buClr>
              <a:buSzPct val="70000"/>
              <a:buFont typeface="Wingdings"/>
              <a:buChar char=""/>
              <a:tabLst>
                <a:tab pos="380365" algn="l"/>
                <a:tab pos="381000" algn="l"/>
              </a:tabLst>
            </a:pPr>
            <a:r>
              <a:rPr lang="en-US" sz="2400" dirty="0">
                <a:latin typeface="Times New Roman" pitchFamily="18" charset="0"/>
                <a:ea typeface="Tahoma" pitchFamily="34" charset="0"/>
                <a:cs typeface="Times New Roman" pitchFamily="18" charset="0"/>
              </a:rPr>
              <a:t>Bank </a:t>
            </a:r>
            <a:r>
              <a:rPr lang="en-US" sz="2400" spc="-5" dirty="0">
                <a:latin typeface="Times New Roman" pitchFamily="18" charset="0"/>
                <a:ea typeface="Tahoma" pitchFamily="34" charset="0"/>
                <a:cs typeface="Times New Roman" pitchFamily="18" charset="0"/>
              </a:rPr>
              <a:t>loans</a:t>
            </a:r>
            <a:r>
              <a:rPr lang="en-US" sz="2400" spc="-15" dirty="0">
                <a:latin typeface="Times New Roman" pitchFamily="18" charset="0"/>
                <a:ea typeface="Tahoma" pitchFamily="34" charset="0"/>
                <a:cs typeface="Times New Roman" pitchFamily="18" charset="0"/>
              </a:rPr>
              <a:t> </a:t>
            </a:r>
            <a:r>
              <a:rPr lang="en-US" sz="2400" spc="-5" dirty="0">
                <a:latin typeface="Times New Roman" pitchFamily="18" charset="0"/>
                <a:ea typeface="Tahoma" pitchFamily="34" charset="0"/>
                <a:cs typeface="Times New Roman" pitchFamily="18" charset="0"/>
              </a:rPr>
              <a:t>(short-term)</a:t>
            </a:r>
            <a:endParaRPr lang="en-US" sz="2400" dirty="0">
              <a:latin typeface="Times New Roman" pitchFamily="18" charset="0"/>
              <a:ea typeface="Tahoma" pitchFamily="34" charset="0"/>
              <a:cs typeface="Times New Roman" pitchFamily="18" charset="0"/>
            </a:endParaRPr>
          </a:p>
          <a:p>
            <a:pPr marL="381000" marR="30480" algn="just">
              <a:spcBef>
                <a:spcPts val="740"/>
              </a:spcBef>
              <a:buClr>
                <a:srgbClr val="330066"/>
              </a:buClr>
              <a:buSzPct val="70000"/>
              <a:buFont typeface="Wingdings"/>
              <a:buChar char=""/>
              <a:tabLst>
                <a:tab pos="380365" algn="l"/>
                <a:tab pos="381000" algn="l"/>
              </a:tabLst>
            </a:pPr>
            <a:r>
              <a:rPr lang="en-US" sz="2400" spc="-5" dirty="0">
                <a:latin typeface="Times New Roman" pitchFamily="18" charset="0"/>
                <a:ea typeface="Tahoma" pitchFamily="34" charset="0"/>
                <a:cs typeface="Times New Roman" pitchFamily="18" charset="0"/>
              </a:rPr>
              <a:t>Organised money market comprises RBI,  banks (commercial </a:t>
            </a:r>
            <a:r>
              <a:rPr lang="en-US" sz="2400" dirty="0">
                <a:latin typeface="Times New Roman" pitchFamily="18" charset="0"/>
                <a:ea typeface="Tahoma" pitchFamily="34" charset="0"/>
                <a:cs typeface="Times New Roman" pitchFamily="18" charset="0"/>
              </a:rPr>
              <a:t>and</a:t>
            </a:r>
            <a:r>
              <a:rPr lang="en-US" sz="2400" spc="-15" dirty="0">
                <a:latin typeface="Times New Roman" pitchFamily="18" charset="0"/>
                <a:ea typeface="Tahoma" pitchFamily="34" charset="0"/>
                <a:cs typeface="Times New Roman" pitchFamily="18" charset="0"/>
              </a:rPr>
              <a:t> </a:t>
            </a:r>
            <a:r>
              <a:rPr lang="en-US" sz="2400" spc="-5" dirty="0">
                <a:latin typeface="Times New Roman" pitchFamily="18" charset="0"/>
                <a:ea typeface="Tahoma" pitchFamily="34" charset="0"/>
                <a:cs typeface="Times New Roman" pitchFamily="18" charset="0"/>
              </a:rPr>
              <a:t>co-operative)</a:t>
            </a:r>
            <a:endParaRPr lang="en-US" sz="2400" dirty="0">
              <a:latin typeface="Times New Roman" pitchFamily="18" charset="0"/>
              <a:ea typeface="Tahoma" pitchFamily="34" charset="0"/>
              <a:cs typeface="Times New Roman" pitchFamily="18" charset="0"/>
            </a:endParaRPr>
          </a:p>
        </p:txBody>
      </p:sp>
      <p:sp>
        <p:nvSpPr>
          <p:cNvPr id="6" name="Date Placeholder 5"/>
          <p:cNvSpPr>
            <a:spLocks noGrp="1"/>
          </p:cNvSpPr>
          <p:nvPr>
            <p:ph type="dt" sz="half" idx="10"/>
          </p:nvPr>
        </p:nvSpPr>
        <p:spPr/>
        <p:txBody>
          <a:bodyPr/>
          <a:lstStyle/>
          <a:p>
            <a:fld id="{C45DE4FD-04E4-4F49-AF22-8D08BB6AFA08}" type="datetime1">
              <a:rPr lang="en-US" smtClean="0"/>
              <a:t>8/20/2025</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25</a:t>
            </a:fld>
            <a:endParaRPr lang="en-US" dirty="0"/>
          </a:p>
        </p:txBody>
      </p:sp>
      <p:sp>
        <p:nvSpPr>
          <p:cNvPr id="8" name="Title 1"/>
          <p:cNvSpPr txBox="1">
            <a:spLocks/>
          </p:cNvSpPr>
          <p:nvPr/>
        </p:nvSpPr>
        <p:spPr>
          <a:xfrm>
            <a:off x="1905000" y="0"/>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800" b="1" spc="-5" dirty="0">
                <a:latin typeface="Times New Roman" pitchFamily="18" charset="0"/>
                <a:ea typeface="Tahoma" pitchFamily="34" charset="0"/>
                <a:cs typeface="Times New Roman" pitchFamily="18" charset="0"/>
              </a:rPr>
              <a:t>                    Organized </a:t>
            </a:r>
            <a:r>
              <a:rPr lang="en-US" sz="2800" b="1" dirty="0">
                <a:latin typeface="Times New Roman" pitchFamily="18" charset="0"/>
                <a:ea typeface="Tahoma" pitchFamily="34" charset="0"/>
                <a:cs typeface="Times New Roman" pitchFamily="18" charset="0"/>
              </a:rPr>
              <a:t>Money</a:t>
            </a:r>
            <a:r>
              <a:rPr lang="en-US" sz="2800" b="1" spc="-40" dirty="0">
                <a:latin typeface="Times New Roman" pitchFamily="18" charset="0"/>
                <a:ea typeface="Tahoma" pitchFamily="34" charset="0"/>
                <a:cs typeface="Times New Roman" pitchFamily="18" charset="0"/>
              </a:rPr>
              <a:t> </a:t>
            </a:r>
            <a:r>
              <a:rPr lang="en-US" sz="2800" b="1" spc="-5" dirty="0">
                <a:latin typeface="Times New Roman" pitchFamily="18" charset="0"/>
                <a:ea typeface="Tahoma" pitchFamily="34" charset="0"/>
                <a:cs typeface="Times New Roman" pitchFamily="18" charset="0"/>
              </a:rPr>
              <a:t>Market</a:t>
            </a:r>
          </a:p>
        </p:txBody>
      </p:sp>
      <p:sp>
        <p:nvSpPr>
          <p:cNvPr id="10" name="Footer Placeholder 9"/>
          <p:cNvSpPr>
            <a:spLocks noGrp="1"/>
          </p:cNvSpPr>
          <p:nvPr>
            <p:ph type="ftr" sz="quarter" idx="11"/>
          </p:nvPr>
        </p:nvSpPr>
        <p:spPr>
          <a:xfrm>
            <a:off x="3200400" y="6356351"/>
            <a:ext cx="6553200" cy="365125"/>
          </a:xfrm>
        </p:spPr>
        <p:txBody>
          <a:bodyPr/>
          <a:lstStyle/>
          <a:p>
            <a:r>
              <a:rPr lang="en-US">
                <a:solidFill>
                  <a:schemeClr val="tx1"/>
                </a:solidFill>
              </a:rPr>
              <a:t>Amit Kumar        AOE0770       Finance for Engineers                 Unit 5</a:t>
            </a:r>
            <a:endParaRPr lang="en-US" dirty="0"/>
          </a:p>
        </p:txBody>
      </p:sp>
    </p:spTree>
    <p:extLst>
      <p:ext uri="{BB962C8B-B14F-4D97-AF65-F5344CB8AC3E}">
        <p14:creationId xmlns:p14="http://schemas.microsoft.com/office/powerpoint/2010/main" val="25446656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068388"/>
            <a:ext cx="11887200" cy="5287963"/>
          </a:xfrm>
        </p:spPr>
        <p:txBody>
          <a:bodyPr>
            <a:normAutofit/>
          </a:bodyPr>
          <a:lstStyle/>
          <a:p>
            <a:pPr algn="just"/>
            <a:r>
              <a:rPr lang="en-US" sz="2400" spc="-5" dirty="0">
                <a:latin typeface="Times New Roman" pitchFamily="18" charset="0"/>
                <a:cs typeface="Times New Roman" pitchFamily="18" charset="0"/>
              </a:rPr>
              <a:t>Call </a:t>
            </a:r>
            <a:r>
              <a:rPr lang="en-US" sz="2400" dirty="0">
                <a:latin typeface="Times New Roman" pitchFamily="18" charset="0"/>
                <a:cs typeface="Times New Roman" pitchFamily="18" charset="0"/>
              </a:rPr>
              <a:t>money </a:t>
            </a:r>
            <a:r>
              <a:rPr lang="en-US" sz="2400" spc="-5" dirty="0">
                <a:latin typeface="Times New Roman" pitchFamily="18" charset="0"/>
                <a:cs typeface="Times New Roman" pitchFamily="18" charset="0"/>
              </a:rPr>
              <a:t>market</a:t>
            </a:r>
          </a:p>
          <a:p>
            <a:pPr marL="381000" marR="33020" algn="just">
              <a:lnSpc>
                <a:spcPct val="89900"/>
              </a:lnSpc>
              <a:spcBef>
                <a:spcPts val="459"/>
              </a:spcBef>
              <a:buClr>
                <a:srgbClr val="330066"/>
              </a:buClr>
              <a:buSzPct val="70000"/>
              <a:buFont typeface="Wingdings"/>
              <a:buChar char=""/>
              <a:tabLst>
                <a:tab pos="380365" algn="l"/>
                <a:tab pos="381000" algn="l"/>
              </a:tabLst>
            </a:pPr>
            <a:r>
              <a:rPr lang="en-US" sz="2400" spc="-5" dirty="0">
                <a:latin typeface="Times New Roman" pitchFamily="18" charset="0"/>
                <a:cs typeface="Times New Roman" pitchFamily="18" charset="0"/>
              </a:rPr>
              <a:t>Is </a:t>
            </a:r>
            <a:r>
              <a:rPr lang="en-US" sz="2400" dirty="0">
                <a:latin typeface="Times New Roman" pitchFamily="18" charset="0"/>
                <a:cs typeface="Times New Roman" pitchFamily="18" charset="0"/>
              </a:rPr>
              <a:t>an </a:t>
            </a:r>
            <a:r>
              <a:rPr lang="en-US" sz="2400" spc="-5" dirty="0">
                <a:latin typeface="Times New Roman" pitchFamily="18" charset="0"/>
                <a:cs typeface="Times New Roman" pitchFamily="18" charset="0"/>
              </a:rPr>
              <a:t>integral part </a:t>
            </a:r>
            <a:r>
              <a:rPr lang="en-US" sz="2400" dirty="0">
                <a:latin typeface="Times New Roman" pitchFamily="18" charset="0"/>
                <a:cs typeface="Times New Roman" pitchFamily="18" charset="0"/>
              </a:rPr>
              <a:t>of </a:t>
            </a:r>
            <a:r>
              <a:rPr lang="en-US" sz="2400" spc="-10" dirty="0">
                <a:latin typeface="Times New Roman" pitchFamily="18" charset="0"/>
                <a:cs typeface="Times New Roman" pitchFamily="18" charset="0"/>
              </a:rPr>
              <a:t>the </a:t>
            </a:r>
            <a:r>
              <a:rPr lang="en-US" sz="2400" spc="-5" dirty="0">
                <a:latin typeface="Times New Roman" pitchFamily="18" charset="0"/>
                <a:cs typeface="Times New Roman" pitchFamily="18" charset="0"/>
              </a:rPr>
              <a:t>Indian money market  where day-to-day surplus funds (mostly </a:t>
            </a:r>
            <a:r>
              <a:rPr lang="en-US" sz="2400" dirty="0">
                <a:latin typeface="Times New Roman" pitchFamily="18" charset="0"/>
                <a:cs typeface="Times New Roman" pitchFamily="18" charset="0"/>
              </a:rPr>
              <a:t>of  </a:t>
            </a:r>
            <a:r>
              <a:rPr lang="en-US" sz="2400" spc="-5" dirty="0">
                <a:latin typeface="Times New Roman" pitchFamily="18" charset="0"/>
                <a:cs typeface="Times New Roman" pitchFamily="18" charset="0"/>
              </a:rPr>
              <a:t>banks) are traded.</a:t>
            </a:r>
            <a:endParaRPr lang="en-US" sz="2400" dirty="0">
              <a:latin typeface="Times New Roman" pitchFamily="18" charset="0"/>
              <a:cs typeface="Times New Roman" pitchFamily="18" charset="0"/>
            </a:endParaRPr>
          </a:p>
          <a:p>
            <a:pPr marL="381000" marR="30480" algn="just">
              <a:lnSpc>
                <a:spcPct val="89900"/>
              </a:lnSpc>
              <a:spcBef>
                <a:spcPts val="755"/>
              </a:spcBef>
              <a:buClr>
                <a:srgbClr val="330066"/>
              </a:buClr>
              <a:buSzPct val="70000"/>
              <a:buFont typeface="Wingdings"/>
              <a:buChar char=""/>
              <a:tabLst>
                <a:tab pos="380365" algn="l"/>
                <a:tab pos="381000" algn="l"/>
              </a:tabLst>
            </a:pPr>
            <a:r>
              <a:rPr lang="en-US" sz="2400" spc="-5" dirty="0">
                <a:latin typeface="Times New Roman" pitchFamily="18" charset="0"/>
                <a:cs typeface="Times New Roman" pitchFamily="18" charset="0"/>
              </a:rPr>
              <a:t>The loans </a:t>
            </a:r>
            <a:r>
              <a:rPr lang="en-US" sz="2400" dirty="0">
                <a:latin typeface="Times New Roman" pitchFamily="18" charset="0"/>
                <a:cs typeface="Times New Roman" pitchFamily="18" charset="0"/>
              </a:rPr>
              <a:t>are of </a:t>
            </a:r>
            <a:r>
              <a:rPr lang="en-US" sz="2400" spc="-5" dirty="0">
                <a:latin typeface="Times New Roman" pitchFamily="18" charset="0"/>
                <a:cs typeface="Times New Roman" pitchFamily="18" charset="0"/>
              </a:rPr>
              <a:t>short-term duration </a:t>
            </a:r>
            <a:r>
              <a:rPr lang="en-US" sz="2400" dirty="0">
                <a:latin typeface="Times New Roman" pitchFamily="18" charset="0"/>
                <a:cs typeface="Times New Roman" pitchFamily="18" charset="0"/>
              </a:rPr>
              <a:t>(1 </a:t>
            </a:r>
            <a:r>
              <a:rPr lang="en-US" sz="2400" spc="-5" dirty="0">
                <a:latin typeface="Times New Roman" pitchFamily="18" charset="0"/>
                <a:cs typeface="Times New Roman" pitchFamily="18" charset="0"/>
              </a:rPr>
              <a:t>to </a:t>
            </a:r>
            <a:r>
              <a:rPr lang="en-US" sz="2400" dirty="0">
                <a:latin typeface="Times New Roman" pitchFamily="18" charset="0"/>
                <a:cs typeface="Times New Roman" pitchFamily="18" charset="0"/>
              </a:rPr>
              <a:t>14  </a:t>
            </a:r>
            <a:r>
              <a:rPr lang="en-US" sz="2400" spc="-5" dirty="0">
                <a:latin typeface="Times New Roman" pitchFamily="18" charset="0"/>
                <a:cs typeface="Times New Roman" pitchFamily="18" charset="0"/>
              </a:rPr>
              <a:t>days). Money </a:t>
            </a:r>
            <a:r>
              <a:rPr lang="en-US" sz="2400" dirty="0">
                <a:latin typeface="Times New Roman" pitchFamily="18" charset="0"/>
                <a:cs typeface="Times New Roman" pitchFamily="18" charset="0"/>
              </a:rPr>
              <a:t>lent </a:t>
            </a:r>
            <a:r>
              <a:rPr lang="en-US" sz="2400" spc="-5" dirty="0">
                <a:latin typeface="Times New Roman" pitchFamily="18" charset="0"/>
                <a:cs typeface="Times New Roman" pitchFamily="18" charset="0"/>
              </a:rPr>
              <a:t>for one </a:t>
            </a:r>
            <a:r>
              <a:rPr lang="en-US" sz="2400" dirty="0">
                <a:latin typeface="Times New Roman" pitchFamily="18" charset="0"/>
                <a:cs typeface="Times New Roman" pitchFamily="18" charset="0"/>
              </a:rPr>
              <a:t>day is called ‘call  </a:t>
            </a:r>
            <a:r>
              <a:rPr lang="en-US" sz="2400" spc="-5" dirty="0">
                <a:latin typeface="Times New Roman" pitchFamily="18" charset="0"/>
                <a:cs typeface="Times New Roman" pitchFamily="18" charset="0"/>
              </a:rPr>
              <a:t>money’; </a:t>
            </a:r>
            <a:r>
              <a:rPr lang="en-US" sz="2400" dirty="0">
                <a:latin typeface="Times New Roman" pitchFamily="18" charset="0"/>
                <a:cs typeface="Times New Roman" pitchFamily="18" charset="0"/>
              </a:rPr>
              <a:t>if it </a:t>
            </a:r>
            <a:r>
              <a:rPr lang="en-US" sz="2400" spc="-5" dirty="0">
                <a:latin typeface="Times New Roman" pitchFamily="18" charset="0"/>
                <a:cs typeface="Times New Roman" pitchFamily="18" charset="0"/>
              </a:rPr>
              <a:t>exceeds </a:t>
            </a:r>
            <a:r>
              <a:rPr lang="en-US" sz="2400" dirty="0">
                <a:latin typeface="Times New Roman" pitchFamily="18" charset="0"/>
                <a:cs typeface="Times New Roman" pitchFamily="18" charset="0"/>
              </a:rPr>
              <a:t>1 day but </a:t>
            </a:r>
            <a:r>
              <a:rPr lang="en-US" sz="2400" spc="5" dirty="0">
                <a:latin typeface="Times New Roman" pitchFamily="18" charset="0"/>
                <a:cs typeface="Times New Roman" pitchFamily="18" charset="0"/>
              </a:rPr>
              <a:t>is </a:t>
            </a:r>
            <a:r>
              <a:rPr lang="en-US" sz="2400" dirty="0">
                <a:latin typeface="Times New Roman" pitchFamily="18" charset="0"/>
                <a:cs typeface="Times New Roman" pitchFamily="18" charset="0"/>
              </a:rPr>
              <a:t>less </a:t>
            </a:r>
            <a:r>
              <a:rPr lang="en-US" sz="2400" spc="-5" dirty="0">
                <a:latin typeface="Times New Roman" pitchFamily="18" charset="0"/>
                <a:cs typeface="Times New Roman" pitchFamily="18" charset="0"/>
              </a:rPr>
              <a:t>than</a:t>
            </a:r>
            <a:r>
              <a:rPr lang="en-US" sz="2400" spc="-145" dirty="0">
                <a:latin typeface="Times New Roman" pitchFamily="18" charset="0"/>
                <a:cs typeface="Times New Roman" pitchFamily="18" charset="0"/>
              </a:rPr>
              <a:t> </a:t>
            </a:r>
            <a:r>
              <a:rPr lang="en-US" sz="2400" dirty="0">
                <a:latin typeface="Times New Roman" pitchFamily="18" charset="0"/>
                <a:cs typeface="Times New Roman" pitchFamily="18" charset="0"/>
              </a:rPr>
              <a:t>15  </a:t>
            </a:r>
            <a:r>
              <a:rPr lang="en-US" sz="2400" spc="-5" dirty="0">
                <a:latin typeface="Times New Roman" pitchFamily="18" charset="0"/>
                <a:cs typeface="Times New Roman" pitchFamily="18" charset="0"/>
              </a:rPr>
              <a:t>days </a:t>
            </a:r>
            <a:r>
              <a:rPr lang="en-US" sz="2400" dirty="0">
                <a:latin typeface="Times New Roman" pitchFamily="18" charset="0"/>
                <a:cs typeface="Times New Roman" pitchFamily="18" charset="0"/>
              </a:rPr>
              <a:t>it is called </a:t>
            </a:r>
            <a:r>
              <a:rPr lang="en-US" sz="2400" spc="-5" dirty="0">
                <a:latin typeface="Times New Roman" pitchFamily="18" charset="0"/>
                <a:cs typeface="Times New Roman" pitchFamily="18" charset="0"/>
              </a:rPr>
              <a:t>‘notice money’. Money </a:t>
            </a:r>
            <a:r>
              <a:rPr lang="en-US" sz="2400" dirty="0">
                <a:latin typeface="Times New Roman" pitchFamily="18" charset="0"/>
                <a:cs typeface="Times New Roman" pitchFamily="18" charset="0"/>
              </a:rPr>
              <a:t>lent  </a:t>
            </a:r>
            <a:r>
              <a:rPr lang="en-US" sz="2400" spc="-5" dirty="0">
                <a:latin typeface="Times New Roman" pitchFamily="18" charset="0"/>
                <a:cs typeface="Times New Roman" pitchFamily="18" charset="0"/>
              </a:rPr>
              <a:t>for more than </a:t>
            </a:r>
            <a:r>
              <a:rPr lang="en-US" sz="2400" dirty="0">
                <a:latin typeface="Times New Roman" pitchFamily="18" charset="0"/>
                <a:cs typeface="Times New Roman" pitchFamily="18" charset="0"/>
              </a:rPr>
              <a:t>15 </a:t>
            </a:r>
            <a:r>
              <a:rPr lang="en-US" sz="2400" spc="-5" dirty="0">
                <a:latin typeface="Times New Roman" pitchFamily="18" charset="0"/>
                <a:cs typeface="Times New Roman" pitchFamily="18" charset="0"/>
              </a:rPr>
              <a:t>days </a:t>
            </a:r>
            <a:r>
              <a:rPr lang="en-US" sz="2400" spc="5" dirty="0">
                <a:latin typeface="Times New Roman" pitchFamily="18" charset="0"/>
                <a:cs typeface="Times New Roman" pitchFamily="18" charset="0"/>
              </a:rPr>
              <a:t>is </a:t>
            </a:r>
            <a:r>
              <a:rPr lang="en-US" sz="2400" spc="-5" dirty="0">
                <a:latin typeface="Times New Roman" pitchFamily="18" charset="0"/>
                <a:cs typeface="Times New Roman" pitchFamily="18" charset="0"/>
              </a:rPr>
              <a:t>‘term</a:t>
            </a:r>
            <a:r>
              <a:rPr lang="en-US" sz="2400" spc="-80" dirty="0">
                <a:latin typeface="Times New Roman" pitchFamily="18" charset="0"/>
                <a:cs typeface="Times New Roman" pitchFamily="18" charset="0"/>
              </a:rPr>
              <a:t> </a:t>
            </a:r>
            <a:r>
              <a:rPr lang="en-US" sz="2400" spc="-5" dirty="0">
                <a:latin typeface="Times New Roman" pitchFamily="18" charset="0"/>
                <a:cs typeface="Times New Roman" pitchFamily="18" charset="0"/>
              </a:rPr>
              <a:t>money’</a:t>
            </a:r>
            <a:endParaRPr lang="en-US" sz="2400" dirty="0">
              <a:latin typeface="Times New Roman" pitchFamily="18" charset="0"/>
              <a:cs typeface="Times New Roman" pitchFamily="18" charset="0"/>
            </a:endParaRPr>
          </a:p>
          <a:p>
            <a:pPr marL="381000" marR="66675" algn="just">
              <a:lnSpc>
                <a:spcPts val="3240"/>
              </a:lnSpc>
              <a:spcBef>
                <a:spcPts val="790"/>
              </a:spcBef>
              <a:buClr>
                <a:srgbClr val="330066"/>
              </a:buClr>
              <a:buSzPct val="70000"/>
              <a:buFont typeface="Wingdings"/>
              <a:buChar char=""/>
              <a:tabLst>
                <a:tab pos="380365" algn="l"/>
                <a:tab pos="381000" algn="l"/>
              </a:tabLst>
            </a:pPr>
            <a:r>
              <a:rPr lang="en-US" sz="2400" spc="-5" dirty="0">
                <a:latin typeface="Times New Roman" pitchFamily="18" charset="0"/>
                <a:cs typeface="Times New Roman" pitchFamily="18" charset="0"/>
              </a:rPr>
              <a:t>The borrowing </a:t>
            </a:r>
            <a:r>
              <a:rPr lang="en-US" sz="2400" dirty="0">
                <a:latin typeface="Times New Roman" pitchFamily="18" charset="0"/>
                <a:cs typeface="Times New Roman" pitchFamily="18" charset="0"/>
              </a:rPr>
              <a:t>is exclusively </a:t>
            </a:r>
            <a:r>
              <a:rPr lang="en-US" sz="2400" spc="-5" dirty="0">
                <a:latin typeface="Times New Roman" pitchFamily="18" charset="0"/>
                <a:cs typeface="Times New Roman" pitchFamily="18" charset="0"/>
              </a:rPr>
              <a:t>limited </a:t>
            </a:r>
            <a:r>
              <a:rPr lang="en-US" sz="2400" spc="-10" dirty="0">
                <a:latin typeface="Times New Roman" pitchFamily="18" charset="0"/>
                <a:cs typeface="Times New Roman" pitchFamily="18" charset="0"/>
              </a:rPr>
              <a:t>to </a:t>
            </a:r>
            <a:r>
              <a:rPr lang="en-US" sz="2400" spc="-5" dirty="0">
                <a:latin typeface="Times New Roman" pitchFamily="18" charset="0"/>
                <a:cs typeface="Times New Roman" pitchFamily="18" charset="0"/>
              </a:rPr>
              <a:t>banks,  </a:t>
            </a:r>
            <a:r>
              <a:rPr lang="en-US" sz="2400" dirty="0">
                <a:latin typeface="Times New Roman" pitchFamily="18" charset="0"/>
                <a:cs typeface="Times New Roman" pitchFamily="18" charset="0"/>
              </a:rPr>
              <a:t>who are </a:t>
            </a:r>
            <a:r>
              <a:rPr lang="en-US" sz="2400" spc="-5" dirty="0">
                <a:latin typeface="Times New Roman" pitchFamily="18" charset="0"/>
                <a:cs typeface="Times New Roman" pitchFamily="18" charset="0"/>
              </a:rPr>
              <a:t>temporarily </a:t>
            </a:r>
            <a:r>
              <a:rPr lang="en-US" sz="2400" dirty="0">
                <a:latin typeface="Times New Roman" pitchFamily="18" charset="0"/>
                <a:cs typeface="Times New Roman" pitchFamily="18" charset="0"/>
              </a:rPr>
              <a:t>short of</a:t>
            </a:r>
            <a:r>
              <a:rPr lang="en-US" sz="2400" spc="-65" dirty="0">
                <a:latin typeface="Times New Roman" pitchFamily="18" charset="0"/>
                <a:cs typeface="Times New Roman" pitchFamily="18" charset="0"/>
              </a:rPr>
              <a:t> </a:t>
            </a:r>
            <a:r>
              <a:rPr lang="en-US" sz="2400" spc="-5" dirty="0">
                <a:latin typeface="Times New Roman" pitchFamily="18" charset="0"/>
                <a:cs typeface="Times New Roman" pitchFamily="18" charset="0"/>
              </a:rPr>
              <a:t>funds.</a:t>
            </a:r>
          </a:p>
          <a:p>
            <a:pPr marL="12700" marR="5080" algn="just">
              <a:spcBef>
                <a:spcPts val="100"/>
              </a:spcBef>
            </a:pPr>
            <a:r>
              <a:rPr lang="en-US" sz="2400" dirty="0">
                <a:latin typeface="Times New Roman" pitchFamily="18" charset="0"/>
                <a:cs typeface="Times New Roman" pitchFamily="18" charset="0"/>
              </a:rPr>
              <a:t>Call loans </a:t>
            </a:r>
            <a:r>
              <a:rPr lang="en-US" sz="2400" spc="-5" dirty="0">
                <a:latin typeface="Times New Roman" pitchFamily="18" charset="0"/>
                <a:cs typeface="Times New Roman" pitchFamily="18" charset="0"/>
              </a:rPr>
              <a:t>are </a:t>
            </a:r>
            <a:r>
              <a:rPr lang="en-US" sz="2400" dirty="0">
                <a:latin typeface="Times New Roman" pitchFamily="18" charset="0"/>
                <a:cs typeface="Times New Roman" pitchFamily="18" charset="0"/>
              </a:rPr>
              <a:t>generally made on a clean basis- </a:t>
            </a:r>
            <a:r>
              <a:rPr lang="en-US" sz="2400" spc="-5" dirty="0">
                <a:latin typeface="Times New Roman" pitchFamily="18" charset="0"/>
                <a:cs typeface="Times New Roman" pitchFamily="18" charset="0"/>
              </a:rPr>
              <a:t>i.e.  </a:t>
            </a:r>
            <a:r>
              <a:rPr lang="en-US" sz="2400" dirty="0">
                <a:latin typeface="Times New Roman" pitchFamily="18" charset="0"/>
                <a:cs typeface="Times New Roman" pitchFamily="18" charset="0"/>
              </a:rPr>
              <a:t>no </a:t>
            </a:r>
            <a:r>
              <a:rPr lang="en-US" sz="2400" spc="-5" dirty="0">
                <a:latin typeface="Times New Roman" pitchFamily="18" charset="0"/>
                <a:cs typeface="Times New Roman" pitchFamily="18" charset="0"/>
              </a:rPr>
              <a:t>collateral </a:t>
            </a:r>
            <a:r>
              <a:rPr lang="en-US" sz="2400" dirty="0">
                <a:latin typeface="Times New Roman" pitchFamily="18" charset="0"/>
                <a:cs typeface="Times New Roman" pitchFamily="18" charset="0"/>
              </a:rPr>
              <a:t>is</a:t>
            </a:r>
            <a:r>
              <a:rPr lang="en-US" sz="2400" spc="-5" dirty="0">
                <a:latin typeface="Times New Roman" pitchFamily="18" charset="0"/>
                <a:cs typeface="Times New Roman" pitchFamily="18" charset="0"/>
              </a:rPr>
              <a:t> </a:t>
            </a:r>
            <a:r>
              <a:rPr lang="en-US" sz="2400" dirty="0">
                <a:latin typeface="Times New Roman" pitchFamily="18" charset="0"/>
                <a:cs typeface="Times New Roman" pitchFamily="18" charset="0"/>
              </a:rPr>
              <a:t>required</a:t>
            </a:r>
          </a:p>
          <a:p>
            <a:pPr marL="381000" marR="66675" algn="just">
              <a:lnSpc>
                <a:spcPts val="3240"/>
              </a:lnSpc>
              <a:spcBef>
                <a:spcPts val="790"/>
              </a:spcBef>
              <a:buClr>
                <a:srgbClr val="330066"/>
              </a:buClr>
              <a:buSzPct val="70000"/>
              <a:buNone/>
              <a:tabLst>
                <a:tab pos="380365" algn="l"/>
                <a:tab pos="381000" algn="l"/>
              </a:tabLst>
            </a:pPr>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CD0CB2E2-06BC-42C7-AB0E-EDFF8910CF26}" type="datetime1">
              <a:rPr lang="en-US" smtClean="0"/>
              <a:t>8/20/2025</a:t>
            </a:fld>
            <a:endParaRPr lang="en-US" dirty="0"/>
          </a:p>
        </p:txBody>
      </p:sp>
      <p:sp>
        <p:nvSpPr>
          <p:cNvPr id="5" name="Footer Placeholder 4"/>
          <p:cNvSpPr>
            <a:spLocks noGrp="1"/>
          </p:cNvSpPr>
          <p:nvPr>
            <p:ph type="ftr" sz="quarter" idx="11"/>
          </p:nvPr>
        </p:nvSpPr>
        <p:spPr>
          <a:xfrm>
            <a:off x="2971800" y="6356351"/>
            <a:ext cx="6705600" cy="365125"/>
          </a:xfrm>
        </p:spPr>
        <p:txBody>
          <a:bodyPr/>
          <a:lstStyle/>
          <a:p>
            <a:r>
              <a:rPr lang="en-US">
                <a:solidFill>
                  <a:schemeClr val="tx1"/>
                </a:solidFill>
              </a:rPr>
              <a:t>Amit Kumar        AOE0770       Finance for Engineers                 Unit 5</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26</a:t>
            </a:fld>
            <a:endParaRPr lang="en-US" dirty="0"/>
          </a:p>
        </p:txBody>
      </p:sp>
      <p:sp>
        <p:nvSpPr>
          <p:cNvPr id="8" name="Title 1"/>
          <p:cNvSpPr txBox="1">
            <a:spLocks/>
          </p:cNvSpPr>
          <p:nvPr/>
        </p:nvSpPr>
        <p:spPr>
          <a:xfrm>
            <a:off x="1905000" y="-4916"/>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800" b="1" spc="-5" dirty="0">
                <a:latin typeface="Times New Roman" pitchFamily="18" charset="0"/>
                <a:cs typeface="Times New Roman" pitchFamily="18" charset="0"/>
              </a:rPr>
              <a:t>                            Call </a:t>
            </a:r>
            <a:r>
              <a:rPr lang="en-US" sz="2800" b="1" dirty="0">
                <a:latin typeface="Times New Roman" pitchFamily="18" charset="0"/>
                <a:cs typeface="Times New Roman" pitchFamily="18" charset="0"/>
              </a:rPr>
              <a:t>money </a:t>
            </a:r>
            <a:r>
              <a:rPr lang="en-US" sz="2800" b="1" spc="-5" dirty="0">
                <a:latin typeface="Times New Roman" pitchFamily="18" charset="0"/>
                <a:cs typeface="Times New Roman" pitchFamily="18" charset="0"/>
              </a:rPr>
              <a:t>market</a:t>
            </a:r>
          </a:p>
        </p:txBody>
      </p:sp>
    </p:spTree>
    <p:extLst>
      <p:ext uri="{BB962C8B-B14F-4D97-AF65-F5344CB8AC3E}">
        <p14:creationId xmlns:p14="http://schemas.microsoft.com/office/powerpoint/2010/main" val="6361342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066800"/>
            <a:ext cx="11734800" cy="5211763"/>
          </a:xfrm>
        </p:spPr>
        <p:txBody>
          <a:bodyPr>
            <a:normAutofit/>
          </a:bodyPr>
          <a:lstStyle/>
          <a:p>
            <a:pPr algn="just"/>
            <a:r>
              <a:rPr lang="en-US" sz="2400" spc="-5" dirty="0">
                <a:latin typeface="Times New Roman" pitchFamily="18" charset="0"/>
                <a:cs typeface="Times New Roman" pitchFamily="18" charset="0"/>
              </a:rPr>
              <a:t>Call </a:t>
            </a:r>
            <a:r>
              <a:rPr lang="en-US" sz="2400" dirty="0">
                <a:latin typeface="Times New Roman" pitchFamily="18" charset="0"/>
                <a:cs typeface="Times New Roman" pitchFamily="18" charset="0"/>
              </a:rPr>
              <a:t>Money </a:t>
            </a:r>
            <a:r>
              <a:rPr lang="en-US" sz="2400" spc="-5" dirty="0">
                <a:latin typeface="Times New Roman" pitchFamily="18" charset="0"/>
                <a:cs typeface="Times New Roman" pitchFamily="18" charset="0"/>
              </a:rPr>
              <a:t>Market</a:t>
            </a:r>
            <a:r>
              <a:rPr lang="en-US" sz="2400" spc="-15" dirty="0">
                <a:latin typeface="Times New Roman" pitchFamily="18" charset="0"/>
                <a:cs typeface="Times New Roman" pitchFamily="18" charset="0"/>
              </a:rPr>
              <a:t> </a:t>
            </a:r>
            <a:r>
              <a:rPr lang="en-US" sz="2400" spc="-5" dirty="0">
                <a:latin typeface="Times New Roman" pitchFamily="18" charset="0"/>
                <a:cs typeface="Times New Roman" pitchFamily="18" charset="0"/>
              </a:rPr>
              <a:t>Participants</a:t>
            </a:r>
          </a:p>
          <a:p>
            <a:pPr marL="381000" marR="347980" algn="just">
              <a:lnSpc>
                <a:spcPts val="3240"/>
              </a:lnSpc>
              <a:spcBef>
                <a:spcPts val="505"/>
              </a:spcBef>
              <a:buClr>
                <a:srgbClr val="330066"/>
              </a:buClr>
              <a:buSzPct val="70000"/>
              <a:buFont typeface="Wingdings"/>
              <a:buChar char=""/>
              <a:tabLst>
                <a:tab pos="380365" algn="l"/>
                <a:tab pos="381000" algn="l"/>
              </a:tabLst>
            </a:pPr>
            <a:r>
              <a:rPr lang="en-US" sz="2400" spc="-5" dirty="0">
                <a:latin typeface="Times New Roman" pitchFamily="18" charset="0"/>
                <a:cs typeface="Times New Roman" pitchFamily="18" charset="0"/>
              </a:rPr>
              <a:t>Those </a:t>
            </a:r>
            <a:r>
              <a:rPr lang="en-US" sz="2400" dirty="0">
                <a:latin typeface="Times New Roman" pitchFamily="18" charset="0"/>
                <a:cs typeface="Times New Roman" pitchFamily="18" charset="0"/>
              </a:rPr>
              <a:t>who can </a:t>
            </a:r>
            <a:r>
              <a:rPr lang="en-US" sz="2400" spc="-5" dirty="0">
                <a:latin typeface="Times New Roman" pitchFamily="18" charset="0"/>
                <a:cs typeface="Times New Roman" pitchFamily="18" charset="0"/>
              </a:rPr>
              <a:t>both borrow </a:t>
            </a:r>
            <a:r>
              <a:rPr lang="en-US" sz="2400" dirty="0">
                <a:latin typeface="Times New Roman" pitchFamily="18" charset="0"/>
                <a:cs typeface="Times New Roman" pitchFamily="18" charset="0"/>
              </a:rPr>
              <a:t>and lend in</a:t>
            </a:r>
            <a:r>
              <a:rPr lang="en-US" sz="2400" spc="-85" dirty="0">
                <a:latin typeface="Times New Roman" pitchFamily="18" charset="0"/>
                <a:cs typeface="Times New Roman" pitchFamily="18" charset="0"/>
              </a:rPr>
              <a:t> </a:t>
            </a:r>
            <a:r>
              <a:rPr lang="en-US" sz="2400" spc="-5" dirty="0">
                <a:latin typeface="Times New Roman" pitchFamily="18" charset="0"/>
                <a:cs typeface="Times New Roman" pitchFamily="18" charset="0"/>
              </a:rPr>
              <a:t>the  market </a:t>
            </a:r>
            <a:r>
              <a:rPr lang="en-US" sz="2400" dirty="0">
                <a:latin typeface="Times New Roman" pitchFamily="18" charset="0"/>
                <a:cs typeface="Times New Roman" pitchFamily="18" charset="0"/>
              </a:rPr>
              <a:t>– RBI , </a:t>
            </a:r>
            <a:r>
              <a:rPr lang="en-US" sz="2400" spc="-5" dirty="0">
                <a:latin typeface="Times New Roman" pitchFamily="18" charset="0"/>
                <a:cs typeface="Times New Roman" pitchFamily="18" charset="0"/>
              </a:rPr>
              <a:t>banks and primary</a:t>
            </a:r>
            <a:r>
              <a:rPr lang="en-US" sz="2400" spc="-55" dirty="0">
                <a:latin typeface="Times New Roman" pitchFamily="18" charset="0"/>
                <a:cs typeface="Times New Roman" pitchFamily="18" charset="0"/>
              </a:rPr>
              <a:t> </a:t>
            </a:r>
            <a:r>
              <a:rPr lang="en-US" sz="2400" spc="-5" dirty="0">
                <a:latin typeface="Times New Roman" pitchFamily="18" charset="0"/>
                <a:cs typeface="Times New Roman" pitchFamily="18" charset="0"/>
              </a:rPr>
              <a:t>dealers</a:t>
            </a:r>
            <a:endParaRPr lang="en-US" sz="2400" dirty="0">
              <a:latin typeface="Times New Roman" pitchFamily="18" charset="0"/>
              <a:cs typeface="Times New Roman" pitchFamily="18" charset="0"/>
            </a:endParaRPr>
          </a:p>
          <a:p>
            <a:pPr marL="381000" marR="30480" algn="just">
              <a:lnSpc>
                <a:spcPct val="89900"/>
              </a:lnSpc>
              <a:spcBef>
                <a:spcPts val="695"/>
              </a:spcBef>
              <a:buClr>
                <a:srgbClr val="330066"/>
              </a:buClr>
              <a:buSzPct val="70000"/>
              <a:buFont typeface="Wingdings"/>
              <a:buChar char=""/>
              <a:tabLst>
                <a:tab pos="380365" algn="l"/>
                <a:tab pos="381000" algn="l"/>
              </a:tabLst>
            </a:pPr>
            <a:r>
              <a:rPr lang="en-US" sz="2400" spc="-5" dirty="0">
                <a:latin typeface="Times New Roman" pitchFamily="18" charset="0"/>
                <a:cs typeface="Times New Roman" pitchFamily="18" charset="0"/>
              </a:rPr>
              <a:t>Once </a:t>
            </a:r>
            <a:r>
              <a:rPr lang="en-US" sz="2400" dirty="0">
                <a:latin typeface="Times New Roman" pitchFamily="18" charset="0"/>
                <a:cs typeface="Times New Roman" pitchFamily="18" charset="0"/>
              </a:rPr>
              <a:t>upon a </a:t>
            </a:r>
            <a:r>
              <a:rPr lang="en-US" sz="2400" spc="-5" dirty="0">
                <a:latin typeface="Times New Roman" pitchFamily="18" charset="0"/>
                <a:cs typeface="Times New Roman" pitchFamily="18" charset="0"/>
              </a:rPr>
              <a:t>time, select </a:t>
            </a:r>
            <a:r>
              <a:rPr lang="en-US" sz="2400" dirty="0">
                <a:latin typeface="Times New Roman" pitchFamily="18" charset="0"/>
                <a:cs typeface="Times New Roman" pitchFamily="18" charset="0"/>
              </a:rPr>
              <a:t>financial </a:t>
            </a:r>
            <a:r>
              <a:rPr lang="en-US" sz="2400" spc="-5" dirty="0">
                <a:latin typeface="Times New Roman" pitchFamily="18" charset="0"/>
                <a:cs typeface="Times New Roman" pitchFamily="18" charset="0"/>
              </a:rPr>
              <a:t>institutions  </a:t>
            </a:r>
            <a:r>
              <a:rPr lang="en-US" sz="2400" dirty="0">
                <a:latin typeface="Times New Roman" pitchFamily="18" charset="0"/>
                <a:cs typeface="Times New Roman" pitchFamily="18" charset="0"/>
              </a:rPr>
              <a:t>viz., </a:t>
            </a:r>
            <a:r>
              <a:rPr lang="en-US" sz="2400" spc="-5" dirty="0">
                <a:latin typeface="Times New Roman" pitchFamily="18" charset="0"/>
                <a:cs typeface="Times New Roman" pitchFamily="18" charset="0"/>
              </a:rPr>
              <a:t>IDBI, </a:t>
            </a:r>
            <a:r>
              <a:rPr lang="en-US" sz="2400" dirty="0">
                <a:latin typeface="Times New Roman" pitchFamily="18" charset="0"/>
                <a:cs typeface="Times New Roman" pitchFamily="18" charset="0"/>
              </a:rPr>
              <a:t>UTI, </a:t>
            </a:r>
            <a:r>
              <a:rPr lang="en-US" sz="2400" spc="-5" dirty="0">
                <a:latin typeface="Times New Roman" pitchFamily="18" charset="0"/>
                <a:cs typeface="Times New Roman" pitchFamily="18" charset="0"/>
              </a:rPr>
              <a:t>Mutual funds </a:t>
            </a:r>
            <a:r>
              <a:rPr lang="en-US" sz="2400" dirty="0">
                <a:latin typeface="Times New Roman" pitchFamily="18" charset="0"/>
                <a:cs typeface="Times New Roman" pitchFamily="18" charset="0"/>
              </a:rPr>
              <a:t>were allowed in  </a:t>
            </a:r>
            <a:r>
              <a:rPr lang="en-US" sz="2400" spc="-5" dirty="0">
                <a:latin typeface="Times New Roman" pitchFamily="18" charset="0"/>
                <a:cs typeface="Times New Roman" pitchFamily="18" charset="0"/>
              </a:rPr>
              <a:t>the </a:t>
            </a:r>
            <a:r>
              <a:rPr lang="en-US" sz="2400" dirty="0">
                <a:latin typeface="Times New Roman" pitchFamily="18" charset="0"/>
                <a:cs typeface="Times New Roman" pitchFamily="18" charset="0"/>
              </a:rPr>
              <a:t>call </a:t>
            </a:r>
            <a:r>
              <a:rPr lang="en-US" sz="2400" spc="-5" dirty="0">
                <a:latin typeface="Times New Roman" pitchFamily="18" charset="0"/>
                <a:cs typeface="Times New Roman" pitchFamily="18" charset="0"/>
              </a:rPr>
              <a:t>money market </a:t>
            </a:r>
            <a:r>
              <a:rPr lang="en-US" sz="2400" dirty="0">
                <a:latin typeface="Times New Roman" pitchFamily="18" charset="0"/>
                <a:cs typeface="Times New Roman" pitchFamily="18" charset="0"/>
              </a:rPr>
              <a:t>only on </a:t>
            </a:r>
            <a:r>
              <a:rPr lang="en-US" sz="2400" spc="-5" dirty="0">
                <a:latin typeface="Times New Roman" pitchFamily="18" charset="0"/>
                <a:cs typeface="Times New Roman" pitchFamily="18" charset="0"/>
              </a:rPr>
              <a:t>the </a:t>
            </a:r>
            <a:r>
              <a:rPr lang="en-US" sz="2400" dirty="0">
                <a:latin typeface="Times New Roman" pitchFamily="18" charset="0"/>
                <a:cs typeface="Times New Roman" pitchFamily="18" charset="0"/>
              </a:rPr>
              <a:t>lender’s  side</a:t>
            </a:r>
          </a:p>
          <a:p>
            <a:pPr marL="381000" marR="1003300" algn="just">
              <a:lnSpc>
                <a:spcPct val="89900"/>
              </a:lnSpc>
              <a:spcBef>
                <a:spcPts val="755"/>
              </a:spcBef>
              <a:buClr>
                <a:srgbClr val="330066"/>
              </a:buClr>
              <a:buSzPct val="70000"/>
              <a:buFont typeface="Wingdings"/>
              <a:buChar char=""/>
              <a:tabLst>
                <a:tab pos="381000" algn="l"/>
              </a:tabLst>
            </a:pPr>
            <a:r>
              <a:rPr lang="en-US" sz="2400" spc="-5" dirty="0">
                <a:latin typeface="Times New Roman" pitchFamily="18" charset="0"/>
                <a:cs typeface="Times New Roman" pitchFamily="18" charset="0"/>
              </a:rPr>
              <a:t>These were phased out and </a:t>
            </a:r>
            <a:r>
              <a:rPr lang="en-US" sz="2400" dirty="0">
                <a:latin typeface="Times New Roman" pitchFamily="18" charset="0"/>
                <a:cs typeface="Times New Roman" pitchFamily="18" charset="0"/>
              </a:rPr>
              <a:t>call </a:t>
            </a:r>
            <a:r>
              <a:rPr lang="en-US" sz="2400" spc="-5" dirty="0">
                <a:latin typeface="Times New Roman" pitchFamily="18" charset="0"/>
                <a:cs typeface="Times New Roman" pitchFamily="18" charset="0"/>
              </a:rPr>
              <a:t>money  market </a:t>
            </a:r>
            <a:r>
              <a:rPr lang="en-US" sz="2400" dirty="0">
                <a:latin typeface="Times New Roman" pitchFamily="18" charset="0"/>
                <a:cs typeface="Times New Roman" pitchFamily="18" charset="0"/>
              </a:rPr>
              <a:t>is now a pure </a:t>
            </a:r>
            <a:r>
              <a:rPr lang="en-US" sz="2400" spc="-5" dirty="0">
                <a:latin typeface="Times New Roman" pitchFamily="18" charset="0"/>
                <a:cs typeface="Times New Roman" pitchFamily="18" charset="0"/>
              </a:rPr>
              <a:t>inter-bank market</a:t>
            </a:r>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A57A6789-0F3C-43F6-9A86-6DBCB7AC1662}" type="datetime1">
              <a:rPr lang="en-US" smtClean="0"/>
              <a:t>8/20/2025</a:t>
            </a:fld>
            <a:endParaRPr lang="en-US" dirty="0"/>
          </a:p>
        </p:txBody>
      </p:sp>
      <p:sp>
        <p:nvSpPr>
          <p:cNvPr id="5" name="Footer Placeholder 4"/>
          <p:cNvSpPr>
            <a:spLocks noGrp="1"/>
          </p:cNvSpPr>
          <p:nvPr>
            <p:ph type="ftr" sz="quarter" idx="11"/>
          </p:nvPr>
        </p:nvSpPr>
        <p:spPr>
          <a:xfrm>
            <a:off x="2971800" y="6356351"/>
            <a:ext cx="6705600" cy="365125"/>
          </a:xfrm>
        </p:spPr>
        <p:txBody>
          <a:bodyPr/>
          <a:lstStyle/>
          <a:p>
            <a:r>
              <a:rPr lang="en-US">
                <a:solidFill>
                  <a:schemeClr val="tx1"/>
                </a:solidFill>
              </a:rPr>
              <a:t>Amit Kumar        AOE0770       Finance for Engineers                 Unit 5</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27</a:t>
            </a:fld>
            <a:endParaRPr lang="en-US" dirty="0"/>
          </a:p>
        </p:txBody>
      </p:sp>
      <p:sp>
        <p:nvSpPr>
          <p:cNvPr id="9" name="Title 1"/>
          <p:cNvSpPr txBox="1">
            <a:spLocks/>
          </p:cNvSpPr>
          <p:nvPr/>
        </p:nvSpPr>
        <p:spPr>
          <a:xfrm>
            <a:off x="1905000" y="-792"/>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800" b="1" spc="-5" dirty="0">
                <a:latin typeface="Times New Roman" pitchFamily="18" charset="0"/>
                <a:cs typeface="Times New Roman" pitchFamily="18" charset="0"/>
              </a:rPr>
              <a:t>                   Call </a:t>
            </a:r>
            <a:r>
              <a:rPr lang="en-US" sz="2800" b="1" dirty="0">
                <a:latin typeface="Times New Roman" pitchFamily="18" charset="0"/>
                <a:cs typeface="Times New Roman" pitchFamily="18" charset="0"/>
              </a:rPr>
              <a:t>Money </a:t>
            </a:r>
            <a:r>
              <a:rPr lang="en-US" sz="2800" b="1" spc="-5" dirty="0">
                <a:latin typeface="Times New Roman" pitchFamily="18" charset="0"/>
                <a:cs typeface="Times New Roman" pitchFamily="18" charset="0"/>
              </a:rPr>
              <a:t>Market</a:t>
            </a:r>
            <a:r>
              <a:rPr lang="en-US" sz="2800" b="1" spc="-15" dirty="0">
                <a:latin typeface="Times New Roman" pitchFamily="18" charset="0"/>
                <a:cs typeface="Times New Roman" pitchFamily="18" charset="0"/>
              </a:rPr>
              <a:t> </a:t>
            </a:r>
            <a:r>
              <a:rPr lang="en-US" sz="2800" b="1" spc="-5" dirty="0">
                <a:latin typeface="Times New Roman" pitchFamily="18" charset="0"/>
                <a:cs typeface="Times New Roman" pitchFamily="18" charset="0"/>
              </a:rPr>
              <a:t>Participants</a:t>
            </a:r>
          </a:p>
        </p:txBody>
      </p:sp>
    </p:spTree>
    <p:extLst>
      <p:ext uri="{BB962C8B-B14F-4D97-AF65-F5344CB8AC3E}">
        <p14:creationId xmlns:p14="http://schemas.microsoft.com/office/powerpoint/2010/main" val="31824969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066800"/>
            <a:ext cx="11811000" cy="5211763"/>
          </a:xfrm>
        </p:spPr>
        <p:txBody>
          <a:bodyPr>
            <a:noAutofit/>
          </a:bodyPr>
          <a:lstStyle/>
          <a:p>
            <a:pPr algn="just"/>
            <a:r>
              <a:rPr lang="en-US" sz="2400" spc="-5" dirty="0">
                <a:latin typeface="Times New Roman" pitchFamily="18" charset="0"/>
                <a:cs typeface="Times New Roman" pitchFamily="18" charset="0"/>
              </a:rPr>
              <a:t>Bill</a:t>
            </a:r>
            <a:r>
              <a:rPr lang="en-US" sz="2400" spc="-90" dirty="0">
                <a:latin typeface="Times New Roman" pitchFamily="18" charset="0"/>
                <a:cs typeface="Times New Roman" pitchFamily="18" charset="0"/>
              </a:rPr>
              <a:t> </a:t>
            </a:r>
            <a:r>
              <a:rPr lang="en-US" sz="2400" spc="-5" dirty="0">
                <a:latin typeface="Times New Roman" pitchFamily="18" charset="0"/>
                <a:cs typeface="Times New Roman" pitchFamily="18" charset="0"/>
              </a:rPr>
              <a:t>Market</a:t>
            </a:r>
          </a:p>
          <a:p>
            <a:pPr algn="just"/>
            <a:r>
              <a:rPr lang="en-US" sz="2400" spc="-5" dirty="0">
                <a:latin typeface="Times New Roman" pitchFamily="18" charset="0"/>
                <a:cs typeface="Times New Roman" pitchFamily="18" charset="0"/>
              </a:rPr>
              <a:t>Treasury Bill market- Also called the T-Bill</a:t>
            </a:r>
            <a:r>
              <a:rPr lang="en-US" sz="2400" spc="60" dirty="0">
                <a:latin typeface="Times New Roman" pitchFamily="18" charset="0"/>
                <a:cs typeface="Times New Roman" pitchFamily="18" charset="0"/>
              </a:rPr>
              <a:t> </a:t>
            </a:r>
            <a:r>
              <a:rPr lang="en-US" sz="2400" spc="-5" dirty="0">
                <a:latin typeface="Times New Roman" pitchFamily="18" charset="0"/>
                <a:cs typeface="Times New Roman" pitchFamily="18" charset="0"/>
              </a:rPr>
              <a:t>market</a:t>
            </a:r>
            <a:endParaRPr lang="en-US" sz="2400" dirty="0">
              <a:latin typeface="Times New Roman" pitchFamily="18" charset="0"/>
              <a:cs typeface="Times New Roman" pitchFamily="18" charset="0"/>
            </a:endParaRPr>
          </a:p>
          <a:p>
            <a:pPr marL="360680" marR="192405" indent="-347980" algn="just">
              <a:lnSpc>
                <a:spcPts val="2590"/>
              </a:lnSpc>
              <a:spcBef>
                <a:spcPts val="425"/>
              </a:spcBef>
              <a:buClr>
                <a:srgbClr val="669898"/>
              </a:buClr>
              <a:buSzPct val="68750"/>
              <a:buFont typeface="Wingdings"/>
              <a:buChar char=""/>
              <a:tabLst>
                <a:tab pos="360680" algn="l"/>
              </a:tabLst>
            </a:pPr>
            <a:r>
              <a:rPr lang="en-US" sz="2400" spc="-5" dirty="0">
                <a:latin typeface="Times New Roman" pitchFamily="18" charset="0"/>
                <a:cs typeface="Times New Roman" pitchFamily="18" charset="0"/>
              </a:rPr>
              <a:t>These bills are short-term </a:t>
            </a:r>
            <a:r>
              <a:rPr lang="en-US" sz="2400" spc="-10" dirty="0">
                <a:latin typeface="Times New Roman" pitchFamily="18" charset="0"/>
                <a:cs typeface="Times New Roman" pitchFamily="18" charset="0"/>
              </a:rPr>
              <a:t>liabilities </a:t>
            </a:r>
            <a:r>
              <a:rPr lang="en-US" sz="2400" spc="-5" dirty="0">
                <a:latin typeface="Times New Roman" pitchFamily="18" charset="0"/>
                <a:cs typeface="Times New Roman" pitchFamily="18" charset="0"/>
              </a:rPr>
              <a:t>(91-day, 182-day,  364-day) of </a:t>
            </a:r>
            <a:r>
              <a:rPr lang="en-US" sz="2400" dirty="0">
                <a:latin typeface="Times New Roman" pitchFamily="18" charset="0"/>
                <a:cs typeface="Times New Roman" pitchFamily="18" charset="0"/>
              </a:rPr>
              <a:t>the </a:t>
            </a:r>
            <a:r>
              <a:rPr lang="en-US" sz="2400" spc="-5" dirty="0">
                <a:latin typeface="Times New Roman" pitchFamily="18" charset="0"/>
                <a:cs typeface="Times New Roman" pitchFamily="18" charset="0"/>
              </a:rPr>
              <a:t>Government of</a:t>
            </a:r>
            <a:r>
              <a:rPr lang="en-US" sz="2400" spc="35" dirty="0">
                <a:latin typeface="Times New Roman" pitchFamily="18" charset="0"/>
                <a:cs typeface="Times New Roman" pitchFamily="18" charset="0"/>
              </a:rPr>
              <a:t> </a:t>
            </a:r>
            <a:r>
              <a:rPr lang="en-US" sz="2400" spc="-5" dirty="0">
                <a:latin typeface="Times New Roman" pitchFamily="18" charset="0"/>
                <a:cs typeface="Times New Roman" pitchFamily="18" charset="0"/>
              </a:rPr>
              <a:t>India</a:t>
            </a:r>
          </a:p>
          <a:p>
            <a:pPr marL="360680" marR="192405" indent="-347980" algn="just">
              <a:lnSpc>
                <a:spcPts val="2590"/>
              </a:lnSpc>
              <a:spcBef>
                <a:spcPts val="425"/>
              </a:spcBef>
              <a:buClr>
                <a:srgbClr val="669898"/>
              </a:buClr>
              <a:buSzPct val="68750"/>
              <a:buFont typeface="Wingdings"/>
              <a:buChar char=""/>
              <a:tabLst>
                <a:tab pos="360680" algn="l"/>
              </a:tabLst>
            </a:pPr>
            <a:endParaRPr lang="en-US" sz="2400" dirty="0">
              <a:latin typeface="Times New Roman" pitchFamily="18" charset="0"/>
              <a:cs typeface="Times New Roman" pitchFamily="18" charset="0"/>
            </a:endParaRPr>
          </a:p>
          <a:p>
            <a:pPr marL="360680" marR="353060" algn="just">
              <a:lnSpc>
                <a:spcPts val="2590"/>
              </a:lnSpc>
              <a:spcBef>
                <a:spcPts val="600"/>
              </a:spcBef>
            </a:pPr>
            <a:r>
              <a:rPr lang="en-US" sz="2400" dirty="0">
                <a:latin typeface="Times New Roman" pitchFamily="18" charset="0"/>
                <a:cs typeface="Times New Roman" pitchFamily="18" charset="0"/>
              </a:rPr>
              <a:t>It </a:t>
            </a:r>
            <a:r>
              <a:rPr lang="en-US" sz="2400" spc="-5" dirty="0">
                <a:latin typeface="Times New Roman" pitchFamily="18" charset="0"/>
                <a:cs typeface="Times New Roman" pitchFamily="18" charset="0"/>
              </a:rPr>
              <a:t>is </a:t>
            </a:r>
            <a:r>
              <a:rPr lang="en-US" sz="2400" dirty="0">
                <a:latin typeface="Times New Roman" pitchFamily="18" charset="0"/>
                <a:cs typeface="Times New Roman" pitchFamily="18" charset="0"/>
              </a:rPr>
              <a:t>an IOU of </a:t>
            </a:r>
            <a:r>
              <a:rPr lang="en-US" sz="2400" spc="-5" dirty="0">
                <a:latin typeface="Times New Roman" pitchFamily="18" charset="0"/>
                <a:cs typeface="Times New Roman" pitchFamily="18" charset="0"/>
              </a:rPr>
              <a:t>the government, </a:t>
            </a:r>
            <a:r>
              <a:rPr lang="en-US" sz="2400" dirty="0">
                <a:latin typeface="Times New Roman" pitchFamily="18" charset="0"/>
                <a:cs typeface="Times New Roman" pitchFamily="18" charset="0"/>
              </a:rPr>
              <a:t>a </a:t>
            </a:r>
            <a:r>
              <a:rPr lang="en-US" sz="2400" spc="-5" dirty="0">
                <a:latin typeface="Times New Roman" pitchFamily="18" charset="0"/>
                <a:cs typeface="Times New Roman" pitchFamily="18" charset="0"/>
              </a:rPr>
              <a:t>promise </a:t>
            </a:r>
            <a:r>
              <a:rPr lang="en-US" sz="2400" dirty="0">
                <a:latin typeface="Times New Roman" pitchFamily="18" charset="0"/>
                <a:cs typeface="Times New Roman" pitchFamily="18" charset="0"/>
              </a:rPr>
              <a:t>to </a:t>
            </a:r>
            <a:r>
              <a:rPr lang="en-US" sz="2400" spc="-10" dirty="0">
                <a:latin typeface="Times New Roman" pitchFamily="18" charset="0"/>
                <a:cs typeface="Times New Roman" pitchFamily="18" charset="0"/>
              </a:rPr>
              <a:t>pay </a:t>
            </a:r>
            <a:r>
              <a:rPr lang="en-US" sz="2400" spc="-5" dirty="0">
                <a:latin typeface="Times New Roman" pitchFamily="18" charset="0"/>
                <a:cs typeface="Times New Roman" pitchFamily="18" charset="0"/>
              </a:rPr>
              <a:t>the  stated amount after expiry of </a:t>
            </a:r>
            <a:r>
              <a:rPr lang="en-US" sz="2400" dirty="0">
                <a:latin typeface="Times New Roman" pitchFamily="18" charset="0"/>
                <a:cs typeface="Times New Roman" pitchFamily="18" charset="0"/>
              </a:rPr>
              <a:t>the </a:t>
            </a:r>
            <a:r>
              <a:rPr lang="en-US" sz="2400" spc="-5" dirty="0">
                <a:latin typeface="Times New Roman" pitchFamily="18" charset="0"/>
                <a:cs typeface="Times New Roman" pitchFamily="18" charset="0"/>
              </a:rPr>
              <a:t>stated period from  the date of</a:t>
            </a:r>
            <a:r>
              <a:rPr lang="en-US" sz="2400" spc="20" dirty="0">
                <a:latin typeface="Times New Roman" pitchFamily="18" charset="0"/>
                <a:cs typeface="Times New Roman" pitchFamily="18" charset="0"/>
              </a:rPr>
              <a:t> </a:t>
            </a:r>
            <a:r>
              <a:rPr lang="en-US" sz="2400" spc="-5" dirty="0">
                <a:latin typeface="Times New Roman" pitchFamily="18" charset="0"/>
                <a:cs typeface="Times New Roman" pitchFamily="18" charset="0"/>
              </a:rPr>
              <a:t>issue</a:t>
            </a:r>
            <a:endParaRPr lang="en-US" sz="2400" dirty="0">
              <a:latin typeface="Times New Roman" pitchFamily="18" charset="0"/>
              <a:cs typeface="Times New Roman" pitchFamily="18" charset="0"/>
            </a:endParaRPr>
          </a:p>
          <a:p>
            <a:pPr algn="just"/>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98EC8502-8857-486D-BFFC-2199A0C0395A}" type="datetime1">
              <a:rPr lang="en-US" smtClean="0"/>
              <a:t>8/20/2025</a:t>
            </a:fld>
            <a:endParaRPr lang="en-US" dirty="0"/>
          </a:p>
        </p:txBody>
      </p:sp>
      <p:sp>
        <p:nvSpPr>
          <p:cNvPr id="5" name="Footer Placeholder 4"/>
          <p:cNvSpPr>
            <a:spLocks noGrp="1"/>
          </p:cNvSpPr>
          <p:nvPr>
            <p:ph type="ftr" sz="quarter" idx="11"/>
          </p:nvPr>
        </p:nvSpPr>
        <p:spPr>
          <a:xfrm>
            <a:off x="2971800" y="6356351"/>
            <a:ext cx="6705600" cy="365125"/>
          </a:xfrm>
        </p:spPr>
        <p:txBody>
          <a:bodyPr/>
          <a:lstStyle/>
          <a:p>
            <a:r>
              <a:rPr lang="en-US">
                <a:solidFill>
                  <a:schemeClr val="tx1"/>
                </a:solidFill>
              </a:rPr>
              <a:t>Amit Kumar        AOE0770       Finance for Engineers                 Unit 5</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28</a:t>
            </a:fld>
            <a:endParaRPr lang="en-US" dirty="0"/>
          </a:p>
        </p:txBody>
      </p:sp>
      <p:sp>
        <p:nvSpPr>
          <p:cNvPr id="8" name="Title 1"/>
          <p:cNvSpPr txBox="1">
            <a:spLocks/>
          </p:cNvSpPr>
          <p:nvPr/>
        </p:nvSpPr>
        <p:spPr>
          <a:xfrm>
            <a:off x="1905000" y="53411"/>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800" b="1" spc="-5" dirty="0">
                <a:latin typeface="Times New Roman" pitchFamily="18" charset="0"/>
                <a:cs typeface="Times New Roman" pitchFamily="18" charset="0"/>
              </a:rPr>
              <a:t>                                    Bill</a:t>
            </a:r>
            <a:r>
              <a:rPr lang="en-US" sz="2800" b="1" spc="-90" dirty="0">
                <a:latin typeface="Times New Roman" pitchFamily="18" charset="0"/>
                <a:cs typeface="Times New Roman" pitchFamily="18" charset="0"/>
              </a:rPr>
              <a:t> </a:t>
            </a:r>
            <a:r>
              <a:rPr lang="en-US" sz="2800" b="1" spc="-5" dirty="0">
                <a:latin typeface="Times New Roman" pitchFamily="18" charset="0"/>
                <a:cs typeface="Times New Roman" pitchFamily="18" charset="0"/>
              </a:rPr>
              <a:t>Market</a:t>
            </a:r>
          </a:p>
        </p:txBody>
      </p:sp>
    </p:spTree>
    <p:extLst>
      <p:ext uri="{BB962C8B-B14F-4D97-AF65-F5344CB8AC3E}">
        <p14:creationId xmlns:p14="http://schemas.microsoft.com/office/powerpoint/2010/main" val="10226202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4588"/>
            <a:ext cx="11811000" cy="5211763"/>
          </a:xfrm>
        </p:spPr>
        <p:txBody>
          <a:bodyPr>
            <a:noAutofit/>
          </a:bodyPr>
          <a:lstStyle/>
          <a:p>
            <a:pPr marL="360680" marR="376555" algn="just">
              <a:lnSpc>
                <a:spcPts val="2590"/>
              </a:lnSpc>
              <a:spcBef>
                <a:spcPts val="600"/>
              </a:spcBef>
            </a:pPr>
            <a:r>
              <a:rPr lang="en-US" sz="2400" spc="-5" dirty="0">
                <a:latin typeface="Times New Roman" pitchFamily="18" charset="0"/>
                <a:cs typeface="Times New Roman" pitchFamily="18" charset="0"/>
              </a:rPr>
              <a:t>They are issued </a:t>
            </a:r>
            <a:r>
              <a:rPr lang="en-US" sz="2400" dirty="0">
                <a:latin typeface="Times New Roman" pitchFamily="18" charset="0"/>
                <a:cs typeface="Times New Roman" pitchFamily="18" charset="0"/>
              </a:rPr>
              <a:t>at </a:t>
            </a:r>
            <a:r>
              <a:rPr lang="en-US" sz="2400" spc="-5" dirty="0">
                <a:latin typeface="Times New Roman" pitchFamily="18" charset="0"/>
                <a:cs typeface="Times New Roman" pitchFamily="18" charset="0"/>
              </a:rPr>
              <a:t>discount </a:t>
            </a:r>
            <a:r>
              <a:rPr lang="en-US" sz="2400" dirty="0">
                <a:latin typeface="Times New Roman" pitchFamily="18" charset="0"/>
                <a:cs typeface="Times New Roman" pitchFamily="18" charset="0"/>
              </a:rPr>
              <a:t>to </a:t>
            </a:r>
            <a:r>
              <a:rPr lang="en-US" sz="2400" spc="-5" dirty="0">
                <a:latin typeface="Times New Roman" pitchFamily="18" charset="0"/>
                <a:cs typeface="Times New Roman" pitchFamily="18" charset="0"/>
              </a:rPr>
              <a:t>the face value </a:t>
            </a:r>
            <a:r>
              <a:rPr lang="en-US" sz="2400" spc="-10" dirty="0">
                <a:latin typeface="Times New Roman" pitchFamily="18" charset="0"/>
                <a:cs typeface="Times New Roman" pitchFamily="18" charset="0"/>
              </a:rPr>
              <a:t>and </a:t>
            </a:r>
            <a:r>
              <a:rPr lang="en-US" sz="2400" spc="-5" dirty="0">
                <a:latin typeface="Times New Roman" pitchFamily="18" charset="0"/>
                <a:cs typeface="Times New Roman" pitchFamily="18" charset="0"/>
              </a:rPr>
              <a:t>at  the </a:t>
            </a:r>
            <a:r>
              <a:rPr lang="en-US" sz="2400" spc="-10" dirty="0">
                <a:latin typeface="Times New Roman" pitchFamily="18" charset="0"/>
                <a:cs typeface="Times New Roman" pitchFamily="18" charset="0"/>
              </a:rPr>
              <a:t>end </a:t>
            </a:r>
            <a:r>
              <a:rPr lang="en-US" sz="2400" spc="-5" dirty="0">
                <a:latin typeface="Times New Roman" pitchFamily="18" charset="0"/>
                <a:cs typeface="Times New Roman" pitchFamily="18" charset="0"/>
              </a:rPr>
              <a:t>of maturity the </a:t>
            </a:r>
            <a:r>
              <a:rPr lang="en-US" sz="2400" dirty="0">
                <a:latin typeface="Times New Roman" pitchFamily="18" charset="0"/>
                <a:cs typeface="Times New Roman" pitchFamily="18" charset="0"/>
              </a:rPr>
              <a:t>face </a:t>
            </a:r>
            <a:r>
              <a:rPr lang="en-US" sz="2400" spc="-5" dirty="0">
                <a:latin typeface="Times New Roman" pitchFamily="18" charset="0"/>
                <a:cs typeface="Times New Roman" pitchFamily="18" charset="0"/>
              </a:rPr>
              <a:t>value is</a:t>
            </a:r>
            <a:r>
              <a:rPr lang="en-US" sz="2400" spc="30" dirty="0">
                <a:latin typeface="Times New Roman" pitchFamily="18" charset="0"/>
                <a:cs typeface="Times New Roman" pitchFamily="18" charset="0"/>
              </a:rPr>
              <a:t> </a:t>
            </a:r>
            <a:r>
              <a:rPr lang="en-US" sz="2400" spc="-10" dirty="0">
                <a:latin typeface="Times New Roman" pitchFamily="18" charset="0"/>
                <a:cs typeface="Times New Roman" pitchFamily="18" charset="0"/>
              </a:rPr>
              <a:t>paid</a:t>
            </a:r>
            <a:endParaRPr lang="en-US" sz="2400" dirty="0">
              <a:latin typeface="Times New Roman" pitchFamily="18" charset="0"/>
              <a:cs typeface="Times New Roman" pitchFamily="18" charset="0"/>
            </a:endParaRPr>
          </a:p>
          <a:p>
            <a:pPr marL="360680" marR="5080" algn="just">
              <a:lnSpc>
                <a:spcPts val="2590"/>
              </a:lnSpc>
              <a:spcBef>
                <a:spcPts val="600"/>
              </a:spcBef>
            </a:pPr>
            <a:r>
              <a:rPr lang="en-US" sz="2400" spc="-10" dirty="0">
                <a:latin typeface="Times New Roman" pitchFamily="18" charset="0"/>
                <a:cs typeface="Times New Roman" pitchFamily="18" charset="0"/>
              </a:rPr>
              <a:t>The </a:t>
            </a:r>
            <a:r>
              <a:rPr lang="en-US" sz="2400" dirty="0">
                <a:latin typeface="Times New Roman" pitchFamily="18" charset="0"/>
                <a:cs typeface="Times New Roman" pitchFamily="18" charset="0"/>
              </a:rPr>
              <a:t>rate </a:t>
            </a:r>
            <a:r>
              <a:rPr lang="en-US" sz="2400" spc="-5" dirty="0">
                <a:latin typeface="Times New Roman" pitchFamily="18" charset="0"/>
                <a:cs typeface="Times New Roman" pitchFamily="18" charset="0"/>
              </a:rPr>
              <a:t>of </a:t>
            </a:r>
            <a:r>
              <a:rPr lang="en-US" sz="2400" spc="-10" dirty="0">
                <a:latin typeface="Times New Roman" pitchFamily="18" charset="0"/>
                <a:cs typeface="Times New Roman" pitchFamily="18" charset="0"/>
              </a:rPr>
              <a:t>discount and </a:t>
            </a:r>
            <a:r>
              <a:rPr lang="en-US" sz="2400" dirty="0">
                <a:latin typeface="Times New Roman" pitchFamily="18" charset="0"/>
                <a:cs typeface="Times New Roman" pitchFamily="18" charset="0"/>
              </a:rPr>
              <a:t>the </a:t>
            </a:r>
            <a:r>
              <a:rPr lang="en-US" sz="2400" spc="-5" dirty="0">
                <a:latin typeface="Times New Roman" pitchFamily="18" charset="0"/>
                <a:cs typeface="Times New Roman" pitchFamily="18" charset="0"/>
              </a:rPr>
              <a:t>corresponding issue price  </a:t>
            </a:r>
            <a:r>
              <a:rPr lang="en-US" sz="2400" dirty="0">
                <a:latin typeface="Times New Roman" pitchFamily="18" charset="0"/>
                <a:cs typeface="Times New Roman" pitchFamily="18" charset="0"/>
              </a:rPr>
              <a:t>are </a:t>
            </a:r>
            <a:r>
              <a:rPr lang="en-US" sz="2400" spc="-5" dirty="0">
                <a:latin typeface="Times New Roman" pitchFamily="18" charset="0"/>
                <a:cs typeface="Times New Roman" pitchFamily="18" charset="0"/>
              </a:rPr>
              <a:t>determined at each</a:t>
            </a:r>
            <a:r>
              <a:rPr lang="en-US" sz="2400" dirty="0">
                <a:latin typeface="Times New Roman" pitchFamily="18" charset="0"/>
                <a:cs typeface="Times New Roman" pitchFamily="18" charset="0"/>
              </a:rPr>
              <a:t> </a:t>
            </a:r>
            <a:r>
              <a:rPr lang="en-US" sz="2400" spc="-5" dirty="0">
                <a:latin typeface="Times New Roman" pitchFamily="18" charset="0"/>
                <a:cs typeface="Times New Roman" pitchFamily="18" charset="0"/>
              </a:rPr>
              <a:t>auction</a:t>
            </a:r>
            <a:endParaRPr lang="en-US" sz="2400" dirty="0">
              <a:latin typeface="Times New Roman" pitchFamily="18" charset="0"/>
              <a:cs typeface="Times New Roman" pitchFamily="18" charset="0"/>
            </a:endParaRPr>
          </a:p>
          <a:p>
            <a:pPr marL="360680" marR="346710" algn="just">
              <a:lnSpc>
                <a:spcPts val="2590"/>
              </a:lnSpc>
              <a:spcBef>
                <a:spcPts val="600"/>
              </a:spcBef>
            </a:pPr>
            <a:r>
              <a:rPr lang="en-US" sz="2400" spc="-5" dirty="0">
                <a:latin typeface="Times New Roman" pitchFamily="18" charset="0"/>
                <a:cs typeface="Times New Roman" pitchFamily="18" charset="0"/>
              </a:rPr>
              <a:t>RBI </a:t>
            </a:r>
            <a:r>
              <a:rPr lang="en-US" sz="2400" spc="-10" dirty="0">
                <a:latin typeface="Times New Roman" pitchFamily="18" charset="0"/>
                <a:cs typeface="Times New Roman" pitchFamily="18" charset="0"/>
              </a:rPr>
              <a:t>auctions </a:t>
            </a:r>
            <a:r>
              <a:rPr lang="en-US" sz="2400" spc="-5" dirty="0">
                <a:latin typeface="Times New Roman" pitchFamily="18" charset="0"/>
                <a:cs typeface="Times New Roman" pitchFamily="18" charset="0"/>
              </a:rPr>
              <a:t>91-day T-Bills on </a:t>
            </a:r>
            <a:r>
              <a:rPr lang="en-US" sz="2400" dirty="0">
                <a:latin typeface="Times New Roman" pitchFamily="18" charset="0"/>
                <a:cs typeface="Times New Roman" pitchFamily="18" charset="0"/>
              </a:rPr>
              <a:t>a </a:t>
            </a:r>
            <a:r>
              <a:rPr lang="en-US" sz="2400" spc="-5" dirty="0">
                <a:latin typeface="Times New Roman" pitchFamily="18" charset="0"/>
                <a:cs typeface="Times New Roman" pitchFamily="18" charset="0"/>
              </a:rPr>
              <a:t>weekly basis, </a:t>
            </a:r>
            <a:r>
              <a:rPr lang="en-US" sz="2400" spc="-10" dirty="0">
                <a:latin typeface="Times New Roman" pitchFamily="18" charset="0"/>
                <a:cs typeface="Times New Roman" pitchFamily="18" charset="0"/>
              </a:rPr>
              <a:t>182-  day </a:t>
            </a:r>
            <a:r>
              <a:rPr lang="en-US" sz="2400" spc="-5" dirty="0">
                <a:latin typeface="Times New Roman" pitchFamily="18" charset="0"/>
                <a:cs typeface="Times New Roman" pitchFamily="18" charset="0"/>
              </a:rPr>
              <a:t>T-Bills and 364-day T-Bills on </a:t>
            </a:r>
            <a:r>
              <a:rPr lang="en-US" sz="2400" dirty="0">
                <a:latin typeface="Times New Roman" pitchFamily="18" charset="0"/>
                <a:cs typeface="Times New Roman" pitchFamily="18" charset="0"/>
              </a:rPr>
              <a:t>a </a:t>
            </a:r>
            <a:r>
              <a:rPr lang="en-US" sz="2400" spc="-5" dirty="0">
                <a:latin typeface="Times New Roman" pitchFamily="18" charset="0"/>
                <a:cs typeface="Times New Roman" pitchFamily="18" charset="0"/>
              </a:rPr>
              <a:t>fortnightly basis  on </a:t>
            </a:r>
            <a:r>
              <a:rPr lang="en-US" sz="2400" spc="-10" dirty="0">
                <a:latin typeface="Times New Roman" pitchFamily="18" charset="0"/>
                <a:cs typeface="Times New Roman" pitchFamily="18" charset="0"/>
              </a:rPr>
              <a:t>behalf </a:t>
            </a:r>
            <a:r>
              <a:rPr lang="en-US" sz="2400" dirty="0">
                <a:latin typeface="Times New Roman" pitchFamily="18" charset="0"/>
                <a:cs typeface="Times New Roman" pitchFamily="18" charset="0"/>
              </a:rPr>
              <a:t>of </a:t>
            </a:r>
            <a:r>
              <a:rPr lang="en-US" sz="2400" spc="-5" dirty="0">
                <a:latin typeface="Times New Roman" pitchFamily="18" charset="0"/>
                <a:cs typeface="Times New Roman" pitchFamily="18" charset="0"/>
              </a:rPr>
              <a:t>the central</a:t>
            </a:r>
            <a:r>
              <a:rPr lang="en-US" sz="2400" spc="20" dirty="0">
                <a:latin typeface="Times New Roman" pitchFamily="18" charset="0"/>
                <a:cs typeface="Times New Roman" pitchFamily="18" charset="0"/>
              </a:rPr>
              <a:t> </a:t>
            </a:r>
            <a:r>
              <a:rPr lang="en-US" sz="2400" spc="-5" dirty="0">
                <a:latin typeface="Times New Roman" pitchFamily="18" charset="0"/>
                <a:cs typeface="Times New Roman" pitchFamily="18" charset="0"/>
              </a:rPr>
              <a:t>government</a:t>
            </a:r>
            <a:endParaRPr lang="en-US" sz="2400" dirty="0">
              <a:latin typeface="Times New Roman" pitchFamily="18" charset="0"/>
              <a:cs typeface="Times New Roman" pitchFamily="18" charset="0"/>
            </a:endParaRPr>
          </a:p>
          <a:p>
            <a:pPr algn="just"/>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2FEC9F8A-4FB9-47F8-AEC4-A94F25F1B5F4}" type="datetime1">
              <a:rPr lang="en-US" smtClean="0"/>
              <a:t>8/20/2025</a:t>
            </a:fld>
            <a:endParaRPr lang="en-US" dirty="0"/>
          </a:p>
        </p:txBody>
      </p:sp>
      <p:sp>
        <p:nvSpPr>
          <p:cNvPr id="5" name="Footer Placeholder 4"/>
          <p:cNvSpPr>
            <a:spLocks noGrp="1"/>
          </p:cNvSpPr>
          <p:nvPr>
            <p:ph type="ftr" sz="quarter" idx="11"/>
          </p:nvPr>
        </p:nvSpPr>
        <p:spPr>
          <a:xfrm>
            <a:off x="2971800" y="6356351"/>
            <a:ext cx="6705600" cy="365125"/>
          </a:xfrm>
        </p:spPr>
        <p:txBody>
          <a:bodyPr/>
          <a:lstStyle/>
          <a:p>
            <a:r>
              <a:rPr lang="en-US">
                <a:solidFill>
                  <a:schemeClr val="tx1"/>
                </a:solidFill>
              </a:rPr>
              <a:t>Amit Kumar        AOE0770       Finance for Engineers                 Unit 5</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29</a:t>
            </a:fld>
            <a:endParaRPr lang="en-US" dirty="0"/>
          </a:p>
        </p:txBody>
      </p:sp>
      <p:sp>
        <p:nvSpPr>
          <p:cNvPr id="8" name="Title 1"/>
          <p:cNvSpPr txBox="1">
            <a:spLocks/>
          </p:cNvSpPr>
          <p:nvPr/>
        </p:nvSpPr>
        <p:spPr>
          <a:xfrm>
            <a:off x="1905000" y="29497"/>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800" b="1" spc="-5" dirty="0">
                <a:latin typeface="Times New Roman" pitchFamily="18" charset="0"/>
                <a:cs typeface="Times New Roman" pitchFamily="18" charset="0"/>
              </a:rPr>
              <a:t>                                    Bill</a:t>
            </a:r>
            <a:r>
              <a:rPr lang="en-US" sz="2800" b="1" spc="-90" dirty="0">
                <a:latin typeface="Times New Roman" pitchFamily="18" charset="0"/>
                <a:cs typeface="Times New Roman" pitchFamily="18" charset="0"/>
              </a:rPr>
              <a:t> </a:t>
            </a:r>
            <a:r>
              <a:rPr lang="en-US" sz="2800" b="1" spc="-5" dirty="0">
                <a:latin typeface="Times New Roman" pitchFamily="18" charset="0"/>
                <a:cs typeface="Times New Roman" pitchFamily="18" charset="0"/>
              </a:rPr>
              <a:t>Market</a:t>
            </a:r>
          </a:p>
        </p:txBody>
      </p:sp>
    </p:spTree>
    <p:extLst>
      <p:ext uri="{BB962C8B-B14F-4D97-AF65-F5344CB8AC3E}">
        <p14:creationId xmlns:p14="http://schemas.microsoft.com/office/powerpoint/2010/main" val="13078363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953293"/>
            <a:ext cx="11887200" cy="5135563"/>
          </a:xfrm>
        </p:spPr>
        <p:txBody>
          <a:bodyPr>
            <a:noAutofit/>
          </a:bodyPr>
          <a:lstStyle/>
          <a:p>
            <a:pPr algn="just"/>
            <a:r>
              <a:rPr lang="en-US" sz="2400" dirty="0">
                <a:latin typeface="Times New Roman" pitchFamily="18" charset="0"/>
                <a:cs typeface="Times New Roman" pitchFamily="18" charset="0"/>
              </a:rPr>
              <a:t>Money </a:t>
            </a:r>
            <a:r>
              <a:rPr lang="en-US" sz="2400" spc="-5" dirty="0">
                <a:latin typeface="Times New Roman" pitchFamily="18" charset="0"/>
                <a:cs typeface="Times New Roman" pitchFamily="18" charset="0"/>
              </a:rPr>
              <a:t>Market Instruments:</a:t>
            </a:r>
          </a:p>
          <a:p>
            <a:pPr marL="381000" marR="325120" algn="just">
              <a:spcBef>
                <a:spcPts val="100"/>
              </a:spcBef>
              <a:buClr>
                <a:srgbClr val="330066"/>
              </a:buClr>
              <a:buSzPct val="70000"/>
              <a:buFont typeface="Wingdings"/>
              <a:buChar char=""/>
              <a:tabLst>
                <a:tab pos="380365" algn="l"/>
                <a:tab pos="381000" algn="l"/>
              </a:tabLst>
            </a:pPr>
            <a:r>
              <a:rPr lang="en-US" sz="2400" spc="-5" dirty="0">
                <a:latin typeface="Times New Roman" pitchFamily="18" charset="0"/>
                <a:cs typeface="Times New Roman" pitchFamily="18" charset="0"/>
              </a:rPr>
              <a:t>Money market instruments are those </a:t>
            </a:r>
            <a:r>
              <a:rPr lang="en-US" sz="2400" dirty="0">
                <a:latin typeface="Times New Roman" pitchFamily="18" charset="0"/>
                <a:cs typeface="Times New Roman" pitchFamily="18" charset="0"/>
              </a:rPr>
              <a:t>which  </a:t>
            </a:r>
            <a:r>
              <a:rPr lang="en-US" sz="2400" spc="-5" dirty="0">
                <a:latin typeface="Times New Roman" pitchFamily="18" charset="0"/>
                <a:cs typeface="Times New Roman" pitchFamily="18" charset="0"/>
              </a:rPr>
              <a:t>have maturity </a:t>
            </a:r>
            <a:r>
              <a:rPr lang="en-US" sz="2400" dirty="0">
                <a:latin typeface="Times New Roman" pitchFamily="18" charset="0"/>
                <a:cs typeface="Times New Roman" pitchFamily="18" charset="0"/>
              </a:rPr>
              <a:t>period of less </a:t>
            </a:r>
            <a:r>
              <a:rPr lang="en-US" sz="2400" spc="-5" dirty="0">
                <a:latin typeface="Times New Roman" pitchFamily="18" charset="0"/>
                <a:cs typeface="Times New Roman" pitchFamily="18" charset="0"/>
              </a:rPr>
              <a:t>than </a:t>
            </a:r>
            <a:r>
              <a:rPr lang="en-US" sz="2400" dirty="0">
                <a:latin typeface="Times New Roman" pitchFamily="18" charset="0"/>
                <a:cs typeface="Times New Roman" pitchFamily="18" charset="0"/>
              </a:rPr>
              <a:t>one</a:t>
            </a:r>
            <a:r>
              <a:rPr lang="en-US" sz="2400" spc="-100" dirty="0">
                <a:latin typeface="Times New Roman" pitchFamily="18" charset="0"/>
                <a:cs typeface="Times New Roman" pitchFamily="18" charset="0"/>
              </a:rPr>
              <a:t> </a:t>
            </a:r>
            <a:r>
              <a:rPr lang="en-US" sz="2400" spc="-5" dirty="0">
                <a:latin typeface="Times New Roman" pitchFamily="18" charset="0"/>
                <a:cs typeface="Times New Roman" pitchFamily="18" charset="0"/>
              </a:rPr>
              <a:t>year.</a:t>
            </a:r>
            <a:endParaRPr lang="en-US" sz="2400" dirty="0">
              <a:latin typeface="Times New Roman" pitchFamily="18" charset="0"/>
              <a:cs typeface="Times New Roman" pitchFamily="18" charset="0"/>
            </a:endParaRPr>
          </a:p>
          <a:p>
            <a:pPr marL="381000" marR="30480" algn="just">
              <a:spcBef>
                <a:spcPts val="740"/>
              </a:spcBef>
              <a:buClr>
                <a:srgbClr val="330066"/>
              </a:buClr>
              <a:buSzPct val="70000"/>
              <a:buFont typeface="Wingdings"/>
              <a:buChar char=""/>
              <a:tabLst>
                <a:tab pos="380365" algn="l"/>
                <a:tab pos="381000" algn="l"/>
              </a:tabLst>
            </a:pPr>
            <a:r>
              <a:rPr lang="en-US" sz="2400" spc="-5" dirty="0">
                <a:latin typeface="Times New Roman" pitchFamily="18" charset="0"/>
                <a:cs typeface="Times New Roman" pitchFamily="18" charset="0"/>
              </a:rPr>
              <a:t>The most </a:t>
            </a:r>
            <a:r>
              <a:rPr lang="en-US" sz="2400" dirty="0">
                <a:latin typeface="Times New Roman" pitchFamily="18" charset="0"/>
                <a:cs typeface="Times New Roman" pitchFamily="18" charset="0"/>
              </a:rPr>
              <a:t>active part of </a:t>
            </a:r>
            <a:r>
              <a:rPr lang="en-US" sz="2400" spc="-5" dirty="0">
                <a:latin typeface="Times New Roman" pitchFamily="18" charset="0"/>
                <a:cs typeface="Times New Roman" pitchFamily="18" charset="0"/>
              </a:rPr>
              <a:t>the money market </a:t>
            </a:r>
            <a:r>
              <a:rPr lang="en-US" sz="2400" dirty="0">
                <a:latin typeface="Times New Roman" pitchFamily="18" charset="0"/>
                <a:cs typeface="Times New Roman" pitchFamily="18" charset="0"/>
              </a:rPr>
              <a:t>is  </a:t>
            </a:r>
            <a:r>
              <a:rPr lang="en-US" sz="2400" spc="-5" dirty="0">
                <a:latin typeface="Times New Roman" pitchFamily="18" charset="0"/>
                <a:cs typeface="Times New Roman" pitchFamily="18" charset="0"/>
              </a:rPr>
              <a:t>the market for overnight </a:t>
            </a:r>
            <a:r>
              <a:rPr lang="en-US" sz="2400" dirty="0">
                <a:latin typeface="Times New Roman" pitchFamily="18" charset="0"/>
                <a:cs typeface="Times New Roman" pitchFamily="18" charset="0"/>
              </a:rPr>
              <a:t>call </a:t>
            </a:r>
            <a:r>
              <a:rPr lang="en-US" sz="2400" spc="-5" dirty="0">
                <a:latin typeface="Times New Roman" pitchFamily="18" charset="0"/>
                <a:cs typeface="Times New Roman" pitchFamily="18" charset="0"/>
              </a:rPr>
              <a:t>and term money  between banks and institutions </a:t>
            </a:r>
            <a:r>
              <a:rPr lang="en-US" sz="2400" dirty="0">
                <a:latin typeface="Times New Roman" pitchFamily="18" charset="0"/>
                <a:cs typeface="Times New Roman" pitchFamily="18" charset="0"/>
              </a:rPr>
              <a:t>and </a:t>
            </a:r>
            <a:r>
              <a:rPr lang="en-US" sz="2400" spc="-5" dirty="0">
                <a:latin typeface="Times New Roman" pitchFamily="18" charset="0"/>
                <a:cs typeface="Times New Roman" pitchFamily="18" charset="0"/>
              </a:rPr>
              <a:t>repo  transactions</a:t>
            </a:r>
            <a:endParaRPr lang="en-US" sz="2400" dirty="0">
              <a:latin typeface="Times New Roman" pitchFamily="18" charset="0"/>
              <a:cs typeface="Times New Roman" pitchFamily="18" charset="0"/>
            </a:endParaRPr>
          </a:p>
          <a:p>
            <a:pPr marL="381000" marR="239395" algn="just">
              <a:spcBef>
                <a:spcPts val="740"/>
              </a:spcBef>
              <a:buClr>
                <a:srgbClr val="330066"/>
              </a:buClr>
              <a:buSzPct val="70000"/>
              <a:buFont typeface="Wingdings"/>
              <a:buChar char=""/>
              <a:tabLst>
                <a:tab pos="380365" algn="l"/>
                <a:tab pos="381000" algn="l"/>
              </a:tabLst>
            </a:pPr>
            <a:r>
              <a:rPr lang="en-US" sz="2400" dirty="0">
                <a:latin typeface="Times New Roman" pitchFamily="18" charset="0"/>
                <a:cs typeface="Times New Roman" pitchFamily="18" charset="0"/>
              </a:rPr>
              <a:t>Call </a:t>
            </a:r>
            <a:r>
              <a:rPr lang="en-US" sz="2400" spc="-5" dirty="0">
                <a:latin typeface="Times New Roman" pitchFamily="18" charset="0"/>
                <a:cs typeface="Times New Roman" pitchFamily="18" charset="0"/>
              </a:rPr>
              <a:t>money/repo are very short-term money  market</a:t>
            </a:r>
            <a:r>
              <a:rPr lang="en-US" sz="2400" spc="-25" dirty="0">
                <a:latin typeface="Times New Roman" pitchFamily="18" charset="0"/>
                <a:cs typeface="Times New Roman" pitchFamily="18" charset="0"/>
              </a:rPr>
              <a:t> </a:t>
            </a:r>
            <a:r>
              <a:rPr lang="en-US" sz="2400" spc="-5" dirty="0">
                <a:latin typeface="Times New Roman" pitchFamily="18" charset="0"/>
                <a:cs typeface="Times New Roman" pitchFamily="18" charset="0"/>
              </a:rPr>
              <a:t>products</a:t>
            </a:r>
            <a:endParaRPr lang="en-US" sz="2400" dirty="0">
              <a:latin typeface="Times New Roman" pitchFamily="18" charset="0"/>
              <a:cs typeface="Times New Roman" pitchFamily="18" charset="0"/>
            </a:endParaRPr>
          </a:p>
          <a:p>
            <a:pPr algn="just">
              <a:buNone/>
            </a:pPr>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71E06A4B-40A4-4410-97E6-CD99101E34F4}" type="datetime1">
              <a:rPr lang="en-US" smtClean="0"/>
              <a:t>8/20/2025</a:t>
            </a:fld>
            <a:endParaRPr lang="en-US" dirty="0"/>
          </a:p>
        </p:txBody>
      </p:sp>
      <p:sp>
        <p:nvSpPr>
          <p:cNvPr id="5" name="Footer Placeholder 4"/>
          <p:cNvSpPr>
            <a:spLocks noGrp="1"/>
          </p:cNvSpPr>
          <p:nvPr>
            <p:ph type="ftr" sz="quarter" idx="11"/>
          </p:nvPr>
        </p:nvSpPr>
        <p:spPr>
          <a:xfrm>
            <a:off x="2895600" y="6356351"/>
            <a:ext cx="6705600" cy="365125"/>
          </a:xfrm>
        </p:spPr>
        <p:txBody>
          <a:bodyPr/>
          <a:lstStyle/>
          <a:p>
            <a:r>
              <a:rPr lang="en-US">
                <a:solidFill>
                  <a:schemeClr val="tx1"/>
                </a:solidFill>
              </a:rPr>
              <a:t>Amit Kumar        AOE0770       Finance for Engineers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30</a:t>
            </a:fld>
            <a:endParaRPr lang="en-US" dirty="0"/>
          </a:p>
        </p:txBody>
      </p:sp>
      <p:sp>
        <p:nvSpPr>
          <p:cNvPr id="8" name="Title 1"/>
          <p:cNvSpPr txBox="1">
            <a:spLocks/>
          </p:cNvSpPr>
          <p:nvPr/>
        </p:nvSpPr>
        <p:spPr>
          <a:xfrm>
            <a:off x="1981200" y="0"/>
            <a:ext cx="10210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800" b="1" dirty="0">
                <a:latin typeface="Times New Roman" pitchFamily="18" charset="0"/>
                <a:cs typeface="Times New Roman" pitchFamily="18" charset="0"/>
              </a:rPr>
              <a:t>                   Money </a:t>
            </a:r>
            <a:r>
              <a:rPr lang="en-US" sz="2800" b="1" spc="-5" dirty="0">
                <a:latin typeface="Times New Roman" pitchFamily="18" charset="0"/>
                <a:cs typeface="Times New Roman" pitchFamily="18" charset="0"/>
              </a:rPr>
              <a:t>Market Instruments</a:t>
            </a:r>
          </a:p>
        </p:txBody>
      </p:sp>
    </p:spTree>
    <p:extLst>
      <p:ext uri="{BB962C8B-B14F-4D97-AF65-F5344CB8AC3E}">
        <p14:creationId xmlns:p14="http://schemas.microsoft.com/office/powerpoint/2010/main" val="11076920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953294"/>
            <a:ext cx="11887200" cy="5135563"/>
          </a:xfrm>
        </p:spPr>
        <p:txBody>
          <a:bodyPr>
            <a:noAutofit/>
          </a:bodyPr>
          <a:lstStyle/>
          <a:p>
            <a:pPr algn="just">
              <a:buNone/>
            </a:pPr>
            <a:r>
              <a:rPr lang="en-US" sz="2400" dirty="0">
                <a:latin typeface="Times New Roman" pitchFamily="18" charset="0"/>
                <a:cs typeface="Times New Roman" pitchFamily="18" charset="0"/>
              </a:rPr>
              <a:t>1.   Define finance.</a:t>
            </a:r>
          </a:p>
          <a:p>
            <a:pPr algn="just">
              <a:buNone/>
            </a:pPr>
            <a:r>
              <a:rPr lang="en-US" sz="2400" dirty="0">
                <a:latin typeface="Times New Roman" pitchFamily="18" charset="0"/>
                <a:cs typeface="Times New Roman" pitchFamily="18" charset="0"/>
              </a:rPr>
              <a:t>2.   Discuss financial institutions.</a:t>
            </a:r>
          </a:p>
          <a:p>
            <a:pPr algn="just">
              <a:buNone/>
            </a:pPr>
            <a:r>
              <a:rPr lang="en-US" sz="2400" dirty="0">
                <a:latin typeface="Times New Roman" pitchFamily="18" charset="0"/>
                <a:cs typeface="Times New Roman" pitchFamily="18" charset="0"/>
              </a:rPr>
              <a:t>3.   Define funds.</a:t>
            </a:r>
          </a:p>
          <a:p>
            <a:pPr algn="just">
              <a:buNone/>
            </a:pPr>
            <a:r>
              <a:rPr lang="en-US" sz="2400" dirty="0">
                <a:latin typeface="Times New Roman" pitchFamily="18" charset="0"/>
                <a:cs typeface="Times New Roman" pitchFamily="18" charset="0"/>
              </a:rPr>
              <a:t>4.   What is call money?</a:t>
            </a:r>
          </a:p>
          <a:p>
            <a:pPr algn="just">
              <a:buNone/>
            </a:pPr>
            <a:r>
              <a:rPr lang="en-US" sz="2400" dirty="0">
                <a:latin typeface="Times New Roman" pitchFamily="18" charset="0"/>
                <a:cs typeface="Times New Roman" pitchFamily="18" charset="0"/>
              </a:rPr>
              <a:t>5.   Discuss commercial paper.</a:t>
            </a:r>
          </a:p>
          <a:p>
            <a:pPr algn="just">
              <a:buNone/>
            </a:pPr>
            <a:r>
              <a:rPr lang="en-US" sz="2400" dirty="0">
                <a:latin typeface="Times New Roman" pitchFamily="18" charset="0"/>
                <a:cs typeface="Times New Roman" pitchFamily="18" charset="0"/>
              </a:rPr>
              <a:t>6.   Explain treasury bills.</a:t>
            </a:r>
          </a:p>
          <a:p>
            <a:pPr marL="457200" indent="-457200" algn="just">
              <a:buAutoNum type="arabicPeriod" startAt="7"/>
            </a:pPr>
            <a:r>
              <a:rPr lang="en-US" sz="2400" dirty="0">
                <a:latin typeface="Times New Roman" pitchFamily="18" charset="0"/>
                <a:cs typeface="Times New Roman" pitchFamily="18" charset="0"/>
              </a:rPr>
              <a:t>Explain money market.</a:t>
            </a:r>
          </a:p>
          <a:p>
            <a:pPr marL="457200" indent="-457200" algn="just">
              <a:buAutoNum type="arabicPeriod" startAt="7"/>
            </a:pPr>
            <a:r>
              <a:rPr lang="en-US" sz="2400" dirty="0">
                <a:latin typeface="Times New Roman" pitchFamily="18" charset="0"/>
                <a:cs typeface="Times New Roman" pitchFamily="18" charset="0"/>
              </a:rPr>
              <a:t>What is bond?</a:t>
            </a:r>
          </a:p>
          <a:p>
            <a:pPr marL="457200" indent="-457200" algn="just">
              <a:buAutoNum type="arabicPeriod" startAt="7"/>
            </a:pPr>
            <a:r>
              <a:rPr lang="en-US" sz="2400" dirty="0">
                <a:latin typeface="Times New Roman" pitchFamily="18" charset="0"/>
                <a:cs typeface="Times New Roman" pitchFamily="18" charset="0"/>
              </a:rPr>
              <a:t>What is capital market?</a:t>
            </a:r>
          </a:p>
          <a:p>
            <a:pPr marL="457200" indent="-457200" algn="just">
              <a:buAutoNum type="arabicPeriod" startAt="7"/>
            </a:pPr>
            <a:r>
              <a:rPr lang="en-US" sz="2400" dirty="0">
                <a:latin typeface="Times New Roman" pitchFamily="18" charset="0"/>
                <a:cs typeface="Times New Roman" pitchFamily="18" charset="0"/>
              </a:rPr>
              <a:t> Define stock market.</a:t>
            </a:r>
          </a:p>
          <a:p>
            <a:pPr marL="457200" indent="-457200" algn="just">
              <a:buAutoNum type="arabicPeriod" startAt="7"/>
            </a:pPr>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BDA2CCF6-DB78-46FE-88D1-0FD48BB65F78}" type="datetime1">
              <a:rPr lang="en-US" smtClean="0"/>
              <a:t>8/20/2025</a:t>
            </a:fld>
            <a:endParaRPr lang="en-US" dirty="0"/>
          </a:p>
        </p:txBody>
      </p:sp>
      <p:sp>
        <p:nvSpPr>
          <p:cNvPr id="5" name="Footer Placeholder 4"/>
          <p:cNvSpPr>
            <a:spLocks noGrp="1"/>
          </p:cNvSpPr>
          <p:nvPr>
            <p:ph type="ftr" sz="quarter" idx="11"/>
          </p:nvPr>
        </p:nvSpPr>
        <p:spPr>
          <a:xfrm>
            <a:off x="2895600" y="6356351"/>
            <a:ext cx="6705600" cy="365125"/>
          </a:xfrm>
        </p:spPr>
        <p:txBody>
          <a:bodyPr/>
          <a:lstStyle/>
          <a:p>
            <a:r>
              <a:rPr lang="en-US">
                <a:solidFill>
                  <a:schemeClr val="tx1"/>
                </a:solidFill>
              </a:rPr>
              <a:t>Amit Kumar        AOE0770       Finance for Engineers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31</a:t>
            </a:fld>
            <a:endParaRPr lang="en-US" dirty="0"/>
          </a:p>
        </p:txBody>
      </p:sp>
      <p:sp>
        <p:nvSpPr>
          <p:cNvPr id="8" name="Title 1"/>
          <p:cNvSpPr txBox="1">
            <a:spLocks/>
          </p:cNvSpPr>
          <p:nvPr/>
        </p:nvSpPr>
        <p:spPr>
          <a:xfrm>
            <a:off x="1905000" y="1"/>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800" b="1" dirty="0">
                <a:latin typeface="Times New Roman" pitchFamily="18" charset="0"/>
                <a:cs typeface="Times New Roman" pitchFamily="18" charset="0"/>
              </a:rPr>
              <a:t>                                    Daily Quiz</a:t>
            </a:r>
            <a:endParaRPr lang="en-US" sz="2800" b="1" spc="-5" dirty="0">
              <a:latin typeface="Times New Roman" pitchFamily="18" charset="0"/>
              <a:cs typeface="Times New Roman" pitchFamily="18" charset="0"/>
            </a:endParaRPr>
          </a:p>
        </p:txBody>
      </p:sp>
    </p:spTree>
    <p:extLst>
      <p:ext uri="{BB962C8B-B14F-4D97-AF65-F5344CB8AC3E}">
        <p14:creationId xmlns:p14="http://schemas.microsoft.com/office/powerpoint/2010/main" val="24434377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4525963"/>
          </a:xfrm>
        </p:spPr>
        <p:txBody>
          <a:bodyPr>
            <a:normAutofit/>
          </a:bodyPr>
          <a:lstStyle/>
          <a:p>
            <a:pPr algn="just"/>
            <a:r>
              <a:rPr lang="en-US" sz="2400" dirty="0">
                <a:latin typeface="Times New Roman" pitchFamily="18" charset="0"/>
                <a:cs typeface="Times New Roman" pitchFamily="18" charset="0"/>
              </a:rPr>
              <a:t>We have covered the following  topics in this lecture:</a:t>
            </a:r>
          </a:p>
          <a:p>
            <a:pPr algn="just"/>
            <a:r>
              <a:rPr lang="en-US" sz="2400" dirty="0">
                <a:latin typeface="Times New Roman" pitchFamily="18" charset="0"/>
                <a:cs typeface="Times New Roman" pitchFamily="18" charset="0"/>
              </a:rPr>
              <a:t>Introduction to financial system</a:t>
            </a:r>
          </a:p>
          <a:p>
            <a:pPr algn="just"/>
            <a:r>
              <a:rPr lang="en-US" sz="2400" spc="-5" dirty="0">
                <a:latin typeface="Times New Roman" pitchFamily="18" charset="0"/>
                <a:cs typeface="Times New Roman" pitchFamily="18" charset="0"/>
              </a:rPr>
              <a:t>Financial Assets/Instruments</a:t>
            </a:r>
          </a:p>
          <a:p>
            <a:pPr algn="just"/>
            <a:r>
              <a:rPr lang="en-US" sz="2400" dirty="0">
                <a:latin typeface="Times New Roman" pitchFamily="18" charset="0"/>
                <a:cs typeface="Times New Roman" pitchFamily="18" charset="0"/>
              </a:rPr>
              <a:t>Major </a:t>
            </a:r>
            <a:r>
              <a:rPr lang="en-US" sz="2400" spc="-5" dirty="0">
                <a:latin typeface="Times New Roman" pitchFamily="18" charset="0"/>
                <a:cs typeface="Times New Roman" pitchFamily="18" charset="0"/>
              </a:rPr>
              <a:t>Financial</a:t>
            </a:r>
            <a:r>
              <a:rPr lang="en-US" sz="2400" spc="-35" dirty="0">
                <a:latin typeface="Times New Roman" pitchFamily="18" charset="0"/>
                <a:cs typeface="Times New Roman" pitchFamily="18" charset="0"/>
              </a:rPr>
              <a:t> </a:t>
            </a:r>
            <a:r>
              <a:rPr lang="en-US" sz="2400" spc="-5" dirty="0">
                <a:latin typeface="Times New Roman" pitchFamily="18" charset="0"/>
                <a:cs typeface="Times New Roman" pitchFamily="18" charset="0"/>
              </a:rPr>
              <a:t>Instruments</a:t>
            </a:r>
          </a:p>
          <a:p>
            <a:pPr algn="just"/>
            <a:r>
              <a:rPr lang="en-US" sz="2400" dirty="0">
                <a:latin typeface="Times New Roman" pitchFamily="18" charset="0"/>
                <a:cs typeface="Times New Roman" pitchFamily="18" charset="0"/>
              </a:rPr>
              <a:t>Financial Flows in the economy</a:t>
            </a:r>
          </a:p>
          <a:p>
            <a:pPr algn="just"/>
            <a:r>
              <a:rPr lang="en-US" sz="2400" dirty="0">
                <a:latin typeface="Times New Roman" pitchFamily="18" charset="0"/>
                <a:cs typeface="Times New Roman" pitchFamily="18" charset="0"/>
              </a:rPr>
              <a:t>Financial</a:t>
            </a:r>
            <a:r>
              <a:rPr lang="en-US" sz="2400" spc="-95" dirty="0">
                <a:latin typeface="Times New Roman" pitchFamily="18" charset="0"/>
                <a:cs typeface="Times New Roman" pitchFamily="18" charset="0"/>
              </a:rPr>
              <a:t> </a:t>
            </a:r>
            <a:r>
              <a:rPr lang="en-US" sz="2400" spc="-5" dirty="0">
                <a:latin typeface="Times New Roman" pitchFamily="18" charset="0"/>
                <a:cs typeface="Times New Roman" pitchFamily="18" charset="0"/>
              </a:rPr>
              <a:t>Markets</a:t>
            </a:r>
          </a:p>
          <a:p>
            <a:pPr algn="just"/>
            <a:r>
              <a:rPr lang="en-US" sz="2400" spc="-5" dirty="0">
                <a:latin typeface="Times New Roman" pitchFamily="18" charset="0"/>
                <a:ea typeface="Tahoma" pitchFamily="34" charset="0"/>
                <a:cs typeface="Times New Roman" pitchFamily="18" charset="0"/>
              </a:rPr>
              <a:t>Purpose </a:t>
            </a:r>
            <a:r>
              <a:rPr lang="en-US" sz="2400" dirty="0">
                <a:latin typeface="Times New Roman" pitchFamily="18" charset="0"/>
                <a:ea typeface="Tahoma" pitchFamily="34" charset="0"/>
                <a:cs typeface="Times New Roman" pitchFamily="18" charset="0"/>
              </a:rPr>
              <a:t>of </a:t>
            </a:r>
            <a:r>
              <a:rPr lang="en-US" sz="2400" spc="-5" dirty="0">
                <a:latin typeface="Times New Roman" pitchFamily="18" charset="0"/>
                <a:ea typeface="Tahoma" pitchFamily="34" charset="0"/>
                <a:cs typeface="Times New Roman" pitchFamily="18" charset="0"/>
              </a:rPr>
              <a:t>the </a:t>
            </a:r>
            <a:r>
              <a:rPr lang="en-US" sz="2400" dirty="0">
                <a:latin typeface="Times New Roman" pitchFamily="18" charset="0"/>
                <a:ea typeface="Tahoma" pitchFamily="34" charset="0"/>
                <a:cs typeface="Times New Roman" pitchFamily="18" charset="0"/>
              </a:rPr>
              <a:t>money</a:t>
            </a:r>
            <a:r>
              <a:rPr lang="en-US" sz="2400" spc="-50" dirty="0">
                <a:latin typeface="Times New Roman" pitchFamily="18" charset="0"/>
                <a:ea typeface="Tahoma" pitchFamily="34" charset="0"/>
                <a:cs typeface="Times New Roman" pitchFamily="18" charset="0"/>
              </a:rPr>
              <a:t> </a:t>
            </a:r>
            <a:r>
              <a:rPr lang="en-US" sz="2400" spc="-5" dirty="0">
                <a:latin typeface="Times New Roman" pitchFamily="18" charset="0"/>
                <a:ea typeface="Tahoma" pitchFamily="34" charset="0"/>
                <a:cs typeface="Times New Roman" pitchFamily="18" charset="0"/>
              </a:rPr>
              <a:t>market</a:t>
            </a:r>
          </a:p>
          <a:p>
            <a:pPr algn="just"/>
            <a:r>
              <a:rPr lang="en-US" sz="2400" dirty="0">
                <a:latin typeface="Times New Roman" pitchFamily="18" charset="0"/>
                <a:cs typeface="Times New Roman" pitchFamily="18" charset="0"/>
              </a:rPr>
              <a:t>Money </a:t>
            </a:r>
            <a:r>
              <a:rPr lang="en-US" sz="2400" spc="-5" dirty="0">
                <a:latin typeface="Times New Roman" pitchFamily="18" charset="0"/>
                <a:cs typeface="Times New Roman" pitchFamily="18" charset="0"/>
              </a:rPr>
              <a:t>Market</a:t>
            </a:r>
            <a:r>
              <a:rPr lang="en-US" sz="2400" spc="-25" dirty="0">
                <a:latin typeface="Times New Roman" pitchFamily="18" charset="0"/>
                <a:cs typeface="Times New Roman" pitchFamily="18" charset="0"/>
              </a:rPr>
              <a:t> </a:t>
            </a:r>
            <a:r>
              <a:rPr lang="en-US" sz="2400" spc="-5" dirty="0">
                <a:latin typeface="Times New Roman" pitchFamily="18" charset="0"/>
                <a:cs typeface="Times New Roman" pitchFamily="18" charset="0"/>
              </a:rPr>
              <a:t>Instruments</a:t>
            </a:r>
          </a:p>
          <a:p>
            <a:pPr>
              <a:buNone/>
            </a:pPr>
            <a:endParaRPr lang="en-US" sz="2400" b="1" dirty="0">
              <a:latin typeface="Times New Roman" pitchFamily="18" charset="0"/>
              <a:cs typeface="Times New Roman" pitchFamily="18" charset="0"/>
            </a:endParaRPr>
          </a:p>
          <a:p>
            <a:endParaRPr lang="en-US" sz="2400" b="1" dirty="0">
              <a:latin typeface="Times New Roman" pitchFamily="18" charset="0"/>
              <a:cs typeface="Times New Roman" pitchFamily="18" charset="0"/>
            </a:endParaRPr>
          </a:p>
          <a:p>
            <a:endParaRPr lang="en-US" sz="2400" b="1" dirty="0">
              <a:latin typeface="Times New Roman" pitchFamily="18" charset="0"/>
              <a:cs typeface="Times New Roman" pitchFamily="18" charset="0"/>
            </a:endParaRPr>
          </a:p>
          <a:p>
            <a:endParaRPr lang="en-US" sz="2400" b="1"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EF171931-F626-40D6-AAA1-5FB0B6114FBD}" type="datetime1">
              <a:rPr lang="en-US" smtClean="0"/>
              <a:t>8/20/2025</a:t>
            </a:fld>
            <a:endParaRPr lang="en-US" dirty="0"/>
          </a:p>
        </p:txBody>
      </p:sp>
      <p:sp>
        <p:nvSpPr>
          <p:cNvPr id="5" name="Footer Placeholder 4"/>
          <p:cNvSpPr>
            <a:spLocks noGrp="1"/>
          </p:cNvSpPr>
          <p:nvPr>
            <p:ph type="ftr" sz="quarter" idx="11"/>
          </p:nvPr>
        </p:nvSpPr>
        <p:spPr>
          <a:xfrm>
            <a:off x="2971800" y="6356351"/>
            <a:ext cx="6629400" cy="365125"/>
          </a:xfrm>
        </p:spPr>
        <p:txBody>
          <a:bodyPr/>
          <a:lstStyle/>
          <a:p>
            <a:r>
              <a:rPr lang="en-US">
                <a:solidFill>
                  <a:schemeClr val="tx1"/>
                </a:solidFill>
              </a:rPr>
              <a:t>Amit Kumar        AOE0770       Finance for Engineers                 Unit 5</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32</a:t>
            </a:fld>
            <a:endParaRPr lang="en-US" dirty="0"/>
          </a:p>
        </p:txBody>
      </p:sp>
      <p:sp>
        <p:nvSpPr>
          <p:cNvPr id="10" name="Title 1"/>
          <p:cNvSpPr txBox="1">
            <a:spLocks/>
          </p:cNvSpPr>
          <p:nvPr/>
        </p:nvSpPr>
        <p:spPr>
          <a:xfrm>
            <a:off x="1905000" y="0"/>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b="1" dirty="0">
                <a:latin typeface="Times New Roman" pitchFamily="18" charset="0"/>
                <a:cs typeface="Times New Roman" pitchFamily="18" charset="0"/>
              </a:rPr>
              <a:t>Summary</a:t>
            </a:r>
          </a:p>
        </p:txBody>
      </p:sp>
    </p:spTree>
    <p:extLst>
      <p:ext uri="{BB962C8B-B14F-4D97-AF65-F5344CB8AC3E}">
        <p14:creationId xmlns:p14="http://schemas.microsoft.com/office/powerpoint/2010/main" val="29156366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166018"/>
            <a:ext cx="8229600" cy="4525963"/>
          </a:xfrm>
        </p:spPr>
        <p:txBody>
          <a:bodyPr>
            <a:normAutofit/>
          </a:bodyPr>
          <a:lstStyle/>
          <a:p>
            <a:pPr algn="just"/>
            <a:r>
              <a:rPr lang="en-US" sz="2800" dirty="0">
                <a:latin typeface="Times New Roman" pitchFamily="18" charset="0"/>
                <a:cs typeface="Times New Roman" pitchFamily="18" charset="0"/>
              </a:rPr>
              <a:t>Introduction to financial system</a:t>
            </a:r>
          </a:p>
          <a:p>
            <a:pPr algn="just"/>
            <a:r>
              <a:rPr lang="en-US" sz="2800" spc="-5" dirty="0">
                <a:latin typeface="Times New Roman" pitchFamily="18" charset="0"/>
                <a:cs typeface="Times New Roman" pitchFamily="18" charset="0"/>
              </a:rPr>
              <a:t>Financial Assets/Instruments</a:t>
            </a:r>
          </a:p>
          <a:p>
            <a:pPr algn="just"/>
            <a:r>
              <a:rPr lang="en-US" sz="2800" dirty="0">
                <a:latin typeface="Times New Roman" pitchFamily="18" charset="0"/>
                <a:cs typeface="Times New Roman" pitchFamily="18" charset="0"/>
              </a:rPr>
              <a:t>Major </a:t>
            </a:r>
            <a:r>
              <a:rPr lang="en-US" sz="2800" spc="-5" dirty="0">
                <a:latin typeface="Times New Roman" pitchFamily="18" charset="0"/>
                <a:cs typeface="Times New Roman" pitchFamily="18" charset="0"/>
              </a:rPr>
              <a:t>Financial</a:t>
            </a:r>
            <a:r>
              <a:rPr lang="en-US" sz="2800" spc="-35" dirty="0">
                <a:latin typeface="Times New Roman" pitchFamily="18" charset="0"/>
                <a:cs typeface="Times New Roman" pitchFamily="18" charset="0"/>
              </a:rPr>
              <a:t> </a:t>
            </a:r>
            <a:r>
              <a:rPr lang="en-US" sz="2800" spc="-5" dirty="0">
                <a:latin typeface="Times New Roman" pitchFamily="18" charset="0"/>
                <a:cs typeface="Times New Roman" pitchFamily="18" charset="0"/>
              </a:rPr>
              <a:t>Instruments</a:t>
            </a:r>
          </a:p>
          <a:p>
            <a:pPr algn="just"/>
            <a:r>
              <a:rPr lang="en-US" sz="2800" dirty="0">
                <a:latin typeface="Times New Roman" pitchFamily="18" charset="0"/>
                <a:cs typeface="Times New Roman" pitchFamily="18" charset="0"/>
              </a:rPr>
              <a:t>Financial Flows in the economy</a:t>
            </a:r>
          </a:p>
          <a:p>
            <a:pPr algn="just"/>
            <a:r>
              <a:rPr lang="en-US" sz="2800" dirty="0">
                <a:latin typeface="Times New Roman" pitchFamily="18" charset="0"/>
                <a:cs typeface="Times New Roman" pitchFamily="18" charset="0"/>
              </a:rPr>
              <a:t>Financial</a:t>
            </a:r>
            <a:r>
              <a:rPr lang="en-US" sz="2800" spc="-95" dirty="0">
                <a:latin typeface="Times New Roman" pitchFamily="18" charset="0"/>
                <a:cs typeface="Times New Roman" pitchFamily="18" charset="0"/>
              </a:rPr>
              <a:t> </a:t>
            </a:r>
            <a:r>
              <a:rPr lang="en-US" sz="2800" spc="-5" dirty="0">
                <a:latin typeface="Times New Roman" pitchFamily="18" charset="0"/>
                <a:cs typeface="Times New Roman" pitchFamily="18" charset="0"/>
              </a:rPr>
              <a:t>Markets</a:t>
            </a:r>
          </a:p>
          <a:p>
            <a:pPr algn="just"/>
            <a:r>
              <a:rPr lang="en-US" sz="2800" spc="-5" dirty="0">
                <a:latin typeface="Times New Roman" pitchFamily="18" charset="0"/>
                <a:ea typeface="Tahoma" pitchFamily="34" charset="0"/>
                <a:cs typeface="Times New Roman" pitchFamily="18" charset="0"/>
              </a:rPr>
              <a:t>Purpose </a:t>
            </a:r>
            <a:r>
              <a:rPr lang="en-US" sz="2800" dirty="0">
                <a:latin typeface="Times New Roman" pitchFamily="18" charset="0"/>
                <a:ea typeface="Tahoma" pitchFamily="34" charset="0"/>
                <a:cs typeface="Times New Roman" pitchFamily="18" charset="0"/>
              </a:rPr>
              <a:t>of </a:t>
            </a:r>
            <a:r>
              <a:rPr lang="en-US" sz="2800" spc="-5" dirty="0">
                <a:latin typeface="Times New Roman" pitchFamily="18" charset="0"/>
                <a:ea typeface="Tahoma" pitchFamily="34" charset="0"/>
                <a:cs typeface="Times New Roman" pitchFamily="18" charset="0"/>
              </a:rPr>
              <a:t>the </a:t>
            </a:r>
            <a:r>
              <a:rPr lang="en-US" sz="2800" dirty="0">
                <a:latin typeface="Times New Roman" pitchFamily="18" charset="0"/>
                <a:ea typeface="Tahoma" pitchFamily="34" charset="0"/>
                <a:cs typeface="Times New Roman" pitchFamily="18" charset="0"/>
              </a:rPr>
              <a:t>money</a:t>
            </a:r>
            <a:r>
              <a:rPr lang="en-US" sz="2800" spc="-50" dirty="0">
                <a:latin typeface="Times New Roman" pitchFamily="18" charset="0"/>
                <a:ea typeface="Tahoma" pitchFamily="34" charset="0"/>
                <a:cs typeface="Times New Roman" pitchFamily="18" charset="0"/>
              </a:rPr>
              <a:t> </a:t>
            </a:r>
            <a:r>
              <a:rPr lang="en-US" sz="2800" spc="-5" dirty="0">
                <a:latin typeface="Times New Roman" pitchFamily="18" charset="0"/>
                <a:ea typeface="Tahoma" pitchFamily="34" charset="0"/>
                <a:cs typeface="Times New Roman" pitchFamily="18" charset="0"/>
              </a:rPr>
              <a:t>market</a:t>
            </a:r>
          </a:p>
          <a:p>
            <a:pPr algn="just"/>
            <a:r>
              <a:rPr lang="en-US" sz="2800" dirty="0">
                <a:latin typeface="Times New Roman" pitchFamily="18" charset="0"/>
                <a:cs typeface="Times New Roman" pitchFamily="18" charset="0"/>
              </a:rPr>
              <a:t>Money </a:t>
            </a:r>
            <a:r>
              <a:rPr lang="en-US" sz="2800" spc="-5" dirty="0">
                <a:latin typeface="Times New Roman" pitchFamily="18" charset="0"/>
                <a:cs typeface="Times New Roman" pitchFamily="18" charset="0"/>
              </a:rPr>
              <a:t>Market</a:t>
            </a:r>
            <a:r>
              <a:rPr lang="en-US" sz="2800" spc="-25" dirty="0">
                <a:latin typeface="Times New Roman" pitchFamily="18" charset="0"/>
                <a:cs typeface="Times New Roman" pitchFamily="18" charset="0"/>
              </a:rPr>
              <a:t> </a:t>
            </a:r>
            <a:r>
              <a:rPr lang="en-US" sz="2800" spc="-5" dirty="0">
                <a:latin typeface="Times New Roman" pitchFamily="18" charset="0"/>
                <a:cs typeface="Times New Roman" pitchFamily="18" charset="0"/>
              </a:rPr>
              <a:t>Instruments</a:t>
            </a:r>
          </a:p>
          <a:p>
            <a:pPr>
              <a:buNone/>
            </a:pPr>
            <a:endParaRPr lang="en-IN"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2B039709-A08F-483D-AC6B-1236F54B107A}" type="datetime1">
              <a:rPr lang="en-US" smtClean="0"/>
              <a:t>8/20/2025</a:t>
            </a:fld>
            <a:endParaRPr lang="en-US" dirty="0"/>
          </a:p>
        </p:txBody>
      </p:sp>
      <p:sp>
        <p:nvSpPr>
          <p:cNvPr id="5" name="Footer Placeholder 4"/>
          <p:cNvSpPr>
            <a:spLocks noGrp="1"/>
          </p:cNvSpPr>
          <p:nvPr>
            <p:ph type="ftr" sz="quarter" idx="11"/>
          </p:nvPr>
        </p:nvSpPr>
        <p:spPr>
          <a:xfrm>
            <a:off x="2895600" y="6356351"/>
            <a:ext cx="6629400" cy="365125"/>
          </a:xfrm>
        </p:spPr>
        <p:txBody>
          <a:bodyPr/>
          <a:lstStyle/>
          <a:p>
            <a:r>
              <a:rPr lang="en-US">
                <a:solidFill>
                  <a:schemeClr val="tx1"/>
                </a:solidFill>
              </a:rPr>
              <a:t>Amit Kumar        AOE0770       Finance for Engineers                 Unit 5</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33</a:t>
            </a:fld>
            <a:endParaRPr lang="en-US" dirty="0"/>
          </a:p>
        </p:txBody>
      </p:sp>
      <p:sp>
        <p:nvSpPr>
          <p:cNvPr id="7" name="Title 1"/>
          <p:cNvSpPr txBox="1">
            <a:spLocks/>
          </p:cNvSpPr>
          <p:nvPr/>
        </p:nvSpPr>
        <p:spPr>
          <a:xfrm>
            <a:off x="1905000" y="36871"/>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b="1" dirty="0">
                <a:latin typeface="Times New Roman" pitchFamily="18" charset="0"/>
                <a:cs typeface="Times New Roman" pitchFamily="18" charset="0"/>
              </a:rPr>
              <a:t>Prerequisite and Recap</a:t>
            </a:r>
          </a:p>
        </p:txBody>
      </p:sp>
    </p:spTree>
    <p:extLst>
      <p:ext uri="{BB962C8B-B14F-4D97-AF65-F5344CB8AC3E}">
        <p14:creationId xmlns:p14="http://schemas.microsoft.com/office/powerpoint/2010/main" val="40496791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p:cNvGraphicFramePr>
            <a:graphicFrameLocks noGrp="1"/>
          </p:cNvGraphicFramePr>
          <p:nvPr>
            <p:ph idx="1"/>
            <p:extLst>
              <p:ext uri="{D42A27DB-BD31-4B8C-83A1-F6EECF244321}">
                <p14:modId xmlns:p14="http://schemas.microsoft.com/office/powerpoint/2010/main" val="3193625809"/>
              </p:ext>
            </p:extLst>
          </p:nvPr>
        </p:nvGraphicFramePr>
        <p:xfrm>
          <a:off x="2133600" y="1153160"/>
          <a:ext cx="7823518" cy="2834640"/>
        </p:xfrm>
        <a:graphic>
          <a:graphicData uri="http://schemas.openxmlformats.org/drawingml/2006/table">
            <a:tbl>
              <a:tblPr firstRow="1" bandRow="1">
                <a:tableStyleId>{5940675A-B579-460E-94D1-54222C63F5DA}</a:tableStyleId>
              </a:tblPr>
              <a:tblGrid>
                <a:gridCol w="975163">
                  <a:extLst>
                    <a:ext uri="{9D8B030D-6E8A-4147-A177-3AD203B41FA5}">
                      <a16:colId xmlns:a16="http://schemas.microsoft.com/office/drawing/2014/main" val="20000"/>
                    </a:ext>
                  </a:extLst>
                </a:gridCol>
                <a:gridCol w="1040174">
                  <a:extLst>
                    <a:ext uri="{9D8B030D-6E8A-4147-A177-3AD203B41FA5}">
                      <a16:colId xmlns:a16="http://schemas.microsoft.com/office/drawing/2014/main" val="20001"/>
                    </a:ext>
                  </a:extLst>
                </a:gridCol>
                <a:gridCol w="3166263">
                  <a:extLst>
                    <a:ext uri="{9D8B030D-6E8A-4147-A177-3AD203B41FA5}">
                      <a16:colId xmlns:a16="http://schemas.microsoft.com/office/drawing/2014/main" val="20002"/>
                    </a:ext>
                  </a:extLst>
                </a:gridCol>
                <a:gridCol w="1493121">
                  <a:extLst>
                    <a:ext uri="{9D8B030D-6E8A-4147-A177-3AD203B41FA5}">
                      <a16:colId xmlns:a16="http://schemas.microsoft.com/office/drawing/2014/main" val="20003"/>
                    </a:ext>
                  </a:extLst>
                </a:gridCol>
                <a:gridCol w="1148797">
                  <a:extLst>
                    <a:ext uri="{9D8B030D-6E8A-4147-A177-3AD203B41FA5}">
                      <a16:colId xmlns:a16="http://schemas.microsoft.com/office/drawing/2014/main" val="20004"/>
                    </a:ext>
                  </a:extLst>
                </a:gridCol>
              </a:tblGrid>
              <a:tr h="305642">
                <a:tc rowSpan="2">
                  <a:txBody>
                    <a:bodyPr/>
                    <a:lstStyle/>
                    <a:p>
                      <a:endParaRPr lang="en-US" sz="2200" b="1" dirty="0">
                        <a:solidFill>
                          <a:schemeClr val="bg1"/>
                        </a:solidFill>
                      </a:endParaRPr>
                    </a:p>
                    <a:p>
                      <a:r>
                        <a:rPr lang="en-US" sz="2200" b="1" dirty="0">
                          <a:solidFill>
                            <a:schemeClr val="bg1"/>
                          </a:solidFill>
                        </a:rPr>
                        <a:t> Unit-V</a:t>
                      </a:r>
                    </a:p>
                  </a:txBody>
                  <a:tcPr/>
                </a:tc>
                <a:tc rowSpan="2">
                  <a:txBody>
                    <a:bodyPr/>
                    <a:lstStyle/>
                    <a:p>
                      <a:endParaRPr lang="en-US" sz="2200" b="1" dirty="0">
                        <a:solidFill>
                          <a:schemeClr val="bg1"/>
                        </a:solidFill>
                      </a:endParaRPr>
                    </a:p>
                    <a:p>
                      <a:r>
                        <a:rPr lang="en-US" sz="2200" b="1" dirty="0">
                          <a:solidFill>
                            <a:schemeClr val="bg1"/>
                          </a:solidFill>
                        </a:rPr>
                        <a:t>   So. No.</a:t>
                      </a:r>
                    </a:p>
                  </a:txBody>
                  <a:tcPr/>
                </a:tc>
                <a:tc gridSpan="3">
                  <a:txBody>
                    <a:bodyPr/>
                    <a:lstStyle/>
                    <a:p>
                      <a:pPr algn="ctr"/>
                      <a:r>
                        <a:rPr lang="en-US" sz="2200" b="1" dirty="0">
                          <a:solidFill>
                            <a:schemeClr val="bg1"/>
                          </a:solidFill>
                        </a:rPr>
                        <a:t>Mapping</a:t>
                      </a:r>
                    </a:p>
                  </a:txBody>
                  <a:tcPr/>
                </a:tc>
                <a:tc hMerge="1">
                  <a:txBody>
                    <a:bodyPr/>
                    <a:lstStyle/>
                    <a:p>
                      <a:endParaRPr lang="en-US"/>
                    </a:p>
                  </a:txBody>
                  <a:tcPr/>
                </a:tc>
                <a:tc hMerge="1">
                  <a:txBody>
                    <a:bodyPr/>
                    <a:lstStyle/>
                    <a:p>
                      <a:pPr algn="ctr"/>
                      <a:endParaRPr lang="en-US" sz="2200" b="1" dirty="0">
                        <a:solidFill>
                          <a:schemeClr val="bg1"/>
                        </a:solidFill>
                      </a:endParaRPr>
                    </a:p>
                  </a:txBody>
                  <a:tcPr/>
                </a:tc>
                <a:extLst>
                  <a:ext uri="{0D108BD9-81ED-4DB2-BD59-A6C34878D82A}">
                    <a16:rowId xmlns:a16="http://schemas.microsoft.com/office/drawing/2014/main" val="10000"/>
                  </a:ext>
                </a:extLst>
              </a:tr>
              <a:tr h="427899">
                <a:tc vMerge="1">
                  <a:txBody>
                    <a:bodyPr/>
                    <a:lstStyle/>
                    <a:p>
                      <a:endParaRPr lang="en-US" dirty="0"/>
                    </a:p>
                  </a:txBody>
                  <a:tcPr/>
                </a:tc>
                <a:tc vMerge="1">
                  <a:txBody>
                    <a:bodyPr/>
                    <a:lstStyle/>
                    <a:p>
                      <a:endParaRPr lang="en-US" dirty="0"/>
                    </a:p>
                  </a:txBody>
                  <a:tcPr/>
                </a:tc>
                <a:tc>
                  <a:txBody>
                    <a:bodyPr/>
                    <a:lstStyle/>
                    <a:p>
                      <a:r>
                        <a:rPr lang="en-US" sz="2200" b="1" dirty="0"/>
                        <a:t>                      Topic</a:t>
                      </a:r>
                    </a:p>
                  </a:txBody>
                  <a:tcPr/>
                </a:tc>
                <a:tc>
                  <a:txBody>
                    <a:bodyPr/>
                    <a:lstStyle/>
                    <a:p>
                      <a:r>
                        <a:rPr lang="en-US" sz="2200" b="1" dirty="0"/>
                        <a:t>Course Outcomes</a:t>
                      </a:r>
                    </a:p>
                  </a:txBody>
                  <a:tcPr/>
                </a:tc>
                <a:tc>
                  <a:txBody>
                    <a:bodyPr/>
                    <a:lstStyle/>
                    <a:p>
                      <a:r>
                        <a:rPr lang="en-US" sz="2200" b="1" dirty="0"/>
                        <a:t>Level</a:t>
                      </a:r>
                    </a:p>
                  </a:txBody>
                  <a:tcPr/>
                </a:tc>
                <a:extLst>
                  <a:ext uri="{0D108BD9-81ED-4DB2-BD59-A6C34878D82A}">
                    <a16:rowId xmlns:a16="http://schemas.microsoft.com/office/drawing/2014/main" val="10001"/>
                  </a:ext>
                </a:extLst>
              </a:tr>
              <a:tr h="629920">
                <a:tc>
                  <a:txBody>
                    <a:bodyPr/>
                    <a:lstStyle/>
                    <a:p>
                      <a:pPr algn="just"/>
                      <a:r>
                        <a:rPr lang="en-US" sz="2200" b="0" dirty="0"/>
                        <a:t>         V</a:t>
                      </a:r>
                      <a:endParaRPr lang="en-US" sz="2200" b="0" dirty="0">
                        <a:latin typeface="Times New Roman" pitchFamily="18" charset="0"/>
                        <a:cs typeface="Times New Roman" pitchFamily="18" charset="0"/>
                      </a:endParaRPr>
                    </a:p>
                  </a:txBody>
                  <a:tcPr/>
                </a:tc>
                <a:tc>
                  <a:txBody>
                    <a:bodyPr/>
                    <a:lstStyle/>
                    <a:p>
                      <a:pPr algn="just"/>
                      <a:r>
                        <a:rPr lang="en-US" sz="2200" b="0" dirty="0"/>
                        <a:t>          1</a:t>
                      </a:r>
                      <a:endParaRPr lang="en-US" sz="2200" b="0" dirty="0">
                        <a:latin typeface="Times New Roman" pitchFamily="18" charset="0"/>
                        <a:cs typeface="Times New Roman" pitchFamily="18" charset="0"/>
                      </a:endParaRPr>
                    </a:p>
                  </a:txBody>
                  <a:tcPr/>
                </a:tc>
                <a:tc>
                  <a:txBody>
                    <a:bodyPr/>
                    <a:lstStyle/>
                    <a:p>
                      <a:r>
                        <a:rPr lang="en-US" sz="2400" dirty="0"/>
                        <a:t>Mutual funds</a:t>
                      </a:r>
                    </a:p>
                    <a:p>
                      <a:r>
                        <a:rPr lang="en-US" sz="2400" spc="-5" dirty="0"/>
                        <a:t>Types of  Mutual funds</a:t>
                      </a:r>
                      <a:endParaRPr lang="en-US" sz="2400" spc="-5" dirty="0">
                        <a:latin typeface="Times New Roman"/>
                        <a:cs typeface="Times New Roman"/>
                      </a:endParaRPr>
                    </a:p>
                  </a:txBody>
                  <a:tcPr/>
                </a:tc>
                <a:tc>
                  <a:txBody>
                    <a:bodyPr/>
                    <a:lstStyle/>
                    <a:p>
                      <a:pPr algn="just"/>
                      <a:r>
                        <a:rPr lang="en-US" sz="2200" b="0" dirty="0"/>
                        <a:t>CO5</a:t>
                      </a:r>
                    </a:p>
                    <a:p>
                      <a:pPr algn="just"/>
                      <a:r>
                        <a:rPr lang="en-US" sz="2200" b="0" dirty="0"/>
                        <a:t>CO4</a:t>
                      </a:r>
                      <a:endParaRPr lang="en-US" sz="2200" b="0" dirty="0">
                        <a:latin typeface="Times New Roman" pitchFamily="18" charset="0"/>
                        <a:cs typeface="Times New Roman" pitchFamily="18" charset="0"/>
                      </a:endParaRPr>
                    </a:p>
                  </a:txBody>
                  <a:tcPr/>
                </a:tc>
                <a:tc>
                  <a:txBody>
                    <a:bodyPr/>
                    <a:lstStyle/>
                    <a:p>
                      <a:pPr algn="just"/>
                      <a:r>
                        <a:rPr lang="en-US" sz="2200" b="0" dirty="0"/>
                        <a:t>High</a:t>
                      </a:r>
                    </a:p>
                    <a:p>
                      <a:pPr algn="just"/>
                      <a:r>
                        <a:rPr lang="en-US" sz="2200" b="0" dirty="0"/>
                        <a:t>Medium</a:t>
                      </a:r>
                      <a:endParaRPr lang="en-US" sz="2200" b="0"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247910">
                <a:tc>
                  <a:txBody>
                    <a:bodyPr/>
                    <a:lstStyle/>
                    <a:p>
                      <a:pPr algn="just"/>
                      <a:endParaRPr lang="en-US" sz="2200" b="0" dirty="0">
                        <a:latin typeface="Times New Roman" pitchFamily="18" charset="0"/>
                        <a:cs typeface="Times New Roman" pitchFamily="18" charset="0"/>
                      </a:endParaRPr>
                    </a:p>
                  </a:txBody>
                  <a:tcPr/>
                </a:tc>
                <a:tc>
                  <a:txBody>
                    <a:bodyPr/>
                    <a:lstStyle/>
                    <a:p>
                      <a:pPr algn="just"/>
                      <a:r>
                        <a:rPr lang="en-US" sz="2200" b="0" dirty="0"/>
                        <a:t>          2</a:t>
                      </a:r>
                      <a:endParaRPr lang="en-US" sz="2200" b="0" dirty="0">
                        <a:latin typeface="Times New Roman" pitchFamily="18" charset="0"/>
                        <a:cs typeface="Times New Roman" pitchFamily="18" charset="0"/>
                      </a:endParaRPr>
                    </a:p>
                  </a:txBody>
                  <a:tcPr/>
                </a:tc>
                <a:tc>
                  <a:txBody>
                    <a:bodyPr/>
                    <a:lstStyle/>
                    <a:p>
                      <a:r>
                        <a:rPr lang="en-US" sz="2400" spc="-5" dirty="0"/>
                        <a:t>Introduction to financial Derivatives</a:t>
                      </a:r>
                      <a:endParaRPr lang="en-US" sz="2400" spc="-5" dirty="0">
                        <a:latin typeface="Times New Roman"/>
                        <a:cs typeface="Times New Roman"/>
                      </a:endParaRPr>
                    </a:p>
                  </a:txBody>
                  <a:tcPr/>
                </a:tc>
                <a:tc>
                  <a:txBody>
                    <a:bodyPr/>
                    <a:lstStyle/>
                    <a:p>
                      <a:pPr algn="just"/>
                      <a:r>
                        <a:rPr lang="en-US" sz="2200" b="0" dirty="0"/>
                        <a:t>CO5</a:t>
                      </a:r>
                    </a:p>
                    <a:p>
                      <a:pPr algn="just"/>
                      <a:r>
                        <a:rPr lang="en-US" sz="2200" b="0" dirty="0"/>
                        <a:t>CO4</a:t>
                      </a:r>
                      <a:endParaRPr lang="en-US" sz="2200" b="0" dirty="0">
                        <a:latin typeface="Times New Roman" pitchFamily="18" charset="0"/>
                        <a:cs typeface="Times New Roman" pitchFamily="18" charset="0"/>
                      </a:endParaRPr>
                    </a:p>
                  </a:txBody>
                  <a:tcPr/>
                </a:tc>
                <a:tc>
                  <a:txBody>
                    <a:bodyPr/>
                    <a:lstStyle/>
                    <a:p>
                      <a:pPr algn="just"/>
                      <a:r>
                        <a:rPr lang="en-US" sz="2200" b="0" dirty="0"/>
                        <a:t>High</a:t>
                      </a:r>
                    </a:p>
                    <a:p>
                      <a:pPr algn="just"/>
                      <a:r>
                        <a:rPr lang="en-US" sz="2200" b="0" dirty="0"/>
                        <a:t>Medium</a:t>
                      </a:r>
                      <a:endParaRPr lang="en-US" sz="2200" b="0" dirty="0">
                        <a:latin typeface="Times New Roman" pitchFamily="18" charset="0"/>
                        <a:cs typeface="Times New Roman" pitchFamily="18" charset="0"/>
                      </a:endParaRPr>
                    </a:p>
                  </a:txBody>
                  <a:tcPr/>
                </a:tc>
                <a:extLst>
                  <a:ext uri="{0D108BD9-81ED-4DB2-BD59-A6C34878D82A}">
                    <a16:rowId xmlns:a16="http://schemas.microsoft.com/office/drawing/2014/main" val="10003"/>
                  </a:ext>
                </a:extLst>
              </a:tr>
            </a:tbl>
          </a:graphicData>
        </a:graphic>
      </p:graphicFrame>
      <p:sp>
        <p:nvSpPr>
          <p:cNvPr id="4" name="Date Placeholder 3"/>
          <p:cNvSpPr>
            <a:spLocks noGrp="1"/>
          </p:cNvSpPr>
          <p:nvPr>
            <p:ph type="dt" sz="half" idx="10"/>
          </p:nvPr>
        </p:nvSpPr>
        <p:spPr/>
        <p:txBody>
          <a:bodyPr/>
          <a:lstStyle/>
          <a:p>
            <a:fld id="{D66E611D-E0B5-4549-8159-094EE574D958}" type="datetime1">
              <a:rPr lang="en-US" smtClean="0"/>
              <a:t>8/20/2025</a:t>
            </a:fld>
            <a:endParaRPr lang="en-US" dirty="0"/>
          </a:p>
        </p:txBody>
      </p:sp>
      <p:sp>
        <p:nvSpPr>
          <p:cNvPr id="5" name="Footer Placeholder 4"/>
          <p:cNvSpPr>
            <a:spLocks noGrp="1"/>
          </p:cNvSpPr>
          <p:nvPr>
            <p:ph type="ftr" sz="quarter" idx="11"/>
          </p:nvPr>
        </p:nvSpPr>
        <p:spPr>
          <a:xfrm>
            <a:off x="3200400" y="6172201"/>
            <a:ext cx="6477000" cy="549275"/>
          </a:xfrm>
        </p:spPr>
        <p:txBody>
          <a:bodyPr/>
          <a:lstStyle/>
          <a:p>
            <a:r>
              <a:rPr lang="en-US">
                <a:solidFill>
                  <a:schemeClr val="tx1"/>
                </a:solidFill>
              </a:rPr>
              <a:t>Amit Kumar        AOE0770       Finance for Engineers                 Unit 5</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34</a:t>
            </a:fld>
            <a:endParaRPr lang="en-US" dirty="0"/>
          </a:p>
        </p:txBody>
      </p:sp>
      <p:sp>
        <p:nvSpPr>
          <p:cNvPr id="7" name="Title 1"/>
          <p:cNvSpPr txBox="1">
            <a:spLocks/>
          </p:cNvSpPr>
          <p:nvPr/>
        </p:nvSpPr>
        <p:spPr>
          <a:xfrm>
            <a:off x="1905000" y="0"/>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b="1" dirty="0">
                <a:latin typeface="Times New Roman" pitchFamily="18" charset="0"/>
                <a:cs typeface="Times New Roman" pitchFamily="18" charset="0"/>
              </a:rPr>
              <a:t>Topic Mapping with course outcomes</a:t>
            </a:r>
          </a:p>
        </p:txBody>
      </p:sp>
    </p:spTree>
    <p:extLst>
      <p:ext uri="{BB962C8B-B14F-4D97-AF65-F5344CB8AC3E}">
        <p14:creationId xmlns:p14="http://schemas.microsoft.com/office/powerpoint/2010/main" val="30554760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1143001"/>
            <a:ext cx="8229600" cy="4525963"/>
          </a:xfrm>
        </p:spPr>
        <p:txBody>
          <a:bodyPr>
            <a:normAutofit/>
          </a:bodyPr>
          <a:lstStyle/>
          <a:p>
            <a:r>
              <a:rPr lang="en-IN" sz="2400" dirty="0">
                <a:latin typeface="Times New Roman" pitchFamily="18" charset="0"/>
                <a:cs typeface="Times New Roman" pitchFamily="18" charset="0"/>
              </a:rPr>
              <a:t>Students will be able to know the following concepts:</a:t>
            </a:r>
            <a:endParaRPr lang="en-US" sz="2400" dirty="0">
              <a:latin typeface="Times New Roman" pitchFamily="18" charset="0"/>
              <a:cs typeface="Times New Roman" pitchFamily="18" charset="0"/>
            </a:endParaRPr>
          </a:p>
          <a:p>
            <a:r>
              <a:rPr lang="en-US" sz="2400" dirty="0">
                <a:latin typeface="Times New Roman"/>
                <a:cs typeface="Times New Roman"/>
              </a:rPr>
              <a:t>Mutual funds</a:t>
            </a:r>
          </a:p>
          <a:p>
            <a:r>
              <a:rPr lang="en-US" sz="2400" spc="-5" dirty="0">
                <a:latin typeface="Times New Roman"/>
                <a:cs typeface="Times New Roman"/>
              </a:rPr>
              <a:t>Types of  Mutual funds</a:t>
            </a:r>
          </a:p>
          <a:p>
            <a:r>
              <a:rPr lang="en-US" sz="2400" spc="-5" dirty="0">
                <a:latin typeface="Times New Roman"/>
                <a:cs typeface="Times New Roman"/>
              </a:rPr>
              <a:t>Introduction to financial Derivatives</a:t>
            </a:r>
          </a:p>
        </p:txBody>
      </p:sp>
      <p:sp>
        <p:nvSpPr>
          <p:cNvPr id="4" name="Date Placeholder 3"/>
          <p:cNvSpPr>
            <a:spLocks noGrp="1"/>
          </p:cNvSpPr>
          <p:nvPr>
            <p:ph type="dt" sz="half" idx="10"/>
          </p:nvPr>
        </p:nvSpPr>
        <p:spPr/>
        <p:txBody>
          <a:bodyPr/>
          <a:lstStyle/>
          <a:p>
            <a:fld id="{48A90383-1034-4BC0-B777-0EC2CCF5AC87}" type="datetime1">
              <a:rPr lang="en-US" smtClean="0"/>
              <a:t>8/20/2025</a:t>
            </a:fld>
            <a:endParaRPr lang="en-US" dirty="0"/>
          </a:p>
        </p:txBody>
      </p:sp>
      <p:sp>
        <p:nvSpPr>
          <p:cNvPr id="5" name="Footer Placeholder 4"/>
          <p:cNvSpPr>
            <a:spLocks noGrp="1"/>
          </p:cNvSpPr>
          <p:nvPr>
            <p:ph type="ftr" sz="quarter" idx="11"/>
          </p:nvPr>
        </p:nvSpPr>
        <p:spPr>
          <a:xfrm>
            <a:off x="3048000" y="6356351"/>
            <a:ext cx="6629400" cy="365125"/>
          </a:xfrm>
        </p:spPr>
        <p:txBody>
          <a:bodyPr/>
          <a:lstStyle/>
          <a:p>
            <a:r>
              <a:rPr lang="en-US">
                <a:solidFill>
                  <a:schemeClr val="tx1"/>
                </a:solidFill>
              </a:rPr>
              <a:t>Amit Kumar        AOE0770       Finance for Engineers                 Unit 5</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35</a:t>
            </a:fld>
            <a:endParaRPr lang="en-US" dirty="0"/>
          </a:p>
        </p:txBody>
      </p:sp>
      <p:sp>
        <p:nvSpPr>
          <p:cNvPr id="7" name="Title 1"/>
          <p:cNvSpPr txBox="1">
            <a:spLocks/>
          </p:cNvSpPr>
          <p:nvPr/>
        </p:nvSpPr>
        <p:spPr>
          <a:xfrm>
            <a:off x="1905000" y="0"/>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b="1" dirty="0">
                <a:latin typeface="Times New Roman" pitchFamily="18" charset="0"/>
                <a:cs typeface="Times New Roman" pitchFamily="18" charset="0"/>
              </a:rPr>
              <a:t> Objectives of topic/Session</a:t>
            </a:r>
          </a:p>
        </p:txBody>
      </p:sp>
    </p:spTree>
    <p:extLst>
      <p:ext uri="{BB962C8B-B14F-4D97-AF65-F5344CB8AC3E}">
        <p14:creationId xmlns:p14="http://schemas.microsoft.com/office/powerpoint/2010/main" val="4426376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066800"/>
            <a:ext cx="11734800" cy="5135563"/>
          </a:xfrm>
        </p:spPr>
        <p:txBody>
          <a:bodyPr>
            <a:normAutofit/>
          </a:bodyPr>
          <a:lstStyle/>
          <a:p>
            <a:pPr algn="just"/>
            <a:r>
              <a:rPr lang="en-US" sz="2400" dirty="0">
                <a:latin typeface="Times New Roman"/>
                <a:cs typeface="Times New Roman"/>
              </a:rPr>
              <a:t>A Mutual Fund is a trust that pools the savings of a number of investors who share a common financial goal. </a:t>
            </a:r>
          </a:p>
          <a:p>
            <a:pPr algn="just">
              <a:buNone/>
            </a:pPr>
            <a:r>
              <a:rPr lang="en-US" sz="2400" dirty="0">
                <a:latin typeface="Times New Roman"/>
                <a:cs typeface="Times New Roman"/>
              </a:rPr>
              <a:t>• The money thus collected is then invested in capital market instruments such as shares, debentures and other securities. </a:t>
            </a:r>
          </a:p>
          <a:p>
            <a:pPr algn="just">
              <a:buNone/>
            </a:pPr>
            <a:r>
              <a:rPr lang="en-US" sz="2400" dirty="0">
                <a:latin typeface="Times New Roman"/>
                <a:cs typeface="Times New Roman"/>
              </a:rPr>
              <a:t>• The income earned through these investments and the capital appreciation released are shared by its unit holders in proportion to the number of units owned by them. </a:t>
            </a:r>
            <a:endParaRPr lang="en-US" sz="2400" spc="-5" dirty="0">
              <a:latin typeface="Times New Roman"/>
              <a:cs typeface="Times New Roman"/>
            </a:endParaRPr>
          </a:p>
        </p:txBody>
      </p:sp>
      <p:sp>
        <p:nvSpPr>
          <p:cNvPr id="4" name="Date Placeholder 3"/>
          <p:cNvSpPr>
            <a:spLocks noGrp="1"/>
          </p:cNvSpPr>
          <p:nvPr>
            <p:ph type="dt" sz="half" idx="10"/>
          </p:nvPr>
        </p:nvSpPr>
        <p:spPr/>
        <p:txBody>
          <a:bodyPr/>
          <a:lstStyle/>
          <a:p>
            <a:fld id="{26462865-21E6-4D94-96DA-F149BFB35370}" type="datetime1">
              <a:rPr lang="en-US" smtClean="0"/>
              <a:t>8/20/2025</a:t>
            </a:fld>
            <a:endParaRPr lang="en-US" dirty="0"/>
          </a:p>
        </p:txBody>
      </p:sp>
      <p:sp>
        <p:nvSpPr>
          <p:cNvPr id="5" name="Footer Placeholder 4"/>
          <p:cNvSpPr>
            <a:spLocks noGrp="1"/>
          </p:cNvSpPr>
          <p:nvPr>
            <p:ph type="ftr" sz="quarter" idx="11"/>
          </p:nvPr>
        </p:nvSpPr>
        <p:spPr>
          <a:xfrm>
            <a:off x="2971800" y="6356351"/>
            <a:ext cx="6629400" cy="365125"/>
          </a:xfrm>
        </p:spPr>
        <p:txBody>
          <a:bodyPr/>
          <a:lstStyle/>
          <a:p>
            <a:r>
              <a:rPr lang="en-US">
                <a:solidFill>
                  <a:schemeClr val="tx1"/>
                </a:solidFill>
              </a:rPr>
              <a:t>Amit Kumar        AOE0770       Finance for Engineers                 Unit 5</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36</a:t>
            </a:fld>
            <a:endParaRPr lang="en-US" dirty="0"/>
          </a:p>
        </p:txBody>
      </p:sp>
      <p:sp>
        <p:nvSpPr>
          <p:cNvPr id="8" name="Title 1"/>
          <p:cNvSpPr txBox="1">
            <a:spLocks/>
          </p:cNvSpPr>
          <p:nvPr/>
        </p:nvSpPr>
        <p:spPr>
          <a:xfrm>
            <a:off x="1905000" y="33746"/>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800" b="1" dirty="0">
                <a:latin typeface="Times New Roman"/>
                <a:cs typeface="Times New Roman"/>
              </a:rPr>
              <a:t>                             Mutual Fund</a:t>
            </a:r>
            <a:endParaRPr lang="en-US" sz="2800" b="1" spc="-5" dirty="0">
              <a:latin typeface="Times New Roman"/>
              <a:cs typeface="Times New Roman"/>
            </a:endParaRPr>
          </a:p>
        </p:txBody>
      </p:sp>
    </p:spTree>
    <p:extLst>
      <p:ext uri="{BB962C8B-B14F-4D97-AF65-F5344CB8AC3E}">
        <p14:creationId xmlns:p14="http://schemas.microsoft.com/office/powerpoint/2010/main" val="31499277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095427"/>
            <a:ext cx="11887200" cy="5287963"/>
          </a:xfrm>
        </p:spPr>
        <p:txBody>
          <a:bodyPr>
            <a:normAutofit/>
          </a:bodyPr>
          <a:lstStyle/>
          <a:p>
            <a:pPr algn="just">
              <a:buNone/>
            </a:pPr>
            <a:r>
              <a:rPr lang="en-US" sz="2400" dirty="0">
                <a:latin typeface="Times New Roman" pitchFamily="18" charset="0"/>
                <a:cs typeface="Times New Roman" pitchFamily="18" charset="0"/>
              </a:rPr>
              <a:t>. On the basis of Structure</a:t>
            </a:r>
          </a:p>
          <a:p>
            <a:pPr algn="just">
              <a:buNone/>
            </a:pPr>
            <a:r>
              <a:rPr lang="en-US" sz="2400" dirty="0">
                <a:latin typeface="Times New Roman" pitchFamily="18" charset="0"/>
                <a:cs typeface="Times New Roman" pitchFamily="18" charset="0"/>
              </a:rPr>
              <a:t>1. OPEN ENDED SCHEMES:</a:t>
            </a:r>
          </a:p>
          <a:p>
            <a:pPr algn="just">
              <a:buNone/>
            </a:pPr>
            <a:r>
              <a:rPr lang="en-US" sz="2400" dirty="0">
                <a:latin typeface="Times New Roman" pitchFamily="18" charset="0"/>
                <a:cs typeface="Times New Roman" pitchFamily="18" charset="0"/>
              </a:rPr>
              <a:t>• Open ended Schemes are schemes which offers unit for sale without specifying any duration for redemption. </a:t>
            </a:r>
          </a:p>
          <a:p>
            <a:pPr algn="just">
              <a:buNone/>
            </a:pPr>
            <a:r>
              <a:rPr lang="en-US" sz="2400" dirty="0">
                <a:latin typeface="Times New Roman" pitchFamily="18" charset="0"/>
                <a:cs typeface="Times New Roman" pitchFamily="18" charset="0"/>
              </a:rPr>
              <a:t>• They sell and repurchase schemes on a continuous basis. </a:t>
            </a:r>
          </a:p>
          <a:p>
            <a:pPr algn="just">
              <a:buNone/>
            </a:pPr>
            <a:r>
              <a:rPr lang="en-US" sz="2400" dirty="0">
                <a:latin typeface="Times New Roman" pitchFamily="18" charset="0"/>
                <a:cs typeface="Times New Roman" pitchFamily="18" charset="0"/>
              </a:rPr>
              <a:t>• The main feature of such kind of scheme is liquidity</a:t>
            </a:r>
          </a:p>
          <a:p>
            <a:pPr algn="just">
              <a:buNone/>
            </a:pPr>
            <a:endParaRPr lang="en-US" sz="2400" dirty="0">
              <a:latin typeface="Times New Roman" pitchFamily="18" charset="0"/>
              <a:cs typeface="Times New Roman" pitchFamily="18" charset="0"/>
            </a:endParaRPr>
          </a:p>
          <a:p>
            <a:pPr algn="just"/>
            <a:endParaRPr lang="en-US" sz="2400" spc="-5"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F4B173B2-CD80-413C-82F7-E683B7B6DB2E}" type="datetime1">
              <a:rPr lang="en-US" smtClean="0"/>
              <a:t>8/20/2025</a:t>
            </a:fld>
            <a:endParaRPr lang="en-US" dirty="0"/>
          </a:p>
        </p:txBody>
      </p:sp>
      <p:sp>
        <p:nvSpPr>
          <p:cNvPr id="5" name="Footer Placeholder 4"/>
          <p:cNvSpPr>
            <a:spLocks noGrp="1"/>
          </p:cNvSpPr>
          <p:nvPr>
            <p:ph type="ftr" sz="quarter" idx="11"/>
          </p:nvPr>
        </p:nvSpPr>
        <p:spPr>
          <a:xfrm>
            <a:off x="2971800" y="6356351"/>
            <a:ext cx="6629400" cy="365125"/>
          </a:xfrm>
        </p:spPr>
        <p:txBody>
          <a:bodyPr/>
          <a:lstStyle/>
          <a:p>
            <a:r>
              <a:rPr lang="en-US">
                <a:solidFill>
                  <a:schemeClr val="tx1"/>
                </a:solidFill>
              </a:rPr>
              <a:t>Amit Kumar        AOE0770       Finance for Engineers                 Unit 5</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37</a:t>
            </a:fld>
            <a:endParaRPr lang="en-US" dirty="0"/>
          </a:p>
        </p:txBody>
      </p:sp>
      <p:sp>
        <p:nvSpPr>
          <p:cNvPr id="8" name="Title 1"/>
          <p:cNvSpPr txBox="1">
            <a:spLocks/>
          </p:cNvSpPr>
          <p:nvPr/>
        </p:nvSpPr>
        <p:spPr>
          <a:xfrm>
            <a:off x="1905000" y="0"/>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b="1" dirty="0">
                <a:latin typeface="Times New Roman"/>
                <a:cs typeface="Times New Roman"/>
              </a:rPr>
              <a:t>     Types of Mutual Funds</a:t>
            </a:r>
            <a:endParaRPr lang="en-US" sz="2800" b="1" spc="-5" dirty="0">
              <a:latin typeface="Times New Roman"/>
              <a:cs typeface="Times New Roman"/>
            </a:endParaRPr>
          </a:p>
        </p:txBody>
      </p:sp>
    </p:spTree>
    <p:extLst>
      <p:ext uri="{BB962C8B-B14F-4D97-AF65-F5344CB8AC3E}">
        <p14:creationId xmlns:p14="http://schemas.microsoft.com/office/powerpoint/2010/main" val="19528483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990600"/>
            <a:ext cx="11811000" cy="5287963"/>
          </a:xfrm>
        </p:spPr>
        <p:txBody>
          <a:bodyPr>
            <a:normAutofit/>
          </a:bodyPr>
          <a:lstStyle/>
          <a:p>
            <a:pPr algn="just">
              <a:buNone/>
            </a:pPr>
            <a:r>
              <a:rPr lang="en-US" sz="2400" dirty="0">
                <a:latin typeface="Times New Roman" pitchFamily="18" charset="0"/>
                <a:cs typeface="Times New Roman" pitchFamily="18" charset="0"/>
              </a:rPr>
              <a:t>2. CLOSED ENDED SCHEMES: </a:t>
            </a:r>
          </a:p>
          <a:p>
            <a:pPr algn="just">
              <a:buNone/>
            </a:pPr>
            <a:r>
              <a:rPr lang="en-US" sz="2400" dirty="0">
                <a:latin typeface="Times New Roman" pitchFamily="18" charset="0"/>
                <a:cs typeface="Times New Roman" pitchFamily="18" charset="0"/>
              </a:rPr>
              <a:t>• These are the schemes in which redemption period is specified. </a:t>
            </a:r>
          </a:p>
          <a:p>
            <a:pPr algn="just">
              <a:buNone/>
            </a:pPr>
            <a:r>
              <a:rPr lang="en-US" sz="2400" dirty="0">
                <a:latin typeface="Times New Roman" pitchFamily="18" charset="0"/>
                <a:cs typeface="Times New Roman" pitchFamily="18" charset="0"/>
              </a:rPr>
              <a:t>• Once the units are sold by mutual funds, then any transaction takes place in secondary market only i.e. stock exchange. </a:t>
            </a:r>
          </a:p>
          <a:p>
            <a:pPr algn="just">
              <a:buNone/>
            </a:pPr>
            <a:r>
              <a:rPr lang="en-US" sz="2400" dirty="0">
                <a:latin typeface="Times New Roman" pitchFamily="18" charset="0"/>
                <a:cs typeface="Times New Roman" pitchFamily="18" charset="0"/>
              </a:rPr>
              <a:t>• Price is determined by forces of market.</a:t>
            </a:r>
          </a:p>
          <a:p>
            <a:pPr algn="just"/>
            <a:endParaRPr lang="en-US" sz="2400" spc="-5"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277529A8-C18F-4273-8178-6A8F33423F4F}" type="datetime1">
              <a:rPr lang="en-US" smtClean="0"/>
              <a:t>8/20/2025</a:t>
            </a:fld>
            <a:endParaRPr lang="en-US" dirty="0"/>
          </a:p>
        </p:txBody>
      </p:sp>
      <p:sp>
        <p:nvSpPr>
          <p:cNvPr id="5" name="Footer Placeholder 4"/>
          <p:cNvSpPr>
            <a:spLocks noGrp="1"/>
          </p:cNvSpPr>
          <p:nvPr>
            <p:ph type="ftr" sz="quarter" idx="11"/>
          </p:nvPr>
        </p:nvSpPr>
        <p:spPr>
          <a:xfrm>
            <a:off x="2971800" y="6356351"/>
            <a:ext cx="6629400" cy="365125"/>
          </a:xfrm>
        </p:spPr>
        <p:txBody>
          <a:bodyPr/>
          <a:lstStyle/>
          <a:p>
            <a:r>
              <a:rPr lang="en-US">
                <a:solidFill>
                  <a:schemeClr val="tx1"/>
                </a:solidFill>
              </a:rPr>
              <a:t>Amit Kumar        AOE0770       Finance for Engineers                 Unit 5</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38</a:t>
            </a:fld>
            <a:endParaRPr lang="en-US" dirty="0"/>
          </a:p>
        </p:txBody>
      </p:sp>
      <p:sp>
        <p:nvSpPr>
          <p:cNvPr id="8" name="Title 1"/>
          <p:cNvSpPr txBox="1">
            <a:spLocks/>
          </p:cNvSpPr>
          <p:nvPr/>
        </p:nvSpPr>
        <p:spPr>
          <a:xfrm>
            <a:off x="1905000" y="19665"/>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800" b="1" dirty="0">
                <a:latin typeface="Times New Roman"/>
                <a:cs typeface="Times New Roman"/>
              </a:rPr>
              <a:t>     Types of Mutual Funds</a:t>
            </a:r>
            <a:endParaRPr lang="en-US" sz="2800" b="1" spc="-5" dirty="0">
              <a:latin typeface="Times New Roman"/>
              <a:cs typeface="Times New Roman"/>
            </a:endParaRPr>
          </a:p>
        </p:txBody>
      </p:sp>
    </p:spTree>
    <p:extLst>
      <p:ext uri="{BB962C8B-B14F-4D97-AF65-F5344CB8AC3E}">
        <p14:creationId xmlns:p14="http://schemas.microsoft.com/office/powerpoint/2010/main" val="29750800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066800"/>
            <a:ext cx="11811000" cy="5135563"/>
          </a:xfrm>
        </p:spPr>
        <p:txBody>
          <a:bodyPr>
            <a:normAutofit/>
          </a:bodyPr>
          <a:lstStyle/>
          <a:p>
            <a:pPr algn="just"/>
            <a:r>
              <a:rPr lang="en-US" sz="2400" spc="-5" dirty="0">
                <a:latin typeface="Times New Roman" pitchFamily="18" charset="0"/>
                <a:cs typeface="Times New Roman" pitchFamily="18" charset="0"/>
              </a:rPr>
              <a:t>On the basis of investment objectives</a:t>
            </a:r>
          </a:p>
          <a:p>
            <a:pPr algn="just">
              <a:buNone/>
            </a:pPr>
            <a:r>
              <a:rPr lang="en-US" sz="2400" spc="-5" dirty="0">
                <a:latin typeface="Times New Roman" pitchFamily="18" charset="0"/>
                <a:cs typeface="Times New Roman" pitchFamily="18" charset="0"/>
              </a:rPr>
              <a:t>1. Growth Fund:</a:t>
            </a:r>
          </a:p>
          <a:p>
            <a:pPr algn="just">
              <a:buNone/>
            </a:pPr>
            <a:r>
              <a:rPr lang="en-US" sz="2400" spc="-5" dirty="0">
                <a:latin typeface="Times New Roman" pitchFamily="18" charset="0"/>
                <a:cs typeface="Times New Roman" pitchFamily="18" charset="0"/>
              </a:rPr>
              <a:t>• The aim of growth funds is to provide capital appreciation over the medium to long- term. Such schemes normally invest a major part of their corpus in equities. Such funds have comparatively high risks</a:t>
            </a:r>
          </a:p>
          <a:p>
            <a:pPr algn="just">
              <a:buNone/>
            </a:pPr>
            <a:r>
              <a:rPr lang="en-US" sz="2400" dirty="0">
                <a:latin typeface="Times New Roman" pitchFamily="18" charset="0"/>
                <a:cs typeface="Times New Roman" pitchFamily="18" charset="0"/>
              </a:rPr>
              <a:t>2. Income Funds:</a:t>
            </a:r>
          </a:p>
          <a:p>
            <a:pPr algn="just">
              <a:buNone/>
            </a:pPr>
            <a:r>
              <a:rPr lang="en-US" sz="2400" dirty="0">
                <a:latin typeface="Times New Roman" pitchFamily="18" charset="0"/>
                <a:cs typeface="Times New Roman" pitchFamily="18" charset="0"/>
              </a:rPr>
              <a:t>• Funds that invest in medium to long-term debt instruments issued by private companies, banks, financial institutions, governments and other entities belonging to various sectors (like infrastructure companies etc.) are known as Debt / Income Funds</a:t>
            </a:r>
          </a:p>
        </p:txBody>
      </p:sp>
      <p:sp>
        <p:nvSpPr>
          <p:cNvPr id="4" name="Date Placeholder 3"/>
          <p:cNvSpPr>
            <a:spLocks noGrp="1"/>
          </p:cNvSpPr>
          <p:nvPr>
            <p:ph type="dt" sz="half" idx="10"/>
          </p:nvPr>
        </p:nvSpPr>
        <p:spPr/>
        <p:txBody>
          <a:bodyPr/>
          <a:lstStyle/>
          <a:p>
            <a:fld id="{1A1FF5C6-AF07-4B08-997F-5076C7D3117F}" type="datetime1">
              <a:rPr lang="en-US" smtClean="0"/>
              <a:t>8/20/2025</a:t>
            </a:fld>
            <a:endParaRPr lang="en-US" dirty="0"/>
          </a:p>
        </p:txBody>
      </p:sp>
      <p:sp>
        <p:nvSpPr>
          <p:cNvPr id="5" name="Footer Placeholder 4"/>
          <p:cNvSpPr>
            <a:spLocks noGrp="1"/>
          </p:cNvSpPr>
          <p:nvPr>
            <p:ph type="ftr" sz="quarter" idx="11"/>
          </p:nvPr>
        </p:nvSpPr>
        <p:spPr>
          <a:xfrm>
            <a:off x="3276600" y="6356351"/>
            <a:ext cx="6553200" cy="365125"/>
          </a:xfrm>
        </p:spPr>
        <p:txBody>
          <a:bodyPr/>
          <a:lstStyle/>
          <a:p>
            <a:r>
              <a:rPr lang="en-US">
                <a:solidFill>
                  <a:schemeClr val="tx1"/>
                </a:solidFill>
              </a:rPr>
              <a:t>Amit Kumar        AOE0770       Finance for Engineers                 Unit 5</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39</a:t>
            </a:fld>
            <a:endParaRPr lang="en-US" dirty="0"/>
          </a:p>
        </p:txBody>
      </p:sp>
      <p:sp>
        <p:nvSpPr>
          <p:cNvPr id="8" name="Title 1"/>
          <p:cNvSpPr txBox="1">
            <a:spLocks/>
          </p:cNvSpPr>
          <p:nvPr/>
        </p:nvSpPr>
        <p:spPr>
          <a:xfrm>
            <a:off x="1905000" y="0"/>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800" b="1" dirty="0">
                <a:latin typeface="Times New Roman"/>
                <a:cs typeface="Times New Roman"/>
              </a:rPr>
              <a:t>              Types of Mutual Funds</a:t>
            </a:r>
            <a:endParaRPr lang="en-US" sz="2800" b="1" spc="-5" dirty="0">
              <a:latin typeface="Times New Roman"/>
              <a:cs typeface="Times New Roman"/>
            </a:endParaRPr>
          </a:p>
        </p:txBody>
      </p:sp>
    </p:spTree>
    <p:extLst>
      <p:ext uri="{BB962C8B-B14F-4D97-AF65-F5344CB8AC3E}">
        <p14:creationId xmlns:p14="http://schemas.microsoft.com/office/powerpoint/2010/main" val="33840066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990600"/>
            <a:ext cx="11506200" cy="5287963"/>
          </a:xfrm>
        </p:spPr>
        <p:txBody>
          <a:bodyPr>
            <a:noAutofit/>
          </a:bodyPr>
          <a:lstStyle/>
          <a:p>
            <a:pPr marL="355600" algn="just">
              <a:spcBef>
                <a:spcPts val="100"/>
              </a:spcBef>
              <a:buNone/>
              <a:tabLst>
                <a:tab pos="355600" algn="l"/>
                <a:tab pos="356235" algn="l"/>
              </a:tabLst>
            </a:pPr>
            <a:r>
              <a:rPr lang="en-US" sz="2400" spc="-35" dirty="0">
                <a:latin typeface="Times New Roman"/>
                <a:cs typeface="Times New Roman"/>
              </a:rPr>
              <a:t>Balanced Fund</a:t>
            </a:r>
          </a:p>
          <a:p>
            <a:pPr marL="355600" algn="just">
              <a:spcBef>
                <a:spcPts val="100"/>
              </a:spcBef>
              <a:buNone/>
              <a:tabLst>
                <a:tab pos="355600" algn="l"/>
                <a:tab pos="356235" algn="l"/>
              </a:tabLst>
            </a:pPr>
            <a:r>
              <a:rPr lang="en-US" sz="2400" spc="-35" dirty="0">
                <a:latin typeface="Times New Roman"/>
                <a:cs typeface="Times New Roman"/>
              </a:rPr>
              <a:t>• These funds provide both growth and regular income as these schemes invest in debt and equity. </a:t>
            </a:r>
          </a:p>
          <a:p>
            <a:pPr marL="355600" algn="just">
              <a:spcBef>
                <a:spcPts val="100"/>
              </a:spcBef>
              <a:buNone/>
              <a:tabLst>
                <a:tab pos="355600" algn="l"/>
                <a:tab pos="356235" algn="l"/>
              </a:tabLst>
            </a:pPr>
            <a:r>
              <a:rPr lang="en-US" sz="2400" spc="-35" dirty="0">
                <a:latin typeface="Times New Roman"/>
                <a:cs typeface="Times New Roman"/>
              </a:rPr>
              <a:t>• The NAV of these schemes is less volatile as compared pure equity funds.</a:t>
            </a:r>
          </a:p>
          <a:p>
            <a:pPr marL="355600" algn="just">
              <a:spcBef>
                <a:spcPts val="100"/>
              </a:spcBef>
              <a:buNone/>
              <a:tabLst>
                <a:tab pos="355600" algn="l"/>
                <a:tab pos="356235" algn="l"/>
              </a:tabLst>
            </a:pPr>
            <a:endParaRPr lang="en-US" sz="2400" spc="-35" dirty="0">
              <a:latin typeface="Times New Roman"/>
              <a:cs typeface="Times New Roman"/>
            </a:endParaRPr>
          </a:p>
          <a:p>
            <a:pPr marL="355600" algn="just">
              <a:spcBef>
                <a:spcPts val="100"/>
              </a:spcBef>
              <a:buNone/>
              <a:tabLst>
                <a:tab pos="355600" algn="l"/>
                <a:tab pos="356235" algn="l"/>
              </a:tabLst>
            </a:pPr>
            <a:r>
              <a:rPr lang="en-US" sz="2400" dirty="0">
                <a:latin typeface="Times New Roman"/>
                <a:cs typeface="Times New Roman"/>
              </a:rPr>
              <a:t>Money Market Funds</a:t>
            </a:r>
          </a:p>
          <a:p>
            <a:pPr marL="355600" algn="just">
              <a:spcBef>
                <a:spcPts val="100"/>
              </a:spcBef>
              <a:buNone/>
              <a:tabLst>
                <a:tab pos="355600" algn="l"/>
                <a:tab pos="356235" algn="l"/>
              </a:tabLst>
            </a:pPr>
            <a:r>
              <a:rPr lang="en-US" sz="2400" dirty="0">
                <a:latin typeface="Times New Roman"/>
                <a:cs typeface="Times New Roman"/>
              </a:rPr>
              <a:t>• Money market / liquid funds invest in short-term (maturing within one year) interest bearing debt instruments. These securities are highly liquid and provide safety of investment, thus making money market / liquid funds the safest investment option when compared with other mutual fund types.</a:t>
            </a:r>
          </a:p>
        </p:txBody>
      </p:sp>
      <p:sp>
        <p:nvSpPr>
          <p:cNvPr id="4" name="Date Placeholder 3"/>
          <p:cNvSpPr>
            <a:spLocks noGrp="1"/>
          </p:cNvSpPr>
          <p:nvPr>
            <p:ph type="dt" sz="half" idx="10"/>
          </p:nvPr>
        </p:nvSpPr>
        <p:spPr/>
        <p:txBody>
          <a:bodyPr/>
          <a:lstStyle/>
          <a:p>
            <a:fld id="{9A828577-D826-4194-A696-E142980A14BD}" type="datetime1">
              <a:rPr lang="en-US" smtClean="0"/>
              <a:t>8/20/2025</a:t>
            </a:fld>
            <a:endParaRPr lang="en-US" dirty="0"/>
          </a:p>
        </p:txBody>
      </p:sp>
      <p:sp>
        <p:nvSpPr>
          <p:cNvPr id="5" name="Footer Placeholder 4"/>
          <p:cNvSpPr>
            <a:spLocks noGrp="1"/>
          </p:cNvSpPr>
          <p:nvPr>
            <p:ph type="ftr" sz="quarter" idx="11"/>
          </p:nvPr>
        </p:nvSpPr>
        <p:spPr>
          <a:xfrm>
            <a:off x="3276600" y="6356351"/>
            <a:ext cx="6934200" cy="365125"/>
          </a:xfrm>
        </p:spPr>
        <p:txBody>
          <a:bodyPr/>
          <a:lstStyle/>
          <a:p>
            <a:r>
              <a:rPr lang="en-US">
                <a:solidFill>
                  <a:schemeClr val="tx1"/>
                </a:solidFill>
              </a:rPr>
              <a:t>Amit Kumar        AOE0770       Finance for Engineers                 Unit 5</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40</a:t>
            </a:fld>
            <a:endParaRPr lang="en-US" dirty="0"/>
          </a:p>
        </p:txBody>
      </p:sp>
      <p:sp>
        <p:nvSpPr>
          <p:cNvPr id="8" name="Title 1"/>
          <p:cNvSpPr txBox="1">
            <a:spLocks/>
          </p:cNvSpPr>
          <p:nvPr/>
        </p:nvSpPr>
        <p:spPr>
          <a:xfrm>
            <a:off x="1828800" y="0"/>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800" b="1" dirty="0">
                <a:latin typeface="Times New Roman"/>
                <a:cs typeface="Times New Roman"/>
              </a:rPr>
              <a:t>                    Types of Mutual Funds</a:t>
            </a:r>
            <a:endParaRPr lang="en-US" sz="2800" b="1" spc="-5" dirty="0">
              <a:latin typeface="Times New Roman"/>
              <a:cs typeface="Times New Roman"/>
            </a:endParaRPr>
          </a:p>
        </p:txBody>
      </p:sp>
    </p:spTree>
    <p:extLst>
      <p:ext uri="{BB962C8B-B14F-4D97-AF65-F5344CB8AC3E}">
        <p14:creationId xmlns:p14="http://schemas.microsoft.com/office/powerpoint/2010/main" val="8366856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36087"/>
            <a:ext cx="11506200" cy="5135563"/>
          </a:xfrm>
        </p:spPr>
        <p:txBody>
          <a:bodyPr>
            <a:noAutofit/>
          </a:bodyPr>
          <a:lstStyle/>
          <a:p>
            <a:pPr marL="355600" algn="just">
              <a:spcBef>
                <a:spcPts val="100"/>
              </a:spcBef>
              <a:buFont typeface="Arial"/>
              <a:buChar char="•"/>
              <a:tabLst>
                <a:tab pos="355600" algn="l"/>
                <a:tab pos="356235" algn="l"/>
              </a:tabLst>
            </a:pPr>
            <a:r>
              <a:rPr lang="en-US" sz="2400" spc="-5" dirty="0">
                <a:latin typeface="Times New Roman"/>
                <a:cs typeface="Times New Roman"/>
              </a:rPr>
              <a:t>On the basis of Special Schemes</a:t>
            </a:r>
          </a:p>
          <a:p>
            <a:pPr marL="469900" indent="-457200" algn="just">
              <a:spcBef>
                <a:spcPts val="100"/>
              </a:spcBef>
              <a:buAutoNum type="arabicPeriod"/>
              <a:tabLst>
                <a:tab pos="355600" algn="l"/>
                <a:tab pos="356235" algn="l"/>
              </a:tabLst>
            </a:pPr>
            <a:r>
              <a:rPr lang="en-US" sz="2400" spc="-5" dirty="0">
                <a:latin typeface="Times New Roman"/>
                <a:cs typeface="Times New Roman"/>
              </a:rPr>
              <a:t>Industry specific schemes:</a:t>
            </a:r>
          </a:p>
          <a:p>
            <a:pPr marL="469900" indent="-457200" algn="just">
              <a:spcBef>
                <a:spcPts val="100"/>
              </a:spcBef>
              <a:buNone/>
              <a:tabLst>
                <a:tab pos="355600" algn="l"/>
                <a:tab pos="356235" algn="l"/>
              </a:tabLst>
            </a:pPr>
            <a:r>
              <a:rPr lang="en-US" sz="2400" spc="-5" dirty="0">
                <a:latin typeface="Times New Roman"/>
                <a:cs typeface="Times New Roman"/>
              </a:rPr>
              <a:t>• Industry Specific Schemes invest only in the industries specified in the offer document. The investment of these funds is limited to specific industries like Infotech, FMCG, Pharmaceuticals etc</a:t>
            </a:r>
          </a:p>
          <a:p>
            <a:pPr marL="469900" indent="-457200" algn="just">
              <a:spcBef>
                <a:spcPts val="100"/>
              </a:spcBef>
              <a:buNone/>
              <a:tabLst>
                <a:tab pos="355600" algn="l"/>
                <a:tab pos="356235" algn="l"/>
              </a:tabLst>
            </a:pPr>
            <a:endParaRPr lang="en-US" sz="2400" spc="-5" dirty="0">
              <a:latin typeface="Times New Roman"/>
              <a:cs typeface="Times New Roman"/>
            </a:endParaRPr>
          </a:p>
          <a:p>
            <a:pPr marL="469900" indent="-457200" algn="just">
              <a:spcBef>
                <a:spcPts val="100"/>
              </a:spcBef>
              <a:buNone/>
              <a:tabLst>
                <a:tab pos="355600" algn="l"/>
                <a:tab pos="356235" algn="l"/>
              </a:tabLst>
            </a:pPr>
            <a:r>
              <a:rPr lang="en-US" sz="2400" dirty="0">
                <a:latin typeface="Times New Roman"/>
                <a:cs typeface="Times New Roman"/>
              </a:rPr>
              <a:t>2. Index schemes:</a:t>
            </a:r>
          </a:p>
          <a:p>
            <a:pPr marL="469900" indent="-457200" algn="just">
              <a:spcBef>
                <a:spcPts val="100"/>
              </a:spcBef>
              <a:buNone/>
              <a:tabLst>
                <a:tab pos="355600" algn="l"/>
                <a:tab pos="356235" algn="l"/>
              </a:tabLst>
            </a:pPr>
            <a:r>
              <a:rPr lang="en-US" sz="2400" dirty="0">
                <a:latin typeface="Times New Roman"/>
                <a:cs typeface="Times New Roman"/>
              </a:rPr>
              <a:t>• In this schemes, the funds collected by mutual funds are invested in shares forming the Stock Exchange Index.</a:t>
            </a:r>
          </a:p>
          <a:p>
            <a:pPr marL="469900" indent="-457200" algn="just">
              <a:spcBef>
                <a:spcPts val="100"/>
              </a:spcBef>
              <a:buNone/>
              <a:tabLst>
                <a:tab pos="355600" algn="l"/>
                <a:tab pos="356235" algn="l"/>
              </a:tabLst>
            </a:pPr>
            <a:r>
              <a:rPr lang="en-US" sz="2400" dirty="0">
                <a:latin typeface="Times New Roman"/>
                <a:cs typeface="Times New Roman"/>
              </a:rPr>
              <a:t>• Example- Nifty Index Scheme of UTI Mutual Fund and Sensex Index Scheme of Tata Mutual Fund</a:t>
            </a:r>
          </a:p>
        </p:txBody>
      </p:sp>
      <p:sp>
        <p:nvSpPr>
          <p:cNvPr id="4" name="Date Placeholder 3"/>
          <p:cNvSpPr>
            <a:spLocks noGrp="1"/>
          </p:cNvSpPr>
          <p:nvPr>
            <p:ph type="dt" sz="half" idx="10"/>
          </p:nvPr>
        </p:nvSpPr>
        <p:spPr/>
        <p:txBody>
          <a:bodyPr/>
          <a:lstStyle/>
          <a:p>
            <a:fld id="{82418981-4597-4655-8EE3-16FB2404F988}" type="datetime1">
              <a:rPr lang="en-US" smtClean="0"/>
              <a:t>8/20/2025</a:t>
            </a:fld>
            <a:endParaRPr lang="en-US" dirty="0"/>
          </a:p>
        </p:txBody>
      </p:sp>
      <p:sp>
        <p:nvSpPr>
          <p:cNvPr id="5" name="Footer Placeholder 4"/>
          <p:cNvSpPr>
            <a:spLocks noGrp="1"/>
          </p:cNvSpPr>
          <p:nvPr>
            <p:ph type="ftr" sz="quarter" idx="11"/>
          </p:nvPr>
        </p:nvSpPr>
        <p:spPr>
          <a:xfrm>
            <a:off x="3276600" y="6096001"/>
            <a:ext cx="6781800" cy="625475"/>
          </a:xfrm>
        </p:spPr>
        <p:txBody>
          <a:bodyPr/>
          <a:lstStyle/>
          <a:p>
            <a:r>
              <a:rPr lang="en-US">
                <a:solidFill>
                  <a:schemeClr val="tx1"/>
                </a:solidFill>
              </a:rPr>
              <a:t>Amit Kumar        AOE0770       Finance for Engineers                 Unit 5</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41</a:t>
            </a:fld>
            <a:endParaRPr lang="en-US" dirty="0"/>
          </a:p>
        </p:txBody>
      </p:sp>
      <p:sp>
        <p:nvSpPr>
          <p:cNvPr id="8" name="Title 1"/>
          <p:cNvSpPr txBox="1">
            <a:spLocks/>
          </p:cNvSpPr>
          <p:nvPr/>
        </p:nvSpPr>
        <p:spPr>
          <a:xfrm>
            <a:off x="2022986" y="0"/>
            <a:ext cx="10169013"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800" b="1" dirty="0">
                <a:latin typeface="Times New Roman"/>
                <a:cs typeface="Times New Roman"/>
              </a:rPr>
              <a:t>                  Types of Mutual Funds</a:t>
            </a:r>
            <a:endParaRPr lang="en-US" sz="2800" b="1" spc="-5" dirty="0">
              <a:latin typeface="Times New Roman"/>
              <a:cs typeface="Times New Roman"/>
            </a:endParaRPr>
          </a:p>
        </p:txBody>
      </p:sp>
    </p:spTree>
    <p:extLst>
      <p:ext uri="{BB962C8B-B14F-4D97-AF65-F5344CB8AC3E}">
        <p14:creationId xmlns:p14="http://schemas.microsoft.com/office/powerpoint/2010/main" val="27231854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143000"/>
            <a:ext cx="11734800" cy="5135563"/>
          </a:xfrm>
        </p:spPr>
        <p:txBody>
          <a:bodyPr>
            <a:normAutofit/>
          </a:bodyPr>
          <a:lstStyle/>
          <a:p>
            <a:pPr marL="355600" marR="5080" algn="just">
              <a:lnSpc>
                <a:spcPct val="80000"/>
              </a:lnSpc>
              <a:spcBef>
                <a:spcPts val="820"/>
              </a:spcBef>
              <a:buNone/>
              <a:tabLst>
                <a:tab pos="356235" algn="l"/>
              </a:tabLst>
            </a:pPr>
            <a:r>
              <a:rPr lang="en-US" sz="2400" dirty="0">
                <a:latin typeface="Times New Roman"/>
                <a:cs typeface="Times New Roman"/>
              </a:rPr>
              <a:t>3. Sectoral schemes</a:t>
            </a:r>
          </a:p>
          <a:p>
            <a:pPr marL="355600" marR="5080" algn="just">
              <a:lnSpc>
                <a:spcPct val="80000"/>
              </a:lnSpc>
              <a:spcBef>
                <a:spcPts val="820"/>
              </a:spcBef>
              <a:buNone/>
              <a:tabLst>
                <a:tab pos="356235" algn="l"/>
              </a:tabLst>
            </a:pPr>
            <a:r>
              <a:rPr lang="en-US" sz="2400" dirty="0">
                <a:latin typeface="Times New Roman"/>
                <a:cs typeface="Times New Roman"/>
              </a:rPr>
              <a:t>• Sectoral funds are those mutual funds which invest in a particular sector of the market, e.g. banking, information technology etc. Sector funds are riskier than equity diversified funds since they invest in shares belonging to a particular sector which gives them fewer diversification opportunities</a:t>
            </a:r>
          </a:p>
        </p:txBody>
      </p:sp>
      <p:sp>
        <p:nvSpPr>
          <p:cNvPr id="4" name="Date Placeholder 3"/>
          <p:cNvSpPr>
            <a:spLocks noGrp="1"/>
          </p:cNvSpPr>
          <p:nvPr>
            <p:ph type="dt" sz="half" idx="10"/>
          </p:nvPr>
        </p:nvSpPr>
        <p:spPr/>
        <p:txBody>
          <a:bodyPr/>
          <a:lstStyle/>
          <a:p>
            <a:fld id="{B8D08D11-8D1D-41B5-B68D-C113873F3ADC}" type="datetime1">
              <a:rPr lang="en-US" smtClean="0"/>
              <a:t>8/20/2025</a:t>
            </a:fld>
            <a:endParaRPr lang="en-US" dirty="0"/>
          </a:p>
        </p:txBody>
      </p:sp>
      <p:sp>
        <p:nvSpPr>
          <p:cNvPr id="5" name="Footer Placeholder 4"/>
          <p:cNvSpPr>
            <a:spLocks noGrp="1"/>
          </p:cNvSpPr>
          <p:nvPr>
            <p:ph type="ftr" sz="quarter" idx="11"/>
          </p:nvPr>
        </p:nvSpPr>
        <p:spPr>
          <a:xfrm>
            <a:off x="3048000" y="6356351"/>
            <a:ext cx="6629400" cy="365125"/>
          </a:xfrm>
        </p:spPr>
        <p:txBody>
          <a:bodyPr/>
          <a:lstStyle/>
          <a:p>
            <a:r>
              <a:rPr lang="en-US">
                <a:solidFill>
                  <a:schemeClr val="tx1"/>
                </a:solidFill>
              </a:rPr>
              <a:t>Amit Kumar        AOE0770       Finance for Engineers                 Unit 5</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42</a:t>
            </a:fld>
            <a:endParaRPr lang="en-US" dirty="0"/>
          </a:p>
        </p:txBody>
      </p:sp>
      <p:sp>
        <p:nvSpPr>
          <p:cNvPr id="8" name="Title 1"/>
          <p:cNvSpPr txBox="1">
            <a:spLocks/>
          </p:cNvSpPr>
          <p:nvPr/>
        </p:nvSpPr>
        <p:spPr>
          <a:xfrm>
            <a:off x="1905000" y="28831"/>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355600">
              <a:spcBef>
                <a:spcPts val="100"/>
              </a:spcBef>
              <a:tabLst>
                <a:tab pos="355600" algn="l"/>
                <a:tab pos="356235" algn="l"/>
              </a:tabLst>
            </a:pPr>
            <a:r>
              <a:rPr lang="en-US" sz="2800" b="1" dirty="0">
                <a:latin typeface="Times New Roman"/>
                <a:cs typeface="Times New Roman"/>
              </a:rPr>
              <a:t>       Types of Mutual Funds</a:t>
            </a:r>
            <a:endParaRPr lang="en-US" sz="2800" b="1" spc="-35" dirty="0">
              <a:latin typeface="Times New Roman"/>
              <a:cs typeface="Times New Roman"/>
            </a:endParaRPr>
          </a:p>
        </p:txBody>
      </p:sp>
    </p:spTree>
    <p:extLst>
      <p:ext uri="{BB962C8B-B14F-4D97-AF65-F5344CB8AC3E}">
        <p14:creationId xmlns:p14="http://schemas.microsoft.com/office/powerpoint/2010/main" val="36676777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990601"/>
            <a:ext cx="9829800" cy="5135563"/>
          </a:xfrm>
        </p:spPr>
        <p:txBody>
          <a:bodyPr>
            <a:noAutofit/>
          </a:bodyPr>
          <a:lstStyle/>
          <a:p>
            <a:pPr algn="just">
              <a:buNone/>
            </a:pPr>
            <a:r>
              <a:rPr lang="en-US" sz="2400" dirty="0">
                <a:latin typeface="Times New Roman" pitchFamily="18" charset="0"/>
                <a:cs typeface="Times New Roman" pitchFamily="18" charset="0"/>
              </a:rPr>
              <a:t>1.  Define fund.</a:t>
            </a:r>
          </a:p>
          <a:p>
            <a:pPr algn="just">
              <a:buNone/>
            </a:pPr>
            <a:r>
              <a:rPr lang="en-US" sz="2400" dirty="0">
                <a:latin typeface="Times New Roman" pitchFamily="18" charset="0"/>
                <a:cs typeface="Times New Roman" pitchFamily="18" charset="0"/>
              </a:rPr>
              <a:t>2.  What is mutual fund.</a:t>
            </a:r>
          </a:p>
          <a:p>
            <a:pPr algn="just">
              <a:buNone/>
            </a:pPr>
            <a:r>
              <a:rPr lang="en-US" sz="2400" dirty="0">
                <a:latin typeface="Times New Roman" pitchFamily="18" charset="0"/>
                <a:cs typeface="Times New Roman" pitchFamily="18" charset="0"/>
              </a:rPr>
              <a:t>3.   Define closed ended fund.</a:t>
            </a:r>
          </a:p>
          <a:p>
            <a:pPr algn="just">
              <a:buNone/>
            </a:pPr>
            <a:r>
              <a:rPr lang="en-US" sz="2400" dirty="0">
                <a:latin typeface="Times New Roman" pitchFamily="18" charset="0"/>
                <a:cs typeface="Times New Roman" pitchFamily="18" charset="0"/>
              </a:rPr>
              <a:t>4.  What is open ended fund?</a:t>
            </a:r>
          </a:p>
          <a:p>
            <a:pPr algn="just">
              <a:buNone/>
            </a:pPr>
            <a:r>
              <a:rPr lang="en-US" sz="2400" dirty="0">
                <a:latin typeface="Times New Roman" pitchFamily="18" charset="0"/>
                <a:cs typeface="Times New Roman" pitchFamily="18" charset="0"/>
              </a:rPr>
              <a:t>5.   Discuss finance.</a:t>
            </a:r>
          </a:p>
          <a:p>
            <a:pPr algn="just">
              <a:buNone/>
            </a:pPr>
            <a:r>
              <a:rPr lang="en-US" sz="2400" dirty="0">
                <a:latin typeface="Times New Roman" pitchFamily="18" charset="0"/>
                <a:cs typeface="Times New Roman" pitchFamily="18" charset="0"/>
              </a:rPr>
              <a:t>6.   Explain two features of mutual funds.</a:t>
            </a:r>
          </a:p>
          <a:p>
            <a:pPr marL="457200" indent="-457200" algn="just">
              <a:buAutoNum type="arabicPeriod" startAt="7"/>
            </a:pPr>
            <a:r>
              <a:rPr lang="en-US" sz="2400" dirty="0">
                <a:latin typeface="Times New Roman" pitchFamily="18" charset="0"/>
                <a:cs typeface="Times New Roman" pitchFamily="18" charset="0"/>
              </a:rPr>
              <a:t>Explain two benefits of mutual funds.</a:t>
            </a:r>
          </a:p>
          <a:p>
            <a:pPr marL="457200" indent="-457200" algn="just">
              <a:buAutoNum type="arabicPeriod" startAt="7"/>
            </a:pPr>
            <a:r>
              <a:rPr lang="en-US" sz="2400" dirty="0">
                <a:latin typeface="Times New Roman" pitchFamily="18" charset="0"/>
                <a:cs typeface="Times New Roman" pitchFamily="18" charset="0"/>
              </a:rPr>
              <a:t>What is debenture?</a:t>
            </a:r>
          </a:p>
          <a:p>
            <a:pPr marL="457200" indent="-457200" algn="just">
              <a:buAutoNum type="arabicPeriod" startAt="7"/>
            </a:pPr>
            <a:r>
              <a:rPr lang="en-US" sz="2400" dirty="0">
                <a:latin typeface="Times New Roman" pitchFamily="18" charset="0"/>
                <a:cs typeface="Times New Roman" pitchFamily="18" charset="0"/>
              </a:rPr>
              <a:t>What is capital market?</a:t>
            </a:r>
          </a:p>
          <a:p>
            <a:pPr marL="457200" indent="-457200" algn="just">
              <a:buAutoNum type="arabicPeriod" startAt="7"/>
            </a:pPr>
            <a:r>
              <a:rPr lang="en-US" sz="2400" dirty="0">
                <a:latin typeface="Times New Roman" pitchFamily="18" charset="0"/>
                <a:cs typeface="Times New Roman" pitchFamily="18" charset="0"/>
              </a:rPr>
              <a:t>Define investment.</a:t>
            </a:r>
          </a:p>
          <a:p>
            <a:pPr marL="457200" indent="-457200" algn="just">
              <a:buAutoNum type="arabicPeriod" startAt="7"/>
            </a:pPr>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FA1E3D02-C0AB-45E8-98AA-333150CCA561}" type="datetime1">
              <a:rPr lang="en-US" smtClean="0"/>
              <a:t>8/20/2025</a:t>
            </a:fld>
            <a:endParaRPr lang="en-US" dirty="0"/>
          </a:p>
        </p:txBody>
      </p:sp>
      <p:sp>
        <p:nvSpPr>
          <p:cNvPr id="5" name="Footer Placeholder 4"/>
          <p:cNvSpPr>
            <a:spLocks noGrp="1"/>
          </p:cNvSpPr>
          <p:nvPr>
            <p:ph type="ftr" sz="quarter" idx="11"/>
          </p:nvPr>
        </p:nvSpPr>
        <p:spPr>
          <a:xfrm>
            <a:off x="2895600" y="6356351"/>
            <a:ext cx="6705600" cy="365125"/>
          </a:xfrm>
        </p:spPr>
        <p:txBody>
          <a:bodyPr/>
          <a:lstStyle/>
          <a:p>
            <a:r>
              <a:rPr lang="en-US">
                <a:solidFill>
                  <a:schemeClr val="tx1"/>
                </a:solidFill>
              </a:rPr>
              <a:t>Amit Kumar        AOE0770       Finance for Engineers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43</a:t>
            </a:fld>
            <a:endParaRPr lang="en-US" dirty="0"/>
          </a:p>
        </p:txBody>
      </p:sp>
      <p:sp>
        <p:nvSpPr>
          <p:cNvPr id="8" name="Title 1"/>
          <p:cNvSpPr txBox="1">
            <a:spLocks/>
          </p:cNvSpPr>
          <p:nvPr/>
        </p:nvSpPr>
        <p:spPr>
          <a:xfrm>
            <a:off x="1855838" y="0"/>
            <a:ext cx="10336161"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800" b="1" dirty="0">
                <a:latin typeface="Times New Roman" pitchFamily="18" charset="0"/>
                <a:cs typeface="Times New Roman" pitchFamily="18" charset="0"/>
              </a:rPr>
              <a:t>                                    Daily Quiz</a:t>
            </a:r>
            <a:endParaRPr lang="en-US" sz="2800" b="1" spc="-5" dirty="0">
              <a:latin typeface="Times New Roman" pitchFamily="18" charset="0"/>
              <a:cs typeface="Times New Roman" pitchFamily="18" charset="0"/>
            </a:endParaRPr>
          </a:p>
        </p:txBody>
      </p:sp>
    </p:spTree>
    <p:extLst>
      <p:ext uri="{BB962C8B-B14F-4D97-AF65-F5344CB8AC3E}">
        <p14:creationId xmlns:p14="http://schemas.microsoft.com/office/powerpoint/2010/main" val="312002654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1"/>
            <a:ext cx="11277600" cy="4525963"/>
          </a:xfrm>
        </p:spPr>
        <p:txBody>
          <a:bodyPr>
            <a:normAutofit/>
          </a:bodyPr>
          <a:lstStyle/>
          <a:p>
            <a:r>
              <a:rPr lang="en-US" sz="2400" dirty="0">
                <a:latin typeface="Times New Roman" pitchFamily="18" charset="0"/>
                <a:cs typeface="Times New Roman" pitchFamily="18" charset="0"/>
              </a:rPr>
              <a:t>We have covered the following  topics in this lecture:</a:t>
            </a:r>
          </a:p>
          <a:p>
            <a:r>
              <a:rPr lang="en-US" sz="2400" dirty="0">
                <a:latin typeface="Times New Roman"/>
                <a:cs typeface="Times New Roman"/>
              </a:rPr>
              <a:t>Mutual funds</a:t>
            </a:r>
          </a:p>
          <a:p>
            <a:r>
              <a:rPr lang="en-US" sz="2400" spc="-5" dirty="0">
                <a:latin typeface="Times New Roman"/>
                <a:cs typeface="Times New Roman"/>
              </a:rPr>
              <a:t>Types of  Mutual funds</a:t>
            </a:r>
          </a:p>
          <a:p>
            <a:r>
              <a:rPr lang="en-US" sz="2400" spc="-5" dirty="0">
                <a:latin typeface="Times New Roman"/>
                <a:cs typeface="Times New Roman"/>
              </a:rPr>
              <a:t>Introduction to financial Derivatives</a:t>
            </a:r>
          </a:p>
          <a:p>
            <a:pPr>
              <a:buNone/>
            </a:pPr>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38429C49-3D05-4814-813A-9CFB4E24CEBA}" type="datetime1">
              <a:rPr lang="en-US" smtClean="0"/>
              <a:t>8/20/2025</a:t>
            </a:fld>
            <a:endParaRPr lang="en-US" dirty="0"/>
          </a:p>
        </p:txBody>
      </p:sp>
      <p:sp>
        <p:nvSpPr>
          <p:cNvPr id="5" name="Footer Placeholder 4"/>
          <p:cNvSpPr>
            <a:spLocks noGrp="1"/>
          </p:cNvSpPr>
          <p:nvPr>
            <p:ph type="ftr" sz="quarter" idx="11"/>
          </p:nvPr>
        </p:nvSpPr>
        <p:spPr>
          <a:xfrm>
            <a:off x="2971800" y="6356351"/>
            <a:ext cx="6629400" cy="365125"/>
          </a:xfrm>
        </p:spPr>
        <p:txBody>
          <a:bodyPr/>
          <a:lstStyle/>
          <a:p>
            <a:r>
              <a:rPr lang="en-US">
                <a:solidFill>
                  <a:schemeClr val="tx1"/>
                </a:solidFill>
              </a:rPr>
              <a:t>Amit Kumar        AOE0770       Finance for Engineers                 Unit 5</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44</a:t>
            </a:fld>
            <a:endParaRPr lang="en-US" dirty="0"/>
          </a:p>
        </p:txBody>
      </p:sp>
      <p:sp>
        <p:nvSpPr>
          <p:cNvPr id="10" name="Title 1"/>
          <p:cNvSpPr txBox="1">
            <a:spLocks/>
          </p:cNvSpPr>
          <p:nvPr/>
        </p:nvSpPr>
        <p:spPr>
          <a:xfrm>
            <a:off x="1905000" y="0"/>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b="1" dirty="0"/>
              <a:t>Summary</a:t>
            </a:r>
          </a:p>
        </p:txBody>
      </p:sp>
    </p:spTree>
    <p:extLst>
      <p:ext uri="{BB962C8B-B14F-4D97-AF65-F5344CB8AC3E}">
        <p14:creationId xmlns:p14="http://schemas.microsoft.com/office/powerpoint/2010/main" val="21320824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233513"/>
            <a:ext cx="8229600" cy="4525963"/>
          </a:xfrm>
        </p:spPr>
        <p:txBody>
          <a:bodyPr>
            <a:normAutofit/>
          </a:bodyPr>
          <a:lstStyle/>
          <a:p>
            <a:r>
              <a:rPr lang="en-US" sz="2400" dirty="0">
                <a:latin typeface="Times New Roman"/>
                <a:cs typeface="Times New Roman"/>
              </a:rPr>
              <a:t>Mutual funds</a:t>
            </a:r>
          </a:p>
          <a:p>
            <a:r>
              <a:rPr lang="en-US" sz="2400" spc="-5" dirty="0">
                <a:latin typeface="Times New Roman"/>
                <a:cs typeface="Times New Roman"/>
              </a:rPr>
              <a:t>Types of  Mutual funds</a:t>
            </a:r>
          </a:p>
          <a:p>
            <a:r>
              <a:rPr lang="en-US" sz="2400" spc="-5" dirty="0">
                <a:latin typeface="Times New Roman"/>
                <a:cs typeface="Times New Roman"/>
              </a:rPr>
              <a:t>Introduction to financial Derivatives</a:t>
            </a:r>
          </a:p>
          <a:p>
            <a:pPr>
              <a:buNone/>
            </a:pPr>
            <a:endParaRPr lang="en-IN"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48482BD1-CDA0-4FC2-9286-B1523D374170}" type="datetime1">
              <a:rPr lang="en-US" smtClean="0"/>
              <a:t>8/20/2025</a:t>
            </a:fld>
            <a:endParaRPr lang="en-US" dirty="0"/>
          </a:p>
        </p:txBody>
      </p:sp>
      <p:sp>
        <p:nvSpPr>
          <p:cNvPr id="5" name="Footer Placeholder 4"/>
          <p:cNvSpPr>
            <a:spLocks noGrp="1"/>
          </p:cNvSpPr>
          <p:nvPr>
            <p:ph type="ftr" sz="quarter" idx="11"/>
          </p:nvPr>
        </p:nvSpPr>
        <p:spPr>
          <a:xfrm>
            <a:off x="3048000" y="6356351"/>
            <a:ext cx="6477000" cy="365125"/>
          </a:xfrm>
        </p:spPr>
        <p:txBody>
          <a:bodyPr/>
          <a:lstStyle/>
          <a:p>
            <a:r>
              <a:rPr lang="en-US">
                <a:solidFill>
                  <a:schemeClr val="tx1"/>
                </a:solidFill>
              </a:rPr>
              <a:t>Amit Kumar        AOE0770       Finance for Engineers                 Unit 5</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45</a:t>
            </a:fld>
            <a:endParaRPr lang="en-US" dirty="0"/>
          </a:p>
        </p:txBody>
      </p:sp>
      <p:sp>
        <p:nvSpPr>
          <p:cNvPr id="7" name="Title 1"/>
          <p:cNvSpPr txBox="1">
            <a:spLocks/>
          </p:cNvSpPr>
          <p:nvPr/>
        </p:nvSpPr>
        <p:spPr>
          <a:xfrm>
            <a:off x="1828800" y="1"/>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b="1" dirty="0">
                <a:latin typeface="Times New Roman" pitchFamily="18" charset="0"/>
                <a:cs typeface="Times New Roman" pitchFamily="18" charset="0"/>
              </a:rPr>
              <a:t>Prerequisite and Recap</a:t>
            </a:r>
          </a:p>
        </p:txBody>
      </p:sp>
    </p:spTree>
    <p:extLst>
      <p:ext uri="{BB962C8B-B14F-4D97-AF65-F5344CB8AC3E}">
        <p14:creationId xmlns:p14="http://schemas.microsoft.com/office/powerpoint/2010/main" val="4555506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14400"/>
            <a:ext cx="11887200" cy="5310586"/>
          </a:xfrm>
        </p:spPr>
        <p:txBody>
          <a:bodyPr>
            <a:normAutofit/>
          </a:bodyPr>
          <a:lstStyle/>
          <a:p>
            <a:pPr algn="just"/>
            <a:r>
              <a:rPr lang="en-US" sz="2400" dirty="0"/>
              <a:t>Personal financial portfolio management is a strategic approach to managing an individual's financial assets to achieve specific financial goals. A financial portfolio typically consists of a diverse range of investments, such as stocks, bonds, mutual funds, real estate, and other financial instruments. The primary goal of portfolio management is to optimize returns while managing risk according to an individual's risk tolerance, time horizon, and financial objectives.</a:t>
            </a:r>
            <a:endParaRPr lang="en-IN"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193D5972-C503-49D7-B032-CD54075AD684}" type="datetime1">
              <a:rPr lang="en-US" smtClean="0"/>
              <a:t>8/20/2025</a:t>
            </a:fld>
            <a:endParaRPr lang="en-US" dirty="0"/>
          </a:p>
        </p:txBody>
      </p:sp>
      <p:sp>
        <p:nvSpPr>
          <p:cNvPr id="5" name="Footer Placeholder 4"/>
          <p:cNvSpPr>
            <a:spLocks noGrp="1"/>
          </p:cNvSpPr>
          <p:nvPr>
            <p:ph type="ftr" sz="quarter" idx="11"/>
          </p:nvPr>
        </p:nvSpPr>
        <p:spPr>
          <a:xfrm>
            <a:off x="3048000" y="6356351"/>
            <a:ext cx="6477000" cy="365125"/>
          </a:xfrm>
        </p:spPr>
        <p:txBody>
          <a:bodyPr/>
          <a:lstStyle/>
          <a:p>
            <a:r>
              <a:rPr lang="en-US">
                <a:solidFill>
                  <a:schemeClr val="tx1"/>
                </a:solidFill>
              </a:rPr>
              <a:t>Amit Kumar        AOE0770       Finance for Engineers                 Unit 5</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46</a:t>
            </a:fld>
            <a:endParaRPr lang="en-US" dirty="0"/>
          </a:p>
        </p:txBody>
      </p:sp>
      <p:sp>
        <p:nvSpPr>
          <p:cNvPr id="7" name="Title 1"/>
          <p:cNvSpPr txBox="1">
            <a:spLocks/>
          </p:cNvSpPr>
          <p:nvPr/>
        </p:nvSpPr>
        <p:spPr>
          <a:xfrm>
            <a:off x="1905000" y="14748"/>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t>Personal financial portfolio management</a:t>
            </a:r>
            <a:endParaRPr lang="en-US" sz="2800" b="1" dirty="0">
              <a:latin typeface="Times New Roman" pitchFamily="18" charset="0"/>
              <a:cs typeface="Times New Roman" pitchFamily="18" charset="0"/>
            </a:endParaRPr>
          </a:p>
        </p:txBody>
      </p:sp>
    </p:spTree>
    <p:extLst>
      <p:ext uri="{BB962C8B-B14F-4D97-AF65-F5344CB8AC3E}">
        <p14:creationId xmlns:p14="http://schemas.microsoft.com/office/powerpoint/2010/main" val="38677152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914400"/>
            <a:ext cx="11658600" cy="5310586"/>
          </a:xfrm>
        </p:spPr>
        <p:txBody>
          <a:bodyPr>
            <a:normAutofit/>
          </a:bodyPr>
          <a:lstStyle/>
          <a:p>
            <a:pPr algn="just"/>
            <a:r>
              <a:rPr lang="en-US" sz="2400" dirty="0"/>
              <a:t>Here's an introduction to key concepts and principles of personal financial portfolio management:</a:t>
            </a:r>
          </a:p>
          <a:p>
            <a:pPr marL="0" indent="0" algn="just">
              <a:buNone/>
            </a:pPr>
            <a:endParaRPr lang="en-US" sz="2400" dirty="0">
              <a:latin typeface="Times New Roman" pitchFamily="18" charset="0"/>
              <a:cs typeface="Times New Roman" pitchFamily="18" charset="0"/>
            </a:endParaRPr>
          </a:p>
          <a:p>
            <a:pPr marL="457200" indent="-457200" algn="just">
              <a:buAutoNum type="arabicPeriod"/>
            </a:pPr>
            <a:r>
              <a:rPr lang="en-IN" sz="2400" b="1" dirty="0"/>
              <a:t>Setting Financial Goals</a:t>
            </a:r>
            <a:endParaRPr lang="en-US" sz="2400" dirty="0">
              <a:latin typeface="Times New Roman" pitchFamily="18" charset="0"/>
              <a:cs typeface="Times New Roman" pitchFamily="18" charset="0"/>
            </a:endParaRPr>
          </a:p>
          <a:p>
            <a:pPr marL="457200" indent="-457200" algn="just">
              <a:buFont typeface="Arial" pitchFamily="34" charset="0"/>
              <a:buAutoNum type="arabicPeriod"/>
            </a:pPr>
            <a:r>
              <a:rPr lang="en-IN" sz="2400" b="1" dirty="0"/>
              <a:t>Risk Tolerance</a:t>
            </a:r>
          </a:p>
          <a:p>
            <a:pPr marL="457200" indent="-457200" algn="just">
              <a:buAutoNum type="arabicPeriod"/>
            </a:pPr>
            <a:r>
              <a:rPr lang="en-US" sz="2400" b="1" dirty="0"/>
              <a:t>Asset Allocation</a:t>
            </a:r>
          </a:p>
          <a:p>
            <a:pPr marL="457200" indent="-457200" algn="just">
              <a:buFont typeface="Arial" pitchFamily="34" charset="0"/>
              <a:buAutoNum type="arabicPeriod"/>
            </a:pPr>
            <a:r>
              <a:rPr lang="en-IN" sz="2400" b="1" dirty="0"/>
              <a:t>Investment Vehicles</a:t>
            </a:r>
          </a:p>
          <a:p>
            <a:pPr marL="457200" indent="-457200" algn="just">
              <a:buAutoNum type="arabicPeriod"/>
            </a:pPr>
            <a:r>
              <a:rPr lang="en-US" sz="2400" b="1" dirty="0"/>
              <a:t>Diversification</a:t>
            </a:r>
          </a:p>
          <a:p>
            <a:pPr marL="457200" indent="-457200" algn="just">
              <a:buFont typeface="Arial" pitchFamily="34" charset="0"/>
              <a:buAutoNum type="arabicPeriod"/>
            </a:pPr>
            <a:r>
              <a:rPr lang="en-IN" sz="2400" b="1" dirty="0"/>
              <a:t>Portfolio Rebalancing</a:t>
            </a:r>
          </a:p>
          <a:p>
            <a:pPr marL="457200" indent="-457200" algn="just">
              <a:buAutoNum type="arabicPeriod"/>
            </a:pPr>
            <a:r>
              <a:rPr lang="en-US" sz="2400" b="1" dirty="0"/>
              <a:t>Risk Management</a:t>
            </a:r>
          </a:p>
          <a:p>
            <a:pPr marL="457200" indent="-457200" algn="just">
              <a:buFont typeface="Arial" pitchFamily="34" charset="0"/>
              <a:buAutoNum type="arabicPeriod"/>
            </a:pPr>
            <a:r>
              <a:rPr lang="en-IN" sz="2400" b="1" dirty="0"/>
              <a:t>Regular Monitoring</a:t>
            </a:r>
          </a:p>
          <a:p>
            <a:pPr marL="0" indent="0" algn="just">
              <a:buNone/>
            </a:pPr>
            <a:endParaRPr lang="en-IN" sz="2400" b="1" dirty="0"/>
          </a:p>
        </p:txBody>
      </p:sp>
      <p:sp>
        <p:nvSpPr>
          <p:cNvPr id="4" name="Date Placeholder 3"/>
          <p:cNvSpPr>
            <a:spLocks noGrp="1"/>
          </p:cNvSpPr>
          <p:nvPr>
            <p:ph type="dt" sz="half" idx="10"/>
          </p:nvPr>
        </p:nvSpPr>
        <p:spPr/>
        <p:txBody>
          <a:bodyPr/>
          <a:lstStyle/>
          <a:p>
            <a:fld id="{FA77C06F-D847-4B4D-B0E1-36FB5E988A03}" type="datetime1">
              <a:rPr lang="en-US" smtClean="0"/>
              <a:t>8/20/2025</a:t>
            </a:fld>
            <a:endParaRPr lang="en-US" dirty="0"/>
          </a:p>
        </p:txBody>
      </p:sp>
      <p:sp>
        <p:nvSpPr>
          <p:cNvPr id="5" name="Footer Placeholder 4"/>
          <p:cNvSpPr>
            <a:spLocks noGrp="1"/>
          </p:cNvSpPr>
          <p:nvPr>
            <p:ph type="ftr" sz="quarter" idx="11"/>
          </p:nvPr>
        </p:nvSpPr>
        <p:spPr>
          <a:xfrm>
            <a:off x="3048000" y="6356351"/>
            <a:ext cx="6477000" cy="365125"/>
          </a:xfrm>
        </p:spPr>
        <p:txBody>
          <a:bodyPr/>
          <a:lstStyle/>
          <a:p>
            <a:r>
              <a:rPr lang="en-US">
                <a:solidFill>
                  <a:schemeClr val="tx1"/>
                </a:solidFill>
              </a:rPr>
              <a:t>Amit Kumar        AOE0770       Finance for Engineers                 Unit 5</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47</a:t>
            </a:fld>
            <a:endParaRPr lang="en-US" dirty="0"/>
          </a:p>
        </p:txBody>
      </p:sp>
      <p:sp>
        <p:nvSpPr>
          <p:cNvPr id="7" name="Title 1"/>
          <p:cNvSpPr txBox="1">
            <a:spLocks/>
          </p:cNvSpPr>
          <p:nvPr/>
        </p:nvSpPr>
        <p:spPr>
          <a:xfrm>
            <a:off x="1784554" y="0"/>
            <a:ext cx="10407445"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t>Personal financial portfolio management</a:t>
            </a:r>
            <a:endParaRPr lang="en-US" sz="2800" b="1" dirty="0">
              <a:latin typeface="Times New Roman" pitchFamily="18" charset="0"/>
              <a:cs typeface="Times New Roman" pitchFamily="18" charset="0"/>
            </a:endParaRPr>
          </a:p>
        </p:txBody>
      </p:sp>
    </p:spTree>
    <p:extLst>
      <p:ext uri="{BB962C8B-B14F-4D97-AF65-F5344CB8AC3E}">
        <p14:creationId xmlns:p14="http://schemas.microsoft.com/office/powerpoint/2010/main" val="29219091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021184"/>
            <a:ext cx="11277600" cy="5310586"/>
          </a:xfrm>
        </p:spPr>
        <p:txBody>
          <a:bodyPr>
            <a:normAutofit/>
          </a:bodyPr>
          <a:lstStyle/>
          <a:p>
            <a:pPr marL="0" indent="0" algn="just">
              <a:buNone/>
            </a:pPr>
            <a:r>
              <a:rPr lang="en-US" sz="2400" dirty="0"/>
              <a:t>9. </a:t>
            </a:r>
            <a:r>
              <a:rPr lang="en-IN" sz="2400" b="1" dirty="0"/>
              <a:t>Tax Considerations</a:t>
            </a:r>
          </a:p>
          <a:p>
            <a:pPr marL="0" indent="0" algn="just">
              <a:buNone/>
            </a:pPr>
            <a:r>
              <a:rPr lang="en-US" sz="2400" b="1" dirty="0"/>
              <a:t>10. </a:t>
            </a:r>
            <a:r>
              <a:rPr lang="en-IN" sz="2400" b="1" dirty="0"/>
              <a:t>Financial Advisor Consultation</a:t>
            </a:r>
          </a:p>
          <a:p>
            <a:pPr marL="0" indent="0" algn="just">
              <a:buNone/>
            </a:pPr>
            <a:r>
              <a:rPr lang="en-US" sz="2400" b="1" dirty="0"/>
              <a:t>11. </a:t>
            </a:r>
            <a:r>
              <a:rPr lang="en-IN" sz="2400" b="1" dirty="0"/>
              <a:t>Long-Term Perspective</a:t>
            </a:r>
          </a:p>
          <a:p>
            <a:pPr marL="0" indent="0" algn="just">
              <a:buNone/>
            </a:pPr>
            <a:endParaRPr lang="en-IN" sz="2400" b="1" dirty="0"/>
          </a:p>
          <a:p>
            <a:pPr marL="0" indent="0" algn="just">
              <a:buNone/>
            </a:pPr>
            <a:endParaRPr lang="en-IN" sz="2400" b="1" dirty="0"/>
          </a:p>
        </p:txBody>
      </p:sp>
      <p:sp>
        <p:nvSpPr>
          <p:cNvPr id="4" name="Date Placeholder 3"/>
          <p:cNvSpPr>
            <a:spLocks noGrp="1"/>
          </p:cNvSpPr>
          <p:nvPr>
            <p:ph type="dt" sz="half" idx="10"/>
          </p:nvPr>
        </p:nvSpPr>
        <p:spPr/>
        <p:txBody>
          <a:bodyPr/>
          <a:lstStyle/>
          <a:p>
            <a:fld id="{23075F1E-082C-4831-9294-0EBA9F73AEC1}" type="datetime1">
              <a:rPr lang="en-US" smtClean="0"/>
              <a:t>8/20/2025</a:t>
            </a:fld>
            <a:endParaRPr lang="en-US" dirty="0"/>
          </a:p>
        </p:txBody>
      </p:sp>
      <p:sp>
        <p:nvSpPr>
          <p:cNvPr id="5" name="Footer Placeholder 4"/>
          <p:cNvSpPr>
            <a:spLocks noGrp="1"/>
          </p:cNvSpPr>
          <p:nvPr>
            <p:ph type="ftr" sz="quarter" idx="11"/>
          </p:nvPr>
        </p:nvSpPr>
        <p:spPr>
          <a:xfrm>
            <a:off x="3048000" y="6356351"/>
            <a:ext cx="6477000" cy="365125"/>
          </a:xfrm>
        </p:spPr>
        <p:txBody>
          <a:bodyPr/>
          <a:lstStyle/>
          <a:p>
            <a:r>
              <a:rPr lang="en-US">
                <a:solidFill>
                  <a:schemeClr val="tx1"/>
                </a:solidFill>
              </a:rPr>
              <a:t>Amit Kumar        AOE0770       Finance for Engineers                 Unit 5</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48</a:t>
            </a:fld>
            <a:endParaRPr lang="en-US" dirty="0"/>
          </a:p>
        </p:txBody>
      </p:sp>
      <p:sp>
        <p:nvSpPr>
          <p:cNvPr id="7" name="Title 1"/>
          <p:cNvSpPr txBox="1">
            <a:spLocks/>
          </p:cNvSpPr>
          <p:nvPr/>
        </p:nvSpPr>
        <p:spPr>
          <a:xfrm>
            <a:off x="1905000" y="0"/>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t>Personal financial portfolio management</a:t>
            </a:r>
            <a:endParaRPr lang="en-US" sz="2800" b="1" dirty="0">
              <a:latin typeface="Times New Roman" pitchFamily="18" charset="0"/>
              <a:cs typeface="Times New Roman" pitchFamily="18" charset="0"/>
            </a:endParaRPr>
          </a:p>
        </p:txBody>
      </p:sp>
    </p:spTree>
    <p:extLst>
      <p:ext uri="{BB962C8B-B14F-4D97-AF65-F5344CB8AC3E}">
        <p14:creationId xmlns:p14="http://schemas.microsoft.com/office/powerpoint/2010/main" val="32468482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881759"/>
            <a:ext cx="11506200" cy="5310586"/>
          </a:xfrm>
        </p:spPr>
        <p:txBody>
          <a:bodyPr>
            <a:normAutofit/>
          </a:bodyPr>
          <a:lstStyle/>
          <a:p>
            <a:pPr marL="0" indent="0" algn="just">
              <a:buNone/>
            </a:pPr>
            <a:r>
              <a:rPr lang="en-US" sz="2400" dirty="0"/>
              <a:t>Savings and investments are crucial components of personal finance, helping individuals build wealth, achieve financial goals, and secure their future. Here are key options for savings and investments:</a:t>
            </a:r>
          </a:p>
          <a:p>
            <a:pPr marL="457200" indent="-457200" algn="just">
              <a:buAutoNum type="arabicPeriod"/>
            </a:pPr>
            <a:r>
              <a:rPr lang="en-US" sz="2400" b="1" dirty="0"/>
              <a:t>Saving Account</a:t>
            </a:r>
          </a:p>
          <a:p>
            <a:pPr marL="457200" indent="-457200" algn="just">
              <a:buFont typeface="Arial" pitchFamily="34" charset="0"/>
              <a:buAutoNum type="arabicPeriod"/>
            </a:pPr>
            <a:r>
              <a:rPr lang="en-IN" sz="2400" b="1" dirty="0"/>
              <a:t>Certificates of Deposit (CDs)</a:t>
            </a:r>
          </a:p>
          <a:p>
            <a:pPr marL="457200" indent="-457200" algn="just">
              <a:buFont typeface="Arial" pitchFamily="34" charset="0"/>
              <a:buAutoNum type="arabicPeriod"/>
            </a:pPr>
            <a:r>
              <a:rPr lang="en-IN" sz="2400" b="1" dirty="0"/>
              <a:t>Money Market Accounts</a:t>
            </a:r>
          </a:p>
          <a:p>
            <a:pPr marL="457200" indent="-457200" algn="just">
              <a:buFont typeface="Arial" pitchFamily="34" charset="0"/>
              <a:buAutoNum type="arabicPeriod"/>
            </a:pPr>
            <a:r>
              <a:rPr lang="en-IN" sz="2400" b="1" dirty="0"/>
              <a:t>Treasury Securities</a:t>
            </a:r>
          </a:p>
          <a:p>
            <a:pPr marL="457200" indent="-457200" algn="just">
              <a:buFont typeface="Arial" pitchFamily="34" charset="0"/>
              <a:buAutoNum type="arabicPeriod"/>
            </a:pPr>
            <a:r>
              <a:rPr lang="en-IN" sz="2400" b="1" dirty="0"/>
              <a:t>Stocks</a:t>
            </a:r>
          </a:p>
          <a:p>
            <a:pPr marL="457200" indent="-457200" algn="just">
              <a:buFont typeface="Arial" pitchFamily="34" charset="0"/>
              <a:buAutoNum type="arabicPeriod"/>
            </a:pPr>
            <a:r>
              <a:rPr lang="en-IN" sz="2400" b="1" dirty="0"/>
              <a:t>Bonds</a:t>
            </a:r>
          </a:p>
          <a:p>
            <a:pPr marL="457200" indent="-457200" algn="just">
              <a:buFont typeface="Arial" pitchFamily="34" charset="0"/>
              <a:buAutoNum type="arabicPeriod"/>
            </a:pPr>
            <a:r>
              <a:rPr lang="en-IN" sz="2400" b="1" dirty="0"/>
              <a:t>Mutual Funds</a:t>
            </a:r>
          </a:p>
          <a:p>
            <a:pPr marL="457200" indent="-457200" algn="just">
              <a:buFont typeface="Arial" pitchFamily="34" charset="0"/>
              <a:buAutoNum type="arabicPeriod"/>
            </a:pPr>
            <a:r>
              <a:rPr lang="en-IN" sz="2400" b="1" dirty="0"/>
              <a:t>Exchange-Traded Funds (ETFs)</a:t>
            </a:r>
          </a:p>
          <a:p>
            <a:pPr marL="0" indent="0" algn="just">
              <a:buNone/>
            </a:pPr>
            <a:endParaRPr lang="en-IN" sz="2400" b="1" dirty="0"/>
          </a:p>
        </p:txBody>
      </p:sp>
      <p:sp>
        <p:nvSpPr>
          <p:cNvPr id="4" name="Date Placeholder 3"/>
          <p:cNvSpPr>
            <a:spLocks noGrp="1"/>
          </p:cNvSpPr>
          <p:nvPr>
            <p:ph type="dt" sz="half" idx="10"/>
          </p:nvPr>
        </p:nvSpPr>
        <p:spPr/>
        <p:txBody>
          <a:bodyPr/>
          <a:lstStyle/>
          <a:p>
            <a:fld id="{57D41D98-3F63-48FF-9E23-AF15B90B165E}" type="datetime1">
              <a:rPr lang="en-US" smtClean="0"/>
              <a:t>8/20/2025</a:t>
            </a:fld>
            <a:endParaRPr lang="en-US" dirty="0"/>
          </a:p>
        </p:txBody>
      </p:sp>
      <p:sp>
        <p:nvSpPr>
          <p:cNvPr id="5" name="Footer Placeholder 4"/>
          <p:cNvSpPr>
            <a:spLocks noGrp="1"/>
          </p:cNvSpPr>
          <p:nvPr>
            <p:ph type="ftr" sz="quarter" idx="11"/>
          </p:nvPr>
        </p:nvSpPr>
        <p:spPr>
          <a:xfrm>
            <a:off x="3048000" y="6356351"/>
            <a:ext cx="6477000" cy="365125"/>
          </a:xfrm>
        </p:spPr>
        <p:txBody>
          <a:bodyPr/>
          <a:lstStyle/>
          <a:p>
            <a:r>
              <a:rPr lang="en-US">
                <a:solidFill>
                  <a:schemeClr val="tx1"/>
                </a:solidFill>
              </a:rPr>
              <a:t>Amit Kumar        AOE0770       Finance for Engineers                 Unit 5</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49</a:t>
            </a:fld>
            <a:endParaRPr lang="en-US" dirty="0"/>
          </a:p>
        </p:txBody>
      </p:sp>
      <p:sp>
        <p:nvSpPr>
          <p:cNvPr id="7" name="Title 1"/>
          <p:cNvSpPr txBox="1">
            <a:spLocks/>
          </p:cNvSpPr>
          <p:nvPr/>
        </p:nvSpPr>
        <p:spPr>
          <a:xfrm>
            <a:off x="1828800" y="31955"/>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t>Key Options of Savings &amp;Investment</a:t>
            </a:r>
            <a:endParaRPr lang="en-US" sz="2800" b="1" dirty="0">
              <a:latin typeface="Times New Roman" pitchFamily="18" charset="0"/>
              <a:cs typeface="Times New Roman" pitchFamily="18" charset="0"/>
            </a:endParaRPr>
          </a:p>
        </p:txBody>
      </p:sp>
    </p:spTree>
    <p:extLst>
      <p:ext uri="{BB962C8B-B14F-4D97-AF65-F5344CB8AC3E}">
        <p14:creationId xmlns:p14="http://schemas.microsoft.com/office/powerpoint/2010/main" val="6238872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053139"/>
            <a:ext cx="11811000" cy="5310586"/>
          </a:xfrm>
        </p:spPr>
        <p:txBody>
          <a:bodyPr>
            <a:normAutofit/>
          </a:bodyPr>
          <a:lstStyle/>
          <a:p>
            <a:pPr marL="0" indent="0" algn="just">
              <a:buNone/>
            </a:pPr>
            <a:r>
              <a:rPr lang="en-IN" sz="2400" b="1" dirty="0"/>
              <a:t>9. Real Estate</a:t>
            </a:r>
          </a:p>
          <a:p>
            <a:pPr marL="0" indent="0" algn="just">
              <a:buNone/>
            </a:pPr>
            <a:r>
              <a:rPr lang="en-US" sz="2400" b="1" dirty="0"/>
              <a:t>10. </a:t>
            </a:r>
            <a:r>
              <a:rPr lang="en-IN" sz="2400" b="1" dirty="0"/>
              <a:t>Retirement Accounts</a:t>
            </a:r>
          </a:p>
          <a:p>
            <a:pPr marL="0" indent="0" algn="just">
              <a:buNone/>
            </a:pPr>
            <a:r>
              <a:rPr lang="en-US" sz="2400" b="1" dirty="0"/>
              <a:t>11. </a:t>
            </a:r>
            <a:r>
              <a:rPr lang="en-IN" sz="2400" b="1" dirty="0"/>
              <a:t>Precious Metals</a:t>
            </a:r>
          </a:p>
          <a:p>
            <a:pPr marL="0" indent="0" algn="just">
              <a:buNone/>
            </a:pPr>
            <a:r>
              <a:rPr lang="en-US" sz="2400" b="1" dirty="0"/>
              <a:t>12. </a:t>
            </a:r>
            <a:r>
              <a:rPr lang="en-IN" sz="2400" b="1" dirty="0"/>
              <a:t>Crypto currencies</a:t>
            </a:r>
          </a:p>
          <a:p>
            <a:pPr marL="0" indent="0" algn="just">
              <a:buNone/>
            </a:pPr>
            <a:r>
              <a:rPr lang="en-US" sz="2400" b="1" dirty="0"/>
              <a:t>13. E</a:t>
            </a:r>
            <a:r>
              <a:rPr lang="en-IN" sz="2400" b="1" dirty="0"/>
              <a:t>education Savings Accounts</a:t>
            </a:r>
          </a:p>
          <a:p>
            <a:pPr marL="0" indent="0" algn="just">
              <a:buNone/>
            </a:pPr>
            <a:endParaRPr lang="en-IN" sz="2400" b="1" dirty="0"/>
          </a:p>
          <a:p>
            <a:pPr marL="457200" indent="-457200" algn="just">
              <a:buFont typeface="Arial" pitchFamily="34" charset="0"/>
              <a:buAutoNum type="arabicPeriod"/>
            </a:pPr>
            <a:endParaRPr lang="en-IN" sz="2400" b="1" dirty="0"/>
          </a:p>
          <a:p>
            <a:pPr marL="0" indent="0" algn="just">
              <a:buNone/>
            </a:pPr>
            <a:endParaRPr lang="en-IN" sz="2400" b="1" dirty="0"/>
          </a:p>
        </p:txBody>
      </p:sp>
      <p:sp>
        <p:nvSpPr>
          <p:cNvPr id="4" name="Date Placeholder 3"/>
          <p:cNvSpPr>
            <a:spLocks noGrp="1"/>
          </p:cNvSpPr>
          <p:nvPr>
            <p:ph type="dt" sz="half" idx="10"/>
          </p:nvPr>
        </p:nvSpPr>
        <p:spPr/>
        <p:txBody>
          <a:bodyPr/>
          <a:lstStyle/>
          <a:p>
            <a:fld id="{75CA62B0-28FE-4D8A-A5CB-1FC29103131F}" type="datetime1">
              <a:rPr lang="en-US" smtClean="0"/>
              <a:t>8/20/2025</a:t>
            </a:fld>
            <a:endParaRPr lang="en-US" dirty="0"/>
          </a:p>
        </p:txBody>
      </p:sp>
      <p:sp>
        <p:nvSpPr>
          <p:cNvPr id="5" name="Footer Placeholder 4"/>
          <p:cNvSpPr>
            <a:spLocks noGrp="1"/>
          </p:cNvSpPr>
          <p:nvPr>
            <p:ph type="ftr" sz="quarter" idx="11"/>
          </p:nvPr>
        </p:nvSpPr>
        <p:spPr>
          <a:xfrm>
            <a:off x="3048000" y="6356351"/>
            <a:ext cx="6477000" cy="365125"/>
          </a:xfrm>
        </p:spPr>
        <p:txBody>
          <a:bodyPr/>
          <a:lstStyle/>
          <a:p>
            <a:r>
              <a:rPr lang="en-US">
                <a:solidFill>
                  <a:schemeClr val="tx1"/>
                </a:solidFill>
              </a:rPr>
              <a:t>Amit Kumar        AOE0770       Finance for Engineers                 Unit 5</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50</a:t>
            </a:fld>
            <a:endParaRPr lang="en-US" dirty="0"/>
          </a:p>
        </p:txBody>
      </p:sp>
      <p:sp>
        <p:nvSpPr>
          <p:cNvPr id="7" name="Title 1"/>
          <p:cNvSpPr txBox="1">
            <a:spLocks/>
          </p:cNvSpPr>
          <p:nvPr/>
        </p:nvSpPr>
        <p:spPr>
          <a:xfrm>
            <a:off x="1905000" y="0"/>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t>Key Options of Savings &amp;Investment</a:t>
            </a:r>
            <a:endParaRPr lang="en-US" sz="2800" b="1" dirty="0">
              <a:latin typeface="Times New Roman" pitchFamily="18" charset="0"/>
              <a:cs typeface="Times New Roman" pitchFamily="18" charset="0"/>
            </a:endParaRPr>
          </a:p>
        </p:txBody>
      </p:sp>
    </p:spTree>
    <p:extLst>
      <p:ext uri="{BB962C8B-B14F-4D97-AF65-F5344CB8AC3E}">
        <p14:creationId xmlns:p14="http://schemas.microsoft.com/office/powerpoint/2010/main" val="30944770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874385"/>
            <a:ext cx="11734800" cy="5310586"/>
          </a:xfrm>
        </p:spPr>
        <p:txBody>
          <a:bodyPr>
            <a:normAutofit/>
          </a:bodyPr>
          <a:lstStyle/>
          <a:p>
            <a:pPr marL="0" indent="0" algn="just">
              <a:buNone/>
            </a:pPr>
            <a:r>
              <a:rPr lang="en-US" sz="2000" dirty="0"/>
              <a:t>The stock market, also known as the equity market, is a centralized marketplace where buyers and sellers trade shares of publicly listed companies. It plays a crucial role in the global economy by facilitating the allocation of capital, enabling companies to raise funds, and providing individuals with opportunities to invest and build wealth. Here are key aspects of the stock market:</a:t>
            </a:r>
            <a:endParaRPr lang="en-IN" sz="2000" b="1" dirty="0"/>
          </a:p>
          <a:p>
            <a:pPr marL="457200" indent="-457200" algn="just">
              <a:buFont typeface="Arial" pitchFamily="34" charset="0"/>
              <a:buAutoNum type="arabicPeriod"/>
            </a:pPr>
            <a:r>
              <a:rPr lang="en-IN" sz="2000" b="1" dirty="0"/>
              <a:t>Primary and Secondary Markets</a:t>
            </a:r>
          </a:p>
          <a:p>
            <a:pPr marL="457200" indent="-457200" algn="just">
              <a:buFont typeface="Arial" pitchFamily="34" charset="0"/>
              <a:buAutoNum type="arabicPeriod"/>
            </a:pPr>
            <a:r>
              <a:rPr lang="en-IN" sz="2000" b="1" dirty="0"/>
              <a:t>Stock Exchanges</a:t>
            </a:r>
          </a:p>
          <a:p>
            <a:pPr marL="457200" indent="-457200" algn="just">
              <a:buFont typeface="Arial" pitchFamily="34" charset="0"/>
              <a:buAutoNum type="arabicPeriod"/>
            </a:pPr>
            <a:r>
              <a:rPr lang="en-IN" sz="2000" b="1" dirty="0"/>
              <a:t>Shares and Equity Ownership</a:t>
            </a:r>
          </a:p>
          <a:p>
            <a:pPr marL="457200" indent="-457200" algn="just">
              <a:buFont typeface="Arial" pitchFamily="34" charset="0"/>
              <a:buAutoNum type="arabicPeriod"/>
            </a:pPr>
            <a:r>
              <a:rPr lang="en-US" sz="2000" b="1" dirty="0"/>
              <a:t>Stock Prices and Market Indices</a:t>
            </a:r>
          </a:p>
          <a:p>
            <a:pPr marL="457200" indent="-457200" algn="just">
              <a:buFont typeface="Arial" pitchFamily="34" charset="0"/>
              <a:buAutoNum type="arabicPeriod"/>
            </a:pPr>
            <a:r>
              <a:rPr lang="en-IN" sz="2000" b="1" dirty="0"/>
              <a:t>Trading Mechanisms</a:t>
            </a:r>
          </a:p>
          <a:p>
            <a:pPr marL="457200" indent="-457200" algn="just">
              <a:buFont typeface="Arial" pitchFamily="34" charset="0"/>
              <a:buAutoNum type="arabicPeriod"/>
            </a:pPr>
            <a:r>
              <a:rPr lang="en-IN" sz="2000" b="1" dirty="0"/>
              <a:t>Bull and Bear Markets</a:t>
            </a:r>
          </a:p>
          <a:p>
            <a:pPr marL="0" indent="0" algn="just">
              <a:buNone/>
            </a:pPr>
            <a:endParaRPr lang="en-IN" sz="2000" b="1" dirty="0"/>
          </a:p>
          <a:p>
            <a:pPr marL="457200" indent="-457200" algn="just">
              <a:buFont typeface="Arial" pitchFamily="34" charset="0"/>
              <a:buAutoNum type="arabicPeriod"/>
            </a:pPr>
            <a:endParaRPr lang="en-IN" sz="2000" b="1" dirty="0"/>
          </a:p>
          <a:p>
            <a:pPr marL="0" indent="0" algn="just">
              <a:buNone/>
            </a:pPr>
            <a:endParaRPr lang="en-IN" sz="2000" b="1" dirty="0"/>
          </a:p>
        </p:txBody>
      </p:sp>
      <p:sp>
        <p:nvSpPr>
          <p:cNvPr id="4" name="Date Placeholder 3"/>
          <p:cNvSpPr>
            <a:spLocks noGrp="1"/>
          </p:cNvSpPr>
          <p:nvPr>
            <p:ph type="dt" sz="half" idx="10"/>
          </p:nvPr>
        </p:nvSpPr>
        <p:spPr/>
        <p:txBody>
          <a:bodyPr/>
          <a:lstStyle/>
          <a:p>
            <a:fld id="{CD4690F1-8D9F-4D37-8C68-4701AEAC6973}" type="datetime1">
              <a:rPr lang="en-US" smtClean="0"/>
              <a:t>8/20/2025</a:t>
            </a:fld>
            <a:endParaRPr lang="en-US" dirty="0"/>
          </a:p>
        </p:txBody>
      </p:sp>
      <p:sp>
        <p:nvSpPr>
          <p:cNvPr id="5" name="Footer Placeholder 4"/>
          <p:cNvSpPr>
            <a:spLocks noGrp="1"/>
          </p:cNvSpPr>
          <p:nvPr>
            <p:ph type="ftr" sz="quarter" idx="11"/>
          </p:nvPr>
        </p:nvSpPr>
        <p:spPr>
          <a:xfrm>
            <a:off x="3048000" y="6356351"/>
            <a:ext cx="6477000" cy="365125"/>
          </a:xfrm>
        </p:spPr>
        <p:txBody>
          <a:bodyPr/>
          <a:lstStyle/>
          <a:p>
            <a:r>
              <a:rPr lang="en-US">
                <a:solidFill>
                  <a:schemeClr val="tx1"/>
                </a:solidFill>
              </a:rPr>
              <a:t>Amit Kumar        AOE0770       Finance for Engineers                 Unit 5</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51</a:t>
            </a:fld>
            <a:endParaRPr lang="en-US" dirty="0"/>
          </a:p>
        </p:txBody>
      </p:sp>
      <p:sp>
        <p:nvSpPr>
          <p:cNvPr id="7" name="Title 1"/>
          <p:cNvSpPr txBox="1">
            <a:spLocks/>
          </p:cNvSpPr>
          <p:nvPr/>
        </p:nvSpPr>
        <p:spPr>
          <a:xfrm>
            <a:off x="1905000" y="-7374"/>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t>Stock Market</a:t>
            </a:r>
            <a:endParaRPr lang="en-US" sz="2800" b="1" dirty="0">
              <a:latin typeface="Times New Roman" pitchFamily="18" charset="0"/>
              <a:cs typeface="Times New Roman" pitchFamily="18" charset="0"/>
            </a:endParaRPr>
          </a:p>
        </p:txBody>
      </p:sp>
    </p:spTree>
    <p:extLst>
      <p:ext uri="{BB962C8B-B14F-4D97-AF65-F5344CB8AC3E}">
        <p14:creationId xmlns:p14="http://schemas.microsoft.com/office/powerpoint/2010/main" val="136052943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914400"/>
            <a:ext cx="8305800" cy="5310586"/>
          </a:xfrm>
        </p:spPr>
        <p:txBody>
          <a:bodyPr>
            <a:normAutofit/>
          </a:bodyPr>
          <a:lstStyle/>
          <a:p>
            <a:pPr marL="0" indent="0" algn="just">
              <a:buNone/>
            </a:pPr>
            <a:r>
              <a:rPr lang="en-IN" sz="2400" b="1" dirty="0"/>
              <a:t>7. Risk and Volatility</a:t>
            </a:r>
          </a:p>
          <a:p>
            <a:pPr marL="0" indent="0" algn="just">
              <a:buNone/>
            </a:pPr>
            <a:r>
              <a:rPr lang="en-US" sz="2400" b="1" dirty="0"/>
              <a:t>8. </a:t>
            </a:r>
            <a:r>
              <a:rPr lang="en-IN" sz="2400" b="1" dirty="0"/>
              <a:t>Fundamental and Technical Analysis</a:t>
            </a:r>
          </a:p>
          <a:p>
            <a:pPr marL="0" indent="0" algn="just">
              <a:buNone/>
            </a:pPr>
            <a:r>
              <a:rPr lang="en-US" sz="2400" b="1" dirty="0"/>
              <a:t>9. </a:t>
            </a:r>
            <a:r>
              <a:rPr lang="en-IN" sz="2400" b="1" dirty="0"/>
              <a:t>Long-Term vs. Short-Term Investing</a:t>
            </a:r>
          </a:p>
          <a:p>
            <a:pPr marL="0" indent="0" algn="just">
              <a:buNone/>
            </a:pPr>
            <a:endParaRPr lang="en-IN" sz="2400" b="1" dirty="0"/>
          </a:p>
          <a:p>
            <a:pPr marL="0" indent="0" algn="just">
              <a:buNone/>
            </a:pPr>
            <a:endParaRPr lang="en-IN" sz="2400" b="1" dirty="0"/>
          </a:p>
          <a:p>
            <a:pPr marL="457200" indent="-457200" algn="just">
              <a:buFont typeface="Arial" pitchFamily="34" charset="0"/>
              <a:buAutoNum type="arabicPeriod"/>
            </a:pPr>
            <a:endParaRPr lang="en-IN" sz="2400" b="1" dirty="0"/>
          </a:p>
          <a:p>
            <a:pPr marL="0" indent="0" algn="just">
              <a:buNone/>
            </a:pPr>
            <a:endParaRPr lang="en-IN" sz="2400" b="1" dirty="0"/>
          </a:p>
        </p:txBody>
      </p:sp>
      <p:sp>
        <p:nvSpPr>
          <p:cNvPr id="4" name="Date Placeholder 3"/>
          <p:cNvSpPr>
            <a:spLocks noGrp="1"/>
          </p:cNvSpPr>
          <p:nvPr>
            <p:ph type="dt" sz="half" idx="10"/>
          </p:nvPr>
        </p:nvSpPr>
        <p:spPr/>
        <p:txBody>
          <a:bodyPr/>
          <a:lstStyle/>
          <a:p>
            <a:fld id="{B30E2116-3C47-4898-A23F-101AB886B11B}" type="datetime1">
              <a:rPr lang="en-US" smtClean="0"/>
              <a:t>8/20/2025</a:t>
            </a:fld>
            <a:endParaRPr lang="en-US" dirty="0"/>
          </a:p>
        </p:txBody>
      </p:sp>
      <p:sp>
        <p:nvSpPr>
          <p:cNvPr id="5" name="Footer Placeholder 4"/>
          <p:cNvSpPr>
            <a:spLocks noGrp="1"/>
          </p:cNvSpPr>
          <p:nvPr>
            <p:ph type="ftr" sz="quarter" idx="11"/>
          </p:nvPr>
        </p:nvSpPr>
        <p:spPr>
          <a:xfrm>
            <a:off x="3048000" y="6356351"/>
            <a:ext cx="6477000" cy="365125"/>
          </a:xfrm>
        </p:spPr>
        <p:txBody>
          <a:bodyPr/>
          <a:lstStyle/>
          <a:p>
            <a:r>
              <a:rPr lang="en-US">
                <a:solidFill>
                  <a:schemeClr val="tx1"/>
                </a:solidFill>
              </a:rPr>
              <a:t>Amit Kumar        AOE0770       Finance for Engineers                 Unit 5</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52</a:t>
            </a:fld>
            <a:endParaRPr lang="en-US" dirty="0"/>
          </a:p>
        </p:txBody>
      </p:sp>
      <p:sp>
        <p:nvSpPr>
          <p:cNvPr id="7" name="Title 1"/>
          <p:cNvSpPr txBox="1">
            <a:spLocks/>
          </p:cNvSpPr>
          <p:nvPr/>
        </p:nvSpPr>
        <p:spPr>
          <a:xfrm>
            <a:off x="1905000" y="0"/>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t>Stock Market</a:t>
            </a:r>
            <a:endParaRPr lang="en-US" sz="2800" b="1" dirty="0">
              <a:latin typeface="Times New Roman" pitchFamily="18" charset="0"/>
              <a:cs typeface="Times New Roman" pitchFamily="18" charset="0"/>
            </a:endParaRPr>
          </a:p>
        </p:txBody>
      </p:sp>
    </p:spTree>
    <p:extLst>
      <p:ext uri="{BB962C8B-B14F-4D97-AF65-F5344CB8AC3E}">
        <p14:creationId xmlns:p14="http://schemas.microsoft.com/office/powerpoint/2010/main" val="12862357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033475"/>
            <a:ext cx="8305800" cy="5310586"/>
          </a:xfrm>
        </p:spPr>
        <p:txBody>
          <a:bodyPr>
            <a:normAutofit/>
          </a:bodyPr>
          <a:lstStyle/>
          <a:p>
            <a:pPr marL="0" indent="0" algn="just">
              <a:buNone/>
            </a:pPr>
            <a:r>
              <a:rPr lang="en-US" sz="2400" b="1" dirty="0"/>
              <a:t>Factors affecting the stock market</a:t>
            </a:r>
          </a:p>
          <a:p>
            <a:pPr marL="457200" indent="-457200" algn="just">
              <a:buAutoNum type="arabicPeriod"/>
            </a:pPr>
            <a:r>
              <a:rPr lang="en-IN" sz="2400" b="1" dirty="0"/>
              <a:t>Economic Indicators</a:t>
            </a:r>
          </a:p>
          <a:p>
            <a:pPr marL="457200" indent="-457200" algn="just">
              <a:buAutoNum type="arabicPeriod"/>
            </a:pPr>
            <a:r>
              <a:rPr lang="en-IN" sz="2400" b="1" dirty="0"/>
              <a:t>Interest Rates</a:t>
            </a:r>
          </a:p>
          <a:p>
            <a:pPr marL="457200" indent="-457200" algn="just">
              <a:buAutoNum type="arabicPeriod"/>
            </a:pPr>
            <a:r>
              <a:rPr lang="en-IN" sz="2400" b="1" dirty="0"/>
              <a:t>Corporate Earnings</a:t>
            </a:r>
          </a:p>
          <a:p>
            <a:pPr marL="457200" indent="-457200" algn="just">
              <a:buAutoNum type="arabicPeriod"/>
            </a:pPr>
            <a:r>
              <a:rPr lang="en-IN" sz="2400" b="1" dirty="0"/>
              <a:t>Market Sentiment</a:t>
            </a:r>
          </a:p>
          <a:p>
            <a:pPr marL="457200" indent="-457200" algn="just">
              <a:buAutoNum type="arabicPeriod"/>
            </a:pPr>
            <a:r>
              <a:rPr lang="en-IN" sz="2400" b="1" dirty="0"/>
              <a:t>Technological Advances</a:t>
            </a:r>
          </a:p>
          <a:p>
            <a:pPr marL="457200" indent="-457200" algn="just">
              <a:buAutoNum type="arabicPeriod"/>
            </a:pPr>
            <a:r>
              <a:rPr lang="en-IN" sz="2400" b="1" dirty="0"/>
              <a:t>Regulatory Changes</a:t>
            </a:r>
          </a:p>
          <a:p>
            <a:pPr marL="457200" indent="-457200" algn="just">
              <a:buAutoNum type="arabicPeriod"/>
            </a:pPr>
            <a:r>
              <a:rPr lang="en-IN" sz="2400" b="1" dirty="0"/>
              <a:t>Currency Fluctuations</a:t>
            </a:r>
          </a:p>
          <a:p>
            <a:pPr marL="457200" indent="-457200" algn="just">
              <a:buAutoNum type="arabicPeriod"/>
            </a:pPr>
            <a:r>
              <a:rPr lang="en-IN" sz="2400" b="1" dirty="0"/>
              <a:t>Market Liquidity</a:t>
            </a:r>
          </a:p>
          <a:p>
            <a:pPr marL="0" indent="0" algn="just">
              <a:buNone/>
            </a:pPr>
            <a:endParaRPr lang="en-IN" sz="2400" b="1" dirty="0"/>
          </a:p>
          <a:p>
            <a:pPr marL="0" indent="0" algn="just">
              <a:buNone/>
            </a:pPr>
            <a:endParaRPr lang="en-IN" sz="2400" b="1" dirty="0"/>
          </a:p>
          <a:p>
            <a:pPr marL="457200" indent="-457200" algn="just">
              <a:buFont typeface="Arial" pitchFamily="34" charset="0"/>
              <a:buAutoNum type="arabicPeriod"/>
            </a:pPr>
            <a:endParaRPr lang="en-IN" sz="2400" b="1" dirty="0"/>
          </a:p>
          <a:p>
            <a:pPr marL="0" indent="0" algn="just">
              <a:buNone/>
            </a:pPr>
            <a:endParaRPr lang="en-IN" sz="2400" b="1" dirty="0"/>
          </a:p>
        </p:txBody>
      </p:sp>
      <p:sp>
        <p:nvSpPr>
          <p:cNvPr id="4" name="Date Placeholder 3"/>
          <p:cNvSpPr>
            <a:spLocks noGrp="1"/>
          </p:cNvSpPr>
          <p:nvPr>
            <p:ph type="dt" sz="half" idx="10"/>
          </p:nvPr>
        </p:nvSpPr>
        <p:spPr/>
        <p:txBody>
          <a:bodyPr/>
          <a:lstStyle/>
          <a:p>
            <a:fld id="{E5B14FB2-8879-4188-80AE-8A992DDB1FC0}" type="datetime1">
              <a:rPr lang="en-US" smtClean="0"/>
              <a:t>8/20/2025</a:t>
            </a:fld>
            <a:endParaRPr lang="en-US" dirty="0"/>
          </a:p>
        </p:txBody>
      </p:sp>
      <p:sp>
        <p:nvSpPr>
          <p:cNvPr id="5" name="Footer Placeholder 4"/>
          <p:cNvSpPr>
            <a:spLocks noGrp="1"/>
          </p:cNvSpPr>
          <p:nvPr>
            <p:ph type="ftr" sz="quarter" idx="11"/>
          </p:nvPr>
        </p:nvSpPr>
        <p:spPr>
          <a:xfrm>
            <a:off x="3048000" y="6356351"/>
            <a:ext cx="6477000" cy="365125"/>
          </a:xfrm>
        </p:spPr>
        <p:txBody>
          <a:bodyPr/>
          <a:lstStyle/>
          <a:p>
            <a:r>
              <a:rPr lang="en-US">
                <a:solidFill>
                  <a:schemeClr val="tx1"/>
                </a:solidFill>
              </a:rPr>
              <a:t>Amit Kumar        AOE0770       Finance for Engineers                 Unit 5</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53</a:t>
            </a:fld>
            <a:endParaRPr lang="en-US" dirty="0"/>
          </a:p>
        </p:txBody>
      </p:sp>
      <p:sp>
        <p:nvSpPr>
          <p:cNvPr id="7" name="Title 1"/>
          <p:cNvSpPr txBox="1">
            <a:spLocks/>
          </p:cNvSpPr>
          <p:nvPr/>
        </p:nvSpPr>
        <p:spPr>
          <a:xfrm>
            <a:off x="1787012" y="0"/>
            <a:ext cx="10404987"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t>Stock Market</a:t>
            </a:r>
            <a:endParaRPr lang="en-US" sz="2800" b="1" dirty="0">
              <a:latin typeface="Times New Roman" pitchFamily="18" charset="0"/>
              <a:cs typeface="Times New Roman" pitchFamily="18" charset="0"/>
            </a:endParaRPr>
          </a:p>
        </p:txBody>
      </p:sp>
    </p:spTree>
    <p:extLst>
      <p:ext uri="{BB962C8B-B14F-4D97-AF65-F5344CB8AC3E}">
        <p14:creationId xmlns:p14="http://schemas.microsoft.com/office/powerpoint/2010/main" val="339852105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016268"/>
            <a:ext cx="11658600" cy="5310586"/>
          </a:xfrm>
        </p:spPr>
        <p:txBody>
          <a:bodyPr>
            <a:normAutofit/>
          </a:bodyPr>
          <a:lstStyle/>
          <a:p>
            <a:pPr marL="0" indent="0" algn="just">
              <a:buNone/>
            </a:pPr>
            <a:r>
              <a:rPr lang="en-US" sz="2400" b="1" dirty="0"/>
              <a:t>Players in stock market</a:t>
            </a:r>
          </a:p>
          <a:p>
            <a:pPr marL="0" indent="0" algn="just">
              <a:buNone/>
            </a:pPr>
            <a:r>
              <a:rPr lang="en-US" sz="2400" b="1" dirty="0"/>
              <a:t>1. Investors:</a:t>
            </a:r>
            <a:endParaRPr lang="en-US" sz="2400" dirty="0"/>
          </a:p>
          <a:p>
            <a:pPr algn="just"/>
            <a:r>
              <a:rPr lang="en-US" sz="2400" b="1" dirty="0"/>
              <a:t>Individual Investors:</a:t>
            </a:r>
            <a:r>
              <a:rPr lang="en-US" sz="2400" dirty="0"/>
              <a:t> These are individuals who buy and sell stocks for personal investment purposes. They can be classified into different categories based on their investment strategies, such as day traders, swing traders, and long-term investors.</a:t>
            </a:r>
          </a:p>
          <a:p>
            <a:pPr algn="just"/>
            <a:r>
              <a:rPr lang="en-US" sz="2400" b="1" dirty="0"/>
              <a:t>Institutional Investors:</a:t>
            </a:r>
            <a:r>
              <a:rPr lang="en-US" sz="2400" dirty="0"/>
              <a:t> This category includes large entities like mutual funds, pension funds, insurance companies, and hedge funds. Institutional investors often manage significant amounts of money on behalf of multiple clients.</a:t>
            </a:r>
          </a:p>
          <a:p>
            <a:pPr marL="0" indent="0" algn="just">
              <a:buNone/>
            </a:pPr>
            <a:endParaRPr lang="en-IN" sz="2400" b="1" dirty="0"/>
          </a:p>
          <a:p>
            <a:pPr marL="0" indent="0" algn="just">
              <a:buNone/>
            </a:pPr>
            <a:endParaRPr lang="en-IN" sz="2400" b="1" dirty="0"/>
          </a:p>
          <a:p>
            <a:pPr marL="457200" indent="-457200" algn="just">
              <a:buFont typeface="Arial" pitchFamily="34" charset="0"/>
              <a:buAutoNum type="arabicPeriod"/>
            </a:pPr>
            <a:endParaRPr lang="en-IN" sz="2400" b="1" dirty="0"/>
          </a:p>
          <a:p>
            <a:pPr marL="0" indent="0" algn="just">
              <a:buNone/>
            </a:pPr>
            <a:endParaRPr lang="en-IN" sz="2400" b="1" dirty="0"/>
          </a:p>
        </p:txBody>
      </p:sp>
      <p:sp>
        <p:nvSpPr>
          <p:cNvPr id="4" name="Date Placeholder 3"/>
          <p:cNvSpPr>
            <a:spLocks noGrp="1"/>
          </p:cNvSpPr>
          <p:nvPr>
            <p:ph type="dt" sz="half" idx="10"/>
          </p:nvPr>
        </p:nvSpPr>
        <p:spPr/>
        <p:txBody>
          <a:bodyPr/>
          <a:lstStyle/>
          <a:p>
            <a:fld id="{9F1A6E48-6AFA-4180-B7E9-51A878EF7A96}" type="datetime1">
              <a:rPr lang="en-US" smtClean="0"/>
              <a:t>8/20/2025</a:t>
            </a:fld>
            <a:endParaRPr lang="en-US" dirty="0"/>
          </a:p>
        </p:txBody>
      </p:sp>
      <p:sp>
        <p:nvSpPr>
          <p:cNvPr id="5" name="Footer Placeholder 4"/>
          <p:cNvSpPr>
            <a:spLocks noGrp="1"/>
          </p:cNvSpPr>
          <p:nvPr>
            <p:ph type="ftr" sz="quarter" idx="11"/>
          </p:nvPr>
        </p:nvSpPr>
        <p:spPr>
          <a:xfrm>
            <a:off x="3048000" y="6356351"/>
            <a:ext cx="6477000" cy="365125"/>
          </a:xfrm>
        </p:spPr>
        <p:txBody>
          <a:bodyPr/>
          <a:lstStyle/>
          <a:p>
            <a:r>
              <a:rPr lang="en-US">
                <a:solidFill>
                  <a:schemeClr val="tx1"/>
                </a:solidFill>
              </a:rPr>
              <a:t>Amit Kumar        AOE0770       Finance for Engineers                 Unit 5</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54</a:t>
            </a:fld>
            <a:endParaRPr lang="en-US" dirty="0"/>
          </a:p>
        </p:txBody>
      </p:sp>
      <p:sp>
        <p:nvSpPr>
          <p:cNvPr id="7" name="Title 1"/>
          <p:cNvSpPr txBox="1">
            <a:spLocks/>
          </p:cNvSpPr>
          <p:nvPr/>
        </p:nvSpPr>
        <p:spPr>
          <a:xfrm>
            <a:off x="1828800" y="31955"/>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t>Stock Market</a:t>
            </a:r>
            <a:endParaRPr lang="en-US" sz="2800" b="1" dirty="0">
              <a:latin typeface="Times New Roman" pitchFamily="18" charset="0"/>
              <a:cs typeface="Times New Roman" pitchFamily="18" charset="0"/>
            </a:endParaRPr>
          </a:p>
        </p:txBody>
      </p:sp>
    </p:spTree>
    <p:extLst>
      <p:ext uri="{BB962C8B-B14F-4D97-AF65-F5344CB8AC3E}">
        <p14:creationId xmlns:p14="http://schemas.microsoft.com/office/powerpoint/2010/main" val="13354969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990600"/>
            <a:ext cx="11582400" cy="5310586"/>
          </a:xfrm>
        </p:spPr>
        <p:txBody>
          <a:bodyPr>
            <a:normAutofit/>
          </a:bodyPr>
          <a:lstStyle/>
          <a:p>
            <a:pPr marL="0" indent="0" algn="just">
              <a:buNone/>
            </a:pPr>
            <a:r>
              <a:rPr lang="en-US" sz="2400" b="1" dirty="0"/>
              <a:t>Players in stock market</a:t>
            </a:r>
          </a:p>
          <a:p>
            <a:pPr marL="0" indent="0" algn="just">
              <a:buNone/>
            </a:pPr>
            <a:r>
              <a:rPr lang="en-US" sz="2400" b="1" dirty="0"/>
              <a:t>2. Traders:</a:t>
            </a:r>
            <a:endParaRPr lang="en-US" sz="2400" dirty="0"/>
          </a:p>
          <a:p>
            <a:pPr algn="just"/>
            <a:r>
              <a:rPr lang="en-US" sz="2400" b="1" dirty="0"/>
              <a:t>Day Traders:</a:t>
            </a:r>
            <a:r>
              <a:rPr lang="en-US" sz="2400" dirty="0"/>
              <a:t> Individuals or institutional traders who buy and sell securities within the same trading day to take advantage of short-term price movements.</a:t>
            </a:r>
          </a:p>
          <a:p>
            <a:pPr algn="just"/>
            <a:r>
              <a:rPr lang="en-US" sz="2400" b="1" dirty="0"/>
              <a:t>Swing Traders:</a:t>
            </a:r>
            <a:r>
              <a:rPr lang="en-US" sz="2400" dirty="0"/>
              <a:t> Traders who hold positions for a few days to weeks, aiming to profit from price "swings" within a trend.</a:t>
            </a:r>
          </a:p>
          <a:p>
            <a:pPr marL="0" indent="0" algn="just">
              <a:buNone/>
            </a:pPr>
            <a:r>
              <a:rPr lang="en-US" sz="2400" dirty="0"/>
              <a:t>3. </a:t>
            </a:r>
            <a:r>
              <a:rPr lang="en-US" sz="2400" b="1" dirty="0"/>
              <a:t>Stockbrokers:</a:t>
            </a:r>
            <a:endParaRPr lang="en-US" sz="2400" dirty="0"/>
          </a:p>
          <a:p>
            <a:pPr algn="just"/>
            <a:r>
              <a:rPr lang="en-US" sz="2400" b="1" dirty="0"/>
              <a:t>Full-Service Brokers:</a:t>
            </a:r>
            <a:r>
              <a:rPr lang="en-US" sz="2400" dirty="0"/>
              <a:t> These brokers offer a range of services, including investment advice, research, and financial planning. They often charge higher commissions.</a:t>
            </a:r>
          </a:p>
          <a:p>
            <a:pPr algn="just"/>
            <a:r>
              <a:rPr lang="en-US" sz="2400" b="1" dirty="0"/>
              <a:t>Discount Brokers:</a:t>
            </a:r>
            <a:r>
              <a:rPr lang="en-US" sz="2400" dirty="0"/>
              <a:t> These brokers provide a platform for trading stocks at a lower cost but typically offer fewer advisory services compared to full-service brokers.</a:t>
            </a:r>
          </a:p>
          <a:p>
            <a:pPr marL="0" indent="0" algn="just">
              <a:buNone/>
            </a:pPr>
            <a:endParaRPr lang="en-US" sz="2400" dirty="0"/>
          </a:p>
          <a:p>
            <a:pPr marL="0" indent="0" algn="just">
              <a:buNone/>
            </a:pPr>
            <a:endParaRPr lang="en-IN" sz="2400" b="1" dirty="0"/>
          </a:p>
          <a:p>
            <a:pPr marL="0" indent="0" algn="just">
              <a:buNone/>
            </a:pPr>
            <a:endParaRPr lang="en-IN" sz="2400" b="1" dirty="0"/>
          </a:p>
          <a:p>
            <a:pPr marL="457200" indent="-457200" algn="just">
              <a:buFont typeface="Arial" pitchFamily="34" charset="0"/>
              <a:buAutoNum type="arabicPeriod"/>
            </a:pPr>
            <a:endParaRPr lang="en-IN" sz="2400" b="1" dirty="0"/>
          </a:p>
          <a:p>
            <a:pPr marL="0" indent="0" algn="just">
              <a:buNone/>
            </a:pPr>
            <a:endParaRPr lang="en-IN" sz="2400" b="1" dirty="0"/>
          </a:p>
        </p:txBody>
      </p:sp>
      <p:sp>
        <p:nvSpPr>
          <p:cNvPr id="4" name="Date Placeholder 3"/>
          <p:cNvSpPr>
            <a:spLocks noGrp="1"/>
          </p:cNvSpPr>
          <p:nvPr>
            <p:ph type="dt" sz="half" idx="10"/>
          </p:nvPr>
        </p:nvSpPr>
        <p:spPr/>
        <p:txBody>
          <a:bodyPr/>
          <a:lstStyle/>
          <a:p>
            <a:fld id="{FBB57E28-8FFC-43EB-A809-07E0A4438514}" type="datetime1">
              <a:rPr lang="en-US" smtClean="0"/>
              <a:t>8/20/2025</a:t>
            </a:fld>
            <a:endParaRPr lang="en-US" dirty="0"/>
          </a:p>
        </p:txBody>
      </p:sp>
      <p:sp>
        <p:nvSpPr>
          <p:cNvPr id="5" name="Footer Placeholder 4"/>
          <p:cNvSpPr>
            <a:spLocks noGrp="1"/>
          </p:cNvSpPr>
          <p:nvPr>
            <p:ph type="ftr" sz="quarter" idx="11"/>
          </p:nvPr>
        </p:nvSpPr>
        <p:spPr>
          <a:xfrm>
            <a:off x="3048000" y="6356351"/>
            <a:ext cx="6477000" cy="365125"/>
          </a:xfrm>
        </p:spPr>
        <p:txBody>
          <a:bodyPr/>
          <a:lstStyle/>
          <a:p>
            <a:r>
              <a:rPr lang="en-US">
                <a:solidFill>
                  <a:schemeClr val="tx1"/>
                </a:solidFill>
              </a:rPr>
              <a:t>Amit Kumar        AOE0770       Finance for Engineers                 Unit 5</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55</a:t>
            </a:fld>
            <a:endParaRPr lang="en-US" dirty="0"/>
          </a:p>
        </p:txBody>
      </p:sp>
      <p:sp>
        <p:nvSpPr>
          <p:cNvPr id="7" name="Title 1"/>
          <p:cNvSpPr txBox="1">
            <a:spLocks/>
          </p:cNvSpPr>
          <p:nvPr/>
        </p:nvSpPr>
        <p:spPr>
          <a:xfrm>
            <a:off x="1828800" y="0"/>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t>Stock Market</a:t>
            </a:r>
            <a:endParaRPr lang="en-US" sz="2800" b="1" dirty="0">
              <a:latin typeface="Times New Roman" pitchFamily="18" charset="0"/>
              <a:cs typeface="Times New Roman" pitchFamily="18" charset="0"/>
            </a:endParaRPr>
          </a:p>
        </p:txBody>
      </p:sp>
    </p:spTree>
    <p:extLst>
      <p:ext uri="{BB962C8B-B14F-4D97-AF65-F5344CB8AC3E}">
        <p14:creationId xmlns:p14="http://schemas.microsoft.com/office/powerpoint/2010/main" val="30938104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878072"/>
            <a:ext cx="11658600" cy="5310586"/>
          </a:xfrm>
        </p:spPr>
        <p:txBody>
          <a:bodyPr>
            <a:normAutofit/>
          </a:bodyPr>
          <a:lstStyle/>
          <a:p>
            <a:pPr marL="0" indent="0" algn="just">
              <a:buNone/>
            </a:pPr>
            <a:r>
              <a:rPr lang="en-US" sz="2400" b="1" dirty="0"/>
              <a:t>Players in stock market</a:t>
            </a:r>
          </a:p>
          <a:p>
            <a:pPr marL="0" indent="0" algn="just">
              <a:buNone/>
            </a:pPr>
            <a:r>
              <a:rPr lang="en-US" sz="2400" b="1" dirty="0"/>
              <a:t>4. Market Makers:</a:t>
            </a:r>
            <a:endParaRPr lang="en-US" sz="2400" dirty="0"/>
          </a:p>
          <a:p>
            <a:pPr algn="just"/>
            <a:r>
              <a:rPr lang="en-US" sz="2400" dirty="0"/>
              <a:t>These are firms or individuals that facilitate the buying and selling of financial instruments by providing liquidity. They do so by quoting both buy and sell prices for a financial instrument, profiting from the spread between these prices.</a:t>
            </a:r>
          </a:p>
          <a:p>
            <a:pPr marL="0" indent="0" algn="just">
              <a:buNone/>
            </a:pPr>
            <a:r>
              <a:rPr lang="en-US" sz="2400" b="1" dirty="0"/>
              <a:t>5. Exchanges:</a:t>
            </a:r>
            <a:endParaRPr lang="en-US" sz="2400" dirty="0"/>
          </a:p>
          <a:p>
            <a:pPr algn="just"/>
            <a:r>
              <a:rPr lang="en-US" sz="2400" b="1" dirty="0"/>
              <a:t>Stock Exchanges:</a:t>
            </a:r>
            <a:r>
              <a:rPr lang="en-US" sz="2400" dirty="0"/>
              <a:t> Examples include the NSE Exchange. Exchanges provide a platform for the buying and selling of stocks, ensuring transparency and fairness in the process.</a:t>
            </a:r>
          </a:p>
          <a:p>
            <a:pPr algn="just"/>
            <a:r>
              <a:rPr lang="en-US" sz="2400" b="1" dirty="0"/>
              <a:t>Over-the-Counter (OTC) Markets:</a:t>
            </a:r>
            <a:r>
              <a:rPr lang="en-US" sz="2400" dirty="0"/>
              <a:t> In addition to formal exchanges, some stocks are traded over-the-counter, where trading occurs directly between parties rather than through a centralized exchange.</a:t>
            </a:r>
          </a:p>
          <a:p>
            <a:pPr marL="0" indent="0" algn="just">
              <a:buNone/>
            </a:pPr>
            <a:endParaRPr lang="en-US" sz="2400" dirty="0"/>
          </a:p>
          <a:p>
            <a:pPr marL="0" indent="0" algn="just">
              <a:buNone/>
            </a:pPr>
            <a:endParaRPr lang="en-US" sz="2400" dirty="0"/>
          </a:p>
          <a:p>
            <a:pPr marL="0" indent="0" algn="just">
              <a:buNone/>
            </a:pPr>
            <a:endParaRPr lang="en-IN" sz="2400" b="1" dirty="0"/>
          </a:p>
          <a:p>
            <a:pPr marL="0" indent="0" algn="just">
              <a:buNone/>
            </a:pPr>
            <a:endParaRPr lang="en-IN" sz="2400" b="1" dirty="0"/>
          </a:p>
          <a:p>
            <a:pPr marL="457200" indent="-457200" algn="just">
              <a:buFont typeface="Arial" pitchFamily="34" charset="0"/>
              <a:buAutoNum type="arabicPeriod"/>
            </a:pPr>
            <a:endParaRPr lang="en-IN" sz="2400" b="1" dirty="0"/>
          </a:p>
          <a:p>
            <a:pPr marL="0" indent="0" algn="just">
              <a:buNone/>
            </a:pPr>
            <a:endParaRPr lang="en-IN" sz="2400" b="1" dirty="0"/>
          </a:p>
        </p:txBody>
      </p:sp>
      <p:sp>
        <p:nvSpPr>
          <p:cNvPr id="4" name="Date Placeholder 3"/>
          <p:cNvSpPr>
            <a:spLocks noGrp="1"/>
          </p:cNvSpPr>
          <p:nvPr>
            <p:ph type="dt" sz="half" idx="10"/>
          </p:nvPr>
        </p:nvSpPr>
        <p:spPr/>
        <p:txBody>
          <a:bodyPr/>
          <a:lstStyle/>
          <a:p>
            <a:fld id="{E2B6C7EC-9BAC-4BA5-9674-21F849F23EC4}" type="datetime1">
              <a:rPr lang="en-US" smtClean="0"/>
              <a:t>8/20/2025</a:t>
            </a:fld>
            <a:endParaRPr lang="en-US" dirty="0"/>
          </a:p>
        </p:txBody>
      </p:sp>
      <p:sp>
        <p:nvSpPr>
          <p:cNvPr id="5" name="Footer Placeholder 4"/>
          <p:cNvSpPr>
            <a:spLocks noGrp="1"/>
          </p:cNvSpPr>
          <p:nvPr>
            <p:ph type="ftr" sz="quarter" idx="11"/>
          </p:nvPr>
        </p:nvSpPr>
        <p:spPr>
          <a:xfrm>
            <a:off x="3048000" y="6356351"/>
            <a:ext cx="6477000" cy="365125"/>
          </a:xfrm>
        </p:spPr>
        <p:txBody>
          <a:bodyPr/>
          <a:lstStyle/>
          <a:p>
            <a:r>
              <a:rPr lang="en-US">
                <a:solidFill>
                  <a:schemeClr val="tx1"/>
                </a:solidFill>
              </a:rPr>
              <a:t>Amit Kumar        AOE0770       Finance for Engineers                 Unit 5</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56</a:t>
            </a:fld>
            <a:endParaRPr lang="en-US" dirty="0"/>
          </a:p>
        </p:txBody>
      </p:sp>
      <p:sp>
        <p:nvSpPr>
          <p:cNvPr id="7" name="Title 1"/>
          <p:cNvSpPr txBox="1">
            <a:spLocks/>
          </p:cNvSpPr>
          <p:nvPr/>
        </p:nvSpPr>
        <p:spPr>
          <a:xfrm>
            <a:off x="1828800" y="0"/>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t>Stock Market</a:t>
            </a:r>
            <a:endParaRPr lang="en-US" sz="2800" b="1" dirty="0">
              <a:latin typeface="Times New Roman" pitchFamily="18" charset="0"/>
              <a:cs typeface="Times New Roman" pitchFamily="18" charset="0"/>
            </a:endParaRPr>
          </a:p>
        </p:txBody>
      </p:sp>
    </p:spTree>
    <p:extLst>
      <p:ext uri="{BB962C8B-B14F-4D97-AF65-F5344CB8AC3E}">
        <p14:creationId xmlns:p14="http://schemas.microsoft.com/office/powerpoint/2010/main" val="87798226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008894"/>
            <a:ext cx="11963400" cy="5310586"/>
          </a:xfrm>
        </p:spPr>
        <p:txBody>
          <a:bodyPr>
            <a:noAutofit/>
          </a:bodyPr>
          <a:lstStyle/>
          <a:p>
            <a:pPr marL="0" indent="0" algn="just">
              <a:buNone/>
            </a:pPr>
            <a:r>
              <a:rPr lang="en-US" sz="2000" b="1" dirty="0"/>
              <a:t>Players in stock market</a:t>
            </a:r>
          </a:p>
          <a:p>
            <a:pPr marL="0" indent="0" algn="just">
              <a:buNone/>
            </a:pPr>
            <a:r>
              <a:rPr lang="en-US" sz="2000" b="1" dirty="0"/>
              <a:t>6. Regulators:</a:t>
            </a:r>
            <a:endParaRPr lang="en-US" sz="2000" dirty="0"/>
          </a:p>
          <a:p>
            <a:pPr lvl="1" algn="just"/>
            <a:r>
              <a:rPr lang="en-US" sz="2000" dirty="0"/>
              <a:t>Government agencies such as the SEBI play a crucial role in regulating and overseeing the securities industry. They enforce rules and regulations to protect investors and maintain the integrity of the markets.</a:t>
            </a:r>
          </a:p>
          <a:p>
            <a:pPr marL="0" indent="0" algn="just">
              <a:buNone/>
            </a:pPr>
            <a:r>
              <a:rPr lang="en-US" sz="2000" b="1" dirty="0"/>
              <a:t>7. Financial Analysts:</a:t>
            </a:r>
            <a:endParaRPr lang="en-US" sz="2000" dirty="0"/>
          </a:p>
          <a:p>
            <a:pPr lvl="1" algn="just"/>
            <a:r>
              <a:rPr lang="en-US" sz="2000" dirty="0"/>
              <a:t>Analysts working for investment banks, financial institutions, or independent research firms analyze companies and market trends to provide insights to investors and traders.</a:t>
            </a:r>
          </a:p>
          <a:p>
            <a:pPr marL="0" indent="0" algn="just">
              <a:buNone/>
            </a:pPr>
            <a:r>
              <a:rPr lang="en-US" sz="2000" b="1" dirty="0"/>
              <a:t>8.Corporate Issuers:</a:t>
            </a:r>
            <a:endParaRPr lang="en-US" sz="2000" dirty="0"/>
          </a:p>
          <a:p>
            <a:pPr lvl="1" algn="just"/>
            <a:r>
              <a:rPr lang="en-US" sz="2000" dirty="0"/>
              <a:t>Companies that issue stocks to raise capital from the public. Shareholders become partial owners of the company, and the stocks are traded on the open market.</a:t>
            </a:r>
          </a:p>
          <a:p>
            <a:pPr marL="0" indent="0" algn="just">
              <a:buNone/>
            </a:pPr>
            <a:endParaRPr lang="en-US" sz="2000" dirty="0"/>
          </a:p>
          <a:p>
            <a:pPr marL="0" indent="0" algn="just">
              <a:buNone/>
            </a:pPr>
            <a:endParaRPr lang="en-IN" sz="2000" b="1" dirty="0"/>
          </a:p>
          <a:p>
            <a:pPr marL="0" indent="0" algn="just">
              <a:buNone/>
            </a:pPr>
            <a:endParaRPr lang="en-IN" sz="2000" b="1" dirty="0"/>
          </a:p>
          <a:p>
            <a:pPr marL="457200" indent="-457200" algn="just">
              <a:buFont typeface="Arial" pitchFamily="34" charset="0"/>
              <a:buAutoNum type="arabicPeriod"/>
            </a:pPr>
            <a:endParaRPr lang="en-IN" sz="2000" b="1" dirty="0"/>
          </a:p>
          <a:p>
            <a:pPr marL="0" indent="0" algn="just">
              <a:buNone/>
            </a:pPr>
            <a:endParaRPr lang="en-IN" sz="2000" b="1" dirty="0"/>
          </a:p>
        </p:txBody>
      </p:sp>
      <p:sp>
        <p:nvSpPr>
          <p:cNvPr id="4" name="Date Placeholder 3"/>
          <p:cNvSpPr>
            <a:spLocks noGrp="1"/>
          </p:cNvSpPr>
          <p:nvPr>
            <p:ph type="dt" sz="half" idx="10"/>
          </p:nvPr>
        </p:nvSpPr>
        <p:spPr/>
        <p:txBody>
          <a:bodyPr/>
          <a:lstStyle/>
          <a:p>
            <a:fld id="{9954EF5B-20AD-4D00-937B-A147D3F5DD4F}" type="datetime1">
              <a:rPr lang="en-US" smtClean="0"/>
              <a:t>8/20/2025</a:t>
            </a:fld>
            <a:endParaRPr lang="en-US" dirty="0"/>
          </a:p>
        </p:txBody>
      </p:sp>
      <p:sp>
        <p:nvSpPr>
          <p:cNvPr id="5" name="Footer Placeholder 4"/>
          <p:cNvSpPr>
            <a:spLocks noGrp="1"/>
          </p:cNvSpPr>
          <p:nvPr>
            <p:ph type="ftr" sz="quarter" idx="11"/>
          </p:nvPr>
        </p:nvSpPr>
        <p:spPr>
          <a:xfrm>
            <a:off x="3048000" y="6356351"/>
            <a:ext cx="6477000" cy="365125"/>
          </a:xfrm>
        </p:spPr>
        <p:txBody>
          <a:bodyPr/>
          <a:lstStyle/>
          <a:p>
            <a:r>
              <a:rPr lang="en-US">
                <a:solidFill>
                  <a:schemeClr val="tx1"/>
                </a:solidFill>
              </a:rPr>
              <a:t>Amit Kumar        AOE0770       Finance for Engineers                 Unit 5</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57</a:t>
            </a:fld>
            <a:endParaRPr lang="en-US" dirty="0"/>
          </a:p>
        </p:txBody>
      </p:sp>
      <p:sp>
        <p:nvSpPr>
          <p:cNvPr id="7" name="Title 1"/>
          <p:cNvSpPr txBox="1">
            <a:spLocks/>
          </p:cNvSpPr>
          <p:nvPr/>
        </p:nvSpPr>
        <p:spPr>
          <a:xfrm>
            <a:off x="1828800" y="0"/>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t>Stock Market</a:t>
            </a:r>
            <a:endParaRPr lang="en-US" sz="2800" b="1" dirty="0">
              <a:latin typeface="Times New Roman" pitchFamily="18" charset="0"/>
              <a:cs typeface="Times New Roman" pitchFamily="18" charset="0"/>
            </a:endParaRPr>
          </a:p>
        </p:txBody>
      </p:sp>
    </p:spTree>
    <p:extLst>
      <p:ext uri="{BB962C8B-B14F-4D97-AF65-F5344CB8AC3E}">
        <p14:creationId xmlns:p14="http://schemas.microsoft.com/office/powerpoint/2010/main" val="159791791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018726"/>
            <a:ext cx="11658600" cy="5310586"/>
          </a:xfrm>
        </p:spPr>
        <p:txBody>
          <a:bodyPr>
            <a:noAutofit/>
          </a:bodyPr>
          <a:lstStyle/>
          <a:p>
            <a:pPr marL="0" indent="0" algn="just">
              <a:buNone/>
            </a:pPr>
            <a:r>
              <a:rPr lang="en-US" sz="2400" b="1" dirty="0"/>
              <a:t>Players in stock market</a:t>
            </a:r>
          </a:p>
          <a:p>
            <a:pPr marL="0" indent="0" algn="just">
              <a:buNone/>
            </a:pPr>
            <a:r>
              <a:rPr lang="en-US" sz="2400" b="1" dirty="0"/>
              <a:t>9. Financial Media:</a:t>
            </a:r>
            <a:endParaRPr lang="en-US" sz="2400" dirty="0"/>
          </a:p>
          <a:p>
            <a:pPr lvl="1" algn="just"/>
            <a:r>
              <a:rPr lang="en-US" sz="2400" dirty="0"/>
              <a:t>News outlets, financial websites, and television networks provide information, analysis, and commentary on market events. They play a role in shaping investor sentiment.</a:t>
            </a:r>
          </a:p>
          <a:p>
            <a:pPr marL="0" indent="0" algn="just">
              <a:buNone/>
            </a:pPr>
            <a:r>
              <a:rPr lang="en-US" sz="2400" b="1" dirty="0"/>
              <a:t>10. Clearing Houses:</a:t>
            </a:r>
            <a:endParaRPr lang="en-US" sz="2400" dirty="0"/>
          </a:p>
          <a:p>
            <a:pPr lvl="1" algn="just"/>
            <a:r>
              <a:rPr lang="en-US" sz="2400" dirty="0"/>
              <a:t>These entities ensure the settlement of trades by acting as intermediaries between buyers and sellers. They guarantee the completion of transactions and reduce counterparty risk.</a:t>
            </a:r>
          </a:p>
          <a:p>
            <a:pPr marL="0" indent="0" algn="just">
              <a:buNone/>
            </a:pPr>
            <a:endParaRPr lang="en-US" sz="2400" dirty="0"/>
          </a:p>
          <a:p>
            <a:pPr marL="0" indent="0" algn="just">
              <a:buNone/>
            </a:pPr>
            <a:endParaRPr lang="en-IN" sz="2400" b="1" dirty="0"/>
          </a:p>
          <a:p>
            <a:pPr marL="0" indent="0" algn="just">
              <a:buNone/>
            </a:pPr>
            <a:endParaRPr lang="en-IN" sz="2400" b="1" dirty="0"/>
          </a:p>
          <a:p>
            <a:pPr marL="457200" indent="-457200" algn="just">
              <a:buFont typeface="Arial" pitchFamily="34" charset="0"/>
              <a:buAutoNum type="arabicPeriod"/>
            </a:pPr>
            <a:endParaRPr lang="en-IN" sz="2400" b="1" dirty="0"/>
          </a:p>
          <a:p>
            <a:pPr marL="0" indent="0" algn="just">
              <a:buNone/>
            </a:pPr>
            <a:endParaRPr lang="en-IN" sz="2400" b="1" dirty="0"/>
          </a:p>
        </p:txBody>
      </p:sp>
      <p:sp>
        <p:nvSpPr>
          <p:cNvPr id="4" name="Date Placeholder 3"/>
          <p:cNvSpPr>
            <a:spLocks noGrp="1"/>
          </p:cNvSpPr>
          <p:nvPr>
            <p:ph type="dt" sz="half" idx="10"/>
          </p:nvPr>
        </p:nvSpPr>
        <p:spPr/>
        <p:txBody>
          <a:bodyPr/>
          <a:lstStyle/>
          <a:p>
            <a:fld id="{66A9F271-E6C2-4620-8018-B1BBEDB37AF2}" type="datetime1">
              <a:rPr lang="en-US" smtClean="0"/>
              <a:t>8/20/2025</a:t>
            </a:fld>
            <a:endParaRPr lang="en-US" dirty="0"/>
          </a:p>
        </p:txBody>
      </p:sp>
      <p:sp>
        <p:nvSpPr>
          <p:cNvPr id="5" name="Footer Placeholder 4"/>
          <p:cNvSpPr>
            <a:spLocks noGrp="1"/>
          </p:cNvSpPr>
          <p:nvPr>
            <p:ph type="ftr" sz="quarter" idx="11"/>
          </p:nvPr>
        </p:nvSpPr>
        <p:spPr>
          <a:xfrm>
            <a:off x="3048000" y="6356351"/>
            <a:ext cx="6477000" cy="365125"/>
          </a:xfrm>
        </p:spPr>
        <p:txBody>
          <a:bodyPr/>
          <a:lstStyle/>
          <a:p>
            <a:r>
              <a:rPr lang="en-US">
                <a:solidFill>
                  <a:schemeClr val="tx1"/>
                </a:solidFill>
              </a:rPr>
              <a:t>Amit Kumar        AOE0770       Finance for Engineers                 Unit 5</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58</a:t>
            </a:fld>
            <a:endParaRPr lang="en-US" dirty="0"/>
          </a:p>
        </p:txBody>
      </p:sp>
      <p:sp>
        <p:nvSpPr>
          <p:cNvPr id="7" name="Title 1"/>
          <p:cNvSpPr txBox="1">
            <a:spLocks/>
          </p:cNvSpPr>
          <p:nvPr/>
        </p:nvSpPr>
        <p:spPr>
          <a:xfrm>
            <a:off x="1828800" y="-17206"/>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t>Stock Market</a:t>
            </a:r>
            <a:endParaRPr lang="en-US" sz="2800" b="1" dirty="0">
              <a:latin typeface="Times New Roman" pitchFamily="18" charset="0"/>
              <a:cs typeface="Times New Roman" pitchFamily="18" charset="0"/>
            </a:endParaRPr>
          </a:p>
        </p:txBody>
      </p:sp>
    </p:spTree>
    <p:extLst>
      <p:ext uri="{BB962C8B-B14F-4D97-AF65-F5344CB8AC3E}">
        <p14:creationId xmlns:p14="http://schemas.microsoft.com/office/powerpoint/2010/main" val="182215274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045765"/>
            <a:ext cx="11811000" cy="5310586"/>
          </a:xfrm>
        </p:spPr>
        <p:txBody>
          <a:bodyPr>
            <a:noAutofit/>
          </a:bodyPr>
          <a:lstStyle/>
          <a:p>
            <a:pPr marL="0" indent="0" algn="just">
              <a:buNone/>
            </a:pPr>
            <a:r>
              <a:rPr lang="en-US" sz="2000" b="1" dirty="0"/>
              <a:t>Stock market in India</a:t>
            </a:r>
          </a:p>
          <a:p>
            <a:pPr marL="0" indent="0" algn="just">
              <a:buNone/>
            </a:pPr>
            <a:r>
              <a:rPr lang="en-US" sz="2000" b="1" dirty="0"/>
              <a:t>1. National Stock Exchange (NSE):</a:t>
            </a:r>
            <a:endParaRPr lang="en-US" sz="2000" dirty="0"/>
          </a:p>
          <a:p>
            <a:pPr lvl="1" algn="just"/>
            <a:r>
              <a:rPr lang="en-US" sz="2000" dirty="0"/>
              <a:t>NSE is the largest stock exchange in India in terms of market capitalization and is located in Mumbai. It was established in 1992.</a:t>
            </a:r>
          </a:p>
          <a:p>
            <a:pPr marL="0" indent="0" algn="just">
              <a:buNone/>
            </a:pPr>
            <a:r>
              <a:rPr lang="en-US" sz="2000" b="1" dirty="0"/>
              <a:t>2. Bombay Stock Exchange (BSE):</a:t>
            </a:r>
            <a:endParaRPr lang="en-US" sz="2000" dirty="0"/>
          </a:p>
          <a:p>
            <a:pPr lvl="1" algn="just"/>
            <a:r>
              <a:rPr lang="en-US" sz="2000" dirty="0"/>
              <a:t>BSE is one of the oldest stock exchanges in Asia and is also located in Mumbai. It was established in 1875.</a:t>
            </a:r>
          </a:p>
          <a:p>
            <a:pPr marL="0" indent="0" algn="just">
              <a:buNone/>
            </a:pPr>
            <a:r>
              <a:rPr lang="en-US" sz="2000" b="1" dirty="0"/>
              <a:t>3. Multi Commodity Exchange of India Ltd (MCX):</a:t>
            </a:r>
            <a:endParaRPr lang="en-US" sz="2000" dirty="0"/>
          </a:p>
          <a:p>
            <a:pPr lvl="1" algn="just"/>
            <a:r>
              <a:rPr lang="en-US" sz="2000" dirty="0"/>
              <a:t>MCX is a commodity exchange in India, dealing primarily with commodity futures trading. It is headquartered in Mumbai.</a:t>
            </a:r>
          </a:p>
          <a:p>
            <a:pPr marL="0" indent="0" algn="just">
              <a:buNone/>
            </a:pPr>
            <a:r>
              <a:rPr lang="en-US" sz="2000" b="1" dirty="0"/>
              <a:t>4. National Commodity &amp; Derivatives Exchange Limited (NCDEX):</a:t>
            </a:r>
            <a:endParaRPr lang="en-US" sz="2000" dirty="0"/>
          </a:p>
          <a:p>
            <a:pPr lvl="1" algn="just"/>
            <a:r>
              <a:rPr lang="en-US" sz="2000" dirty="0"/>
              <a:t>NCDEX is another major commodity exchange in India, specializing in agricultural commodities. It is headquartered in Mumbai.</a:t>
            </a:r>
          </a:p>
          <a:p>
            <a:pPr marL="0" indent="0" algn="just">
              <a:buNone/>
            </a:pPr>
            <a:endParaRPr lang="en-US" sz="2000" dirty="0"/>
          </a:p>
          <a:p>
            <a:pPr marL="0" indent="0" algn="just">
              <a:buNone/>
            </a:pPr>
            <a:endParaRPr lang="en-US" sz="2000" dirty="0"/>
          </a:p>
          <a:p>
            <a:pPr marL="0" indent="0" algn="just">
              <a:buNone/>
            </a:pPr>
            <a:endParaRPr lang="en-IN" sz="2000" b="1" dirty="0"/>
          </a:p>
          <a:p>
            <a:pPr marL="0" indent="0" algn="just">
              <a:buNone/>
            </a:pPr>
            <a:endParaRPr lang="en-IN" sz="2000" b="1" dirty="0"/>
          </a:p>
          <a:p>
            <a:pPr marL="457200" indent="-457200" algn="just">
              <a:buFont typeface="Arial" pitchFamily="34" charset="0"/>
              <a:buAutoNum type="arabicPeriod"/>
            </a:pPr>
            <a:endParaRPr lang="en-IN" sz="2000" b="1" dirty="0"/>
          </a:p>
          <a:p>
            <a:pPr marL="0" indent="0" algn="just">
              <a:buNone/>
            </a:pPr>
            <a:endParaRPr lang="en-IN" sz="2000" b="1" dirty="0"/>
          </a:p>
        </p:txBody>
      </p:sp>
      <p:sp>
        <p:nvSpPr>
          <p:cNvPr id="4" name="Date Placeholder 3"/>
          <p:cNvSpPr>
            <a:spLocks noGrp="1"/>
          </p:cNvSpPr>
          <p:nvPr>
            <p:ph type="dt" sz="half" idx="10"/>
          </p:nvPr>
        </p:nvSpPr>
        <p:spPr/>
        <p:txBody>
          <a:bodyPr/>
          <a:lstStyle/>
          <a:p>
            <a:fld id="{E8F5B2AE-0723-4F6D-8DA7-4CE047F29250}" type="datetime1">
              <a:rPr lang="en-US" smtClean="0"/>
              <a:t>8/20/2025</a:t>
            </a:fld>
            <a:endParaRPr lang="en-US" dirty="0"/>
          </a:p>
        </p:txBody>
      </p:sp>
      <p:sp>
        <p:nvSpPr>
          <p:cNvPr id="5" name="Footer Placeholder 4"/>
          <p:cNvSpPr>
            <a:spLocks noGrp="1"/>
          </p:cNvSpPr>
          <p:nvPr>
            <p:ph type="ftr" sz="quarter" idx="11"/>
          </p:nvPr>
        </p:nvSpPr>
        <p:spPr>
          <a:xfrm>
            <a:off x="3048000" y="6356351"/>
            <a:ext cx="6477000" cy="365125"/>
          </a:xfrm>
        </p:spPr>
        <p:txBody>
          <a:bodyPr/>
          <a:lstStyle/>
          <a:p>
            <a:r>
              <a:rPr lang="en-US">
                <a:solidFill>
                  <a:schemeClr val="tx1"/>
                </a:solidFill>
              </a:rPr>
              <a:t>Amit Kumar        AOE0770       Finance for Engineers                 Unit 5</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59</a:t>
            </a:fld>
            <a:endParaRPr lang="en-US" dirty="0"/>
          </a:p>
        </p:txBody>
      </p:sp>
      <p:sp>
        <p:nvSpPr>
          <p:cNvPr id="7" name="Title 1"/>
          <p:cNvSpPr txBox="1">
            <a:spLocks/>
          </p:cNvSpPr>
          <p:nvPr/>
        </p:nvSpPr>
        <p:spPr>
          <a:xfrm>
            <a:off x="1828800" y="31955"/>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t>Stock Market</a:t>
            </a:r>
            <a:endParaRPr lang="en-US" sz="2800" b="1" dirty="0">
              <a:latin typeface="Times New Roman" pitchFamily="18" charset="0"/>
              <a:cs typeface="Times New Roman" pitchFamily="18" charset="0"/>
            </a:endParaRPr>
          </a:p>
        </p:txBody>
      </p:sp>
    </p:spTree>
    <p:extLst>
      <p:ext uri="{BB962C8B-B14F-4D97-AF65-F5344CB8AC3E}">
        <p14:creationId xmlns:p14="http://schemas.microsoft.com/office/powerpoint/2010/main" val="49975180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016268"/>
            <a:ext cx="11734800" cy="5310586"/>
          </a:xfrm>
        </p:spPr>
        <p:txBody>
          <a:bodyPr>
            <a:noAutofit/>
          </a:bodyPr>
          <a:lstStyle/>
          <a:p>
            <a:pPr marL="0" indent="0" algn="just">
              <a:buNone/>
            </a:pPr>
            <a:r>
              <a:rPr lang="en-US" sz="2000" b="1" dirty="0"/>
              <a:t>5. Calcutta Stock Exchange (CSE):</a:t>
            </a:r>
            <a:endParaRPr lang="en-US" sz="2000" dirty="0"/>
          </a:p>
          <a:p>
            <a:pPr lvl="1" algn="just"/>
            <a:r>
              <a:rPr lang="en-US" sz="2000" dirty="0"/>
              <a:t>CSE is one of the regional stock exchanges in India, located in Kolkata. It has a significant history but has seen reduced activity in recent years.</a:t>
            </a:r>
          </a:p>
          <a:p>
            <a:pPr marL="0" indent="0" algn="just">
              <a:buNone/>
            </a:pPr>
            <a:r>
              <a:rPr lang="en-US" sz="2000" b="1" dirty="0"/>
              <a:t>6. India International Exchange (India INX):</a:t>
            </a:r>
            <a:endParaRPr lang="en-US" sz="2000" dirty="0"/>
          </a:p>
          <a:p>
            <a:pPr lvl="1" algn="just"/>
            <a:r>
              <a:rPr lang="en-US" sz="2000" dirty="0"/>
              <a:t>India INX is located at the International Financial Services Centre (IFSC) in Gujarat. It is India's first international exchange and provides a platform for global investors.</a:t>
            </a:r>
          </a:p>
          <a:p>
            <a:pPr marL="0" indent="0" algn="just">
              <a:buNone/>
            </a:pPr>
            <a:r>
              <a:rPr lang="en-US" sz="2000" b="1" dirty="0"/>
              <a:t>7. BSE Institute Ltd (BIL):</a:t>
            </a:r>
            <a:endParaRPr lang="en-US" sz="2000" dirty="0"/>
          </a:p>
          <a:p>
            <a:pPr lvl="1" algn="just"/>
            <a:r>
              <a:rPr lang="en-US" sz="2000" dirty="0"/>
              <a:t>BIL is a subsidiary of BSE and is focused on providing education and training related to financial markets and services.</a:t>
            </a:r>
          </a:p>
          <a:p>
            <a:pPr marL="0" indent="0" algn="just">
              <a:buNone/>
            </a:pPr>
            <a:r>
              <a:rPr lang="en-US" sz="2000" b="1" dirty="0"/>
              <a:t>8. Interconnected Stock Exchange of India Ltd (ISE):</a:t>
            </a:r>
            <a:endParaRPr lang="en-US" sz="2000" dirty="0"/>
          </a:p>
          <a:p>
            <a:pPr lvl="1" algn="just"/>
            <a:r>
              <a:rPr lang="en-US" sz="2000" dirty="0"/>
              <a:t>ISE is a national-level stock exchange with a presence in multiple cities. It aims to provide a platform for small and medium-sized enterprises (SMEs).</a:t>
            </a:r>
          </a:p>
          <a:p>
            <a:pPr marL="0" indent="0" algn="just">
              <a:buNone/>
            </a:pPr>
            <a:endParaRPr lang="en-US" sz="2000" dirty="0"/>
          </a:p>
          <a:p>
            <a:pPr marL="0" indent="0" algn="just">
              <a:buNone/>
            </a:pPr>
            <a:endParaRPr lang="en-US" sz="2000" dirty="0"/>
          </a:p>
          <a:p>
            <a:pPr marL="0" indent="0" algn="just">
              <a:buNone/>
            </a:pPr>
            <a:endParaRPr lang="en-IN" sz="2000" b="1" dirty="0"/>
          </a:p>
          <a:p>
            <a:pPr marL="0" indent="0" algn="just">
              <a:buNone/>
            </a:pPr>
            <a:endParaRPr lang="en-IN" sz="2000" b="1" dirty="0"/>
          </a:p>
          <a:p>
            <a:pPr marL="457200" indent="-457200" algn="just">
              <a:buFont typeface="Arial" pitchFamily="34" charset="0"/>
              <a:buAutoNum type="arabicPeriod"/>
            </a:pPr>
            <a:endParaRPr lang="en-IN" sz="2000" b="1" dirty="0"/>
          </a:p>
          <a:p>
            <a:pPr marL="0" indent="0" algn="just">
              <a:buNone/>
            </a:pPr>
            <a:endParaRPr lang="en-IN" sz="2000" b="1" dirty="0"/>
          </a:p>
        </p:txBody>
      </p:sp>
      <p:sp>
        <p:nvSpPr>
          <p:cNvPr id="4" name="Date Placeholder 3"/>
          <p:cNvSpPr>
            <a:spLocks noGrp="1"/>
          </p:cNvSpPr>
          <p:nvPr>
            <p:ph type="dt" sz="half" idx="10"/>
          </p:nvPr>
        </p:nvSpPr>
        <p:spPr/>
        <p:txBody>
          <a:bodyPr/>
          <a:lstStyle/>
          <a:p>
            <a:fld id="{FAEBFAFA-8246-450E-BC82-BA80E95FBF63}" type="datetime1">
              <a:rPr lang="en-US" smtClean="0"/>
              <a:t>8/20/2025</a:t>
            </a:fld>
            <a:endParaRPr lang="en-US" dirty="0"/>
          </a:p>
        </p:txBody>
      </p:sp>
      <p:sp>
        <p:nvSpPr>
          <p:cNvPr id="5" name="Footer Placeholder 4"/>
          <p:cNvSpPr>
            <a:spLocks noGrp="1"/>
          </p:cNvSpPr>
          <p:nvPr>
            <p:ph type="ftr" sz="quarter" idx="11"/>
          </p:nvPr>
        </p:nvSpPr>
        <p:spPr>
          <a:xfrm>
            <a:off x="3048000" y="6356351"/>
            <a:ext cx="6477000" cy="365125"/>
          </a:xfrm>
        </p:spPr>
        <p:txBody>
          <a:bodyPr/>
          <a:lstStyle/>
          <a:p>
            <a:r>
              <a:rPr lang="en-US">
                <a:solidFill>
                  <a:schemeClr val="tx1"/>
                </a:solidFill>
              </a:rPr>
              <a:t>Amit Kumar        AOE0770       Finance for Engineers                 Unit 5</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60</a:t>
            </a:fld>
            <a:endParaRPr lang="en-US" dirty="0"/>
          </a:p>
        </p:txBody>
      </p:sp>
      <p:sp>
        <p:nvSpPr>
          <p:cNvPr id="7" name="Title 1"/>
          <p:cNvSpPr txBox="1">
            <a:spLocks/>
          </p:cNvSpPr>
          <p:nvPr/>
        </p:nvSpPr>
        <p:spPr>
          <a:xfrm>
            <a:off x="1905000" y="0"/>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t>Stock Market</a:t>
            </a:r>
            <a:endParaRPr lang="en-US" sz="2800" b="1" dirty="0">
              <a:latin typeface="Times New Roman" pitchFamily="18" charset="0"/>
              <a:cs typeface="Times New Roman" pitchFamily="18" charset="0"/>
            </a:endParaRPr>
          </a:p>
        </p:txBody>
      </p:sp>
    </p:spTree>
    <p:extLst>
      <p:ext uri="{BB962C8B-B14F-4D97-AF65-F5344CB8AC3E}">
        <p14:creationId xmlns:p14="http://schemas.microsoft.com/office/powerpoint/2010/main" val="159331322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865782"/>
            <a:ext cx="11506200" cy="5310586"/>
          </a:xfrm>
        </p:spPr>
        <p:txBody>
          <a:bodyPr>
            <a:noAutofit/>
          </a:bodyPr>
          <a:lstStyle/>
          <a:p>
            <a:pPr marL="0" indent="0" algn="just">
              <a:buNone/>
            </a:pPr>
            <a:r>
              <a:rPr lang="en-US" sz="2400" b="1" dirty="0"/>
              <a:t>9. Metropolitan Stock Exchange of India Ltd (MSE):</a:t>
            </a:r>
            <a:endParaRPr lang="en-US" sz="2400" dirty="0"/>
          </a:p>
          <a:p>
            <a:pPr algn="just"/>
            <a:r>
              <a:rPr lang="en-US" sz="2400" dirty="0"/>
              <a:t>MSE is another stock exchange in India, with a focus on providing an efficient and transparent platform for trading.</a:t>
            </a:r>
          </a:p>
          <a:p>
            <a:pPr marL="0" indent="0" algn="just">
              <a:buNone/>
            </a:pPr>
            <a:endParaRPr lang="en-US" sz="2400" dirty="0"/>
          </a:p>
          <a:p>
            <a:pPr marL="0" indent="0" algn="just">
              <a:buNone/>
            </a:pPr>
            <a:endParaRPr lang="en-US" sz="2400" dirty="0"/>
          </a:p>
          <a:p>
            <a:pPr marL="0" indent="0" algn="just">
              <a:buNone/>
            </a:pPr>
            <a:endParaRPr lang="en-IN" sz="2400" b="1" dirty="0"/>
          </a:p>
          <a:p>
            <a:pPr marL="0" indent="0" algn="just">
              <a:buNone/>
            </a:pPr>
            <a:endParaRPr lang="en-IN" sz="2400" b="1" dirty="0"/>
          </a:p>
          <a:p>
            <a:pPr marL="457200" indent="-457200" algn="just">
              <a:buFont typeface="Arial" pitchFamily="34" charset="0"/>
              <a:buAutoNum type="arabicPeriod"/>
            </a:pPr>
            <a:endParaRPr lang="en-IN" sz="2400" b="1" dirty="0"/>
          </a:p>
          <a:p>
            <a:pPr marL="0" indent="0" algn="just">
              <a:buNone/>
            </a:pPr>
            <a:endParaRPr lang="en-IN" sz="2400" b="1" dirty="0"/>
          </a:p>
        </p:txBody>
      </p:sp>
      <p:sp>
        <p:nvSpPr>
          <p:cNvPr id="4" name="Date Placeholder 3"/>
          <p:cNvSpPr>
            <a:spLocks noGrp="1"/>
          </p:cNvSpPr>
          <p:nvPr>
            <p:ph type="dt" sz="half" idx="10"/>
          </p:nvPr>
        </p:nvSpPr>
        <p:spPr/>
        <p:txBody>
          <a:bodyPr/>
          <a:lstStyle/>
          <a:p>
            <a:fld id="{9DD58C2C-2AD7-4549-B9CF-3CACB8E6A799}" type="datetime1">
              <a:rPr lang="en-US" smtClean="0"/>
              <a:t>8/20/2025</a:t>
            </a:fld>
            <a:endParaRPr lang="en-US" dirty="0"/>
          </a:p>
        </p:txBody>
      </p:sp>
      <p:sp>
        <p:nvSpPr>
          <p:cNvPr id="5" name="Footer Placeholder 4"/>
          <p:cNvSpPr>
            <a:spLocks noGrp="1"/>
          </p:cNvSpPr>
          <p:nvPr>
            <p:ph type="ftr" sz="quarter" idx="11"/>
          </p:nvPr>
        </p:nvSpPr>
        <p:spPr>
          <a:xfrm>
            <a:off x="3048000" y="6356351"/>
            <a:ext cx="6477000" cy="365125"/>
          </a:xfrm>
        </p:spPr>
        <p:txBody>
          <a:bodyPr/>
          <a:lstStyle/>
          <a:p>
            <a:r>
              <a:rPr lang="en-US">
                <a:solidFill>
                  <a:schemeClr val="tx1"/>
                </a:solidFill>
              </a:rPr>
              <a:t>Amit Kumar        AOE0770       Finance for Engineers                 Unit 5</a:t>
            </a:r>
            <a:endParaRPr lang="en-US" dirty="0">
              <a:solidFill>
                <a:schemeClr val="tx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61</a:t>
            </a:fld>
            <a:endParaRPr lang="en-US" dirty="0"/>
          </a:p>
        </p:txBody>
      </p:sp>
      <p:sp>
        <p:nvSpPr>
          <p:cNvPr id="7" name="Title 1"/>
          <p:cNvSpPr txBox="1">
            <a:spLocks/>
          </p:cNvSpPr>
          <p:nvPr/>
        </p:nvSpPr>
        <p:spPr>
          <a:xfrm>
            <a:off x="1791928" y="0"/>
            <a:ext cx="10400071"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t>Stock Market</a:t>
            </a:r>
            <a:endParaRPr lang="en-US" sz="2800" b="1" dirty="0">
              <a:latin typeface="Times New Roman" pitchFamily="18" charset="0"/>
              <a:cs typeface="Times New Roman" pitchFamily="18" charset="0"/>
            </a:endParaRPr>
          </a:p>
        </p:txBody>
      </p:sp>
    </p:spTree>
    <p:extLst>
      <p:ext uri="{BB962C8B-B14F-4D97-AF65-F5344CB8AC3E}">
        <p14:creationId xmlns:p14="http://schemas.microsoft.com/office/powerpoint/2010/main" val="164451398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5916" y="892175"/>
            <a:ext cx="10663084" cy="5257800"/>
          </a:xfrm>
        </p:spPr>
        <p:txBody>
          <a:bodyPr>
            <a:normAutofit/>
          </a:bodyPr>
          <a:lstStyle/>
          <a:p>
            <a:pPr marL="457200" indent="-457200" algn="just">
              <a:buFont typeface="+mj-lt"/>
              <a:buAutoNum type="arabicPeriod"/>
            </a:pPr>
            <a:r>
              <a:rPr lang="en-US" sz="2400" dirty="0">
                <a:latin typeface="Times New Roman" pitchFamily="18" charset="0"/>
                <a:cs typeface="Times New Roman" pitchFamily="18" charset="0"/>
              </a:rPr>
              <a:t>Define the Finance.</a:t>
            </a:r>
          </a:p>
          <a:p>
            <a:pPr marL="457200" indent="-457200" algn="just">
              <a:buFont typeface="+mj-lt"/>
              <a:buAutoNum type="arabicPeriod"/>
            </a:pPr>
            <a:r>
              <a:rPr lang="en-US" sz="2400" dirty="0">
                <a:latin typeface="Times New Roman" pitchFamily="18" charset="0"/>
                <a:cs typeface="Times New Roman" pitchFamily="18" charset="0"/>
              </a:rPr>
              <a:t>Discuss the financial Institutions.</a:t>
            </a:r>
          </a:p>
          <a:p>
            <a:pPr marL="457200" indent="-457200" algn="just">
              <a:buFont typeface="+mj-lt"/>
              <a:buAutoNum type="arabicPeriod"/>
            </a:pPr>
            <a:r>
              <a:rPr lang="en-US" sz="2400" dirty="0">
                <a:latin typeface="Times New Roman" pitchFamily="18" charset="0"/>
                <a:cs typeface="Times New Roman" pitchFamily="18" charset="0"/>
              </a:rPr>
              <a:t>Stock.</a:t>
            </a:r>
          </a:p>
          <a:p>
            <a:pPr marL="457200" indent="-457200" algn="just">
              <a:buFont typeface="+mj-lt"/>
              <a:buAutoNum type="arabicPeriod"/>
            </a:pPr>
            <a:r>
              <a:rPr lang="en-US" sz="2400" dirty="0">
                <a:latin typeface="Times New Roman" pitchFamily="18" charset="0"/>
                <a:cs typeface="Times New Roman" pitchFamily="18" charset="0"/>
              </a:rPr>
              <a:t>Primary Market</a:t>
            </a:r>
          </a:p>
          <a:p>
            <a:pPr marL="457200" indent="-457200" algn="just">
              <a:buFont typeface="+mj-lt"/>
              <a:buAutoNum type="arabicPeriod"/>
            </a:pPr>
            <a:r>
              <a:rPr lang="en-US" sz="2400" dirty="0">
                <a:latin typeface="Times New Roman" pitchFamily="18" charset="0"/>
                <a:cs typeface="Times New Roman" pitchFamily="18" charset="0"/>
              </a:rPr>
              <a:t>Secondary market</a:t>
            </a:r>
          </a:p>
          <a:p>
            <a:pPr marL="457200" indent="-457200" algn="just">
              <a:buFont typeface="+mj-lt"/>
              <a:buAutoNum type="arabicPeriod"/>
            </a:pPr>
            <a:r>
              <a:rPr lang="en-US" sz="2400" dirty="0">
                <a:latin typeface="Times New Roman" pitchFamily="18" charset="0"/>
                <a:cs typeface="Times New Roman" pitchFamily="18" charset="0"/>
              </a:rPr>
              <a:t>Equity Share</a:t>
            </a:r>
          </a:p>
          <a:p>
            <a:pPr marL="457200" indent="-457200" algn="just">
              <a:buFont typeface="+mj-lt"/>
              <a:buAutoNum type="arabicPeriod"/>
            </a:pPr>
            <a:r>
              <a:rPr lang="en-US" sz="2400" dirty="0">
                <a:latin typeface="Times New Roman" pitchFamily="18" charset="0"/>
                <a:cs typeface="Times New Roman" pitchFamily="18" charset="0"/>
              </a:rPr>
              <a:t>Bonds.</a:t>
            </a:r>
          </a:p>
          <a:p>
            <a:pPr marL="457200" indent="-457200" algn="just">
              <a:buFont typeface="+mj-lt"/>
              <a:buAutoNum type="arabicPeriod"/>
            </a:pPr>
            <a:r>
              <a:rPr lang="en-US" sz="2400" dirty="0">
                <a:latin typeface="Times New Roman" pitchFamily="18" charset="0"/>
                <a:cs typeface="Times New Roman" pitchFamily="18" charset="0"/>
              </a:rPr>
              <a:t>Saving Account.</a:t>
            </a:r>
          </a:p>
          <a:p>
            <a:pPr marL="457200" indent="-457200" algn="just">
              <a:buFont typeface="+mj-lt"/>
              <a:buAutoNum type="arabicPeriod"/>
            </a:pPr>
            <a:r>
              <a:rPr lang="en-US" sz="2400" dirty="0">
                <a:latin typeface="Times New Roman" pitchFamily="18" charset="0"/>
                <a:cs typeface="Times New Roman" pitchFamily="18" charset="0"/>
              </a:rPr>
              <a:t>Post office scheme.</a:t>
            </a:r>
          </a:p>
          <a:p>
            <a:pPr marL="457200" indent="-457200" algn="just">
              <a:buFont typeface="+mj-lt"/>
              <a:buAutoNum type="arabicPeriod"/>
            </a:pPr>
            <a:r>
              <a:rPr lang="en-US" sz="2400" dirty="0">
                <a:latin typeface="Times New Roman" pitchFamily="18" charset="0"/>
                <a:cs typeface="Times New Roman" pitchFamily="18" charset="0"/>
              </a:rPr>
              <a:t>Crypto Currencies.</a:t>
            </a:r>
          </a:p>
          <a:p>
            <a:pPr marL="457200" indent="-457200" algn="just">
              <a:buFont typeface="+mj-lt"/>
              <a:buAutoNum type="arabicPeriod"/>
            </a:pPr>
            <a:endParaRPr lang="en-US" sz="2400" dirty="0">
              <a:latin typeface="Times New Roman" pitchFamily="18" charset="0"/>
              <a:cs typeface="Times New Roman" pitchFamily="18" charset="0"/>
            </a:endParaRPr>
          </a:p>
        </p:txBody>
      </p:sp>
      <p:sp>
        <p:nvSpPr>
          <p:cNvPr id="5" name="Footer Placeholder 4"/>
          <p:cNvSpPr>
            <a:spLocks noGrp="1"/>
          </p:cNvSpPr>
          <p:nvPr>
            <p:ph type="ftr" sz="quarter" idx="11"/>
          </p:nvPr>
        </p:nvSpPr>
        <p:spPr>
          <a:xfrm>
            <a:off x="4038600" y="6356351"/>
            <a:ext cx="5029200" cy="365125"/>
          </a:xfrm>
        </p:spPr>
        <p:txBody>
          <a:bodyPr/>
          <a:lstStyle/>
          <a:p>
            <a:r>
              <a:rPr lang="en-US"/>
              <a:t>Amit Kumar        AOE0770       Finance for Engineers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62</a:t>
            </a:fld>
            <a:endParaRPr lang="en-US" dirty="0"/>
          </a:p>
        </p:txBody>
      </p:sp>
      <p:sp>
        <p:nvSpPr>
          <p:cNvPr id="7" name="Title 1"/>
          <p:cNvSpPr txBox="1">
            <a:spLocks/>
          </p:cNvSpPr>
          <p:nvPr/>
        </p:nvSpPr>
        <p:spPr>
          <a:xfrm>
            <a:off x="1905000" y="0"/>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400" b="1" dirty="0">
                <a:solidFill>
                  <a:schemeClr val="tx1"/>
                </a:solidFill>
              </a:rPr>
              <a:t>Quiz</a:t>
            </a:r>
          </a:p>
        </p:txBody>
      </p:sp>
      <p:sp>
        <p:nvSpPr>
          <p:cNvPr id="2" name="Date Placeholder 1"/>
          <p:cNvSpPr>
            <a:spLocks noGrp="1"/>
          </p:cNvSpPr>
          <p:nvPr>
            <p:ph type="dt" sz="half" idx="10"/>
          </p:nvPr>
        </p:nvSpPr>
        <p:spPr/>
        <p:txBody>
          <a:bodyPr/>
          <a:lstStyle/>
          <a:p>
            <a:fld id="{71AB98DF-4A77-4A49-9AAF-99A6AA4667E7}" type="datetime1">
              <a:rPr lang="en-US" smtClean="0"/>
              <a:t>8/20/2025</a:t>
            </a:fld>
            <a:endParaRPr lang="en-US"/>
          </a:p>
        </p:txBody>
      </p:sp>
    </p:spTree>
    <p:extLst>
      <p:ext uri="{BB962C8B-B14F-4D97-AF65-F5344CB8AC3E}">
        <p14:creationId xmlns:p14="http://schemas.microsoft.com/office/powerpoint/2010/main" val="319551771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1143001"/>
            <a:ext cx="8229600" cy="4525963"/>
          </a:xfrm>
        </p:spPr>
        <p:txBody>
          <a:bodyPr/>
          <a:lstStyle/>
          <a:p>
            <a:pPr>
              <a:buNone/>
            </a:pPr>
            <a:endParaRPr lang="en-US" sz="2000" dirty="0"/>
          </a:p>
          <a:p>
            <a:pPr>
              <a:buNone/>
            </a:pPr>
            <a:endParaRPr lang="en-US" sz="2000" dirty="0"/>
          </a:p>
          <a:p>
            <a:r>
              <a:rPr lang="en-US" sz="2400" dirty="0" err="1"/>
              <a:t>Youtube</a:t>
            </a:r>
            <a:r>
              <a:rPr lang="en-US" sz="2400" dirty="0"/>
              <a:t>/other  Video Links</a:t>
            </a:r>
          </a:p>
          <a:p>
            <a:r>
              <a:rPr lang="en-US" sz="2400" dirty="0">
                <a:hlinkClick r:id="rId2"/>
              </a:rPr>
              <a:t>https://youtu.be/zdTqlnSqO48</a:t>
            </a:r>
            <a:endParaRPr lang="en-US" sz="2400" dirty="0"/>
          </a:p>
          <a:p>
            <a:r>
              <a:rPr lang="en-US" sz="2400" dirty="0">
                <a:hlinkClick r:id="rId3"/>
              </a:rPr>
              <a:t>https://youtu.be/XXB08Xbbk1k</a:t>
            </a:r>
            <a:endParaRPr lang="en-US" sz="2400" dirty="0"/>
          </a:p>
          <a:p>
            <a:r>
              <a:rPr lang="en-US" sz="2400" dirty="0">
                <a:hlinkClick r:id="rId4"/>
              </a:rPr>
              <a:t>https://youtu.be/pISQMexnmew</a:t>
            </a:r>
            <a:endParaRPr lang="en-US" sz="2400" dirty="0"/>
          </a:p>
          <a:p>
            <a:r>
              <a:rPr lang="en-US" sz="2400" dirty="0">
                <a:hlinkClick r:id="rId5"/>
              </a:rPr>
              <a:t>https://youtu.be/YuyPL_pDuW4</a:t>
            </a:r>
            <a:endParaRPr lang="en-US" sz="2400" dirty="0"/>
          </a:p>
          <a:p>
            <a:pPr>
              <a:buNone/>
            </a:pPr>
            <a:endParaRPr lang="en-US" sz="2400" dirty="0"/>
          </a:p>
        </p:txBody>
      </p:sp>
      <p:sp>
        <p:nvSpPr>
          <p:cNvPr id="4" name="Date Placeholder 3"/>
          <p:cNvSpPr>
            <a:spLocks noGrp="1"/>
          </p:cNvSpPr>
          <p:nvPr>
            <p:ph type="dt" sz="half" idx="10"/>
          </p:nvPr>
        </p:nvSpPr>
        <p:spPr/>
        <p:txBody>
          <a:bodyPr/>
          <a:lstStyle/>
          <a:p>
            <a:fld id="{F87C9D12-EE5F-4EBC-85EA-EEC53CB7AE30}"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63</a:t>
            </a:fld>
            <a:endParaRPr lang="en-US"/>
          </a:p>
        </p:txBody>
      </p:sp>
      <p:sp>
        <p:nvSpPr>
          <p:cNvPr id="7" name="Title 1"/>
          <p:cNvSpPr txBox="1">
            <a:spLocks/>
          </p:cNvSpPr>
          <p:nvPr/>
        </p:nvSpPr>
        <p:spPr>
          <a:xfrm>
            <a:off x="1828800" y="0"/>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b="1" dirty="0"/>
              <a:t>Faculty Video Links</a:t>
            </a:r>
          </a:p>
        </p:txBody>
      </p:sp>
      <p:sp>
        <p:nvSpPr>
          <p:cNvPr id="9" name="Footer Placeholder 8"/>
          <p:cNvSpPr>
            <a:spLocks noGrp="1"/>
          </p:cNvSpPr>
          <p:nvPr>
            <p:ph type="ftr" sz="quarter" idx="11"/>
          </p:nvPr>
        </p:nvSpPr>
        <p:spPr/>
        <p:txBody>
          <a:bodyPr/>
          <a:lstStyle/>
          <a:p>
            <a:r>
              <a:rPr lang="en-US"/>
              <a:t>Amit Kumar        AOE0770       Finance for Engineers                 Unit 5</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1143001"/>
            <a:ext cx="8229600" cy="4525963"/>
          </a:xfrm>
        </p:spPr>
        <p:txBody>
          <a:bodyPr>
            <a:normAutofit/>
          </a:bodyPr>
          <a:lstStyle/>
          <a:p>
            <a:pPr fontAlgn="base">
              <a:buNone/>
            </a:pPr>
            <a:r>
              <a:rPr lang="en-US" sz="2400" b="1" dirty="0"/>
              <a:t>1.What are the aspects of working capital management?</a:t>
            </a:r>
          </a:p>
          <a:p>
            <a:pPr fontAlgn="base"/>
            <a:r>
              <a:rPr lang="en-US" sz="2200" dirty="0"/>
              <a:t> a. Inventory management </a:t>
            </a:r>
          </a:p>
          <a:p>
            <a:pPr fontAlgn="base"/>
            <a:r>
              <a:rPr lang="en-US" sz="2200" dirty="0"/>
              <a:t>b. Receivable management</a:t>
            </a:r>
          </a:p>
          <a:p>
            <a:pPr fontAlgn="base"/>
            <a:r>
              <a:rPr lang="en-US" sz="2200" dirty="0"/>
              <a:t>c. Cash management </a:t>
            </a:r>
          </a:p>
          <a:p>
            <a:pPr fontAlgn="base"/>
            <a:r>
              <a:rPr lang="en-US" sz="2400" b="1" dirty="0"/>
              <a:t>d. All of the above </a:t>
            </a:r>
          </a:p>
          <a:p>
            <a:pPr fontAlgn="base">
              <a:buNone/>
            </a:pPr>
            <a:r>
              <a:rPr lang="en-US" sz="2400" b="1" dirty="0"/>
              <a:t>2._________ function includes a firm’s attempts to balance cash inflows and outflows. </a:t>
            </a:r>
          </a:p>
          <a:p>
            <a:pPr fontAlgn="base"/>
            <a:r>
              <a:rPr lang="en-US" sz="2200" dirty="0"/>
              <a:t>a) Finance </a:t>
            </a:r>
          </a:p>
          <a:p>
            <a:pPr fontAlgn="base"/>
            <a:r>
              <a:rPr lang="en-US" sz="2200" dirty="0"/>
              <a:t>b) Liquidity </a:t>
            </a:r>
          </a:p>
          <a:p>
            <a:pPr fontAlgn="base"/>
            <a:r>
              <a:rPr lang="en-US" sz="2200" dirty="0"/>
              <a:t>c) Investment </a:t>
            </a:r>
          </a:p>
          <a:p>
            <a:pPr fontAlgn="base"/>
            <a:r>
              <a:rPr lang="en-US" sz="2200" b="1" dirty="0"/>
              <a:t>d) Dividend</a:t>
            </a:r>
            <a:endParaRPr lang="en-US" sz="2200" dirty="0"/>
          </a:p>
        </p:txBody>
      </p:sp>
      <p:sp>
        <p:nvSpPr>
          <p:cNvPr id="4" name="Date Placeholder 3"/>
          <p:cNvSpPr>
            <a:spLocks noGrp="1"/>
          </p:cNvSpPr>
          <p:nvPr>
            <p:ph type="dt" sz="half" idx="10"/>
          </p:nvPr>
        </p:nvSpPr>
        <p:spPr/>
        <p:txBody>
          <a:bodyPr/>
          <a:lstStyle/>
          <a:p>
            <a:fld id="{53DA58ED-1DE5-44B7-8CE4-293DC65FD705}"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64</a:t>
            </a:fld>
            <a:endParaRPr lang="en-US"/>
          </a:p>
        </p:txBody>
      </p:sp>
      <p:sp>
        <p:nvSpPr>
          <p:cNvPr id="7" name="Title 1"/>
          <p:cNvSpPr txBox="1">
            <a:spLocks/>
          </p:cNvSpPr>
          <p:nvPr/>
        </p:nvSpPr>
        <p:spPr>
          <a:xfrm>
            <a:off x="1828800" y="-19665"/>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b="1" dirty="0"/>
              <a:t>Daily Quiz</a:t>
            </a:r>
          </a:p>
        </p:txBody>
      </p:sp>
      <p:sp>
        <p:nvSpPr>
          <p:cNvPr id="9" name="Footer Placeholder 8"/>
          <p:cNvSpPr>
            <a:spLocks noGrp="1"/>
          </p:cNvSpPr>
          <p:nvPr>
            <p:ph type="ftr" sz="quarter" idx="11"/>
          </p:nvPr>
        </p:nvSpPr>
        <p:spPr/>
        <p:txBody>
          <a:bodyPr/>
          <a:lstStyle/>
          <a:p>
            <a:r>
              <a:rPr lang="en-US"/>
              <a:t>Amit Kumar        AOE0770       Finance for Engineers                 Unit 5</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838200"/>
            <a:ext cx="8229600" cy="5486400"/>
          </a:xfrm>
        </p:spPr>
        <p:txBody>
          <a:bodyPr>
            <a:normAutofit fontScale="85000" lnSpcReduction="20000"/>
          </a:bodyPr>
          <a:lstStyle/>
          <a:p>
            <a:pPr>
              <a:buNone/>
            </a:pPr>
            <a:r>
              <a:rPr lang="en-US" sz="2600" b="1" dirty="0"/>
              <a:t>5. Statement of cash flows includes</a:t>
            </a:r>
          </a:p>
          <a:p>
            <a:r>
              <a:rPr lang="en-US" sz="2400" dirty="0"/>
              <a:t>A) Financing Activities</a:t>
            </a:r>
          </a:p>
          <a:p>
            <a:r>
              <a:rPr lang="en-US" sz="2400" dirty="0"/>
              <a:t>B) Operating Activities</a:t>
            </a:r>
          </a:p>
          <a:p>
            <a:r>
              <a:rPr lang="en-US" sz="2400" dirty="0"/>
              <a:t>C) Investing Activities</a:t>
            </a:r>
          </a:p>
          <a:p>
            <a:r>
              <a:rPr lang="en-US" sz="2400" b="1" dirty="0"/>
              <a:t>D) All of the Above</a:t>
            </a:r>
          </a:p>
          <a:p>
            <a:pPr>
              <a:buNone/>
            </a:pPr>
            <a:r>
              <a:rPr lang="en-US" sz="2600" dirty="0"/>
              <a:t>6. In cash flows, when a firm invests in fixed assets and short-term financial investments results in</a:t>
            </a:r>
          </a:p>
          <a:p>
            <a:r>
              <a:rPr lang="en-US" sz="2400" dirty="0"/>
              <a:t>A) Increased Equity</a:t>
            </a:r>
          </a:p>
          <a:p>
            <a:r>
              <a:rPr lang="en-US" sz="2400" dirty="0"/>
              <a:t>B) Increased Liabilities</a:t>
            </a:r>
          </a:p>
          <a:p>
            <a:r>
              <a:rPr lang="en-US" sz="2400" b="1" dirty="0"/>
              <a:t>C) Decreased Cash</a:t>
            </a:r>
          </a:p>
          <a:p>
            <a:r>
              <a:rPr lang="en-US" sz="2400" dirty="0"/>
              <a:t>D) Increased Cash</a:t>
            </a:r>
          </a:p>
          <a:p>
            <a:pPr>
              <a:buNone/>
            </a:pPr>
            <a:r>
              <a:rPr lang="en-US" sz="2600" b="1" dirty="0"/>
              <a:t>7. A firm that issues stocks and bonds to raise funds results in</a:t>
            </a:r>
          </a:p>
          <a:p>
            <a:r>
              <a:rPr lang="en-US" sz="2600" dirty="0"/>
              <a:t>A) Decreases Cash</a:t>
            </a:r>
          </a:p>
          <a:p>
            <a:r>
              <a:rPr lang="en-US" sz="2600" b="1" dirty="0"/>
              <a:t>B) Increases Cash</a:t>
            </a:r>
          </a:p>
          <a:p>
            <a:r>
              <a:rPr lang="en-US" sz="2600" dirty="0"/>
              <a:t>C) Increases Equity</a:t>
            </a:r>
          </a:p>
          <a:p>
            <a:r>
              <a:rPr lang="en-US" sz="2600" dirty="0"/>
              <a:t>D) Increases Liabilities</a:t>
            </a:r>
          </a:p>
        </p:txBody>
      </p:sp>
      <p:sp>
        <p:nvSpPr>
          <p:cNvPr id="4" name="Date Placeholder 3"/>
          <p:cNvSpPr>
            <a:spLocks noGrp="1"/>
          </p:cNvSpPr>
          <p:nvPr>
            <p:ph type="dt" sz="half" idx="10"/>
          </p:nvPr>
        </p:nvSpPr>
        <p:spPr/>
        <p:txBody>
          <a:bodyPr/>
          <a:lstStyle/>
          <a:p>
            <a:fld id="{0D9E9171-8C9D-4C96-9D75-151A31469B02}"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65</a:t>
            </a:fld>
            <a:endParaRPr lang="en-US" dirty="0"/>
          </a:p>
        </p:txBody>
      </p:sp>
      <p:sp>
        <p:nvSpPr>
          <p:cNvPr id="7" name="Title 1"/>
          <p:cNvSpPr txBox="1">
            <a:spLocks/>
          </p:cNvSpPr>
          <p:nvPr/>
        </p:nvSpPr>
        <p:spPr>
          <a:xfrm>
            <a:off x="1828800" y="0"/>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b="1" dirty="0"/>
              <a:t>Daily Quiz</a:t>
            </a:r>
          </a:p>
        </p:txBody>
      </p:sp>
      <p:sp>
        <p:nvSpPr>
          <p:cNvPr id="9" name="Footer Placeholder 8"/>
          <p:cNvSpPr>
            <a:spLocks noGrp="1"/>
          </p:cNvSpPr>
          <p:nvPr>
            <p:ph type="ftr" sz="quarter" idx="11"/>
          </p:nvPr>
        </p:nvSpPr>
        <p:spPr/>
        <p:txBody>
          <a:bodyPr/>
          <a:lstStyle/>
          <a:p>
            <a:r>
              <a:rPr lang="en-US"/>
              <a:t>Amit Kumar        AOE0770       Finance for Engineers                 Unit 5</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1143001"/>
            <a:ext cx="8229600" cy="4525963"/>
          </a:xfrm>
        </p:spPr>
        <p:txBody>
          <a:bodyPr/>
          <a:lstStyle/>
          <a:p>
            <a:r>
              <a:rPr lang="en-US" sz="2400" b="1" dirty="0"/>
              <a:t>Q.1 “Explain the financial institutions.</a:t>
            </a:r>
            <a:endParaRPr lang="en-US" sz="2400" dirty="0"/>
          </a:p>
          <a:p>
            <a:r>
              <a:rPr lang="en-US" sz="2400" dirty="0"/>
              <a:t> </a:t>
            </a:r>
            <a:r>
              <a:rPr lang="en-US" sz="2400" b="1" dirty="0"/>
              <a:t>Q.2Explain mutual funds.</a:t>
            </a:r>
            <a:endParaRPr lang="en-US" sz="2400" dirty="0"/>
          </a:p>
          <a:p>
            <a:r>
              <a:rPr lang="en-US" sz="2400" b="1" dirty="0"/>
              <a:t>Q.3 Describe the five options for savings.</a:t>
            </a:r>
            <a:endParaRPr lang="en-US" sz="2400" dirty="0"/>
          </a:p>
        </p:txBody>
      </p:sp>
      <p:sp>
        <p:nvSpPr>
          <p:cNvPr id="4" name="Date Placeholder 3"/>
          <p:cNvSpPr>
            <a:spLocks noGrp="1"/>
          </p:cNvSpPr>
          <p:nvPr>
            <p:ph type="dt" sz="half" idx="10"/>
          </p:nvPr>
        </p:nvSpPr>
        <p:spPr/>
        <p:txBody>
          <a:bodyPr/>
          <a:lstStyle/>
          <a:p>
            <a:fld id="{75BE852D-485B-4213-9EAF-12EE18BAADA4}"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66</a:t>
            </a:fld>
            <a:endParaRPr lang="en-US"/>
          </a:p>
        </p:txBody>
      </p:sp>
      <p:sp>
        <p:nvSpPr>
          <p:cNvPr id="7" name="Title 1"/>
          <p:cNvSpPr txBox="1">
            <a:spLocks/>
          </p:cNvSpPr>
          <p:nvPr/>
        </p:nvSpPr>
        <p:spPr>
          <a:xfrm>
            <a:off x="1828800" y="0"/>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b="1" dirty="0"/>
              <a:t>Weekly Assignment</a:t>
            </a:r>
          </a:p>
        </p:txBody>
      </p:sp>
      <p:sp>
        <p:nvSpPr>
          <p:cNvPr id="9" name="Footer Placeholder 8"/>
          <p:cNvSpPr>
            <a:spLocks noGrp="1"/>
          </p:cNvSpPr>
          <p:nvPr>
            <p:ph type="ftr" sz="quarter" idx="11"/>
          </p:nvPr>
        </p:nvSpPr>
        <p:spPr/>
        <p:txBody>
          <a:bodyPr/>
          <a:lstStyle/>
          <a:p>
            <a:r>
              <a:rPr lang="en-US"/>
              <a:t>Amit Kumar        AOE0770       Finance for Engineers                 Unit 5</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838200"/>
            <a:ext cx="8229600" cy="5410200"/>
          </a:xfrm>
        </p:spPr>
        <p:txBody>
          <a:bodyPr>
            <a:normAutofit/>
          </a:bodyPr>
          <a:lstStyle/>
          <a:p>
            <a:pPr fontAlgn="base">
              <a:buNone/>
            </a:pPr>
            <a:r>
              <a:rPr lang="en-US" sz="2400" b="1" dirty="0"/>
              <a:t>1.What are the aspects of working capital management?</a:t>
            </a:r>
          </a:p>
          <a:p>
            <a:pPr fontAlgn="base"/>
            <a:r>
              <a:rPr lang="en-US" sz="2200" dirty="0"/>
              <a:t> a. Inventory management </a:t>
            </a:r>
          </a:p>
          <a:p>
            <a:pPr fontAlgn="base"/>
            <a:r>
              <a:rPr lang="en-US" sz="2200" dirty="0"/>
              <a:t>b. Receivable management</a:t>
            </a:r>
          </a:p>
          <a:p>
            <a:pPr fontAlgn="base"/>
            <a:r>
              <a:rPr lang="en-US" sz="2200" dirty="0"/>
              <a:t>c. Cash management </a:t>
            </a:r>
          </a:p>
          <a:p>
            <a:pPr fontAlgn="base"/>
            <a:r>
              <a:rPr lang="en-US" sz="2200" b="1" dirty="0"/>
              <a:t>d. All of the above </a:t>
            </a:r>
          </a:p>
          <a:p>
            <a:pPr fontAlgn="base">
              <a:buNone/>
            </a:pPr>
            <a:r>
              <a:rPr lang="en-US" sz="2400" b="1" dirty="0"/>
              <a:t>2._________ function includes a firm’s attempts to balance cash inflows and outflows. </a:t>
            </a:r>
          </a:p>
          <a:p>
            <a:pPr fontAlgn="base"/>
            <a:r>
              <a:rPr lang="en-US" sz="2200" dirty="0"/>
              <a:t>a) Finance </a:t>
            </a:r>
          </a:p>
          <a:p>
            <a:pPr fontAlgn="base"/>
            <a:r>
              <a:rPr lang="en-US" sz="2200" dirty="0"/>
              <a:t>b) Liquidity </a:t>
            </a:r>
          </a:p>
          <a:p>
            <a:pPr fontAlgn="base"/>
            <a:r>
              <a:rPr lang="en-US" sz="2200" dirty="0"/>
              <a:t>c) Investment </a:t>
            </a:r>
          </a:p>
          <a:p>
            <a:pPr fontAlgn="base"/>
            <a:r>
              <a:rPr lang="en-US" sz="2200" b="1" dirty="0"/>
              <a:t>d) Dividend</a:t>
            </a:r>
          </a:p>
        </p:txBody>
      </p:sp>
      <p:sp>
        <p:nvSpPr>
          <p:cNvPr id="4" name="Date Placeholder 3"/>
          <p:cNvSpPr>
            <a:spLocks noGrp="1"/>
          </p:cNvSpPr>
          <p:nvPr>
            <p:ph type="dt" sz="half" idx="10"/>
          </p:nvPr>
        </p:nvSpPr>
        <p:spPr/>
        <p:txBody>
          <a:bodyPr/>
          <a:lstStyle/>
          <a:p>
            <a:fld id="{7B794D8D-503A-49BF-8EF7-48A1BD18E5BF}"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67</a:t>
            </a:fld>
            <a:endParaRPr lang="en-US"/>
          </a:p>
        </p:txBody>
      </p:sp>
      <p:sp>
        <p:nvSpPr>
          <p:cNvPr id="7" name="Title 1"/>
          <p:cNvSpPr txBox="1">
            <a:spLocks/>
          </p:cNvSpPr>
          <p:nvPr/>
        </p:nvSpPr>
        <p:spPr>
          <a:xfrm>
            <a:off x="1828800" y="7579"/>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b="1" dirty="0"/>
              <a:t>MCQ s</a:t>
            </a:r>
          </a:p>
        </p:txBody>
      </p:sp>
      <p:sp>
        <p:nvSpPr>
          <p:cNvPr id="9" name="Footer Placeholder 8"/>
          <p:cNvSpPr>
            <a:spLocks noGrp="1"/>
          </p:cNvSpPr>
          <p:nvPr>
            <p:ph type="ftr" sz="quarter" idx="11"/>
          </p:nvPr>
        </p:nvSpPr>
        <p:spPr/>
        <p:txBody>
          <a:bodyPr/>
          <a:lstStyle/>
          <a:p>
            <a:r>
              <a:rPr lang="en-US"/>
              <a:t>Amit Kumar        AOE0770       Finance for Engineers                 Unit 5</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838200"/>
            <a:ext cx="8229600" cy="5410200"/>
          </a:xfrm>
        </p:spPr>
        <p:txBody>
          <a:bodyPr>
            <a:noAutofit/>
          </a:bodyPr>
          <a:lstStyle/>
          <a:p>
            <a:pPr fontAlgn="base">
              <a:buNone/>
            </a:pPr>
            <a:r>
              <a:rPr lang="en-US" sz="2400" b="1" dirty="0"/>
              <a:t>3.Firms which are capital intensive rely on _________. </a:t>
            </a:r>
          </a:p>
          <a:p>
            <a:pPr fontAlgn="base"/>
            <a:r>
              <a:rPr lang="en-US" sz="2200" dirty="0"/>
              <a:t>a) Equity </a:t>
            </a:r>
          </a:p>
          <a:p>
            <a:pPr fontAlgn="base"/>
            <a:r>
              <a:rPr lang="en-US" sz="2200" dirty="0"/>
              <a:t>b) Short term debt </a:t>
            </a:r>
          </a:p>
          <a:p>
            <a:pPr fontAlgn="base"/>
            <a:r>
              <a:rPr lang="en-US" sz="2200" dirty="0"/>
              <a:t>c) Debt </a:t>
            </a:r>
          </a:p>
          <a:p>
            <a:pPr fontAlgn="base"/>
            <a:r>
              <a:rPr lang="en-US" sz="2200" b="1" dirty="0"/>
              <a:t>d) Retained earnings</a:t>
            </a:r>
          </a:p>
          <a:p>
            <a:pPr fontAlgn="base">
              <a:buNone/>
            </a:pPr>
            <a:r>
              <a:rPr lang="en-US" sz="2400" b="1" dirty="0"/>
              <a:t>4. To financial analysts, "working capital" means the same thing as __________.</a:t>
            </a:r>
          </a:p>
          <a:p>
            <a:pPr fontAlgn="base"/>
            <a:r>
              <a:rPr lang="en-US" sz="2200" dirty="0"/>
              <a:t>a. total assets</a:t>
            </a:r>
            <a:br>
              <a:rPr lang="en-US" sz="2200" dirty="0"/>
            </a:br>
            <a:r>
              <a:rPr lang="en-US" sz="2200" dirty="0"/>
              <a:t>b. fixed assets</a:t>
            </a:r>
            <a:br>
              <a:rPr lang="en-US" sz="2200" dirty="0"/>
            </a:br>
            <a:r>
              <a:rPr lang="en-US" sz="2200" dirty="0"/>
              <a:t>c. </a:t>
            </a:r>
            <a:r>
              <a:rPr lang="en-US" sz="2200" b="1" dirty="0"/>
              <a:t>current assets</a:t>
            </a:r>
            <a:br>
              <a:rPr lang="en-US" sz="2200" dirty="0"/>
            </a:br>
            <a:r>
              <a:rPr lang="en-US" sz="2200" dirty="0"/>
              <a:t>d. current assets minus current liabilities.</a:t>
            </a:r>
            <a:endParaRPr lang="en-US" sz="2200" b="1" dirty="0"/>
          </a:p>
        </p:txBody>
      </p:sp>
      <p:sp>
        <p:nvSpPr>
          <p:cNvPr id="4" name="Date Placeholder 3"/>
          <p:cNvSpPr>
            <a:spLocks noGrp="1"/>
          </p:cNvSpPr>
          <p:nvPr>
            <p:ph type="dt" sz="half" idx="10"/>
          </p:nvPr>
        </p:nvSpPr>
        <p:spPr/>
        <p:txBody>
          <a:bodyPr/>
          <a:lstStyle/>
          <a:p>
            <a:fld id="{A275AD3A-E68E-4C7F-96AA-EBC36F11F2F5}"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68</a:t>
            </a:fld>
            <a:endParaRPr lang="en-US" dirty="0"/>
          </a:p>
        </p:txBody>
      </p:sp>
      <p:sp>
        <p:nvSpPr>
          <p:cNvPr id="7" name="Title 1"/>
          <p:cNvSpPr txBox="1">
            <a:spLocks/>
          </p:cNvSpPr>
          <p:nvPr/>
        </p:nvSpPr>
        <p:spPr>
          <a:xfrm>
            <a:off x="1905000" y="0"/>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b="1" dirty="0"/>
              <a:t>MCQ s</a:t>
            </a:r>
          </a:p>
        </p:txBody>
      </p:sp>
      <p:sp>
        <p:nvSpPr>
          <p:cNvPr id="9" name="Footer Placeholder 8"/>
          <p:cNvSpPr>
            <a:spLocks noGrp="1"/>
          </p:cNvSpPr>
          <p:nvPr>
            <p:ph type="ftr" sz="quarter" idx="11"/>
          </p:nvPr>
        </p:nvSpPr>
        <p:spPr/>
        <p:txBody>
          <a:bodyPr/>
          <a:lstStyle/>
          <a:p>
            <a:r>
              <a:rPr lang="en-US"/>
              <a:t>Amit Kumar        AOE0770       Finance for Engineers                 Unit 5</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838200"/>
            <a:ext cx="8229600" cy="5410200"/>
          </a:xfrm>
        </p:spPr>
        <p:txBody>
          <a:bodyPr>
            <a:normAutofit fontScale="92500" lnSpcReduction="10000"/>
          </a:bodyPr>
          <a:lstStyle/>
          <a:p>
            <a:pPr>
              <a:buNone/>
            </a:pPr>
            <a:r>
              <a:rPr lang="en-US" sz="2400" b="1" dirty="0"/>
              <a:t>5. Statement of cash flows includes</a:t>
            </a:r>
          </a:p>
          <a:p>
            <a:r>
              <a:rPr lang="en-US" sz="2000" dirty="0"/>
              <a:t>A) Financing Activities</a:t>
            </a:r>
          </a:p>
          <a:p>
            <a:r>
              <a:rPr lang="en-US" sz="2000" dirty="0"/>
              <a:t>B) Operating Activities</a:t>
            </a:r>
          </a:p>
          <a:p>
            <a:r>
              <a:rPr lang="en-US" sz="2000" dirty="0"/>
              <a:t>C) Investing Activities</a:t>
            </a:r>
          </a:p>
          <a:p>
            <a:r>
              <a:rPr lang="en-US" sz="2000" b="1" dirty="0"/>
              <a:t>D) All of the Above</a:t>
            </a:r>
          </a:p>
          <a:p>
            <a:pPr>
              <a:buNone/>
            </a:pPr>
            <a:r>
              <a:rPr lang="en-US" sz="2400" b="1" dirty="0"/>
              <a:t>6. In cash flows, when a firm invests in fixed assets and short-term financial investments results in</a:t>
            </a:r>
          </a:p>
          <a:p>
            <a:r>
              <a:rPr lang="en-US" sz="2000" dirty="0"/>
              <a:t>A) Increased Equity</a:t>
            </a:r>
          </a:p>
          <a:p>
            <a:r>
              <a:rPr lang="en-US" sz="2000" dirty="0"/>
              <a:t>B) Increased Liabilities</a:t>
            </a:r>
          </a:p>
          <a:p>
            <a:r>
              <a:rPr lang="en-US" sz="2000" b="1" dirty="0"/>
              <a:t>C) Decreased Cash</a:t>
            </a:r>
          </a:p>
          <a:p>
            <a:r>
              <a:rPr lang="en-US" sz="2000" dirty="0"/>
              <a:t>D) Increased Cash</a:t>
            </a:r>
          </a:p>
          <a:p>
            <a:pPr>
              <a:buNone/>
            </a:pPr>
            <a:r>
              <a:rPr lang="en-US" sz="2600" b="1" dirty="0"/>
              <a:t>7. A firm that issues stocks and bonds to raise funds results in</a:t>
            </a:r>
          </a:p>
          <a:p>
            <a:r>
              <a:rPr lang="en-US" sz="2000" dirty="0"/>
              <a:t>A) Decreases Cash</a:t>
            </a:r>
          </a:p>
          <a:p>
            <a:r>
              <a:rPr lang="en-US" sz="2000" b="1" dirty="0"/>
              <a:t>B) Increases Cash</a:t>
            </a:r>
          </a:p>
          <a:p>
            <a:r>
              <a:rPr lang="en-US" sz="2000" dirty="0"/>
              <a:t>C) Increases Equity</a:t>
            </a:r>
          </a:p>
          <a:p>
            <a:r>
              <a:rPr lang="en-US" sz="2000" dirty="0"/>
              <a:t>D) Increases Liabilities</a:t>
            </a:r>
          </a:p>
          <a:p>
            <a:endParaRPr lang="en-US" sz="2000" dirty="0"/>
          </a:p>
          <a:p>
            <a:endParaRPr lang="en-US" sz="2000" b="1" dirty="0"/>
          </a:p>
        </p:txBody>
      </p:sp>
      <p:sp>
        <p:nvSpPr>
          <p:cNvPr id="4" name="Date Placeholder 3"/>
          <p:cNvSpPr>
            <a:spLocks noGrp="1"/>
          </p:cNvSpPr>
          <p:nvPr>
            <p:ph type="dt" sz="half" idx="10"/>
          </p:nvPr>
        </p:nvSpPr>
        <p:spPr/>
        <p:txBody>
          <a:bodyPr/>
          <a:lstStyle/>
          <a:p>
            <a:fld id="{93D7EEE8-5BB1-4EFB-9971-472BC7CCCC32}"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69</a:t>
            </a:fld>
            <a:endParaRPr lang="en-US"/>
          </a:p>
        </p:txBody>
      </p:sp>
      <p:sp>
        <p:nvSpPr>
          <p:cNvPr id="7" name="Title 1"/>
          <p:cNvSpPr txBox="1">
            <a:spLocks/>
          </p:cNvSpPr>
          <p:nvPr/>
        </p:nvSpPr>
        <p:spPr>
          <a:xfrm>
            <a:off x="1828800" y="0"/>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b="1" dirty="0"/>
              <a:t>MCQ s</a:t>
            </a:r>
          </a:p>
        </p:txBody>
      </p:sp>
      <p:sp>
        <p:nvSpPr>
          <p:cNvPr id="9" name="Footer Placeholder 8"/>
          <p:cNvSpPr>
            <a:spLocks noGrp="1"/>
          </p:cNvSpPr>
          <p:nvPr>
            <p:ph type="ftr" sz="quarter" idx="11"/>
          </p:nvPr>
        </p:nvSpPr>
        <p:spPr/>
        <p:txBody>
          <a:bodyPr/>
          <a:lstStyle/>
          <a:p>
            <a:r>
              <a:rPr lang="en-US"/>
              <a:t>Amit Kumar        AOE0770       Finance for Engineers                 Unit 5</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838200"/>
            <a:ext cx="8229600" cy="5410200"/>
          </a:xfrm>
        </p:spPr>
        <p:txBody>
          <a:bodyPr>
            <a:normAutofit fontScale="85000" lnSpcReduction="10000"/>
          </a:bodyPr>
          <a:lstStyle/>
          <a:p>
            <a:pPr>
              <a:buNone/>
            </a:pPr>
            <a:r>
              <a:rPr lang="en-US" sz="2400" b="1" dirty="0"/>
              <a:t>8. 4. The purchase value of assets over its serviceable life is categorized as</a:t>
            </a:r>
          </a:p>
          <a:p>
            <a:r>
              <a:rPr lang="en-US" sz="2400" dirty="0"/>
              <a:t>A) Appreciated Liabilities</a:t>
            </a:r>
          </a:p>
          <a:p>
            <a:r>
              <a:rPr lang="en-US" sz="2400" dirty="0"/>
              <a:t>B) Appreciated Assets</a:t>
            </a:r>
          </a:p>
          <a:p>
            <a:r>
              <a:rPr lang="en-US" sz="2400" b="1" dirty="0"/>
              <a:t>C) Depreciation</a:t>
            </a:r>
          </a:p>
          <a:p>
            <a:r>
              <a:rPr lang="en-US" sz="2400" dirty="0"/>
              <a:t>D) Appreciation</a:t>
            </a:r>
          </a:p>
          <a:p>
            <a:pPr>
              <a:buNone/>
            </a:pPr>
            <a:r>
              <a:rPr lang="en-US" sz="2600" b="1" dirty="0"/>
              <a:t>9. The statement of cash flow clarifies cash flows according to</a:t>
            </a:r>
          </a:p>
          <a:p>
            <a:r>
              <a:rPr lang="en-US" sz="2400" dirty="0"/>
              <a:t>A) Operating and Non-operating Flows</a:t>
            </a:r>
          </a:p>
          <a:p>
            <a:r>
              <a:rPr lang="en-US" sz="2400" dirty="0"/>
              <a:t>B) Inflow and Outflow</a:t>
            </a:r>
          </a:p>
          <a:p>
            <a:r>
              <a:rPr lang="en-US" sz="2400" dirty="0"/>
              <a:t>C) Investing and Non-operating Flows</a:t>
            </a:r>
          </a:p>
          <a:p>
            <a:r>
              <a:rPr lang="en-US" sz="2400" b="1" dirty="0"/>
              <a:t>D) Operating, Investing, and Financing Activities</a:t>
            </a:r>
          </a:p>
          <a:p>
            <a:pPr>
              <a:buNone/>
            </a:pPr>
            <a:r>
              <a:rPr lang="en-US" sz="2800" b="1" dirty="0"/>
              <a:t>10. Cash flow example from a financial activity is</a:t>
            </a:r>
          </a:p>
          <a:p>
            <a:r>
              <a:rPr lang="en-US" sz="2600" dirty="0"/>
              <a:t>A) Payment of Dividend</a:t>
            </a:r>
          </a:p>
          <a:p>
            <a:r>
              <a:rPr lang="en-US" sz="2600" dirty="0"/>
              <a:t>B) Receipt of Dividend on Investment</a:t>
            </a:r>
          </a:p>
          <a:p>
            <a:r>
              <a:rPr lang="en-US" sz="2600" dirty="0"/>
              <a:t>C) Cash Received from Customers</a:t>
            </a:r>
          </a:p>
          <a:p>
            <a:r>
              <a:rPr lang="en-US" sz="2600" b="1" dirty="0"/>
              <a:t>D) Purchase of Fixed Asset</a:t>
            </a:r>
          </a:p>
          <a:p>
            <a:endParaRPr lang="en-US" sz="2000" b="1" dirty="0"/>
          </a:p>
          <a:p>
            <a:endParaRPr lang="en-US" sz="2000" dirty="0"/>
          </a:p>
          <a:p>
            <a:endParaRPr lang="en-US" sz="2000" b="1" dirty="0"/>
          </a:p>
        </p:txBody>
      </p:sp>
      <p:sp>
        <p:nvSpPr>
          <p:cNvPr id="4" name="Date Placeholder 3"/>
          <p:cNvSpPr>
            <a:spLocks noGrp="1"/>
          </p:cNvSpPr>
          <p:nvPr>
            <p:ph type="dt" sz="half" idx="10"/>
          </p:nvPr>
        </p:nvSpPr>
        <p:spPr/>
        <p:txBody>
          <a:bodyPr/>
          <a:lstStyle/>
          <a:p>
            <a:fld id="{44449B0B-F7EB-48A5-8712-8973A7DE9524}"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70</a:t>
            </a:fld>
            <a:endParaRPr lang="en-US"/>
          </a:p>
        </p:txBody>
      </p:sp>
      <p:sp>
        <p:nvSpPr>
          <p:cNvPr id="7" name="Title 1"/>
          <p:cNvSpPr txBox="1">
            <a:spLocks/>
          </p:cNvSpPr>
          <p:nvPr/>
        </p:nvSpPr>
        <p:spPr>
          <a:xfrm>
            <a:off x="1905000" y="0"/>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b="1" dirty="0"/>
              <a:t>MCQ s</a:t>
            </a:r>
          </a:p>
        </p:txBody>
      </p:sp>
      <p:sp>
        <p:nvSpPr>
          <p:cNvPr id="9" name="Footer Placeholder 8"/>
          <p:cNvSpPr>
            <a:spLocks noGrp="1"/>
          </p:cNvSpPr>
          <p:nvPr>
            <p:ph type="ftr" sz="quarter" idx="11"/>
          </p:nvPr>
        </p:nvSpPr>
        <p:spPr/>
        <p:txBody>
          <a:bodyPr/>
          <a:lstStyle/>
          <a:p>
            <a:r>
              <a:rPr lang="en-US"/>
              <a:t>Amit Kumar        AOE0770       Finance for Engineers                 Unit 5</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838200"/>
            <a:ext cx="8229600" cy="5410200"/>
          </a:xfrm>
        </p:spPr>
        <p:txBody>
          <a:bodyPr>
            <a:normAutofit lnSpcReduction="10000"/>
          </a:bodyPr>
          <a:lstStyle/>
          <a:p>
            <a:pPr>
              <a:buNone/>
            </a:pPr>
            <a:r>
              <a:rPr lang="en-US" sz="2400" b="1" dirty="0"/>
              <a:t>11. Cash flow example from an investing activity is</a:t>
            </a:r>
          </a:p>
          <a:p>
            <a:r>
              <a:rPr lang="en-US" sz="2200" dirty="0"/>
              <a:t>A) Issue of Debenture</a:t>
            </a:r>
          </a:p>
          <a:p>
            <a:r>
              <a:rPr lang="en-US" sz="2200" dirty="0"/>
              <a:t>B) Repayment of Long-term Loan</a:t>
            </a:r>
          </a:p>
          <a:p>
            <a:r>
              <a:rPr lang="en-US" sz="2200" dirty="0"/>
              <a:t>C) Purchase of Raw Materials for Cash</a:t>
            </a:r>
          </a:p>
          <a:p>
            <a:r>
              <a:rPr lang="en-US" sz="2200" b="1" dirty="0"/>
              <a:t>D) Sale of Investment by Non-Financial Enterprise</a:t>
            </a:r>
          </a:p>
          <a:p>
            <a:pPr>
              <a:buNone/>
            </a:pPr>
            <a:r>
              <a:rPr lang="en-US" sz="2400" b="1" dirty="0"/>
              <a:t>12. Cash flow example from an operating activity is</a:t>
            </a:r>
          </a:p>
          <a:p>
            <a:r>
              <a:rPr lang="en-US" sz="2000" dirty="0"/>
              <a:t>A) Purchase of Own Debenture</a:t>
            </a:r>
          </a:p>
          <a:p>
            <a:r>
              <a:rPr lang="en-US" sz="2000" dirty="0"/>
              <a:t>B) Sale of Fixed Assets</a:t>
            </a:r>
          </a:p>
          <a:p>
            <a:r>
              <a:rPr lang="en-US" sz="2400" b="1" dirty="0"/>
              <a:t>C) Interest Paid on Term-deposits by a Bank</a:t>
            </a:r>
          </a:p>
          <a:p>
            <a:r>
              <a:rPr lang="en-US" sz="2000" dirty="0"/>
              <a:t>D) Issue of Equity Share Capital</a:t>
            </a:r>
          </a:p>
          <a:p>
            <a:pPr>
              <a:buNone/>
            </a:pPr>
            <a:r>
              <a:rPr lang="en-US" sz="2000" b="1" dirty="0"/>
              <a:t>13. Which item comes under financial activities in cash flow?</a:t>
            </a:r>
          </a:p>
          <a:p>
            <a:r>
              <a:rPr lang="en-US" sz="2000" dirty="0"/>
              <a:t>A) Redemption of Preference Share</a:t>
            </a:r>
          </a:p>
          <a:p>
            <a:r>
              <a:rPr lang="en-US" sz="2000" dirty="0"/>
              <a:t>B) Issue of Preference Share</a:t>
            </a:r>
          </a:p>
          <a:p>
            <a:r>
              <a:rPr lang="en-US" sz="2000" dirty="0"/>
              <a:t>C) Interest Paid</a:t>
            </a:r>
          </a:p>
          <a:p>
            <a:r>
              <a:rPr lang="en-US" sz="2000" b="1" dirty="0"/>
              <a:t>D) All the above</a:t>
            </a:r>
          </a:p>
          <a:p>
            <a:endParaRPr lang="en-US" sz="2000" dirty="0"/>
          </a:p>
          <a:p>
            <a:endParaRPr lang="en-US" sz="2000" b="1" dirty="0"/>
          </a:p>
          <a:p>
            <a:endParaRPr lang="en-US" sz="2000" dirty="0"/>
          </a:p>
          <a:p>
            <a:endParaRPr lang="en-US" sz="2000" b="1" dirty="0"/>
          </a:p>
        </p:txBody>
      </p:sp>
      <p:sp>
        <p:nvSpPr>
          <p:cNvPr id="4" name="Date Placeholder 3"/>
          <p:cNvSpPr>
            <a:spLocks noGrp="1"/>
          </p:cNvSpPr>
          <p:nvPr>
            <p:ph type="dt" sz="half" idx="10"/>
          </p:nvPr>
        </p:nvSpPr>
        <p:spPr/>
        <p:txBody>
          <a:bodyPr/>
          <a:lstStyle/>
          <a:p>
            <a:fld id="{87CCB3B9-7134-4D3E-A754-C3AB20084CAE}"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71</a:t>
            </a:fld>
            <a:endParaRPr lang="en-US"/>
          </a:p>
        </p:txBody>
      </p:sp>
      <p:sp>
        <p:nvSpPr>
          <p:cNvPr id="7" name="Title 1"/>
          <p:cNvSpPr txBox="1">
            <a:spLocks/>
          </p:cNvSpPr>
          <p:nvPr/>
        </p:nvSpPr>
        <p:spPr>
          <a:xfrm>
            <a:off x="1828800" y="0"/>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b="1" dirty="0"/>
              <a:t>MCQ s</a:t>
            </a:r>
          </a:p>
        </p:txBody>
      </p:sp>
      <p:sp>
        <p:nvSpPr>
          <p:cNvPr id="9" name="Footer Placeholder 8"/>
          <p:cNvSpPr>
            <a:spLocks noGrp="1"/>
          </p:cNvSpPr>
          <p:nvPr>
            <p:ph type="ftr" sz="quarter" idx="11"/>
          </p:nvPr>
        </p:nvSpPr>
        <p:spPr/>
        <p:txBody>
          <a:bodyPr/>
          <a:lstStyle/>
          <a:p>
            <a:r>
              <a:rPr lang="en-US"/>
              <a:t>Amit Kumar        AOE0770       Finance for Engineers                 Unit 5</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838200"/>
            <a:ext cx="8229600" cy="5486400"/>
          </a:xfrm>
        </p:spPr>
        <p:txBody>
          <a:bodyPr>
            <a:normAutofit lnSpcReduction="10000"/>
          </a:bodyPr>
          <a:lstStyle/>
          <a:p>
            <a:pPr>
              <a:buFont typeface="Wingdings" pitchFamily="2" charset="2"/>
              <a:buChar char="Ø"/>
            </a:pPr>
            <a:r>
              <a:rPr lang="en-US" sz="2400" dirty="0"/>
              <a:t>Attempt all the parts: please pick the correct option from Glossary:</a:t>
            </a:r>
          </a:p>
          <a:p>
            <a:pPr>
              <a:buNone/>
            </a:pPr>
            <a:endParaRPr lang="en-US" sz="2000" dirty="0"/>
          </a:p>
          <a:p>
            <a:endParaRPr lang="en-US" sz="2000" dirty="0"/>
          </a:p>
          <a:p>
            <a:endParaRPr lang="en-US" sz="2000" dirty="0"/>
          </a:p>
          <a:p>
            <a:endParaRPr lang="en-US" sz="2000" dirty="0"/>
          </a:p>
          <a:p>
            <a:r>
              <a:rPr lang="en-US" sz="2000" dirty="0"/>
              <a:t>1. There exists a close association between sales fluctuations and invested amounts in ......................... </a:t>
            </a:r>
          </a:p>
          <a:p>
            <a:r>
              <a:rPr lang="en-US" sz="2000" dirty="0"/>
              <a:t>2. Institute of Chartered Accountants of India suggests and follows the structure of a ......................... form of balance sheet. </a:t>
            </a:r>
          </a:p>
          <a:p>
            <a:r>
              <a:rPr lang="en-US" sz="2000" dirty="0"/>
              <a:t>3. Under the conventional method, ......................... enters into the calculation of working capital. </a:t>
            </a:r>
          </a:p>
          <a:p>
            <a:r>
              <a:rPr lang="en-US" sz="2000" dirty="0"/>
              <a:t>4. A company’s operating cycle naturally consists of three most important activities: ......................, ....................... and .................... </a:t>
            </a:r>
          </a:p>
          <a:p>
            <a:r>
              <a:rPr lang="en-US" sz="2000" dirty="0"/>
              <a:t>5. The ......................... shows the time period over which additional no impulsive sources of working capital financing must be obtained to carry out the firm’s actions.</a:t>
            </a:r>
          </a:p>
        </p:txBody>
      </p:sp>
      <p:sp>
        <p:nvSpPr>
          <p:cNvPr id="4" name="Date Placeholder 3"/>
          <p:cNvSpPr>
            <a:spLocks noGrp="1"/>
          </p:cNvSpPr>
          <p:nvPr>
            <p:ph type="dt" sz="half" idx="10"/>
          </p:nvPr>
        </p:nvSpPr>
        <p:spPr/>
        <p:txBody>
          <a:bodyPr/>
          <a:lstStyle/>
          <a:p>
            <a:fld id="{3CE60E8F-CA9C-4400-B78D-7FE68A2C901D}"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72</a:t>
            </a:fld>
            <a:endParaRPr lang="en-US"/>
          </a:p>
        </p:txBody>
      </p:sp>
      <p:sp>
        <p:nvSpPr>
          <p:cNvPr id="7" name="Title 1"/>
          <p:cNvSpPr txBox="1">
            <a:spLocks/>
          </p:cNvSpPr>
          <p:nvPr/>
        </p:nvSpPr>
        <p:spPr>
          <a:xfrm>
            <a:off x="1828800" y="0"/>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b="1" dirty="0"/>
              <a:t>Glossary Questions</a:t>
            </a:r>
          </a:p>
        </p:txBody>
      </p:sp>
      <p:graphicFrame>
        <p:nvGraphicFramePr>
          <p:cNvPr id="9" name="Table 8"/>
          <p:cNvGraphicFramePr>
            <a:graphicFrameLocks noGrp="1"/>
          </p:cNvGraphicFramePr>
          <p:nvPr/>
        </p:nvGraphicFramePr>
        <p:xfrm>
          <a:off x="2133600" y="1828800"/>
          <a:ext cx="7848600" cy="762000"/>
        </p:xfrm>
        <a:graphic>
          <a:graphicData uri="http://schemas.openxmlformats.org/drawingml/2006/table">
            <a:tbl>
              <a:tblPr firstRow="1" bandRow="1">
                <a:tableStyleId>{5940675A-B579-460E-94D1-54222C63F5DA}</a:tableStyleId>
              </a:tblPr>
              <a:tblGrid>
                <a:gridCol w="7848600">
                  <a:extLst>
                    <a:ext uri="{9D8B030D-6E8A-4147-A177-3AD203B41FA5}">
                      <a16:colId xmlns:a16="http://schemas.microsoft.com/office/drawing/2014/main" val="20000"/>
                    </a:ext>
                  </a:extLst>
                </a:gridCol>
              </a:tblGrid>
              <a:tr h="762000">
                <a:tc>
                  <a:txBody>
                    <a:bodyPr/>
                    <a:lstStyle/>
                    <a:p>
                      <a:r>
                        <a:rPr lang="en-US" dirty="0"/>
                        <a:t> Current assets , perpendicular , Cash ,Purchasing resources, producing the product, selling the product , Cash alteration cycle </a:t>
                      </a:r>
                    </a:p>
                  </a:txBody>
                  <a:tcPr/>
                </a:tc>
                <a:extLst>
                  <a:ext uri="{0D108BD9-81ED-4DB2-BD59-A6C34878D82A}">
                    <a16:rowId xmlns:a16="http://schemas.microsoft.com/office/drawing/2014/main" val="10000"/>
                  </a:ext>
                </a:extLst>
              </a:tr>
            </a:tbl>
          </a:graphicData>
        </a:graphic>
      </p:graphicFrame>
      <p:sp>
        <p:nvSpPr>
          <p:cNvPr id="10" name="Footer Placeholder 9"/>
          <p:cNvSpPr>
            <a:spLocks noGrp="1"/>
          </p:cNvSpPr>
          <p:nvPr>
            <p:ph type="ftr" sz="quarter" idx="11"/>
          </p:nvPr>
        </p:nvSpPr>
        <p:spPr/>
        <p:txBody>
          <a:bodyPr/>
          <a:lstStyle/>
          <a:p>
            <a:r>
              <a:rPr lang="en-US"/>
              <a:t>Amit Kumar        AOE0770       Finance for Engineers                 Unit 5</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838200"/>
            <a:ext cx="10134600" cy="5410200"/>
          </a:xfrm>
        </p:spPr>
        <p:txBody>
          <a:bodyPr>
            <a:normAutofit lnSpcReduction="10000"/>
          </a:bodyPr>
          <a:lstStyle/>
          <a:p>
            <a:r>
              <a:rPr lang="en-US" sz="2600" b="1" dirty="0"/>
              <a:t>MM:100</a:t>
            </a:r>
          </a:p>
          <a:p>
            <a:r>
              <a:rPr lang="en-US" sz="2600" b="1" dirty="0"/>
              <a:t>SECTION A</a:t>
            </a:r>
            <a:endParaRPr lang="en-US" sz="2600" dirty="0"/>
          </a:p>
          <a:p>
            <a:pPr lvl="0"/>
            <a:r>
              <a:rPr lang="en-US" sz="2400" b="1" dirty="0"/>
              <a:t>Attempt </a:t>
            </a:r>
            <a:r>
              <a:rPr lang="en-US" sz="2400" b="1" i="1" dirty="0"/>
              <a:t>all </a:t>
            </a:r>
            <a:r>
              <a:rPr lang="en-US" sz="2400" b="1" dirty="0"/>
              <a:t>questions in brief.	2 x 10 = 20</a:t>
            </a:r>
          </a:p>
          <a:p>
            <a:pPr lvl="1"/>
            <a:r>
              <a:rPr lang="en-US" sz="2200" dirty="0"/>
              <a:t>What is Financial Accounting?</a:t>
            </a:r>
          </a:p>
          <a:p>
            <a:pPr lvl="1"/>
            <a:r>
              <a:rPr lang="en-US" sz="2200" dirty="0"/>
              <a:t>Define Net Sales and Net Purchases.</a:t>
            </a:r>
          </a:p>
          <a:p>
            <a:pPr lvl="1"/>
            <a:r>
              <a:rPr lang="en-US" sz="2200" dirty="0"/>
              <a:t>Explain Goodwill and Copyright.</a:t>
            </a:r>
          </a:p>
          <a:p>
            <a:pPr lvl="1"/>
            <a:r>
              <a:rPr lang="en-US" sz="2200" dirty="0"/>
              <a:t>What is dividend?</a:t>
            </a:r>
          </a:p>
          <a:p>
            <a:pPr lvl="1"/>
            <a:r>
              <a:rPr lang="en-US" sz="2200" dirty="0"/>
              <a:t>Explain provisions.</a:t>
            </a:r>
          </a:p>
          <a:p>
            <a:pPr lvl="1"/>
            <a:r>
              <a:rPr lang="en-US" sz="2200" dirty="0"/>
              <a:t>What is a Comparative Balance Sheet?</a:t>
            </a:r>
          </a:p>
          <a:p>
            <a:pPr lvl="1"/>
            <a:r>
              <a:rPr lang="en-US" sz="2200" dirty="0"/>
              <a:t>Explain the term solvency of a firm.</a:t>
            </a:r>
          </a:p>
          <a:p>
            <a:pPr lvl="1"/>
            <a:r>
              <a:rPr lang="en-US" sz="2200" dirty="0"/>
              <a:t>What is Schedule of Changes in Working Capital?</a:t>
            </a:r>
          </a:p>
          <a:p>
            <a:pPr lvl="1"/>
            <a:r>
              <a:rPr lang="en-US" sz="2200" dirty="0"/>
              <a:t>Discuss the concept of cash.</a:t>
            </a:r>
          </a:p>
          <a:p>
            <a:pPr lvl="1"/>
            <a:r>
              <a:rPr lang="en-US" sz="2200" dirty="0"/>
              <a:t>What is depreciation?</a:t>
            </a:r>
          </a:p>
          <a:p>
            <a:pPr>
              <a:buNone/>
            </a:pPr>
            <a:endParaRPr lang="en-US" dirty="0"/>
          </a:p>
        </p:txBody>
      </p:sp>
      <p:sp>
        <p:nvSpPr>
          <p:cNvPr id="4" name="Date Placeholder 3"/>
          <p:cNvSpPr>
            <a:spLocks noGrp="1"/>
          </p:cNvSpPr>
          <p:nvPr>
            <p:ph type="dt" sz="half" idx="10"/>
          </p:nvPr>
        </p:nvSpPr>
        <p:spPr/>
        <p:txBody>
          <a:bodyPr/>
          <a:lstStyle/>
          <a:p>
            <a:fld id="{7C763D16-2867-4A87-8A80-DC52B323520E}"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73</a:t>
            </a:fld>
            <a:endParaRPr lang="en-US"/>
          </a:p>
        </p:txBody>
      </p:sp>
      <p:sp>
        <p:nvSpPr>
          <p:cNvPr id="7" name="Title 1"/>
          <p:cNvSpPr txBox="1">
            <a:spLocks/>
          </p:cNvSpPr>
          <p:nvPr/>
        </p:nvSpPr>
        <p:spPr>
          <a:xfrm>
            <a:off x="1828800" y="22225"/>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b="1" dirty="0">
                <a:latin typeface="Times New Roman" pitchFamily="18" charset="0"/>
                <a:cs typeface="Times New Roman" pitchFamily="18" charset="0"/>
              </a:rPr>
              <a:t>Old Question Papers</a:t>
            </a:r>
          </a:p>
        </p:txBody>
      </p:sp>
      <p:sp>
        <p:nvSpPr>
          <p:cNvPr id="10" name="Subtitle 2"/>
          <p:cNvSpPr txBox="1">
            <a:spLocks/>
          </p:cNvSpPr>
          <p:nvPr/>
        </p:nvSpPr>
        <p:spPr>
          <a:xfrm>
            <a:off x="1752600" y="6096000"/>
            <a:ext cx="2590800" cy="3048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fontScale="62500" lnSpcReduction="20000"/>
          </a:bodyPr>
          <a:lstStyle/>
          <a:p>
            <a:pPr algn="ctr">
              <a:spcBef>
                <a:spcPct val="20000"/>
              </a:spcBef>
              <a:defRPr/>
            </a:pPr>
            <a:r>
              <a:rPr lang="en-US" sz="2400" dirty="0">
                <a:solidFill>
                  <a:schemeClr val="tx1"/>
                </a:solidFill>
                <a:latin typeface="Times New Roman" pitchFamily="18" charset="0"/>
                <a:cs typeface="Times New Roman" pitchFamily="18" charset="0"/>
              </a:rPr>
              <a:t>Source: www.aktuonline.com</a:t>
            </a:r>
          </a:p>
        </p:txBody>
      </p:sp>
      <p:sp>
        <p:nvSpPr>
          <p:cNvPr id="9" name="Footer Placeholder 8"/>
          <p:cNvSpPr>
            <a:spLocks noGrp="1"/>
          </p:cNvSpPr>
          <p:nvPr>
            <p:ph type="ftr" sz="quarter" idx="11"/>
          </p:nvPr>
        </p:nvSpPr>
        <p:spPr/>
        <p:txBody>
          <a:bodyPr/>
          <a:lstStyle/>
          <a:p>
            <a:r>
              <a:rPr lang="en-US"/>
              <a:t>Amit Kumar        AOE0770       Finance for Engineers                 Unit 5</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827087"/>
            <a:ext cx="12115800" cy="5410200"/>
          </a:xfrm>
        </p:spPr>
        <p:txBody>
          <a:bodyPr>
            <a:normAutofit/>
          </a:bodyPr>
          <a:lstStyle/>
          <a:p>
            <a:r>
              <a:rPr lang="en-US" sz="2600" b="1" dirty="0"/>
              <a:t>SECTION B</a:t>
            </a:r>
            <a:endParaRPr lang="en-US" sz="2600" dirty="0"/>
          </a:p>
          <a:p>
            <a:pPr lvl="0"/>
            <a:r>
              <a:rPr lang="en-US" sz="2600" b="1" dirty="0"/>
              <a:t>Attempt any </a:t>
            </a:r>
            <a:r>
              <a:rPr lang="en-US" sz="2600" b="1" i="1" dirty="0"/>
              <a:t>three </a:t>
            </a:r>
            <a:r>
              <a:rPr lang="en-US" sz="2600" b="1" dirty="0"/>
              <a:t>of the following:	10 x 3 = 30</a:t>
            </a:r>
          </a:p>
          <a:p>
            <a:pPr lvl="1" algn="just"/>
            <a:r>
              <a:rPr lang="en-US" sz="2200" dirty="0"/>
              <a:t>Discuss various conventions of Accounting.</a:t>
            </a:r>
          </a:p>
          <a:p>
            <a:pPr lvl="1" algn="just"/>
            <a:r>
              <a:rPr lang="en-US" sz="2200" dirty="0"/>
              <a:t>What are	final accounts?	Briefly	discuss	the uses and	limitations	of	final accounts.</a:t>
            </a:r>
          </a:p>
          <a:p>
            <a:pPr lvl="1" algn="just"/>
            <a:r>
              <a:rPr lang="en-US" sz="2200" dirty="0"/>
              <a:t>What do you understand by Analysis and Interpretation? Explain various tools of analysis of financial statements.</a:t>
            </a:r>
          </a:p>
          <a:p>
            <a:pPr lvl="1" algn="just"/>
            <a:r>
              <a:rPr lang="en-US" sz="2200" dirty="0"/>
              <a:t>Explain in brief various statements that are prepared in fund flow Analysis. Show the format of each statement.</a:t>
            </a:r>
          </a:p>
          <a:p>
            <a:pPr lvl="1" algn="just"/>
            <a:r>
              <a:rPr lang="en-US" sz="2200" dirty="0"/>
              <a:t>Differentiate  between  find  flow  and  cash  flow  analysis which one is more beneficial for a firm.</a:t>
            </a:r>
          </a:p>
          <a:p>
            <a:pPr>
              <a:buNone/>
            </a:pPr>
            <a:endParaRPr lang="en-US" dirty="0"/>
          </a:p>
          <a:p>
            <a:pPr>
              <a:buNone/>
            </a:pPr>
            <a:endParaRPr lang="en-US" dirty="0"/>
          </a:p>
        </p:txBody>
      </p:sp>
      <p:sp>
        <p:nvSpPr>
          <p:cNvPr id="4" name="Date Placeholder 3"/>
          <p:cNvSpPr>
            <a:spLocks noGrp="1"/>
          </p:cNvSpPr>
          <p:nvPr>
            <p:ph type="dt" sz="half" idx="10"/>
          </p:nvPr>
        </p:nvSpPr>
        <p:spPr/>
        <p:txBody>
          <a:bodyPr/>
          <a:lstStyle/>
          <a:p>
            <a:fld id="{2CDD9D06-47FD-42D4-AD9A-7BB6FADF9378}"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74</a:t>
            </a:fld>
            <a:endParaRPr lang="en-US"/>
          </a:p>
        </p:txBody>
      </p:sp>
      <p:sp>
        <p:nvSpPr>
          <p:cNvPr id="7" name="Title 1"/>
          <p:cNvSpPr txBox="1">
            <a:spLocks/>
          </p:cNvSpPr>
          <p:nvPr/>
        </p:nvSpPr>
        <p:spPr>
          <a:xfrm>
            <a:off x="1828800" y="22225"/>
            <a:ext cx="10439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b="1" dirty="0">
                <a:latin typeface="Times New Roman" pitchFamily="18" charset="0"/>
                <a:cs typeface="Times New Roman" pitchFamily="18" charset="0"/>
              </a:rPr>
              <a:t>Old Question Papers</a:t>
            </a:r>
          </a:p>
        </p:txBody>
      </p:sp>
      <p:sp>
        <p:nvSpPr>
          <p:cNvPr id="9" name="Subtitle 2"/>
          <p:cNvSpPr txBox="1">
            <a:spLocks/>
          </p:cNvSpPr>
          <p:nvPr/>
        </p:nvSpPr>
        <p:spPr>
          <a:xfrm>
            <a:off x="1752600" y="6096000"/>
            <a:ext cx="2590800" cy="3048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fontScale="62500" lnSpcReduction="20000"/>
          </a:bodyPr>
          <a:lstStyle/>
          <a:p>
            <a:pPr algn="ctr">
              <a:spcBef>
                <a:spcPct val="20000"/>
              </a:spcBef>
              <a:defRPr/>
            </a:pPr>
            <a:r>
              <a:rPr lang="en-US" sz="2400" dirty="0">
                <a:solidFill>
                  <a:schemeClr val="tx1"/>
                </a:solidFill>
                <a:latin typeface="Times New Roman" pitchFamily="18" charset="0"/>
                <a:cs typeface="Times New Roman" pitchFamily="18" charset="0"/>
              </a:rPr>
              <a:t>Source: www.aktuonline.com</a:t>
            </a:r>
          </a:p>
        </p:txBody>
      </p:sp>
      <p:sp>
        <p:nvSpPr>
          <p:cNvPr id="10" name="Footer Placeholder 9"/>
          <p:cNvSpPr>
            <a:spLocks noGrp="1"/>
          </p:cNvSpPr>
          <p:nvPr>
            <p:ph type="ftr" sz="quarter" idx="11"/>
          </p:nvPr>
        </p:nvSpPr>
        <p:spPr/>
        <p:txBody>
          <a:bodyPr/>
          <a:lstStyle/>
          <a:p>
            <a:r>
              <a:rPr lang="en-US"/>
              <a:t>Amit Kumar        AOE0770       Finance for Engineers                 Unit 5</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838200"/>
            <a:ext cx="11963400" cy="5410200"/>
          </a:xfrm>
        </p:spPr>
        <p:txBody>
          <a:bodyPr>
            <a:normAutofit/>
          </a:bodyPr>
          <a:lstStyle/>
          <a:p>
            <a:r>
              <a:rPr lang="en-US" sz="2600" b="1" dirty="0"/>
              <a:t>SECTION C</a:t>
            </a:r>
          </a:p>
          <a:p>
            <a:pPr lvl="0"/>
            <a:r>
              <a:rPr lang="en-US" sz="2600" b="1" dirty="0"/>
              <a:t>Attempt any </a:t>
            </a:r>
            <a:r>
              <a:rPr lang="en-US" sz="2600" b="1" i="1" dirty="0"/>
              <a:t>one </a:t>
            </a:r>
            <a:r>
              <a:rPr lang="en-US" sz="2600" b="1" dirty="0"/>
              <a:t>part of the following: 10 x 1 = 10</a:t>
            </a:r>
            <a:endParaRPr lang="en-US" sz="2600" dirty="0"/>
          </a:p>
          <a:p>
            <a:pPr lvl="0"/>
            <a:r>
              <a:rPr lang="en-US" dirty="0"/>
              <a:t>	</a:t>
            </a:r>
            <a:r>
              <a:rPr lang="en-US" sz="2400" dirty="0"/>
              <a:t>What	is the	importance	of Accounting? Also	discuss	various	types	of accounting.</a:t>
            </a:r>
          </a:p>
          <a:p>
            <a:pPr lvl="0"/>
            <a:r>
              <a:rPr lang="en-US" sz="2400" dirty="0"/>
              <a:t>	Discuss	the role and	objectives of	International	and	Indian	Accounting Standards.</a:t>
            </a:r>
          </a:p>
          <a:p>
            <a:pPr lvl="0"/>
            <a:r>
              <a:rPr lang="en-US" sz="2400" b="1" dirty="0"/>
              <a:t>Attempt any </a:t>
            </a:r>
            <a:r>
              <a:rPr lang="en-US" sz="2400" b="1" i="1" dirty="0"/>
              <a:t>one </a:t>
            </a:r>
            <a:r>
              <a:rPr lang="en-US" sz="2400" b="1" dirty="0"/>
              <a:t>part of the following: 10 x 1 = 10</a:t>
            </a:r>
          </a:p>
          <a:p>
            <a:pPr lvl="0"/>
            <a:r>
              <a:rPr lang="en-US" sz="2200" dirty="0"/>
              <a:t>What is Journalizing? Explain the concept of Ledger posting and balancing of accounts.</a:t>
            </a:r>
          </a:p>
          <a:p>
            <a:pPr lvl="0"/>
            <a:r>
              <a:rPr lang="en-US" sz="2200" dirty="0">
                <a:latin typeface="Times New Roman" pitchFamily="18" charset="0"/>
                <a:cs typeface="Times New Roman" pitchFamily="18" charset="0"/>
              </a:rPr>
              <a:t>Discuss the adjustment entries. Give any five adjustment entries.</a:t>
            </a:r>
            <a:endParaRPr lang="en-US" sz="2200" dirty="0"/>
          </a:p>
          <a:p>
            <a:pPr>
              <a:buNone/>
            </a:pPr>
            <a:endParaRPr lang="en-US" dirty="0"/>
          </a:p>
        </p:txBody>
      </p:sp>
      <p:sp>
        <p:nvSpPr>
          <p:cNvPr id="4" name="Date Placeholder 3"/>
          <p:cNvSpPr>
            <a:spLocks noGrp="1"/>
          </p:cNvSpPr>
          <p:nvPr>
            <p:ph type="dt" sz="half" idx="10"/>
          </p:nvPr>
        </p:nvSpPr>
        <p:spPr/>
        <p:txBody>
          <a:bodyPr/>
          <a:lstStyle/>
          <a:p>
            <a:fld id="{F87ED651-1AE5-4A1D-88F7-3520D36B32DA}"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75</a:t>
            </a:fld>
            <a:endParaRPr lang="en-US"/>
          </a:p>
        </p:txBody>
      </p:sp>
      <p:sp>
        <p:nvSpPr>
          <p:cNvPr id="7" name="Title 1"/>
          <p:cNvSpPr txBox="1">
            <a:spLocks/>
          </p:cNvSpPr>
          <p:nvPr/>
        </p:nvSpPr>
        <p:spPr>
          <a:xfrm>
            <a:off x="1828800" y="1"/>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b="1" dirty="0">
                <a:latin typeface="Times New Roman" pitchFamily="18" charset="0"/>
                <a:cs typeface="Times New Roman" pitchFamily="18" charset="0"/>
              </a:rPr>
              <a:t>Old Question Papers</a:t>
            </a:r>
          </a:p>
        </p:txBody>
      </p:sp>
      <p:sp>
        <p:nvSpPr>
          <p:cNvPr id="10" name="Subtitle 2"/>
          <p:cNvSpPr txBox="1">
            <a:spLocks/>
          </p:cNvSpPr>
          <p:nvPr/>
        </p:nvSpPr>
        <p:spPr>
          <a:xfrm>
            <a:off x="1752600" y="6096000"/>
            <a:ext cx="2590800" cy="3048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fontScale="62500" lnSpcReduction="20000"/>
          </a:bodyPr>
          <a:lstStyle/>
          <a:p>
            <a:pPr algn="ctr">
              <a:spcBef>
                <a:spcPct val="20000"/>
              </a:spcBef>
              <a:defRPr/>
            </a:pPr>
            <a:r>
              <a:rPr lang="en-US" sz="2400" dirty="0">
                <a:solidFill>
                  <a:schemeClr val="tx1"/>
                </a:solidFill>
                <a:latin typeface="Times New Roman" pitchFamily="18" charset="0"/>
                <a:cs typeface="Times New Roman" pitchFamily="18" charset="0"/>
              </a:rPr>
              <a:t>Source: www.aktuonline.com</a:t>
            </a:r>
          </a:p>
        </p:txBody>
      </p:sp>
      <p:sp>
        <p:nvSpPr>
          <p:cNvPr id="9" name="Footer Placeholder 8"/>
          <p:cNvSpPr>
            <a:spLocks noGrp="1"/>
          </p:cNvSpPr>
          <p:nvPr>
            <p:ph type="ftr" sz="quarter" idx="11"/>
          </p:nvPr>
        </p:nvSpPr>
        <p:spPr/>
        <p:txBody>
          <a:bodyPr/>
          <a:lstStyle/>
          <a:p>
            <a:r>
              <a:rPr lang="en-US"/>
              <a:t>Amit Kumar        AOE0770       Finance for Engineers                 Unit 5</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838200"/>
            <a:ext cx="11963400" cy="5410200"/>
          </a:xfrm>
        </p:spPr>
        <p:txBody>
          <a:bodyPr>
            <a:normAutofit/>
          </a:bodyPr>
          <a:lstStyle/>
          <a:p>
            <a:pPr lvl="0" algn="just"/>
            <a:r>
              <a:rPr lang="en-US" sz="2600" dirty="0"/>
              <a:t>What is Ratio Analysis? Explain various types of ratios and discuss which type of ratios is used in calculating profitability and liquidity of a firm.</a:t>
            </a:r>
          </a:p>
          <a:p>
            <a:pPr lvl="0" algn="just"/>
            <a:r>
              <a:rPr lang="en-US" sz="2400" b="1" dirty="0"/>
              <a:t>Attempt any </a:t>
            </a:r>
            <a:r>
              <a:rPr lang="en-US" sz="2400" b="1" i="1" dirty="0"/>
              <a:t>one </a:t>
            </a:r>
            <a:r>
              <a:rPr lang="en-US" sz="2400" b="1" dirty="0"/>
              <a:t>part of the following:	10 x 1 = 10</a:t>
            </a:r>
          </a:p>
          <a:p>
            <a:pPr lvl="0" algn="just"/>
            <a:r>
              <a:rPr lang="en-US" sz="2200" dirty="0"/>
              <a:t>What is a Balance Sheet? Briefly explain Marshalling of Balance sheet with example.</a:t>
            </a:r>
          </a:p>
          <a:p>
            <a:pPr lvl="0" algn="just"/>
            <a:r>
              <a:rPr lang="en-US" sz="2200" dirty="0"/>
              <a:t>“Fund Flow analysis is an effective tool of managing working capital in a firm.” Explain.</a:t>
            </a:r>
          </a:p>
          <a:p>
            <a:pPr lvl="0" algn="just"/>
            <a:r>
              <a:rPr lang="en-US" sz="2400" b="1" dirty="0"/>
              <a:t>Attempt any </a:t>
            </a:r>
            <a:r>
              <a:rPr lang="en-US" sz="2400" b="1" i="1" dirty="0"/>
              <a:t>one </a:t>
            </a:r>
            <a:r>
              <a:rPr lang="en-US" sz="2400" b="1" dirty="0"/>
              <a:t>part of the following:	10 x 1 = 10</a:t>
            </a:r>
          </a:p>
          <a:p>
            <a:pPr lvl="0" algn="just"/>
            <a:r>
              <a:rPr lang="en-US" sz="2200" dirty="0"/>
              <a:t>Elaborate	various	types	of activities	that	are	considered in	a Cash	Flow Analysis.</a:t>
            </a:r>
          </a:p>
          <a:p>
            <a:pPr lvl="0" algn="just"/>
            <a:r>
              <a:rPr lang="en-US" sz="2200" dirty="0"/>
              <a:t>What is inventory? Explain various types of inventory.</a:t>
            </a:r>
          </a:p>
          <a:p>
            <a:pPr lvl="0" algn="just"/>
            <a:endParaRPr lang="en-US" dirty="0"/>
          </a:p>
          <a:p>
            <a:pPr algn="just">
              <a:buNone/>
            </a:pPr>
            <a:endParaRPr lang="en-US" dirty="0"/>
          </a:p>
          <a:p>
            <a:pPr algn="just">
              <a:buNone/>
            </a:pPr>
            <a:endParaRPr lang="en-US" dirty="0"/>
          </a:p>
        </p:txBody>
      </p:sp>
      <p:sp>
        <p:nvSpPr>
          <p:cNvPr id="4" name="Date Placeholder 3"/>
          <p:cNvSpPr>
            <a:spLocks noGrp="1"/>
          </p:cNvSpPr>
          <p:nvPr>
            <p:ph type="dt" sz="half" idx="10"/>
          </p:nvPr>
        </p:nvSpPr>
        <p:spPr/>
        <p:txBody>
          <a:bodyPr/>
          <a:lstStyle/>
          <a:p>
            <a:fld id="{BAD3C5D9-F246-44CC-B76D-566B2CBC2465}"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76</a:t>
            </a:fld>
            <a:endParaRPr lang="en-US"/>
          </a:p>
        </p:txBody>
      </p:sp>
      <p:sp>
        <p:nvSpPr>
          <p:cNvPr id="7" name="Title 1"/>
          <p:cNvSpPr txBox="1">
            <a:spLocks/>
          </p:cNvSpPr>
          <p:nvPr/>
        </p:nvSpPr>
        <p:spPr>
          <a:xfrm>
            <a:off x="1777180" y="-7374"/>
            <a:ext cx="10414819"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b="1" dirty="0">
                <a:latin typeface="Times New Roman" pitchFamily="18" charset="0"/>
                <a:cs typeface="Times New Roman" pitchFamily="18" charset="0"/>
              </a:rPr>
              <a:t>Old Question Papers</a:t>
            </a:r>
          </a:p>
        </p:txBody>
      </p:sp>
      <p:sp>
        <p:nvSpPr>
          <p:cNvPr id="10" name="Subtitle 2"/>
          <p:cNvSpPr txBox="1">
            <a:spLocks/>
          </p:cNvSpPr>
          <p:nvPr/>
        </p:nvSpPr>
        <p:spPr>
          <a:xfrm>
            <a:off x="1752600" y="6096000"/>
            <a:ext cx="2590800" cy="3048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fontScale="62500" lnSpcReduction="20000"/>
          </a:bodyPr>
          <a:lstStyle/>
          <a:p>
            <a:pPr algn="ctr">
              <a:spcBef>
                <a:spcPct val="20000"/>
              </a:spcBef>
              <a:defRPr/>
            </a:pPr>
            <a:r>
              <a:rPr lang="en-US" sz="2400" dirty="0">
                <a:solidFill>
                  <a:schemeClr val="tx1"/>
                </a:solidFill>
                <a:latin typeface="Times New Roman" pitchFamily="18" charset="0"/>
                <a:cs typeface="Times New Roman" pitchFamily="18" charset="0"/>
              </a:rPr>
              <a:t>Source: www.aktuonline.com</a:t>
            </a:r>
          </a:p>
        </p:txBody>
      </p:sp>
      <p:sp>
        <p:nvSpPr>
          <p:cNvPr id="9" name="Footer Placeholder 8"/>
          <p:cNvSpPr>
            <a:spLocks noGrp="1"/>
          </p:cNvSpPr>
          <p:nvPr>
            <p:ph type="ftr" sz="quarter" idx="11"/>
          </p:nvPr>
        </p:nvSpPr>
        <p:spPr/>
        <p:txBody>
          <a:bodyPr/>
          <a:lstStyle/>
          <a:p>
            <a:r>
              <a:rPr lang="en-US"/>
              <a:t>Amit Kumar        AOE0770       Finance for Engineers                 Unit 5</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968374"/>
            <a:ext cx="11963400" cy="5280025"/>
          </a:xfrm>
        </p:spPr>
        <p:txBody>
          <a:bodyPr>
            <a:normAutofit/>
          </a:bodyPr>
          <a:lstStyle/>
          <a:p>
            <a:pPr lvl="0" algn="just"/>
            <a:r>
              <a:rPr lang="en-US" sz="2400" b="1" dirty="0"/>
              <a:t>Attempt any </a:t>
            </a:r>
            <a:r>
              <a:rPr lang="en-US" sz="2400" b="1" i="1" dirty="0"/>
              <a:t>one </a:t>
            </a:r>
            <a:r>
              <a:rPr lang="en-US" sz="2400" b="1" dirty="0"/>
              <a:t>part of the following:	10 x 1 = 10</a:t>
            </a:r>
          </a:p>
          <a:p>
            <a:pPr lvl="0" algn="just"/>
            <a:r>
              <a:rPr lang="en-US" sz="2200" b="1" dirty="0">
                <a:latin typeface="Times New Roman" pitchFamily="18" charset="0"/>
                <a:cs typeface="Times New Roman" pitchFamily="18" charset="0"/>
              </a:rPr>
              <a:t>State the final accounts. Briefly discuss the uses and limitations of </a:t>
            </a:r>
            <a:r>
              <a:rPr lang="en-US" sz="2200" dirty="0">
                <a:latin typeface="Times New Roman" pitchFamily="18" charset="0"/>
                <a:cs typeface="Times New Roman" pitchFamily="18" charset="0"/>
              </a:rPr>
              <a:t>final accounts. </a:t>
            </a:r>
          </a:p>
          <a:p>
            <a:pPr lvl="0" algn="just"/>
            <a:r>
              <a:rPr lang="en-US" sz="2200" dirty="0">
                <a:latin typeface="Times New Roman" pitchFamily="18" charset="0"/>
                <a:cs typeface="Times New Roman" pitchFamily="18" charset="0"/>
              </a:rPr>
              <a:t>Discuss the importance of Accounting? Also discuss various types of accounting. </a:t>
            </a:r>
          </a:p>
          <a:p>
            <a:pPr algn="just">
              <a:buNone/>
            </a:pPr>
            <a:endParaRPr lang="en-US" dirty="0"/>
          </a:p>
        </p:txBody>
      </p:sp>
      <p:sp>
        <p:nvSpPr>
          <p:cNvPr id="4" name="Date Placeholder 3"/>
          <p:cNvSpPr>
            <a:spLocks noGrp="1"/>
          </p:cNvSpPr>
          <p:nvPr>
            <p:ph type="dt" sz="half" idx="10"/>
          </p:nvPr>
        </p:nvSpPr>
        <p:spPr/>
        <p:txBody>
          <a:bodyPr/>
          <a:lstStyle/>
          <a:p>
            <a:fld id="{B30DF3E0-049B-4F78-AB8B-425E1CB9B17D}"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77</a:t>
            </a:fld>
            <a:endParaRPr lang="en-US"/>
          </a:p>
        </p:txBody>
      </p:sp>
      <p:sp>
        <p:nvSpPr>
          <p:cNvPr id="7" name="Title 1"/>
          <p:cNvSpPr txBox="1">
            <a:spLocks/>
          </p:cNvSpPr>
          <p:nvPr/>
        </p:nvSpPr>
        <p:spPr>
          <a:xfrm>
            <a:off x="1905000" y="22225"/>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b="1" dirty="0">
                <a:latin typeface="Times New Roman" pitchFamily="18" charset="0"/>
                <a:cs typeface="Times New Roman" pitchFamily="18" charset="0"/>
              </a:rPr>
              <a:t>Old Question Papers</a:t>
            </a:r>
          </a:p>
        </p:txBody>
      </p:sp>
      <p:sp>
        <p:nvSpPr>
          <p:cNvPr id="9" name="Subtitle 2"/>
          <p:cNvSpPr txBox="1">
            <a:spLocks/>
          </p:cNvSpPr>
          <p:nvPr/>
        </p:nvSpPr>
        <p:spPr>
          <a:xfrm>
            <a:off x="1752600" y="6096000"/>
            <a:ext cx="2590800" cy="3048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fontScale="62500" lnSpcReduction="20000"/>
          </a:bodyPr>
          <a:lstStyle/>
          <a:p>
            <a:pPr algn="ctr">
              <a:spcBef>
                <a:spcPct val="20000"/>
              </a:spcBef>
              <a:defRPr/>
            </a:pPr>
            <a:r>
              <a:rPr lang="en-US" sz="2400" dirty="0">
                <a:solidFill>
                  <a:schemeClr val="tx1"/>
                </a:solidFill>
                <a:latin typeface="Times New Roman" pitchFamily="18" charset="0"/>
                <a:cs typeface="Times New Roman" pitchFamily="18" charset="0"/>
              </a:rPr>
              <a:t>Source: www.aktuonline.com</a:t>
            </a:r>
          </a:p>
        </p:txBody>
      </p:sp>
      <p:sp>
        <p:nvSpPr>
          <p:cNvPr id="10" name="Footer Placeholder 9"/>
          <p:cNvSpPr>
            <a:spLocks noGrp="1"/>
          </p:cNvSpPr>
          <p:nvPr>
            <p:ph type="ftr" sz="quarter" idx="11"/>
          </p:nvPr>
        </p:nvSpPr>
        <p:spPr/>
        <p:txBody>
          <a:bodyPr/>
          <a:lstStyle/>
          <a:p>
            <a:r>
              <a:rPr lang="en-US"/>
              <a:t>Amit Kumar        AOE0770       Finance for Engineers                 Unit 5</a:t>
            </a:r>
            <a:endParaRPr 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981200" y="0"/>
            <a:ext cx="10210800" cy="714356"/>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400" dirty="0"/>
              <a:t>End Semester Question Paper Template</a:t>
            </a:r>
          </a:p>
        </p:txBody>
      </p:sp>
      <p:sp>
        <p:nvSpPr>
          <p:cNvPr id="3" name="Footer Placeholder 2">
            <a:extLst>
              <a:ext uri="{FF2B5EF4-FFF2-40B4-BE49-F238E27FC236}">
                <a16:creationId xmlns:a16="http://schemas.microsoft.com/office/drawing/2014/main" id="{877EBB6C-5418-4EB8-B9DA-59B278CB65C5}"/>
              </a:ext>
            </a:extLst>
          </p:cNvPr>
          <p:cNvSpPr>
            <a:spLocks noGrp="1"/>
          </p:cNvSpPr>
          <p:nvPr>
            <p:ph type="ftr" sz="quarter" idx="11"/>
          </p:nvPr>
        </p:nvSpPr>
        <p:spPr>
          <a:xfrm>
            <a:off x="4648200" y="6324601"/>
            <a:ext cx="4267200" cy="396875"/>
          </a:xfrm>
        </p:spPr>
        <p:txBody>
          <a:bodyPr/>
          <a:lstStyle/>
          <a:p>
            <a:r>
              <a:rPr lang="en-US"/>
              <a:t>Amit Kumar        AOE0770       Finance for Engineers                 Unit 5</a:t>
            </a:r>
            <a:endParaRPr lang="en-US" dirty="0"/>
          </a:p>
        </p:txBody>
      </p:sp>
      <p:sp>
        <p:nvSpPr>
          <p:cNvPr id="5" name="Slide Number Placeholder 4">
            <a:extLst>
              <a:ext uri="{FF2B5EF4-FFF2-40B4-BE49-F238E27FC236}">
                <a16:creationId xmlns:a16="http://schemas.microsoft.com/office/drawing/2014/main" id="{8E71409D-564A-4A45-9735-96A61B8448E5}"/>
              </a:ext>
            </a:extLst>
          </p:cNvPr>
          <p:cNvSpPr>
            <a:spLocks noGrp="1"/>
          </p:cNvSpPr>
          <p:nvPr>
            <p:ph type="sldNum" sz="quarter" idx="12"/>
          </p:nvPr>
        </p:nvSpPr>
        <p:spPr/>
        <p:txBody>
          <a:bodyPr/>
          <a:lstStyle/>
          <a:p>
            <a:fld id="{B6F15528-21DE-4FAA-801E-634DDDAF4B2B}" type="slidenum">
              <a:rPr lang="en-US" smtClean="0"/>
              <a:pPr/>
              <a:t>78</a:t>
            </a:fld>
            <a:endParaRPr lang="en-US"/>
          </a:p>
        </p:txBody>
      </p:sp>
      <p:pic>
        <p:nvPicPr>
          <p:cNvPr id="10" name="Content Placeholder 9" descr="temp1.png"/>
          <p:cNvPicPr>
            <a:picLocks noGrp="1" noChangeAspect="1"/>
          </p:cNvPicPr>
          <p:nvPr>
            <p:ph idx="1"/>
          </p:nvPr>
        </p:nvPicPr>
        <p:blipFill>
          <a:blip r:embed="rId2"/>
          <a:stretch>
            <a:fillRect/>
          </a:stretch>
        </p:blipFill>
        <p:spPr>
          <a:xfrm>
            <a:off x="2309787" y="857233"/>
            <a:ext cx="7619999" cy="5170355"/>
          </a:xfrm>
        </p:spPr>
      </p:pic>
      <p:sp>
        <p:nvSpPr>
          <p:cNvPr id="8" name="Date Placeholder 7"/>
          <p:cNvSpPr>
            <a:spLocks noGrp="1"/>
          </p:cNvSpPr>
          <p:nvPr>
            <p:ph type="dt" sz="half" idx="10"/>
          </p:nvPr>
        </p:nvSpPr>
        <p:spPr/>
        <p:txBody>
          <a:bodyPr/>
          <a:lstStyle/>
          <a:p>
            <a:fld id="{B7A08402-FA06-4E80-B4AE-06C0757D7975}" type="datetime1">
              <a:rPr lang="en-US" smtClean="0"/>
              <a:t>8/20/2025</a:t>
            </a:fld>
            <a:endParaRPr 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905000" y="0"/>
            <a:ext cx="10287000" cy="714356"/>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400" dirty="0"/>
              <a:t>End Semester Question Paper Template</a:t>
            </a:r>
          </a:p>
        </p:txBody>
      </p:sp>
      <p:sp>
        <p:nvSpPr>
          <p:cNvPr id="3" name="Footer Placeholder 2">
            <a:extLst>
              <a:ext uri="{FF2B5EF4-FFF2-40B4-BE49-F238E27FC236}">
                <a16:creationId xmlns:a16="http://schemas.microsoft.com/office/drawing/2014/main" id="{877EBB6C-5418-4EB8-B9DA-59B278CB65C5}"/>
              </a:ext>
            </a:extLst>
          </p:cNvPr>
          <p:cNvSpPr>
            <a:spLocks noGrp="1"/>
          </p:cNvSpPr>
          <p:nvPr>
            <p:ph type="ftr" sz="quarter" idx="11"/>
          </p:nvPr>
        </p:nvSpPr>
        <p:spPr>
          <a:xfrm>
            <a:off x="4648200" y="6324601"/>
            <a:ext cx="4267200" cy="396875"/>
          </a:xfrm>
        </p:spPr>
        <p:txBody>
          <a:bodyPr/>
          <a:lstStyle/>
          <a:p>
            <a:r>
              <a:rPr lang="en-US"/>
              <a:t>Amit Kumar        AOE0770       Finance for Engineers                 Unit 5</a:t>
            </a:r>
            <a:endParaRPr lang="en-US" dirty="0"/>
          </a:p>
        </p:txBody>
      </p:sp>
      <p:sp>
        <p:nvSpPr>
          <p:cNvPr id="5" name="Slide Number Placeholder 4">
            <a:extLst>
              <a:ext uri="{FF2B5EF4-FFF2-40B4-BE49-F238E27FC236}">
                <a16:creationId xmlns:a16="http://schemas.microsoft.com/office/drawing/2014/main" id="{8E71409D-564A-4A45-9735-96A61B8448E5}"/>
              </a:ext>
            </a:extLst>
          </p:cNvPr>
          <p:cNvSpPr>
            <a:spLocks noGrp="1"/>
          </p:cNvSpPr>
          <p:nvPr>
            <p:ph type="sldNum" sz="quarter" idx="12"/>
          </p:nvPr>
        </p:nvSpPr>
        <p:spPr/>
        <p:txBody>
          <a:bodyPr/>
          <a:lstStyle/>
          <a:p>
            <a:fld id="{B6F15528-21DE-4FAA-801E-634DDDAF4B2B}" type="slidenum">
              <a:rPr lang="en-US" smtClean="0"/>
              <a:pPr/>
              <a:t>79</a:t>
            </a:fld>
            <a:endParaRPr lang="en-US"/>
          </a:p>
        </p:txBody>
      </p:sp>
      <p:pic>
        <p:nvPicPr>
          <p:cNvPr id="8" name="Content Placeholder 7" descr="temp2.png"/>
          <p:cNvPicPr>
            <a:picLocks noGrp="1" noChangeAspect="1"/>
          </p:cNvPicPr>
          <p:nvPr>
            <p:ph idx="1"/>
          </p:nvPr>
        </p:nvPicPr>
        <p:blipFill>
          <a:blip r:embed="rId2"/>
          <a:stretch>
            <a:fillRect/>
          </a:stretch>
        </p:blipFill>
        <p:spPr>
          <a:xfrm>
            <a:off x="2056288" y="1066800"/>
            <a:ext cx="8170846" cy="5105400"/>
          </a:xfrm>
        </p:spPr>
      </p:pic>
      <p:sp>
        <p:nvSpPr>
          <p:cNvPr id="10" name="Date Placeholder 9"/>
          <p:cNvSpPr>
            <a:spLocks noGrp="1"/>
          </p:cNvSpPr>
          <p:nvPr>
            <p:ph type="dt" sz="half" idx="10"/>
          </p:nvPr>
        </p:nvSpPr>
        <p:spPr/>
        <p:txBody>
          <a:bodyPr/>
          <a:lstStyle/>
          <a:p>
            <a:fld id="{73FB6A5F-93AA-4AB7-8E60-06849F45FF9D}" type="datetime1">
              <a:rPr lang="en-US" smtClean="0"/>
              <a:t>8/20/2025</a:t>
            </a:fld>
            <a:endParaRPr 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828800" y="0"/>
            <a:ext cx="10363200" cy="714356"/>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400" dirty="0"/>
              <a:t>End Semester Question Paper Template</a:t>
            </a:r>
          </a:p>
        </p:txBody>
      </p:sp>
      <p:sp>
        <p:nvSpPr>
          <p:cNvPr id="3" name="Footer Placeholder 2">
            <a:extLst>
              <a:ext uri="{FF2B5EF4-FFF2-40B4-BE49-F238E27FC236}">
                <a16:creationId xmlns:a16="http://schemas.microsoft.com/office/drawing/2014/main" id="{877EBB6C-5418-4EB8-B9DA-59B278CB65C5}"/>
              </a:ext>
            </a:extLst>
          </p:cNvPr>
          <p:cNvSpPr>
            <a:spLocks noGrp="1"/>
          </p:cNvSpPr>
          <p:nvPr>
            <p:ph type="ftr" sz="quarter" idx="11"/>
          </p:nvPr>
        </p:nvSpPr>
        <p:spPr>
          <a:xfrm>
            <a:off x="4648200" y="6324601"/>
            <a:ext cx="4267200" cy="396875"/>
          </a:xfrm>
        </p:spPr>
        <p:txBody>
          <a:bodyPr/>
          <a:lstStyle/>
          <a:p>
            <a:r>
              <a:rPr lang="en-US"/>
              <a:t>Amit Kumar        AOE0770       Finance for Engineers                 Unit 5</a:t>
            </a:r>
            <a:endParaRPr lang="en-US" dirty="0"/>
          </a:p>
        </p:txBody>
      </p:sp>
      <p:sp>
        <p:nvSpPr>
          <p:cNvPr id="5" name="Slide Number Placeholder 4">
            <a:extLst>
              <a:ext uri="{FF2B5EF4-FFF2-40B4-BE49-F238E27FC236}">
                <a16:creationId xmlns:a16="http://schemas.microsoft.com/office/drawing/2014/main" id="{8E71409D-564A-4A45-9735-96A61B8448E5}"/>
              </a:ext>
            </a:extLst>
          </p:cNvPr>
          <p:cNvSpPr>
            <a:spLocks noGrp="1"/>
          </p:cNvSpPr>
          <p:nvPr>
            <p:ph type="sldNum" sz="quarter" idx="12"/>
          </p:nvPr>
        </p:nvSpPr>
        <p:spPr/>
        <p:txBody>
          <a:bodyPr/>
          <a:lstStyle/>
          <a:p>
            <a:fld id="{B6F15528-21DE-4FAA-801E-634DDDAF4B2B}" type="slidenum">
              <a:rPr lang="en-US" smtClean="0"/>
              <a:pPr/>
              <a:t>80</a:t>
            </a:fld>
            <a:endParaRPr lang="en-US"/>
          </a:p>
        </p:txBody>
      </p:sp>
      <p:pic>
        <p:nvPicPr>
          <p:cNvPr id="8" name="Content Placeholder 7" descr="temp3.png"/>
          <p:cNvPicPr>
            <a:picLocks noGrp="1" noChangeAspect="1"/>
          </p:cNvPicPr>
          <p:nvPr>
            <p:ph idx="1"/>
          </p:nvPr>
        </p:nvPicPr>
        <p:blipFill>
          <a:blip r:embed="rId2"/>
          <a:stretch>
            <a:fillRect/>
          </a:stretch>
        </p:blipFill>
        <p:spPr>
          <a:xfrm>
            <a:off x="2438400" y="949465"/>
            <a:ext cx="6858000" cy="5353789"/>
          </a:xfrm>
        </p:spPr>
      </p:pic>
      <p:sp>
        <p:nvSpPr>
          <p:cNvPr id="10" name="Date Placeholder 9"/>
          <p:cNvSpPr>
            <a:spLocks noGrp="1"/>
          </p:cNvSpPr>
          <p:nvPr>
            <p:ph type="dt" sz="half" idx="10"/>
          </p:nvPr>
        </p:nvSpPr>
        <p:spPr/>
        <p:txBody>
          <a:bodyPr/>
          <a:lstStyle/>
          <a:p>
            <a:fld id="{2B533EC7-99F9-4DFD-997B-EE87737D4A6A}" type="datetime1">
              <a:rPr lang="en-US" smtClean="0"/>
              <a:t>8/20/2025</a:t>
            </a:fld>
            <a:endParaRPr 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1143001"/>
            <a:ext cx="8229600" cy="4525963"/>
          </a:xfrm>
        </p:spPr>
        <p:txBody>
          <a:bodyPr>
            <a:normAutofit/>
          </a:bodyPr>
          <a:lstStyle/>
          <a:p>
            <a:pPr marL="514350" indent="-514350">
              <a:spcBef>
                <a:spcPts val="0"/>
              </a:spcBef>
              <a:buClr>
                <a:schemeClr val="tx1">
                  <a:shade val="95000"/>
                </a:schemeClr>
              </a:buClr>
              <a:buFont typeface="+mj-lt"/>
              <a:buAutoNum type="arabicPeriod"/>
              <a:defRPr/>
            </a:pPr>
            <a:r>
              <a:rPr lang="en-US" sz="2400" dirty="0"/>
              <a:t>State the meaning of Funds flow statement</a:t>
            </a:r>
          </a:p>
          <a:p>
            <a:pPr marL="514350" indent="-514350">
              <a:spcBef>
                <a:spcPts val="0"/>
              </a:spcBef>
              <a:buClr>
                <a:schemeClr val="tx1">
                  <a:shade val="95000"/>
                </a:schemeClr>
              </a:buClr>
              <a:buFont typeface="+mj-lt"/>
              <a:buAutoNum type="arabicPeriod"/>
              <a:defRPr/>
            </a:pPr>
            <a:r>
              <a:rPr lang="en-US" sz="2400" dirty="0"/>
              <a:t>How  is the  schedule of changes in working capital prepared?</a:t>
            </a:r>
          </a:p>
          <a:p>
            <a:pPr marL="514350" indent="-514350">
              <a:spcBef>
                <a:spcPts val="0"/>
              </a:spcBef>
              <a:buClr>
                <a:schemeClr val="tx1">
                  <a:shade val="95000"/>
                </a:schemeClr>
              </a:buClr>
              <a:buFont typeface="+mj-lt"/>
              <a:buAutoNum type="arabicPeriod"/>
              <a:defRPr/>
            </a:pPr>
            <a:r>
              <a:rPr lang="en-US" sz="2400" dirty="0"/>
              <a:t>Discuss the importance  of funds flow statement .</a:t>
            </a:r>
          </a:p>
          <a:p>
            <a:pPr marL="514350" indent="-514350">
              <a:spcBef>
                <a:spcPts val="0"/>
              </a:spcBef>
              <a:buClr>
                <a:schemeClr val="tx1">
                  <a:shade val="95000"/>
                </a:schemeClr>
              </a:buClr>
              <a:buFont typeface="+mj-lt"/>
              <a:buAutoNum type="arabicPeriod"/>
              <a:defRPr/>
            </a:pPr>
            <a:r>
              <a:rPr lang="en-US" sz="2400" dirty="0"/>
              <a:t>Explain the  terms ‘funds items‘ and ‘non funds items. Give examples.</a:t>
            </a:r>
          </a:p>
          <a:p>
            <a:pPr marL="514350" indent="-514350">
              <a:spcBef>
                <a:spcPts val="0"/>
              </a:spcBef>
              <a:buClr>
                <a:schemeClr val="tx1">
                  <a:shade val="95000"/>
                </a:schemeClr>
              </a:buClr>
              <a:buFont typeface="+mj-lt"/>
              <a:buAutoNum type="arabicPeriod"/>
              <a:defRPr/>
            </a:pPr>
            <a:r>
              <a:rPr lang="en-US" sz="2400" dirty="0"/>
              <a:t>Write short notes on application of funds.</a:t>
            </a:r>
          </a:p>
          <a:p>
            <a:pPr marL="514350" indent="-514350">
              <a:spcBef>
                <a:spcPts val="0"/>
              </a:spcBef>
              <a:buClr>
                <a:schemeClr val="tx1">
                  <a:shade val="95000"/>
                </a:schemeClr>
              </a:buClr>
              <a:buFont typeface="+mj-lt"/>
              <a:buAutoNum type="arabicPeriod"/>
              <a:defRPr/>
            </a:pPr>
            <a:r>
              <a:rPr lang="en-US" sz="2400" dirty="0"/>
              <a:t>How are the funds from operations calculated?</a:t>
            </a:r>
          </a:p>
          <a:p>
            <a:pPr marL="514350" indent="-514350">
              <a:spcBef>
                <a:spcPts val="0"/>
              </a:spcBef>
              <a:buClr>
                <a:schemeClr val="tx1">
                  <a:shade val="95000"/>
                </a:schemeClr>
              </a:buClr>
              <a:buFont typeface="+mj-lt"/>
              <a:buAutoNum type="arabicPeriod"/>
              <a:defRPr/>
            </a:pPr>
            <a:r>
              <a:rPr lang="en-US" sz="2400" dirty="0"/>
              <a:t>Distinguish between the funds flow statement and Balance-Sheet.</a:t>
            </a:r>
          </a:p>
          <a:p>
            <a:pPr marL="514350" indent="-514350">
              <a:spcBef>
                <a:spcPts val="0"/>
              </a:spcBef>
              <a:buClr>
                <a:schemeClr val="tx1">
                  <a:shade val="95000"/>
                </a:schemeClr>
              </a:buClr>
              <a:buFont typeface="+mj-lt"/>
              <a:buAutoNum type="arabicPeriod"/>
              <a:defRPr/>
            </a:pPr>
            <a:endParaRPr lang="en-US" sz="2400" dirty="0"/>
          </a:p>
        </p:txBody>
      </p:sp>
      <p:sp>
        <p:nvSpPr>
          <p:cNvPr id="4" name="Date Placeholder 3"/>
          <p:cNvSpPr>
            <a:spLocks noGrp="1"/>
          </p:cNvSpPr>
          <p:nvPr>
            <p:ph type="dt" sz="half" idx="10"/>
          </p:nvPr>
        </p:nvSpPr>
        <p:spPr/>
        <p:txBody>
          <a:bodyPr/>
          <a:lstStyle/>
          <a:p>
            <a:fld id="{2BB88621-C9CE-49BB-AFF6-B8AB8CF344EF}"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81</a:t>
            </a:fld>
            <a:endParaRPr lang="en-US"/>
          </a:p>
        </p:txBody>
      </p:sp>
      <p:sp>
        <p:nvSpPr>
          <p:cNvPr id="7" name="Title 1"/>
          <p:cNvSpPr txBox="1">
            <a:spLocks/>
          </p:cNvSpPr>
          <p:nvPr/>
        </p:nvSpPr>
        <p:spPr>
          <a:xfrm>
            <a:off x="1905000" y="-17206"/>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b="1" dirty="0"/>
              <a:t>Expected Questions for University Exam </a:t>
            </a:r>
          </a:p>
        </p:txBody>
      </p:sp>
      <p:sp>
        <p:nvSpPr>
          <p:cNvPr id="9" name="Footer Placeholder 8"/>
          <p:cNvSpPr>
            <a:spLocks noGrp="1"/>
          </p:cNvSpPr>
          <p:nvPr>
            <p:ph type="ftr" sz="quarter" idx="11"/>
          </p:nvPr>
        </p:nvSpPr>
        <p:spPr/>
        <p:txBody>
          <a:bodyPr/>
          <a:lstStyle/>
          <a:p>
            <a:r>
              <a:rPr lang="en-US"/>
              <a:t>Amit Kumar        AOE0770       Finance for Engineers                 Unit 5</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1143001"/>
            <a:ext cx="8229600" cy="4525963"/>
          </a:xfrm>
        </p:spPr>
        <p:txBody>
          <a:bodyPr>
            <a:normAutofit lnSpcReduction="10000"/>
          </a:bodyPr>
          <a:lstStyle/>
          <a:p>
            <a:pPr marL="514350" indent="-514350">
              <a:spcBef>
                <a:spcPts val="0"/>
              </a:spcBef>
              <a:buAutoNum type="arabicPeriod" startAt="8"/>
              <a:defRPr/>
            </a:pPr>
            <a:r>
              <a:rPr lang="en-US" sz="2400" dirty="0"/>
              <a:t>Explain the terms ‘Funds’ and ‘Flow in funds ’ in respect of funds flow statement </a:t>
            </a:r>
          </a:p>
          <a:p>
            <a:pPr marL="514350" indent="-514350">
              <a:spcBef>
                <a:spcPts val="0"/>
              </a:spcBef>
              <a:buAutoNum type="arabicPeriod" startAt="8"/>
              <a:defRPr/>
            </a:pPr>
            <a:r>
              <a:rPr lang="en-US" sz="2400" dirty="0"/>
              <a:t> Define Funds Flows statement. How is it prepared? What are the various sources and uses of funds ?</a:t>
            </a:r>
          </a:p>
          <a:p>
            <a:pPr marL="514350" indent="-514350">
              <a:spcBef>
                <a:spcPts val="0"/>
              </a:spcBef>
              <a:buAutoNum type="arabicPeriod" startAt="8"/>
              <a:defRPr/>
            </a:pPr>
            <a:r>
              <a:rPr lang="en-US" sz="2400" dirty="0"/>
              <a:t>How is a funds flow statement prepared ?Give a Performa of schedule of changes in working capital and funds flow statement.</a:t>
            </a:r>
          </a:p>
          <a:p>
            <a:pPr marL="514350" indent="-514350">
              <a:spcBef>
                <a:spcPts val="0"/>
              </a:spcBef>
              <a:buAutoNum type="arabicPeriod" startAt="8"/>
              <a:defRPr/>
            </a:pPr>
            <a:r>
              <a:rPr lang="en-US" sz="2400" dirty="0"/>
              <a:t>Explain in brief various statements that are prepared in fund flow Analysis. Show the format of each statement.</a:t>
            </a:r>
          </a:p>
          <a:p>
            <a:pPr marL="514350" indent="-514350">
              <a:spcBef>
                <a:spcPts val="0"/>
              </a:spcBef>
              <a:buAutoNum type="arabicPeriod" startAt="8"/>
              <a:defRPr/>
            </a:pPr>
            <a:r>
              <a:rPr lang="en-US" sz="2400" dirty="0"/>
              <a:t>Differentiate between find flow and cash flow analysis which one  is  more beneficial for a firm.</a:t>
            </a:r>
          </a:p>
          <a:p>
            <a:pPr marL="514350" indent="-514350">
              <a:spcBef>
                <a:spcPts val="0"/>
              </a:spcBef>
              <a:buAutoNum type="arabicPeriod" startAt="8"/>
              <a:defRPr/>
            </a:pPr>
            <a:r>
              <a:rPr lang="en-US" sz="2400" dirty="0"/>
              <a:t>Fund Flow analysis is an effective tool of managing working capital in a firm.” Explain.  </a:t>
            </a:r>
          </a:p>
        </p:txBody>
      </p:sp>
      <p:sp>
        <p:nvSpPr>
          <p:cNvPr id="4" name="Date Placeholder 3"/>
          <p:cNvSpPr>
            <a:spLocks noGrp="1"/>
          </p:cNvSpPr>
          <p:nvPr>
            <p:ph type="dt" sz="half" idx="10"/>
          </p:nvPr>
        </p:nvSpPr>
        <p:spPr/>
        <p:txBody>
          <a:bodyPr/>
          <a:lstStyle/>
          <a:p>
            <a:fld id="{0B9542A0-B0C9-42CF-86CB-8B8F87844793}"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82</a:t>
            </a:fld>
            <a:endParaRPr lang="en-US"/>
          </a:p>
        </p:txBody>
      </p:sp>
      <p:sp>
        <p:nvSpPr>
          <p:cNvPr id="7" name="Title 1"/>
          <p:cNvSpPr txBox="1">
            <a:spLocks/>
          </p:cNvSpPr>
          <p:nvPr/>
        </p:nvSpPr>
        <p:spPr>
          <a:xfrm>
            <a:off x="1828800" y="0"/>
            <a:ext cx="10363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b="1" dirty="0"/>
              <a:t>Expected Questions for University Exam </a:t>
            </a:r>
          </a:p>
        </p:txBody>
      </p:sp>
      <p:sp>
        <p:nvSpPr>
          <p:cNvPr id="9" name="Footer Placeholder 8"/>
          <p:cNvSpPr>
            <a:spLocks noGrp="1"/>
          </p:cNvSpPr>
          <p:nvPr>
            <p:ph type="ftr" sz="quarter" idx="11"/>
          </p:nvPr>
        </p:nvSpPr>
        <p:spPr/>
        <p:txBody>
          <a:bodyPr/>
          <a:lstStyle/>
          <a:p>
            <a:r>
              <a:rPr lang="en-US"/>
              <a:t>Amit Kumar        AOE0770       Finance for Engineers                 Unit 5</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1143001"/>
            <a:ext cx="8229600" cy="4525963"/>
          </a:xfrm>
        </p:spPr>
        <p:txBody>
          <a:bodyPr>
            <a:normAutofit/>
          </a:bodyPr>
          <a:lstStyle/>
          <a:p>
            <a:r>
              <a:rPr lang="en-US" sz="2400" b="1" dirty="0">
                <a:latin typeface="Times New Roman" pitchFamily="18" charset="0"/>
                <a:cs typeface="Times New Roman" pitchFamily="18" charset="0"/>
              </a:rPr>
              <a:t>Rules of preparing funds flow statement</a:t>
            </a:r>
          </a:p>
          <a:p>
            <a:r>
              <a:rPr lang="en-US" sz="2400" b="1" dirty="0">
                <a:latin typeface="Times New Roman" pitchFamily="18" charset="0"/>
                <a:cs typeface="Times New Roman" pitchFamily="18" charset="0"/>
              </a:rPr>
              <a:t>Format of funds flow statement</a:t>
            </a:r>
          </a:p>
          <a:p>
            <a:r>
              <a:rPr lang="en-US" sz="2400" b="1" dirty="0">
                <a:latin typeface="Times New Roman" pitchFamily="18" charset="0"/>
                <a:cs typeface="Times New Roman" pitchFamily="18" charset="0"/>
              </a:rPr>
              <a:t>Precautions to be taken while preparing funds flow statement</a:t>
            </a:r>
          </a:p>
          <a:p>
            <a:r>
              <a:rPr lang="en-US" sz="2400" b="1" dirty="0">
                <a:latin typeface="Times New Roman" pitchFamily="18" charset="0"/>
                <a:cs typeface="Times New Roman" pitchFamily="18" charset="0"/>
              </a:rPr>
              <a:t>Numerical problem</a:t>
            </a:r>
          </a:p>
          <a:p>
            <a:endParaRPr lang="en-US" sz="2400" b="1" dirty="0"/>
          </a:p>
          <a:p>
            <a:endParaRPr lang="en-US" sz="2400" b="1" dirty="0"/>
          </a:p>
          <a:p>
            <a:endParaRPr lang="en-US" sz="2400" b="1" dirty="0"/>
          </a:p>
        </p:txBody>
      </p:sp>
      <p:sp>
        <p:nvSpPr>
          <p:cNvPr id="4" name="Date Placeholder 3"/>
          <p:cNvSpPr>
            <a:spLocks noGrp="1"/>
          </p:cNvSpPr>
          <p:nvPr>
            <p:ph type="dt" sz="half" idx="10"/>
          </p:nvPr>
        </p:nvSpPr>
        <p:spPr/>
        <p:txBody>
          <a:bodyPr/>
          <a:lstStyle/>
          <a:p>
            <a:fld id="{4B7E5E4F-0D80-4C7B-8967-05E966ACE920}"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83</a:t>
            </a:fld>
            <a:endParaRPr lang="en-US"/>
          </a:p>
        </p:txBody>
      </p:sp>
      <p:sp>
        <p:nvSpPr>
          <p:cNvPr id="10" name="Title 1"/>
          <p:cNvSpPr txBox="1">
            <a:spLocks/>
          </p:cNvSpPr>
          <p:nvPr/>
        </p:nvSpPr>
        <p:spPr>
          <a:xfrm>
            <a:off x="1905000" y="0"/>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b="1" dirty="0"/>
              <a:t>Summary</a:t>
            </a:r>
          </a:p>
        </p:txBody>
      </p:sp>
      <p:sp>
        <p:nvSpPr>
          <p:cNvPr id="7" name="Footer Placeholder 6"/>
          <p:cNvSpPr>
            <a:spLocks noGrp="1"/>
          </p:cNvSpPr>
          <p:nvPr>
            <p:ph type="ftr" sz="quarter" idx="11"/>
          </p:nvPr>
        </p:nvSpPr>
        <p:spPr/>
        <p:txBody>
          <a:bodyPr/>
          <a:lstStyle/>
          <a:p>
            <a:r>
              <a:rPr lang="en-US"/>
              <a:t>Amit Kumar        AOE0770       Finance for Engineers                 Unit 5</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EB2BDFA-B8B4-41D7-9B13-E1E9DDCE32B9}"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84</a:t>
            </a:fld>
            <a:endParaRPr lang="en-US"/>
          </a:p>
        </p:txBody>
      </p:sp>
      <p:sp>
        <p:nvSpPr>
          <p:cNvPr id="7" name="Title 1"/>
          <p:cNvSpPr txBox="1">
            <a:spLocks/>
          </p:cNvSpPr>
          <p:nvPr/>
        </p:nvSpPr>
        <p:spPr>
          <a:xfrm>
            <a:off x="1858296" y="25576"/>
            <a:ext cx="10333703"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b="1" dirty="0"/>
              <a:t>References</a:t>
            </a:r>
          </a:p>
        </p:txBody>
      </p:sp>
      <p:sp>
        <p:nvSpPr>
          <p:cNvPr id="9" name="Content Placeholder 8"/>
          <p:cNvSpPr>
            <a:spLocks noGrp="1"/>
          </p:cNvSpPr>
          <p:nvPr>
            <p:ph idx="1"/>
          </p:nvPr>
        </p:nvSpPr>
        <p:spPr>
          <a:xfrm>
            <a:off x="2057400" y="1143000"/>
            <a:ext cx="7772400" cy="4118050"/>
          </a:xfrm>
          <a:prstGeom prst="rect">
            <a:avLst/>
          </a:prstGeom>
          <a:noFill/>
        </p:spPr>
        <p:txBody>
          <a:bodyPr vert="horz" wrap="square" lIns="91440" tIns="45720" rIns="91440" bIns="45720" rtlCol="0">
            <a:spAutoFit/>
          </a:bodyPr>
          <a:lstStyle/>
          <a:p>
            <a:pPr>
              <a:buNone/>
            </a:pPr>
            <a:r>
              <a:rPr lang="en-US" sz="2400" b="1" dirty="0">
                <a:ln w="10541" cmpd="sng">
                  <a:solidFill>
                    <a:schemeClr val="accent1">
                      <a:shade val="88000"/>
                      <a:satMod val="110000"/>
                    </a:schemeClr>
                  </a:solidFill>
                  <a:prstDash val="solid"/>
                </a:ln>
              </a:rPr>
              <a:t>References:</a:t>
            </a:r>
          </a:p>
          <a:p>
            <a:pPr algn="ctr">
              <a:buNone/>
            </a:pPr>
            <a:endParaRPr lang="en-US" sz="6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a:p>
            <a:pPr algn="ctr">
              <a:buNone/>
            </a:pPr>
            <a:endParaRPr lang="en-US" sz="6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a:p>
            <a:pPr algn="ctr">
              <a:buNone/>
            </a:pPr>
            <a:endParaRPr lang="en-US" sz="6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grpSp>
        <p:nvGrpSpPr>
          <p:cNvPr id="4098" name="Group 238"/>
          <p:cNvGrpSpPr>
            <a:grpSpLocks/>
          </p:cNvGrpSpPr>
          <p:nvPr/>
        </p:nvGrpSpPr>
        <p:grpSpPr bwMode="auto">
          <a:xfrm>
            <a:off x="2971800" y="1752600"/>
            <a:ext cx="6858000" cy="1447800"/>
            <a:chOff x="2232" y="2340"/>
            <a:chExt cx="7889" cy="1100"/>
          </a:xfrm>
        </p:grpSpPr>
        <p:sp>
          <p:nvSpPr>
            <p:cNvPr id="239" name="AutoShape 31"/>
            <p:cNvSpPr>
              <a:spLocks/>
            </p:cNvSpPr>
            <p:nvPr/>
          </p:nvSpPr>
          <p:spPr bwMode="auto">
            <a:xfrm>
              <a:off x="2253" y="2345"/>
              <a:ext cx="60" cy="152"/>
            </a:xfrm>
            <a:custGeom>
              <a:avLst/>
              <a:gdLst>
                <a:gd name="T0" fmla="*/ 2 w 60"/>
                <a:gd name="T1" fmla="*/ 2367 h 152"/>
                <a:gd name="T2" fmla="*/ 0 w 60"/>
                <a:gd name="T3" fmla="*/ 2362 h 152"/>
                <a:gd name="T4" fmla="*/ 36 w 60"/>
                <a:gd name="T5" fmla="*/ 2345 h 152"/>
                <a:gd name="T6" fmla="*/ 40 w 60"/>
                <a:gd name="T7" fmla="*/ 2345 h 152"/>
                <a:gd name="T8" fmla="*/ 40 w 60"/>
                <a:gd name="T9" fmla="*/ 2362 h 152"/>
                <a:gd name="T10" fmla="*/ 9 w 60"/>
                <a:gd name="T11" fmla="*/ 2362 h 152"/>
                <a:gd name="T12" fmla="*/ 7 w 60"/>
                <a:gd name="T13" fmla="*/ 2364 h 152"/>
                <a:gd name="T14" fmla="*/ 2 w 60"/>
                <a:gd name="T15" fmla="*/ 2367 h 152"/>
                <a:gd name="T16" fmla="*/ 45 w 60"/>
                <a:gd name="T17" fmla="*/ 2492 h 152"/>
                <a:gd name="T18" fmla="*/ 16 w 60"/>
                <a:gd name="T19" fmla="*/ 2492 h 152"/>
                <a:gd name="T20" fmla="*/ 21 w 60"/>
                <a:gd name="T21" fmla="*/ 2487 h 152"/>
                <a:gd name="T22" fmla="*/ 21 w 60"/>
                <a:gd name="T23" fmla="*/ 2367 h 152"/>
                <a:gd name="T24" fmla="*/ 16 w 60"/>
                <a:gd name="T25" fmla="*/ 2362 h 152"/>
                <a:gd name="T26" fmla="*/ 40 w 60"/>
                <a:gd name="T27" fmla="*/ 2362 h 152"/>
                <a:gd name="T28" fmla="*/ 40 w 60"/>
                <a:gd name="T29" fmla="*/ 2487 h 152"/>
                <a:gd name="T30" fmla="*/ 45 w 60"/>
                <a:gd name="T31" fmla="*/ 2492 h 152"/>
                <a:gd name="T32" fmla="*/ 60 w 60"/>
                <a:gd name="T33" fmla="*/ 2496 h 152"/>
                <a:gd name="T34" fmla="*/ 2 w 60"/>
                <a:gd name="T35" fmla="*/ 2496 h 152"/>
                <a:gd name="T36" fmla="*/ 2 w 60"/>
                <a:gd name="T37" fmla="*/ 2494 h 152"/>
                <a:gd name="T38" fmla="*/ 9 w 60"/>
                <a:gd name="T39" fmla="*/ 2492 h 152"/>
                <a:gd name="T40" fmla="*/ 52 w 60"/>
                <a:gd name="T41" fmla="*/ 2492 h 152"/>
                <a:gd name="T42" fmla="*/ 60 w 60"/>
                <a:gd name="T43" fmla="*/ 2494 h 152"/>
                <a:gd name="T44" fmla="*/ 60 w 60"/>
                <a:gd name="T45" fmla="*/ 2496 h 15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60" h="152">
                  <a:moveTo>
                    <a:pt x="2" y="22"/>
                  </a:moveTo>
                  <a:lnTo>
                    <a:pt x="0" y="17"/>
                  </a:lnTo>
                  <a:lnTo>
                    <a:pt x="36" y="0"/>
                  </a:lnTo>
                  <a:lnTo>
                    <a:pt x="40" y="0"/>
                  </a:lnTo>
                  <a:lnTo>
                    <a:pt x="40" y="17"/>
                  </a:lnTo>
                  <a:lnTo>
                    <a:pt x="9" y="17"/>
                  </a:lnTo>
                  <a:lnTo>
                    <a:pt x="7" y="19"/>
                  </a:lnTo>
                  <a:lnTo>
                    <a:pt x="2" y="22"/>
                  </a:lnTo>
                  <a:close/>
                  <a:moveTo>
                    <a:pt x="45" y="147"/>
                  </a:moveTo>
                  <a:lnTo>
                    <a:pt x="16" y="147"/>
                  </a:lnTo>
                  <a:lnTo>
                    <a:pt x="21" y="142"/>
                  </a:lnTo>
                  <a:lnTo>
                    <a:pt x="21" y="22"/>
                  </a:lnTo>
                  <a:lnTo>
                    <a:pt x="16" y="17"/>
                  </a:lnTo>
                  <a:lnTo>
                    <a:pt x="40" y="17"/>
                  </a:lnTo>
                  <a:lnTo>
                    <a:pt x="40" y="142"/>
                  </a:lnTo>
                  <a:lnTo>
                    <a:pt x="45" y="147"/>
                  </a:lnTo>
                  <a:close/>
                  <a:moveTo>
                    <a:pt x="60" y="151"/>
                  </a:moveTo>
                  <a:lnTo>
                    <a:pt x="2" y="151"/>
                  </a:lnTo>
                  <a:lnTo>
                    <a:pt x="2" y="149"/>
                  </a:lnTo>
                  <a:lnTo>
                    <a:pt x="9" y="147"/>
                  </a:lnTo>
                  <a:lnTo>
                    <a:pt x="52" y="147"/>
                  </a:lnTo>
                  <a:lnTo>
                    <a:pt x="60" y="149"/>
                  </a:lnTo>
                  <a:lnTo>
                    <a:pt x="60" y="151"/>
                  </a:ln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pic>
          <p:nvPicPr>
            <p:cNvPr id="240" name="Picture 32"/>
            <p:cNvPicPr>
              <a:picLocks noChangeAspect="1" noChangeArrowheads="1"/>
            </p:cNvPicPr>
            <p:nvPr/>
          </p:nvPicPr>
          <p:blipFill>
            <a:blip r:embed="rId2"/>
            <a:srcRect/>
            <a:stretch>
              <a:fillRect/>
            </a:stretch>
          </p:blipFill>
          <p:spPr bwMode="auto">
            <a:xfrm>
              <a:off x="2232" y="2340"/>
              <a:ext cx="7889" cy="1100"/>
            </a:xfrm>
            <a:prstGeom prst="rect">
              <a:avLst/>
            </a:prstGeom>
            <a:noFill/>
          </p:spPr>
        </p:pic>
      </p:grpSp>
      <p:pic>
        <p:nvPicPr>
          <p:cNvPr id="11" name="Picture 10"/>
          <p:cNvPicPr/>
          <p:nvPr/>
        </p:nvPicPr>
        <p:blipFill>
          <a:blip r:embed="rId3">
            <a:extLst>
              <a:ext uri="{28A0092B-C50C-407E-A947-70E740481C1C}">
                <a14:useLocalDpi xmlns:a14="http://schemas.microsoft.com/office/drawing/2010/main" val="0"/>
              </a:ext>
            </a:extLst>
          </a:blip>
          <a:srcRect/>
          <a:stretch>
            <a:fillRect/>
          </a:stretch>
        </p:blipFill>
        <p:spPr bwMode="auto">
          <a:xfrm>
            <a:off x="2895600" y="3505200"/>
            <a:ext cx="6705600" cy="1371600"/>
          </a:xfrm>
          <a:prstGeom prst="rect">
            <a:avLst/>
          </a:prstGeom>
          <a:noFill/>
        </p:spPr>
      </p:pic>
      <p:sp>
        <p:nvSpPr>
          <p:cNvPr id="12" name="Subtitle 2"/>
          <p:cNvSpPr txBox="1">
            <a:spLocks/>
          </p:cNvSpPr>
          <p:nvPr/>
        </p:nvSpPr>
        <p:spPr>
          <a:xfrm>
            <a:off x="1752600" y="6019800"/>
            <a:ext cx="2590800" cy="3048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fontScale="62500" lnSpcReduction="20000"/>
          </a:bodyPr>
          <a:lstStyle/>
          <a:p>
            <a:pPr algn="ctr">
              <a:spcBef>
                <a:spcPct val="20000"/>
              </a:spcBef>
              <a:defRPr/>
            </a:pPr>
            <a:r>
              <a:rPr lang="en-US" sz="2400" dirty="0">
                <a:solidFill>
                  <a:schemeClr val="tx1"/>
                </a:solidFill>
                <a:latin typeface="Times New Roman" pitchFamily="18" charset="0"/>
                <a:cs typeface="Times New Roman" pitchFamily="18" charset="0"/>
              </a:rPr>
              <a:t>Source: www.aktuonline.com</a:t>
            </a:r>
          </a:p>
        </p:txBody>
      </p:sp>
      <p:sp>
        <p:nvSpPr>
          <p:cNvPr id="13" name="Footer Placeholder 12"/>
          <p:cNvSpPr>
            <a:spLocks noGrp="1"/>
          </p:cNvSpPr>
          <p:nvPr>
            <p:ph type="ftr" sz="quarter" idx="11"/>
          </p:nvPr>
        </p:nvSpPr>
        <p:spPr/>
        <p:txBody>
          <a:bodyPr/>
          <a:lstStyle/>
          <a:p>
            <a:r>
              <a:rPr lang="en-US"/>
              <a:t>Amit Kumar        AOE0770       Finance for Engineers                 Unit 5</a:t>
            </a:r>
          </a:p>
        </p:txBody>
      </p:sp>
    </p:spTree>
    <p:extLst>
      <p:ext uri="{BB962C8B-B14F-4D97-AF65-F5344CB8AC3E}">
        <p14:creationId xmlns:p14="http://schemas.microsoft.com/office/powerpoint/2010/main" val="255522020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E5639C2-6713-48CF-BFA7-8EE35240320F}" type="datetime1">
              <a:rPr lang="en-US" smtClean="0"/>
              <a:t>8/20/2025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85</a:t>
            </a:fld>
            <a:endParaRPr lang="en-US"/>
          </a:p>
        </p:txBody>
      </p:sp>
      <p:sp>
        <p:nvSpPr>
          <p:cNvPr id="7" name="Title 1"/>
          <p:cNvSpPr txBox="1">
            <a:spLocks/>
          </p:cNvSpPr>
          <p:nvPr/>
        </p:nvSpPr>
        <p:spPr>
          <a:xfrm>
            <a:off x="1905000" y="0"/>
            <a:ext cx="10287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b="1" dirty="0"/>
              <a:t>References</a:t>
            </a:r>
          </a:p>
        </p:txBody>
      </p:sp>
      <p:sp>
        <p:nvSpPr>
          <p:cNvPr id="9" name="Content Placeholder 8"/>
          <p:cNvSpPr>
            <a:spLocks noGrp="1"/>
          </p:cNvSpPr>
          <p:nvPr>
            <p:ph idx="1"/>
          </p:nvPr>
        </p:nvSpPr>
        <p:spPr>
          <a:xfrm>
            <a:off x="2057400" y="1143001"/>
            <a:ext cx="7772400" cy="2326791"/>
          </a:xfrm>
          <a:prstGeom prst="rect">
            <a:avLst/>
          </a:prstGeom>
          <a:noFill/>
        </p:spPr>
        <p:txBody>
          <a:bodyPr vert="horz" wrap="square" lIns="91440" tIns="45720" rIns="91440" bIns="45720" rtlCol="0">
            <a:spAutoFit/>
          </a:bodyPr>
          <a:lstStyle/>
          <a:p>
            <a:pPr algn="ctr">
              <a:buNone/>
            </a:pPr>
            <a:endParaRPr lang="en-US" sz="6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a:p>
            <a:pPr algn="ctr">
              <a:buNone/>
            </a:pPr>
            <a:r>
              <a:rPr lang="en-US" sz="6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Thank You</a:t>
            </a:r>
          </a:p>
        </p:txBody>
      </p:sp>
      <p:sp>
        <p:nvSpPr>
          <p:cNvPr id="10" name="Footer Placeholder 9"/>
          <p:cNvSpPr>
            <a:spLocks noGrp="1"/>
          </p:cNvSpPr>
          <p:nvPr>
            <p:ph type="ftr" sz="quarter" idx="11"/>
          </p:nvPr>
        </p:nvSpPr>
        <p:spPr/>
        <p:txBody>
          <a:bodyPr/>
          <a:lstStyle/>
          <a:p>
            <a:r>
              <a:rPr lang="en-US"/>
              <a:t>Amit Kumar        AOE0770       Finance for Engineers                 Unit 5</a:t>
            </a:r>
          </a:p>
        </p:txBody>
      </p:sp>
    </p:spTree>
    <p:extLst>
      <p:ext uri="{BB962C8B-B14F-4D97-AF65-F5344CB8AC3E}">
        <p14:creationId xmlns:p14="http://schemas.microsoft.com/office/powerpoint/2010/main" val="2555220207"/>
      </p:ext>
    </p:extLst>
  </p:cSld>
  <p:clrMapOvr>
    <a:masterClrMapping/>
  </p:clrMapOvr>
</p:sld>
</file>

<file path=ppt/theme/theme1.xml><?xml version="1.0" encoding="utf-8"?>
<a:theme xmlns:a="http://schemas.openxmlformats.org/drawingml/2006/main" name="Office Theme">
  <a:themeElements>
    <a:clrScheme name="Yellow">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350</TotalTime>
  <Words>5988</Words>
  <Application>Microsoft Office PowerPoint</Application>
  <PresentationFormat>Widescreen</PresentationFormat>
  <Paragraphs>984</Paragraphs>
  <Slides>85</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85</vt:i4>
      </vt:variant>
    </vt:vector>
  </HeadingPairs>
  <TitlesOfParts>
    <vt:vector size="90" baseType="lpstr">
      <vt:lpstr>Arial</vt:lpstr>
      <vt:lpstr>Calibri</vt:lpstr>
      <vt:lpstr>Times New Roman</vt:lpstr>
      <vt:lpstr>Wingdings</vt:lpstr>
      <vt:lpstr>Office Theme</vt:lpstr>
      <vt:lpstr>Noida Institute of Engineering and Technology, Greater Noida</vt:lpstr>
      <vt:lpstr>PowerPoint Presentation</vt:lpstr>
      <vt:lpstr>PowerPoint Presentation</vt:lpstr>
      <vt:lpstr>PowerPoint Presentation</vt:lpstr>
      <vt:lpstr>Noida Institute of Engineering and Technology, Greater Noida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Financial Assets/Instruments</vt:lpstr>
      <vt:lpstr>Financial Assets/Instruments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Noida Institute of Engineering and Technology, Greater Noida</dc:title>
  <dc:creator>RIYAZUDDIN</dc:creator>
  <cp:lastModifiedBy>Amit Kumar</cp:lastModifiedBy>
  <cp:revision>136</cp:revision>
  <dcterms:modified xsi:type="dcterms:W3CDTF">2025-08-20T10:35:46Z</dcterms:modified>
</cp:coreProperties>
</file>