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631" r:id="rId2"/>
    <p:sldId id="267" r:id="rId3"/>
    <p:sldId id="269" r:id="rId4"/>
    <p:sldId id="270" r:id="rId5"/>
    <p:sldId id="1382" r:id="rId6"/>
    <p:sldId id="272" r:id="rId7"/>
    <p:sldId id="273" r:id="rId8"/>
    <p:sldId id="274" r:id="rId9"/>
    <p:sldId id="1389" r:id="rId10"/>
    <p:sldId id="1381" r:id="rId11"/>
    <p:sldId id="1390" r:id="rId12"/>
    <p:sldId id="279" r:id="rId13"/>
    <p:sldId id="281" r:id="rId14"/>
    <p:sldId id="1560" r:id="rId15"/>
    <p:sldId id="1601" r:id="rId16"/>
    <p:sldId id="1602" r:id="rId17"/>
    <p:sldId id="1562" r:id="rId18"/>
    <p:sldId id="1603" r:id="rId19"/>
    <p:sldId id="1604" r:id="rId20"/>
    <p:sldId id="1605" r:id="rId21"/>
    <p:sldId id="1606" r:id="rId22"/>
    <p:sldId id="1607" r:id="rId23"/>
    <p:sldId id="1608" r:id="rId24"/>
    <p:sldId id="1609" r:id="rId25"/>
    <p:sldId id="1610" r:id="rId26"/>
    <p:sldId id="1611" r:id="rId27"/>
    <p:sldId id="1612" r:id="rId28"/>
    <p:sldId id="1613" r:id="rId29"/>
    <p:sldId id="1614" r:id="rId30"/>
    <p:sldId id="1615" r:id="rId31"/>
    <p:sldId id="1616" r:id="rId32"/>
    <p:sldId id="1617" r:id="rId33"/>
    <p:sldId id="1618" r:id="rId34"/>
    <p:sldId id="1619" r:id="rId35"/>
    <p:sldId id="1620" r:id="rId36"/>
    <p:sldId id="1621" r:id="rId37"/>
    <p:sldId id="1622" r:id="rId38"/>
    <p:sldId id="1623" r:id="rId39"/>
    <p:sldId id="1624" r:id="rId40"/>
    <p:sldId id="1625" r:id="rId41"/>
    <p:sldId id="1626" r:id="rId42"/>
    <p:sldId id="1627" r:id="rId43"/>
    <p:sldId id="1628" r:id="rId44"/>
    <p:sldId id="1629" r:id="rId45"/>
    <p:sldId id="1630" r:id="rId46"/>
    <p:sldId id="332" r:id="rId4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C9C"/>
    <a:srgbClr val="0066FF"/>
    <a:srgbClr val="CBF3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092429-62C6-43B0-82AD-D0162A1C50B3}" v="92" dt="2023-08-23T04:15:00.470"/>
    <p1510:client id="{17A0E2E3-9CA2-C975-38E0-6CA120B7656C}" v="86" dt="2023-09-08T10:12:12.375"/>
    <p1510:client id="{24B6CF88-50E6-AD1E-3A17-1FF34733D8EF}" v="144" dt="2023-08-22T07:39:32.095"/>
    <p1510:client id="{314DF113-DEFA-5200-AC94-CE3AF55FB404}" v="137" dt="2023-08-22T08:41:03.310"/>
    <p1510:client id="{32683770-8880-4559-98EF-CD6ED0897CD0}" v="107" dt="2023-09-05T04:21:16.012"/>
    <p1510:client id="{37F25F49-305A-5ABC-7387-8EE01DDEC523}" v="173" dt="2023-09-02T10:30:11.929"/>
    <p1510:client id="{382BE158-941A-E9A6-0BB6-CF9EDB08CD91}" v="2" dt="2023-09-04T06:36:29.207"/>
    <p1510:client id="{3F243914-9A1E-DCF7-7E5F-3AE966E6FA10}" v="300" dt="2023-09-04T11:07:52.739"/>
    <p1510:client id="{40418250-CFC5-4682-842C-11C34FC5D03D}" v="1" dt="2023-10-03T16:33:40.927"/>
    <p1510:client id="{687C5E9E-EA70-7F60-0F73-6A13D528796D}" v="260" dt="2023-09-12T09:09:06.022"/>
    <p1510:client id="{9B253117-5525-9C38-5080-87AA603007A9}" v="4" dt="2023-08-22T04:00:25.649"/>
    <p1510:client id="{B4AB676F-2D03-2C58-0FDC-1D5749CA1545}" v="314" dt="2023-08-29T06:33:27.486"/>
    <p1510:client id="{B7206FBC-3717-F983-ED3D-838EF64C2D4E}" v="71" dt="2023-09-02T10:04:24.008"/>
    <p1510:client id="{B7806D42-A0CB-9980-92C3-76DCDFFD9970}" v="102" dt="2023-09-11T04:40:13.867"/>
    <p1510:client id="{BD9B034B-ADF0-4CF5-BD55-20BA486BAA37}" v="27" dt="2023-09-18T04:54:43.511"/>
    <p1510:client id="{C2DB9CCB-6F58-4AD1-91BC-D5335A6B77D8}" v="10" dt="2023-08-30T04:12:15.698"/>
    <p1510:client id="{C3C58A7B-486C-1DDA-F148-07AB932DA0EE}" v="2" dt="2023-09-11T04:44:03.628"/>
    <p1510:client id="{DBD9E93B-85D2-593E-8A2C-EA755D93B1D7}" v="219" dt="2023-09-04T04:06:08.693"/>
    <p1510:client id="{E2A95BBF-7372-4155-8F56-EA5D3A5D83C3}" v="47" dt="2023-09-19T05:01:16.447"/>
    <p1510:client id="{F35547D1-FE30-44CF-8033-C8E759F08C79}" v="127" dt="2023-09-06T04:08:26.5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3" d="100"/>
          <a:sy n="83" d="100"/>
        </p:scale>
        <p:origin x="1203" y="54"/>
      </p:cViewPr>
      <p:guideLst>
        <p:guide orient="horz" pos="2160"/>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r. Sumit Sharma" userId="S::sumitsharma.cse@niet.co.in::0287a0e3-d7f5-4815-a5d5-4670a436bb9e" providerId="AD" clId="Web-{E2A95BBF-7372-4155-8F56-EA5D3A5D83C3}"/>
    <pc:docChg chg="modSld">
      <pc:chgData name="Mr. Sumit Sharma" userId="S::sumitsharma.cse@niet.co.in::0287a0e3-d7f5-4815-a5d5-4670a436bb9e" providerId="AD" clId="Web-{E2A95BBF-7372-4155-8F56-EA5D3A5D83C3}" dt="2023-09-19T05:01:16.447" v="47" actId="20577"/>
      <pc:docMkLst>
        <pc:docMk/>
      </pc:docMkLst>
      <pc:sldChg chg="modSp">
        <pc:chgData name="Mr. Sumit Sharma" userId="S::sumitsharma.cse@niet.co.in::0287a0e3-d7f5-4815-a5d5-4670a436bb9e" providerId="AD" clId="Web-{E2A95BBF-7372-4155-8F56-EA5D3A5D83C3}" dt="2023-09-19T05:01:16.447" v="47" actId="20577"/>
        <pc:sldMkLst>
          <pc:docMk/>
          <pc:sldMk cId="719459484" sldId="1625"/>
        </pc:sldMkLst>
        <pc:spChg chg="mod">
          <ac:chgData name="Mr. Sumit Sharma" userId="S::sumitsharma.cse@niet.co.in::0287a0e3-d7f5-4815-a5d5-4670a436bb9e" providerId="AD" clId="Web-{E2A95BBF-7372-4155-8F56-EA5D3A5D83C3}" dt="2023-09-19T05:01:16.447" v="47" actId="20577"/>
          <ac:spMkLst>
            <pc:docMk/>
            <pc:sldMk cId="719459484" sldId="1625"/>
            <ac:spMk id="182" creationId="{FDC1A734-1528-FC7A-7C7C-B49C8922968A}"/>
          </ac:spMkLst>
        </pc:spChg>
      </pc:sldChg>
      <pc:sldChg chg="modSp">
        <pc:chgData name="Mr. Sumit Sharma" userId="S::sumitsharma.cse@niet.co.in::0287a0e3-d7f5-4815-a5d5-4670a436bb9e" providerId="AD" clId="Web-{E2A95BBF-7372-4155-8F56-EA5D3A5D83C3}" dt="2023-09-19T04:05:08.064" v="2" actId="20577"/>
        <pc:sldMkLst>
          <pc:docMk/>
          <pc:sldMk cId="1556240971" sldId="1626"/>
        </pc:sldMkLst>
        <pc:spChg chg="mod">
          <ac:chgData name="Mr. Sumit Sharma" userId="S::sumitsharma.cse@niet.co.in::0287a0e3-d7f5-4815-a5d5-4670a436bb9e" providerId="AD" clId="Web-{E2A95BBF-7372-4155-8F56-EA5D3A5D83C3}" dt="2023-09-19T04:05:08.064" v="2" actId="20577"/>
          <ac:spMkLst>
            <pc:docMk/>
            <pc:sldMk cId="1556240971" sldId="1626"/>
            <ac:spMk id="182" creationId="{FDC1A734-1528-FC7A-7C7C-B49C8922968A}"/>
          </ac:spMkLst>
        </pc:spChg>
      </pc:sldChg>
    </pc:docChg>
  </pc:docChgLst>
  <pc:docChgLst>
    <pc:chgData name="Mr. Sumit Sharma" userId="S::sumitsharma.cse@niet.co.in::0287a0e3-d7f5-4815-a5d5-4670a436bb9e" providerId="AD" clId="Web-{F35547D1-FE30-44CF-8033-C8E759F08C79}"/>
    <pc:docChg chg="addSld modSld">
      <pc:chgData name="Mr. Sumit Sharma" userId="S::sumitsharma.cse@niet.co.in::0287a0e3-d7f5-4815-a5d5-4670a436bb9e" providerId="AD" clId="Web-{F35547D1-FE30-44CF-8033-C8E759F08C79}" dt="2023-09-06T04:07:54.576" v="140" actId="20577"/>
      <pc:docMkLst>
        <pc:docMk/>
      </pc:docMkLst>
      <pc:sldChg chg="addSp delSp modSp add replId">
        <pc:chgData name="Mr. Sumit Sharma" userId="S::sumitsharma.cse@niet.co.in::0287a0e3-d7f5-4815-a5d5-4670a436bb9e" providerId="AD" clId="Web-{F35547D1-FE30-44CF-8033-C8E759F08C79}" dt="2023-09-06T03:59:50.998" v="25"/>
        <pc:sldMkLst>
          <pc:docMk/>
          <pc:sldMk cId="187815721" sldId="1609"/>
        </pc:sldMkLst>
        <pc:spChg chg="add del mod">
          <ac:chgData name="Mr. Sumit Sharma" userId="S::sumitsharma.cse@niet.co.in::0287a0e3-d7f5-4815-a5d5-4670a436bb9e" providerId="AD" clId="Web-{F35547D1-FE30-44CF-8033-C8E759F08C79}" dt="2023-09-06T03:59:50.998" v="25"/>
          <ac:spMkLst>
            <pc:docMk/>
            <pc:sldMk cId="187815721" sldId="1609"/>
            <ac:spMk id="2" creationId="{DB1F3465-1D03-BB1A-7D7B-4852E214BEC1}"/>
          </ac:spMkLst>
        </pc:spChg>
        <pc:spChg chg="mod">
          <ac:chgData name="Mr. Sumit Sharma" userId="S::sumitsharma.cse@niet.co.in::0287a0e3-d7f5-4815-a5d5-4670a436bb9e" providerId="AD" clId="Web-{F35547D1-FE30-44CF-8033-C8E759F08C79}" dt="2023-09-06T03:57:44.790" v="8" actId="20577"/>
          <ac:spMkLst>
            <pc:docMk/>
            <pc:sldMk cId="187815721" sldId="1609"/>
            <ac:spMk id="7" creationId="{00000000-0000-0000-0000-000000000000}"/>
          </ac:spMkLst>
        </pc:spChg>
        <pc:spChg chg="mod">
          <ac:chgData name="Mr. Sumit Sharma" userId="S::sumitsharma.cse@niet.co.in::0287a0e3-d7f5-4815-a5d5-4670a436bb9e" providerId="AD" clId="Web-{F35547D1-FE30-44CF-8033-C8E759F08C79}" dt="2023-09-06T03:59:38.951" v="22" actId="20577"/>
          <ac:spMkLst>
            <pc:docMk/>
            <pc:sldMk cId="187815721" sldId="1609"/>
            <ac:spMk id="182" creationId="{FDC1A734-1528-FC7A-7C7C-B49C8922968A}"/>
          </ac:spMkLst>
        </pc:spChg>
      </pc:sldChg>
      <pc:sldChg chg="modSp add replId">
        <pc:chgData name="Mr. Sumit Sharma" userId="S::sumitsharma.cse@niet.co.in::0287a0e3-d7f5-4815-a5d5-4670a436bb9e" providerId="AD" clId="Web-{F35547D1-FE30-44CF-8033-C8E759F08C79}" dt="2023-09-06T04:02:09.255" v="49" actId="20577"/>
        <pc:sldMkLst>
          <pc:docMk/>
          <pc:sldMk cId="3928331190" sldId="1610"/>
        </pc:sldMkLst>
        <pc:spChg chg="mod">
          <ac:chgData name="Mr. Sumit Sharma" userId="S::sumitsharma.cse@niet.co.in::0287a0e3-d7f5-4815-a5d5-4670a436bb9e" providerId="AD" clId="Web-{F35547D1-FE30-44CF-8033-C8E759F08C79}" dt="2023-09-06T04:00:28.515" v="33" actId="20577"/>
          <ac:spMkLst>
            <pc:docMk/>
            <pc:sldMk cId="3928331190" sldId="1610"/>
            <ac:spMk id="7" creationId="{00000000-0000-0000-0000-000000000000}"/>
          </ac:spMkLst>
        </pc:spChg>
        <pc:spChg chg="mod">
          <ac:chgData name="Mr. Sumit Sharma" userId="S::sumitsharma.cse@niet.co.in::0287a0e3-d7f5-4815-a5d5-4670a436bb9e" providerId="AD" clId="Web-{F35547D1-FE30-44CF-8033-C8E759F08C79}" dt="2023-09-06T04:02:09.255" v="49" actId="20577"/>
          <ac:spMkLst>
            <pc:docMk/>
            <pc:sldMk cId="3928331190" sldId="1610"/>
            <ac:spMk id="182" creationId="{FDC1A734-1528-FC7A-7C7C-B49C8922968A}"/>
          </ac:spMkLst>
        </pc:spChg>
      </pc:sldChg>
      <pc:sldChg chg="addSp delSp modSp add replId">
        <pc:chgData name="Mr. Sumit Sharma" userId="S::sumitsharma.cse@niet.co.in::0287a0e3-d7f5-4815-a5d5-4670a436bb9e" providerId="AD" clId="Web-{F35547D1-FE30-44CF-8033-C8E759F08C79}" dt="2023-09-06T04:04:03.898" v="76"/>
        <pc:sldMkLst>
          <pc:docMk/>
          <pc:sldMk cId="1877501331" sldId="1611"/>
        </pc:sldMkLst>
        <pc:spChg chg="add del mod">
          <ac:chgData name="Mr. Sumit Sharma" userId="S::sumitsharma.cse@niet.co.in::0287a0e3-d7f5-4815-a5d5-4670a436bb9e" providerId="AD" clId="Web-{F35547D1-FE30-44CF-8033-C8E759F08C79}" dt="2023-09-06T04:04:03.898" v="76"/>
          <ac:spMkLst>
            <pc:docMk/>
            <pc:sldMk cId="1877501331" sldId="1611"/>
            <ac:spMk id="2" creationId="{4D9491A2-78C4-E5B8-B158-38B50300EEC7}"/>
          </ac:spMkLst>
        </pc:spChg>
        <pc:spChg chg="mod">
          <ac:chgData name="Mr. Sumit Sharma" userId="S::sumitsharma.cse@niet.co.in::0287a0e3-d7f5-4815-a5d5-4670a436bb9e" providerId="AD" clId="Web-{F35547D1-FE30-44CF-8033-C8E759F08C79}" dt="2023-09-06T04:02:45.474" v="63" actId="20577"/>
          <ac:spMkLst>
            <pc:docMk/>
            <pc:sldMk cId="1877501331" sldId="1611"/>
            <ac:spMk id="7" creationId="{00000000-0000-0000-0000-000000000000}"/>
          </ac:spMkLst>
        </pc:spChg>
        <pc:spChg chg="mod">
          <ac:chgData name="Mr. Sumit Sharma" userId="S::sumitsharma.cse@niet.co.in::0287a0e3-d7f5-4815-a5d5-4670a436bb9e" providerId="AD" clId="Web-{F35547D1-FE30-44CF-8033-C8E759F08C79}" dt="2023-09-06T04:03:34.179" v="72" actId="20577"/>
          <ac:spMkLst>
            <pc:docMk/>
            <pc:sldMk cId="1877501331" sldId="1611"/>
            <ac:spMk id="182" creationId="{FDC1A734-1528-FC7A-7C7C-B49C8922968A}"/>
          </ac:spMkLst>
        </pc:spChg>
      </pc:sldChg>
      <pc:sldChg chg="modSp add replId">
        <pc:chgData name="Mr. Sumit Sharma" userId="S::sumitsharma.cse@niet.co.in::0287a0e3-d7f5-4815-a5d5-4670a436bb9e" providerId="AD" clId="Web-{F35547D1-FE30-44CF-8033-C8E759F08C79}" dt="2023-09-06T04:07:54.576" v="140" actId="20577"/>
        <pc:sldMkLst>
          <pc:docMk/>
          <pc:sldMk cId="717088700" sldId="1612"/>
        </pc:sldMkLst>
        <pc:spChg chg="mod">
          <ac:chgData name="Mr. Sumit Sharma" userId="S::sumitsharma.cse@niet.co.in::0287a0e3-d7f5-4815-a5d5-4670a436bb9e" providerId="AD" clId="Web-{F35547D1-FE30-44CF-8033-C8E759F08C79}" dt="2023-09-06T04:04:20.618" v="100" actId="20577"/>
          <ac:spMkLst>
            <pc:docMk/>
            <pc:sldMk cId="717088700" sldId="1612"/>
            <ac:spMk id="7" creationId="{00000000-0000-0000-0000-000000000000}"/>
          </ac:spMkLst>
        </pc:spChg>
        <pc:spChg chg="mod">
          <ac:chgData name="Mr. Sumit Sharma" userId="S::sumitsharma.cse@niet.co.in::0287a0e3-d7f5-4815-a5d5-4670a436bb9e" providerId="AD" clId="Web-{F35547D1-FE30-44CF-8033-C8E759F08C79}" dt="2023-09-06T04:07:54.576" v="140" actId="20577"/>
          <ac:spMkLst>
            <pc:docMk/>
            <pc:sldMk cId="717088700" sldId="1612"/>
            <ac:spMk id="182" creationId="{FDC1A734-1528-FC7A-7C7C-B49C8922968A}"/>
          </ac:spMkLst>
        </pc:spChg>
      </pc:sldChg>
    </pc:docChg>
  </pc:docChgLst>
  <pc:docChgLst>
    <pc:chgData name="Mr. Sumit Sharma" userId="S::sumitsharma.cse@niet.co.in::0287a0e3-d7f5-4815-a5d5-4670a436bb9e" providerId="AD" clId="Web-{BD9B034B-ADF0-4CF5-BD55-20BA486BAA37}"/>
    <pc:docChg chg="modSld">
      <pc:chgData name="Mr. Sumit Sharma" userId="S::sumitsharma.cse@niet.co.in::0287a0e3-d7f5-4815-a5d5-4670a436bb9e" providerId="AD" clId="Web-{BD9B034B-ADF0-4CF5-BD55-20BA486BAA37}" dt="2023-09-18T04:53:50.057" v="22" actId="20577"/>
      <pc:docMkLst>
        <pc:docMk/>
      </pc:docMkLst>
      <pc:sldChg chg="modSp">
        <pc:chgData name="Mr. Sumit Sharma" userId="S::sumitsharma.cse@niet.co.in::0287a0e3-d7f5-4815-a5d5-4670a436bb9e" providerId="AD" clId="Web-{BD9B034B-ADF0-4CF5-BD55-20BA486BAA37}" dt="2023-09-18T04:06:57.897" v="3" actId="14100"/>
        <pc:sldMkLst>
          <pc:docMk/>
          <pc:sldMk cId="4093949934" sldId="1618"/>
        </pc:sldMkLst>
        <pc:spChg chg="mod">
          <ac:chgData name="Mr. Sumit Sharma" userId="S::sumitsharma.cse@niet.co.in::0287a0e3-d7f5-4815-a5d5-4670a436bb9e" providerId="AD" clId="Web-{BD9B034B-ADF0-4CF5-BD55-20BA486BAA37}" dt="2023-09-18T04:06:57.897" v="3" actId="14100"/>
          <ac:spMkLst>
            <pc:docMk/>
            <pc:sldMk cId="4093949934" sldId="1618"/>
            <ac:spMk id="182" creationId="{FDC1A734-1528-FC7A-7C7C-B49C8922968A}"/>
          </ac:spMkLst>
        </pc:spChg>
      </pc:sldChg>
      <pc:sldChg chg="modSp">
        <pc:chgData name="Mr. Sumit Sharma" userId="S::sumitsharma.cse@niet.co.in::0287a0e3-d7f5-4815-a5d5-4670a436bb9e" providerId="AD" clId="Web-{BD9B034B-ADF0-4CF5-BD55-20BA486BAA37}" dt="2023-09-18T04:23:48.389" v="12" actId="14100"/>
        <pc:sldMkLst>
          <pc:docMk/>
          <pc:sldMk cId="2160946289" sldId="1620"/>
        </pc:sldMkLst>
        <pc:spChg chg="mod">
          <ac:chgData name="Mr. Sumit Sharma" userId="S::sumitsharma.cse@niet.co.in::0287a0e3-d7f5-4815-a5d5-4670a436bb9e" providerId="AD" clId="Web-{BD9B034B-ADF0-4CF5-BD55-20BA486BAA37}" dt="2023-09-18T04:23:48.389" v="12" actId="14100"/>
          <ac:spMkLst>
            <pc:docMk/>
            <pc:sldMk cId="2160946289" sldId="1620"/>
            <ac:spMk id="182" creationId="{FDC1A734-1528-FC7A-7C7C-B49C8922968A}"/>
          </ac:spMkLst>
        </pc:spChg>
      </pc:sldChg>
      <pc:sldChg chg="modSp">
        <pc:chgData name="Mr. Sumit Sharma" userId="S::sumitsharma.cse@niet.co.in::0287a0e3-d7f5-4815-a5d5-4670a436bb9e" providerId="AD" clId="Web-{BD9B034B-ADF0-4CF5-BD55-20BA486BAA37}" dt="2023-09-18T04:53:50.057" v="22" actId="20577"/>
        <pc:sldMkLst>
          <pc:docMk/>
          <pc:sldMk cId="3568023145" sldId="1623"/>
        </pc:sldMkLst>
        <pc:spChg chg="mod">
          <ac:chgData name="Mr. Sumit Sharma" userId="S::sumitsharma.cse@niet.co.in::0287a0e3-d7f5-4815-a5d5-4670a436bb9e" providerId="AD" clId="Web-{BD9B034B-ADF0-4CF5-BD55-20BA486BAA37}" dt="2023-09-18T04:53:50.057" v="22" actId="20577"/>
          <ac:spMkLst>
            <pc:docMk/>
            <pc:sldMk cId="3568023145" sldId="1623"/>
            <ac:spMk id="182" creationId="{FDC1A734-1528-FC7A-7C7C-B49C8922968A}"/>
          </ac:spMkLst>
        </pc:spChg>
      </pc:sldChg>
      <pc:sldChg chg="modSp">
        <pc:chgData name="Mr. Sumit Sharma" userId="S::sumitsharma.cse@niet.co.in::0287a0e3-d7f5-4815-a5d5-4670a436bb9e" providerId="AD" clId="Web-{BD9B034B-ADF0-4CF5-BD55-20BA486BAA37}" dt="2023-09-18T04:42:49.166" v="18" actId="14100"/>
        <pc:sldMkLst>
          <pc:docMk/>
          <pc:sldMk cId="1044315574" sldId="1624"/>
        </pc:sldMkLst>
        <pc:spChg chg="mod">
          <ac:chgData name="Mr. Sumit Sharma" userId="S::sumitsharma.cse@niet.co.in::0287a0e3-d7f5-4815-a5d5-4670a436bb9e" providerId="AD" clId="Web-{BD9B034B-ADF0-4CF5-BD55-20BA486BAA37}" dt="2023-09-18T04:42:49.166" v="18" actId="14100"/>
          <ac:spMkLst>
            <pc:docMk/>
            <pc:sldMk cId="1044315574" sldId="1624"/>
            <ac:spMk id="182" creationId="{FDC1A734-1528-FC7A-7C7C-B49C8922968A}"/>
          </ac:spMkLst>
        </pc:spChg>
      </pc:sldChg>
    </pc:docChg>
  </pc:docChgLst>
  <pc:docChgLst>
    <pc:chgData name="Mr. Sumit Sharma" userId="S::sumitsharma.cse@niet.co.in::0287a0e3-d7f5-4815-a5d5-4670a436bb9e" providerId="AD" clId="Web-{37F25F49-305A-5ABC-7387-8EE01DDEC523}"/>
    <pc:docChg chg="addSld modSld">
      <pc:chgData name="Mr. Sumit Sharma" userId="S::sumitsharma.cse@niet.co.in::0287a0e3-d7f5-4815-a5d5-4670a436bb9e" providerId="AD" clId="Web-{37F25F49-305A-5ABC-7387-8EE01DDEC523}" dt="2023-09-02T10:30:04.631" v="178" actId="20577"/>
      <pc:docMkLst>
        <pc:docMk/>
      </pc:docMkLst>
      <pc:sldChg chg="addSp delSp modSp">
        <pc:chgData name="Mr. Sumit Sharma" userId="S::sumitsharma.cse@niet.co.in::0287a0e3-d7f5-4815-a5d5-4670a436bb9e" providerId="AD" clId="Web-{37F25F49-305A-5ABC-7387-8EE01DDEC523}" dt="2023-09-02T10:13:54.029" v="29" actId="1076"/>
        <pc:sldMkLst>
          <pc:docMk/>
          <pc:sldMk cId="1962279143" sldId="1592"/>
        </pc:sldMkLst>
        <pc:spChg chg="del">
          <ac:chgData name="Mr. Sumit Sharma" userId="S::sumitsharma.cse@niet.co.in::0287a0e3-d7f5-4815-a5d5-4670a436bb9e" providerId="AD" clId="Web-{37F25F49-305A-5ABC-7387-8EE01DDEC523}" dt="2023-09-02T10:05:54.573" v="0"/>
          <ac:spMkLst>
            <pc:docMk/>
            <pc:sldMk cId="1962279143" sldId="1592"/>
            <ac:spMk id="122" creationId="{B50AB553-2A96-4A92-96F2-93548E096954}"/>
          </ac:spMkLst>
        </pc:spChg>
        <pc:spChg chg="add">
          <ac:chgData name="Mr. Sumit Sharma" userId="S::sumitsharma.cse@niet.co.in::0287a0e3-d7f5-4815-a5d5-4670a436bb9e" providerId="AD" clId="Web-{37F25F49-305A-5ABC-7387-8EE01DDEC523}" dt="2023-09-02T10:05:54.573" v="0"/>
          <ac:spMkLst>
            <pc:docMk/>
            <pc:sldMk cId="1962279143" sldId="1592"/>
            <ac:spMk id="127" creationId="{B50AB553-2A96-4A92-96F2-93548E096954}"/>
          </ac:spMkLst>
        </pc:spChg>
        <pc:graphicFrameChg chg="mod modGraphic">
          <ac:chgData name="Mr. Sumit Sharma" userId="S::sumitsharma.cse@niet.co.in::0287a0e3-d7f5-4815-a5d5-4670a436bb9e" providerId="AD" clId="Web-{37F25F49-305A-5ABC-7387-8EE01DDEC523}" dt="2023-09-02T10:13:54.029" v="29" actId="1076"/>
          <ac:graphicFrameMkLst>
            <pc:docMk/>
            <pc:sldMk cId="1962279143" sldId="1592"/>
            <ac:graphicFrameMk id="115" creationId="{5E7B02D7-812F-8FB5-ACDD-4128603C06A6}"/>
          </ac:graphicFrameMkLst>
        </pc:graphicFrameChg>
      </pc:sldChg>
      <pc:sldChg chg="addSp delSp modSp add replId">
        <pc:chgData name="Mr. Sumit Sharma" userId="S::sumitsharma.cse@niet.co.in::0287a0e3-d7f5-4815-a5d5-4670a436bb9e" providerId="AD" clId="Web-{37F25F49-305A-5ABC-7387-8EE01DDEC523}" dt="2023-09-02T10:13:26.528" v="26" actId="14100"/>
        <pc:sldMkLst>
          <pc:docMk/>
          <pc:sldMk cId="326434851" sldId="1593"/>
        </pc:sldMkLst>
        <pc:spChg chg="del mod">
          <ac:chgData name="Mr. Sumit Sharma" userId="S::sumitsharma.cse@niet.co.in::0287a0e3-d7f5-4815-a5d5-4670a436bb9e" providerId="AD" clId="Web-{37F25F49-305A-5ABC-7387-8EE01DDEC523}" dt="2023-09-02T10:06:26.168" v="3"/>
          <ac:spMkLst>
            <pc:docMk/>
            <pc:sldMk cId="326434851" sldId="1593"/>
            <ac:spMk id="3" creationId="{F8CC24E1-E4CB-4555-AAFE-79673E88E287}"/>
          </ac:spMkLst>
        </pc:spChg>
        <pc:spChg chg="add mod">
          <ac:chgData name="Mr. Sumit Sharma" userId="S::sumitsharma.cse@niet.co.in::0287a0e3-d7f5-4815-a5d5-4670a436bb9e" providerId="AD" clId="Web-{37F25F49-305A-5ABC-7387-8EE01DDEC523}" dt="2023-09-02T10:13:26.528" v="26" actId="14100"/>
          <ac:spMkLst>
            <pc:docMk/>
            <pc:sldMk cId="326434851" sldId="1593"/>
            <ac:spMk id="4" creationId="{7FA8EF7C-98A4-19B1-DF88-0AA67459A072}"/>
          </ac:spMkLst>
        </pc:spChg>
      </pc:sldChg>
      <pc:sldChg chg="modSp add replId">
        <pc:chgData name="Mr. Sumit Sharma" userId="S::sumitsharma.cse@niet.co.in::0287a0e3-d7f5-4815-a5d5-4670a436bb9e" providerId="AD" clId="Web-{37F25F49-305A-5ABC-7387-8EE01DDEC523}" dt="2023-09-02T10:17:41.506" v="42" actId="20577"/>
        <pc:sldMkLst>
          <pc:docMk/>
          <pc:sldMk cId="3257631459" sldId="1594"/>
        </pc:sldMkLst>
        <pc:spChg chg="mod">
          <ac:chgData name="Mr. Sumit Sharma" userId="S::sumitsharma.cse@niet.co.in::0287a0e3-d7f5-4815-a5d5-4670a436bb9e" providerId="AD" clId="Web-{37F25F49-305A-5ABC-7387-8EE01DDEC523}" dt="2023-09-02T10:17:41.506" v="42" actId="20577"/>
          <ac:spMkLst>
            <pc:docMk/>
            <pc:sldMk cId="3257631459" sldId="1594"/>
            <ac:spMk id="4" creationId="{7FA8EF7C-98A4-19B1-DF88-0AA67459A072}"/>
          </ac:spMkLst>
        </pc:spChg>
      </pc:sldChg>
      <pc:sldChg chg="modSp add replId">
        <pc:chgData name="Mr. Sumit Sharma" userId="S::sumitsharma.cse@niet.co.in::0287a0e3-d7f5-4815-a5d5-4670a436bb9e" providerId="AD" clId="Web-{37F25F49-305A-5ABC-7387-8EE01DDEC523}" dt="2023-09-02T10:19:17.994" v="55" actId="20577"/>
        <pc:sldMkLst>
          <pc:docMk/>
          <pc:sldMk cId="2120114595" sldId="1595"/>
        </pc:sldMkLst>
        <pc:spChg chg="mod">
          <ac:chgData name="Mr. Sumit Sharma" userId="S::sumitsharma.cse@niet.co.in::0287a0e3-d7f5-4815-a5d5-4670a436bb9e" providerId="AD" clId="Web-{37F25F49-305A-5ABC-7387-8EE01DDEC523}" dt="2023-09-02T10:19:17.994" v="55" actId="20577"/>
          <ac:spMkLst>
            <pc:docMk/>
            <pc:sldMk cId="2120114595" sldId="1595"/>
            <ac:spMk id="4" creationId="{7FA8EF7C-98A4-19B1-DF88-0AA67459A072}"/>
          </ac:spMkLst>
        </pc:spChg>
      </pc:sldChg>
      <pc:sldChg chg="modSp add replId">
        <pc:chgData name="Mr. Sumit Sharma" userId="S::sumitsharma.cse@niet.co.in::0287a0e3-d7f5-4815-a5d5-4670a436bb9e" providerId="AD" clId="Web-{37F25F49-305A-5ABC-7387-8EE01DDEC523}" dt="2023-09-02T10:21:11.092" v="77" actId="14100"/>
        <pc:sldMkLst>
          <pc:docMk/>
          <pc:sldMk cId="402774072" sldId="1596"/>
        </pc:sldMkLst>
        <pc:spChg chg="mod">
          <ac:chgData name="Mr. Sumit Sharma" userId="S::sumitsharma.cse@niet.co.in::0287a0e3-d7f5-4815-a5d5-4670a436bb9e" providerId="AD" clId="Web-{37F25F49-305A-5ABC-7387-8EE01DDEC523}" dt="2023-09-02T10:21:11.092" v="77" actId="14100"/>
          <ac:spMkLst>
            <pc:docMk/>
            <pc:sldMk cId="402774072" sldId="1596"/>
            <ac:spMk id="4" creationId="{7FA8EF7C-98A4-19B1-DF88-0AA67459A072}"/>
          </ac:spMkLst>
        </pc:spChg>
      </pc:sldChg>
      <pc:sldChg chg="modSp add replId">
        <pc:chgData name="Mr. Sumit Sharma" userId="S::sumitsharma.cse@niet.co.in::0287a0e3-d7f5-4815-a5d5-4670a436bb9e" providerId="AD" clId="Web-{37F25F49-305A-5ABC-7387-8EE01DDEC523}" dt="2023-09-02T10:22:30.767" v="92" actId="20577"/>
        <pc:sldMkLst>
          <pc:docMk/>
          <pc:sldMk cId="333784858" sldId="1597"/>
        </pc:sldMkLst>
        <pc:spChg chg="mod">
          <ac:chgData name="Mr. Sumit Sharma" userId="S::sumitsharma.cse@niet.co.in::0287a0e3-d7f5-4815-a5d5-4670a436bb9e" providerId="AD" clId="Web-{37F25F49-305A-5ABC-7387-8EE01DDEC523}" dt="2023-09-02T10:22:30.767" v="92" actId="20577"/>
          <ac:spMkLst>
            <pc:docMk/>
            <pc:sldMk cId="333784858" sldId="1597"/>
            <ac:spMk id="4" creationId="{7FA8EF7C-98A4-19B1-DF88-0AA67459A072}"/>
          </ac:spMkLst>
        </pc:spChg>
      </pc:sldChg>
      <pc:sldChg chg="modSp add replId">
        <pc:chgData name="Mr. Sumit Sharma" userId="S::sumitsharma.cse@niet.co.in::0287a0e3-d7f5-4815-a5d5-4670a436bb9e" providerId="AD" clId="Web-{37F25F49-305A-5ABC-7387-8EE01DDEC523}" dt="2023-09-02T10:23:37.411" v="118" actId="14100"/>
        <pc:sldMkLst>
          <pc:docMk/>
          <pc:sldMk cId="3283346478" sldId="1598"/>
        </pc:sldMkLst>
        <pc:spChg chg="mod">
          <ac:chgData name="Mr. Sumit Sharma" userId="S::sumitsharma.cse@niet.co.in::0287a0e3-d7f5-4815-a5d5-4670a436bb9e" providerId="AD" clId="Web-{37F25F49-305A-5ABC-7387-8EE01DDEC523}" dt="2023-09-02T10:23:37.411" v="118" actId="14100"/>
          <ac:spMkLst>
            <pc:docMk/>
            <pc:sldMk cId="3283346478" sldId="1598"/>
            <ac:spMk id="4" creationId="{7FA8EF7C-98A4-19B1-DF88-0AA67459A072}"/>
          </ac:spMkLst>
        </pc:spChg>
      </pc:sldChg>
      <pc:sldChg chg="modSp add replId">
        <pc:chgData name="Mr. Sumit Sharma" userId="S::sumitsharma.cse@niet.co.in::0287a0e3-d7f5-4815-a5d5-4670a436bb9e" providerId="AD" clId="Web-{37F25F49-305A-5ABC-7387-8EE01DDEC523}" dt="2023-09-02T10:27:29.954" v="150" actId="20577"/>
        <pc:sldMkLst>
          <pc:docMk/>
          <pc:sldMk cId="2149703403" sldId="1599"/>
        </pc:sldMkLst>
        <pc:spChg chg="mod">
          <ac:chgData name="Mr. Sumit Sharma" userId="S::sumitsharma.cse@niet.co.in::0287a0e3-d7f5-4815-a5d5-4670a436bb9e" providerId="AD" clId="Web-{37F25F49-305A-5ABC-7387-8EE01DDEC523}" dt="2023-09-02T10:27:29.954" v="150" actId="20577"/>
          <ac:spMkLst>
            <pc:docMk/>
            <pc:sldMk cId="2149703403" sldId="1599"/>
            <ac:spMk id="4" creationId="{7FA8EF7C-98A4-19B1-DF88-0AA67459A072}"/>
          </ac:spMkLst>
        </pc:spChg>
      </pc:sldChg>
      <pc:sldChg chg="modSp add replId">
        <pc:chgData name="Mr. Sumit Sharma" userId="S::sumitsharma.cse@niet.co.in::0287a0e3-d7f5-4815-a5d5-4670a436bb9e" providerId="AD" clId="Web-{37F25F49-305A-5ABC-7387-8EE01DDEC523}" dt="2023-09-02T10:30:04.631" v="178" actId="20577"/>
        <pc:sldMkLst>
          <pc:docMk/>
          <pc:sldMk cId="2382672243" sldId="1600"/>
        </pc:sldMkLst>
        <pc:spChg chg="mod">
          <ac:chgData name="Mr. Sumit Sharma" userId="S::sumitsharma.cse@niet.co.in::0287a0e3-d7f5-4815-a5d5-4670a436bb9e" providerId="AD" clId="Web-{37F25F49-305A-5ABC-7387-8EE01DDEC523}" dt="2023-09-02T10:30:04.631" v="178" actId="20577"/>
          <ac:spMkLst>
            <pc:docMk/>
            <pc:sldMk cId="2382672243" sldId="1600"/>
            <ac:spMk id="4" creationId="{7FA8EF7C-98A4-19B1-DF88-0AA67459A072}"/>
          </ac:spMkLst>
        </pc:spChg>
      </pc:sldChg>
    </pc:docChg>
  </pc:docChgLst>
  <pc:docChgLst>
    <pc:chgData name="Mr. Sumit Sharma" userId="S::sumitsharma.cse@niet.co.in::0287a0e3-d7f5-4815-a5d5-4670a436bb9e" providerId="AD" clId="Web-{B4AB676F-2D03-2C58-0FDC-1D5749CA1545}"/>
    <pc:docChg chg="addSld delSld modSld">
      <pc:chgData name="Mr. Sumit Sharma" userId="S::sumitsharma.cse@niet.co.in::0287a0e3-d7f5-4815-a5d5-4670a436bb9e" providerId="AD" clId="Web-{B4AB676F-2D03-2C58-0FDC-1D5749CA1545}" dt="2023-08-29T06:33:27.486" v="336" actId="20577"/>
      <pc:docMkLst>
        <pc:docMk/>
      </pc:docMkLst>
      <pc:sldChg chg="addSp delSp modSp add replId">
        <pc:chgData name="Mr. Sumit Sharma" userId="S::sumitsharma.cse@niet.co.in::0287a0e3-d7f5-4815-a5d5-4670a436bb9e" providerId="AD" clId="Web-{B4AB676F-2D03-2C58-0FDC-1D5749CA1545}" dt="2023-08-29T06:07:59.578" v="16" actId="14100"/>
        <pc:sldMkLst>
          <pc:docMk/>
          <pc:sldMk cId="1985676765" sldId="1583"/>
        </pc:sldMkLst>
        <pc:spChg chg="del mod">
          <ac:chgData name="Mr. Sumit Sharma" userId="S::sumitsharma.cse@niet.co.in::0287a0e3-d7f5-4815-a5d5-4670a436bb9e" providerId="AD" clId="Web-{B4AB676F-2D03-2C58-0FDC-1D5749CA1545}" dt="2023-08-29T06:06:44.545" v="3"/>
          <ac:spMkLst>
            <pc:docMk/>
            <pc:sldMk cId="1985676765" sldId="1583"/>
            <ac:spMk id="3" creationId="{F8CC24E1-E4CB-4555-AAFE-79673E88E287}"/>
          </ac:spMkLst>
        </pc:spChg>
        <pc:spChg chg="add del mod">
          <ac:chgData name="Mr. Sumit Sharma" userId="S::sumitsharma.cse@niet.co.in::0287a0e3-d7f5-4815-a5d5-4670a436bb9e" providerId="AD" clId="Web-{B4AB676F-2D03-2C58-0FDC-1D5749CA1545}" dt="2023-08-29T06:06:48.014" v="4"/>
          <ac:spMkLst>
            <pc:docMk/>
            <pc:sldMk cId="1985676765" sldId="1583"/>
            <ac:spMk id="4" creationId="{4EC34E13-6DFC-518F-F579-5FBF71C7FD1E}"/>
          </ac:spMkLst>
        </pc:spChg>
        <pc:spChg chg="mod">
          <ac:chgData name="Mr. Sumit Sharma" userId="S::sumitsharma.cse@niet.co.in::0287a0e3-d7f5-4815-a5d5-4670a436bb9e" providerId="AD" clId="Web-{B4AB676F-2D03-2C58-0FDC-1D5749CA1545}" dt="2023-08-29T06:07:53.468" v="13"/>
          <ac:spMkLst>
            <pc:docMk/>
            <pc:sldMk cId="1985676765" sldId="1583"/>
            <ac:spMk id="6" creationId="{00000000-0000-0000-0000-000000000000}"/>
          </ac:spMkLst>
        </pc:spChg>
        <pc:spChg chg="del">
          <ac:chgData name="Mr. Sumit Sharma" userId="S::sumitsharma.cse@niet.co.in::0287a0e3-d7f5-4815-a5d5-4670a436bb9e" providerId="AD" clId="Web-{B4AB676F-2D03-2C58-0FDC-1D5749CA1545}" dt="2023-08-29T06:06:42.482" v="1"/>
          <ac:spMkLst>
            <pc:docMk/>
            <pc:sldMk cId="1985676765" sldId="1583"/>
            <ac:spMk id="7" creationId="{00000000-0000-0000-0000-000000000000}"/>
          </ac:spMkLst>
        </pc:spChg>
        <pc:spChg chg="add del">
          <ac:chgData name="Mr. Sumit Sharma" userId="S::sumitsharma.cse@niet.co.in::0287a0e3-d7f5-4815-a5d5-4670a436bb9e" providerId="AD" clId="Web-{B4AB676F-2D03-2C58-0FDC-1D5749CA1545}" dt="2023-08-29T06:07:31.983" v="9"/>
          <ac:spMkLst>
            <pc:docMk/>
            <pc:sldMk cId="1985676765" sldId="1583"/>
            <ac:spMk id="54" creationId="{907EF6B7-1338-4443-8C46-6A318D952DFD}"/>
          </ac:spMkLst>
        </pc:spChg>
        <pc:spChg chg="add del">
          <ac:chgData name="Mr. Sumit Sharma" userId="S::sumitsharma.cse@niet.co.in::0287a0e3-d7f5-4815-a5d5-4670a436bb9e" providerId="AD" clId="Web-{B4AB676F-2D03-2C58-0FDC-1D5749CA1545}" dt="2023-08-29T06:07:31.983" v="9"/>
          <ac:spMkLst>
            <pc:docMk/>
            <pc:sldMk cId="1985676765" sldId="1583"/>
            <ac:spMk id="56" creationId="{DAAE4CDD-124C-4DCF-9584-B6033B545DD5}"/>
          </ac:spMkLst>
        </pc:spChg>
        <pc:spChg chg="add del">
          <ac:chgData name="Mr. Sumit Sharma" userId="S::sumitsharma.cse@niet.co.in::0287a0e3-d7f5-4815-a5d5-4670a436bb9e" providerId="AD" clId="Web-{B4AB676F-2D03-2C58-0FDC-1D5749CA1545}" dt="2023-08-29T06:07:31.983" v="9"/>
          <ac:spMkLst>
            <pc:docMk/>
            <pc:sldMk cId="1985676765" sldId="1583"/>
            <ac:spMk id="58" creationId="{081E4A58-353D-44AE-B2FC-2A74E2E400F7}"/>
          </ac:spMkLst>
        </pc:spChg>
        <pc:spChg chg="add del">
          <ac:chgData name="Mr. Sumit Sharma" userId="S::sumitsharma.cse@niet.co.in::0287a0e3-d7f5-4815-a5d5-4670a436bb9e" providerId="AD" clId="Web-{B4AB676F-2D03-2C58-0FDC-1D5749CA1545}" dt="2023-08-29T06:07:53.468" v="14"/>
          <ac:spMkLst>
            <pc:docMk/>
            <pc:sldMk cId="1985676765" sldId="1583"/>
            <ac:spMk id="63" creationId="{AB8C311F-7253-4AED-9701-7FC0708C41C7}"/>
          </ac:spMkLst>
        </pc:spChg>
        <pc:spChg chg="add del">
          <ac:chgData name="Mr. Sumit Sharma" userId="S::sumitsharma.cse@niet.co.in::0287a0e3-d7f5-4815-a5d5-4670a436bb9e" providerId="AD" clId="Web-{B4AB676F-2D03-2C58-0FDC-1D5749CA1545}" dt="2023-08-29T06:07:53.468" v="14"/>
          <ac:spMkLst>
            <pc:docMk/>
            <pc:sldMk cId="1985676765" sldId="1583"/>
            <ac:spMk id="65" creationId="{E2384209-CB15-4CDF-9D31-C44FD9A3F20D}"/>
          </ac:spMkLst>
        </pc:spChg>
        <pc:spChg chg="add del">
          <ac:chgData name="Mr. Sumit Sharma" userId="S::sumitsharma.cse@niet.co.in::0287a0e3-d7f5-4815-a5d5-4670a436bb9e" providerId="AD" clId="Web-{B4AB676F-2D03-2C58-0FDC-1D5749CA1545}" dt="2023-08-29T06:07:53.468" v="14"/>
          <ac:spMkLst>
            <pc:docMk/>
            <pc:sldMk cId="1985676765" sldId="1583"/>
            <ac:spMk id="67" creationId="{2633B3B5-CC90-43F0-8714-D31D1F3F0209}"/>
          </ac:spMkLst>
        </pc:spChg>
        <pc:spChg chg="add del">
          <ac:chgData name="Mr. Sumit Sharma" userId="S::sumitsharma.cse@niet.co.in::0287a0e3-d7f5-4815-a5d5-4670a436bb9e" providerId="AD" clId="Web-{B4AB676F-2D03-2C58-0FDC-1D5749CA1545}" dt="2023-08-29T06:07:53.468" v="14"/>
          <ac:spMkLst>
            <pc:docMk/>
            <pc:sldMk cId="1985676765" sldId="1583"/>
            <ac:spMk id="69" creationId="{A8D57A06-A426-446D-B02C-A2DC6B62E45E}"/>
          </ac:spMkLst>
        </pc:spChg>
        <pc:spChg chg="add del">
          <ac:chgData name="Mr. Sumit Sharma" userId="S::sumitsharma.cse@niet.co.in::0287a0e3-d7f5-4815-a5d5-4670a436bb9e" providerId="AD" clId="Web-{B4AB676F-2D03-2C58-0FDC-1D5749CA1545}" dt="2023-08-29T06:07:53.468" v="13"/>
          <ac:spMkLst>
            <pc:docMk/>
            <pc:sldMk cId="1985676765" sldId="1583"/>
            <ac:spMk id="74" creationId="{42A4FC2C-047E-45A5-965D-8E1E3BF09BC6}"/>
          </ac:spMkLst>
        </pc:spChg>
        <pc:spChg chg="add">
          <ac:chgData name="Mr. Sumit Sharma" userId="S::sumitsharma.cse@niet.co.in::0287a0e3-d7f5-4815-a5d5-4670a436bb9e" providerId="AD" clId="Web-{B4AB676F-2D03-2C58-0FDC-1D5749CA1545}" dt="2023-08-29T06:07:53.468" v="14"/>
          <ac:spMkLst>
            <pc:docMk/>
            <pc:sldMk cId="1985676765" sldId="1583"/>
            <ac:spMk id="76" creationId="{E2384209-CB15-4CDF-9D31-C44FD9A3F20D}"/>
          </ac:spMkLst>
        </pc:spChg>
        <pc:spChg chg="add">
          <ac:chgData name="Mr. Sumit Sharma" userId="S::sumitsharma.cse@niet.co.in::0287a0e3-d7f5-4815-a5d5-4670a436bb9e" providerId="AD" clId="Web-{B4AB676F-2D03-2C58-0FDC-1D5749CA1545}" dt="2023-08-29T06:07:53.468" v="14"/>
          <ac:spMkLst>
            <pc:docMk/>
            <pc:sldMk cId="1985676765" sldId="1583"/>
            <ac:spMk id="77" creationId="{AB8C311F-7253-4AED-9701-7FC0708C41C7}"/>
          </ac:spMkLst>
        </pc:spChg>
        <pc:spChg chg="add">
          <ac:chgData name="Mr. Sumit Sharma" userId="S::sumitsharma.cse@niet.co.in::0287a0e3-d7f5-4815-a5d5-4670a436bb9e" providerId="AD" clId="Web-{B4AB676F-2D03-2C58-0FDC-1D5749CA1545}" dt="2023-08-29T06:07:53.468" v="14"/>
          <ac:spMkLst>
            <pc:docMk/>
            <pc:sldMk cId="1985676765" sldId="1583"/>
            <ac:spMk id="78" creationId="{2633B3B5-CC90-43F0-8714-D31D1F3F0209}"/>
          </ac:spMkLst>
        </pc:spChg>
        <pc:spChg chg="add">
          <ac:chgData name="Mr. Sumit Sharma" userId="S::sumitsharma.cse@niet.co.in::0287a0e3-d7f5-4815-a5d5-4670a436bb9e" providerId="AD" clId="Web-{B4AB676F-2D03-2C58-0FDC-1D5749CA1545}" dt="2023-08-29T06:07:53.468" v="14"/>
          <ac:spMkLst>
            <pc:docMk/>
            <pc:sldMk cId="1985676765" sldId="1583"/>
            <ac:spMk id="80" creationId="{A8D57A06-A426-446D-B02C-A2DC6B62E45E}"/>
          </ac:spMkLst>
        </pc:spChg>
        <pc:picChg chg="add mod ord">
          <ac:chgData name="Mr. Sumit Sharma" userId="S::sumitsharma.cse@niet.co.in::0287a0e3-d7f5-4815-a5d5-4670a436bb9e" providerId="AD" clId="Web-{B4AB676F-2D03-2C58-0FDC-1D5749CA1545}" dt="2023-08-29T06:07:59.578" v="16" actId="14100"/>
          <ac:picMkLst>
            <pc:docMk/>
            <pc:sldMk cId="1985676765" sldId="1583"/>
            <ac:picMk id="5" creationId="{2AAE6229-A22A-40BE-3FEF-391D82DC4A90}"/>
          </ac:picMkLst>
        </pc:picChg>
      </pc:sldChg>
      <pc:sldChg chg="addSp delSp modSp add del replId">
        <pc:chgData name="Mr. Sumit Sharma" userId="S::sumitsharma.cse@niet.co.in::0287a0e3-d7f5-4815-a5d5-4670a436bb9e" providerId="AD" clId="Web-{B4AB676F-2D03-2C58-0FDC-1D5749CA1545}" dt="2023-08-29T06:10:59.691" v="25"/>
        <pc:sldMkLst>
          <pc:docMk/>
          <pc:sldMk cId="567769167" sldId="1584"/>
        </pc:sldMkLst>
        <pc:spChg chg="del">
          <ac:chgData name="Mr. Sumit Sharma" userId="S::sumitsharma.cse@niet.co.in::0287a0e3-d7f5-4815-a5d5-4670a436bb9e" providerId="AD" clId="Web-{B4AB676F-2D03-2C58-0FDC-1D5749CA1545}" dt="2023-08-29T06:08:37.969" v="22"/>
          <ac:spMkLst>
            <pc:docMk/>
            <pc:sldMk cId="567769167" sldId="1584"/>
            <ac:spMk id="3" creationId="{F8CC24E1-E4CB-4555-AAFE-79673E88E287}"/>
          </ac:spMkLst>
        </pc:spChg>
        <pc:spChg chg="add del mod">
          <ac:chgData name="Mr. Sumit Sharma" userId="S::sumitsharma.cse@niet.co.in::0287a0e3-d7f5-4815-a5d5-4670a436bb9e" providerId="AD" clId="Web-{B4AB676F-2D03-2C58-0FDC-1D5749CA1545}" dt="2023-08-29T06:08:43.376" v="23"/>
          <ac:spMkLst>
            <pc:docMk/>
            <pc:sldMk cId="567769167" sldId="1584"/>
            <ac:spMk id="4" creationId="{69AA62FF-F446-4672-F957-400D6833FDE6}"/>
          </ac:spMkLst>
        </pc:spChg>
        <pc:spChg chg="del">
          <ac:chgData name="Mr. Sumit Sharma" userId="S::sumitsharma.cse@niet.co.in::0287a0e3-d7f5-4815-a5d5-4670a436bb9e" providerId="AD" clId="Web-{B4AB676F-2D03-2C58-0FDC-1D5749CA1545}" dt="2023-08-29T06:08:35.782" v="21"/>
          <ac:spMkLst>
            <pc:docMk/>
            <pc:sldMk cId="567769167" sldId="1584"/>
            <ac:spMk id="7" creationId="{00000000-0000-0000-0000-000000000000}"/>
          </ac:spMkLst>
        </pc:spChg>
        <pc:picChg chg="mod">
          <ac:chgData name="Mr. Sumit Sharma" userId="S::sumitsharma.cse@niet.co.in::0287a0e3-d7f5-4815-a5d5-4670a436bb9e" providerId="AD" clId="Web-{B4AB676F-2D03-2C58-0FDC-1D5749CA1545}" dt="2023-08-29T06:08:48.266" v="24" actId="1076"/>
          <ac:picMkLst>
            <pc:docMk/>
            <pc:sldMk cId="567769167" sldId="1584"/>
            <ac:picMk id="9" creationId="{C927257E-084A-415B-BF9B-22EABE25ABE7}"/>
          </ac:picMkLst>
        </pc:picChg>
      </pc:sldChg>
      <pc:sldChg chg="delSp add del replId">
        <pc:chgData name="Mr. Sumit Sharma" userId="S::sumitsharma.cse@niet.co.in::0287a0e3-d7f5-4815-a5d5-4670a436bb9e" providerId="AD" clId="Web-{B4AB676F-2D03-2C58-0FDC-1D5749CA1545}" dt="2023-08-29T06:08:26.328" v="19"/>
        <pc:sldMkLst>
          <pc:docMk/>
          <pc:sldMk cId="583062153" sldId="1584"/>
        </pc:sldMkLst>
        <pc:picChg chg="del">
          <ac:chgData name="Mr. Sumit Sharma" userId="S::sumitsharma.cse@niet.co.in::0287a0e3-d7f5-4815-a5d5-4670a436bb9e" providerId="AD" clId="Web-{B4AB676F-2D03-2C58-0FDC-1D5749CA1545}" dt="2023-08-29T06:08:21.735" v="18"/>
          <ac:picMkLst>
            <pc:docMk/>
            <pc:sldMk cId="583062153" sldId="1584"/>
            <ac:picMk id="5" creationId="{2AAE6229-A22A-40BE-3FEF-391D82DC4A90}"/>
          </ac:picMkLst>
        </pc:picChg>
      </pc:sldChg>
      <pc:sldChg chg="addSp modSp add mod replId setBg">
        <pc:chgData name="Mr. Sumit Sharma" userId="S::sumitsharma.cse@niet.co.in::0287a0e3-d7f5-4815-a5d5-4670a436bb9e" providerId="AD" clId="Web-{B4AB676F-2D03-2C58-0FDC-1D5749CA1545}" dt="2023-08-29T06:18:30.685" v="104" actId="14100"/>
        <pc:sldMkLst>
          <pc:docMk/>
          <pc:sldMk cId="3311729789" sldId="1584"/>
        </pc:sldMkLst>
        <pc:spChg chg="mod">
          <ac:chgData name="Mr. Sumit Sharma" userId="S::sumitsharma.cse@niet.co.in::0287a0e3-d7f5-4815-a5d5-4670a436bb9e" providerId="AD" clId="Web-{B4AB676F-2D03-2C58-0FDC-1D5749CA1545}" dt="2023-08-29T06:18:30.685" v="104" actId="14100"/>
          <ac:spMkLst>
            <pc:docMk/>
            <pc:sldMk cId="3311729789" sldId="1584"/>
            <ac:spMk id="3" creationId="{F8CC24E1-E4CB-4555-AAFE-79673E88E287}"/>
          </ac:spMkLst>
        </pc:spChg>
        <pc:spChg chg="mod ord">
          <ac:chgData name="Mr. Sumit Sharma" userId="S::sumitsharma.cse@niet.co.in::0287a0e3-d7f5-4815-a5d5-4670a436bb9e" providerId="AD" clId="Web-{B4AB676F-2D03-2C58-0FDC-1D5749CA1545}" dt="2023-08-29T06:17:43.387" v="99"/>
          <ac:spMkLst>
            <pc:docMk/>
            <pc:sldMk cId="3311729789" sldId="1584"/>
            <ac:spMk id="6" creationId="{00000000-0000-0000-0000-000000000000}"/>
          </ac:spMkLst>
        </pc:spChg>
        <pc:spChg chg="mod">
          <ac:chgData name="Mr. Sumit Sharma" userId="S::sumitsharma.cse@niet.co.in::0287a0e3-d7f5-4815-a5d5-4670a436bb9e" providerId="AD" clId="Web-{B4AB676F-2D03-2C58-0FDC-1D5749CA1545}" dt="2023-08-29T06:17:43.387" v="99"/>
          <ac:spMkLst>
            <pc:docMk/>
            <pc:sldMk cId="3311729789" sldId="1584"/>
            <ac:spMk id="7" creationId="{00000000-0000-0000-0000-000000000000}"/>
          </ac:spMkLst>
        </pc:spChg>
        <pc:spChg chg="add">
          <ac:chgData name="Mr. Sumit Sharma" userId="S::sumitsharma.cse@niet.co.in::0287a0e3-d7f5-4815-a5d5-4670a436bb9e" providerId="AD" clId="Web-{B4AB676F-2D03-2C58-0FDC-1D5749CA1545}" dt="2023-08-29T06:17:43.387" v="99"/>
          <ac:spMkLst>
            <pc:docMk/>
            <pc:sldMk cId="3311729789" sldId="1584"/>
            <ac:spMk id="16" creationId="{AFA67CD3-AB4E-4A7A-BEB8-53C445D8C44E}"/>
          </ac:spMkLst>
        </pc:spChg>
        <pc:spChg chg="add">
          <ac:chgData name="Mr. Sumit Sharma" userId="S::sumitsharma.cse@niet.co.in::0287a0e3-d7f5-4815-a5d5-4670a436bb9e" providerId="AD" clId="Web-{B4AB676F-2D03-2C58-0FDC-1D5749CA1545}" dt="2023-08-29T06:17:43.387" v="99"/>
          <ac:spMkLst>
            <pc:docMk/>
            <pc:sldMk cId="3311729789" sldId="1584"/>
            <ac:spMk id="20" creationId="{339C8D78-A644-462F-B674-F440635E5353}"/>
          </ac:spMkLst>
        </pc:spChg>
        <pc:picChg chg="ord">
          <ac:chgData name="Mr. Sumit Sharma" userId="S::sumitsharma.cse@niet.co.in::0287a0e3-d7f5-4815-a5d5-4670a436bb9e" providerId="AD" clId="Web-{B4AB676F-2D03-2C58-0FDC-1D5749CA1545}" dt="2023-08-29T06:17:43.387" v="99"/>
          <ac:picMkLst>
            <pc:docMk/>
            <pc:sldMk cId="3311729789" sldId="1584"/>
            <ac:picMk id="9" creationId="{C927257E-084A-415B-BF9B-22EABE25ABE7}"/>
          </ac:picMkLst>
        </pc:picChg>
        <pc:picChg chg="add">
          <ac:chgData name="Mr. Sumit Sharma" userId="S::sumitsharma.cse@niet.co.in::0287a0e3-d7f5-4815-a5d5-4670a436bb9e" providerId="AD" clId="Web-{B4AB676F-2D03-2C58-0FDC-1D5749CA1545}" dt="2023-08-29T06:17:43.387" v="99"/>
          <ac:picMkLst>
            <pc:docMk/>
            <pc:sldMk cId="3311729789" sldId="1584"/>
            <ac:picMk id="13" creationId="{B4A6B947-9921-48E1-F1A5-4553D097EB3F}"/>
          </ac:picMkLst>
        </pc:picChg>
        <pc:picChg chg="add">
          <ac:chgData name="Mr. Sumit Sharma" userId="S::sumitsharma.cse@niet.co.in::0287a0e3-d7f5-4815-a5d5-4670a436bb9e" providerId="AD" clId="Web-{B4AB676F-2D03-2C58-0FDC-1D5749CA1545}" dt="2023-08-29T06:17:43.387" v="99"/>
          <ac:picMkLst>
            <pc:docMk/>
            <pc:sldMk cId="3311729789" sldId="1584"/>
            <ac:picMk id="18" creationId="{07CF545F-9C2E-4446-97CD-AD92990C2B68}"/>
          </ac:picMkLst>
        </pc:picChg>
      </pc:sldChg>
      <pc:sldChg chg="addSp delSp modSp add replId">
        <pc:chgData name="Mr. Sumit Sharma" userId="S::sumitsharma.cse@niet.co.in::0287a0e3-d7f5-4815-a5d5-4670a436bb9e" providerId="AD" clId="Web-{B4AB676F-2D03-2C58-0FDC-1D5749CA1545}" dt="2023-08-29T06:22:55.175" v="158"/>
        <pc:sldMkLst>
          <pc:docMk/>
          <pc:sldMk cId="1501446876" sldId="1585"/>
        </pc:sldMkLst>
        <pc:spChg chg="mod ord">
          <ac:chgData name="Mr. Sumit Sharma" userId="S::sumitsharma.cse@niet.co.in::0287a0e3-d7f5-4815-a5d5-4670a436bb9e" providerId="AD" clId="Web-{B4AB676F-2D03-2C58-0FDC-1D5749CA1545}" dt="2023-08-29T06:22:55.175" v="158"/>
          <ac:spMkLst>
            <pc:docMk/>
            <pc:sldMk cId="1501446876" sldId="1585"/>
            <ac:spMk id="3" creationId="{F8CC24E1-E4CB-4555-AAFE-79673E88E287}"/>
          </ac:spMkLst>
        </pc:spChg>
        <pc:spChg chg="mod">
          <ac:chgData name="Mr. Sumit Sharma" userId="S::sumitsharma.cse@niet.co.in::0287a0e3-d7f5-4815-a5d5-4670a436bb9e" providerId="AD" clId="Web-{B4AB676F-2D03-2C58-0FDC-1D5749CA1545}" dt="2023-08-29T06:22:55.175" v="158"/>
          <ac:spMkLst>
            <pc:docMk/>
            <pc:sldMk cId="1501446876" sldId="1585"/>
            <ac:spMk id="6" creationId="{00000000-0000-0000-0000-000000000000}"/>
          </ac:spMkLst>
        </pc:spChg>
        <pc:spChg chg="del">
          <ac:chgData name="Mr. Sumit Sharma" userId="S::sumitsharma.cse@niet.co.in::0287a0e3-d7f5-4815-a5d5-4670a436bb9e" providerId="AD" clId="Web-{B4AB676F-2D03-2C58-0FDC-1D5749CA1545}" dt="2023-08-29T06:18:55.233" v="106"/>
          <ac:spMkLst>
            <pc:docMk/>
            <pc:sldMk cId="1501446876" sldId="1585"/>
            <ac:spMk id="7" creationId="{00000000-0000-0000-0000-000000000000}"/>
          </ac:spMkLst>
        </pc:spChg>
        <pc:spChg chg="add del">
          <ac:chgData name="Mr. Sumit Sharma" userId="S::sumitsharma.cse@niet.co.in::0287a0e3-d7f5-4815-a5d5-4670a436bb9e" providerId="AD" clId="Web-{B4AB676F-2D03-2C58-0FDC-1D5749CA1545}" dt="2023-08-29T06:19:50.859" v="115"/>
          <ac:spMkLst>
            <pc:docMk/>
            <pc:sldMk cId="1501446876" sldId="1585"/>
            <ac:spMk id="16" creationId="{AFA67CD3-AB4E-4A7A-BEB8-53C445D8C44E}"/>
          </ac:spMkLst>
        </pc:spChg>
        <pc:spChg chg="add del">
          <ac:chgData name="Mr. Sumit Sharma" userId="S::sumitsharma.cse@niet.co.in::0287a0e3-d7f5-4815-a5d5-4670a436bb9e" providerId="AD" clId="Web-{B4AB676F-2D03-2C58-0FDC-1D5749CA1545}" dt="2023-08-29T06:19:50.859" v="115"/>
          <ac:spMkLst>
            <pc:docMk/>
            <pc:sldMk cId="1501446876" sldId="1585"/>
            <ac:spMk id="20" creationId="{339C8D78-A644-462F-B674-F440635E5353}"/>
          </ac:spMkLst>
        </pc:spChg>
        <pc:spChg chg="add del">
          <ac:chgData name="Mr. Sumit Sharma" userId="S::sumitsharma.cse@niet.co.in::0287a0e3-d7f5-4815-a5d5-4670a436bb9e" providerId="AD" clId="Web-{B4AB676F-2D03-2C58-0FDC-1D5749CA1545}" dt="2023-08-29T06:19:50.843" v="114"/>
          <ac:spMkLst>
            <pc:docMk/>
            <pc:sldMk cId="1501446876" sldId="1585"/>
            <ac:spMk id="25" creationId="{7B831B6F-405A-4B47-B9BB-5CA88F285844}"/>
          </ac:spMkLst>
        </pc:spChg>
        <pc:spChg chg="add del">
          <ac:chgData name="Mr. Sumit Sharma" userId="S::sumitsharma.cse@niet.co.in::0287a0e3-d7f5-4815-a5d5-4670a436bb9e" providerId="AD" clId="Web-{B4AB676F-2D03-2C58-0FDC-1D5749CA1545}" dt="2023-08-29T06:19:50.843" v="114"/>
          <ac:spMkLst>
            <pc:docMk/>
            <pc:sldMk cId="1501446876" sldId="1585"/>
            <ac:spMk id="27" creationId="{15109354-9C5D-4F8C-B0E6-D1043C7BF20A}"/>
          </ac:spMkLst>
        </pc:spChg>
        <pc:spChg chg="add del">
          <ac:chgData name="Mr. Sumit Sharma" userId="S::sumitsharma.cse@niet.co.in::0287a0e3-d7f5-4815-a5d5-4670a436bb9e" providerId="AD" clId="Web-{B4AB676F-2D03-2C58-0FDC-1D5749CA1545}" dt="2023-08-29T06:19:50.843" v="114"/>
          <ac:spMkLst>
            <pc:docMk/>
            <pc:sldMk cId="1501446876" sldId="1585"/>
            <ac:spMk id="29" creationId="{49B530FE-A87D-41A0-A920-ADC6539EAA44}"/>
          </ac:spMkLst>
        </pc:spChg>
        <pc:spChg chg="add del">
          <ac:chgData name="Mr. Sumit Sharma" userId="S::sumitsharma.cse@niet.co.in::0287a0e3-d7f5-4815-a5d5-4670a436bb9e" providerId="AD" clId="Web-{B4AB676F-2D03-2C58-0FDC-1D5749CA1545}" dt="2023-08-29T06:20:15.516" v="120"/>
          <ac:spMkLst>
            <pc:docMk/>
            <pc:sldMk cId="1501446876" sldId="1585"/>
            <ac:spMk id="31" creationId="{2813A4FA-24A5-41ED-A534-3807D1B2F344}"/>
          </ac:spMkLst>
        </pc:spChg>
        <pc:spChg chg="add del">
          <ac:chgData name="Mr. Sumit Sharma" userId="S::sumitsharma.cse@niet.co.in::0287a0e3-d7f5-4815-a5d5-4670a436bb9e" providerId="AD" clId="Web-{B4AB676F-2D03-2C58-0FDC-1D5749CA1545}" dt="2023-08-29T06:20:15.516" v="120"/>
          <ac:spMkLst>
            <pc:docMk/>
            <pc:sldMk cId="1501446876" sldId="1585"/>
            <ac:spMk id="32" creationId="{12609869-9E80-471B-A487-A53288E0E791}"/>
          </ac:spMkLst>
        </pc:spChg>
        <pc:spChg chg="add del">
          <ac:chgData name="Mr. Sumit Sharma" userId="S::sumitsharma.cse@niet.co.in::0287a0e3-d7f5-4815-a5d5-4670a436bb9e" providerId="AD" clId="Web-{B4AB676F-2D03-2C58-0FDC-1D5749CA1545}" dt="2023-08-29T06:20:15.516" v="120"/>
          <ac:spMkLst>
            <pc:docMk/>
            <pc:sldMk cId="1501446876" sldId="1585"/>
            <ac:spMk id="33" creationId="{C3944F27-CA70-4E84-A51A-E6BF89558979}"/>
          </ac:spMkLst>
        </pc:spChg>
        <pc:spChg chg="add del">
          <ac:chgData name="Mr. Sumit Sharma" userId="S::sumitsharma.cse@niet.co.in::0287a0e3-d7f5-4815-a5d5-4670a436bb9e" providerId="AD" clId="Web-{B4AB676F-2D03-2C58-0FDC-1D5749CA1545}" dt="2023-08-29T06:20:15.516" v="120"/>
          <ac:spMkLst>
            <pc:docMk/>
            <pc:sldMk cId="1501446876" sldId="1585"/>
            <ac:spMk id="34" creationId="{7004738A-9D34-43E8-97D2-CA0EED4F8BE0}"/>
          </ac:spMkLst>
        </pc:spChg>
        <pc:spChg chg="add del">
          <ac:chgData name="Mr. Sumit Sharma" userId="S::sumitsharma.cse@niet.co.in::0287a0e3-d7f5-4815-a5d5-4670a436bb9e" providerId="AD" clId="Web-{B4AB676F-2D03-2C58-0FDC-1D5749CA1545}" dt="2023-08-29T06:20:15.516" v="120"/>
          <ac:spMkLst>
            <pc:docMk/>
            <pc:sldMk cId="1501446876" sldId="1585"/>
            <ac:spMk id="35" creationId="{B8B8D07F-F13E-443E-BA68-2D26672D76B9}"/>
          </ac:spMkLst>
        </pc:spChg>
        <pc:spChg chg="add del">
          <ac:chgData name="Mr. Sumit Sharma" userId="S::sumitsharma.cse@niet.co.in::0287a0e3-d7f5-4815-a5d5-4670a436bb9e" providerId="AD" clId="Web-{B4AB676F-2D03-2C58-0FDC-1D5749CA1545}" dt="2023-08-29T06:20:45.063" v="132"/>
          <ac:spMkLst>
            <pc:docMk/>
            <pc:sldMk cId="1501446876" sldId="1585"/>
            <ac:spMk id="40" creationId="{2EB492CD-616E-47F8-933B-5E2D952A0593}"/>
          </ac:spMkLst>
        </pc:spChg>
        <pc:spChg chg="add del">
          <ac:chgData name="Mr. Sumit Sharma" userId="S::sumitsharma.cse@niet.co.in::0287a0e3-d7f5-4815-a5d5-4670a436bb9e" providerId="AD" clId="Web-{B4AB676F-2D03-2C58-0FDC-1D5749CA1545}" dt="2023-08-29T06:20:45.063" v="132"/>
          <ac:spMkLst>
            <pc:docMk/>
            <pc:sldMk cId="1501446876" sldId="1585"/>
            <ac:spMk id="42" creationId="{59383CF9-23B5-4335-9B21-1791C4CF1C75}"/>
          </ac:spMkLst>
        </pc:spChg>
        <pc:spChg chg="add del">
          <ac:chgData name="Mr. Sumit Sharma" userId="S::sumitsharma.cse@niet.co.in::0287a0e3-d7f5-4815-a5d5-4670a436bb9e" providerId="AD" clId="Web-{B4AB676F-2D03-2C58-0FDC-1D5749CA1545}" dt="2023-08-29T06:20:45.063" v="132"/>
          <ac:spMkLst>
            <pc:docMk/>
            <pc:sldMk cId="1501446876" sldId="1585"/>
            <ac:spMk id="44" creationId="{0007FE00-9498-4706-B255-6437B0252C02}"/>
          </ac:spMkLst>
        </pc:spChg>
        <pc:spChg chg="add del">
          <ac:chgData name="Mr. Sumit Sharma" userId="S::sumitsharma.cse@niet.co.in::0287a0e3-d7f5-4815-a5d5-4670a436bb9e" providerId="AD" clId="Web-{B4AB676F-2D03-2C58-0FDC-1D5749CA1545}" dt="2023-08-29T06:22:55.175" v="158"/>
          <ac:spMkLst>
            <pc:docMk/>
            <pc:sldMk cId="1501446876" sldId="1585"/>
            <ac:spMk id="49" creationId="{12609869-9E80-471B-A487-A53288E0E791}"/>
          </ac:spMkLst>
        </pc:spChg>
        <pc:spChg chg="add del">
          <ac:chgData name="Mr. Sumit Sharma" userId="S::sumitsharma.cse@niet.co.in::0287a0e3-d7f5-4815-a5d5-4670a436bb9e" providerId="AD" clId="Web-{B4AB676F-2D03-2C58-0FDC-1D5749CA1545}" dt="2023-08-29T06:22:55.175" v="158"/>
          <ac:spMkLst>
            <pc:docMk/>
            <pc:sldMk cId="1501446876" sldId="1585"/>
            <ac:spMk id="51" creationId="{7004738A-9D34-43E8-97D2-CA0EED4F8BE0}"/>
          </ac:spMkLst>
        </pc:spChg>
        <pc:spChg chg="add del">
          <ac:chgData name="Mr. Sumit Sharma" userId="S::sumitsharma.cse@niet.co.in::0287a0e3-d7f5-4815-a5d5-4670a436bb9e" providerId="AD" clId="Web-{B4AB676F-2D03-2C58-0FDC-1D5749CA1545}" dt="2023-08-29T06:22:55.175" v="158"/>
          <ac:spMkLst>
            <pc:docMk/>
            <pc:sldMk cId="1501446876" sldId="1585"/>
            <ac:spMk id="53" creationId="{B8B8D07F-F13E-443E-BA68-2D26672D76B9}"/>
          </ac:spMkLst>
        </pc:spChg>
        <pc:spChg chg="add del">
          <ac:chgData name="Mr. Sumit Sharma" userId="S::sumitsharma.cse@niet.co.in::0287a0e3-d7f5-4815-a5d5-4670a436bb9e" providerId="AD" clId="Web-{B4AB676F-2D03-2C58-0FDC-1D5749CA1545}" dt="2023-08-29T06:22:55.175" v="158"/>
          <ac:spMkLst>
            <pc:docMk/>
            <pc:sldMk cId="1501446876" sldId="1585"/>
            <ac:spMk id="55" creationId="{2813A4FA-24A5-41ED-A534-3807D1B2F344}"/>
          </ac:spMkLst>
        </pc:spChg>
        <pc:spChg chg="add del">
          <ac:chgData name="Mr. Sumit Sharma" userId="S::sumitsharma.cse@niet.co.in::0287a0e3-d7f5-4815-a5d5-4670a436bb9e" providerId="AD" clId="Web-{B4AB676F-2D03-2C58-0FDC-1D5749CA1545}" dt="2023-08-29T06:22:55.175" v="158"/>
          <ac:spMkLst>
            <pc:docMk/>
            <pc:sldMk cId="1501446876" sldId="1585"/>
            <ac:spMk id="57" creationId="{C3944F27-CA70-4E84-A51A-E6BF89558979}"/>
          </ac:spMkLst>
        </pc:spChg>
        <pc:spChg chg="add del">
          <ac:chgData name="Mr. Sumit Sharma" userId="S::sumitsharma.cse@niet.co.in::0287a0e3-d7f5-4815-a5d5-4670a436bb9e" providerId="AD" clId="Web-{B4AB676F-2D03-2C58-0FDC-1D5749CA1545}" dt="2023-08-29T06:22:55.175" v="158"/>
          <ac:spMkLst>
            <pc:docMk/>
            <pc:sldMk cId="1501446876" sldId="1585"/>
            <ac:spMk id="62" creationId="{743AA782-23D1-4521-8CAD-47662984AA08}"/>
          </ac:spMkLst>
        </pc:spChg>
        <pc:spChg chg="add del">
          <ac:chgData name="Mr. Sumit Sharma" userId="S::sumitsharma.cse@niet.co.in::0287a0e3-d7f5-4815-a5d5-4670a436bb9e" providerId="AD" clId="Web-{B4AB676F-2D03-2C58-0FDC-1D5749CA1545}" dt="2023-08-29T06:22:55.175" v="158"/>
          <ac:spMkLst>
            <pc:docMk/>
            <pc:sldMk cId="1501446876" sldId="1585"/>
            <ac:spMk id="64" creationId="{71877DBC-BB60-40F0-AC93-2ACDBAAE60CE}"/>
          </ac:spMkLst>
        </pc:spChg>
        <pc:picChg chg="add mod ord">
          <ac:chgData name="Mr. Sumit Sharma" userId="S::sumitsharma.cse@niet.co.in::0287a0e3-d7f5-4815-a5d5-4670a436bb9e" providerId="AD" clId="Web-{B4AB676F-2D03-2C58-0FDC-1D5749CA1545}" dt="2023-08-29T06:22:55.175" v="158"/>
          <ac:picMkLst>
            <pc:docMk/>
            <pc:sldMk cId="1501446876" sldId="1585"/>
            <ac:picMk id="2" creationId="{249DD00E-0EDD-909A-2C70-09B765B5AC61}"/>
          </ac:picMkLst>
        </pc:picChg>
        <pc:picChg chg="del">
          <ac:chgData name="Mr. Sumit Sharma" userId="S::sumitsharma.cse@niet.co.in::0287a0e3-d7f5-4815-a5d5-4670a436bb9e" providerId="AD" clId="Web-{B4AB676F-2D03-2C58-0FDC-1D5749CA1545}" dt="2023-08-29T06:19:43.562" v="112"/>
          <ac:picMkLst>
            <pc:docMk/>
            <pc:sldMk cId="1501446876" sldId="1585"/>
            <ac:picMk id="13" creationId="{B4A6B947-9921-48E1-F1A5-4553D097EB3F}"/>
          </ac:picMkLst>
        </pc:picChg>
        <pc:picChg chg="add del">
          <ac:chgData name="Mr. Sumit Sharma" userId="S::sumitsharma.cse@niet.co.in::0287a0e3-d7f5-4815-a5d5-4670a436bb9e" providerId="AD" clId="Web-{B4AB676F-2D03-2C58-0FDC-1D5749CA1545}" dt="2023-08-29T06:19:50.859" v="115"/>
          <ac:picMkLst>
            <pc:docMk/>
            <pc:sldMk cId="1501446876" sldId="1585"/>
            <ac:picMk id="18" creationId="{07CF545F-9C2E-4446-97CD-AD92990C2B68}"/>
          </ac:picMkLst>
        </pc:picChg>
      </pc:sldChg>
      <pc:sldChg chg="addSp delSp modSp add replId">
        <pc:chgData name="Mr. Sumit Sharma" userId="S::sumitsharma.cse@niet.co.in::0287a0e3-d7f5-4815-a5d5-4670a436bb9e" providerId="AD" clId="Web-{B4AB676F-2D03-2C58-0FDC-1D5749CA1545}" dt="2023-08-29T06:25:15.522" v="191" actId="20577"/>
        <pc:sldMkLst>
          <pc:docMk/>
          <pc:sldMk cId="2503656626" sldId="1586"/>
        </pc:sldMkLst>
        <pc:spChg chg="mod">
          <ac:chgData name="Mr. Sumit Sharma" userId="S::sumitsharma.cse@niet.co.in::0287a0e3-d7f5-4815-a5d5-4670a436bb9e" providerId="AD" clId="Web-{B4AB676F-2D03-2C58-0FDC-1D5749CA1545}" dt="2023-08-29T06:25:15.522" v="191" actId="20577"/>
          <ac:spMkLst>
            <pc:docMk/>
            <pc:sldMk cId="2503656626" sldId="1586"/>
            <ac:spMk id="3" creationId="{F8CC24E1-E4CB-4555-AAFE-79673E88E287}"/>
          </ac:spMkLst>
        </pc:spChg>
        <pc:spChg chg="mod">
          <ac:chgData name="Mr. Sumit Sharma" userId="S::sumitsharma.cse@niet.co.in::0287a0e3-d7f5-4815-a5d5-4670a436bb9e" providerId="AD" clId="Web-{B4AB676F-2D03-2C58-0FDC-1D5749CA1545}" dt="2023-08-29T06:23:49.661" v="176"/>
          <ac:spMkLst>
            <pc:docMk/>
            <pc:sldMk cId="2503656626" sldId="1586"/>
            <ac:spMk id="6" creationId="{00000000-0000-0000-0000-000000000000}"/>
          </ac:spMkLst>
        </pc:spChg>
        <pc:spChg chg="del">
          <ac:chgData name="Mr. Sumit Sharma" userId="S::sumitsharma.cse@niet.co.in::0287a0e3-d7f5-4815-a5d5-4670a436bb9e" providerId="AD" clId="Web-{B4AB676F-2D03-2C58-0FDC-1D5749CA1545}" dt="2023-08-29T06:23:49.661" v="176"/>
          <ac:spMkLst>
            <pc:docMk/>
            <pc:sldMk cId="2503656626" sldId="1586"/>
            <ac:spMk id="49" creationId="{12609869-9E80-471B-A487-A53288E0E791}"/>
          </ac:spMkLst>
        </pc:spChg>
        <pc:spChg chg="del">
          <ac:chgData name="Mr. Sumit Sharma" userId="S::sumitsharma.cse@niet.co.in::0287a0e3-d7f5-4815-a5d5-4670a436bb9e" providerId="AD" clId="Web-{B4AB676F-2D03-2C58-0FDC-1D5749CA1545}" dt="2023-08-29T06:23:49.661" v="176"/>
          <ac:spMkLst>
            <pc:docMk/>
            <pc:sldMk cId="2503656626" sldId="1586"/>
            <ac:spMk id="51" creationId="{7004738A-9D34-43E8-97D2-CA0EED4F8BE0}"/>
          </ac:spMkLst>
        </pc:spChg>
        <pc:spChg chg="del">
          <ac:chgData name="Mr. Sumit Sharma" userId="S::sumitsharma.cse@niet.co.in::0287a0e3-d7f5-4815-a5d5-4670a436bb9e" providerId="AD" clId="Web-{B4AB676F-2D03-2C58-0FDC-1D5749CA1545}" dt="2023-08-29T06:23:49.661" v="176"/>
          <ac:spMkLst>
            <pc:docMk/>
            <pc:sldMk cId="2503656626" sldId="1586"/>
            <ac:spMk id="53" creationId="{B8B8D07F-F13E-443E-BA68-2D26672D76B9}"/>
          </ac:spMkLst>
        </pc:spChg>
        <pc:spChg chg="del">
          <ac:chgData name="Mr. Sumit Sharma" userId="S::sumitsharma.cse@niet.co.in::0287a0e3-d7f5-4815-a5d5-4670a436bb9e" providerId="AD" clId="Web-{B4AB676F-2D03-2C58-0FDC-1D5749CA1545}" dt="2023-08-29T06:23:49.661" v="176"/>
          <ac:spMkLst>
            <pc:docMk/>
            <pc:sldMk cId="2503656626" sldId="1586"/>
            <ac:spMk id="55" creationId="{2813A4FA-24A5-41ED-A534-3807D1B2F344}"/>
          </ac:spMkLst>
        </pc:spChg>
        <pc:spChg chg="del">
          <ac:chgData name="Mr. Sumit Sharma" userId="S::sumitsharma.cse@niet.co.in::0287a0e3-d7f5-4815-a5d5-4670a436bb9e" providerId="AD" clId="Web-{B4AB676F-2D03-2C58-0FDC-1D5749CA1545}" dt="2023-08-29T06:23:49.661" v="176"/>
          <ac:spMkLst>
            <pc:docMk/>
            <pc:sldMk cId="2503656626" sldId="1586"/>
            <ac:spMk id="57" creationId="{C3944F27-CA70-4E84-A51A-E6BF89558979}"/>
          </ac:spMkLst>
        </pc:spChg>
        <pc:spChg chg="add del">
          <ac:chgData name="Mr. Sumit Sharma" userId="S::sumitsharma.cse@niet.co.in::0287a0e3-d7f5-4815-a5d5-4670a436bb9e" providerId="AD" clId="Web-{B4AB676F-2D03-2C58-0FDC-1D5749CA1545}" dt="2023-08-29T06:24:53.944" v="188"/>
          <ac:spMkLst>
            <pc:docMk/>
            <pc:sldMk cId="2503656626" sldId="1586"/>
            <ac:spMk id="62" creationId="{2EB492CD-616E-47F8-933B-5E2D952A0593}"/>
          </ac:spMkLst>
        </pc:spChg>
        <pc:spChg chg="add del">
          <ac:chgData name="Mr. Sumit Sharma" userId="S::sumitsharma.cse@niet.co.in::0287a0e3-d7f5-4815-a5d5-4670a436bb9e" providerId="AD" clId="Web-{B4AB676F-2D03-2C58-0FDC-1D5749CA1545}" dt="2023-08-29T06:24:53.944" v="188"/>
          <ac:spMkLst>
            <pc:docMk/>
            <pc:sldMk cId="2503656626" sldId="1586"/>
            <ac:spMk id="64" creationId="{59383CF9-23B5-4335-9B21-1791C4CF1C75}"/>
          </ac:spMkLst>
        </pc:spChg>
        <pc:spChg chg="add del">
          <ac:chgData name="Mr. Sumit Sharma" userId="S::sumitsharma.cse@niet.co.in::0287a0e3-d7f5-4815-a5d5-4670a436bb9e" providerId="AD" clId="Web-{B4AB676F-2D03-2C58-0FDC-1D5749CA1545}" dt="2023-08-29T06:24:53.944" v="188"/>
          <ac:spMkLst>
            <pc:docMk/>
            <pc:sldMk cId="2503656626" sldId="1586"/>
            <ac:spMk id="66" creationId="{0007FE00-9498-4706-B255-6437B0252C02}"/>
          </ac:spMkLst>
        </pc:spChg>
        <pc:spChg chg="add">
          <ac:chgData name="Mr. Sumit Sharma" userId="S::sumitsharma.cse@niet.co.in::0287a0e3-d7f5-4815-a5d5-4670a436bb9e" providerId="AD" clId="Web-{B4AB676F-2D03-2C58-0FDC-1D5749CA1545}" dt="2023-08-29T06:24:53.944" v="188"/>
          <ac:spMkLst>
            <pc:docMk/>
            <pc:sldMk cId="2503656626" sldId="1586"/>
            <ac:spMk id="71" creationId="{2EB492CD-616E-47F8-933B-5E2D952A0593}"/>
          </ac:spMkLst>
        </pc:spChg>
        <pc:spChg chg="add">
          <ac:chgData name="Mr. Sumit Sharma" userId="S::sumitsharma.cse@niet.co.in::0287a0e3-d7f5-4815-a5d5-4670a436bb9e" providerId="AD" clId="Web-{B4AB676F-2D03-2C58-0FDC-1D5749CA1545}" dt="2023-08-29T06:24:53.944" v="188"/>
          <ac:spMkLst>
            <pc:docMk/>
            <pc:sldMk cId="2503656626" sldId="1586"/>
            <ac:spMk id="73" creationId="{59383CF9-23B5-4335-9B21-1791C4CF1C75}"/>
          </ac:spMkLst>
        </pc:spChg>
        <pc:spChg chg="add">
          <ac:chgData name="Mr. Sumit Sharma" userId="S::sumitsharma.cse@niet.co.in::0287a0e3-d7f5-4815-a5d5-4670a436bb9e" providerId="AD" clId="Web-{B4AB676F-2D03-2C58-0FDC-1D5749CA1545}" dt="2023-08-29T06:24:53.944" v="188"/>
          <ac:spMkLst>
            <pc:docMk/>
            <pc:sldMk cId="2503656626" sldId="1586"/>
            <ac:spMk id="75" creationId="{0007FE00-9498-4706-B255-6437B0252C02}"/>
          </ac:spMkLst>
        </pc:spChg>
        <pc:picChg chg="del">
          <ac:chgData name="Mr. Sumit Sharma" userId="S::sumitsharma.cse@niet.co.in::0287a0e3-d7f5-4815-a5d5-4670a436bb9e" providerId="AD" clId="Web-{B4AB676F-2D03-2C58-0FDC-1D5749CA1545}" dt="2023-08-29T06:23:09.910" v="160"/>
          <ac:picMkLst>
            <pc:docMk/>
            <pc:sldMk cId="2503656626" sldId="1586"/>
            <ac:picMk id="2" creationId="{249DD00E-0EDD-909A-2C70-09B765B5AC61}"/>
          </ac:picMkLst>
        </pc:picChg>
        <pc:picChg chg="add mod ord">
          <ac:chgData name="Mr. Sumit Sharma" userId="S::sumitsharma.cse@niet.co.in::0287a0e3-d7f5-4815-a5d5-4670a436bb9e" providerId="AD" clId="Web-{B4AB676F-2D03-2C58-0FDC-1D5749CA1545}" dt="2023-08-29T06:23:49.661" v="176"/>
          <ac:picMkLst>
            <pc:docMk/>
            <pc:sldMk cId="2503656626" sldId="1586"/>
            <ac:picMk id="4" creationId="{5332998D-E295-D0AF-8754-D5D751AF3A47}"/>
          </ac:picMkLst>
        </pc:picChg>
      </pc:sldChg>
      <pc:sldChg chg="addSp delSp modSp add replId">
        <pc:chgData name="Mr. Sumit Sharma" userId="S::sumitsharma.cse@niet.co.in::0287a0e3-d7f5-4815-a5d5-4670a436bb9e" providerId="AD" clId="Web-{B4AB676F-2D03-2C58-0FDC-1D5749CA1545}" dt="2023-08-29T06:27:33.650" v="251" actId="20577"/>
        <pc:sldMkLst>
          <pc:docMk/>
          <pc:sldMk cId="330888047" sldId="1587"/>
        </pc:sldMkLst>
        <pc:spChg chg="mod">
          <ac:chgData name="Mr. Sumit Sharma" userId="S::sumitsharma.cse@niet.co.in::0287a0e3-d7f5-4815-a5d5-4670a436bb9e" providerId="AD" clId="Web-{B4AB676F-2D03-2C58-0FDC-1D5749CA1545}" dt="2023-08-29T06:27:33.650" v="251" actId="20577"/>
          <ac:spMkLst>
            <pc:docMk/>
            <pc:sldMk cId="330888047" sldId="1587"/>
            <ac:spMk id="3" creationId="{F8CC24E1-E4CB-4555-AAFE-79673E88E287}"/>
          </ac:spMkLst>
        </pc:spChg>
        <pc:picChg chg="add mod">
          <ac:chgData name="Mr. Sumit Sharma" userId="S::sumitsharma.cse@niet.co.in::0287a0e3-d7f5-4815-a5d5-4670a436bb9e" providerId="AD" clId="Web-{B4AB676F-2D03-2C58-0FDC-1D5749CA1545}" dt="2023-08-29T06:26:47.555" v="218" actId="1076"/>
          <ac:picMkLst>
            <pc:docMk/>
            <pc:sldMk cId="330888047" sldId="1587"/>
            <ac:picMk id="2" creationId="{3CB22A0F-0678-F35A-7D73-65CCFE619E9F}"/>
          </ac:picMkLst>
        </pc:picChg>
        <pc:picChg chg="del">
          <ac:chgData name="Mr. Sumit Sharma" userId="S::sumitsharma.cse@niet.co.in::0287a0e3-d7f5-4815-a5d5-4670a436bb9e" providerId="AD" clId="Web-{B4AB676F-2D03-2C58-0FDC-1D5749CA1545}" dt="2023-08-29T06:25:29.069" v="193"/>
          <ac:picMkLst>
            <pc:docMk/>
            <pc:sldMk cId="330888047" sldId="1587"/>
            <ac:picMk id="4" creationId="{5332998D-E295-D0AF-8754-D5D751AF3A47}"/>
          </ac:picMkLst>
        </pc:picChg>
      </pc:sldChg>
      <pc:sldChg chg="addSp delSp modSp add replId">
        <pc:chgData name="Mr. Sumit Sharma" userId="S::sumitsharma.cse@niet.co.in::0287a0e3-d7f5-4815-a5d5-4670a436bb9e" providerId="AD" clId="Web-{B4AB676F-2D03-2C58-0FDC-1D5749CA1545}" dt="2023-08-29T06:30:13.450" v="283" actId="20577"/>
        <pc:sldMkLst>
          <pc:docMk/>
          <pc:sldMk cId="1585696966" sldId="1588"/>
        </pc:sldMkLst>
        <pc:spChg chg="mod ord">
          <ac:chgData name="Mr. Sumit Sharma" userId="S::sumitsharma.cse@niet.co.in::0287a0e3-d7f5-4815-a5d5-4670a436bb9e" providerId="AD" clId="Web-{B4AB676F-2D03-2C58-0FDC-1D5749CA1545}" dt="2023-08-29T06:30:13.450" v="283" actId="20577"/>
          <ac:spMkLst>
            <pc:docMk/>
            <pc:sldMk cId="1585696966" sldId="1588"/>
            <ac:spMk id="3" creationId="{F8CC24E1-E4CB-4555-AAFE-79673E88E287}"/>
          </ac:spMkLst>
        </pc:spChg>
        <pc:spChg chg="del mod">
          <ac:chgData name="Mr. Sumit Sharma" userId="S::sumitsharma.cse@niet.co.in::0287a0e3-d7f5-4815-a5d5-4670a436bb9e" providerId="AD" clId="Web-{B4AB676F-2D03-2C58-0FDC-1D5749CA1545}" dt="2023-08-29T06:29:52.122" v="280"/>
          <ac:spMkLst>
            <pc:docMk/>
            <pc:sldMk cId="1585696966" sldId="1588"/>
            <ac:spMk id="6" creationId="{00000000-0000-0000-0000-000000000000}"/>
          </ac:spMkLst>
        </pc:spChg>
        <pc:spChg chg="del">
          <ac:chgData name="Mr. Sumit Sharma" userId="S::sumitsharma.cse@niet.co.in::0287a0e3-d7f5-4815-a5d5-4670a436bb9e" providerId="AD" clId="Web-{B4AB676F-2D03-2C58-0FDC-1D5749CA1545}" dt="2023-08-29T06:29:43.575" v="279"/>
          <ac:spMkLst>
            <pc:docMk/>
            <pc:sldMk cId="1585696966" sldId="1588"/>
            <ac:spMk id="71" creationId="{2EB492CD-616E-47F8-933B-5E2D952A0593}"/>
          </ac:spMkLst>
        </pc:spChg>
        <pc:spChg chg="del">
          <ac:chgData name="Mr. Sumit Sharma" userId="S::sumitsharma.cse@niet.co.in::0287a0e3-d7f5-4815-a5d5-4670a436bb9e" providerId="AD" clId="Web-{B4AB676F-2D03-2C58-0FDC-1D5749CA1545}" dt="2023-08-29T06:29:43.575" v="279"/>
          <ac:spMkLst>
            <pc:docMk/>
            <pc:sldMk cId="1585696966" sldId="1588"/>
            <ac:spMk id="73" creationId="{59383CF9-23B5-4335-9B21-1791C4CF1C75}"/>
          </ac:spMkLst>
        </pc:spChg>
        <pc:spChg chg="del">
          <ac:chgData name="Mr. Sumit Sharma" userId="S::sumitsharma.cse@niet.co.in::0287a0e3-d7f5-4815-a5d5-4670a436bb9e" providerId="AD" clId="Web-{B4AB676F-2D03-2C58-0FDC-1D5749CA1545}" dt="2023-08-29T06:29:43.575" v="279"/>
          <ac:spMkLst>
            <pc:docMk/>
            <pc:sldMk cId="1585696966" sldId="1588"/>
            <ac:spMk id="75" creationId="{0007FE00-9498-4706-B255-6437B0252C02}"/>
          </ac:spMkLst>
        </pc:spChg>
        <pc:spChg chg="add del">
          <ac:chgData name="Mr. Sumit Sharma" userId="S::sumitsharma.cse@niet.co.in::0287a0e3-d7f5-4815-a5d5-4670a436bb9e" providerId="AD" clId="Web-{B4AB676F-2D03-2C58-0FDC-1D5749CA1545}" dt="2023-08-29T06:29:59.341" v="281"/>
          <ac:spMkLst>
            <pc:docMk/>
            <pc:sldMk cId="1585696966" sldId="1588"/>
            <ac:spMk id="80" creationId="{70DFC902-7D23-471A-B557-B6B6917D7A0D}"/>
          </ac:spMkLst>
        </pc:spChg>
        <pc:spChg chg="add del">
          <ac:chgData name="Mr. Sumit Sharma" userId="S::sumitsharma.cse@niet.co.in::0287a0e3-d7f5-4815-a5d5-4670a436bb9e" providerId="AD" clId="Web-{B4AB676F-2D03-2C58-0FDC-1D5749CA1545}" dt="2023-08-29T06:29:59.341" v="281"/>
          <ac:spMkLst>
            <pc:docMk/>
            <pc:sldMk cId="1585696966" sldId="1588"/>
            <ac:spMk id="82" creationId="{A55D5633-D557-4DCA-982C-FF36EB7A1C00}"/>
          </ac:spMkLst>
        </pc:spChg>
        <pc:spChg chg="add del">
          <ac:chgData name="Mr. Sumit Sharma" userId="S::sumitsharma.cse@niet.co.in::0287a0e3-d7f5-4815-a5d5-4670a436bb9e" providerId="AD" clId="Web-{B4AB676F-2D03-2C58-0FDC-1D5749CA1545}" dt="2023-08-29T06:29:59.341" v="281"/>
          <ac:spMkLst>
            <pc:docMk/>
            <pc:sldMk cId="1585696966" sldId="1588"/>
            <ac:spMk id="84" creationId="{450D3AD2-FA80-415F-A9CE-54D884561CD7}"/>
          </ac:spMkLst>
        </pc:spChg>
        <pc:spChg chg="add">
          <ac:chgData name="Mr. Sumit Sharma" userId="S::sumitsharma.cse@niet.co.in::0287a0e3-d7f5-4815-a5d5-4670a436bb9e" providerId="AD" clId="Web-{B4AB676F-2D03-2C58-0FDC-1D5749CA1545}" dt="2023-08-29T06:29:59.341" v="281"/>
          <ac:spMkLst>
            <pc:docMk/>
            <pc:sldMk cId="1585696966" sldId="1588"/>
            <ac:spMk id="89" creationId="{907EF6B7-1338-4443-8C46-6A318D952DFD}"/>
          </ac:spMkLst>
        </pc:spChg>
        <pc:spChg chg="add">
          <ac:chgData name="Mr. Sumit Sharma" userId="S::sumitsharma.cse@niet.co.in::0287a0e3-d7f5-4815-a5d5-4670a436bb9e" providerId="AD" clId="Web-{B4AB676F-2D03-2C58-0FDC-1D5749CA1545}" dt="2023-08-29T06:29:59.341" v="281"/>
          <ac:spMkLst>
            <pc:docMk/>
            <pc:sldMk cId="1585696966" sldId="1588"/>
            <ac:spMk id="91" creationId="{DAAE4CDD-124C-4DCF-9584-B6033B545DD5}"/>
          </ac:spMkLst>
        </pc:spChg>
        <pc:spChg chg="add">
          <ac:chgData name="Mr. Sumit Sharma" userId="S::sumitsharma.cse@niet.co.in::0287a0e3-d7f5-4815-a5d5-4670a436bb9e" providerId="AD" clId="Web-{B4AB676F-2D03-2C58-0FDC-1D5749CA1545}" dt="2023-08-29T06:29:59.341" v="281"/>
          <ac:spMkLst>
            <pc:docMk/>
            <pc:sldMk cId="1585696966" sldId="1588"/>
            <ac:spMk id="93" creationId="{081E4A58-353D-44AE-B2FC-2A74E2E400F7}"/>
          </ac:spMkLst>
        </pc:spChg>
        <pc:picChg chg="del">
          <ac:chgData name="Mr. Sumit Sharma" userId="S::sumitsharma.cse@niet.co.in::0287a0e3-d7f5-4815-a5d5-4670a436bb9e" providerId="AD" clId="Web-{B4AB676F-2D03-2C58-0FDC-1D5749CA1545}" dt="2023-08-29T06:27:51.322" v="253"/>
          <ac:picMkLst>
            <pc:docMk/>
            <pc:sldMk cId="1585696966" sldId="1588"/>
            <ac:picMk id="2" creationId="{3CB22A0F-0678-F35A-7D73-65CCFE619E9F}"/>
          </ac:picMkLst>
        </pc:picChg>
      </pc:sldChg>
      <pc:sldChg chg="addSp delSp modSp add replId">
        <pc:chgData name="Mr. Sumit Sharma" userId="S::sumitsharma.cse@niet.co.in::0287a0e3-d7f5-4815-a5d5-4670a436bb9e" providerId="AD" clId="Web-{B4AB676F-2D03-2C58-0FDC-1D5749CA1545}" dt="2023-08-29T06:32:03.140" v="312"/>
        <pc:sldMkLst>
          <pc:docMk/>
          <pc:sldMk cId="1590766498" sldId="1589"/>
        </pc:sldMkLst>
        <pc:spChg chg="mod">
          <ac:chgData name="Mr. Sumit Sharma" userId="S::sumitsharma.cse@niet.co.in::0287a0e3-d7f5-4815-a5d5-4670a436bb9e" providerId="AD" clId="Web-{B4AB676F-2D03-2C58-0FDC-1D5749CA1545}" dt="2023-08-29T06:32:03.140" v="312"/>
          <ac:spMkLst>
            <pc:docMk/>
            <pc:sldMk cId="1590766498" sldId="1589"/>
            <ac:spMk id="3" creationId="{F8CC24E1-E4CB-4555-AAFE-79673E88E287}"/>
          </ac:spMkLst>
        </pc:spChg>
        <pc:spChg chg="mod">
          <ac:chgData name="Mr. Sumit Sharma" userId="S::sumitsharma.cse@niet.co.in::0287a0e3-d7f5-4815-a5d5-4670a436bb9e" providerId="AD" clId="Web-{B4AB676F-2D03-2C58-0FDC-1D5749CA1545}" dt="2023-08-29T06:32:03.140" v="311"/>
          <ac:spMkLst>
            <pc:docMk/>
            <pc:sldMk cId="1590766498" sldId="1589"/>
            <ac:spMk id="6" creationId="{00000000-0000-0000-0000-000000000000}"/>
          </ac:spMkLst>
        </pc:spChg>
        <pc:spChg chg="add del">
          <ac:chgData name="Mr. Sumit Sharma" userId="S::sumitsharma.cse@niet.co.in::0287a0e3-d7f5-4815-a5d5-4670a436bb9e" providerId="AD" clId="Web-{B4AB676F-2D03-2C58-0FDC-1D5749CA1545}" dt="2023-08-29T06:32:03.140" v="312"/>
          <ac:spMkLst>
            <pc:docMk/>
            <pc:sldMk cId="1590766498" sldId="1589"/>
            <ac:spMk id="71" creationId="{2EB492CD-616E-47F8-933B-5E2D952A0593}"/>
          </ac:spMkLst>
        </pc:spChg>
        <pc:spChg chg="add del">
          <ac:chgData name="Mr. Sumit Sharma" userId="S::sumitsharma.cse@niet.co.in::0287a0e3-d7f5-4815-a5d5-4670a436bb9e" providerId="AD" clId="Web-{B4AB676F-2D03-2C58-0FDC-1D5749CA1545}" dt="2023-08-29T06:32:03.140" v="312"/>
          <ac:spMkLst>
            <pc:docMk/>
            <pc:sldMk cId="1590766498" sldId="1589"/>
            <ac:spMk id="73" creationId="{59383CF9-23B5-4335-9B21-1791C4CF1C75}"/>
          </ac:spMkLst>
        </pc:spChg>
        <pc:spChg chg="add del">
          <ac:chgData name="Mr. Sumit Sharma" userId="S::sumitsharma.cse@niet.co.in::0287a0e3-d7f5-4815-a5d5-4670a436bb9e" providerId="AD" clId="Web-{B4AB676F-2D03-2C58-0FDC-1D5749CA1545}" dt="2023-08-29T06:32:03.140" v="312"/>
          <ac:spMkLst>
            <pc:docMk/>
            <pc:sldMk cId="1590766498" sldId="1589"/>
            <ac:spMk id="75" creationId="{0007FE00-9498-4706-B255-6437B0252C02}"/>
          </ac:spMkLst>
        </pc:spChg>
        <pc:spChg chg="add del">
          <ac:chgData name="Mr. Sumit Sharma" userId="S::sumitsharma.cse@niet.co.in::0287a0e3-d7f5-4815-a5d5-4670a436bb9e" providerId="AD" clId="Web-{B4AB676F-2D03-2C58-0FDC-1D5749CA1545}" dt="2023-08-29T06:32:03.140" v="311"/>
          <ac:spMkLst>
            <pc:docMk/>
            <pc:sldMk cId="1590766498" sldId="1589"/>
            <ac:spMk id="80" creationId="{E8A8EAB8-D2FF-444D-B34B-7D32F106AD0E}"/>
          </ac:spMkLst>
        </pc:spChg>
        <pc:spChg chg="add">
          <ac:chgData name="Mr. Sumit Sharma" userId="S::sumitsharma.cse@niet.co.in::0287a0e3-d7f5-4815-a5d5-4670a436bb9e" providerId="AD" clId="Web-{B4AB676F-2D03-2C58-0FDC-1D5749CA1545}" dt="2023-08-29T06:32:03.140" v="312"/>
          <ac:spMkLst>
            <pc:docMk/>
            <pc:sldMk cId="1590766498" sldId="1589"/>
            <ac:spMk id="86" creationId="{2EB492CD-616E-47F8-933B-5E2D952A0593}"/>
          </ac:spMkLst>
        </pc:spChg>
        <pc:spChg chg="add">
          <ac:chgData name="Mr. Sumit Sharma" userId="S::sumitsharma.cse@niet.co.in::0287a0e3-d7f5-4815-a5d5-4670a436bb9e" providerId="AD" clId="Web-{B4AB676F-2D03-2C58-0FDC-1D5749CA1545}" dt="2023-08-29T06:32:03.140" v="312"/>
          <ac:spMkLst>
            <pc:docMk/>
            <pc:sldMk cId="1590766498" sldId="1589"/>
            <ac:spMk id="87" creationId="{59383CF9-23B5-4335-9B21-1791C4CF1C75}"/>
          </ac:spMkLst>
        </pc:spChg>
        <pc:spChg chg="add">
          <ac:chgData name="Mr. Sumit Sharma" userId="S::sumitsharma.cse@niet.co.in::0287a0e3-d7f5-4815-a5d5-4670a436bb9e" providerId="AD" clId="Web-{B4AB676F-2D03-2C58-0FDC-1D5749CA1545}" dt="2023-08-29T06:32:03.140" v="312"/>
          <ac:spMkLst>
            <pc:docMk/>
            <pc:sldMk cId="1590766498" sldId="1589"/>
            <ac:spMk id="88" creationId="{0007FE00-9498-4706-B255-6437B0252C02}"/>
          </ac:spMkLst>
        </pc:spChg>
        <pc:picChg chg="del">
          <ac:chgData name="Mr. Sumit Sharma" userId="S::sumitsharma.cse@niet.co.in::0287a0e3-d7f5-4815-a5d5-4670a436bb9e" providerId="AD" clId="Web-{B4AB676F-2D03-2C58-0FDC-1D5749CA1545}" dt="2023-08-29T06:30:34.201" v="285"/>
          <ac:picMkLst>
            <pc:docMk/>
            <pc:sldMk cId="1590766498" sldId="1589"/>
            <ac:picMk id="2" creationId="{3CB22A0F-0678-F35A-7D73-65CCFE619E9F}"/>
          </ac:picMkLst>
        </pc:picChg>
        <pc:picChg chg="add mod ord">
          <ac:chgData name="Mr. Sumit Sharma" userId="S::sumitsharma.cse@niet.co.in::0287a0e3-d7f5-4815-a5d5-4670a436bb9e" providerId="AD" clId="Web-{B4AB676F-2D03-2C58-0FDC-1D5749CA1545}" dt="2023-08-29T06:32:03.140" v="312"/>
          <ac:picMkLst>
            <pc:docMk/>
            <pc:sldMk cId="1590766498" sldId="1589"/>
            <ac:picMk id="4" creationId="{8019D9AF-830D-C840-30FE-EFC27F292A9D}"/>
          </ac:picMkLst>
        </pc:picChg>
        <pc:cxnChg chg="add del">
          <ac:chgData name="Mr. Sumit Sharma" userId="S::sumitsharma.cse@niet.co.in::0287a0e3-d7f5-4815-a5d5-4670a436bb9e" providerId="AD" clId="Web-{B4AB676F-2D03-2C58-0FDC-1D5749CA1545}" dt="2023-08-29T06:32:03.140" v="311"/>
          <ac:cxnSpMkLst>
            <pc:docMk/>
            <pc:sldMk cId="1590766498" sldId="1589"/>
            <ac:cxnSpMk id="82" creationId="{EEA38897-7BA3-4408-8083-3235339C4A60}"/>
          </ac:cxnSpMkLst>
        </pc:cxnChg>
        <pc:cxnChg chg="add del">
          <ac:chgData name="Mr. Sumit Sharma" userId="S::sumitsharma.cse@niet.co.in::0287a0e3-d7f5-4815-a5d5-4670a436bb9e" providerId="AD" clId="Web-{B4AB676F-2D03-2C58-0FDC-1D5749CA1545}" dt="2023-08-29T06:32:03.140" v="311"/>
          <ac:cxnSpMkLst>
            <pc:docMk/>
            <pc:sldMk cId="1590766498" sldId="1589"/>
            <ac:cxnSpMk id="84" creationId="{F11AD06B-AB20-4097-8606-5DA00DBACE88}"/>
          </ac:cxnSpMkLst>
        </pc:cxnChg>
      </pc:sldChg>
      <pc:sldChg chg="addSp delSp modSp add replId">
        <pc:chgData name="Mr. Sumit Sharma" userId="S::sumitsharma.cse@niet.co.in::0287a0e3-d7f5-4815-a5d5-4670a436bb9e" providerId="AD" clId="Web-{B4AB676F-2D03-2C58-0FDC-1D5749CA1545}" dt="2023-08-29T06:33:27.486" v="336" actId="20577"/>
        <pc:sldMkLst>
          <pc:docMk/>
          <pc:sldMk cId="672710708" sldId="1590"/>
        </pc:sldMkLst>
        <pc:spChg chg="mod">
          <ac:chgData name="Mr. Sumit Sharma" userId="S::sumitsharma.cse@niet.co.in::0287a0e3-d7f5-4815-a5d5-4670a436bb9e" providerId="AD" clId="Web-{B4AB676F-2D03-2C58-0FDC-1D5749CA1545}" dt="2023-08-29T06:33:27.486" v="336" actId="20577"/>
          <ac:spMkLst>
            <pc:docMk/>
            <pc:sldMk cId="672710708" sldId="1590"/>
            <ac:spMk id="3" creationId="{F8CC24E1-E4CB-4555-AAFE-79673E88E287}"/>
          </ac:spMkLst>
        </pc:spChg>
        <pc:picChg chg="add mod">
          <ac:chgData name="Mr. Sumit Sharma" userId="S::sumitsharma.cse@niet.co.in::0287a0e3-d7f5-4815-a5d5-4670a436bb9e" providerId="AD" clId="Web-{B4AB676F-2D03-2C58-0FDC-1D5749CA1545}" dt="2023-08-29T06:32:33.282" v="318" actId="14100"/>
          <ac:picMkLst>
            <pc:docMk/>
            <pc:sldMk cId="672710708" sldId="1590"/>
            <ac:picMk id="2" creationId="{EB37C7B9-24F2-3FFF-154F-BF07BE73F984}"/>
          </ac:picMkLst>
        </pc:picChg>
        <pc:picChg chg="del">
          <ac:chgData name="Mr. Sumit Sharma" userId="S::sumitsharma.cse@niet.co.in::0287a0e3-d7f5-4815-a5d5-4670a436bb9e" providerId="AD" clId="Web-{B4AB676F-2D03-2C58-0FDC-1D5749CA1545}" dt="2023-08-29T06:32:23.234" v="314"/>
          <ac:picMkLst>
            <pc:docMk/>
            <pc:sldMk cId="672710708" sldId="1590"/>
            <ac:picMk id="4" creationId="{8019D9AF-830D-C840-30FE-EFC27F292A9D}"/>
          </ac:picMkLst>
        </pc:picChg>
      </pc:sldChg>
    </pc:docChg>
  </pc:docChgLst>
  <pc:docChgLst>
    <pc:chgData name="Mr. Sumit Sharma" userId="S::sumitsharma.cse@niet.co.in::0287a0e3-d7f5-4815-a5d5-4670a436bb9e" providerId="AD" clId="Web-{687C5E9E-EA70-7F60-0F73-6A13D528796D}"/>
    <pc:docChg chg="addSld modSld">
      <pc:chgData name="Mr. Sumit Sharma" userId="S::sumitsharma.cse@niet.co.in::0287a0e3-d7f5-4815-a5d5-4670a436bb9e" providerId="AD" clId="Web-{687C5E9E-EA70-7F60-0F73-6A13D528796D}" dt="2023-09-12T09:09:06.022" v="227" actId="20577"/>
      <pc:docMkLst>
        <pc:docMk/>
      </pc:docMkLst>
      <pc:sldChg chg="modSp add replId">
        <pc:chgData name="Mr. Sumit Sharma" userId="S::sumitsharma.cse@niet.co.in::0287a0e3-d7f5-4815-a5d5-4670a436bb9e" providerId="AD" clId="Web-{687C5E9E-EA70-7F60-0F73-6A13D528796D}" dt="2023-09-12T08:49:56.616" v="42" actId="20577"/>
        <pc:sldMkLst>
          <pc:docMk/>
          <pc:sldMk cId="2160946289" sldId="1620"/>
        </pc:sldMkLst>
        <pc:spChg chg="mod">
          <ac:chgData name="Mr. Sumit Sharma" userId="S::sumitsharma.cse@niet.co.in::0287a0e3-d7f5-4815-a5d5-4670a436bb9e" providerId="AD" clId="Web-{687C5E9E-EA70-7F60-0F73-6A13D528796D}" dt="2023-09-12T08:49:56.616" v="42" actId="20577"/>
          <ac:spMkLst>
            <pc:docMk/>
            <pc:sldMk cId="2160946289" sldId="1620"/>
            <ac:spMk id="7" creationId="{00000000-0000-0000-0000-000000000000}"/>
          </ac:spMkLst>
        </pc:spChg>
        <pc:spChg chg="mod">
          <ac:chgData name="Mr. Sumit Sharma" userId="S::sumitsharma.cse@niet.co.in::0287a0e3-d7f5-4815-a5d5-4670a436bb9e" providerId="AD" clId="Web-{687C5E9E-EA70-7F60-0F73-6A13D528796D}" dt="2023-09-12T08:32:37.697" v="22" actId="20577"/>
          <ac:spMkLst>
            <pc:docMk/>
            <pc:sldMk cId="2160946289" sldId="1620"/>
            <ac:spMk id="182" creationId="{FDC1A734-1528-FC7A-7C7C-B49C8922968A}"/>
          </ac:spMkLst>
        </pc:spChg>
      </pc:sldChg>
      <pc:sldChg chg="modSp add replId">
        <pc:chgData name="Mr. Sumit Sharma" userId="S::sumitsharma.cse@niet.co.in::0287a0e3-d7f5-4815-a5d5-4670a436bb9e" providerId="AD" clId="Web-{687C5E9E-EA70-7F60-0F73-6A13D528796D}" dt="2023-09-12T08:49:49.741" v="41" actId="20577"/>
        <pc:sldMkLst>
          <pc:docMk/>
          <pc:sldMk cId="2931088248" sldId="1621"/>
        </pc:sldMkLst>
        <pc:spChg chg="mod">
          <ac:chgData name="Mr. Sumit Sharma" userId="S::sumitsharma.cse@niet.co.in::0287a0e3-d7f5-4815-a5d5-4670a436bb9e" providerId="AD" clId="Web-{687C5E9E-EA70-7F60-0F73-6A13D528796D}" dt="2023-09-12T08:49:49.741" v="41" actId="20577"/>
          <ac:spMkLst>
            <pc:docMk/>
            <pc:sldMk cId="2931088248" sldId="1621"/>
            <ac:spMk id="7" creationId="{00000000-0000-0000-0000-000000000000}"/>
          </ac:spMkLst>
        </pc:spChg>
        <pc:spChg chg="mod">
          <ac:chgData name="Mr. Sumit Sharma" userId="S::sumitsharma.cse@niet.co.in::0287a0e3-d7f5-4815-a5d5-4670a436bb9e" providerId="AD" clId="Web-{687C5E9E-EA70-7F60-0F73-6A13D528796D}" dt="2023-09-12T08:48:29.926" v="31" actId="14100"/>
          <ac:spMkLst>
            <pc:docMk/>
            <pc:sldMk cId="2931088248" sldId="1621"/>
            <ac:spMk id="182" creationId="{FDC1A734-1528-FC7A-7C7C-B49C8922968A}"/>
          </ac:spMkLst>
        </pc:spChg>
      </pc:sldChg>
      <pc:sldChg chg="modSp add replId">
        <pc:chgData name="Mr. Sumit Sharma" userId="S::sumitsharma.cse@niet.co.in::0287a0e3-d7f5-4815-a5d5-4670a436bb9e" providerId="AD" clId="Web-{687C5E9E-EA70-7F60-0F73-6A13D528796D}" dt="2023-09-12T08:51:51.978" v="66" actId="14100"/>
        <pc:sldMkLst>
          <pc:docMk/>
          <pc:sldMk cId="2795272576" sldId="1622"/>
        </pc:sldMkLst>
        <pc:spChg chg="mod">
          <ac:chgData name="Mr. Sumit Sharma" userId="S::sumitsharma.cse@niet.co.in::0287a0e3-d7f5-4815-a5d5-4670a436bb9e" providerId="AD" clId="Web-{687C5E9E-EA70-7F60-0F73-6A13D528796D}" dt="2023-09-12T08:49:46.397" v="40" actId="20577"/>
          <ac:spMkLst>
            <pc:docMk/>
            <pc:sldMk cId="2795272576" sldId="1622"/>
            <ac:spMk id="7" creationId="{00000000-0000-0000-0000-000000000000}"/>
          </ac:spMkLst>
        </pc:spChg>
        <pc:spChg chg="mod">
          <ac:chgData name="Mr. Sumit Sharma" userId="S::sumitsharma.cse@niet.co.in::0287a0e3-d7f5-4815-a5d5-4670a436bb9e" providerId="AD" clId="Web-{687C5E9E-EA70-7F60-0F73-6A13D528796D}" dt="2023-09-12T08:51:51.978" v="66" actId="14100"/>
          <ac:spMkLst>
            <pc:docMk/>
            <pc:sldMk cId="2795272576" sldId="1622"/>
            <ac:spMk id="182" creationId="{FDC1A734-1528-FC7A-7C7C-B49C8922968A}"/>
          </ac:spMkLst>
        </pc:spChg>
      </pc:sldChg>
      <pc:sldChg chg="modSp add replId">
        <pc:chgData name="Mr. Sumit Sharma" userId="S::sumitsharma.cse@niet.co.in::0287a0e3-d7f5-4815-a5d5-4670a436bb9e" providerId="AD" clId="Web-{687C5E9E-EA70-7F60-0F73-6A13D528796D}" dt="2023-09-12T08:53:30.247" v="86" actId="14100"/>
        <pc:sldMkLst>
          <pc:docMk/>
          <pc:sldMk cId="3568023145" sldId="1623"/>
        </pc:sldMkLst>
        <pc:spChg chg="mod">
          <ac:chgData name="Mr. Sumit Sharma" userId="S::sumitsharma.cse@niet.co.in::0287a0e3-d7f5-4815-a5d5-4670a436bb9e" providerId="AD" clId="Web-{687C5E9E-EA70-7F60-0F73-6A13D528796D}" dt="2023-09-12T08:52:14.979" v="74" actId="20577"/>
          <ac:spMkLst>
            <pc:docMk/>
            <pc:sldMk cId="3568023145" sldId="1623"/>
            <ac:spMk id="7" creationId="{00000000-0000-0000-0000-000000000000}"/>
          </ac:spMkLst>
        </pc:spChg>
        <pc:spChg chg="mod">
          <ac:chgData name="Mr. Sumit Sharma" userId="S::sumitsharma.cse@niet.co.in::0287a0e3-d7f5-4815-a5d5-4670a436bb9e" providerId="AD" clId="Web-{687C5E9E-EA70-7F60-0F73-6A13D528796D}" dt="2023-09-12T08:53:30.247" v="86" actId="14100"/>
          <ac:spMkLst>
            <pc:docMk/>
            <pc:sldMk cId="3568023145" sldId="1623"/>
            <ac:spMk id="182" creationId="{FDC1A734-1528-FC7A-7C7C-B49C8922968A}"/>
          </ac:spMkLst>
        </pc:spChg>
      </pc:sldChg>
      <pc:sldChg chg="modSp add replId">
        <pc:chgData name="Mr. Sumit Sharma" userId="S::sumitsharma.cse@niet.co.in::0287a0e3-d7f5-4815-a5d5-4670a436bb9e" providerId="AD" clId="Web-{687C5E9E-EA70-7F60-0F73-6A13D528796D}" dt="2023-09-12T08:54:10.201" v="92" actId="20577"/>
        <pc:sldMkLst>
          <pc:docMk/>
          <pc:sldMk cId="1044315574" sldId="1624"/>
        </pc:sldMkLst>
        <pc:spChg chg="mod">
          <ac:chgData name="Mr. Sumit Sharma" userId="S::sumitsharma.cse@niet.co.in::0287a0e3-d7f5-4815-a5d5-4670a436bb9e" providerId="AD" clId="Web-{687C5E9E-EA70-7F60-0F73-6A13D528796D}" dt="2023-09-12T08:54:10.201" v="92" actId="20577"/>
          <ac:spMkLst>
            <pc:docMk/>
            <pc:sldMk cId="1044315574" sldId="1624"/>
            <ac:spMk id="182" creationId="{FDC1A734-1528-FC7A-7C7C-B49C8922968A}"/>
          </ac:spMkLst>
        </pc:spChg>
      </pc:sldChg>
      <pc:sldChg chg="modSp add replId">
        <pc:chgData name="Mr. Sumit Sharma" userId="S::sumitsharma.cse@niet.co.in::0287a0e3-d7f5-4815-a5d5-4670a436bb9e" providerId="AD" clId="Web-{687C5E9E-EA70-7F60-0F73-6A13D528796D}" dt="2023-09-12T09:00:01.851" v="118" actId="20577"/>
        <pc:sldMkLst>
          <pc:docMk/>
          <pc:sldMk cId="719459484" sldId="1625"/>
        </pc:sldMkLst>
        <pc:spChg chg="mod">
          <ac:chgData name="Mr. Sumit Sharma" userId="S::sumitsharma.cse@niet.co.in::0287a0e3-d7f5-4815-a5d5-4670a436bb9e" providerId="AD" clId="Web-{687C5E9E-EA70-7F60-0F73-6A13D528796D}" dt="2023-09-12T08:59:18.116" v="106" actId="20577"/>
          <ac:spMkLst>
            <pc:docMk/>
            <pc:sldMk cId="719459484" sldId="1625"/>
            <ac:spMk id="7" creationId="{00000000-0000-0000-0000-000000000000}"/>
          </ac:spMkLst>
        </pc:spChg>
        <pc:spChg chg="mod">
          <ac:chgData name="Mr. Sumit Sharma" userId="S::sumitsharma.cse@niet.co.in::0287a0e3-d7f5-4815-a5d5-4670a436bb9e" providerId="AD" clId="Web-{687C5E9E-EA70-7F60-0F73-6A13D528796D}" dt="2023-09-12T09:00:01.851" v="118" actId="20577"/>
          <ac:spMkLst>
            <pc:docMk/>
            <pc:sldMk cId="719459484" sldId="1625"/>
            <ac:spMk id="182" creationId="{FDC1A734-1528-FC7A-7C7C-B49C8922968A}"/>
          </ac:spMkLst>
        </pc:spChg>
      </pc:sldChg>
      <pc:sldChg chg="modSp add replId">
        <pc:chgData name="Mr. Sumit Sharma" userId="S::sumitsharma.cse@niet.co.in::0287a0e3-d7f5-4815-a5d5-4670a436bb9e" providerId="AD" clId="Web-{687C5E9E-EA70-7F60-0F73-6A13D528796D}" dt="2023-09-12T09:00:57.259" v="133" actId="20577"/>
        <pc:sldMkLst>
          <pc:docMk/>
          <pc:sldMk cId="1556240971" sldId="1626"/>
        </pc:sldMkLst>
        <pc:spChg chg="mod">
          <ac:chgData name="Mr. Sumit Sharma" userId="S::sumitsharma.cse@niet.co.in::0287a0e3-d7f5-4815-a5d5-4670a436bb9e" providerId="AD" clId="Web-{687C5E9E-EA70-7F60-0F73-6A13D528796D}" dt="2023-09-12T09:00:57.259" v="133" actId="20577"/>
          <ac:spMkLst>
            <pc:docMk/>
            <pc:sldMk cId="1556240971" sldId="1626"/>
            <ac:spMk id="182" creationId="{FDC1A734-1528-FC7A-7C7C-B49C8922968A}"/>
          </ac:spMkLst>
        </pc:spChg>
      </pc:sldChg>
      <pc:sldChg chg="modSp add replId">
        <pc:chgData name="Mr. Sumit Sharma" userId="S::sumitsharma.cse@niet.co.in::0287a0e3-d7f5-4815-a5d5-4670a436bb9e" providerId="AD" clId="Web-{687C5E9E-EA70-7F60-0F73-6A13D528796D}" dt="2023-09-12T09:08:07.817" v="217" actId="14100"/>
        <pc:sldMkLst>
          <pc:docMk/>
          <pc:sldMk cId="3976822806" sldId="1627"/>
        </pc:sldMkLst>
        <pc:spChg chg="mod">
          <ac:chgData name="Mr. Sumit Sharma" userId="S::sumitsharma.cse@niet.co.in::0287a0e3-d7f5-4815-a5d5-4670a436bb9e" providerId="AD" clId="Web-{687C5E9E-EA70-7F60-0F73-6A13D528796D}" dt="2023-09-12T09:01:19.713" v="136" actId="20577"/>
          <ac:spMkLst>
            <pc:docMk/>
            <pc:sldMk cId="3976822806" sldId="1627"/>
            <ac:spMk id="7" creationId="{00000000-0000-0000-0000-000000000000}"/>
          </ac:spMkLst>
        </pc:spChg>
        <pc:spChg chg="mod">
          <ac:chgData name="Mr. Sumit Sharma" userId="S::sumitsharma.cse@niet.co.in::0287a0e3-d7f5-4815-a5d5-4670a436bb9e" providerId="AD" clId="Web-{687C5E9E-EA70-7F60-0F73-6A13D528796D}" dt="2023-09-12T09:08:07.817" v="217" actId="14100"/>
          <ac:spMkLst>
            <pc:docMk/>
            <pc:sldMk cId="3976822806" sldId="1627"/>
            <ac:spMk id="182" creationId="{FDC1A734-1528-FC7A-7C7C-B49C8922968A}"/>
          </ac:spMkLst>
        </pc:spChg>
      </pc:sldChg>
      <pc:sldChg chg="modSp add replId">
        <pc:chgData name="Mr. Sumit Sharma" userId="S::sumitsharma.cse@niet.co.in::0287a0e3-d7f5-4815-a5d5-4670a436bb9e" providerId="AD" clId="Web-{687C5E9E-EA70-7F60-0F73-6A13D528796D}" dt="2023-09-12T09:07:05.050" v="204" actId="20577"/>
        <pc:sldMkLst>
          <pc:docMk/>
          <pc:sldMk cId="3368049691" sldId="1628"/>
        </pc:sldMkLst>
        <pc:spChg chg="mod">
          <ac:chgData name="Mr. Sumit Sharma" userId="S::sumitsharma.cse@niet.co.in::0287a0e3-d7f5-4815-a5d5-4670a436bb9e" providerId="AD" clId="Web-{687C5E9E-EA70-7F60-0F73-6A13D528796D}" dt="2023-09-12T09:04:09.077" v="159" actId="20577"/>
          <ac:spMkLst>
            <pc:docMk/>
            <pc:sldMk cId="3368049691" sldId="1628"/>
            <ac:spMk id="7" creationId="{00000000-0000-0000-0000-000000000000}"/>
          </ac:spMkLst>
        </pc:spChg>
        <pc:spChg chg="mod">
          <ac:chgData name="Mr. Sumit Sharma" userId="S::sumitsharma.cse@niet.co.in::0287a0e3-d7f5-4815-a5d5-4670a436bb9e" providerId="AD" clId="Web-{687C5E9E-EA70-7F60-0F73-6A13D528796D}" dt="2023-09-12T09:07:05.050" v="204" actId="20577"/>
          <ac:spMkLst>
            <pc:docMk/>
            <pc:sldMk cId="3368049691" sldId="1628"/>
            <ac:spMk id="182" creationId="{FDC1A734-1528-FC7A-7C7C-B49C8922968A}"/>
          </ac:spMkLst>
        </pc:spChg>
      </pc:sldChg>
      <pc:sldChg chg="modSp add replId">
        <pc:chgData name="Mr. Sumit Sharma" userId="S::sumitsharma.cse@niet.co.in::0287a0e3-d7f5-4815-a5d5-4670a436bb9e" providerId="AD" clId="Web-{687C5E9E-EA70-7F60-0F73-6A13D528796D}" dt="2023-09-12T09:06:23.283" v="184" actId="20577"/>
        <pc:sldMkLst>
          <pc:docMk/>
          <pc:sldMk cId="821847592" sldId="1629"/>
        </pc:sldMkLst>
        <pc:spChg chg="mod">
          <ac:chgData name="Mr. Sumit Sharma" userId="S::sumitsharma.cse@niet.co.in::0287a0e3-d7f5-4815-a5d5-4670a436bb9e" providerId="AD" clId="Web-{687C5E9E-EA70-7F60-0F73-6A13D528796D}" dt="2023-09-12T09:05:56.939" v="176" actId="20577"/>
          <ac:spMkLst>
            <pc:docMk/>
            <pc:sldMk cId="821847592" sldId="1629"/>
            <ac:spMk id="7" creationId="{00000000-0000-0000-0000-000000000000}"/>
          </ac:spMkLst>
        </pc:spChg>
        <pc:spChg chg="mod">
          <ac:chgData name="Mr. Sumit Sharma" userId="S::sumitsharma.cse@niet.co.in::0287a0e3-d7f5-4815-a5d5-4670a436bb9e" providerId="AD" clId="Web-{687C5E9E-EA70-7F60-0F73-6A13D528796D}" dt="2023-09-12T09:06:23.283" v="184" actId="20577"/>
          <ac:spMkLst>
            <pc:docMk/>
            <pc:sldMk cId="821847592" sldId="1629"/>
            <ac:spMk id="182" creationId="{FDC1A734-1528-FC7A-7C7C-B49C8922968A}"/>
          </ac:spMkLst>
        </pc:spChg>
      </pc:sldChg>
      <pc:sldChg chg="modSp add replId">
        <pc:chgData name="Mr. Sumit Sharma" userId="S::sumitsharma.cse@niet.co.in::0287a0e3-d7f5-4815-a5d5-4670a436bb9e" providerId="AD" clId="Web-{687C5E9E-EA70-7F60-0F73-6A13D528796D}" dt="2023-09-12T09:09:06.022" v="227" actId="20577"/>
        <pc:sldMkLst>
          <pc:docMk/>
          <pc:sldMk cId="720429055" sldId="1630"/>
        </pc:sldMkLst>
        <pc:spChg chg="mod">
          <ac:chgData name="Mr. Sumit Sharma" userId="S::sumitsharma.cse@niet.co.in::0287a0e3-d7f5-4815-a5d5-4670a436bb9e" providerId="AD" clId="Web-{687C5E9E-EA70-7F60-0F73-6A13D528796D}" dt="2023-09-12T09:09:06.022" v="227" actId="20577"/>
          <ac:spMkLst>
            <pc:docMk/>
            <pc:sldMk cId="720429055" sldId="1630"/>
            <ac:spMk id="182" creationId="{FDC1A734-1528-FC7A-7C7C-B49C8922968A}"/>
          </ac:spMkLst>
        </pc:spChg>
      </pc:sldChg>
    </pc:docChg>
  </pc:docChgLst>
  <pc:docChgLst>
    <pc:chgData name="Mr. Sumit Sharma" userId="S::sumitsharma.cse@niet.co.in::0287a0e3-d7f5-4815-a5d5-4670a436bb9e" providerId="AD" clId="Web-{11092429-62C6-43B0-82AD-D0162A1C50B3}"/>
    <pc:docChg chg="modSld">
      <pc:chgData name="Mr. Sumit Sharma" userId="S::sumitsharma.cse@niet.co.in::0287a0e3-d7f5-4815-a5d5-4670a436bb9e" providerId="AD" clId="Web-{11092429-62C6-43B0-82AD-D0162A1C50B3}" dt="2023-08-23T04:15:00.470" v="96" actId="20577"/>
      <pc:docMkLst>
        <pc:docMk/>
      </pc:docMkLst>
      <pc:sldChg chg="modSp">
        <pc:chgData name="Mr. Sumit Sharma" userId="S::sumitsharma.cse@niet.co.in::0287a0e3-d7f5-4815-a5d5-4670a436bb9e" providerId="AD" clId="Web-{11092429-62C6-43B0-82AD-D0162A1C50B3}" dt="2023-08-23T04:02:11.652" v="7" actId="20577"/>
        <pc:sldMkLst>
          <pc:docMk/>
          <pc:sldMk cId="3419601306" sldId="1566"/>
        </pc:sldMkLst>
        <pc:spChg chg="mod">
          <ac:chgData name="Mr. Sumit Sharma" userId="S::sumitsharma.cse@niet.co.in::0287a0e3-d7f5-4815-a5d5-4670a436bb9e" providerId="AD" clId="Web-{11092429-62C6-43B0-82AD-D0162A1C50B3}" dt="2023-08-23T04:02:11.652" v="7" actId="20577"/>
          <ac:spMkLst>
            <pc:docMk/>
            <pc:sldMk cId="3419601306" sldId="1566"/>
            <ac:spMk id="3" creationId="{F8CC24E1-E4CB-4555-AAFE-79673E88E287}"/>
          </ac:spMkLst>
        </pc:spChg>
      </pc:sldChg>
      <pc:sldChg chg="modSp">
        <pc:chgData name="Mr. Sumit Sharma" userId="S::sumitsharma.cse@niet.co.in::0287a0e3-d7f5-4815-a5d5-4670a436bb9e" providerId="AD" clId="Web-{11092429-62C6-43B0-82AD-D0162A1C50B3}" dt="2023-08-23T04:03:02.232" v="12" actId="20577"/>
        <pc:sldMkLst>
          <pc:docMk/>
          <pc:sldMk cId="900405711" sldId="1567"/>
        </pc:sldMkLst>
        <pc:spChg chg="mod">
          <ac:chgData name="Mr. Sumit Sharma" userId="S::sumitsharma.cse@niet.co.in::0287a0e3-d7f5-4815-a5d5-4670a436bb9e" providerId="AD" clId="Web-{11092429-62C6-43B0-82AD-D0162A1C50B3}" dt="2023-08-23T04:03:02.232" v="12" actId="20577"/>
          <ac:spMkLst>
            <pc:docMk/>
            <pc:sldMk cId="900405711" sldId="1567"/>
            <ac:spMk id="3" creationId="{F8CC24E1-E4CB-4555-AAFE-79673E88E287}"/>
          </ac:spMkLst>
        </pc:spChg>
      </pc:sldChg>
      <pc:sldChg chg="modSp">
        <pc:chgData name="Mr. Sumit Sharma" userId="S::sumitsharma.cse@niet.co.in::0287a0e3-d7f5-4815-a5d5-4670a436bb9e" providerId="AD" clId="Web-{11092429-62C6-43B0-82AD-D0162A1C50B3}" dt="2023-08-23T04:03:56.921" v="21" actId="20577"/>
        <pc:sldMkLst>
          <pc:docMk/>
          <pc:sldMk cId="1404751568" sldId="1568"/>
        </pc:sldMkLst>
        <pc:spChg chg="mod">
          <ac:chgData name="Mr. Sumit Sharma" userId="S::sumitsharma.cse@niet.co.in::0287a0e3-d7f5-4815-a5d5-4670a436bb9e" providerId="AD" clId="Web-{11092429-62C6-43B0-82AD-D0162A1C50B3}" dt="2023-08-23T04:03:56.921" v="21" actId="20577"/>
          <ac:spMkLst>
            <pc:docMk/>
            <pc:sldMk cId="1404751568" sldId="1568"/>
            <ac:spMk id="3" creationId="{F8CC24E1-E4CB-4555-AAFE-79673E88E287}"/>
          </ac:spMkLst>
        </pc:spChg>
      </pc:sldChg>
      <pc:sldChg chg="modSp">
        <pc:chgData name="Mr. Sumit Sharma" userId="S::sumitsharma.cse@niet.co.in::0287a0e3-d7f5-4815-a5d5-4670a436bb9e" providerId="AD" clId="Web-{11092429-62C6-43B0-82AD-D0162A1C50B3}" dt="2023-08-23T04:04:54.735" v="28" actId="20577"/>
        <pc:sldMkLst>
          <pc:docMk/>
          <pc:sldMk cId="1981118964" sldId="1569"/>
        </pc:sldMkLst>
        <pc:spChg chg="mod">
          <ac:chgData name="Mr. Sumit Sharma" userId="S::sumitsharma.cse@niet.co.in::0287a0e3-d7f5-4815-a5d5-4670a436bb9e" providerId="AD" clId="Web-{11092429-62C6-43B0-82AD-D0162A1C50B3}" dt="2023-08-23T04:04:54.735" v="28" actId="20577"/>
          <ac:spMkLst>
            <pc:docMk/>
            <pc:sldMk cId="1981118964" sldId="1569"/>
            <ac:spMk id="3" creationId="{F8CC24E1-E4CB-4555-AAFE-79673E88E287}"/>
          </ac:spMkLst>
        </pc:spChg>
      </pc:sldChg>
      <pc:sldChg chg="modSp">
        <pc:chgData name="Mr. Sumit Sharma" userId="S::sumitsharma.cse@niet.co.in::0287a0e3-d7f5-4815-a5d5-4670a436bb9e" providerId="AD" clId="Web-{11092429-62C6-43B0-82AD-D0162A1C50B3}" dt="2023-08-23T04:07:42.927" v="33" actId="20577"/>
        <pc:sldMkLst>
          <pc:docMk/>
          <pc:sldMk cId="2095559441" sldId="1570"/>
        </pc:sldMkLst>
        <pc:spChg chg="mod">
          <ac:chgData name="Mr. Sumit Sharma" userId="S::sumitsharma.cse@niet.co.in::0287a0e3-d7f5-4815-a5d5-4670a436bb9e" providerId="AD" clId="Web-{11092429-62C6-43B0-82AD-D0162A1C50B3}" dt="2023-08-23T04:07:42.927" v="33" actId="20577"/>
          <ac:spMkLst>
            <pc:docMk/>
            <pc:sldMk cId="2095559441" sldId="1570"/>
            <ac:spMk id="3" creationId="{F8CC24E1-E4CB-4555-AAFE-79673E88E287}"/>
          </ac:spMkLst>
        </pc:spChg>
      </pc:sldChg>
      <pc:sldChg chg="modSp">
        <pc:chgData name="Mr. Sumit Sharma" userId="S::sumitsharma.cse@niet.co.in::0287a0e3-d7f5-4815-a5d5-4670a436bb9e" providerId="AD" clId="Web-{11092429-62C6-43B0-82AD-D0162A1C50B3}" dt="2023-08-23T04:08:29.506" v="40" actId="20577"/>
        <pc:sldMkLst>
          <pc:docMk/>
          <pc:sldMk cId="2191441077" sldId="1571"/>
        </pc:sldMkLst>
        <pc:spChg chg="mod">
          <ac:chgData name="Mr. Sumit Sharma" userId="S::sumitsharma.cse@niet.co.in::0287a0e3-d7f5-4815-a5d5-4670a436bb9e" providerId="AD" clId="Web-{11092429-62C6-43B0-82AD-D0162A1C50B3}" dt="2023-08-23T04:08:29.506" v="40" actId="20577"/>
          <ac:spMkLst>
            <pc:docMk/>
            <pc:sldMk cId="2191441077" sldId="1571"/>
            <ac:spMk id="3" creationId="{F8CC24E1-E4CB-4555-AAFE-79673E88E287}"/>
          </ac:spMkLst>
        </pc:spChg>
      </pc:sldChg>
      <pc:sldChg chg="modSp">
        <pc:chgData name="Mr. Sumit Sharma" userId="S::sumitsharma.cse@niet.co.in::0287a0e3-d7f5-4815-a5d5-4670a436bb9e" providerId="AD" clId="Web-{11092429-62C6-43B0-82AD-D0162A1C50B3}" dt="2023-08-23T04:09:16.867" v="45" actId="20577"/>
        <pc:sldMkLst>
          <pc:docMk/>
          <pc:sldMk cId="713500298" sldId="1572"/>
        </pc:sldMkLst>
        <pc:spChg chg="mod">
          <ac:chgData name="Mr. Sumit Sharma" userId="S::sumitsharma.cse@niet.co.in::0287a0e3-d7f5-4815-a5d5-4670a436bb9e" providerId="AD" clId="Web-{11092429-62C6-43B0-82AD-D0162A1C50B3}" dt="2023-08-23T04:09:16.867" v="45" actId="20577"/>
          <ac:spMkLst>
            <pc:docMk/>
            <pc:sldMk cId="713500298" sldId="1572"/>
            <ac:spMk id="3" creationId="{F8CC24E1-E4CB-4555-AAFE-79673E88E287}"/>
          </ac:spMkLst>
        </pc:spChg>
      </pc:sldChg>
      <pc:sldChg chg="modSp">
        <pc:chgData name="Mr. Sumit Sharma" userId="S::sumitsharma.cse@niet.co.in::0287a0e3-d7f5-4815-a5d5-4670a436bb9e" providerId="AD" clId="Web-{11092429-62C6-43B0-82AD-D0162A1C50B3}" dt="2023-08-23T04:10:12.634" v="53" actId="20577"/>
        <pc:sldMkLst>
          <pc:docMk/>
          <pc:sldMk cId="3739601138" sldId="1574"/>
        </pc:sldMkLst>
        <pc:spChg chg="mod">
          <ac:chgData name="Mr. Sumit Sharma" userId="S::sumitsharma.cse@niet.co.in::0287a0e3-d7f5-4815-a5d5-4670a436bb9e" providerId="AD" clId="Web-{11092429-62C6-43B0-82AD-D0162A1C50B3}" dt="2023-08-23T04:10:12.634" v="53" actId="20577"/>
          <ac:spMkLst>
            <pc:docMk/>
            <pc:sldMk cId="3739601138" sldId="1574"/>
            <ac:spMk id="3" creationId="{F8CC24E1-E4CB-4555-AAFE-79673E88E287}"/>
          </ac:spMkLst>
        </pc:spChg>
      </pc:sldChg>
      <pc:sldChg chg="modSp">
        <pc:chgData name="Mr. Sumit Sharma" userId="S::sumitsharma.cse@niet.co.in::0287a0e3-d7f5-4815-a5d5-4670a436bb9e" providerId="AD" clId="Web-{11092429-62C6-43B0-82AD-D0162A1C50B3}" dt="2023-08-23T04:10:56.885" v="58" actId="20577"/>
        <pc:sldMkLst>
          <pc:docMk/>
          <pc:sldMk cId="2718036721" sldId="1575"/>
        </pc:sldMkLst>
        <pc:spChg chg="mod">
          <ac:chgData name="Mr. Sumit Sharma" userId="S::sumitsharma.cse@niet.co.in::0287a0e3-d7f5-4815-a5d5-4670a436bb9e" providerId="AD" clId="Web-{11092429-62C6-43B0-82AD-D0162A1C50B3}" dt="2023-08-23T04:10:56.885" v="58" actId="20577"/>
          <ac:spMkLst>
            <pc:docMk/>
            <pc:sldMk cId="2718036721" sldId="1575"/>
            <ac:spMk id="3" creationId="{F8CC24E1-E4CB-4555-AAFE-79673E88E287}"/>
          </ac:spMkLst>
        </pc:spChg>
      </pc:sldChg>
      <pc:sldChg chg="modSp">
        <pc:chgData name="Mr. Sumit Sharma" userId="S::sumitsharma.cse@niet.co.in::0287a0e3-d7f5-4815-a5d5-4670a436bb9e" providerId="AD" clId="Web-{11092429-62C6-43B0-82AD-D0162A1C50B3}" dt="2023-08-23T04:11:28.355" v="62" actId="20577"/>
        <pc:sldMkLst>
          <pc:docMk/>
          <pc:sldMk cId="3848627097" sldId="1576"/>
        </pc:sldMkLst>
        <pc:spChg chg="mod">
          <ac:chgData name="Mr. Sumit Sharma" userId="S::sumitsharma.cse@niet.co.in::0287a0e3-d7f5-4815-a5d5-4670a436bb9e" providerId="AD" clId="Web-{11092429-62C6-43B0-82AD-D0162A1C50B3}" dt="2023-08-23T04:11:28.355" v="62" actId="20577"/>
          <ac:spMkLst>
            <pc:docMk/>
            <pc:sldMk cId="3848627097" sldId="1576"/>
            <ac:spMk id="3" creationId="{F8CC24E1-E4CB-4555-AAFE-79673E88E287}"/>
          </ac:spMkLst>
        </pc:spChg>
      </pc:sldChg>
      <pc:sldChg chg="modSp">
        <pc:chgData name="Mr. Sumit Sharma" userId="S::sumitsharma.cse@niet.co.in::0287a0e3-d7f5-4815-a5d5-4670a436bb9e" providerId="AD" clId="Web-{11092429-62C6-43B0-82AD-D0162A1C50B3}" dt="2023-08-23T04:12:07.559" v="69" actId="20577"/>
        <pc:sldMkLst>
          <pc:docMk/>
          <pc:sldMk cId="1492801541" sldId="1577"/>
        </pc:sldMkLst>
        <pc:spChg chg="mod">
          <ac:chgData name="Mr. Sumit Sharma" userId="S::sumitsharma.cse@niet.co.in::0287a0e3-d7f5-4815-a5d5-4670a436bb9e" providerId="AD" clId="Web-{11092429-62C6-43B0-82AD-D0162A1C50B3}" dt="2023-08-23T04:12:07.559" v="69" actId="20577"/>
          <ac:spMkLst>
            <pc:docMk/>
            <pc:sldMk cId="1492801541" sldId="1577"/>
            <ac:spMk id="3" creationId="{F8CC24E1-E4CB-4555-AAFE-79673E88E287}"/>
          </ac:spMkLst>
        </pc:spChg>
      </pc:sldChg>
      <pc:sldChg chg="modSp">
        <pc:chgData name="Mr. Sumit Sharma" userId="S::sumitsharma.cse@niet.co.in::0287a0e3-d7f5-4815-a5d5-4670a436bb9e" providerId="AD" clId="Web-{11092429-62C6-43B0-82AD-D0162A1C50B3}" dt="2023-08-23T04:12:38.279" v="73" actId="20577"/>
        <pc:sldMkLst>
          <pc:docMk/>
          <pc:sldMk cId="3238797891" sldId="1578"/>
        </pc:sldMkLst>
        <pc:spChg chg="mod">
          <ac:chgData name="Mr. Sumit Sharma" userId="S::sumitsharma.cse@niet.co.in::0287a0e3-d7f5-4815-a5d5-4670a436bb9e" providerId="AD" clId="Web-{11092429-62C6-43B0-82AD-D0162A1C50B3}" dt="2023-08-23T04:12:38.279" v="73" actId="20577"/>
          <ac:spMkLst>
            <pc:docMk/>
            <pc:sldMk cId="3238797891" sldId="1578"/>
            <ac:spMk id="3" creationId="{F8CC24E1-E4CB-4555-AAFE-79673E88E287}"/>
          </ac:spMkLst>
        </pc:spChg>
      </pc:sldChg>
      <pc:sldChg chg="modSp">
        <pc:chgData name="Mr. Sumit Sharma" userId="S::sumitsharma.cse@niet.co.in::0287a0e3-d7f5-4815-a5d5-4670a436bb9e" providerId="AD" clId="Web-{11092429-62C6-43B0-82AD-D0162A1C50B3}" dt="2023-08-23T04:13:11.108" v="78" actId="20577"/>
        <pc:sldMkLst>
          <pc:docMk/>
          <pc:sldMk cId="1196681734" sldId="1579"/>
        </pc:sldMkLst>
        <pc:spChg chg="mod">
          <ac:chgData name="Mr. Sumit Sharma" userId="S::sumitsharma.cse@niet.co.in::0287a0e3-d7f5-4815-a5d5-4670a436bb9e" providerId="AD" clId="Web-{11092429-62C6-43B0-82AD-D0162A1C50B3}" dt="2023-08-23T04:13:11.108" v="78" actId="20577"/>
          <ac:spMkLst>
            <pc:docMk/>
            <pc:sldMk cId="1196681734" sldId="1579"/>
            <ac:spMk id="3" creationId="{F8CC24E1-E4CB-4555-AAFE-79673E88E287}"/>
          </ac:spMkLst>
        </pc:spChg>
      </pc:sldChg>
      <pc:sldChg chg="modSp">
        <pc:chgData name="Mr. Sumit Sharma" userId="S::sumitsharma.cse@niet.co.in::0287a0e3-d7f5-4815-a5d5-4670a436bb9e" providerId="AD" clId="Web-{11092429-62C6-43B0-82AD-D0162A1C50B3}" dt="2023-08-23T04:13:48.827" v="84" actId="20577"/>
        <pc:sldMkLst>
          <pc:docMk/>
          <pc:sldMk cId="1080364002" sldId="1580"/>
        </pc:sldMkLst>
        <pc:spChg chg="mod">
          <ac:chgData name="Mr. Sumit Sharma" userId="S::sumitsharma.cse@niet.co.in::0287a0e3-d7f5-4815-a5d5-4670a436bb9e" providerId="AD" clId="Web-{11092429-62C6-43B0-82AD-D0162A1C50B3}" dt="2023-08-23T04:13:48.827" v="84" actId="20577"/>
          <ac:spMkLst>
            <pc:docMk/>
            <pc:sldMk cId="1080364002" sldId="1580"/>
            <ac:spMk id="3" creationId="{F8CC24E1-E4CB-4555-AAFE-79673E88E287}"/>
          </ac:spMkLst>
        </pc:spChg>
      </pc:sldChg>
      <pc:sldChg chg="modSp">
        <pc:chgData name="Mr. Sumit Sharma" userId="S::sumitsharma.cse@niet.co.in::0287a0e3-d7f5-4815-a5d5-4670a436bb9e" providerId="AD" clId="Web-{11092429-62C6-43B0-82AD-D0162A1C50B3}" dt="2023-08-23T04:14:24.797" v="90" actId="20577"/>
        <pc:sldMkLst>
          <pc:docMk/>
          <pc:sldMk cId="3382127065" sldId="1581"/>
        </pc:sldMkLst>
        <pc:spChg chg="mod">
          <ac:chgData name="Mr. Sumit Sharma" userId="S::sumitsharma.cse@niet.co.in::0287a0e3-d7f5-4815-a5d5-4670a436bb9e" providerId="AD" clId="Web-{11092429-62C6-43B0-82AD-D0162A1C50B3}" dt="2023-08-23T04:14:24.797" v="90" actId="20577"/>
          <ac:spMkLst>
            <pc:docMk/>
            <pc:sldMk cId="3382127065" sldId="1581"/>
            <ac:spMk id="3" creationId="{F8CC24E1-E4CB-4555-AAFE-79673E88E287}"/>
          </ac:spMkLst>
        </pc:spChg>
      </pc:sldChg>
      <pc:sldChg chg="modSp">
        <pc:chgData name="Mr. Sumit Sharma" userId="S::sumitsharma.cse@niet.co.in::0287a0e3-d7f5-4815-a5d5-4670a436bb9e" providerId="AD" clId="Web-{11092429-62C6-43B0-82AD-D0162A1C50B3}" dt="2023-08-23T04:15:00.470" v="96" actId="20577"/>
        <pc:sldMkLst>
          <pc:docMk/>
          <pc:sldMk cId="240637688" sldId="1582"/>
        </pc:sldMkLst>
        <pc:spChg chg="mod">
          <ac:chgData name="Mr. Sumit Sharma" userId="S::sumitsharma.cse@niet.co.in::0287a0e3-d7f5-4815-a5d5-4670a436bb9e" providerId="AD" clId="Web-{11092429-62C6-43B0-82AD-D0162A1C50B3}" dt="2023-08-23T04:15:00.470" v="96" actId="20577"/>
          <ac:spMkLst>
            <pc:docMk/>
            <pc:sldMk cId="240637688" sldId="1582"/>
            <ac:spMk id="3" creationId="{F8CC24E1-E4CB-4555-AAFE-79673E88E287}"/>
          </ac:spMkLst>
        </pc:spChg>
      </pc:sldChg>
    </pc:docChg>
  </pc:docChgLst>
  <pc:docChgLst>
    <pc:chgData name="Mr. Sumit Sharma" userId="S::sumitsharma.cse@niet.co.in::0287a0e3-d7f5-4815-a5d5-4670a436bb9e" providerId="AD" clId="Web-{382BE158-941A-E9A6-0BB6-CF9EDB08CD91}"/>
    <pc:docChg chg="modSld">
      <pc:chgData name="Mr. Sumit Sharma" userId="S::sumitsharma.cse@niet.co.in::0287a0e3-d7f5-4815-a5d5-4670a436bb9e" providerId="AD" clId="Web-{382BE158-941A-E9A6-0BB6-CF9EDB08CD91}" dt="2023-09-04T06:36:29.207" v="1" actId="20577"/>
      <pc:docMkLst>
        <pc:docMk/>
      </pc:docMkLst>
      <pc:sldChg chg="modSp">
        <pc:chgData name="Mr. Sumit Sharma" userId="S::sumitsharma.cse@niet.co.in::0287a0e3-d7f5-4815-a5d5-4670a436bb9e" providerId="AD" clId="Web-{382BE158-941A-E9A6-0BB6-CF9EDB08CD91}" dt="2023-09-04T06:36:29.207" v="1" actId="20577"/>
        <pc:sldMkLst>
          <pc:docMk/>
          <pc:sldMk cId="2717630238" sldId="281"/>
        </pc:sldMkLst>
        <pc:spChg chg="mod">
          <ac:chgData name="Mr. Sumit Sharma" userId="S::sumitsharma.cse@niet.co.in::0287a0e3-d7f5-4815-a5d5-4670a436bb9e" providerId="AD" clId="Web-{382BE158-941A-E9A6-0BB6-CF9EDB08CD91}" dt="2023-09-04T06:36:29.207" v="1" actId="20577"/>
          <ac:spMkLst>
            <pc:docMk/>
            <pc:sldMk cId="2717630238" sldId="281"/>
            <ac:spMk id="7" creationId="{00000000-0000-0000-0000-000000000000}"/>
          </ac:spMkLst>
        </pc:spChg>
      </pc:sldChg>
    </pc:docChg>
  </pc:docChgLst>
  <pc:docChgLst>
    <pc:chgData name="Mr. Sumit Sharma" userId="S::sumitsharma.cse@niet.co.in::0287a0e3-d7f5-4815-a5d5-4670a436bb9e" providerId="AD" clId="Web-{9B253117-5525-9C38-5080-87AA603007A9}"/>
    <pc:docChg chg="modSld">
      <pc:chgData name="Mr. Sumit Sharma" userId="S::sumitsharma.cse@niet.co.in::0287a0e3-d7f5-4815-a5d5-4670a436bb9e" providerId="AD" clId="Web-{9B253117-5525-9C38-5080-87AA603007A9}" dt="2023-08-22T03:59:52.383" v="2" actId="20577"/>
      <pc:docMkLst>
        <pc:docMk/>
      </pc:docMkLst>
      <pc:sldChg chg="modSp">
        <pc:chgData name="Mr. Sumit Sharma" userId="S::sumitsharma.cse@niet.co.in::0287a0e3-d7f5-4815-a5d5-4670a436bb9e" providerId="AD" clId="Web-{9B253117-5525-9C38-5080-87AA603007A9}" dt="2023-08-22T03:59:52.383" v="2" actId="20577"/>
        <pc:sldMkLst>
          <pc:docMk/>
          <pc:sldMk cId="472746572" sldId="1562"/>
        </pc:sldMkLst>
        <pc:spChg chg="mod">
          <ac:chgData name="Mr. Sumit Sharma" userId="S::sumitsharma.cse@niet.co.in::0287a0e3-d7f5-4815-a5d5-4670a436bb9e" providerId="AD" clId="Web-{9B253117-5525-9C38-5080-87AA603007A9}" dt="2023-08-22T03:59:52.383" v="2" actId="20577"/>
          <ac:spMkLst>
            <pc:docMk/>
            <pc:sldMk cId="472746572" sldId="1562"/>
            <ac:spMk id="3" creationId="{F8CC24E1-E4CB-4555-AAFE-79673E88E287}"/>
          </ac:spMkLst>
        </pc:spChg>
      </pc:sldChg>
    </pc:docChg>
  </pc:docChgLst>
  <pc:docChgLst>
    <pc:chgData name="Mr. Sumit Sharma" userId="S::sumitsharma.cse@niet.co.in::0287a0e3-d7f5-4815-a5d5-4670a436bb9e" providerId="AD" clId="Web-{DBD9E93B-85D2-593E-8A2C-EA755D93B1D7}"/>
    <pc:docChg chg="modSld">
      <pc:chgData name="Mr. Sumit Sharma" userId="S::sumitsharma.cse@niet.co.in::0287a0e3-d7f5-4815-a5d5-4670a436bb9e" providerId="AD" clId="Web-{DBD9E93B-85D2-593E-8A2C-EA755D93B1D7}" dt="2023-09-04T04:07:34.120" v="241" actId="20577"/>
      <pc:docMkLst>
        <pc:docMk/>
      </pc:docMkLst>
      <pc:sldChg chg="addSp delSp modSp">
        <pc:chgData name="Mr. Sumit Sharma" userId="S::sumitsharma.cse@niet.co.in::0287a0e3-d7f5-4815-a5d5-4670a436bb9e" providerId="AD" clId="Web-{DBD9E93B-85D2-593E-8A2C-EA755D93B1D7}" dt="2023-09-04T04:05:17.315" v="204" actId="20577"/>
        <pc:sldMkLst>
          <pc:docMk/>
          <pc:sldMk cId="2717630238" sldId="281"/>
        </pc:sldMkLst>
        <pc:spChg chg="del">
          <ac:chgData name="Mr. Sumit Sharma" userId="S::sumitsharma.cse@niet.co.in::0287a0e3-d7f5-4815-a5d5-4670a436bb9e" providerId="AD" clId="Web-{DBD9E93B-85D2-593E-8A2C-EA755D93B1D7}" dt="2023-09-04T04:01:06.003" v="13"/>
          <ac:spMkLst>
            <pc:docMk/>
            <pc:sldMk cId="2717630238" sldId="281"/>
            <ac:spMk id="3" creationId="{00000000-0000-0000-0000-000000000000}"/>
          </ac:spMkLst>
        </pc:spChg>
        <pc:spChg chg="add del mod">
          <ac:chgData name="Mr. Sumit Sharma" userId="S::sumitsharma.cse@niet.co.in::0287a0e3-d7f5-4815-a5d5-4670a436bb9e" providerId="AD" clId="Web-{DBD9E93B-85D2-593E-8A2C-EA755D93B1D7}" dt="2023-09-04T04:01:09.753" v="14"/>
          <ac:spMkLst>
            <pc:docMk/>
            <pc:sldMk cId="2717630238" sldId="281"/>
            <ac:spMk id="4" creationId="{22307E7A-902B-EE65-D169-7BBD216C4808}"/>
          </ac:spMkLst>
        </pc:spChg>
        <pc:spChg chg="mod">
          <ac:chgData name="Mr. Sumit Sharma" userId="S::sumitsharma.cse@niet.co.in::0287a0e3-d7f5-4815-a5d5-4670a436bb9e" providerId="AD" clId="Web-{DBD9E93B-85D2-593E-8A2C-EA755D93B1D7}" dt="2023-09-04T04:05:17.315" v="204" actId="20577"/>
          <ac:spMkLst>
            <pc:docMk/>
            <pc:sldMk cId="2717630238" sldId="281"/>
            <ac:spMk id="8" creationId="{D7F71052-C096-41E2-9234-43D568F9BDDA}"/>
          </ac:spMkLst>
        </pc:spChg>
      </pc:sldChg>
      <pc:sldChg chg="modSp">
        <pc:chgData name="Mr. Sumit Sharma" userId="S::sumitsharma.cse@niet.co.in::0287a0e3-d7f5-4815-a5d5-4670a436bb9e" providerId="AD" clId="Web-{DBD9E93B-85D2-593E-8A2C-EA755D93B1D7}" dt="2023-09-04T04:07:34.120" v="241" actId="20577"/>
        <pc:sldMkLst>
          <pc:docMk/>
          <pc:sldMk cId="14382847" sldId="1560"/>
        </pc:sldMkLst>
        <pc:spChg chg="mod">
          <ac:chgData name="Mr. Sumit Sharma" userId="S::sumitsharma.cse@niet.co.in::0287a0e3-d7f5-4815-a5d5-4670a436bb9e" providerId="AD" clId="Web-{DBD9E93B-85D2-593E-8A2C-EA755D93B1D7}" dt="2023-09-04T04:06:08.693" v="217" actId="20577"/>
          <ac:spMkLst>
            <pc:docMk/>
            <pc:sldMk cId="14382847" sldId="1560"/>
            <ac:spMk id="7" creationId="{00000000-0000-0000-0000-000000000000}"/>
          </ac:spMkLst>
        </pc:spChg>
        <pc:graphicFrameChg chg="modGraphic">
          <ac:chgData name="Mr. Sumit Sharma" userId="S::sumitsharma.cse@niet.co.in::0287a0e3-d7f5-4815-a5d5-4670a436bb9e" providerId="AD" clId="Web-{DBD9E93B-85D2-593E-8A2C-EA755D93B1D7}" dt="2023-09-04T04:07:34.120" v="241" actId="20577"/>
          <ac:graphicFrameMkLst>
            <pc:docMk/>
            <pc:sldMk cId="14382847" sldId="1560"/>
            <ac:graphicFrameMk id="28" creationId="{7911BCD3-FD89-BC16-4A6F-1F614AC172FE}"/>
          </ac:graphicFrameMkLst>
        </pc:graphicFrameChg>
      </pc:sldChg>
    </pc:docChg>
  </pc:docChgLst>
  <pc:docChgLst>
    <pc:chgData name="Mr. Sumit Sharma" userId="S::sumitsharma.cse@niet.co.in::0287a0e3-d7f5-4815-a5d5-4670a436bb9e" providerId="AD" clId="Web-{17A0E2E3-9CA2-C975-38E0-6CA120B7656C}"/>
    <pc:docChg chg="addSld modSld">
      <pc:chgData name="Mr. Sumit Sharma" userId="S::sumitsharma.cse@niet.co.in::0287a0e3-d7f5-4815-a5d5-4670a436bb9e" providerId="AD" clId="Web-{17A0E2E3-9CA2-C975-38E0-6CA120B7656C}" dt="2023-09-08T10:12:12.375" v="96" actId="20577"/>
      <pc:docMkLst>
        <pc:docMk/>
      </pc:docMkLst>
      <pc:sldChg chg="modSp add replId">
        <pc:chgData name="Mr. Sumit Sharma" userId="S::sumitsharma.cse@niet.co.in::0287a0e3-d7f5-4815-a5d5-4670a436bb9e" providerId="AD" clId="Web-{17A0E2E3-9CA2-C975-38E0-6CA120B7656C}" dt="2023-09-08T09:49:25.712" v="33" actId="20577"/>
        <pc:sldMkLst>
          <pc:docMk/>
          <pc:sldMk cId="514159642" sldId="1613"/>
        </pc:sldMkLst>
        <pc:spChg chg="mod">
          <ac:chgData name="Mr. Sumit Sharma" userId="S::sumitsharma.cse@niet.co.in::0287a0e3-d7f5-4815-a5d5-4670a436bb9e" providerId="AD" clId="Web-{17A0E2E3-9CA2-C975-38E0-6CA120B7656C}" dt="2023-09-08T09:48:05.256" v="24" actId="20577"/>
          <ac:spMkLst>
            <pc:docMk/>
            <pc:sldMk cId="514159642" sldId="1613"/>
            <ac:spMk id="7" creationId="{00000000-0000-0000-0000-000000000000}"/>
          </ac:spMkLst>
        </pc:spChg>
        <pc:spChg chg="mod">
          <ac:chgData name="Mr. Sumit Sharma" userId="S::sumitsharma.cse@niet.co.in::0287a0e3-d7f5-4815-a5d5-4670a436bb9e" providerId="AD" clId="Web-{17A0E2E3-9CA2-C975-38E0-6CA120B7656C}" dt="2023-09-08T09:49:25.712" v="33" actId="20577"/>
          <ac:spMkLst>
            <pc:docMk/>
            <pc:sldMk cId="514159642" sldId="1613"/>
            <ac:spMk id="182" creationId="{FDC1A734-1528-FC7A-7C7C-B49C8922968A}"/>
          </ac:spMkLst>
        </pc:spChg>
      </pc:sldChg>
      <pc:sldChg chg="modSp add replId">
        <pc:chgData name="Mr. Sumit Sharma" userId="S::sumitsharma.cse@niet.co.in::0287a0e3-d7f5-4815-a5d5-4670a436bb9e" providerId="AD" clId="Web-{17A0E2E3-9CA2-C975-38E0-6CA120B7656C}" dt="2023-09-08T09:50:47.496" v="47" actId="20577"/>
        <pc:sldMkLst>
          <pc:docMk/>
          <pc:sldMk cId="3570345156" sldId="1614"/>
        </pc:sldMkLst>
        <pc:spChg chg="mod">
          <ac:chgData name="Mr. Sumit Sharma" userId="S::sumitsharma.cse@niet.co.in::0287a0e3-d7f5-4815-a5d5-4670a436bb9e" providerId="AD" clId="Web-{17A0E2E3-9CA2-C975-38E0-6CA120B7656C}" dt="2023-09-08T09:49:38.306" v="36" actId="20577"/>
          <ac:spMkLst>
            <pc:docMk/>
            <pc:sldMk cId="3570345156" sldId="1614"/>
            <ac:spMk id="7" creationId="{00000000-0000-0000-0000-000000000000}"/>
          </ac:spMkLst>
        </pc:spChg>
        <pc:spChg chg="mod">
          <ac:chgData name="Mr. Sumit Sharma" userId="S::sumitsharma.cse@niet.co.in::0287a0e3-d7f5-4815-a5d5-4670a436bb9e" providerId="AD" clId="Web-{17A0E2E3-9CA2-C975-38E0-6CA120B7656C}" dt="2023-09-08T09:50:47.496" v="47" actId="20577"/>
          <ac:spMkLst>
            <pc:docMk/>
            <pc:sldMk cId="3570345156" sldId="1614"/>
            <ac:spMk id="182" creationId="{FDC1A734-1528-FC7A-7C7C-B49C8922968A}"/>
          </ac:spMkLst>
        </pc:spChg>
      </pc:sldChg>
      <pc:sldChg chg="modSp add replId">
        <pc:chgData name="Mr. Sumit Sharma" userId="S::sumitsharma.cse@niet.co.in::0287a0e3-d7f5-4815-a5d5-4670a436bb9e" providerId="AD" clId="Web-{17A0E2E3-9CA2-C975-38E0-6CA120B7656C}" dt="2023-09-08T10:10:54.842" v="76" actId="20577"/>
        <pc:sldMkLst>
          <pc:docMk/>
          <pc:sldMk cId="2515123753" sldId="1615"/>
        </pc:sldMkLst>
        <pc:spChg chg="mod">
          <ac:chgData name="Mr. Sumit Sharma" userId="S::sumitsharma.cse@niet.co.in::0287a0e3-d7f5-4815-a5d5-4670a436bb9e" providerId="AD" clId="Web-{17A0E2E3-9CA2-C975-38E0-6CA120B7656C}" dt="2023-09-08T10:09:15.621" v="57" actId="20577"/>
          <ac:spMkLst>
            <pc:docMk/>
            <pc:sldMk cId="2515123753" sldId="1615"/>
            <ac:spMk id="7" creationId="{00000000-0000-0000-0000-000000000000}"/>
          </ac:spMkLst>
        </pc:spChg>
        <pc:spChg chg="mod">
          <ac:chgData name="Mr. Sumit Sharma" userId="S::sumitsharma.cse@niet.co.in::0287a0e3-d7f5-4815-a5d5-4670a436bb9e" providerId="AD" clId="Web-{17A0E2E3-9CA2-C975-38E0-6CA120B7656C}" dt="2023-09-08T10:10:54.842" v="76" actId="20577"/>
          <ac:spMkLst>
            <pc:docMk/>
            <pc:sldMk cId="2515123753" sldId="1615"/>
            <ac:spMk id="182" creationId="{FDC1A734-1528-FC7A-7C7C-B49C8922968A}"/>
          </ac:spMkLst>
        </pc:spChg>
      </pc:sldChg>
      <pc:sldChg chg="modSp add replId">
        <pc:chgData name="Mr. Sumit Sharma" userId="S::sumitsharma.cse@niet.co.in::0287a0e3-d7f5-4815-a5d5-4670a436bb9e" providerId="AD" clId="Web-{17A0E2E3-9CA2-C975-38E0-6CA120B7656C}" dt="2023-09-08T10:12:12.375" v="96" actId="20577"/>
        <pc:sldMkLst>
          <pc:docMk/>
          <pc:sldMk cId="745149550" sldId="1616"/>
        </pc:sldMkLst>
        <pc:spChg chg="mod">
          <ac:chgData name="Mr. Sumit Sharma" userId="S::sumitsharma.cse@niet.co.in::0287a0e3-d7f5-4815-a5d5-4670a436bb9e" providerId="AD" clId="Web-{17A0E2E3-9CA2-C975-38E0-6CA120B7656C}" dt="2023-09-08T10:11:33.296" v="85" actId="20577"/>
          <ac:spMkLst>
            <pc:docMk/>
            <pc:sldMk cId="745149550" sldId="1616"/>
            <ac:spMk id="7" creationId="{00000000-0000-0000-0000-000000000000}"/>
          </ac:spMkLst>
        </pc:spChg>
        <pc:spChg chg="mod">
          <ac:chgData name="Mr. Sumit Sharma" userId="S::sumitsharma.cse@niet.co.in::0287a0e3-d7f5-4815-a5d5-4670a436bb9e" providerId="AD" clId="Web-{17A0E2E3-9CA2-C975-38E0-6CA120B7656C}" dt="2023-09-08T10:12:12.375" v="96" actId="20577"/>
          <ac:spMkLst>
            <pc:docMk/>
            <pc:sldMk cId="745149550" sldId="1616"/>
            <ac:spMk id="182" creationId="{FDC1A734-1528-FC7A-7C7C-B49C8922968A}"/>
          </ac:spMkLst>
        </pc:spChg>
      </pc:sldChg>
    </pc:docChg>
  </pc:docChgLst>
  <pc:docChgLst>
    <pc:chgData name="Mr. Sumit Sharma" userId="S::sumitsharma.cse@niet.co.in::0287a0e3-d7f5-4815-a5d5-4670a436bb9e" providerId="AD" clId="Web-{32683770-8880-4559-98EF-CD6ED0897CD0}"/>
    <pc:docChg chg="addSld modSld">
      <pc:chgData name="Mr. Sumit Sharma" userId="S::sumitsharma.cse@niet.co.in::0287a0e3-d7f5-4815-a5d5-4670a436bb9e" providerId="AD" clId="Web-{32683770-8880-4559-98EF-CD6ED0897CD0}" dt="2023-09-05T04:20:58.839" v="99" actId="20577"/>
      <pc:docMkLst>
        <pc:docMk/>
      </pc:docMkLst>
      <pc:sldChg chg="modSp">
        <pc:chgData name="Mr. Sumit Sharma" userId="S::sumitsharma.cse@niet.co.in::0287a0e3-d7f5-4815-a5d5-4670a436bb9e" providerId="AD" clId="Web-{32683770-8880-4559-98EF-CD6ED0897CD0}" dt="2023-09-05T03:55:50.181" v="8" actId="20577"/>
        <pc:sldMkLst>
          <pc:docMk/>
          <pc:sldMk cId="3501026821" sldId="1605"/>
        </pc:sldMkLst>
        <pc:spChg chg="mod">
          <ac:chgData name="Mr. Sumit Sharma" userId="S::sumitsharma.cse@niet.co.in::0287a0e3-d7f5-4815-a5d5-4670a436bb9e" providerId="AD" clId="Web-{32683770-8880-4559-98EF-CD6ED0897CD0}" dt="2023-09-05T03:55:50.181" v="8" actId="20577"/>
          <ac:spMkLst>
            <pc:docMk/>
            <pc:sldMk cId="3501026821" sldId="1605"/>
            <ac:spMk id="182" creationId="{FDC1A734-1528-FC7A-7C7C-B49C8922968A}"/>
          </ac:spMkLst>
        </pc:spChg>
      </pc:sldChg>
      <pc:sldChg chg="modSp add replId">
        <pc:chgData name="Mr. Sumit Sharma" userId="S::sumitsharma.cse@niet.co.in::0287a0e3-d7f5-4815-a5d5-4670a436bb9e" providerId="AD" clId="Web-{32683770-8880-4559-98EF-CD6ED0897CD0}" dt="2023-09-05T04:20:58.839" v="99" actId="20577"/>
        <pc:sldMkLst>
          <pc:docMk/>
          <pc:sldMk cId="342949744" sldId="1606"/>
        </pc:sldMkLst>
        <pc:spChg chg="mod">
          <ac:chgData name="Mr. Sumit Sharma" userId="S::sumitsharma.cse@niet.co.in::0287a0e3-d7f5-4815-a5d5-4670a436bb9e" providerId="AD" clId="Web-{32683770-8880-4559-98EF-CD6ED0897CD0}" dt="2023-09-05T04:20:58.839" v="99" actId="20577"/>
          <ac:spMkLst>
            <pc:docMk/>
            <pc:sldMk cId="342949744" sldId="1606"/>
            <ac:spMk id="182" creationId="{FDC1A734-1528-FC7A-7C7C-B49C8922968A}"/>
          </ac:spMkLst>
        </pc:spChg>
      </pc:sldChg>
      <pc:sldChg chg="modSp add replId">
        <pc:chgData name="Mr. Sumit Sharma" userId="S::sumitsharma.cse@niet.co.in::0287a0e3-d7f5-4815-a5d5-4670a436bb9e" providerId="AD" clId="Web-{32683770-8880-4559-98EF-CD6ED0897CD0}" dt="2023-09-05T04:00:04.108" v="82" actId="20577"/>
        <pc:sldMkLst>
          <pc:docMk/>
          <pc:sldMk cId="4199993203" sldId="1607"/>
        </pc:sldMkLst>
        <pc:spChg chg="mod">
          <ac:chgData name="Mr. Sumit Sharma" userId="S::sumitsharma.cse@niet.co.in::0287a0e3-d7f5-4815-a5d5-4670a436bb9e" providerId="AD" clId="Web-{32683770-8880-4559-98EF-CD6ED0897CD0}" dt="2023-09-05T03:59:27.596" v="75" actId="20577"/>
          <ac:spMkLst>
            <pc:docMk/>
            <pc:sldMk cId="4199993203" sldId="1607"/>
            <ac:spMk id="7" creationId="{00000000-0000-0000-0000-000000000000}"/>
          </ac:spMkLst>
        </pc:spChg>
        <pc:spChg chg="mod">
          <ac:chgData name="Mr. Sumit Sharma" userId="S::sumitsharma.cse@niet.co.in::0287a0e3-d7f5-4815-a5d5-4670a436bb9e" providerId="AD" clId="Web-{32683770-8880-4559-98EF-CD6ED0897CD0}" dt="2023-09-05T04:00:04.108" v="82" actId="20577"/>
          <ac:spMkLst>
            <pc:docMk/>
            <pc:sldMk cId="4199993203" sldId="1607"/>
            <ac:spMk id="182" creationId="{FDC1A734-1528-FC7A-7C7C-B49C8922968A}"/>
          </ac:spMkLst>
        </pc:spChg>
      </pc:sldChg>
      <pc:sldChg chg="modSp add replId">
        <pc:chgData name="Mr. Sumit Sharma" userId="S::sumitsharma.cse@niet.co.in::0287a0e3-d7f5-4815-a5d5-4670a436bb9e" providerId="AD" clId="Web-{32683770-8880-4559-98EF-CD6ED0897CD0}" dt="2023-09-05T04:01:10.469" v="94" actId="20577"/>
        <pc:sldMkLst>
          <pc:docMk/>
          <pc:sldMk cId="2337258122" sldId="1608"/>
        </pc:sldMkLst>
        <pc:spChg chg="mod">
          <ac:chgData name="Mr. Sumit Sharma" userId="S::sumitsharma.cse@niet.co.in::0287a0e3-d7f5-4815-a5d5-4670a436bb9e" providerId="AD" clId="Web-{32683770-8880-4559-98EF-CD6ED0897CD0}" dt="2023-09-05T04:01:10.469" v="94" actId="20577"/>
          <ac:spMkLst>
            <pc:docMk/>
            <pc:sldMk cId="2337258122" sldId="1608"/>
            <ac:spMk id="182" creationId="{FDC1A734-1528-FC7A-7C7C-B49C8922968A}"/>
          </ac:spMkLst>
        </pc:spChg>
      </pc:sldChg>
    </pc:docChg>
  </pc:docChgLst>
  <pc:docChgLst>
    <pc:chgData name="Mr. Sumit Sharma" userId="S::sumitsharma.cse@niet.co.in::0287a0e3-d7f5-4815-a5d5-4670a436bb9e" providerId="AD" clId="Web-{24B6CF88-50E6-AD1E-3A17-1FF34733D8EF}"/>
    <pc:docChg chg="addSld modSld">
      <pc:chgData name="Mr. Sumit Sharma" userId="S::sumitsharma.cse@niet.co.in::0287a0e3-d7f5-4815-a5d5-4670a436bb9e" providerId="AD" clId="Web-{24B6CF88-50E6-AD1E-3A17-1FF34733D8EF}" dt="2023-08-22T07:39:31.954" v="152" actId="14100"/>
      <pc:docMkLst>
        <pc:docMk/>
      </pc:docMkLst>
      <pc:sldChg chg="addSp delSp modSp mod setBg">
        <pc:chgData name="Mr. Sumit Sharma" userId="S::sumitsharma.cse@niet.co.in::0287a0e3-d7f5-4815-a5d5-4670a436bb9e" providerId="AD" clId="Web-{24B6CF88-50E6-AD1E-3A17-1FF34733D8EF}" dt="2023-08-22T07:36:27.057" v="107" actId="20577"/>
        <pc:sldMkLst>
          <pc:docMk/>
          <pc:sldMk cId="698163909" sldId="279"/>
        </pc:sldMkLst>
        <pc:spChg chg="add del">
          <ac:chgData name="Mr. Sumit Sharma" userId="S::sumitsharma.cse@niet.co.in::0287a0e3-d7f5-4815-a5d5-4670a436bb9e" providerId="AD" clId="Web-{24B6CF88-50E6-AD1E-3A17-1FF34733D8EF}" dt="2023-08-22T07:33:47.412" v="75"/>
          <ac:spMkLst>
            <pc:docMk/>
            <pc:sldMk cId="698163909" sldId="279"/>
            <ac:spMk id="3" creationId="{00000000-0000-0000-0000-000000000000}"/>
          </ac:spMkLst>
        </pc:spChg>
        <pc:spChg chg="mod ord">
          <ac:chgData name="Mr. Sumit Sharma" userId="S::sumitsharma.cse@niet.co.in::0287a0e3-d7f5-4815-a5d5-4670a436bb9e" providerId="AD" clId="Web-{24B6CF88-50E6-AD1E-3A17-1FF34733D8EF}" dt="2023-08-22T07:33:47.412" v="75"/>
          <ac:spMkLst>
            <pc:docMk/>
            <pc:sldMk cId="698163909" sldId="279"/>
            <ac:spMk id="6" creationId="{00000000-0000-0000-0000-000000000000}"/>
          </ac:spMkLst>
        </pc:spChg>
        <pc:spChg chg="mod">
          <ac:chgData name="Mr. Sumit Sharma" userId="S::sumitsharma.cse@niet.co.in::0287a0e3-d7f5-4815-a5d5-4670a436bb9e" providerId="AD" clId="Web-{24B6CF88-50E6-AD1E-3A17-1FF34733D8EF}" dt="2023-08-22T07:36:27.057" v="107" actId="20577"/>
          <ac:spMkLst>
            <pc:docMk/>
            <pc:sldMk cId="698163909" sldId="279"/>
            <ac:spMk id="7" creationId="{00000000-0000-0000-0000-000000000000}"/>
          </ac:spMkLst>
        </pc:spChg>
        <pc:spChg chg="add del">
          <ac:chgData name="Mr. Sumit Sharma" userId="S::sumitsharma.cse@niet.co.in::0287a0e3-d7f5-4815-a5d5-4670a436bb9e" providerId="AD" clId="Web-{24B6CF88-50E6-AD1E-3A17-1FF34733D8EF}" dt="2023-08-22T07:33:47.380" v="74"/>
          <ac:spMkLst>
            <pc:docMk/>
            <pc:sldMk cId="698163909" sldId="279"/>
            <ac:spMk id="15" creationId="{7301F447-EEF7-48F5-AF73-7566EE7F64AD}"/>
          </ac:spMkLst>
        </pc:spChg>
        <pc:spChg chg="add del">
          <ac:chgData name="Mr. Sumit Sharma" userId="S::sumitsharma.cse@niet.co.in::0287a0e3-d7f5-4815-a5d5-4670a436bb9e" providerId="AD" clId="Web-{24B6CF88-50E6-AD1E-3A17-1FF34733D8EF}" dt="2023-08-22T07:33:47.380" v="74"/>
          <ac:spMkLst>
            <pc:docMk/>
            <pc:sldMk cId="698163909" sldId="279"/>
            <ac:spMk id="17" creationId="{F7117410-A2A4-4085-9ADC-46744551DBDE}"/>
          </ac:spMkLst>
        </pc:spChg>
        <pc:spChg chg="add del">
          <ac:chgData name="Mr. Sumit Sharma" userId="S::sumitsharma.cse@niet.co.in::0287a0e3-d7f5-4815-a5d5-4670a436bb9e" providerId="AD" clId="Web-{24B6CF88-50E6-AD1E-3A17-1FF34733D8EF}" dt="2023-08-22T07:33:47.380" v="74"/>
          <ac:spMkLst>
            <pc:docMk/>
            <pc:sldMk cId="698163909" sldId="279"/>
            <ac:spMk id="19" creationId="{99F74EB5-E547-4FB4-95F5-BCC788F3C4A0}"/>
          </ac:spMkLst>
        </pc:spChg>
        <pc:spChg chg="add">
          <ac:chgData name="Mr. Sumit Sharma" userId="S::sumitsharma.cse@niet.co.in::0287a0e3-d7f5-4815-a5d5-4670a436bb9e" providerId="AD" clId="Web-{24B6CF88-50E6-AD1E-3A17-1FF34733D8EF}" dt="2023-08-22T07:33:47.412" v="75"/>
          <ac:spMkLst>
            <pc:docMk/>
            <pc:sldMk cId="698163909" sldId="279"/>
            <ac:spMk id="21" creationId="{7301F447-EEF7-48F5-AF73-7566EE7F64AD}"/>
          </ac:spMkLst>
        </pc:spChg>
        <pc:spChg chg="add">
          <ac:chgData name="Mr. Sumit Sharma" userId="S::sumitsharma.cse@niet.co.in::0287a0e3-d7f5-4815-a5d5-4670a436bb9e" providerId="AD" clId="Web-{24B6CF88-50E6-AD1E-3A17-1FF34733D8EF}" dt="2023-08-22T07:33:47.412" v="75"/>
          <ac:spMkLst>
            <pc:docMk/>
            <pc:sldMk cId="698163909" sldId="279"/>
            <ac:spMk id="22" creationId="{F7117410-A2A4-4085-9ADC-46744551DBDE}"/>
          </ac:spMkLst>
        </pc:spChg>
        <pc:spChg chg="add">
          <ac:chgData name="Mr. Sumit Sharma" userId="S::sumitsharma.cse@niet.co.in::0287a0e3-d7f5-4815-a5d5-4670a436bb9e" providerId="AD" clId="Web-{24B6CF88-50E6-AD1E-3A17-1FF34733D8EF}" dt="2023-08-22T07:33:47.412" v="75"/>
          <ac:spMkLst>
            <pc:docMk/>
            <pc:sldMk cId="698163909" sldId="279"/>
            <ac:spMk id="23" creationId="{99F74EB5-E547-4FB4-95F5-BCC788F3C4A0}"/>
          </ac:spMkLst>
        </pc:spChg>
        <pc:graphicFrameChg chg="add del">
          <ac:chgData name="Mr. Sumit Sharma" userId="S::sumitsharma.cse@niet.co.in::0287a0e3-d7f5-4815-a5d5-4670a436bb9e" providerId="AD" clId="Web-{24B6CF88-50E6-AD1E-3A17-1FF34733D8EF}" dt="2023-08-22T07:33:47.380" v="74"/>
          <ac:graphicFrameMkLst>
            <pc:docMk/>
            <pc:sldMk cId="698163909" sldId="279"/>
            <ac:graphicFrameMk id="11" creationId="{8F560B62-30F2-C69A-62BD-D137BAD50390}"/>
          </ac:graphicFrameMkLst>
        </pc:graphicFrameChg>
        <pc:graphicFrameChg chg="add">
          <ac:chgData name="Mr. Sumit Sharma" userId="S::sumitsharma.cse@niet.co.in::0287a0e3-d7f5-4815-a5d5-4670a436bb9e" providerId="AD" clId="Web-{24B6CF88-50E6-AD1E-3A17-1FF34733D8EF}" dt="2023-08-22T07:33:47.412" v="75"/>
          <ac:graphicFrameMkLst>
            <pc:docMk/>
            <pc:sldMk cId="698163909" sldId="279"/>
            <ac:graphicFrameMk id="24" creationId="{8F4F919B-59A8-DAD7-D9C2-9442BD3B1827}"/>
          </ac:graphicFrameMkLst>
        </pc:graphicFrameChg>
      </pc:sldChg>
      <pc:sldChg chg="addSp delSp modSp mod setBg">
        <pc:chgData name="Mr. Sumit Sharma" userId="S::sumitsharma.cse@niet.co.in::0287a0e3-d7f5-4815-a5d5-4670a436bb9e" providerId="AD" clId="Web-{24B6CF88-50E6-AD1E-3A17-1FF34733D8EF}" dt="2023-08-22T07:36:20.010" v="105" actId="20577"/>
        <pc:sldMkLst>
          <pc:docMk/>
          <pc:sldMk cId="14382847" sldId="1560"/>
        </pc:sldMkLst>
        <pc:spChg chg="add del">
          <ac:chgData name="Mr. Sumit Sharma" userId="S::sumitsharma.cse@niet.co.in::0287a0e3-d7f5-4815-a5d5-4670a436bb9e" providerId="AD" clId="Web-{24B6CF88-50E6-AD1E-3A17-1FF34733D8EF}" dt="2023-08-22T07:33:17.458" v="72"/>
          <ac:spMkLst>
            <pc:docMk/>
            <pc:sldMk cId="14382847" sldId="1560"/>
            <ac:spMk id="3" creationId="{F8CC24E1-E4CB-4555-AAFE-79673E88E287}"/>
          </ac:spMkLst>
        </pc:spChg>
        <pc:spChg chg="mod ord">
          <ac:chgData name="Mr. Sumit Sharma" userId="S::sumitsharma.cse@niet.co.in::0287a0e3-d7f5-4815-a5d5-4670a436bb9e" providerId="AD" clId="Web-{24B6CF88-50E6-AD1E-3A17-1FF34733D8EF}" dt="2023-08-22T07:33:17.458" v="72"/>
          <ac:spMkLst>
            <pc:docMk/>
            <pc:sldMk cId="14382847" sldId="1560"/>
            <ac:spMk id="6" creationId="{00000000-0000-0000-0000-000000000000}"/>
          </ac:spMkLst>
        </pc:spChg>
        <pc:spChg chg="mod">
          <ac:chgData name="Mr. Sumit Sharma" userId="S::sumitsharma.cse@niet.co.in::0287a0e3-d7f5-4815-a5d5-4670a436bb9e" providerId="AD" clId="Web-{24B6CF88-50E6-AD1E-3A17-1FF34733D8EF}" dt="2023-08-22T07:36:20.010" v="105" actId="20577"/>
          <ac:spMkLst>
            <pc:docMk/>
            <pc:sldMk cId="14382847" sldId="1560"/>
            <ac:spMk id="7" creationId="{00000000-0000-0000-0000-000000000000}"/>
          </ac:spMkLst>
        </pc:spChg>
        <pc:spChg chg="add del">
          <ac:chgData name="Mr. Sumit Sharma" userId="S::sumitsharma.cse@niet.co.in::0287a0e3-d7f5-4815-a5d5-4670a436bb9e" providerId="AD" clId="Web-{24B6CF88-50E6-AD1E-3A17-1FF34733D8EF}" dt="2023-08-22T07:33:12.926" v="69"/>
          <ac:spMkLst>
            <pc:docMk/>
            <pc:sldMk cId="14382847" sldId="1560"/>
            <ac:spMk id="15" creationId="{BACC6370-2D7E-4714-9D71-7542949D7D5D}"/>
          </ac:spMkLst>
        </pc:spChg>
        <pc:spChg chg="add del">
          <ac:chgData name="Mr. Sumit Sharma" userId="S::sumitsharma.cse@niet.co.in::0287a0e3-d7f5-4815-a5d5-4670a436bb9e" providerId="AD" clId="Web-{24B6CF88-50E6-AD1E-3A17-1FF34733D8EF}" dt="2023-08-22T07:33:17.442" v="71"/>
          <ac:spMkLst>
            <pc:docMk/>
            <pc:sldMk cId="14382847" sldId="1560"/>
            <ac:spMk id="16" creationId="{4F7EBAE4-9945-4473-9E34-B2C66EA0F03D}"/>
          </ac:spMkLst>
        </pc:spChg>
        <pc:spChg chg="add del">
          <ac:chgData name="Mr. Sumit Sharma" userId="S::sumitsharma.cse@niet.co.in::0287a0e3-d7f5-4815-a5d5-4670a436bb9e" providerId="AD" clId="Web-{24B6CF88-50E6-AD1E-3A17-1FF34733D8EF}" dt="2023-08-22T07:33:12.926" v="69"/>
          <ac:spMkLst>
            <pc:docMk/>
            <pc:sldMk cId="14382847" sldId="1560"/>
            <ac:spMk id="17" creationId="{F68B3F68-107C-434F-AA38-110D5EA91B85}"/>
          </ac:spMkLst>
        </pc:spChg>
        <pc:spChg chg="add del">
          <ac:chgData name="Mr. Sumit Sharma" userId="S::sumitsharma.cse@niet.co.in::0287a0e3-d7f5-4815-a5d5-4670a436bb9e" providerId="AD" clId="Web-{24B6CF88-50E6-AD1E-3A17-1FF34733D8EF}" dt="2023-08-22T07:33:17.442" v="71"/>
          <ac:spMkLst>
            <pc:docMk/>
            <pc:sldMk cId="14382847" sldId="1560"/>
            <ac:spMk id="18" creationId="{70BEB1E7-2F88-40BC-B73D-42E5B6F80BFC}"/>
          </ac:spMkLst>
        </pc:spChg>
        <pc:spChg chg="add del">
          <ac:chgData name="Mr. Sumit Sharma" userId="S::sumitsharma.cse@niet.co.in::0287a0e3-d7f5-4815-a5d5-4670a436bb9e" providerId="AD" clId="Web-{24B6CF88-50E6-AD1E-3A17-1FF34733D8EF}" dt="2023-08-22T07:33:12.926" v="69"/>
          <ac:spMkLst>
            <pc:docMk/>
            <pc:sldMk cId="14382847" sldId="1560"/>
            <ac:spMk id="19" creationId="{AAD0DBB9-1A4B-4391-81D4-CB19F9AB918A}"/>
          </ac:spMkLst>
        </pc:spChg>
        <pc:spChg chg="add del">
          <ac:chgData name="Mr. Sumit Sharma" userId="S::sumitsharma.cse@niet.co.in::0287a0e3-d7f5-4815-a5d5-4670a436bb9e" providerId="AD" clId="Web-{24B6CF88-50E6-AD1E-3A17-1FF34733D8EF}" dt="2023-08-22T07:33:17.442" v="71"/>
          <ac:spMkLst>
            <pc:docMk/>
            <pc:sldMk cId="14382847" sldId="1560"/>
            <ac:spMk id="20" creationId="{A7B99495-F43F-4D80-A44F-2CB4764EB90B}"/>
          </ac:spMkLst>
        </pc:spChg>
        <pc:spChg chg="add del">
          <ac:chgData name="Mr. Sumit Sharma" userId="S::sumitsharma.cse@niet.co.in::0287a0e3-d7f5-4815-a5d5-4670a436bb9e" providerId="AD" clId="Web-{24B6CF88-50E6-AD1E-3A17-1FF34733D8EF}" dt="2023-08-22T07:33:12.926" v="69"/>
          <ac:spMkLst>
            <pc:docMk/>
            <pc:sldMk cId="14382847" sldId="1560"/>
            <ac:spMk id="21" creationId="{063BBA22-50EA-4C4D-BE05-F1CE4E63AA56}"/>
          </ac:spMkLst>
        </pc:spChg>
        <pc:spChg chg="add">
          <ac:chgData name="Mr. Sumit Sharma" userId="S::sumitsharma.cse@niet.co.in::0287a0e3-d7f5-4815-a5d5-4670a436bb9e" providerId="AD" clId="Web-{24B6CF88-50E6-AD1E-3A17-1FF34733D8EF}" dt="2023-08-22T07:33:17.458" v="72"/>
          <ac:spMkLst>
            <pc:docMk/>
            <pc:sldMk cId="14382847" sldId="1560"/>
            <ac:spMk id="25" creationId="{7301F447-EEF7-48F5-AF73-7566EE7F64AD}"/>
          </ac:spMkLst>
        </pc:spChg>
        <pc:spChg chg="add">
          <ac:chgData name="Mr. Sumit Sharma" userId="S::sumitsharma.cse@niet.co.in::0287a0e3-d7f5-4815-a5d5-4670a436bb9e" providerId="AD" clId="Web-{24B6CF88-50E6-AD1E-3A17-1FF34733D8EF}" dt="2023-08-22T07:33:17.458" v="72"/>
          <ac:spMkLst>
            <pc:docMk/>
            <pc:sldMk cId="14382847" sldId="1560"/>
            <ac:spMk id="26" creationId="{F7117410-A2A4-4085-9ADC-46744551DBDE}"/>
          </ac:spMkLst>
        </pc:spChg>
        <pc:spChg chg="add">
          <ac:chgData name="Mr. Sumit Sharma" userId="S::sumitsharma.cse@niet.co.in::0287a0e3-d7f5-4815-a5d5-4670a436bb9e" providerId="AD" clId="Web-{24B6CF88-50E6-AD1E-3A17-1FF34733D8EF}" dt="2023-08-22T07:33:17.458" v="72"/>
          <ac:spMkLst>
            <pc:docMk/>
            <pc:sldMk cId="14382847" sldId="1560"/>
            <ac:spMk id="27" creationId="{99F74EB5-E547-4FB4-95F5-BCC788F3C4A0}"/>
          </ac:spMkLst>
        </pc:spChg>
        <pc:graphicFrameChg chg="add del">
          <ac:chgData name="Mr. Sumit Sharma" userId="S::sumitsharma.cse@niet.co.in::0287a0e3-d7f5-4815-a5d5-4670a436bb9e" providerId="AD" clId="Web-{24B6CF88-50E6-AD1E-3A17-1FF34733D8EF}" dt="2023-08-22T07:33:12.926" v="69"/>
          <ac:graphicFrameMkLst>
            <pc:docMk/>
            <pc:sldMk cId="14382847" sldId="1560"/>
            <ac:graphicFrameMk id="11" creationId="{1E3C8F7B-EDAF-AD2C-17A7-5FE5C59CAF47}"/>
          </ac:graphicFrameMkLst>
        </pc:graphicFrameChg>
        <pc:graphicFrameChg chg="add del">
          <ac:chgData name="Mr. Sumit Sharma" userId="S::sumitsharma.cse@niet.co.in::0287a0e3-d7f5-4815-a5d5-4670a436bb9e" providerId="AD" clId="Web-{24B6CF88-50E6-AD1E-3A17-1FF34733D8EF}" dt="2023-08-22T07:33:17.442" v="71"/>
          <ac:graphicFrameMkLst>
            <pc:docMk/>
            <pc:sldMk cId="14382847" sldId="1560"/>
            <ac:graphicFrameMk id="23" creationId="{A9833820-75EA-225F-140B-FC61775DE725}"/>
          </ac:graphicFrameMkLst>
        </pc:graphicFrameChg>
        <pc:graphicFrameChg chg="add">
          <ac:chgData name="Mr. Sumit Sharma" userId="S::sumitsharma.cse@niet.co.in::0287a0e3-d7f5-4815-a5d5-4670a436bb9e" providerId="AD" clId="Web-{24B6CF88-50E6-AD1E-3A17-1FF34733D8EF}" dt="2023-08-22T07:33:17.458" v="72"/>
          <ac:graphicFrameMkLst>
            <pc:docMk/>
            <pc:sldMk cId="14382847" sldId="1560"/>
            <ac:graphicFrameMk id="28" creationId="{7911BCD3-FD89-BC16-4A6F-1F614AC172FE}"/>
          </ac:graphicFrameMkLst>
        </pc:graphicFrameChg>
        <pc:picChg chg="add del">
          <ac:chgData name="Mr. Sumit Sharma" userId="S::sumitsharma.cse@niet.co.in::0287a0e3-d7f5-4815-a5d5-4670a436bb9e" providerId="AD" clId="Web-{24B6CF88-50E6-AD1E-3A17-1FF34733D8EF}" dt="2023-08-22T07:33:17.442" v="71"/>
          <ac:picMkLst>
            <pc:docMk/>
            <pc:sldMk cId="14382847" sldId="1560"/>
            <ac:picMk id="12" creationId="{B5272F72-0CDF-997F-8B91-3076FF78B443}"/>
          </ac:picMkLst>
        </pc:picChg>
      </pc:sldChg>
      <pc:sldChg chg="addSp delSp modSp mod setBg">
        <pc:chgData name="Mr. Sumit Sharma" userId="S::sumitsharma.cse@niet.co.in::0287a0e3-d7f5-4815-a5d5-4670a436bb9e" providerId="AD" clId="Web-{24B6CF88-50E6-AD1E-3A17-1FF34733D8EF}" dt="2023-08-22T07:36:11.807" v="103" actId="20577"/>
        <pc:sldMkLst>
          <pc:docMk/>
          <pc:sldMk cId="472746572" sldId="1562"/>
        </pc:sldMkLst>
        <pc:spChg chg="del">
          <ac:chgData name="Mr. Sumit Sharma" userId="S::sumitsharma.cse@niet.co.in::0287a0e3-d7f5-4815-a5d5-4670a436bb9e" providerId="AD" clId="Web-{24B6CF88-50E6-AD1E-3A17-1FF34733D8EF}" dt="2023-08-22T07:32:50.972" v="67"/>
          <ac:spMkLst>
            <pc:docMk/>
            <pc:sldMk cId="472746572" sldId="1562"/>
            <ac:spMk id="3" creationId="{F8CC24E1-E4CB-4555-AAFE-79673E88E287}"/>
          </ac:spMkLst>
        </pc:spChg>
        <pc:spChg chg="mod ord">
          <ac:chgData name="Mr. Sumit Sharma" userId="S::sumitsharma.cse@niet.co.in::0287a0e3-d7f5-4815-a5d5-4670a436bb9e" providerId="AD" clId="Web-{24B6CF88-50E6-AD1E-3A17-1FF34733D8EF}" dt="2023-08-22T07:32:50.972" v="67"/>
          <ac:spMkLst>
            <pc:docMk/>
            <pc:sldMk cId="472746572" sldId="1562"/>
            <ac:spMk id="6" creationId="{00000000-0000-0000-0000-000000000000}"/>
          </ac:spMkLst>
        </pc:spChg>
        <pc:spChg chg="mod">
          <ac:chgData name="Mr. Sumit Sharma" userId="S::sumitsharma.cse@niet.co.in::0287a0e3-d7f5-4815-a5d5-4670a436bb9e" providerId="AD" clId="Web-{24B6CF88-50E6-AD1E-3A17-1FF34733D8EF}" dt="2023-08-22T07:36:11.807" v="103" actId="20577"/>
          <ac:spMkLst>
            <pc:docMk/>
            <pc:sldMk cId="472746572" sldId="1562"/>
            <ac:spMk id="7" creationId="{00000000-0000-0000-0000-000000000000}"/>
          </ac:spMkLst>
        </pc:spChg>
        <pc:spChg chg="add">
          <ac:chgData name="Mr. Sumit Sharma" userId="S::sumitsharma.cse@niet.co.in::0287a0e3-d7f5-4815-a5d5-4670a436bb9e" providerId="AD" clId="Web-{24B6CF88-50E6-AD1E-3A17-1FF34733D8EF}" dt="2023-08-22T07:32:50.972" v="67"/>
          <ac:spMkLst>
            <pc:docMk/>
            <pc:sldMk cId="472746572" sldId="1562"/>
            <ac:spMk id="15" creationId="{53B021B3-DE93-4AB7-8A18-CF5F1CED88B8}"/>
          </ac:spMkLst>
        </pc:spChg>
        <pc:spChg chg="add">
          <ac:chgData name="Mr. Sumit Sharma" userId="S::sumitsharma.cse@niet.co.in::0287a0e3-d7f5-4815-a5d5-4670a436bb9e" providerId="AD" clId="Web-{24B6CF88-50E6-AD1E-3A17-1FF34733D8EF}" dt="2023-08-22T07:32:50.972" v="67"/>
          <ac:spMkLst>
            <pc:docMk/>
            <pc:sldMk cId="472746572" sldId="1562"/>
            <ac:spMk id="17" creationId="{52D502E5-F6B4-4D58-B4AE-FC466FF15EE8}"/>
          </ac:spMkLst>
        </pc:spChg>
        <pc:spChg chg="add">
          <ac:chgData name="Mr. Sumit Sharma" userId="S::sumitsharma.cse@niet.co.in::0287a0e3-d7f5-4815-a5d5-4670a436bb9e" providerId="AD" clId="Web-{24B6CF88-50E6-AD1E-3A17-1FF34733D8EF}" dt="2023-08-22T07:32:50.972" v="67"/>
          <ac:spMkLst>
            <pc:docMk/>
            <pc:sldMk cId="472746572" sldId="1562"/>
            <ac:spMk id="19" creationId="{9DECDBF4-02B6-4BB4-B65B-B8107AD6A9E8}"/>
          </ac:spMkLst>
        </pc:spChg>
        <pc:graphicFrameChg chg="add">
          <ac:chgData name="Mr. Sumit Sharma" userId="S::sumitsharma.cse@niet.co.in::0287a0e3-d7f5-4815-a5d5-4670a436bb9e" providerId="AD" clId="Web-{24B6CF88-50E6-AD1E-3A17-1FF34733D8EF}" dt="2023-08-22T07:32:50.972" v="67"/>
          <ac:graphicFrameMkLst>
            <pc:docMk/>
            <pc:sldMk cId="472746572" sldId="1562"/>
            <ac:graphicFrameMk id="11" creationId="{42CF0600-DCB4-95C4-BDCE-24FB1F21F471}"/>
          </ac:graphicFrameMkLst>
        </pc:graphicFrameChg>
      </pc:sldChg>
      <pc:sldChg chg="addSp delSp modSp mod setBg">
        <pc:chgData name="Mr. Sumit Sharma" userId="S::sumitsharma.cse@niet.co.in::0287a0e3-d7f5-4815-a5d5-4670a436bb9e" providerId="AD" clId="Web-{24B6CF88-50E6-AD1E-3A17-1FF34733D8EF}" dt="2023-08-22T07:36:06.291" v="102" actId="20577"/>
        <pc:sldMkLst>
          <pc:docMk/>
          <pc:sldMk cId="3443822419" sldId="1563"/>
        </pc:sldMkLst>
        <pc:spChg chg="del">
          <ac:chgData name="Mr. Sumit Sharma" userId="S::sumitsharma.cse@niet.co.in::0287a0e3-d7f5-4815-a5d5-4670a436bb9e" providerId="AD" clId="Web-{24B6CF88-50E6-AD1E-3A17-1FF34733D8EF}" dt="2023-08-22T07:31:39.595" v="61"/>
          <ac:spMkLst>
            <pc:docMk/>
            <pc:sldMk cId="3443822419" sldId="1563"/>
            <ac:spMk id="3" creationId="{F8CC24E1-E4CB-4555-AAFE-79673E88E287}"/>
          </ac:spMkLst>
        </pc:spChg>
        <pc:spChg chg="mod ord">
          <ac:chgData name="Mr. Sumit Sharma" userId="S::sumitsharma.cse@niet.co.in::0287a0e3-d7f5-4815-a5d5-4670a436bb9e" providerId="AD" clId="Web-{24B6CF88-50E6-AD1E-3A17-1FF34733D8EF}" dt="2023-08-22T07:31:39.595" v="61"/>
          <ac:spMkLst>
            <pc:docMk/>
            <pc:sldMk cId="3443822419" sldId="1563"/>
            <ac:spMk id="6" creationId="{00000000-0000-0000-0000-000000000000}"/>
          </ac:spMkLst>
        </pc:spChg>
        <pc:spChg chg="mod">
          <ac:chgData name="Mr. Sumit Sharma" userId="S::sumitsharma.cse@niet.co.in::0287a0e3-d7f5-4815-a5d5-4670a436bb9e" providerId="AD" clId="Web-{24B6CF88-50E6-AD1E-3A17-1FF34733D8EF}" dt="2023-08-22T07:36:06.291" v="102" actId="20577"/>
          <ac:spMkLst>
            <pc:docMk/>
            <pc:sldMk cId="3443822419" sldId="1563"/>
            <ac:spMk id="7" creationId="{00000000-0000-0000-0000-000000000000}"/>
          </ac:spMkLst>
        </pc:spChg>
        <pc:spChg chg="add">
          <ac:chgData name="Mr. Sumit Sharma" userId="S::sumitsharma.cse@niet.co.in::0287a0e3-d7f5-4815-a5d5-4670a436bb9e" providerId="AD" clId="Web-{24B6CF88-50E6-AD1E-3A17-1FF34733D8EF}" dt="2023-08-22T07:31:39.595" v="61"/>
          <ac:spMkLst>
            <pc:docMk/>
            <pc:sldMk cId="3443822419" sldId="1563"/>
            <ac:spMk id="16" creationId="{4F7EBAE4-9945-4473-9E34-B2C66EA0F03D}"/>
          </ac:spMkLst>
        </pc:spChg>
        <pc:spChg chg="add">
          <ac:chgData name="Mr. Sumit Sharma" userId="S::sumitsharma.cse@niet.co.in::0287a0e3-d7f5-4815-a5d5-4670a436bb9e" providerId="AD" clId="Web-{24B6CF88-50E6-AD1E-3A17-1FF34733D8EF}" dt="2023-08-22T07:31:39.595" v="61"/>
          <ac:spMkLst>
            <pc:docMk/>
            <pc:sldMk cId="3443822419" sldId="1563"/>
            <ac:spMk id="18" creationId="{70BEB1E7-2F88-40BC-B73D-42E5B6F80BFC}"/>
          </ac:spMkLst>
        </pc:spChg>
        <pc:spChg chg="add">
          <ac:chgData name="Mr. Sumit Sharma" userId="S::sumitsharma.cse@niet.co.in::0287a0e3-d7f5-4815-a5d5-4670a436bb9e" providerId="AD" clId="Web-{24B6CF88-50E6-AD1E-3A17-1FF34733D8EF}" dt="2023-08-22T07:31:39.595" v="61"/>
          <ac:spMkLst>
            <pc:docMk/>
            <pc:sldMk cId="3443822419" sldId="1563"/>
            <ac:spMk id="20" creationId="{A7B99495-F43F-4D80-A44F-2CB4764EB90B}"/>
          </ac:spMkLst>
        </pc:spChg>
        <pc:graphicFrameChg chg="add">
          <ac:chgData name="Mr. Sumit Sharma" userId="S::sumitsharma.cse@niet.co.in::0287a0e3-d7f5-4815-a5d5-4670a436bb9e" providerId="AD" clId="Web-{24B6CF88-50E6-AD1E-3A17-1FF34733D8EF}" dt="2023-08-22T07:31:39.595" v="61"/>
          <ac:graphicFrameMkLst>
            <pc:docMk/>
            <pc:sldMk cId="3443822419" sldId="1563"/>
            <ac:graphicFrameMk id="11" creationId="{24BA501C-EB44-03E6-1049-0FFE201F1C8E}"/>
          </ac:graphicFrameMkLst>
        </pc:graphicFrameChg>
        <pc:picChg chg="add">
          <ac:chgData name="Mr. Sumit Sharma" userId="S::sumitsharma.cse@niet.co.in::0287a0e3-d7f5-4815-a5d5-4670a436bb9e" providerId="AD" clId="Web-{24B6CF88-50E6-AD1E-3A17-1FF34733D8EF}" dt="2023-08-22T07:31:39.595" v="61"/>
          <ac:picMkLst>
            <pc:docMk/>
            <pc:sldMk cId="3443822419" sldId="1563"/>
            <ac:picMk id="12" creationId="{E946BC32-6359-C00A-B8BB-959B945D5B3D}"/>
          </ac:picMkLst>
        </pc:picChg>
      </pc:sldChg>
      <pc:sldChg chg="addSp delSp modSp add mod replId setBg">
        <pc:chgData name="Mr. Sumit Sharma" userId="S::sumitsharma.cse@niet.co.in::0287a0e3-d7f5-4815-a5d5-4670a436bb9e" providerId="AD" clId="Web-{24B6CF88-50E6-AD1E-3A17-1FF34733D8EF}" dt="2023-08-22T07:32:40.191" v="66"/>
        <pc:sldMkLst>
          <pc:docMk/>
          <pc:sldMk cId="169948392" sldId="1564"/>
        </pc:sldMkLst>
        <pc:spChg chg="del mod">
          <ac:chgData name="Mr. Sumit Sharma" userId="S::sumitsharma.cse@niet.co.in::0287a0e3-d7f5-4815-a5d5-4670a436bb9e" providerId="AD" clId="Web-{24B6CF88-50E6-AD1E-3A17-1FF34733D8EF}" dt="2023-08-22T07:22:33.765" v="3"/>
          <ac:spMkLst>
            <pc:docMk/>
            <pc:sldMk cId="169948392" sldId="1564"/>
            <ac:spMk id="3" creationId="{F8CC24E1-E4CB-4555-AAFE-79673E88E287}"/>
          </ac:spMkLst>
        </pc:spChg>
        <pc:spChg chg="mod ord">
          <ac:chgData name="Mr. Sumit Sharma" userId="S::sumitsharma.cse@niet.co.in::0287a0e3-d7f5-4815-a5d5-4670a436bb9e" providerId="AD" clId="Web-{24B6CF88-50E6-AD1E-3A17-1FF34733D8EF}" dt="2023-08-22T07:32:40.191" v="66"/>
          <ac:spMkLst>
            <pc:docMk/>
            <pc:sldMk cId="169948392" sldId="1564"/>
            <ac:spMk id="6" creationId="{00000000-0000-0000-0000-000000000000}"/>
          </ac:spMkLst>
        </pc:spChg>
        <pc:spChg chg="mod">
          <ac:chgData name="Mr. Sumit Sharma" userId="S::sumitsharma.cse@niet.co.in::0287a0e3-d7f5-4815-a5d5-4670a436bb9e" providerId="AD" clId="Web-{24B6CF88-50E6-AD1E-3A17-1FF34733D8EF}" dt="2023-08-22T07:32:40.191" v="66"/>
          <ac:spMkLst>
            <pc:docMk/>
            <pc:sldMk cId="169948392" sldId="1564"/>
            <ac:spMk id="7" creationId="{00000000-0000-0000-0000-000000000000}"/>
          </ac:spMkLst>
        </pc:spChg>
        <pc:spChg chg="add del">
          <ac:chgData name="Mr. Sumit Sharma" userId="S::sumitsharma.cse@niet.co.in::0287a0e3-d7f5-4815-a5d5-4670a436bb9e" providerId="AD" clId="Web-{24B6CF88-50E6-AD1E-3A17-1FF34733D8EF}" dt="2023-08-22T07:32:40.191" v="66"/>
          <ac:spMkLst>
            <pc:docMk/>
            <pc:sldMk cId="169948392" sldId="1564"/>
            <ac:spMk id="14" creationId="{870A1295-61BC-4214-AA3E-D396673024D0}"/>
          </ac:spMkLst>
        </pc:spChg>
        <pc:spChg chg="add del">
          <ac:chgData name="Mr. Sumit Sharma" userId="S::sumitsharma.cse@niet.co.in::0287a0e3-d7f5-4815-a5d5-4670a436bb9e" providerId="AD" clId="Web-{24B6CF88-50E6-AD1E-3A17-1FF34733D8EF}" dt="2023-08-22T07:32:40.191" v="66"/>
          <ac:spMkLst>
            <pc:docMk/>
            <pc:sldMk cId="169948392" sldId="1564"/>
            <ac:spMk id="25" creationId="{854DEE1C-7FD6-4FA0-A96A-BDF952F199AB}"/>
          </ac:spMkLst>
        </pc:spChg>
        <pc:grpChg chg="add del">
          <ac:chgData name="Mr. Sumit Sharma" userId="S::sumitsharma.cse@niet.co.in::0287a0e3-d7f5-4815-a5d5-4670a436bb9e" providerId="AD" clId="Web-{24B6CF88-50E6-AD1E-3A17-1FF34733D8EF}" dt="2023-08-22T07:32:40.191" v="66"/>
          <ac:grpSpMkLst>
            <pc:docMk/>
            <pc:sldMk cId="169948392" sldId="1564"/>
            <ac:grpSpMk id="16" creationId="{0B139475-2B26-4CA9-9413-DE741E49F7BB}"/>
          </ac:grpSpMkLst>
        </pc:grpChg>
        <pc:picChg chg="add mod">
          <ac:chgData name="Mr. Sumit Sharma" userId="S::sumitsharma.cse@niet.co.in::0287a0e3-d7f5-4815-a5d5-4670a436bb9e" providerId="AD" clId="Web-{24B6CF88-50E6-AD1E-3A17-1FF34733D8EF}" dt="2023-08-22T07:32:40.191" v="66"/>
          <ac:picMkLst>
            <pc:docMk/>
            <pc:sldMk cId="169948392" sldId="1564"/>
            <ac:picMk id="2" creationId="{95319325-3529-A8A1-1DAF-5A30C6B102F4}"/>
          </ac:picMkLst>
        </pc:picChg>
        <pc:picChg chg="ord">
          <ac:chgData name="Mr. Sumit Sharma" userId="S::sumitsharma.cse@niet.co.in::0287a0e3-d7f5-4815-a5d5-4670a436bb9e" providerId="AD" clId="Web-{24B6CF88-50E6-AD1E-3A17-1FF34733D8EF}" dt="2023-08-22T07:32:10.127" v="62"/>
          <ac:picMkLst>
            <pc:docMk/>
            <pc:sldMk cId="169948392" sldId="1564"/>
            <ac:picMk id="9" creationId="{C927257E-084A-415B-BF9B-22EABE25ABE7}"/>
          </ac:picMkLst>
        </pc:picChg>
      </pc:sldChg>
      <pc:sldChg chg="modSp add replId">
        <pc:chgData name="Mr. Sumit Sharma" userId="S::sumitsharma.cse@niet.co.in::0287a0e3-d7f5-4815-a5d5-4670a436bb9e" providerId="AD" clId="Web-{24B6CF88-50E6-AD1E-3A17-1FF34733D8EF}" dt="2023-08-22T07:25:32.083" v="47" actId="14100"/>
        <pc:sldMkLst>
          <pc:docMk/>
          <pc:sldMk cId="2117730215" sldId="1565"/>
        </pc:sldMkLst>
        <pc:spChg chg="mod">
          <ac:chgData name="Mr. Sumit Sharma" userId="S::sumitsharma.cse@niet.co.in::0287a0e3-d7f5-4815-a5d5-4670a436bb9e" providerId="AD" clId="Web-{24B6CF88-50E6-AD1E-3A17-1FF34733D8EF}" dt="2023-08-22T07:25:32.083" v="47" actId="14100"/>
          <ac:spMkLst>
            <pc:docMk/>
            <pc:sldMk cId="2117730215" sldId="1565"/>
            <ac:spMk id="3" creationId="{F8CC24E1-E4CB-4555-AAFE-79673E88E287}"/>
          </ac:spMkLst>
        </pc:spChg>
        <pc:spChg chg="mod">
          <ac:chgData name="Mr. Sumit Sharma" userId="S::sumitsharma.cse@niet.co.in::0287a0e3-d7f5-4815-a5d5-4670a436bb9e" providerId="AD" clId="Web-{24B6CF88-50E6-AD1E-3A17-1FF34733D8EF}" dt="2023-08-22T07:23:40.799" v="13" actId="20577"/>
          <ac:spMkLst>
            <pc:docMk/>
            <pc:sldMk cId="2117730215" sldId="1565"/>
            <ac:spMk id="7" creationId="{00000000-0000-0000-0000-000000000000}"/>
          </ac:spMkLst>
        </pc:spChg>
      </pc:sldChg>
      <pc:sldChg chg="addSp modSp add mod replId setBg">
        <pc:chgData name="Mr. Sumit Sharma" userId="S::sumitsharma.cse@niet.co.in::0287a0e3-d7f5-4815-a5d5-4670a436bb9e" providerId="AD" clId="Web-{24B6CF88-50E6-AD1E-3A17-1FF34733D8EF}" dt="2023-08-22T07:35:59.182" v="101" actId="20577"/>
        <pc:sldMkLst>
          <pc:docMk/>
          <pc:sldMk cId="3419601306" sldId="1566"/>
        </pc:sldMkLst>
        <pc:spChg chg="mod">
          <ac:chgData name="Mr. Sumit Sharma" userId="S::sumitsharma.cse@niet.co.in::0287a0e3-d7f5-4815-a5d5-4670a436bb9e" providerId="AD" clId="Web-{24B6CF88-50E6-AD1E-3A17-1FF34733D8EF}" dt="2023-08-22T07:31:14.485" v="60"/>
          <ac:spMkLst>
            <pc:docMk/>
            <pc:sldMk cId="3419601306" sldId="1566"/>
            <ac:spMk id="3" creationId="{F8CC24E1-E4CB-4555-AAFE-79673E88E287}"/>
          </ac:spMkLst>
        </pc:spChg>
        <pc:spChg chg="mod ord">
          <ac:chgData name="Mr. Sumit Sharma" userId="S::sumitsharma.cse@niet.co.in::0287a0e3-d7f5-4815-a5d5-4670a436bb9e" providerId="AD" clId="Web-{24B6CF88-50E6-AD1E-3A17-1FF34733D8EF}" dt="2023-08-22T07:31:14.485" v="60"/>
          <ac:spMkLst>
            <pc:docMk/>
            <pc:sldMk cId="3419601306" sldId="1566"/>
            <ac:spMk id="6" creationId="{00000000-0000-0000-0000-000000000000}"/>
          </ac:spMkLst>
        </pc:spChg>
        <pc:spChg chg="mod">
          <ac:chgData name="Mr. Sumit Sharma" userId="S::sumitsharma.cse@niet.co.in::0287a0e3-d7f5-4815-a5d5-4670a436bb9e" providerId="AD" clId="Web-{24B6CF88-50E6-AD1E-3A17-1FF34733D8EF}" dt="2023-08-22T07:35:59.182" v="101" actId="20577"/>
          <ac:spMkLst>
            <pc:docMk/>
            <pc:sldMk cId="3419601306" sldId="1566"/>
            <ac:spMk id="7" creationId="{00000000-0000-0000-0000-000000000000}"/>
          </ac:spMkLst>
        </pc:spChg>
        <pc:spChg chg="add">
          <ac:chgData name="Mr. Sumit Sharma" userId="S::sumitsharma.cse@niet.co.in::0287a0e3-d7f5-4815-a5d5-4670a436bb9e" providerId="AD" clId="Web-{24B6CF88-50E6-AD1E-3A17-1FF34733D8EF}" dt="2023-08-22T07:31:14.485" v="60"/>
          <ac:spMkLst>
            <pc:docMk/>
            <pc:sldMk cId="3419601306" sldId="1566"/>
            <ac:spMk id="14" creationId="{1BB867FF-FC45-48F7-8104-F89BE54909F1}"/>
          </ac:spMkLst>
        </pc:spChg>
        <pc:spChg chg="add">
          <ac:chgData name="Mr. Sumit Sharma" userId="S::sumitsharma.cse@niet.co.in::0287a0e3-d7f5-4815-a5d5-4670a436bb9e" providerId="AD" clId="Web-{24B6CF88-50E6-AD1E-3A17-1FF34733D8EF}" dt="2023-08-22T07:31:14.485" v="60"/>
          <ac:spMkLst>
            <pc:docMk/>
            <pc:sldMk cId="3419601306" sldId="1566"/>
            <ac:spMk id="16" creationId="{8BB56887-D0D5-4F0C-9E19-7247EB83C8B7}"/>
          </ac:spMkLst>
        </pc:spChg>
        <pc:spChg chg="add">
          <ac:chgData name="Mr. Sumit Sharma" userId="S::sumitsharma.cse@niet.co.in::0287a0e3-d7f5-4815-a5d5-4670a436bb9e" providerId="AD" clId="Web-{24B6CF88-50E6-AD1E-3A17-1FF34733D8EF}" dt="2023-08-22T07:31:14.485" v="60"/>
          <ac:spMkLst>
            <pc:docMk/>
            <pc:sldMk cId="3419601306" sldId="1566"/>
            <ac:spMk id="18" creationId="{081E4A58-353D-44AE-B2FC-2A74E2E400F7}"/>
          </ac:spMkLst>
        </pc:spChg>
        <pc:picChg chg="ord">
          <ac:chgData name="Mr. Sumit Sharma" userId="S::sumitsharma.cse@niet.co.in::0287a0e3-d7f5-4815-a5d5-4670a436bb9e" providerId="AD" clId="Web-{24B6CF88-50E6-AD1E-3A17-1FF34733D8EF}" dt="2023-08-22T07:31:14.485" v="60"/>
          <ac:picMkLst>
            <pc:docMk/>
            <pc:sldMk cId="3419601306" sldId="1566"/>
            <ac:picMk id="9" creationId="{C927257E-084A-415B-BF9B-22EABE25ABE7}"/>
          </ac:picMkLst>
        </pc:picChg>
      </pc:sldChg>
      <pc:sldChg chg="addSp delSp modSp add replId">
        <pc:chgData name="Mr. Sumit Sharma" userId="S::sumitsharma.cse@niet.co.in::0287a0e3-d7f5-4815-a5d5-4670a436bb9e" providerId="AD" clId="Web-{24B6CF88-50E6-AD1E-3A17-1FF34733D8EF}" dt="2023-08-22T07:35:54.525" v="99" actId="20577"/>
        <pc:sldMkLst>
          <pc:docMk/>
          <pc:sldMk cId="900405711" sldId="1567"/>
        </pc:sldMkLst>
        <pc:spChg chg="mod">
          <ac:chgData name="Mr. Sumit Sharma" userId="S::sumitsharma.cse@niet.co.in::0287a0e3-d7f5-4815-a5d5-4670a436bb9e" providerId="AD" clId="Web-{24B6CF88-50E6-AD1E-3A17-1FF34733D8EF}" dt="2023-08-22T07:35:04.242" v="87"/>
          <ac:spMkLst>
            <pc:docMk/>
            <pc:sldMk cId="900405711" sldId="1567"/>
            <ac:spMk id="3" creationId="{F8CC24E1-E4CB-4555-AAFE-79673E88E287}"/>
          </ac:spMkLst>
        </pc:spChg>
        <pc:spChg chg="mod">
          <ac:chgData name="Mr. Sumit Sharma" userId="S::sumitsharma.cse@niet.co.in::0287a0e3-d7f5-4815-a5d5-4670a436bb9e" providerId="AD" clId="Web-{24B6CF88-50E6-AD1E-3A17-1FF34733D8EF}" dt="2023-08-22T07:35:04.242" v="87"/>
          <ac:spMkLst>
            <pc:docMk/>
            <pc:sldMk cId="900405711" sldId="1567"/>
            <ac:spMk id="6" creationId="{00000000-0000-0000-0000-000000000000}"/>
          </ac:spMkLst>
        </pc:spChg>
        <pc:spChg chg="mod">
          <ac:chgData name="Mr. Sumit Sharma" userId="S::sumitsharma.cse@niet.co.in::0287a0e3-d7f5-4815-a5d5-4670a436bb9e" providerId="AD" clId="Web-{24B6CF88-50E6-AD1E-3A17-1FF34733D8EF}" dt="2023-08-22T07:35:54.525" v="99" actId="20577"/>
          <ac:spMkLst>
            <pc:docMk/>
            <pc:sldMk cId="900405711" sldId="1567"/>
            <ac:spMk id="7" creationId="{00000000-0000-0000-0000-000000000000}"/>
          </ac:spMkLst>
        </pc:spChg>
        <pc:spChg chg="del">
          <ac:chgData name="Mr. Sumit Sharma" userId="S::sumitsharma.cse@niet.co.in::0287a0e3-d7f5-4815-a5d5-4670a436bb9e" providerId="AD" clId="Web-{24B6CF88-50E6-AD1E-3A17-1FF34733D8EF}" dt="2023-08-22T07:34:41.695" v="84"/>
          <ac:spMkLst>
            <pc:docMk/>
            <pc:sldMk cId="900405711" sldId="1567"/>
            <ac:spMk id="14" creationId="{1BB867FF-FC45-48F7-8104-F89BE54909F1}"/>
          </ac:spMkLst>
        </pc:spChg>
        <pc:spChg chg="del">
          <ac:chgData name="Mr. Sumit Sharma" userId="S::sumitsharma.cse@niet.co.in::0287a0e3-d7f5-4815-a5d5-4670a436bb9e" providerId="AD" clId="Web-{24B6CF88-50E6-AD1E-3A17-1FF34733D8EF}" dt="2023-08-22T07:34:41.695" v="84"/>
          <ac:spMkLst>
            <pc:docMk/>
            <pc:sldMk cId="900405711" sldId="1567"/>
            <ac:spMk id="16" creationId="{8BB56887-D0D5-4F0C-9E19-7247EB83C8B7}"/>
          </ac:spMkLst>
        </pc:spChg>
        <pc:spChg chg="del">
          <ac:chgData name="Mr. Sumit Sharma" userId="S::sumitsharma.cse@niet.co.in::0287a0e3-d7f5-4815-a5d5-4670a436bb9e" providerId="AD" clId="Web-{24B6CF88-50E6-AD1E-3A17-1FF34733D8EF}" dt="2023-08-22T07:34:41.695" v="84"/>
          <ac:spMkLst>
            <pc:docMk/>
            <pc:sldMk cId="900405711" sldId="1567"/>
            <ac:spMk id="18" creationId="{081E4A58-353D-44AE-B2FC-2A74E2E400F7}"/>
          </ac:spMkLst>
        </pc:spChg>
        <pc:spChg chg="add del">
          <ac:chgData name="Mr. Sumit Sharma" userId="S::sumitsharma.cse@niet.co.in::0287a0e3-d7f5-4815-a5d5-4670a436bb9e" providerId="AD" clId="Web-{24B6CF88-50E6-AD1E-3A17-1FF34733D8EF}" dt="2023-08-22T07:35:04.242" v="87"/>
          <ac:spMkLst>
            <pc:docMk/>
            <pc:sldMk cId="900405711" sldId="1567"/>
            <ac:spMk id="23" creationId="{907EF6B7-1338-4443-8C46-6A318D952DFD}"/>
          </ac:spMkLst>
        </pc:spChg>
        <pc:spChg chg="add del">
          <ac:chgData name="Mr. Sumit Sharma" userId="S::sumitsharma.cse@niet.co.in::0287a0e3-d7f5-4815-a5d5-4670a436bb9e" providerId="AD" clId="Web-{24B6CF88-50E6-AD1E-3A17-1FF34733D8EF}" dt="2023-08-22T07:35:04.242" v="87"/>
          <ac:spMkLst>
            <pc:docMk/>
            <pc:sldMk cId="900405711" sldId="1567"/>
            <ac:spMk id="25" creationId="{DAAE4CDD-124C-4DCF-9584-B6033B545DD5}"/>
          </ac:spMkLst>
        </pc:spChg>
        <pc:spChg chg="add del">
          <ac:chgData name="Mr. Sumit Sharma" userId="S::sumitsharma.cse@niet.co.in::0287a0e3-d7f5-4815-a5d5-4670a436bb9e" providerId="AD" clId="Web-{24B6CF88-50E6-AD1E-3A17-1FF34733D8EF}" dt="2023-08-22T07:35:04.242" v="87"/>
          <ac:spMkLst>
            <pc:docMk/>
            <pc:sldMk cId="900405711" sldId="1567"/>
            <ac:spMk id="27" creationId="{081E4A58-353D-44AE-B2FC-2A74E2E400F7}"/>
          </ac:spMkLst>
        </pc:spChg>
        <pc:spChg chg="add">
          <ac:chgData name="Mr. Sumit Sharma" userId="S::sumitsharma.cse@niet.co.in::0287a0e3-d7f5-4815-a5d5-4670a436bb9e" providerId="AD" clId="Web-{24B6CF88-50E6-AD1E-3A17-1FF34733D8EF}" dt="2023-08-22T07:35:04.242" v="87"/>
          <ac:spMkLst>
            <pc:docMk/>
            <pc:sldMk cId="900405711" sldId="1567"/>
            <ac:spMk id="32" creationId="{DAF1966E-FD40-4A4A-B61B-C4DF7FA05F06}"/>
          </ac:spMkLst>
        </pc:spChg>
        <pc:spChg chg="add">
          <ac:chgData name="Mr. Sumit Sharma" userId="S::sumitsharma.cse@niet.co.in::0287a0e3-d7f5-4815-a5d5-4670a436bb9e" providerId="AD" clId="Web-{24B6CF88-50E6-AD1E-3A17-1FF34733D8EF}" dt="2023-08-22T07:35:04.242" v="87"/>
          <ac:spMkLst>
            <pc:docMk/>
            <pc:sldMk cId="900405711" sldId="1567"/>
            <ac:spMk id="34" creationId="{047BFA19-D45E-416B-A404-7AF2F3F27017}"/>
          </ac:spMkLst>
        </pc:spChg>
        <pc:spChg chg="add">
          <ac:chgData name="Mr. Sumit Sharma" userId="S::sumitsharma.cse@niet.co.in::0287a0e3-d7f5-4815-a5d5-4670a436bb9e" providerId="AD" clId="Web-{24B6CF88-50E6-AD1E-3A17-1FF34733D8EF}" dt="2023-08-22T07:35:04.242" v="87"/>
          <ac:spMkLst>
            <pc:docMk/>
            <pc:sldMk cId="900405711" sldId="1567"/>
            <ac:spMk id="36" creationId="{8E0105E7-23DB-4CF2-8258-FF47C7620F6E}"/>
          </ac:spMkLst>
        </pc:spChg>
        <pc:spChg chg="add">
          <ac:chgData name="Mr. Sumit Sharma" userId="S::sumitsharma.cse@niet.co.in::0287a0e3-d7f5-4815-a5d5-4670a436bb9e" providerId="AD" clId="Web-{24B6CF88-50E6-AD1E-3A17-1FF34733D8EF}" dt="2023-08-22T07:35:04.242" v="87"/>
          <ac:spMkLst>
            <pc:docMk/>
            <pc:sldMk cId="900405711" sldId="1567"/>
            <ac:spMk id="38" creationId="{074B4F7D-14B2-478B-8BF5-01E4E0C5D263}"/>
          </ac:spMkLst>
        </pc:spChg>
      </pc:sldChg>
      <pc:sldChg chg="addSp delSp modSp add replId">
        <pc:chgData name="Mr. Sumit Sharma" userId="S::sumitsharma.cse@niet.co.in::0287a0e3-d7f5-4815-a5d5-4670a436bb9e" providerId="AD" clId="Web-{24B6CF88-50E6-AD1E-3A17-1FF34733D8EF}" dt="2023-08-22T07:35:49.400" v="98" actId="20577"/>
        <pc:sldMkLst>
          <pc:docMk/>
          <pc:sldMk cId="1404751568" sldId="1568"/>
        </pc:sldMkLst>
        <pc:spChg chg="mod">
          <ac:chgData name="Mr. Sumit Sharma" userId="S::sumitsharma.cse@niet.co.in::0287a0e3-d7f5-4815-a5d5-4670a436bb9e" providerId="AD" clId="Web-{24B6CF88-50E6-AD1E-3A17-1FF34733D8EF}" dt="2023-08-22T07:35:45.197" v="97"/>
          <ac:spMkLst>
            <pc:docMk/>
            <pc:sldMk cId="1404751568" sldId="1568"/>
            <ac:spMk id="3" creationId="{F8CC24E1-E4CB-4555-AAFE-79673E88E287}"/>
          </ac:spMkLst>
        </pc:spChg>
        <pc:spChg chg="mod">
          <ac:chgData name="Mr. Sumit Sharma" userId="S::sumitsharma.cse@niet.co.in::0287a0e3-d7f5-4815-a5d5-4670a436bb9e" providerId="AD" clId="Web-{24B6CF88-50E6-AD1E-3A17-1FF34733D8EF}" dt="2023-08-22T07:35:45.197" v="97"/>
          <ac:spMkLst>
            <pc:docMk/>
            <pc:sldMk cId="1404751568" sldId="1568"/>
            <ac:spMk id="6" creationId="{00000000-0000-0000-0000-000000000000}"/>
          </ac:spMkLst>
        </pc:spChg>
        <pc:spChg chg="mod">
          <ac:chgData name="Mr. Sumit Sharma" userId="S::sumitsharma.cse@niet.co.in::0287a0e3-d7f5-4815-a5d5-4670a436bb9e" providerId="AD" clId="Web-{24B6CF88-50E6-AD1E-3A17-1FF34733D8EF}" dt="2023-08-22T07:35:49.400" v="98" actId="20577"/>
          <ac:spMkLst>
            <pc:docMk/>
            <pc:sldMk cId="1404751568" sldId="1568"/>
            <ac:spMk id="7" creationId="{00000000-0000-0000-0000-000000000000}"/>
          </ac:spMkLst>
        </pc:spChg>
        <pc:spChg chg="del">
          <ac:chgData name="Mr. Sumit Sharma" userId="S::sumitsharma.cse@niet.co.in::0287a0e3-d7f5-4815-a5d5-4670a436bb9e" providerId="AD" clId="Web-{24B6CF88-50E6-AD1E-3A17-1FF34733D8EF}" dt="2023-08-22T07:35:45.197" v="97"/>
          <ac:spMkLst>
            <pc:docMk/>
            <pc:sldMk cId="1404751568" sldId="1568"/>
            <ac:spMk id="32" creationId="{DAF1966E-FD40-4A4A-B61B-C4DF7FA05F06}"/>
          </ac:spMkLst>
        </pc:spChg>
        <pc:spChg chg="del">
          <ac:chgData name="Mr. Sumit Sharma" userId="S::sumitsharma.cse@niet.co.in::0287a0e3-d7f5-4815-a5d5-4670a436bb9e" providerId="AD" clId="Web-{24B6CF88-50E6-AD1E-3A17-1FF34733D8EF}" dt="2023-08-22T07:35:45.197" v="97"/>
          <ac:spMkLst>
            <pc:docMk/>
            <pc:sldMk cId="1404751568" sldId="1568"/>
            <ac:spMk id="34" creationId="{047BFA19-D45E-416B-A404-7AF2F3F27017}"/>
          </ac:spMkLst>
        </pc:spChg>
        <pc:spChg chg="del">
          <ac:chgData name="Mr. Sumit Sharma" userId="S::sumitsharma.cse@niet.co.in::0287a0e3-d7f5-4815-a5d5-4670a436bb9e" providerId="AD" clId="Web-{24B6CF88-50E6-AD1E-3A17-1FF34733D8EF}" dt="2023-08-22T07:35:45.197" v="97"/>
          <ac:spMkLst>
            <pc:docMk/>
            <pc:sldMk cId="1404751568" sldId="1568"/>
            <ac:spMk id="36" creationId="{8E0105E7-23DB-4CF2-8258-FF47C7620F6E}"/>
          </ac:spMkLst>
        </pc:spChg>
        <pc:spChg chg="del">
          <ac:chgData name="Mr. Sumit Sharma" userId="S::sumitsharma.cse@niet.co.in::0287a0e3-d7f5-4815-a5d5-4670a436bb9e" providerId="AD" clId="Web-{24B6CF88-50E6-AD1E-3A17-1FF34733D8EF}" dt="2023-08-22T07:35:45.197" v="97"/>
          <ac:spMkLst>
            <pc:docMk/>
            <pc:sldMk cId="1404751568" sldId="1568"/>
            <ac:spMk id="38" creationId="{074B4F7D-14B2-478B-8BF5-01E4E0C5D263}"/>
          </ac:spMkLst>
        </pc:spChg>
        <pc:spChg chg="add">
          <ac:chgData name="Mr. Sumit Sharma" userId="S::sumitsharma.cse@niet.co.in::0287a0e3-d7f5-4815-a5d5-4670a436bb9e" providerId="AD" clId="Web-{24B6CF88-50E6-AD1E-3A17-1FF34733D8EF}" dt="2023-08-22T07:35:45.197" v="97"/>
          <ac:spMkLst>
            <pc:docMk/>
            <pc:sldMk cId="1404751568" sldId="1568"/>
            <ac:spMk id="43" creationId="{1C799903-48D5-4A31-A1A2-541072D9771E}"/>
          </ac:spMkLst>
        </pc:spChg>
        <pc:spChg chg="add">
          <ac:chgData name="Mr. Sumit Sharma" userId="S::sumitsharma.cse@niet.co.in::0287a0e3-d7f5-4815-a5d5-4670a436bb9e" providerId="AD" clId="Web-{24B6CF88-50E6-AD1E-3A17-1FF34733D8EF}" dt="2023-08-22T07:35:45.197" v="97"/>
          <ac:spMkLst>
            <pc:docMk/>
            <pc:sldMk cId="1404751568" sldId="1568"/>
            <ac:spMk id="45" creationId="{8EFFF109-FC58-4FD3-BE05-9775A1310F55}"/>
          </ac:spMkLst>
        </pc:spChg>
        <pc:spChg chg="add">
          <ac:chgData name="Mr. Sumit Sharma" userId="S::sumitsharma.cse@niet.co.in::0287a0e3-d7f5-4815-a5d5-4670a436bb9e" providerId="AD" clId="Web-{24B6CF88-50E6-AD1E-3A17-1FF34733D8EF}" dt="2023-08-22T07:35:45.197" v="97"/>
          <ac:spMkLst>
            <pc:docMk/>
            <pc:sldMk cId="1404751568" sldId="1568"/>
            <ac:spMk id="47" creationId="{E1B96AD6-92A9-4273-A62B-96A1C3E0BA95}"/>
          </ac:spMkLst>
        </pc:spChg>
        <pc:spChg chg="add">
          <ac:chgData name="Mr. Sumit Sharma" userId="S::sumitsharma.cse@niet.co.in::0287a0e3-d7f5-4815-a5d5-4670a436bb9e" providerId="AD" clId="Web-{24B6CF88-50E6-AD1E-3A17-1FF34733D8EF}" dt="2023-08-22T07:35:45.197" v="97"/>
          <ac:spMkLst>
            <pc:docMk/>
            <pc:sldMk cId="1404751568" sldId="1568"/>
            <ac:spMk id="49" creationId="{463EEC44-1BA3-44ED-81FC-A644B04B2A44}"/>
          </ac:spMkLst>
        </pc:spChg>
      </pc:sldChg>
      <pc:sldChg chg="addSp delSp modSp add replId">
        <pc:chgData name="Mr. Sumit Sharma" userId="S::sumitsharma.cse@niet.co.in::0287a0e3-d7f5-4815-a5d5-4670a436bb9e" providerId="AD" clId="Web-{24B6CF88-50E6-AD1E-3A17-1FF34733D8EF}" dt="2023-08-22T07:37:14.887" v="116"/>
        <pc:sldMkLst>
          <pc:docMk/>
          <pc:sldMk cId="1981118964" sldId="1569"/>
        </pc:sldMkLst>
        <pc:spChg chg="mod">
          <ac:chgData name="Mr. Sumit Sharma" userId="S::sumitsharma.cse@niet.co.in::0287a0e3-d7f5-4815-a5d5-4670a436bb9e" providerId="AD" clId="Web-{24B6CF88-50E6-AD1E-3A17-1FF34733D8EF}" dt="2023-08-22T07:37:14.887" v="116"/>
          <ac:spMkLst>
            <pc:docMk/>
            <pc:sldMk cId="1981118964" sldId="1569"/>
            <ac:spMk id="3" creationId="{F8CC24E1-E4CB-4555-AAFE-79673E88E287}"/>
          </ac:spMkLst>
        </pc:spChg>
        <pc:spChg chg="mod">
          <ac:chgData name="Mr. Sumit Sharma" userId="S::sumitsharma.cse@niet.co.in::0287a0e3-d7f5-4815-a5d5-4670a436bb9e" providerId="AD" clId="Web-{24B6CF88-50E6-AD1E-3A17-1FF34733D8EF}" dt="2023-08-22T07:37:14.887" v="116"/>
          <ac:spMkLst>
            <pc:docMk/>
            <pc:sldMk cId="1981118964" sldId="1569"/>
            <ac:spMk id="6" creationId="{00000000-0000-0000-0000-000000000000}"/>
          </ac:spMkLst>
        </pc:spChg>
        <pc:spChg chg="mod">
          <ac:chgData name="Mr. Sumit Sharma" userId="S::sumitsharma.cse@niet.co.in::0287a0e3-d7f5-4815-a5d5-4670a436bb9e" providerId="AD" clId="Web-{24B6CF88-50E6-AD1E-3A17-1FF34733D8EF}" dt="2023-08-22T07:37:14.887" v="116"/>
          <ac:spMkLst>
            <pc:docMk/>
            <pc:sldMk cId="1981118964" sldId="1569"/>
            <ac:spMk id="7" creationId="{00000000-0000-0000-0000-000000000000}"/>
          </ac:spMkLst>
        </pc:spChg>
        <pc:spChg chg="add del">
          <ac:chgData name="Mr. Sumit Sharma" userId="S::sumitsharma.cse@niet.co.in::0287a0e3-d7f5-4815-a5d5-4670a436bb9e" providerId="AD" clId="Web-{24B6CF88-50E6-AD1E-3A17-1FF34733D8EF}" dt="2023-08-22T07:37:14.887" v="116"/>
          <ac:spMkLst>
            <pc:docMk/>
            <pc:sldMk cId="1981118964" sldId="1569"/>
            <ac:spMk id="43" creationId="{1C799903-48D5-4A31-A1A2-541072D9771E}"/>
          </ac:spMkLst>
        </pc:spChg>
        <pc:spChg chg="add del">
          <ac:chgData name="Mr. Sumit Sharma" userId="S::sumitsharma.cse@niet.co.in::0287a0e3-d7f5-4815-a5d5-4670a436bb9e" providerId="AD" clId="Web-{24B6CF88-50E6-AD1E-3A17-1FF34733D8EF}" dt="2023-08-22T07:37:14.887" v="116"/>
          <ac:spMkLst>
            <pc:docMk/>
            <pc:sldMk cId="1981118964" sldId="1569"/>
            <ac:spMk id="45" creationId="{8EFFF109-FC58-4FD3-BE05-9775A1310F55}"/>
          </ac:spMkLst>
        </pc:spChg>
        <pc:spChg chg="add del">
          <ac:chgData name="Mr. Sumit Sharma" userId="S::sumitsharma.cse@niet.co.in::0287a0e3-d7f5-4815-a5d5-4670a436bb9e" providerId="AD" clId="Web-{24B6CF88-50E6-AD1E-3A17-1FF34733D8EF}" dt="2023-08-22T07:37:14.887" v="116"/>
          <ac:spMkLst>
            <pc:docMk/>
            <pc:sldMk cId="1981118964" sldId="1569"/>
            <ac:spMk id="47" creationId="{E1B96AD6-92A9-4273-A62B-96A1C3E0BA95}"/>
          </ac:spMkLst>
        </pc:spChg>
        <pc:spChg chg="add del">
          <ac:chgData name="Mr. Sumit Sharma" userId="S::sumitsharma.cse@niet.co.in::0287a0e3-d7f5-4815-a5d5-4670a436bb9e" providerId="AD" clId="Web-{24B6CF88-50E6-AD1E-3A17-1FF34733D8EF}" dt="2023-08-22T07:37:14.887" v="116"/>
          <ac:spMkLst>
            <pc:docMk/>
            <pc:sldMk cId="1981118964" sldId="1569"/>
            <ac:spMk id="49" creationId="{463EEC44-1BA3-44ED-81FC-A644B04B2A44}"/>
          </ac:spMkLst>
        </pc:spChg>
        <pc:spChg chg="add del">
          <ac:chgData name="Mr. Sumit Sharma" userId="S::sumitsharma.cse@niet.co.in::0287a0e3-d7f5-4815-a5d5-4670a436bb9e" providerId="AD" clId="Web-{24B6CF88-50E6-AD1E-3A17-1FF34733D8EF}" dt="2023-08-22T07:37:14.887" v="116"/>
          <ac:spMkLst>
            <pc:docMk/>
            <pc:sldMk cId="1981118964" sldId="1569"/>
            <ac:spMk id="54" creationId="{09588DA8-065E-4F6F-8EFD-43104AB2E0CF}"/>
          </ac:spMkLst>
        </pc:spChg>
        <pc:spChg chg="add del">
          <ac:chgData name="Mr. Sumit Sharma" userId="S::sumitsharma.cse@niet.co.in::0287a0e3-d7f5-4815-a5d5-4670a436bb9e" providerId="AD" clId="Web-{24B6CF88-50E6-AD1E-3A17-1FF34733D8EF}" dt="2023-08-22T07:37:14.887" v="116"/>
          <ac:spMkLst>
            <pc:docMk/>
            <pc:sldMk cId="1981118964" sldId="1569"/>
            <ac:spMk id="56" creationId="{C4285719-470E-454C-AF62-8323075F1F5B}"/>
          </ac:spMkLst>
        </pc:spChg>
        <pc:spChg chg="add del">
          <ac:chgData name="Mr. Sumit Sharma" userId="S::sumitsharma.cse@niet.co.in::0287a0e3-d7f5-4815-a5d5-4670a436bb9e" providerId="AD" clId="Web-{24B6CF88-50E6-AD1E-3A17-1FF34733D8EF}" dt="2023-08-22T07:37:14.887" v="116"/>
          <ac:spMkLst>
            <pc:docMk/>
            <pc:sldMk cId="1981118964" sldId="1569"/>
            <ac:spMk id="58" creationId="{CD9FE4EF-C4D8-49A0-B2FF-81D8DB7D8A24}"/>
          </ac:spMkLst>
        </pc:spChg>
        <pc:spChg chg="add del">
          <ac:chgData name="Mr. Sumit Sharma" userId="S::sumitsharma.cse@niet.co.in::0287a0e3-d7f5-4815-a5d5-4670a436bb9e" providerId="AD" clId="Web-{24B6CF88-50E6-AD1E-3A17-1FF34733D8EF}" dt="2023-08-22T07:37:14.887" v="116"/>
          <ac:spMkLst>
            <pc:docMk/>
            <pc:sldMk cId="1981118964" sldId="1569"/>
            <ac:spMk id="60" creationId="{4300840D-0A0B-4512-BACA-B439D5B9C57C}"/>
          </ac:spMkLst>
        </pc:spChg>
        <pc:spChg chg="add del">
          <ac:chgData name="Mr. Sumit Sharma" userId="S::sumitsharma.cse@niet.co.in::0287a0e3-d7f5-4815-a5d5-4670a436bb9e" providerId="AD" clId="Web-{24B6CF88-50E6-AD1E-3A17-1FF34733D8EF}" dt="2023-08-22T07:37:14.887" v="116"/>
          <ac:spMkLst>
            <pc:docMk/>
            <pc:sldMk cId="1981118964" sldId="1569"/>
            <ac:spMk id="62" creationId="{D2B78728-A580-49A7-84F9-6EF6F583ADE0}"/>
          </ac:spMkLst>
        </pc:spChg>
        <pc:spChg chg="add del">
          <ac:chgData name="Mr. Sumit Sharma" userId="S::sumitsharma.cse@niet.co.in::0287a0e3-d7f5-4815-a5d5-4670a436bb9e" providerId="AD" clId="Web-{24B6CF88-50E6-AD1E-3A17-1FF34733D8EF}" dt="2023-08-22T07:37:14.887" v="116"/>
          <ac:spMkLst>
            <pc:docMk/>
            <pc:sldMk cId="1981118964" sldId="1569"/>
            <ac:spMk id="64" creationId="{38FAA1A1-D861-433F-88FA-1E9D6FD31D11}"/>
          </ac:spMkLst>
        </pc:spChg>
        <pc:spChg chg="add del">
          <ac:chgData name="Mr. Sumit Sharma" userId="S::sumitsharma.cse@niet.co.in::0287a0e3-d7f5-4815-a5d5-4670a436bb9e" providerId="AD" clId="Web-{24B6CF88-50E6-AD1E-3A17-1FF34733D8EF}" dt="2023-08-22T07:37:14.887" v="116"/>
          <ac:spMkLst>
            <pc:docMk/>
            <pc:sldMk cId="1981118964" sldId="1569"/>
            <ac:spMk id="66" creationId="{8D71EDA1-87BF-4D5D-AB79-F346FD19278A}"/>
          </ac:spMkLst>
        </pc:spChg>
      </pc:sldChg>
      <pc:sldChg chg="addSp delSp modSp add replId">
        <pc:chgData name="Mr. Sumit Sharma" userId="S::sumitsharma.cse@niet.co.in::0287a0e3-d7f5-4815-a5d5-4670a436bb9e" providerId="AD" clId="Web-{24B6CF88-50E6-AD1E-3A17-1FF34733D8EF}" dt="2023-08-22T07:38:01.670" v="127" actId="20577"/>
        <pc:sldMkLst>
          <pc:docMk/>
          <pc:sldMk cId="2095559441" sldId="1570"/>
        </pc:sldMkLst>
        <pc:spChg chg="mod">
          <ac:chgData name="Mr. Sumit Sharma" userId="S::sumitsharma.cse@niet.co.in::0287a0e3-d7f5-4815-a5d5-4670a436bb9e" providerId="AD" clId="Web-{24B6CF88-50E6-AD1E-3A17-1FF34733D8EF}" dt="2023-08-22T07:37:47.919" v="124"/>
          <ac:spMkLst>
            <pc:docMk/>
            <pc:sldMk cId="2095559441" sldId="1570"/>
            <ac:spMk id="3" creationId="{F8CC24E1-E4CB-4555-AAFE-79673E88E287}"/>
          </ac:spMkLst>
        </pc:spChg>
        <pc:spChg chg="mod">
          <ac:chgData name="Mr. Sumit Sharma" userId="S::sumitsharma.cse@niet.co.in::0287a0e3-d7f5-4815-a5d5-4670a436bb9e" providerId="AD" clId="Web-{24B6CF88-50E6-AD1E-3A17-1FF34733D8EF}" dt="2023-08-22T07:37:47.919" v="124"/>
          <ac:spMkLst>
            <pc:docMk/>
            <pc:sldMk cId="2095559441" sldId="1570"/>
            <ac:spMk id="6" creationId="{00000000-0000-0000-0000-000000000000}"/>
          </ac:spMkLst>
        </pc:spChg>
        <pc:spChg chg="mod">
          <ac:chgData name="Mr. Sumit Sharma" userId="S::sumitsharma.cse@niet.co.in::0287a0e3-d7f5-4815-a5d5-4670a436bb9e" providerId="AD" clId="Web-{24B6CF88-50E6-AD1E-3A17-1FF34733D8EF}" dt="2023-08-22T07:38:01.670" v="127" actId="20577"/>
          <ac:spMkLst>
            <pc:docMk/>
            <pc:sldMk cId="2095559441" sldId="1570"/>
            <ac:spMk id="7" creationId="{00000000-0000-0000-0000-000000000000}"/>
          </ac:spMkLst>
        </pc:spChg>
        <pc:spChg chg="del">
          <ac:chgData name="Mr. Sumit Sharma" userId="S::sumitsharma.cse@niet.co.in::0287a0e3-d7f5-4815-a5d5-4670a436bb9e" providerId="AD" clId="Web-{24B6CF88-50E6-AD1E-3A17-1FF34733D8EF}" dt="2023-08-22T07:37:47.919" v="124"/>
          <ac:spMkLst>
            <pc:docMk/>
            <pc:sldMk cId="2095559441" sldId="1570"/>
            <ac:spMk id="43" creationId="{1C799903-48D5-4A31-A1A2-541072D9771E}"/>
          </ac:spMkLst>
        </pc:spChg>
        <pc:spChg chg="del">
          <ac:chgData name="Mr. Sumit Sharma" userId="S::sumitsharma.cse@niet.co.in::0287a0e3-d7f5-4815-a5d5-4670a436bb9e" providerId="AD" clId="Web-{24B6CF88-50E6-AD1E-3A17-1FF34733D8EF}" dt="2023-08-22T07:37:47.919" v="124"/>
          <ac:spMkLst>
            <pc:docMk/>
            <pc:sldMk cId="2095559441" sldId="1570"/>
            <ac:spMk id="45" creationId="{8EFFF109-FC58-4FD3-BE05-9775A1310F55}"/>
          </ac:spMkLst>
        </pc:spChg>
        <pc:spChg chg="del">
          <ac:chgData name="Mr. Sumit Sharma" userId="S::sumitsharma.cse@niet.co.in::0287a0e3-d7f5-4815-a5d5-4670a436bb9e" providerId="AD" clId="Web-{24B6CF88-50E6-AD1E-3A17-1FF34733D8EF}" dt="2023-08-22T07:37:47.919" v="124"/>
          <ac:spMkLst>
            <pc:docMk/>
            <pc:sldMk cId="2095559441" sldId="1570"/>
            <ac:spMk id="47" creationId="{E1B96AD6-92A9-4273-A62B-96A1C3E0BA95}"/>
          </ac:spMkLst>
        </pc:spChg>
        <pc:spChg chg="del">
          <ac:chgData name="Mr. Sumit Sharma" userId="S::sumitsharma.cse@niet.co.in::0287a0e3-d7f5-4815-a5d5-4670a436bb9e" providerId="AD" clId="Web-{24B6CF88-50E6-AD1E-3A17-1FF34733D8EF}" dt="2023-08-22T07:37:47.919" v="124"/>
          <ac:spMkLst>
            <pc:docMk/>
            <pc:sldMk cId="2095559441" sldId="1570"/>
            <ac:spMk id="49" creationId="{463EEC44-1BA3-44ED-81FC-A644B04B2A44}"/>
          </ac:spMkLst>
        </pc:spChg>
        <pc:spChg chg="add">
          <ac:chgData name="Mr. Sumit Sharma" userId="S::sumitsharma.cse@niet.co.in::0287a0e3-d7f5-4815-a5d5-4670a436bb9e" providerId="AD" clId="Web-{24B6CF88-50E6-AD1E-3A17-1FF34733D8EF}" dt="2023-08-22T07:37:47.919" v="124"/>
          <ac:spMkLst>
            <pc:docMk/>
            <pc:sldMk cId="2095559441" sldId="1570"/>
            <ac:spMk id="54" creationId="{907EF6B7-1338-4443-8C46-6A318D952DFD}"/>
          </ac:spMkLst>
        </pc:spChg>
        <pc:spChg chg="add">
          <ac:chgData name="Mr. Sumit Sharma" userId="S::sumitsharma.cse@niet.co.in::0287a0e3-d7f5-4815-a5d5-4670a436bb9e" providerId="AD" clId="Web-{24B6CF88-50E6-AD1E-3A17-1FF34733D8EF}" dt="2023-08-22T07:37:47.919" v="124"/>
          <ac:spMkLst>
            <pc:docMk/>
            <pc:sldMk cId="2095559441" sldId="1570"/>
            <ac:spMk id="56" creationId="{DAAE4CDD-124C-4DCF-9584-B6033B545DD5}"/>
          </ac:spMkLst>
        </pc:spChg>
        <pc:spChg chg="add">
          <ac:chgData name="Mr. Sumit Sharma" userId="S::sumitsharma.cse@niet.co.in::0287a0e3-d7f5-4815-a5d5-4670a436bb9e" providerId="AD" clId="Web-{24B6CF88-50E6-AD1E-3A17-1FF34733D8EF}" dt="2023-08-22T07:37:47.919" v="124"/>
          <ac:spMkLst>
            <pc:docMk/>
            <pc:sldMk cId="2095559441" sldId="1570"/>
            <ac:spMk id="58" creationId="{081E4A58-353D-44AE-B2FC-2A74E2E400F7}"/>
          </ac:spMkLst>
        </pc:spChg>
      </pc:sldChg>
      <pc:sldChg chg="addSp delSp modSp add replId">
        <pc:chgData name="Mr. Sumit Sharma" userId="S::sumitsharma.cse@niet.co.in::0287a0e3-d7f5-4815-a5d5-4670a436bb9e" providerId="AD" clId="Web-{24B6CF88-50E6-AD1E-3A17-1FF34733D8EF}" dt="2023-08-22T07:38:45.984" v="139"/>
        <pc:sldMkLst>
          <pc:docMk/>
          <pc:sldMk cId="2191441077" sldId="1571"/>
        </pc:sldMkLst>
        <pc:spChg chg="mod">
          <ac:chgData name="Mr. Sumit Sharma" userId="S::sumitsharma.cse@niet.co.in::0287a0e3-d7f5-4815-a5d5-4670a436bb9e" providerId="AD" clId="Web-{24B6CF88-50E6-AD1E-3A17-1FF34733D8EF}" dt="2023-08-22T07:38:45.984" v="139"/>
          <ac:spMkLst>
            <pc:docMk/>
            <pc:sldMk cId="2191441077" sldId="1571"/>
            <ac:spMk id="3" creationId="{F8CC24E1-E4CB-4555-AAFE-79673E88E287}"/>
          </ac:spMkLst>
        </pc:spChg>
        <pc:spChg chg="mod">
          <ac:chgData name="Mr. Sumit Sharma" userId="S::sumitsharma.cse@niet.co.in::0287a0e3-d7f5-4815-a5d5-4670a436bb9e" providerId="AD" clId="Web-{24B6CF88-50E6-AD1E-3A17-1FF34733D8EF}" dt="2023-08-22T07:38:45.984" v="139"/>
          <ac:spMkLst>
            <pc:docMk/>
            <pc:sldMk cId="2191441077" sldId="1571"/>
            <ac:spMk id="6" creationId="{00000000-0000-0000-0000-000000000000}"/>
          </ac:spMkLst>
        </pc:spChg>
        <pc:spChg chg="mod">
          <ac:chgData name="Mr. Sumit Sharma" userId="S::sumitsharma.cse@niet.co.in::0287a0e3-d7f5-4815-a5d5-4670a436bb9e" providerId="AD" clId="Web-{24B6CF88-50E6-AD1E-3A17-1FF34733D8EF}" dt="2023-08-22T07:38:45.984" v="139"/>
          <ac:spMkLst>
            <pc:docMk/>
            <pc:sldMk cId="2191441077" sldId="1571"/>
            <ac:spMk id="7" creationId="{00000000-0000-0000-0000-000000000000}"/>
          </ac:spMkLst>
        </pc:spChg>
        <pc:spChg chg="add del">
          <ac:chgData name="Mr. Sumit Sharma" userId="S::sumitsharma.cse@niet.co.in::0287a0e3-d7f5-4815-a5d5-4670a436bb9e" providerId="AD" clId="Web-{24B6CF88-50E6-AD1E-3A17-1FF34733D8EF}" dt="2023-08-22T07:38:45.984" v="139"/>
          <ac:spMkLst>
            <pc:docMk/>
            <pc:sldMk cId="2191441077" sldId="1571"/>
            <ac:spMk id="54" creationId="{907EF6B7-1338-4443-8C46-6A318D952DFD}"/>
          </ac:spMkLst>
        </pc:spChg>
        <pc:spChg chg="add del">
          <ac:chgData name="Mr. Sumit Sharma" userId="S::sumitsharma.cse@niet.co.in::0287a0e3-d7f5-4815-a5d5-4670a436bb9e" providerId="AD" clId="Web-{24B6CF88-50E6-AD1E-3A17-1FF34733D8EF}" dt="2023-08-22T07:38:45.984" v="139"/>
          <ac:spMkLst>
            <pc:docMk/>
            <pc:sldMk cId="2191441077" sldId="1571"/>
            <ac:spMk id="56" creationId="{DAAE4CDD-124C-4DCF-9584-B6033B545DD5}"/>
          </ac:spMkLst>
        </pc:spChg>
        <pc:spChg chg="add del">
          <ac:chgData name="Mr. Sumit Sharma" userId="S::sumitsharma.cse@niet.co.in::0287a0e3-d7f5-4815-a5d5-4670a436bb9e" providerId="AD" clId="Web-{24B6CF88-50E6-AD1E-3A17-1FF34733D8EF}" dt="2023-08-22T07:38:45.984" v="139"/>
          <ac:spMkLst>
            <pc:docMk/>
            <pc:sldMk cId="2191441077" sldId="1571"/>
            <ac:spMk id="58" creationId="{081E4A58-353D-44AE-B2FC-2A74E2E400F7}"/>
          </ac:spMkLst>
        </pc:spChg>
        <pc:spChg chg="add del">
          <ac:chgData name="Mr. Sumit Sharma" userId="S::sumitsharma.cse@niet.co.in::0287a0e3-d7f5-4815-a5d5-4670a436bb9e" providerId="AD" clId="Web-{24B6CF88-50E6-AD1E-3A17-1FF34733D8EF}" dt="2023-08-22T07:38:45.984" v="139"/>
          <ac:spMkLst>
            <pc:docMk/>
            <pc:sldMk cId="2191441077" sldId="1571"/>
            <ac:spMk id="63" creationId="{E92FEB64-6EEA-4759-B4A4-BD2C1E660BA8}"/>
          </ac:spMkLst>
        </pc:spChg>
        <pc:spChg chg="add del">
          <ac:chgData name="Mr. Sumit Sharma" userId="S::sumitsharma.cse@niet.co.in::0287a0e3-d7f5-4815-a5d5-4670a436bb9e" providerId="AD" clId="Web-{24B6CF88-50E6-AD1E-3A17-1FF34733D8EF}" dt="2023-08-22T07:38:45.984" v="139"/>
          <ac:spMkLst>
            <pc:docMk/>
            <pc:sldMk cId="2191441077" sldId="1571"/>
            <ac:spMk id="65" creationId="{B10BB131-AC8E-4A8E-A5D1-36260F720C3B}"/>
          </ac:spMkLst>
        </pc:spChg>
        <pc:spChg chg="add del">
          <ac:chgData name="Mr. Sumit Sharma" userId="S::sumitsharma.cse@niet.co.in::0287a0e3-d7f5-4815-a5d5-4670a436bb9e" providerId="AD" clId="Web-{24B6CF88-50E6-AD1E-3A17-1FF34733D8EF}" dt="2023-08-22T07:38:45.984" v="139"/>
          <ac:spMkLst>
            <pc:docMk/>
            <pc:sldMk cId="2191441077" sldId="1571"/>
            <ac:spMk id="67" creationId="{14847E93-7DC1-4D4B-8829-B19AA7137C50}"/>
          </ac:spMkLst>
        </pc:spChg>
        <pc:spChg chg="add del">
          <ac:chgData name="Mr. Sumit Sharma" userId="S::sumitsharma.cse@niet.co.in::0287a0e3-d7f5-4815-a5d5-4670a436bb9e" providerId="AD" clId="Web-{24B6CF88-50E6-AD1E-3A17-1FF34733D8EF}" dt="2023-08-22T07:38:45.984" v="139"/>
          <ac:spMkLst>
            <pc:docMk/>
            <pc:sldMk cId="2191441077" sldId="1571"/>
            <ac:spMk id="69" creationId="{5566D6E1-03A1-4D73-A4E0-35D74D568A04}"/>
          </ac:spMkLst>
        </pc:spChg>
        <pc:spChg chg="add del">
          <ac:chgData name="Mr. Sumit Sharma" userId="S::sumitsharma.cse@niet.co.in::0287a0e3-d7f5-4815-a5d5-4670a436bb9e" providerId="AD" clId="Web-{24B6CF88-50E6-AD1E-3A17-1FF34733D8EF}" dt="2023-08-22T07:38:45.984" v="139"/>
          <ac:spMkLst>
            <pc:docMk/>
            <pc:sldMk cId="2191441077" sldId="1571"/>
            <ac:spMk id="71" creationId="{9F835A99-04AC-494A-A572-AFE8413CC938}"/>
          </ac:spMkLst>
        </pc:spChg>
        <pc:spChg chg="add del">
          <ac:chgData name="Mr. Sumit Sharma" userId="S::sumitsharma.cse@niet.co.in::0287a0e3-d7f5-4815-a5d5-4670a436bb9e" providerId="AD" clId="Web-{24B6CF88-50E6-AD1E-3A17-1FF34733D8EF}" dt="2023-08-22T07:38:45.984" v="139"/>
          <ac:spMkLst>
            <pc:docMk/>
            <pc:sldMk cId="2191441077" sldId="1571"/>
            <ac:spMk id="73" creationId="{7B786209-1B0B-4CA9-9BDD-F7327066A84D}"/>
          </ac:spMkLst>
        </pc:spChg>
        <pc:spChg chg="add del">
          <ac:chgData name="Mr. Sumit Sharma" userId="S::sumitsharma.cse@niet.co.in::0287a0e3-d7f5-4815-a5d5-4670a436bb9e" providerId="AD" clId="Web-{24B6CF88-50E6-AD1E-3A17-1FF34733D8EF}" dt="2023-08-22T07:38:45.984" v="139"/>
          <ac:spMkLst>
            <pc:docMk/>
            <pc:sldMk cId="2191441077" sldId="1571"/>
            <ac:spMk id="75" creationId="{2D2964BB-484D-45AE-AD66-D407D0629652}"/>
          </ac:spMkLst>
        </pc:spChg>
        <pc:spChg chg="add del">
          <ac:chgData name="Mr. Sumit Sharma" userId="S::sumitsharma.cse@niet.co.in::0287a0e3-d7f5-4815-a5d5-4670a436bb9e" providerId="AD" clId="Web-{24B6CF88-50E6-AD1E-3A17-1FF34733D8EF}" dt="2023-08-22T07:38:45.984" v="139"/>
          <ac:spMkLst>
            <pc:docMk/>
            <pc:sldMk cId="2191441077" sldId="1571"/>
            <ac:spMk id="77" creationId="{6691AC69-A76E-4DAB-B565-468B6B87ACF3}"/>
          </ac:spMkLst>
        </pc:spChg>
      </pc:sldChg>
      <pc:sldChg chg="modSp add replId">
        <pc:chgData name="Mr. Sumit Sharma" userId="S::sumitsharma.cse@niet.co.in::0287a0e3-d7f5-4815-a5d5-4670a436bb9e" providerId="AD" clId="Web-{24B6CF88-50E6-AD1E-3A17-1FF34733D8EF}" dt="2023-08-22T07:39:31.954" v="152" actId="14100"/>
        <pc:sldMkLst>
          <pc:docMk/>
          <pc:sldMk cId="713500298" sldId="1572"/>
        </pc:sldMkLst>
        <pc:spChg chg="mod">
          <ac:chgData name="Mr. Sumit Sharma" userId="S::sumitsharma.cse@niet.co.in::0287a0e3-d7f5-4815-a5d5-4670a436bb9e" providerId="AD" clId="Web-{24B6CF88-50E6-AD1E-3A17-1FF34733D8EF}" dt="2023-08-22T07:39:31.954" v="152" actId="14100"/>
          <ac:spMkLst>
            <pc:docMk/>
            <pc:sldMk cId="713500298" sldId="1572"/>
            <ac:spMk id="3" creationId="{F8CC24E1-E4CB-4555-AAFE-79673E88E287}"/>
          </ac:spMkLst>
        </pc:spChg>
        <pc:spChg chg="mod">
          <ac:chgData name="Mr. Sumit Sharma" userId="S::sumitsharma.cse@niet.co.in::0287a0e3-d7f5-4815-a5d5-4670a436bb9e" providerId="AD" clId="Web-{24B6CF88-50E6-AD1E-3A17-1FF34733D8EF}" dt="2023-08-22T07:39:20.641" v="150" actId="14100"/>
          <ac:spMkLst>
            <pc:docMk/>
            <pc:sldMk cId="713500298" sldId="1572"/>
            <ac:spMk id="7" creationId="{00000000-0000-0000-0000-000000000000}"/>
          </ac:spMkLst>
        </pc:spChg>
      </pc:sldChg>
    </pc:docChg>
  </pc:docChgLst>
  <pc:docChgLst>
    <pc:chgData name="Mr. Sumit Sharma" userId="S::sumitsharma.cse@niet.co.in::0287a0e3-d7f5-4815-a5d5-4670a436bb9e" providerId="AD" clId="Web-{C2DB9CCB-6F58-4AD1-91BC-D5335A6B77D8}"/>
    <pc:docChg chg="modSld">
      <pc:chgData name="Mr. Sumit Sharma" userId="S::sumitsharma.cse@niet.co.in::0287a0e3-d7f5-4815-a5d5-4670a436bb9e" providerId="AD" clId="Web-{C2DB9CCB-6F58-4AD1-91BC-D5335A6B77D8}" dt="2023-08-30T04:12:15.698" v="8" actId="1076"/>
      <pc:docMkLst>
        <pc:docMk/>
      </pc:docMkLst>
      <pc:sldChg chg="modSp">
        <pc:chgData name="Mr. Sumit Sharma" userId="S::sumitsharma.cse@niet.co.in::0287a0e3-d7f5-4815-a5d5-4670a436bb9e" providerId="AD" clId="Web-{C2DB9CCB-6F58-4AD1-91BC-D5335A6B77D8}" dt="2023-08-30T04:10:35.084" v="4" actId="20577"/>
        <pc:sldMkLst>
          <pc:docMk/>
          <pc:sldMk cId="1501446876" sldId="1585"/>
        </pc:sldMkLst>
        <pc:spChg chg="mod">
          <ac:chgData name="Mr. Sumit Sharma" userId="S::sumitsharma.cse@niet.co.in::0287a0e3-d7f5-4815-a5d5-4670a436bb9e" providerId="AD" clId="Web-{C2DB9CCB-6F58-4AD1-91BC-D5335A6B77D8}" dt="2023-08-30T04:10:35.084" v="4" actId="20577"/>
          <ac:spMkLst>
            <pc:docMk/>
            <pc:sldMk cId="1501446876" sldId="1585"/>
            <ac:spMk id="3" creationId="{F8CC24E1-E4CB-4555-AAFE-79673E88E287}"/>
          </ac:spMkLst>
        </pc:spChg>
      </pc:sldChg>
      <pc:sldChg chg="modSp">
        <pc:chgData name="Mr. Sumit Sharma" userId="S::sumitsharma.cse@niet.co.in::0287a0e3-d7f5-4815-a5d5-4670a436bb9e" providerId="AD" clId="Web-{C2DB9CCB-6F58-4AD1-91BC-D5335A6B77D8}" dt="2023-08-30T04:12:15.698" v="8" actId="1076"/>
        <pc:sldMkLst>
          <pc:docMk/>
          <pc:sldMk cId="330888047" sldId="1587"/>
        </pc:sldMkLst>
        <pc:spChg chg="mod">
          <ac:chgData name="Mr. Sumit Sharma" userId="S::sumitsharma.cse@niet.co.in::0287a0e3-d7f5-4815-a5d5-4670a436bb9e" providerId="AD" clId="Web-{C2DB9CCB-6F58-4AD1-91BC-D5335A6B77D8}" dt="2023-08-30T04:12:15.698" v="8" actId="1076"/>
          <ac:spMkLst>
            <pc:docMk/>
            <pc:sldMk cId="330888047" sldId="1587"/>
            <ac:spMk id="3" creationId="{F8CC24E1-E4CB-4555-AAFE-79673E88E287}"/>
          </ac:spMkLst>
        </pc:spChg>
      </pc:sldChg>
    </pc:docChg>
  </pc:docChgLst>
  <pc:docChgLst>
    <pc:chgData name="Mr. Sumit Sharma" userId="S::sumitsharma.cse@niet.co.in::0287a0e3-d7f5-4815-a5d5-4670a436bb9e" providerId="AD" clId="Web-{3F243914-9A1E-DCF7-7E5F-3AE966E6FA10}"/>
    <pc:docChg chg="addSld delSld modSld">
      <pc:chgData name="Mr. Sumit Sharma" userId="S::sumitsharma.cse@niet.co.in::0287a0e3-d7f5-4815-a5d5-4670a436bb9e" providerId="AD" clId="Web-{3F243914-9A1E-DCF7-7E5F-3AE966E6FA10}" dt="2023-09-04T11:07:52.739" v="453" actId="20577"/>
      <pc:docMkLst>
        <pc:docMk/>
      </pc:docMkLst>
      <pc:sldChg chg="del">
        <pc:chgData name="Mr. Sumit Sharma" userId="S::sumitsharma.cse@niet.co.in::0287a0e3-d7f5-4815-a5d5-4670a436bb9e" providerId="AD" clId="Web-{3F243914-9A1E-DCF7-7E5F-3AE966E6FA10}" dt="2023-09-04T11:05:52.049" v="383"/>
        <pc:sldMkLst>
          <pc:docMk/>
          <pc:sldMk cId="3464124454" sldId="1561"/>
        </pc:sldMkLst>
      </pc:sldChg>
      <pc:sldChg chg="modSp">
        <pc:chgData name="Mr. Sumit Sharma" userId="S::sumitsharma.cse@niet.co.in::0287a0e3-d7f5-4815-a5d5-4670a436bb9e" providerId="AD" clId="Web-{3F243914-9A1E-DCF7-7E5F-3AE966E6FA10}" dt="2023-09-04T11:05:27.939" v="380" actId="20577"/>
        <pc:sldMkLst>
          <pc:docMk/>
          <pc:sldMk cId="472746572" sldId="1562"/>
        </pc:sldMkLst>
        <pc:spChg chg="mod">
          <ac:chgData name="Mr. Sumit Sharma" userId="S::sumitsharma.cse@niet.co.in::0287a0e3-d7f5-4815-a5d5-4670a436bb9e" providerId="AD" clId="Web-{3F243914-9A1E-DCF7-7E5F-3AE966E6FA10}" dt="2023-09-04T11:05:27.939" v="380" actId="20577"/>
          <ac:spMkLst>
            <pc:docMk/>
            <pc:sldMk cId="472746572" sldId="1562"/>
            <ac:spMk id="7" creationId="{00000000-0000-0000-0000-000000000000}"/>
          </ac:spMkLst>
        </pc:spChg>
        <pc:graphicFrameChg chg="modGraphic">
          <ac:chgData name="Mr. Sumit Sharma" userId="S::sumitsharma.cse@niet.co.in::0287a0e3-d7f5-4815-a5d5-4670a436bb9e" providerId="AD" clId="Web-{3F243914-9A1E-DCF7-7E5F-3AE966E6FA10}" dt="2023-09-04T10:39:41.415" v="193" actId="20577"/>
          <ac:graphicFrameMkLst>
            <pc:docMk/>
            <pc:sldMk cId="472746572" sldId="1562"/>
            <ac:graphicFrameMk id="11" creationId="{42CF0600-DCB4-95C4-BDCE-24FB1F21F471}"/>
          </ac:graphicFrameMkLst>
        </pc:graphicFrameChg>
      </pc:sldChg>
      <pc:sldChg chg="del">
        <pc:chgData name="Mr. Sumit Sharma" userId="S::sumitsharma.cse@niet.co.in::0287a0e3-d7f5-4815-a5d5-4670a436bb9e" providerId="AD" clId="Web-{3F243914-9A1E-DCF7-7E5F-3AE966E6FA10}" dt="2023-09-04T11:05:53.533" v="384"/>
        <pc:sldMkLst>
          <pc:docMk/>
          <pc:sldMk cId="3443822419" sldId="1563"/>
        </pc:sldMkLst>
      </pc:sldChg>
      <pc:sldChg chg="del">
        <pc:chgData name="Mr. Sumit Sharma" userId="S::sumitsharma.cse@niet.co.in::0287a0e3-d7f5-4815-a5d5-4670a436bb9e" providerId="AD" clId="Web-{3F243914-9A1E-DCF7-7E5F-3AE966E6FA10}" dt="2023-09-04T11:05:54.205" v="385"/>
        <pc:sldMkLst>
          <pc:docMk/>
          <pc:sldMk cId="169948392" sldId="1564"/>
        </pc:sldMkLst>
      </pc:sldChg>
      <pc:sldChg chg="del">
        <pc:chgData name="Mr. Sumit Sharma" userId="S::sumitsharma.cse@niet.co.in::0287a0e3-d7f5-4815-a5d5-4670a436bb9e" providerId="AD" clId="Web-{3F243914-9A1E-DCF7-7E5F-3AE966E6FA10}" dt="2023-09-04T11:05:55.580" v="386"/>
        <pc:sldMkLst>
          <pc:docMk/>
          <pc:sldMk cId="2117730215" sldId="1565"/>
        </pc:sldMkLst>
      </pc:sldChg>
      <pc:sldChg chg="del">
        <pc:chgData name="Mr. Sumit Sharma" userId="S::sumitsharma.cse@niet.co.in::0287a0e3-d7f5-4815-a5d5-4670a436bb9e" providerId="AD" clId="Web-{3F243914-9A1E-DCF7-7E5F-3AE966E6FA10}" dt="2023-09-04T11:05:56.580" v="387"/>
        <pc:sldMkLst>
          <pc:docMk/>
          <pc:sldMk cId="3419601306" sldId="1566"/>
        </pc:sldMkLst>
      </pc:sldChg>
      <pc:sldChg chg="del">
        <pc:chgData name="Mr. Sumit Sharma" userId="S::sumitsharma.cse@niet.co.in::0287a0e3-d7f5-4815-a5d5-4670a436bb9e" providerId="AD" clId="Web-{3F243914-9A1E-DCF7-7E5F-3AE966E6FA10}" dt="2023-09-04T11:05:57.783" v="388"/>
        <pc:sldMkLst>
          <pc:docMk/>
          <pc:sldMk cId="900405711" sldId="1567"/>
        </pc:sldMkLst>
      </pc:sldChg>
      <pc:sldChg chg="del">
        <pc:chgData name="Mr. Sumit Sharma" userId="S::sumitsharma.cse@niet.co.in::0287a0e3-d7f5-4815-a5d5-4670a436bb9e" providerId="AD" clId="Web-{3F243914-9A1E-DCF7-7E5F-3AE966E6FA10}" dt="2023-09-04T11:05:58.893" v="389"/>
        <pc:sldMkLst>
          <pc:docMk/>
          <pc:sldMk cId="1404751568" sldId="1568"/>
        </pc:sldMkLst>
      </pc:sldChg>
      <pc:sldChg chg="del">
        <pc:chgData name="Mr. Sumit Sharma" userId="S::sumitsharma.cse@niet.co.in::0287a0e3-d7f5-4815-a5d5-4670a436bb9e" providerId="AD" clId="Web-{3F243914-9A1E-DCF7-7E5F-3AE966E6FA10}" dt="2023-09-04T11:05:59.705" v="390"/>
        <pc:sldMkLst>
          <pc:docMk/>
          <pc:sldMk cId="1981118964" sldId="1569"/>
        </pc:sldMkLst>
      </pc:sldChg>
      <pc:sldChg chg="del">
        <pc:chgData name="Mr. Sumit Sharma" userId="S::sumitsharma.cse@niet.co.in::0287a0e3-d7f5-4815-a5d5-4670a436bb9e" providerId="AD" clId="Web-{3F243914-9A1E-DCF7-7E5F-3AE966E6FA10}" dt="2023-09-04T11:06:05.143" v="394"/>
        <pc:sldMkLst>
          <pc:docMk/>
          <pc:sldMk cId="2095559441" sldId="1570"/>
        </pc:sldMkLst>
      </pc:sldChg>
      <pc:sldChg chg="del">
        <pc:chgData name="Mr. Sumit Sharma" userId="S::sumitsharma.cse@niet.co.in::0287a0e3-d7f5-4815-a5d5-4670a436bb9e" providerId="AD" clId="Web-{3F243914-9A1E-DCF7-7E5F-3AE966E6FA10}" dt="2023-09-04T11:06:01.252" v="391"/>
        <pc:sldMkLst>
          <pc:docMk/>
          <pc:sldMk cId="2191441077" sldId="1571"/>
        </pc:sldMkLst>
      </pc:sldChg>
      <pc:sldChg chg="del">
        <pc:chgData name="Mr. Sumit Sharma" userId="S::sumitsharma.cse@niet.co.in::0287a0e3-d7f5-4815-a5d5-4670a436bb9e" providerId="AD" clId="Web-{3F243914-9A1E-DCF7-7E5F-3AE966E6FA10}" dt="2023-09-04T11:06:02.987" v="392"/>
        <pc:sldMkLst>
          <pc:docMk/>
          <pc:sldMk cId="713500298" sldId="1572"/>
        </pc:sldMkLst>
      </pc:sldChg>
      <pc:sldChg chg="del">
        <pc:chgData name="Mr. Sumit Sharma" userId="S::sumitsharma.cse@niet.co.in::0287a0e3-d7f5-4815-a5d5-4670a436bb9e" providerId="AD" clId="Web-{3F243914-9A1E-DCF7-7E5F-3AE966E6FA10}" dt="2023-09-04T11:06:03.877" v="393"/>
        <pc:sldMkLst>
          <pc:docMk/>
          <pc:sldMk cId="3804570781" sldId="1573"/>
        </pc:sldMkLst>
      </pc:sldChg>
      <pc:sldChg chg="del">
        <pc:chgData name="Mr. Sumit Sharma" userId="S::sumitsharma.cse@niet.co.in::0287a0e3-d7f5-4815-a5d5-4670a436bb9e" providerId="AD" clId="Web-{3F243914-9A1E-DCF7-7E5F-3AE966E6FA10}" dt="2023-09-04T11:06:06.377" v="395"/>
        <pc:sldMkLst>
          <pc:docMk/>
          <pc:sldMk cId="3739601138" sldId="1574"/>
        </pc:sldMkLst>
      </pc:sldChg>
      <pc:sldChg chg="del">
        <pc:chgData name="Mr. Sumit Sharma" userId="S::sumitsharma.cse@niet.co.in::0287a0e3-d7f5-4815-a5d5-4670a436bb9e" providerId="AD" clId="Web-{3F243914-9A1E-DCF7-7E5F-3AE966E6FA10}" dt="2023-09-04T11:06:07.268" v="396"/>
        <pc:sldMkLst>
          <pc:docMk/>
          <pc:sldMk cId="2718036721" sldId="1575"/>
        </pc:sldMkLst>
      </pc:sldChg>
      <pc:sldChg chg="del">
        <pc:chgData name="Mr. Sumit Sharma" userId="S::sumitsharma.cse@niet.co.in::0287a0e3-d7f5-4815-a5d5-4670a436bb9e" providerId="AD" clId="Web-{3F243914-9A1E-DCF7-7E5F-3AE966E6FA10}" dt="2023-09-04T11:06:07.846" v="397"/>
        <pc:sldMkLst>
          <pc:docMk/>
          <pc:sldMk cId="3848627097" sldId="1576"/>
        </pc:sldMkLst>
      </pc:sldChg>
      <pc:sldChg chg="del">
        <pc:chgData name="Mr. Sumit Sharma" userId="S::sumitsharma.cse@niet.co.in::0287a0e3-d7f5-4815-a5d5-4670a436bb9e" providerId="AD" clId="Web-{3F243914-9A1E-DCF7-7E5F-3AE966E6FA10}" dt="2023-09-04T11:06:08.221" v="398"/>
        <pc:sldMkLst>
          <pc:docMk/>
          <pc:sldMk cId="1492801541" sldId="1577"/>
        </pc:sldMkLst>
      </pc:sldChg>
      <pc:sldChg chg="del">
        <pc:chgData name="Mr. Sumit Sharma" userId="S::sumitsharma.cse@niet.co.in::0287a0e3-d7f5-4815-a5d5-4670a436bb9e" providerId="AD" clId="Web-{3F243914-9A1E-DCF7-7E5F-3AE966E6FA10}" dt="2023-09-04T11:06:08.315" v="399"/>
        <pc:sldMkLst>
          <pc:docMk/>
          <pc:sldMk cId="3238797891" sldId="1578"/>
        </pc:sldMkLst>
      </pc:sldChg>
      <pc:sldChg chg="del">
        <pc:chgData name="Mr. Sumit Sharma" userId="S::sumitsharma.cse@niet.co.in::0287a0e3-d7f5-4815-a5d5-4670a436bb9e" providerId="AD" clId="Web-{3F243914-9A1E-DCF7-7E5F-3AE966E6FA10}" dt="2023-09-04T11:06:09.159" v="400"/>
        <pc:sldMkLst>
          <pc:docMk/>
          <pc:sldMk cId="1196681734" sldId="1579"/>
        </pc:sldMkLst>
      </pc:sldChg>
      <pc:sldChg chg="del">
        <pc:chgData name="Mr. Sumit Sharma" userId="S::sumitsharma.cse@niet.co.in::0287a0e3-d7f5-4815-a5d5-4670a436bb9e" providerId="AD" clId="Web-{3F243914-9A1E-DCF7-7E5F-3AE966E6FA10}" dt="2023-09-04T11:06:09.831" v="401"/>
        <pc:sldMkLst>
          <pc:docMk/>
          <pc:sldMk cId="1080364002" sldId="1580"/>
        </pc:sldMkLst>
      </pc:sldChg>
      <pc:sldChg chg="del">
        <pc:chgData name="Mr. Sumit Sharma" userId="S::sumitsharma.cse@niet.co.in::0287a0e3-d7f5-4815-a5d5-4670a436bb9e" providerId="AD" clId="Web-{3F243914-9A1E-DCF7-7E5F-3AE966E6FA10}" dt="2023-09-04T11:06:10.065" v="402"/>
        <pc:sldMkLst>
          <pc:docMk/>
          <pc:sldMk cId="3382127065" sldId="1581"/>
        </pc:sldMkLst>
      </pc:sldChg>
      <pc:sldChg chg="del">
        <pc:chgData name="Mr. Sumit Sharma" userId="S::sumitsharma.cse@niet.co.in::0287a0e3-d7f5-4815-a5d5-4670a436bb9e" providerId="AD" clId="Web-{3F243914-9A1E-DCF7-7E5F-3AE966E6FA10}" dt="2023-09-04T11:06:10.909" v="403"/>
        <pc:sldMkLst>
          <pc:docMk/>
          <pc:sldMk cId="240637688" sldId="1582"/>
        </pc:sldMkLst>
      </pc:sldChg>
      <pc:sldChg chg="del">
        <pc:chgData name="Mr. Sumit Sharma" userId="S::sumitsharma.cse@niet.co.in::0287a0e3-d7f5-4815-a5d5-4670a436bb9e" providerId="AD" clId="Web-{3F243914-9A1E-DCF7-7E5F-3AE966E6FA10}" dt="2023-09-04T11:06:11.862" v="404"/>
        <pc:sldMkLst>
          <pc:docMk/>
          <pc:sldMk cId="1985676765" sldId="1583"/>
        </pc:sldMkLst>
      </pc:sldChg>
      <pc:sldChg chg="del">
        <pc:chgData name="Mr. Sumit Sharma" userId="S::sumitsharma.cse@niet.co.in::0287a0e3-d7f5-4815-a5d5-4670a436bb9e" providerId="AD" clId="Web-{3F243914-9A1E-DCF7-7E5F-3AE966E6FA10}" dt="2023-09-04T11:06:13.034" v="405"/>
        <pc:sldMkLst>
          <pc:docMk/>
          <pc:sldMk cId="3311729789" sldId="1584"/>
        </pc:sldMkLst>
      </pc:sldChg>
      <pc:sldChg chg="del">
        <pc:chgData name="Mr. Sumit Sharma" userId="S::sumitsharma.cse@niet.co.in::0287a0e3-d7f5-4815-a5d5-4670a436bb9e" providerId="AD" clId="Web-{3F243914-9A1E-DCF7-7E5F-3AE966E6FA10}" dt="2023-09-04T11:06:14.909" v="406"/>
        <pc:sldMkLst>
          <pc:docMk/>
          <pc:sldMk cId="1501446876" sldId="1585"/>
        </pc:sldMkLst>
      </pc:sldChg>
      <pc:sldChg chg="del">
        <pc:chgData name="Mr. Sumit Sharma" userId="S::sumitsharma.cse@niet.co.in::0287a0e3-d7f5-4815-a5d5-4670a436bb9e" providerId="AD" clId="Web-{3F243914-9A1E-DCF7-7E5F-3AE966E6FA10}" dt="2023-09-04T11:06:15.862" v="407"/>
        <pc:sldMkLst>
          <pc:docMk/>
          <pc:sldMk cId="2503656626" sldId="1586"/>
        </pc:sldMkLst>
      </pc:sldChg>
      <pc:sldChg chg="del">
        <pc:chgData name="Mr. Sumit Sharma" userId="S::sumitsharma.cse@niet.co.in::0287a0e3-d7f5-4815-a5d5-4670a436bb9e" providerId="AD" clId="Web-{3F243914-9A1E-DCF7-7E5F-3AE966E6FA10}" dt="2023-09-04T11:06:16.487" v="408"/>
        <pc:sldMkLst>
          <pc:docMk/>
          <pc:sldMk cId="330888047" sldId="1587"/>
        </pc:sldMkLst>
      </pc:sldChg>
      <pc:sldChg chg="del">
        <pc:chgData name="Mr. Sumit Sharma" userId="S::sumitsharma.cse@niet.co.in::0287a0e3-d7f5-4815-a5d5-4670a436bb9e" providerId="AD" clId="Web-{3F243914-9A1E-DCF7-7E5F-3AE966E6FA10}" dt="2023-09-04T11:06:17.081" v="409"/>
        <pc:sldMkLst>
          <pc:docMk/>
          <pc:sldMk cId="1585696966" sldId="1588"/>
        </pc:sldMkLst>
      </pc:sldChg>
      <pc:sldChg chg="del">
        <pc:chgData name="Mr. Sumit Sharma" userId="S::sumitsharma.cse@niet.co.in::0287a0e3-d7f5-4815-a5d5-4670a436bb9e" providerId="AD" clId="Web-{3F243914-9A1E-DCF7-7E5F-3AE966E6FA10}" dt="2023-09-04T11:06:17.862" v="410"/>
        <pc:sldMkLst>
          <pc:docMk/>
          <pc:sldMk cId="1590766498" sldId="1589"/>
        </pc:sldMkLst>
      </pc:sldChg>
      <pc:sldChg chg="del">
        <pc:chgData name="Mr. Sumit Sharma" userId="S::sumitsharma.cse@niet.co.in::0287a0e3-d7f5-4815-a5d5-4670a436bb9e" providerId="AD" clId="Web-{3F243914-9A1E-DCF7-7E5F-3AE966E6FA10}" dt="2023-09-04T11:06:18.643" v="411"/>
        <pc:sldMkLst>
          <pc:docMk/>
          <pc:sldMk cId="672710708" sldId="1590"/>
        </pc:sldMkLst>
      </pc:sldChg>
      <pc:sldChg chg="del">
        <pc:chgData name="Mr. Sumit Sharma" userId="S::sumitsharma.cse@niet.co.in::0287a0e3-d7f5-4815-a5d5-4670a436bb9e" providerId="AD" clId="Web-{3F243914-9A1E-DCF7-7E5F-3AE966E6FA10}" dt="2023-09-04T11:06:19.518" v="412"/>
        <pc:sldMkLst>
          <pc:docMk/>
          <pc:sldMk cId="1061129478" sldId="1591"/>
        </pc:sldMkLst>
      </pc:sldChg>
      <pc:sldChg chg="del">
        <pc:chgData name="Mr. Sumit Sharma" userId="S::sumitsharma.cse@niet.co.in::0287a0e3-d7f5-4815-a5d5-4670a436bb9e" providerId="AD" clId="Web-{3F243914-9A1E-DCF7-7E5F-3AE966E6FA10}" dt="2023-09-04T11:06:19.628" v="413"/>
        <pc:sldMkLst>
          <pc:docMk/>
          <pc:sldMk cId="1962279143" sldId="1592"/>
        </pc:sldMkLst>
      </pc:sldChg>
      <pc:sldChg chg="del">
        <pc:chgData name="Mr. Sumit Sharma" userId="S::sumitsharma.cse@niet.co.in::0287a0e3-d7f5-4815-a5d5-4670a436bb9e" providerId="AD" clId="Web-{3F243914-9A1E-DCF7-7E5F-3AE966E6FA10}" dt="2023-09-04T11:06:20.034" v="414"/>
        <pc:sldMkLst>
          <pc:docMk/>
          <pc:sldMk cId="326434851" sldId="1593"/>
        </pc:sldMkLst>
      </pc:sldChg>
      <pc:sldChg chg="del">
        <pc:chgData name="Mr. Sumit Sharma" userId="S::sumitsharma.cse@niet.co.in::0287a0e3-d7f5-4815-a5d5-4670a436bb9e" providerId="AD" clId="Web-{3F243914-9A1E-DCF7-7E5F-3AE966E6FA10}" dt="2023-09-04T11:06:20.221" v="415"/>
        <pc:sldMkLst>
          <pc:docMk/>
          <pc:sldMk cId="3257631459" sldId="1594"/>
        </pc:sldMkLst>
      </pc:sldChg>
      <pc:sldChg chg="del">
        <pc:chgData name="Mr. Sumit Sharma" userId="S::sumitsharma.cse@niet.co.in::0287a0e3-d7f5-4815-a5d5-4670a436bb9e" providerId="AD" clId="Web-{3F243914-9A1E-DCF7-7E5F-3AE966E6FA10}" dt="2023-09-04T11:06:20.690" v="416"/>
        <pc:sldMkLst>
          <pc:docMk/>
          <pc:sldMk cId="2120114595" sldId="1595"/>
        </pc:sldMkLst>
      </pc:sldChg>
      <pc:sldChg chg="del">
        <pc:chgData name="Mr. Sumit Sharma" userId="S::sumitsharma.cse@niet.co.in::0287a0e3-d7f5-4815-a5d5-4670a436bb9e" providerId="AD" clId="Web-{3F243914-9A1E-DCF7-7E5F-3AE966E6FA10}" dt="2023-09-04T11:06:20.878" v="417"/>
        <pc:sldMkLst>
          <pc:docMk/>
          <pc:sldMk cId="402774072" sldId="1596"/>
        </pc:sldMkLst>
      </pc:sldChg>
      <pc:sldChg chg="del">
        <pc:chgData name="Mr. Sumit Sharma" userId="S::sumitsharma.cse@niet.co.in::0287a0e3-d7f5-4815-a5d5-4670a436bb9e" providerId="AD" clId="Web-{3F243914-9A1E-DCF7-7E5F-3AE966E6FA10}" dt="2023-09-04T11:06:21.768" v="418"/>
        <pc:sldMkLst>
          <pc:docMk/>
          <pc:sldMk cId="333784858" sldId="1597"/>
        </pc:sldMkLst>
      </pc:sldChg>
      <pc:sldChg chg="add del">
        <pc:chgData name="Mr. Sumit Sharma" userId="S::sumitsharma.cse@niet.co.in::0287a0e3-d7f5-4815-a5d5-4670a436bb9e" providerId="AD" clId="Web-{3F243914-9A1E-DCF7-7E5F-3AE966E6FA10}" dt="2023-09-04T11:06:34.472" v="425"/>
        <pc:sldMkLst>
          <pc:docMk/>
          <pc:sldMk cId="3283346478" sldId="1598"/>
        </pc:sldMkLst>
      </pc:sldChg>
      <pc:sldChg chg="del">
        <pc:chgData name="Mr. Sumit Sharma" userId="S::sumitsharma.cse@niet.co.in::0287a0e3-d7f5-4815-a5d5-4670a436bb9e" providerId="AD" clId="Web-{3F243914-9A1E-DCF7-7E5F-3AE966E6FA10}" dt="2023-09-04T11:06:35.722" v="426"/>
        <pc:sldMkLst>
          <pc:docMk/>
          <pc:sldMk cId="2149703403" sldId="1599"/>
        </pc:sldMkLst>
      </pc:sldChg>
      <pc:sldChg chg="del">
        <pc:chgData name="Mr. Sumit Sharma" userId="S::sumitsharma.cse@niet.co.in::0287a0e3-d7f5-4815-a5d5-4670a436bb9e" providerId="AD" clId="Web-{3F243914-9A1E-DCF7-7E5F-3AE966E6FA10}" dt="2023-09-04T11:06:36.831" v="427"/>
        <pc:sldMkLst>
          <pc:docMk/>
          <pc:sldMk cId="2382672243" sldId="1600"/>
        </pc:sldMkLst>
      </pc:sldChg>
      <pc:sldChg chg="modSp add replId">
        <pc:chgData name="Mr. Sumit Sharma" userId="S::sumitsharma.cse@niet.co.in::0287a0e3-d7f5-4815-a5d5-4670a436bb9e" providerId="AD" clId="Web-{3F243914-9A1E-DCF7-7E5F-3AE966E6FA10}" dt="2023-09-04T10:35:05.361" v="16" actId="20577"/>
        <pc:sldMkLst>
          <pc:docMk/>
          <pc:sldMk cId="560792800" sldId="1601"/>
        </pc:sldMkLst>
        <pc:spChg chg="mod">
          <ac:chgData name="Mr. Sumit Sharma" userId="S::sumitsharma.cse@niet.co.in::0287a0e3-d7f5-4815-a5d5-4670a436bb9e" providerId="AD" clId="Web-{3F243914-9A1E-DCF7-7E5F-3AE966E6FA10}" dt="2023-09-04T10:34:16.782" v="11" actId="20577"/>
          <ac:spMkLst>
            <pc:docMk/>
            <pc:sldMk cId="560792800" sldId="1601"/>
            <ac:spMk id="7" creationId="{00000000-0000-0000-0000-000000000000}"/>
          </ac:spMkLst>
        </pc:spChg>
        <pc:graphicFrameChg chg="modGraphic">
          <ac:chgData name="Mr. Sumit Sharma" userId="S::sumitsharma.cse@niet.co.in::0287a0e3-d7f5-4815-a5d5-4670a436bb9e" providerId="AD" clId="Web-{3F243914-9A1E-DCF7-7E5F-3AE966E6FA10}" dt="2023-09-04T10:35:05.361" v="16" actId="20577"/>
          <ac:graphicFrameMkLst>
            <pc:docMk/>
            <pc:sldMk cId="560792800" sldId="1601"/>
            <ac:graphicFrameMk id="28" creationId="{7911BCD3-FD89-BC16-4A6F-1F614AC172FE}"/>
          </ac:graphicFrameMkLst>
        </pc:graphicFrameChg>
      </pc:sldChg>
      <pc:sldChg chg="modSp add replId">
        <pc:chgData name="Mr. Sumit Sharma" userId="S::sumitsharma.cse@niet.co.in::0287a0e3-d7f5-4815-a5d5-4670a436bb9e" providerId="AD" clId="Web-{3F243914-9A1E-DCF7-7E5F-3AE966E6FA10}" dt="2023-09-04T10:37:19.099" v="163" actId="20577"/>
        <pc:sldMkLst>
          <pc:docMk/>
          <pc:sldMk cId="1147002948" sldId="1602"/>
        </pc:sldMkLst>
        <pc:spChg chg="mod">
          <ac:chgData name="Mr. Sumit Sharma" userId="S::sumitsharma.cse@niet.co.in::0287a0e3-d7f5-4815-a5d5-4670a436bb9e" providerId="AD" clId="Web-{3F243914-9A1E-DCF7-7E5F-3AE966E6FA10}" dt="2023-09-04T10:35:37.159" v="50" actId="20577"/>
          <ac:spMkLst>
            <pc:docMk/>
            <pc:sldMk cId="1147002948" sldId="1602"/>
            <ac:spMk id="7" creationId="{00000000-0000-0000-0000-000000000000}"/>
          </ac:spMkLst>
        </pc:spChg>
        <pc:graphicFrameChg chg="modGraphic">
          <ac:chgData name="Mr. Sumit Sharma" userId="S::sumitsharma.cse@niet.co.in::0287a0e3-d7f5-4815-a5d5-4670a436bb9e" providerId="AD" clId="Web-{3F243914-9A1E-DCF7-7E5F-3AE966E6FA10}" dt="2023-09-04T10:37:19.099" v="163" actId="20577"/>
          <ac:graphicFrameMkLst>
            <pc:docMk/>
            <pc:sldMk cId="1147002948" sldId="1602"/>
            <ac:graphicFrameMk id="28" creationId="{7911BCD3-FD89-BC16-4A6F-1F614AC172FE}"/>
          </ac:graphicFrameMkLst>
        </pc:graphicFrameChg>
      </pc:sldChg>
      <pc:sldChg chg="addSp delSp modSp add del replId">
        <pc:chgData name="Mr. Sumit Sharma" userId="S::sumitsharma.cse@niet.co.in::0287a0e3-d7f5-4815-a5d5-4670a436bb9e" providerId="AD" clId="Web-{3F243914-9A1E-DCF7-7E5F-3AE966E6FA10}" dt="2023-09-04T11:06:26.097" v="422"/>
        <pc:sldMkLst>
          <pc:docMk/>
          <pc:sldMk cId="2762524818" sldId="1603"/>
        </pc:sldMkLst>
        <pc:spChg chg="mod">
          <ac:chgData name="Mr. Sumit Sharma" userId="S::sumitsharma.cse@niet.co.in::0287a0e3-d7f5-4815-a5d5-4670a436bb9e" providerId="AD" clId="Web-{3F243914-9A1E-DCF7-7E5F-3AE966E6FA10}" dt="2023-09-04T11:05:33.752" v="382" actId="20577"/>
          <ac:spMkLst>
            <pc:docMk/>
            <pc:sldMk cId="2762524818" sldId="1603"/>
            <ac:spMk id="7" creationId="{00000000-0000-0000-0000-000000000000}"/>
          </ac:spMkLst>
        </pc:spChg>
        <pc:spChg chg="add del mod">
          <ac:chgData name="Mr. Sumit Sharma" userId="S::sumitsharma.cse@niet.co.in::0287a0e3-d7f5-4815-a5d5-4670a436bb9e" providerId="AD" clId="Web-{3F243914-9A1E-DCF7-7E5F-3AE966E6FA10}" dt="2023-09-04T10:55:49.581" v="296"/>
          <ac:spMkLst>
            <pc:docMk/>
            <pc:sldMk cId="2762524818" sldId="1603"/>
            <ac:spMk id="179" creationId="{C44FB3B7-FC67-29DA-A43F-DEDD35CF5D15}"/>
          </ac:spMkLst>
        </pc:spChg>
        <pc:spChg chg="add del mod">
          <ac:chgData name="Mr. Sumit Sharma" userId="S::sumitsharma.cse@niet.co.in::0287a0e3-d7f5-4815-a5d5-4670a436bb9e" providerId="AD" clId="Web-{3F243914-9A1E-DCF7-7E5F-3AE966E6FA10}" dt="2023-09-04T10:56:07.222" v="299"/>
          <ac:spMkLst>
            <pc:docMk/>
            <pc:sldMk cId="2762524818" sldId="1603"/>
            <ac:spMk id="180" creationId="{5AD8ACCE-1A42-2294-321B-0ABD38C4F0FE}"/>
          </ac:spMkLst>
        </pc:spChg>
        <pc:spChg chg="add mod">
          <ac:chgData name="Mr. Sumit Sharma" userId="S::sumitsharma.cse@niet.co.in::0287a0e3-d7f5-4815-a5d5-4670a436bb9e" providerId="AD" clId="Web-{3F243914-9A1E-DCF7-7E5F-3AE966E6FA10}" dt="2023-09-04T11:05:15.267" v="378" actId="20577"/>
          <ac:spMkLst>
            <pc:docMk/>
            <pc:sldMk cId="2762524818" sldId="1603"/>
            <ac:spMk id="182" creationId="{FDC1A734-1528-FC7A-7C7C-B49C8922968A}"/>
          </ac:spMkLst>
        </pc:spChg>
        <pc:graphicFrameChg chg="del mod modGraphic">
          <ac:chgData name="Mr. Sumit Sharma" userId="S::sumitsharma.cse@niet.co.in::0287a0e3-d7f5-4815-a5d5-4670a436bb9e" providerId="AD" clId="Web-{3F243914-9A1E-DCF7-7E5F-3AE966E6FA10}" dt="2023-09-04T10:55:44.784" v="295"/>
          <ac:graphicFrameMkLst>
            <pc:docMk/>
            <pc:sldMk cId="2762524818" sldId="1603"/>
            <ac:graphicFrameMk id="11" creationId="{42CF0600-DCB4-95C4-BDCE-24FB1F21F471}"/>
          </ac:graphicFrameMkLst>
        </pc:graphicFrameChg>
      </pc:sldChg>
      <pc:sldChg chg="modSp add del replId">
        <pc:chgData name="Mr. Sumit Sharma" userId="S::sumitsharma.cse@niet.co.in::0287a0e3-d7f5-4815-a5d5-4670a436bb9e" providerId="AD" clId="Web-{3F243914-9A1E-DCF7-7E5F-3AE966E6FA10}" dt="2023-09-04T11:06:28.269" v="423"/>
        <pc:sldMkLst>
          <pc:docMk/>
          <pc:sldMk cId="770435180" sldId="1604"/>
        </pc:sldMkLst>
        <pc:spChg chg="mod">
          <ac:chgData name="Mr. Sumit Sharma" userId="S::sumitsharma.cse@niet.co.in::0287a0e3-d7f5-4815-a5d5-4670a436bb9e" providerId="AD" clId="Web-{3F243914-9A1E-DCF7-7E5F-3AE966E6FA10}" dt="2023-09-04T11:04:17.812" v="372" actId="20577"/>
          <ac:spMkLst>
            <pc:docMk/>
            <pc:sldMk cId="770435180" sldId="1604"/>
            <ac:spMk id="7" creationId="{00000000-0000-0000-0000-000000000000}"/>
          </ac:spMkLst>
        </pc:spChg>
        <pc:spChg chg="mod">
          <ac:chgData name="Mr. Sumit Sharma" userId="S::sumitsharma.cse@niet.co.in::0287a0e3-d7f5-4815-a5d5-4670a436bb9e" providerId="AD" clId="Web-{3F243914-9A1E-DCF7-7E5F-3AE966E6FA10}" dt="2023-09-04T11:05:05.516" v="376" actId="20577"/>
          <ac:spMkLst>
            <pc:docMk/>
            <pc:sldMk cId="770435180" sldId="1604"/>
            <ac:spMk id="182" creationId="{FDC1A734-1528-FC7A-7C7C-B49C8922968A}"/>
          </ac:spMkLst>
        </pc:spChg>
      </pc:sldChg>
      <pc:sldChg chg="modSp add replId">
        <pc:chgData name="Mr. Sumit Sharma" userId="S::sumitsharma.cse@niet.co.in::0287a0e3-d7f5-4815-a5d5-4670a436bb9e" providerId="AD" clId="Web-{3F243914-9A1E-DCF7-7E5F-3AE966E6FA10}" dt="2023-09-04T11:07:52.739" v="453" actId="20577"/>
        <pc:sldMkLst>
          <pc:docMk/>
          <pc:sldMk cId="3501026821" sldId="1605"/>
        </pc:sldMkLst>
        <pc:spChg chg="mod">
          <ac:chgData name="Mr. Sumit Sharma" userId="S::sumitsharma.cse@niet.co.in::0287a0e3-d7f5-4815-a5d5-4670a436bb9e" providerId="AD" clId="Web-{3F243914-9A1E-DCF7-7E5F-3AE966E6FA10}" dt="2023-09-04T11:07:16.489" v="450" actId="20577"/>
          <ac:spMkLst>
            <pc:docMk/>
            <pc:sldMk cId="3501026821" sldId="1605"/>
            <ac:spMk id="7" creationId="{00000000-0000-0000-0000-000000000000}"/>
          </ac:spMkLst>
        </pc:spChg>
        <pc:spChg chg="mod">
          <ac:chgData name="Mr. Sumit Sharma" userId="S::sumitsharma.cse@niet.co.in::0287a0e3-d7f5-4815-a5d5-4670a436bb9e" providerId="AD" clId="Web-{3F243914-9A1E-DCF7-7E5F-3AE966E6FA10}" dt="2023-09-04T11:07:52.739" v="453" actId="20577"/>
          <ac:spMkLst>
            <pc:docMk/>
            <pc:sldMk cId="3501026821" sldId="1605"/>
            <ac:spMk id="182" creationId="{FDC1A734-1528-FC7A-7C7C-B49C8922968A}"/>
          </ac:spMkLst>
        </pc:spChg>
      </pc:sldChg>
    </pc:docChg>
  </pc:docChgLst>
  <pc:docChgLst>
    <pc:chgData name="Mr. Sumit Sharma" userId="S::sumitsharma.cse@niet.co.in::0287a0e3-d7f5-4815-a5d5-4670a436bb9e" providerId="AD" clId="Web-{B7806D42-A0CB-9980-92C3-76DCDFFD9970}"/>
    <pc:docChg chg="addSld modSld">
      <pc:chgData name="Mr. Sumit Sharma" userId="S::sumitsharma.cse@niet.co.in::0287a0e3-d7f5-4815-a5d5-4670a436bb9e" providerId="AD" clId="Web-{B7806D42-A0CB-9980-92C3-76DCDFFD9970}" dt="2023-09-11T04:39:49.757" v="114" actId="20577"/>
      <pc:docMkLst>
        <pc:docMk/>
      </pc:docMkLst>
      <pc:sldChg chg="modSp add replId">
        <pc:chgData name="Mr. Sumit Sharma" userId="S::sumitsharma.cse@niet.co.in::0287a0e3-d7f5-4815-a5d5-4670a436bb9e" providerId="AD" clId="Web-{B7806D42-A0CB-9980-92C3-76DCDFFD9970}" dt="2023-09-11T04:34:21.420" v="26" actId="14100"/>
        <pc:sldMkLst>
          <pc:docMk/>
          <pc:sldMk cId="612255534" sldId="1617"/>
        </pc:sldMkLst>
        <pc:spChg chg="mod">
          <ac:chgData name="Mr. Sumit Sharma" userId="S::sumitsharma.cse@niet.co.in::0287a0e3-d7f5-4815-a5d5-4670a436bb9e" providerId="AD" clId="Web-{B7806D42-A0CB-9980-92C3-76DCDFFD9970}" dt="2023-09-11T04:31:59.245" v="6" actId="20577"/>
          <ac:spMkLst>
            <pc:docMk/>
            <pc:sldMk cId="612255534" sldId="1617"/>
            <ac:spMk id="7" creationId="{00000000-0000-0000-0000-000000000000}"/>
          </ac:spMkLst>
        </pc:spChg>
        <pc:spChg chg="mod">
          <ac:chgData name="Mr. Sumit Sharma" userId="S::sumitsharma.cse@niet.co.in::0287a0e3-d7f5-4815-a5d5-4670a436bb9e" providerId="AD" clId="Web-{B7806D42-A0CB-9980-92C3-76DCDFFD9970}" dt="2023-09-11T04:34:21.420" v="26" actId="14100"/>
          <ac:spMkLst>
            <pc:docMk/>
            <pc:sldMk cId="612255534" sldId="1617"/>
            <ac:spMk id="182" creationId="{FDC1A734-1528-FC7A-7C7C-B49C8922968A}"/>
          </ac:spMkLst>
        </pc:spChg>
      </pc:sldChg>
      <pc:sldChg chg="modSp add replId">
        <pc:chgData name="Mr. Sumit Sharma" userId="S::sumitsharma.cse@niet.co.in::0287a0e3-d7f5-4815-a5d5-4670a436bb9e" providerId="AD" clId="Web-{B7806D42-A0CB-9980-92C3-76DCDFFD9970}" dt="2023-09-11T04:36:59.190" v="68" actId="20577"/>
        <pc:sldMkLst>
          <pc:docMk/>
          <pc:sldMk cId="4093949934" sldId="1618"/>
        </pc:sldMkLst>
        <pc:spChg chg="mod">
          <ac:chgData name="Mr. Sumit Sharma" userId="S::sumitsharma.cse@niet.co.in::0287a0e3-d7f5-4815-a5d5-4670a436bb9e" providerId="AD" clId="Web-{B7806D42-A0CB-9980-92C3-76DCDFFD9970}" dt="2023-09-11T04:34:47.577" v="41" actId="20577"/>
          <ac:spMkLst>
            <pc:docMk/>
            <pc:sldMk cId="4093949934" sldId="1618"/>
            <ac:spMk id="7" creationId="{00000000-0000-0000-0000-000000000000}"/>
          </ac:spMkLst>
        </pc:spChg>
        <pc:spChg chg="mod">
          <ac:chgData name="Mr. Sumit Sharma" userId="S::sumitsharma.cse@niet.co.in::0287a0e3-d7f5-4815-a5d5-4670a436bb9e" providerId="AD" clId="Web-{B7806D42-A0CB-9980-92C3-76DCDFFD9970}" dt="2023-09-11T04:36:59.190" v="68" actId="20577"/>
          <ac:spMkLst>
            <pc:docMk/>
            <pc:sldMk cId="4093949934" sldId="1618"/>
            <ac:spMk id="182" creationId="{FDC1A734-1528-FC7A-7C7C-B49C8922968A}"/>
          </ac:spMkLst>
        </pc:spChg>
      </pc:sldChg>
      <pc:sldChg chg="modSp add replId">
        <pc:chgData name="Mr. Sumit Sharma" userId="S::sumitsharma.cse@niet.co.in::0287a0e3-d7f5-4815-a5d5-4670a436bb9e" providerId="AD" clId="Web-{B7806D42-A0CB-9980-92C3-76DCDFFD9970}" dt="2023-09-11T04:39:49.757" v="114" actId="20577"/>
        <pc:sldMkLst>
          <pc:docMk/>
          <pc:sldMk cId="1339190433" sldId="1619"/>
        </pc:sldMkLst>
        <pc:spChg chg="mod">
          <ac:chgData name="Mr. Sumit Sharma" userId="S::sumitsharma.cse@niet.co.in::0287a0e3-d7f5-4815-a5d5-4670a436bb9e" providerId="AD" clId="Web-{B7806D42-A0CB-9980-92C3-76DCDFFD9970}" dt="2023-09-11T04:37:23.191" v="79" actId="20577"/>
          <ac:spMkLst>
            <pc:docMk/>
            <pc:sldMk cId="1339190433" sldId="1619"/>
            <ac:spMk id="7" creationId="{00000000-0000-0000-0000-000000000000}"/>
          </ac:spMkLst>
        </pc:spChg>
        <pc:spChg chg="mod">
          <ac:chgData name="Mr. Sumit Sharma" userId="S::sumitsharma.cse@niet.co.in::0287a0e3-d7f5-4815-a5d5-4670a436bb9e" providerId="AD" clId="Web-{B7806D42-A0CB-9980-92C3-76DCDFFD9970}" dt="2023-09-11T04:39:49.757" v="114" actId="20577"/>
          <ac:spMkLst>
            <pc:docMk/>
            <pc:sldMk cId="1339190433" sldId="1619"/>
            <ac:spMk id="182" creationId="{FDC1A734-1528-FC7A-7C7C-B49C8922968A}"/>
          </ac:spMkLst>
        </pc:spChg>
      </pc:sldChg>
    </pc:docChg>
  </pc:docChgLst>
  <pc:docChgLst>
    <pc:chgData name="Mr. Sumit Sharma" userId="S::sumitsharma.cse@niet.co.in::0287a0e3-d7f5-4815-a5d5-4670a436bb9e" providerId="AD" clId="Web-{C3C58A7B-486C-1DDA-F148-07AB932DA0EE}"/>
    <pc:docChg chg="modSld">
      <pc:chgData name="Mr. Sumit Sharma" userId="S::sumitsharma.cse@niet.co.in::0287a0e3-d7f5-4815-a5d5-4670a436bb9e" providerId="AD" clId="Web-{C3C58A7B-486C-1DDA-F148-07AB932DA0EE}" dt="2023-09-11T04:44:03.628" v="1" actId="20577"/>
      <pc:docMkLst>
        <pc:docMk/>
      </pc:docMkLst>
      <pc:sldChg chg="modSp">
        <pc:chgData name="Mr. Sumit Sharma" userId="S::sumitsharma.cse@niet.co.in::0287a0e3-d7f5-4815-a5d5-4670a436bb9e" providerId="AD" clId="Web-{C3C58A7B-486C-1DDA-F148-07AB932DA0EE}" dt="2023-09-11T04:44:03.628" v="1" actId="20577"/>
        <pc:sldMkLst>
          <pc:docMk/>
          <pc:sldMk cId="612255534" sldId="1617"/>
        </pc:sldMkLst>
        <pc:spChg chg="mod">
          <ac:chgData name="Mr. Sumit Sharma" userId="S::sumitsharma.cse@niet.co.in::0287a0e3-d7f5-4815-a5d5-4670a436bb9e" providerId="AD" clId="Web-{C3C58A7B-486C-1DDA-F148-07AB932DA0EE}" dt="2023-09-11T04:44:03.628" v="1" actId="20577"/>
          <ac:spMkLst>
            <pc:docMk/>
            <pc:sldMk cId="612255534" sldId="1617"/>
            <ac:spMk id="182" creationId="{FDC1A734-1528-FC7A-7C7C-B49C8922968A}"/>
          </ac:spMkLst>
        </pc:spChg>
      </pc:sldChg>
    </pc:docChg>
  </pc:docChgLst>
  <pc:docChgLst>
    <pc:chgData name="Mr. Sumit Sharma" userId="S::sumitsharma.cse@niet.co.in::0287a0e3-d7f5-4815-a5d5-4670a436bb9e" providerId="AD" clId="Web-{314DF113-DEFA-5200-AC94-CE3AF55FB404}"/>
    <pc:docChg chg="addSld delSld modSld">
      <pc:chgData name="Mr. Sumit Sharma" userId="S::sumitsharma.cse@niet.co.in::0287a0e3-d7f5-4815-a5d5-4670a436bb9e" providerId="AD" clId="Web-{314DF113-DEFA-5200-AC94-CE3AF55FB404}" dt="2023-08-22T08:41:01.435" v="128" actId="20577"/>
      <pc:docMkLst>
        <pc:docMk/>
      </pc:docMkLst>
      <pc:sldChg chg="add del replId">
        <pc:chgData name="Mr. Sumit Sharma" userId="S::sumitsharma.cse@niet.co.in::0287a0e3-d7f5-4815-a5d5-4670a436bb9e" providerId="AD" clId="Web-{314DF113-DEFA-5200-AC94-CE3AF55FB404}" dt="2023-08-22T08:23:19.355" v="1"/>
        <pc:sldMkLst>
          <pc:docMk/>
          <pc:sldMk cId="1043857570" sldId="1573"/>
        </pc:sldMkLst>
      </pc:sldChg>
      <pc:sldChg chg="addSp delSp modSp add mod replId setBg">
        <pc:chgData name="Mr. Sumit Sharma" userId="S::sumitsharma.cse@niet.co.in::0287a0e3-d7f5-4815-a5d5-4670a436bb9e" providerId="AD" clId="Web-{314DF113-DEFA-5200-AC94-CE3AF55FB404}" dt="2023-08-22T08:28:42.984" v="17"/>
        <pc:sldMkLst>
          <pc:docMk/>
          <pc:sldMk cId="3804570781" sldId="1573"/>
        </pc:sldMkLst>
        <pc:spChg chg="del mod">
          <ac:chgData name="Mr. Sumit Sharma" userId="S::sumitsharma.cse@niet.co.in::0287a0e3-d7f5-4815-a5d5-4670a436bb9e" providerId="AD" clId="Web-{314DF113-DEFA-5200-AC94-CE3AF55FB404}" dt="2023-08-22T08:24:00.873" v="5"/>
          <ac:spMkLst>
            <pc:docMk/>
            <pc:sldMk cId="3804570781" sldId="1573"/>
            <ac:spMk id="3" creationId="{F8CC24E1-E4CB-4555-AAFE-79673E88E287}"/>
          </ac:spMkLst>
        </pc:spChg>
        <pc:spChg chg="add del mod">
          <ac:chgData name="Mr. Sumit Sharma" userId="S::sumitsharma.cse@niet.co.in::0287a0e3-d7f5-4815-a5d5-4670a436bb9e" providerId="AD" clId="Web-{314DF113-DEFA-5200-AC94-CE3AF55FB404}" dt="2023-08-22T08:24:04.326" v="6"/>
          <ac:spMkLst>
            <pc:docMk/>
            <pc:sldMk cId="3804570781" sldId="1573"/>
            <ac:spMk id="4" creationId="{67A4EE95-7FFF-817A-2184-CFA928FD9B94}"/>
          </ac:spMkLst>
        </pc:spChg>
        <pc:spChg chg="mod ord">
          <ac:chgData name="Mr. Sumit Sharma" userId="S::sumitsharma.cse@niet.co.in::0287a0e3-d7f5-4815-a5d5-4670a436bb9e" providerId="AD" clId="Web-{314DF113-DEFA-5200-AC94-CE3AF55FB404}" dt="2023-08-22T08:28:42.984" v="17"/>
          <ac:spMkLst>
            <pc:docMk/>
            <pc:sldMk cId="3804570781" sldId="1573"/>
            <ac:spMk id="6" creationId="{00000000-0000-0000-0000-000000000000}"/>
          </ac:spMkLst>
        </pc:spChg>
        <pc:spChg chg="mod">
          <ac:chgData name="Mr. Sumit Sharma" userId="S::sumitsharma.cse@niet.co.in::0287a0e3-d7f5-4815-a5d5-4670a436bb9e" providerId="AD" clId="Web-{314DF113-DEFA-5200-AC94-CE3AF55FB404}" dt="2023-08-22T08:28:42.984" v="17"/>
          <ac:spMkLst>
            <pc:docMk/>
            <pc:sldMk cId="3804570781" sldId="1573"/>
            <ac:spMk id="7" creationId="{00000000-0000-0000-0000-000000000000}"/>
          </ac:spMkLst>
        </pc:spChg>
        <pc:spChg chg="add del">
          <ac:chgData name="Mr. Sumit Sharma" userId="S::sumitsharma.cse@niet.co.in::0287a0e3-d7f5-4815-a5d5-4670a436bb9e" providerId="AD" clId="Web-{314DF113-DEFA-5200-AC94-CE3AF55FB404}" dt="2023-08-22T08:28:42.984" v="17"/>
          <ac:spMkLst>
            <pc:docMk/>
            <pc:sldMk cId="3804570781" sldId="1573"/>
            <ac:spMk id="14" creationId="{D4771268-CB57-404A-9271-370EB28F6090}"/>
          </ac:spMkLst>
        </pc:spChg>
        <pc:picChg chg="add del mod">
          <ac:chgData name="Mr. Sumit Sharma" userId="S::sumitsharma.cse@niet.co.in::0287a0e3-d7f5-4815-a5d5-4670a436bb9e" providerId="AD" clId="Web-{314DF113-DEFA-5200-AC94-CE3AF55FB404}" dt="2023-08-22T08:28:19.076" v="11"/>
          <ac:picMkLst>
            <pc:docMk/>
            <pc:sldMk cId="3804570781" sldId="1573"/>
            <ac:picMk id="5" creationId="{9C2A6876-F7A5-ED42-4351-77A94C100ED5}"/>
          </ac:picMkLst>
        </pc:picChg>
        <pc:picChg chg="add mod">
          <ac:chgData name="Mr. Sumit Sharma" userId="S::sumitsharma.cse@niet.co.in::0287a0e3-d7f5-4815-a5d5-4670a436bb9e" providerId="AD" clId="Web-{314DF113-DEFA-5200-AC94-CE3AF55FB404}" dt="2023-08-22T08:28:42.984" v="17"/>
          <ac:picMkLst>
            <pc:docMk/>
            <pc:sldMk cId="3804570781" sldId="1573"/>
            <ac:picMk id="8" creationId="{E063B63B-70B4-5648-4113-6C82E71B9278}"/>
          </ac:picMkLst>
        </pc:picChg>
        <pc:picChg chg="ord">
          <ac:chgData name="Mr. Sumit Sharma" userId="S::sumitsharma.cse@niet.co.in::0287a0e3-d7f5-4815-a5d5-4670a436bb9e" providerId="AD" clId="Web-{314DF113-DEFA-5200-AC94-CE3AF55FB404}" dt="2023-08-22T08:28:42.984" v="17"/>
          <ac:picMkLst>
            <pc:docMk/>
            <pc:sldMk cId="3804570781" sldId="1573"/>
            <ac:picMk id="9" creationId="{C927257E-084A-415B-BF9B-22EABE25ABE7}"/>
          </ac:picMkLst>
        </pc:picChg>
      </pc:sldChg>
      <pc:sldChg chg="modSp add replId">
        <pc:chgData name="Mr. Sumit Sharma" userId="S::sumitsharma.cse@niet.co.in::0287a0e3-d7f5-4815-a5d5-4670a436bb9e" providerId="AD" clId="Web-{314DF113-DEFA-5200-AC94-CE3AF55FB404}" dt="2023-08-22T08:30:07.083" v="31" actId="20577"/>
        <pc:sldMkLst>
          <pc:docMk/>
          <pc:sldMk cId="3739601138" sldId="1574"/>
        </pc:sldMkLst>
        <pc:spChg chg="mod">
          <ac:chgData name="Mr. Sumit Sharma" userId="S::sumitsharma.cse@niet.co.in::0287a0e3-d7f5-4815-a5d5-4670a436bb9e" providerId="AD" clId="Web-{314DF113-DEFA-5200-AC94-CE3AF55FB404}" dt="2023-08-22T08:30:07.083" v="31" actId="20577"/>
          <ac:spMkLst>
            <pc:docMk/>
            <pc:sldMk cId="3739601138" sldId="1574"/>
            <ac:spMk id="3" creationId="{F8CC24E1-E4CB-4555-AAFE-79673E88E287}"/>
          </ac:spMkLst>
        </pc:spChg>
        <pc:spChg chg="mod">
          <ac:chgData name="Mr. Sumit Sharma" userId="S::sumitsharma.cse@niet.co.in::0287a0e3-d7f5-4815-a5d5-4670a436bb9e" providerId="AD" clId="Web-{314DF113-DEFA-5200-AC94-CE3AF55FB404}" dt="2023-08-22T08:29:56.538" v="29" actId="20577"/>
          <ac:spMkLst>
            <pc:docMk/>
            <pc:sldMk cId="3739601138" sldId="1574"/>
            <ac:spMk id="7" creationId="{00000000-0000-0000-0000-000000000000}"/>
          </ac:spMkLst>
        </pc:spChg>
      </pc:sldChg>
      <pc:sldChg chg="modSp add replId">
        <pc:chgData name="Mr. Sumit Sharma" userId="S::sumitsharma.cse@niet.co.in::0287a0e3-d7f5-4815-a5d5-4670a436bb9e" providerId="AD" clId="Web-{314DF113-DEFA-5200-AC94-CE3AF55FB404}" dt="2023-08-22T08:31:09.274" v="52" actId="20577"/>
        <pc:sldMkLst>
          <pc:docMk/>
          <pc:sldMk cId="2718036721" sldId="1575"/>
        </pc:sldMkLst>
        <pc:spChg chg="mod">
          <ac:chgData name="Mr. Sumit Sharma" userId="S::sumitsharma.cse@niet.co.in::0287a0e3-d7f5-4815-a5d5-4670a436bb9e" providerId="AD" clId="Web-{314DF113-DEFA-5200-AC94-CE3AF55FB404}" dt="2023-08-22T08:31:09.274" v="52" actId="20577"/>
          <ac:spMkLst>
            <pc:docMk/>
            <pc:sldMk cId="2718036721" sldId="1575"/>
            <ac:spMk id="3" creationId="{F8CC24E1-E4CB-4555-AAFE-79673E88E287}"/>
          </ac:spMkLst>
        </pc:spChg>
        <pc:spChg chg="mod">
          <ac:chgData name="Mr. Sumit Sharma" userId="S::sumitsharma.cse@niet.co.in::0287a0e3-d7f5-4815-a5d5-4670a436bb9e" providerId="AD" clId="Web-{314DF113-DEFA-5200-AC94-CE3AF55FB404}" dt="2023-08-22T08:30:57.851" v="51" actId="20577"/>
          <ac:spMkLst>
            <pc:docMk/>
            <pc:sldMk cId="2718036721" sldId="1575"/>
            <ac:spMk id="7" creationId="{00000000-0000-0000-0000-000000000000}"/>
          </ac:spMkLst>
        </pc:spChg>
      </pc:sldChg>
      <pc:sldChg chg="addSp delSp modSp add replId">
        <pc:chgData name="Mr. Sumit Sharma" userId="S::sumitsharma.cse@niet.co.in::0287a0e3-d7f5-4815-a5d5-4670a436bb9e" providerId="AD" clId="Web-{314DF113-DEFA-5200-AC94-CE3AF55FB404}" dt="2023-08-22T08:35:53.228" v="64"/>
        <pc:sldMkLst>
          <pc:docMk/>
          <pc:sldMk cId="3848627097" sldId="1576"/>
        </pc:sldMkLst>
        <pc:spChg chg="mod">
          <ac:chgData name="Mr. Sumit Sharma" userId="S::sumitsharma.cse@niet.co.in::0287a0e3-d7f5-4815-a5d5-4670a436bb9e" providerId="AD" clId="Web-{314DF113-DEFA-5200-AC94-CE3AF55FB404}" dt="2023-08-22T08:35:53.228" v="64"/>
          <ac:spMkLst>
            <pc:docMk/>
            <pc:sldMk cId="3848627097" sldId="1576"/>
            <ac:spMk id="3" creationId="{F8CC24E1-E4CB-4555-AAFE-79673E88E287}"/>
          </ac:spMkLst>
        </pc:spChg>
        <pc:spChg chg="mod">
          <ac:chgData name="Mr. Sumit Sharma" userId="S::sumitsharma.cse@niet.co.in::0287a0e3-d7f5-4815-a5d5-4670a436bb9e" providerId="AD" clId="Web-{314DF113-DEFA-5200-AC94-CE3AF55FB404}" dt="2023-08-22T08:35:53.228" v="64"/>
          <ac:spMkLst>
            <pc:docMk/>
            <pc:sldMk cId="3848627097" sldId="1576"/>
            <ac:spMk id="7" creationId="{00000000-0000-0000-0000-000000000000}"/>
          </ac:spMkLst>
        </pc:spChg>
        <pc:spChg chg="add del">
          <ac:chgData name="Mr. Sumit Sharma" userId="S::sumitsharma.cse@niet.co.in::0287a0e3-d7f5-4815-a5d5-4670a436bb9e" providerId="AD" clId="Web-{314DF113-DEFA-5200-AC94-CE3AF55FB404}" dt="2023-08-22T08:35:53.228" v="64"/>
          <ac:spMkLst>
            <pc:docMk/>
            <pc:sldMk cId="3848627097" sldId="1576"/>
            <ac:spMk id="54" creationId="{907EF6B7-1338-4443-8C46-6A318D952DFD}"/>
          </ac:spMkLst>
        </pc:spChg>
        <pc:spChg chg="add del">
          <ac:chgData name="Mr. Sumit Sharma" userId="S::sumitsharma.cse@niet.co.in::0287a0e3-d7f5-4815-a5d5-4670a436bb9e" providerId="AD" clId="Web-{314DF113-DEFA-5200-AC94-CE3AF55FB404}" dt="2023-08-22T08:35:53.228" v="64"/>
          <ac:spMkLst>
            <pc:docMk/>
            <pc:sldMk cId="3848627097" sldId="1576"/>
            <ac:spMk id="56" creationId="{DAAE4CDD-124C-4DCF-9584-B6033B545DD5}"/>
          </ac:spMkLst>
        </pc:spChg>
        <pc:spChg chg="add del">
          <ac:chgData name="Mr. Sumit Sharma" userId="S::sumitsharma.cse@niet.co.in::0287a0e3-d7f5-4815-a5d5-4670a436bb9e" providerId="AD" clId="Web-{314DF113-DEFA-5200-AC94-CE3AF55FB404}" dt="2023-08-22T08:35:53.228" v="64"/>
          <ac:spMkLst>
            <pc:docMk/>
            <pc:sldMk cId="3848627097" sldId="1576"/>
            <ac:spMk id="58" creationId="{081E4A58-353D-44AE-B2FC-2A74E2E400F7}"/>
          </ac:spMkLst>
        </pc:spChg>
        <pc:spChg chg="add del">
          <ac:chgData name="Mr. Sumit Sharma" userId="S::sumitsharma.cse@niet.co.in::0287a0e3-d7f5-4815-a5d5-4670a436bb9e" providerId="AD" clId="Web-{314DF113-DEFA-5200-AC94-CE3AF55FB404}" dt="2023-08-22T08:35:53.228" v="64"/>
          <ac:spMkLst>
            <pc:docMk/>
            <pc:sldMk cId="3848627097" sldId="1576"/>
            <ac:spMk id="63" creationId="{907EF6B7-1338-4443-8C46-6A318D952DFD}"/>
          </ac:spMkLst>
        </pc:spChg>
        <pc:spChg chg="add del">
          <ac:chgData name="Mr. Sumit Sharma" userId="S::sumitsharma.cse@niet.co.in::0287a0e3-d7f5-4815-a5d5-4670a436bb9e" providerId="AD" clId="Web-{314DF113-DEFA-5200-AC94-CE3AF55FB404}" dt="2023-08-22T08:35:53.228" v="64"/>
          <ac:spMkLst>
            <pc:docMk/>
            <pc:sldMk cId="3848627097" sldId="1576"/>
            <ac:spMk id="65" creationId="{DAAE4CDD-124C-4DCF-9584-B6033B545DD5}"/>
          </ac:spMkLst>
        </pc:spChg>
        <pc:spChg chg="add del">
          <ac:chgData name="Mr. Sumit Sharma" userId="S::sumitsharma.cse@niet.co.in::0287a0e3-d7f5-4815-a5d5-4670a436bb9e" providerId="AD" clId="Web-{314DF113-DEFA-5200-AC94-CE3AF55FB404}" dt="2023-08-22T08:35:53.228" v="64"/>
          <ac:spMkLst>
            <pc:docMk/>
            <pc:sldMk cId="3848627097" sldId="1576"/>
            <ac:spMk id="67" creationId="{081E4A58-353D-44AE-B2FC-2A74E2E400F7}"/>
          </ac:spMkLst>
        </pc:spChg>
      </pc:sldChg>
      <pc:sldChg chg="modSp add replId">
        <pc:chgData name="Mr. Sumit Sharma" userId="S::sumitsharma.cse@niet.co.in::0287a0e3-d7f5-4815-a5d5-4670a436bb9e" providerId="AD" clId="Web-{314DF113-DEFA-5200-AC94-CE3AF55FB404}" dt="2023-08-22T08:36:24.808" v="70" actId="20577"/>
        <pc:sldMkLst>
          <pc:docMk/>
          <pc:sldMk cId="1492801541" sldId="1577"/>
        </pc:sldMkLst>
        <pc:spChg chg="mod">
          <ac:chgData name="Mr. Sumit Sharma" userId="S::sumitsharma.cse@niet.co.in::0287a0e3-d7f5-4815-a5d5-4670a436bb9e" providerId="AD" clId="Web-{314DF113-DEFA-5200-AC94-CE3AF55FB404}" dt="2023-08-22T08:36:24.808" v="70" actId="20577"/>
          <ac:spMkLst>
            <pc:docMk/>
            <pc:sldMk cId="1492801541" sldId="1577"/>
            <ac:spMk id="3" creationId="{F8CC24E1-E4CB-4555-AAFE-79673E88E287}"/>
          </ac:spMkLst>
        </pc:spChg>
        <pc:spChg chg="mod">
          <ac:chgData name="Mr. Sumit Sharma" userId="S::sumitsharma.cse@niet.co.in::0287a0e3-d7f5-4815-a5d5-4670a436bb9e" providerId="AD" clId="Web-{314DF113-DEFA-5200-AC94-CE3AF55FB404}" dt="2023-08-22T08:36:17.558" v="69" actId="20577"/>
          <ac:spMkLst>
            <pc:docMk/>
            <pc:sldMk cId="1492801541" sldId="1577"/>
            <ac:spMk id="7" creationId="{00000000-0000-0000-0000-000000000000}"/>
          </ac:spMkLst>
        </pc:spChg>
      </pc:sldChg>
      <pc:sldChg chg="modSp add replId">
        <pc:chgData name="Mr. Sumit Sharma" userId="S::sumitsharma.cse@niet.co.in::0287a0e3-d7f5-4815-a5d5-4670a436bb9e" providerId="AD" clId="Web-{314DF113-DEFA-5200-AC94-CE3AF55FB404}" dt="2023-08-22T08:37:23.625" v="81" actId="20577"/>
        <pc:sldMkLst>
          <pc:docMk/>
          <pc:sldMk cId="3238797891" sldId="1578"/>
        </pc:sldMkLst>
        <pc:spChg chg="mod">
          <ac:chgData name="Mr. Sumit Sharma" userId="S::sumitsharma.cse@niet.co.in::0287a0e3-d7f5-4815-a5d5-4670a436bb9e" providerId="AD" clId="Web-{314DF113-DEFA-5200-AC94-CE3AF55FB404}" dt="2023-08-22T08:37:23.625" v="81" actId="20577"/>
          <ac:spMkLst>
            <pc:docMk/>
            <pc:sldMk cId="3238797891" sldId="1578"/>
            <ac:spMk id="3" creationId="{F8CC24E1-E4CB-4555-AAFE-79673E88E287}"/>
          </ac:spMkLst>
        </pc:spChg>
        <pc:spChg chg="mod">
          <ac:chgData name="Mr. Sumit Sharma" userId="S::sumitsharma.cse@niet.co.in::0287a0e3-d7f5-4815-a5d5-4670a436bb9e" providerId="AD" clId="Web-{314DF113-DEFA-5200-AC94-CE3AF55FB404}" dt="2023-08-22T08:37:15.765" v="79" actId="20577"/>
          <ac:spMkLst>
            <pc:docMk/>
            <pc:sldMk cId="3238797891" sldId="1578"/>
            <ac:spMk id="7" creationId="{00000000-0000-0000-0000-000000000000}"/>
          </ac:spMkLst>
        </pc:spChg>
        <pc:spChg chg="mod">
          <ac:chgData name="Mr. Sumit Sharma" userId="S::sumitsharma.cse@niet.co.in::0287a0e3-d7f5-4815-a5d5-4670a436bb9e" providerId="AD" clId="Web-{314DF113-DEFA-5200-AC94-CE3AF55FB404}" dt="2023-08-22T08:37:10.733" v="78" actId="20577"/>
          <ac:spMkLst>
            <pc:docMk/>
            <pc:sldMk cId="3238797891" sldId="1578"/>
            <ac:spMk id="54" creationId="{907EF6B7-1338-4443-8C46-6A318D952DFD}"/>
          </ac:spMkLst>
        </pc:spChg>
      </pc:sldChg>
      <pc:sldChg chg="modSp add replId">
        <pc:chgData name="Mr. Sumit Sharma" userId="S::sumitsharma.cse@niet.co.in::0287a0e3-d7f5-4815-a5d5-4670a436bb9e" providerId="AD" clId="Web-{314DF113-DEFA-5200-AC94-CE3AF55FB404}" dt="2023-08-22T08:38:11.659" v="91" actId="20577"/>
        <pc:sldMkLst>
          <pc:docMk/>
          <pc:sldMk cId="1196681734" sldId="1579"/>
        </pc:sldMkLst>
        <pc:spChg chg="mod">
          <ac:chgData name="Mr. Sumit Sharma" userId="S::sumitsharma.cse@niet.co.in::0287a0e3-d7f5-4815-a5d5-4670a436bb9e" providerId="AD" clId="Web-{314DF113-DEFA-5200-AC94-CE3AF55FB404}" dt="2023-08-22T08:38:05.299" v="89" actId="20577"/>
          <ac:spMkLst>
            <pc:docMk/>
            <pc:sldMk cId="1196681734" sldId="1579"/>
            <ac:spMk id="3" creationId="{F8CC24E1-E4CB-4555-AAFE-79673E88E287}"/>
          </ac:spMkLst>
        </pc:spChg>
        <pc:spChg chg="mod">
          <ac:chgData name="Mr. Sumit Sharma" userId="S::sumitsharma.cse@niet.co.in::0287a0e3-d7f5-4815-a5d5-4670a436bb9e" providerId="AD" clId="Web-{314DF113-DEFA-5200-AC94-CE3AF55FB404}" dt="2023-08-22T08:38:11.659" v="91" actId="20577"/>
          <ac:spMkLst>
            <pc:docMk/>
            <pc:sldMk cId="1196681734" sldId="1579"/>
            <ac:spMk id="7" creationId="{00000000-0000-0000-0000-000000000000}"/>
          </ac:spMkLst>
        </pc:spChg>
      </pc:sldChg>
      <pc:sldChg chg="modSp add replId">
        <pc:chgData name="Mr. Sumit Sharma" userId="S::sumitsharma.cse@niet.co.in::0287a0e3-d7f5-4815-a5d5-4670a436bb9e" providerId="AD" clId="Web-{314DF113-DEFA-5200-AC94-CE3AF55FB404}" dt="2023-08-22T08:39:56.102" v="109" actId="20577"/>
        <pc:sldMkLst>
          <pc:docMk/>
          <pc:sldMk cId="1080364002" sldId="1580"/>
        </pc:sldMkLst>
        <pc:spChg chg="mod">
          <ac:chgData name="Mr. Sumit Sharma" userId="S::sumitsharma.cse@niet.co.in::0287a0e3-d7f5-4815-a5d5-4670a436bb9e" providerId="AD" clId="Web-{314DF113-DEFA-5200-AC94-CE3AF55FB404}" dt="2023-08-22T08:39:56.102" v="109" actId="20577"/>
          <ac:spMkLst>
            <pc:docMk/>
            <pc:sldMk cId="1080364002" sldId="1580"/>
            <ac:spMk id="3" creationId="{F8CC24E1-E4CB-4555-AAFE-79673E88E287}"/>
          </ac:spMkLst>
        </pc:spChg>
        <pc:spChg chg="mod">
          <ac:chgData name="Mr. Sumit Sharma" userId="S::sumitsharma.cse@niet.co.in::0287a0e3-d7f5-4815-a5d5-4670a436bb9e" providerId="AD" clId="Web-{314DF113-DEFA-5200-AC94-CE3AF55FB404}" dt="2023-08-22T08:39:43.524" v="107" actId="20577"/>
          <ac:spMkLst>
            <pc:docMk/>
            <pc:sldMk cId="1080364002" sldId="1580"/>
            <ac:spMk id="7" creationId="{00000000-0000-0000-0000-000000000000}"/>
          </ac:spMkLst>
        </pc:spChg>
      </pc:sldChg>
      <pc:sldChg chg="modSp add replId">
        <pc:chgData name="Mr. Sumit Sharma" userId="S::sumitsharma.cse@niet.co.in::0287a0e3-d7f5-4815-a5d5-4670a436bb9e" providerId="AD" clId="Web-{314DF113-DEFA-5200-AC94-CE3AF55FB404}" dt="2023-08-22T08:40:29.667" v="117" actId="20577"/>
        <pc:sldMkLst>
          <pc:docMk/>
          <pc:sldMk cId="3382127065" sldId="1581"/>
        </pc:sldMkLst>
        <pc:spChg chg="mod">
          <ac:chgData name="Mr. Sumit Sharma" userId="S::sumitsharma.cse@niet.co.in::0287a0e3-d7f5-4815-a5d5-4670a436bb9e" providerId="AD" clId="Web-{314DF113-DEFA-5200-AC94-CE3AF55FB404}" dt="2023-08-22T08:40:24.698" v="114" actId="20577"/>
          <ac:spMkLst>
            <pc:docMk/>
            <pc:sldMk cId="3382127065" sldId="1581"/>
            <ac:spMk id="3" creationId="{F8CC24E1-E4CB-4555-AAFE-79673E88E287}"/>
          </ac:spMkLst>
        </pc:spChg>
        <pc:spChg chg="mod">
          <ac:chgData name="Mr. Sumit Sharma" userId="S::sumitsharma.cse@niet.co.in::0287a0e3-d7f5-4815-a5d5-4670a436bb9e" providerId="AD" clId="Web-{314DF113-DEFA-5200-AC94-CE3AF55FB404}" dt="2023-08-22T08:40:29.667" v="117" actId="20577"/>
          <ac:spMkLst>
            <pc:docMk/>
            <pc:sldMk cId="3382127065" sldId="1581"/>
            <ac:spMk id="7" creationId="{00000000-0000-0000-0000-000000000000}"/>
          </ac:spMkLst>
        </pc:spChg>
      </pc:sldChg>
      <pc:sldChg chg="modSp add replId">
        <pc:chgData name="Mr. Sumit Sharma" userId="S::sumitsharma.cse@niet.co.in::0287a0e3-d7f5-4815-a5d5-4670a436bb9e" providerId="AD" clId="Web-{314DF113-DEFA-5200-AC94-CE3AF55FB404}" dt="2023-08-22T08:41:01.435" v="128" actId="20577"/>
        <pc:sldMkLst>
          <pc:docMk/>
          <pc:sldMk cId="240637688" sldId="1582"/>
        </pc:sldMkLst>
        <pc:spChg chg="mod">
          <ac:chgData name="Mr. Sumit Sharma" userId="S::sumitsharma.cse@niet.co.in::0287a0e3-d7f5-4815-a5d5-4670a436bb9e" providerId="AD" clId="Web-{314DF113-DEFA-5200-AC94-CE3AF55FB404}" dt="2023-08-22T08:41:01.435" v="128" actId="20577"/>
          <ac:spMkLst>
            <pc:docMk/>
            <pc:sldMk cId="240637688" sldId="1582"/>
            <ac:spMk id="3" creationId="{F8CC24E1-E4CB-4555-AAFE-79673E88E287}"/>
          </ac:spMkLst>
        </pc:spChg>
        <pc:spChg chg="mod">
          <ac:chgData name="Mr. Sumit Sharma" userId="S::sumitsharma.cse@niet.co.in::0287a0e3-d7f5-4815-a5d5-4670a436bb9e" providerId="AD" clId="Web-{314DF113-DEFA-5200-AC94-CE3AF55FB404}" dt="2023-08-22T08:40:55.075" v="127" actId="20577"/>
          <ac:spMkLst>
            <pc:docMk/>
            <pc:sldMk cId="240637688" sldId="1582"/>
            <ac:spMk id="7" creationId="{00000000-0000-0000-0000-000000000000}"/>
          </ac:spMkLst>
        </pc:spChg>
      </pc:sldChg>
    </pc:docChg>
  </pc:docChgLst>
  <pc:docChgLst>
    <pc:chgData name="Guest User" userId="S::urn:spo:anon#5f7b886e30e5b404fd385d470119e5fb55ed3d9604c1c55533f1534a6565207f::" providerId="AD" clId="Web-{40418250-CFC5-4682-842C-11C34FC5D03D}"/>
    <pc:docChg chg="sldOrd">
      <pc:chgData name="Guest User" userId="S::urn:spo:anon#5f7b886e30e5b404fd385d470119e5fb55ed3d9604c1c55533f1534a6565207f::" providerId="AD" clId="Web-{40418250-CFC5-4682-842C-11C34FC5D03D}" dt="2023-10-03T16:33:40.927" v="0"/>
      <pc:docMkLst>
        <pc:docMk/>
      </pc:docMkLst>
      <pc:sldChg chg="ord">
        <pc:chgData name="Guest User" userId="S::urn:spo:anon#5f7b886e30e5b404fd385d470119e5fb55ed3d9604c1c55533f1534a6565207f::" providerId="AD" clId="Web-{40418250-CFC5-4682-842C-11C34FC5D03D}" dt="2023-10-03T16:33:40.927" v="0"/>
        <pc:sldMkLst>
          <pc:docMk/>
          <pc:sldMk cId="0" sldId="267"/>
        </pc:sldMkLst>
      </pc:sldChg>
    </pc:docChg>
  </pc:docChgLst>
  <pc:docChgLst>
    <pc:chgData name="Mr. Sumit Sharma" userId="S::sumitsharma.cse@niet.co.in::0287a0e3-d7f5-4815-a5d5-4670a436bb9e" providerId="AD" clId="Web-{B7206FBC-3717-F983-ED3D-838EF64C2D4E}"/>
    <pc:docChg chg="addSld modSld">
      <pc:chgData name="Mr. Sumit Sharma" userId="S::sumitsharma.cse@niet.co.in::0287a0e3-d7f5-4815-a5d5-4670a436bb9e" providerId="AD" clId="Web-{B7206FBC-3717-F983-ED3D-838EF64C2D4E}" dt="2023-09-02T10:05:04.462" v="82"/>
      <pc:docMkLst>
        <pc:docMk/>
      </pc:docMkLst>
      <pc:sldChg chg="addSp delSp modSp add replId">
        <pc:chgData name="Mr. Sumit Sharma" userId="S::sumitsharma.cse@niet.co.in::0287a0e3-d7f5-4815-a5d5-4670a436bb9e" providerId="AD" clId="Web-{B7206FBC-3717-F983-ED3D-838EF64C2D4E}" dt="2023-09-02T10:00:30.968" v="20" actId="20577"/>
        <pc:sldMkLst>
          <pc:docMk/>
          <pc:sldMk cId="1061129478" sldId="1591"/>
        </pc:sldMkLst>
        <pc:spChg chg="mod">
          <ac:chgData name="Mr. Sumit Sharma" userId="S::sumitsharma.cse@niet.co.in::0287a0e3-d7f5-4815-a5d5-4670a436bb9e" providerId="AD" clId="Web-{B7206FBC-3717-F983-ED3D-838EF64C2D4E}" dt="2023-09-02T10:00:30.968" v="20" actId="20577"/>
          <ac:spMkLst>
            <pc:docMk/>
            <pc:sldMk cId="1061129478" sldId="1591"/>
            <ac:spMk id="3" creationId="{F8CC24E1-E4CB-4555-AAFE-79673E88E287}"/>
          </ac:spMkLst>
        </pc:spChg>
        <pc:spChg chg="mod">
          <ac:chgData name="Mr. Sumit Sharma" userId="S::sumitsharma.cse@niet.co.in::0287a0e3-d7f5-4815-a5d5-4670a436bb9e" providerId="AD" clId="Web-{B7206FBC-3717-F983-ED3D-838EF64C2D4E}" dt="2023-09-02T09:59:46.326" v="16"/>
          <ac:spMkLst>
            <pc:docMk/>
            <pc:sldMk cId="1061129478" sldId="1591"/>
            <ac:spMk id="6" creationId="{00000000-0000-0000-0000-000000000000}"/>
          </ac:spMkLst>
        </pc:spChg>
        <pc:spChg chg="del">
          <ac:chgData name="Mr. Sumit Sharma" userId="S::sumitsharma.cse@niet.co.in::0287a0e3-d7f5-4815-a5d5-4670a436bb9e" providerId="AD" clId="Web-{B7206FBC-3717-F983-ED3D-838EF64C2D4E}" dt="2023-09-02T09:59:46.326" v="16"/>
          <ac:spMkLst>
            <pc:docMk/>
            <pc:sldMk cId="1061129478" sldId="1591"/>
            <ac:spMk id="86" creationId="{2EB492CD-616E-47F8-933B-5E2D952A0593}"/>
          </ac:spMkLst>
        </pc:spChg>
        <pc:spChg chg="del">
          <ac:chgData name="Mr. Sumit Sharma" userId="S::sumitsharma.cse@niet.co.in::0287a0e3-d7f5-4815-a5d5-4670a436bb9e" providerId="AD" clId="Web-{B7206FBC-3717-F983-ED3D-838EF64C2D4E}" dt="2023-09-02T09:59:46.326" v="16"/>
          <ac:spMkLst>
            <pc:docMk/>
            <pc:sldMk cId="1061129478" sldId="1591"/>
            <ac:spMk id="87" creationId="{59383CF9-23B5-4335-9B21-1791C4CF1C75}"/>
          </ac:spMkLst>
        </pc:spChg>
        <pc:spChg chg="del">
          <ac:chgData name="Mr. Sumit Sharma" userId="S::sumitsharma.cse@niet.co.in::0287a0e3-d7f5-4815-a5d5-4670a436bb9e" providerId="AD" clId="Web-{B7206FBC-3717-F983-ED3D-838EF64C2D4E}" dt="2023-09-02T09:59:46.326" v="16"/>
          <ac:spMkLst>
            <pc:docMk/>
            <pc:sldMk cId="1061129478" sldId="1591"/>
            <ac:spMk id="88" creationId="{0007FE00-9498-4706-B255-6437B0252C02}"/>
          </ac:spMkLst>
        </pc:spChg>
        <pc:spChg chg="add">
          <ac:chgData name="Mr. Sumit Sharma" userId="S::sumitsharma.cse@niet.co.in::0287a0e3-d7f5-4815-a5d5-4670a436bb9e" providerId="AD" clId="Web-{B7206FBC-3717-F983-ED3D-838EF64C2D4E}" dt="2023-09-02T09:59:46.326" v="16"/>
          <ac:spMkLst>
            <pc:docMk/>
            <pc:sldMk cId="1061129478" sldId="1591"/>
            <ac:spMk id="93" creationId="{907EF6B7-1338-4443-8C46-6A318D952DFD}"/>
          </ac:spMkLst>
        </pc:spChg>
        <pc:spChg chg="add">
          <ac:chgData name="Mr. Sumit Sharma" userId="S::sumitsharma.cse@niet.co.in::0287a0e3-d7f5-4815-a5d5-4670a436bb9e" providerId="AD" clId="Web-{B7206FBC-3717-F983-ED3D-838EF64C2D4E}" dt="2023-09-02T09:59:46.326" v="16"/>
          <ac:spMkLst>
            <pc:docMk/>
            <pc:sldMk cId="1061129478" sldId="1591"/>
            <ac:spMk id="95" creationId="{DAAE4CDD-124C-4DCF-9584-B6033B545DD5}"/>
          </ac:spMkLst>
        </pc:spChg>
        <pc:spChg chg="add">
          <ac:chgData name="Mr. Sumit Sharma" userId="S::sumitsharma.cse@niet.co.in::0287a0e3-d7f5-4815-a5d5-4670a436bb9e" providerId="AD" clId="Web-{B7206FBC-3717-F983-ED3D-838EF64C2D4E}" dt="2023-09-02T09:59:46.326" v="16"/>
          <ac:spMkLst>
            <pc:docMk/>
            <pc:sldMk cId="1061129478" sldId="1591"/>
            <ac:spMk id="97" creationId="{081E4A58-353D-44AE-B2FC-2A74E2E400F7}"/>
          </ac:spMkLst>
        </pc:spChg>
        <pc:picChg chg="del">
          <ac:chgData name="Mr. Sumit Sharma" userId="S::sumitsharma.cse@niet.co.in::0287a0e3-d7f5-4815-a5d5-4670a436bb9e" providerId="AD" clId="Web-{B7206FBC-3717-F983-ED3D-838EF64C2D4E}" dt="2023-09-02T09:58:16.949" v="1"/>
          <ac:picMkLst>
            <pc:docMk/>
            <pc:sldMk cId="1061129478" sldId="1591"/>
            <ac:picMk id="2" creationId="{EB37C7B9-24F2-3FFF-154F-BF07BE73F984}"/>
          </ac:picMkLst>
        </pc:picChg>
      </pc:sldChg>
      <pc:sldChg chg="addSp delSp modSp add replId">
        <pc:chgData name="Mr. Sumit Sharma" userId="S::sumitsharma.cse@niet.co.in::0287a0e3-d7f5-4815-a5d5-4670a436bb9e" providerId="AD" clId="Web-{B7206FBC-3717-F983-ED3D-838EF64C2D4E}" dt="2023-09-02T10:05:04.462" v="82"/>
        <pc:sldMkLst>
          <pc:docMk/>
          <pc:sldMk cId="1962279143" sldId="1592"/>
        </pc:sldMkLst>
        <pc:spChg chg="add del mod">
          <ac:chgData name="Mr. Sumit Sharma" userId="S::sumitsharma.cse@niet.co.in::0287a0e3-d7f5-4815-a5d5-4670a436bb9e" providerId="AD" clId="Web-{B7206FBC-3717-F983-ED3D-838EF64C2D4E}" dt="2023-09-02T10:03:59.804" v="71"/>
          <ac:spMkLst>
            <pc:docMk/>
            <pc:sldMk cId="1962279143" sldId="1592"/>
            <ac:spMk id="3" creationId="{F8CC24E1-E4CB-4555-AAFE-79673E88E287}"/>
          </ac:spMkLst>
        </pc:spChg>
        <pc:spChg chg="add del mod">
          <ac:chgData name="Mr. Sumit Sharma" userId="S::sumitsharma.cse@niet.co.in::0287a0e3-d7f5-4815-a5d5-4670a436bb9e" providerId="AD" clId="Web-{B7206FBC-3717-F983-ED3D-838EF64C2D4E}" dt="2023-09-02T10:05:04.462" v="82"/>
          <ac:spMkLst>
            <pc:docMk/>
            <pc:sldMk cId="1962279143" sldId="1592"/>
            <ac:spMk id="6" creationId="{00000000-0000-0000-0000-000000000000}"/>
          </ac:spMkLst>
        </pc:spChg>
        <pc:spChg chg="add del">
          <ac:chgData name="Mr. Sumit Sharma" userId="S::sumitsharma.cse@niet.co.in::0287a0e3-d7f5-4815-a5d5-4670a436bb9e" providerId="AD" clId="Web-{B7206FBC-3717-F983-ED3D-838EF64C2D4E}" dt="2023-09-02T10:03:59.804" v="71"/>
          <ac:spMkLst>
            <pc:docMk/>
            <pc:sldMk cId="1962279143" sldId="1592"/>
            <ac:spMk id="93" creationId="{907EF6B7-1338-4443-8C46-6A318D952DFD}"/>
          </ac:spMkLst>
        </pc:spChg>
        <pc:spChg chg="add del">
          <ac:chgData name="Mr. Sumit Sharma" userId="S::sumitsharma.cse@niet.co.in::0287a0e3-d7f5-4815-a5d5-4670a436bb9e" providerId="AD" clId="Web-{B7206FBC-3717-F983-ED3D-838EF64C2D4E}" dt="2023-09-02T10:03:59.804" v="71"/>
          <ac:spMkLst>
            <pc:docMk/>
            <pc:sldMk cId="1962279143" sldId="1592"/>
            <ac:spMk id="95" creationId="{DAAE4CDD-124C-4DCF-9584-B6033B545DD5}"/>
          </ac:spMkLst>
        </pc:spChg>
        <pc:spChg chg="add del">
          <ac:chgData name="Mr. Sumit Sharma" userId="S::sumitsharma.cse@niet.co.in::0287a0e3-d7f5-4815-a5d5-4670a436bb9e" providerId="AD" clId="Web-{B7206FBC-3717-F983-ED3D-838EF64C2D4E}" dt="2023-09-02T10:03:59.804" v="71"/>
          <ac:spMkLst>
            <pc:docMk/>
            <pc:sldMk cId="1962279143" sldId="1592"/>
            <ac:spMk id="97" creationId="{081E4A58-353D-44AE-B2FC-2A74E2E400F7}"/>
          </ac:spMkLst>
        </pc:spChg>
        <pc:spChg chg="add del">
          <ac:chgData name="Mr. Sumit Sharma" userId="S::sumitsharma.cse@niet.co.in::0287a0e3-d7f5-4815-a5d5-4670a436bb9e" providerId="AD" clId="Web-{B7206FBC-3717-F983-ED3D-838EF64C2D4E}" dt="2023-09-02T10:03:56.382" v="68"/>
          <ac:spMkLst>
            <pc:docMk/>
            <pc:sldMk cId="1962279143" sldId="1592"/>
            <ac:spMk id="103" creationId="{A7AE9375-4664-4DB2-922D-2782A6E439AC}"/>
          </ac:spMkLst>
        </pc:spChg>
        <pc:spChg chg="add del">
          <ac:chgData name="Mr. Sumit Sharma" userId="S::sumitsharma.cse@niet.co.in::0287a0e3-d7f5-4815-a5d5-4670a436bb9e" providerId="AD" clId="Web-{B7206FBC-3717-F983-ED3D-838EF64C2D4E}" dt="2023-09-02T10:05:04.462" v="82"/>
          <ac:spMkLst>
            <pc:docMk/>
            <pc:sldMk cId="1962279143" sldId="1592"/>
            <ac:spMk id="104" creationId="{E51BA4DF-2BD4-4EC2-B1DB-B27C8AC71864}"/>
          </ac:spMkLst>
        </pc:spChg>
        <pc:spChg chg="add del">
          <ac:chgData name="Mr. Sumit Sharma" userId="S::sumitsharma.cse@niet.co.in::0287a0e3-d7f5-4815-a5d5-4670a436bb9e" providerId="AD" clId="Web-{B7206FBC-3717-F983-ED3D-838EF64C2D4E}" dt="2023-09-02T10:03:56.382" v="68"/>
          <ac:spMkLst>
            <pc:docMk/>
            <pc:sldMk cId="1962279143" sldId="1592"/>
            <ac:spMk id="107" creationId="{9DD005C1-8C51-42D6-9BEE-B9B83849743D}"/>
          </ac:spMkLst>
        </pc:spChg>
        <pc:spChg chg="add del">
          <ac:chgData name="Mr. Sumit Sharma" userId="S::sumitsharma.cse@niet.co.in::0287a0e3-d7f5-4815-a5d5-4670a436bb9e" providerId="AD" clId="Web-{B7206FBC-3717-F983-ED3D-838EF64C2D4E}" dt="2023-09-02T10:03:59.773" v="70"/>
          <ac:spMkLst>
            <pc:docMk/>
            <pc:sldMk cId="1962279143" sldId="1592"/>
            <ac:spMk id="109" creationId="{463EEC44-1BA3-44ED-81FC-A644B04B2A44}"/>
          </ac:spMkLst>
        </pc:spChg>
        <pc:spChg chg="add del">
          <ac:chgData name="Mr. Sumit Sharma" userId="S::sumitsharma.cse@niet.co.in::0287a0e3-d7f5-4815-a5d5-4670a436bb9e" providerId="AD" clId="Web-{B7206FBC-3717-F983-ED3D-838EF64C2D4E}" dt="2023-09-02T10:03:59.773" v="70"/>
          <ac:spMkLst>
            <pc:docMk/>
            <pc:sldMk cId="1962279143" sldId="1592"/>
            <ac:spMk id="110" creationId="{7517A47C-B2E5-4B79-8061-D74B1311AF6E}"/>
          </ac:spMkLst>
        </pc:spChg>
        <pc:spChg chg="add del">
          <ac:chgData name="Mr. Sumit Sharma" userId="S::sumitsharma.cse@niet.co.in::0287a0e3-d7f5-4815-a5d5-4670a436bb9e" providerId="AD" clId="Web-{B7206FBC-3717-F983-ED3D-838EF64C2D4E}" dt="2023-09-02T10:03:59.773" v="70"/>
          <ac:spMkLst>
            <pc:docMk/>
            <pc:sldMk cId="1962279143" sldId="1592"/>
            <ac:spMk id="111" creationId="{C505E780-2083-4CB5-A42A-5E0E2908ECC3}"/>
          </ac:spMkLst>
        </pc:spChg>
        <pc:spChg chg="add del">
          <ac:chgData name="Mr. Sumit Sharma" userId="S::sumitsharma.cse@niet.co.in::0287a0e3-d7f5-4815-a5d5-4670a436bb9e" providerId="AD" clId="Web-{B7206FBC-3717-F983-ED3D-838EF64C2D4E}" dt="2023-09-02T10:03:59.773" v="70"/>
          <ac:spMkLst>
            <pc:docMk/>
            <pc:sldMk cId="1962279143" sldId="1592"/>
            <ac:spMk id="112" creationId="{D2C0AE1C-0118-41AE-8A10-7CDCBF10E96F}"/>
          </ac:spMkLst>
        </pc:spChg>
        <pc:spChg chg="add del">
          <ac:chgData name="Mr. Sumit Sharma" userId="S::sumitsharma.cse@niet.co.in::0287a0e3-d7f5-4815-a5d5-4670a436bb9e" providerId="AD" clId="Web-{B7206FBC-3717-F983-ED3D-838EF64C2D4E}" dt="2023-09-02T10:05:04.415" v="81"/>
          <ac:spMkLst>
            <pc:docMk/>
            <pc:sldMk cId="1962279143" sldId="1592"/>
            <ac:spMk id="120" creationId="{B50AB553-2A96-4A92-96F2-93548E096954}"/>
          </ac:spMkLst>
        </pc:spChg>
        <pc:spChg chg="add">
          <ac:chgData name="Mr. Sumit Sharma" userId="S::sumitsharma.cse@niet.co.in::0287a0e3-d7f5-4815-a5d5-4670a436bb9e" providerId="AD" clId="Web-{B7206FBC-3717-F983-ED3D-838EF64C2D4E}" dt="2023-09-02T10:05:04.462" v="82"/>
          <ac:spMkLst>
            <pc:docMk/>
            <pc:sldMk cId="1962279143" sldId="1592"/>
            <ac:spMk id="122" creationId="{B50AB553-2A96-4A92-96F2-93548E096954}"/>
          </ac:spMkLst>
        </pc:spChg>
        <pc:graphicFrameChg chg="add del">
          <ac:chgData name="Mr. Sumit Sharma" userId="S::sumitsharma.cse@niet.co.in::0287a0e3-d7f5-4815-a5d5-4670a436bb9e" providerId="AD" clId="Web-{B7206FBC-3717-F983-ED3D-838EF64C2D4E}" dt="2023-09-02T10:03:56.382" v="68"/>
          <ac:graphicFrameMkLst>
            <pc:docMk/>
            <pc:sldMk cId="1962279143" sldId="1592"/>
            <ac:graphicFrameMk id="99" creationId="{63BE53A6-09EE-068E-26C5-722FA76DCF6D}"/>
          </ac:graphicFrameMkLst>
        </pc:graphicFrameChg>
        <pc:graphicFrameChg chg="add del">
          <ac:chgData name="Mr. Sumit Sharma" userId="S::sumitsharma.cse@niet.co.in::0287a0e3-d7f5-4815-a5d5-4670a436bb9e" providerId="AD" clId="Web-{B7206FBC-3717-F983-ED3D-838EF64C2D4E}" dt="2023-09-02T10:03:59.773" v="70"/>
          <ac:graphicFrameMkLst>
            <pc:docMk/>
            <pc:sldMk cId="1962279143" sldId="1592"/>
            <ac:graphicFrameMk id="113" creationId="{D794FC97-3070-32CB-802C-3781989ABC24}"/>
          </ac:graphicFrameMkLst>
        </pc:graphicFrameChg>
        <pc:graphicFrameChg chg="add mod modGraphic">
          <ac:chgData name="Mr. Sumit Sharma" userId="S::sumitsharma.cse@niet.co.in::0287a0e3-d7f5-4815-a5d5-4670a436bb9e" providerId="AD" clId="Web-{B7206FBC-3717-F983-ED3D-838EF64C2D4E}" dt="2023-09-02T10:05:04.462" v="82"/>
          <ac:graphicFrameMkLst>
            <pc:docMk/>
            <pc:sldMk cId="1962279143" sldId="1592"/>
            <ac:graphicFrameMk id="115" creationId="{5E7B02D7-812F-8FB5-ACDD-4128603C06A6}"/>
          </ac:graphicFrameMkLst>
        </pc:graphicFrameChg>
        <pc:picChg chg="add mod">
          <ac:chgData name="Mr. Sumit Sharma" userId="S::sumitsharma.cse@niet.co.in::0287a0e3-d7f5-4815-a5d5-4670a436bb9e" providerId="AD" clId="Web-{B7206FBC-3717-F983-ED3D-838EF64C2D4E}" dt="2023-09-02T10:05:04.462" v="82"/>
          <ac:picMkLst>
            <pc:docMk/>
            <pc:sldMk cId="1962279143" sldId="1592"/>
            <ac:picMk id="100" creationId="{BDBED482-911F-537F-5D62-98F4E2E96787}"/>
          </ac:picMkLst>
        </pc:picChg>
        <pc:cxnChg chg="add del">
          <ac:chgData name="Mr. Sumit Sharma" userId="S::sumitsharma.cse@niet.co.in::0287a0e3-d7f5-4815-a5d5-4670a436bb9e" providerId="AD" clId="Web-{B7206FBC-3717-F983-ED3D-838EF64C2D4E}" dt="2023-09-02T10:03:56.382" v="68"/>
          <ac:cxnSpMkLst>
            <pc:docMk/>
            <pc:sldMk cId="1962279143" sldId="1592"/>
            <ac:cxnSpMk id="105" creationId="{EE504C98-6397-41C1-A8D8-2D9C4ED307E0}"/>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C5DFA9-ABC3-45C0-9AED-59AD22D454ED}"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5E7300D4-C6C6-4FE6-B85A-C36EEC490CE9}">
      <dgm:prSet/>
      <dgm:spPr/>
      <dgm:t>
        <a:bodyPr/>
        <a:lstStyle/>
        <a:p>
          <a:r>
            <a:rPr lang="en-US"/>
            <a:t>Programming Skills, </a:t>
          </a:r>
        </a:p>
      </dgm:t>
    </dgm:pt>
    <dgm:pt modelId="{85FDBDC8-DD3D-47BD-9E25-054FD0311A9F}" type="parTrans" cxnId="{B461D1D8-426E-4A49-B763-0F74CB2B49DB}">
      <dgm:prSet/>
      <dgm:spPr/>
      <dgm:t>
        <a:bodyPr/>
        <a:lstStyle/>
        <a:p>
          <a:endParaRPr lang="en-US"/>
        </a:p>
      </dgm:t>
    </dgm:pt>
    <dgm:pt modelId="{6E9B61CB-0BAA-4510-9720-D26DD44E7A63}" type="sibTrans" cxnId="{B461D1D8-426E-4A49-B763-0F74CB2B49DB}">
      <dgm:prSet/>
      <dgm:spPr/>
      <dgm:t>
        <a:bodyPr/>
        <a:lstStyle/>
        <a:p>
          <a:endParaRPr lang="en-US"/>
        </a:p>
      </dgm:t>
    </dgm:pt>
    <dgm:pt modelId="{1EB2BA83-759E-4258-A3A9-61BA3CC35EED}">
      <dgm:prSet/>
      <dgm:spPr/>
      <dgm:t>
        <a:bodyPr/>
        <a:lstStyle/>
        <a:p>
          <a:r>
            <a:rPr lang="en-US"/>
            <a:t>Data Structures, </a:t>
          </a:r>
        </a:p>
      </dgm:t>
    </dgm:pt>
    <dgm:pt modelId="{C5C97493-806B-4641-8FF9-5310677E677F}" type="parTrans" cxnId="{5DB907FF-DEBF-484C-B9FB-313937D24BA1}">
      <dgm:prSet/>
      <dgm:spPr/>
      <dgm:t>
        <a:bodyPr/>
        <a:lstStyle/>
        <a:p>
          <a:endParaRPr lang="en-US"/>
        </a:p>
      </dgm:t>
    </dgm:pt>
    <dgm:pt modelId="{BBED9162-9A60-4513-A769-5DCECFD635C0}" type="sibTrans" cxnId="{5DB907FF-DEBF-484C-B9FB-313937D24BA1}">
      <dgm:prSet/>
      <dgm:spPr/>
      <dgm:t>
        <a:bodyPr/>
        <a:lstStyle/>
        <a:p>
          <a:endParaRPr lang="en-US"/>
        </a:p>
      </dgm:t>
    </dgm:pt>
    <dgm:pt modelId="{A7F54C2D-DC2C-44F2-A4EC-BF692EBA8F59}">
      <dgm:prSet/>
      <dgm:spPr/>
      <dgm:t>
        <a:bodyPr/>
        <a:lstStyle/>
        <a:p>
          <a:r>
            <a:rPr lang="en-US"/>
            <a:t>Algorithms, </a:t>
          </a:r>
        </a:p>
      </dgm:t>
    </dgm:pt>
    <dgm:pt modelId="{AC6AC76D-66BA-4488-8327-3D59721003B2}" type="parTrans" cxnId="{306F2BAD-7DBE-4D28-B3DA-5CE6A1CC1B4F}">
      <dgm:prSet/>
      <dgm:spPr/>
      <dgm:t>
        <a:bodyPr/>
        <a:lstStyle/>
        <a:p>
          <a:endParaRPr lang="en-US"/>
        </a:p>
      </dgm:t>
    </dgm:pt>
    <dgm:pt modelId="{ECB8018D-143B-4888-90BF-ADA81571C7A9}" type="sibTrans" cxnId="{306F2BAD-7DBE-4D28-B3DA-5CE6A1CC1B4F}">
      <dgm:prSet/>
      <dgm:spPr/>
      <dgm:t>
        <a:bodyPr/>
        <a:lstStyle/>
        <a:p>
          <a:endParaRPr lang="en-US"/>
        </a:p>
      </dgm:t>
    </dgm:pt>
    <dgm:pt modelId="{E69C75EE-F567-408F-8322-385C5CA6627D}">
      <dgm:prSet/>
      <dgm:spPr/>
      <dgm:t>
        <a:bodyPr/>
        <a:lstStyle/>
        <a:p>
          <a:r>
            <a:rPr lang="en-US"/>
            <a:t>Probability and Statistics, </a:t>
          </a:r>
        </a:p>
      </dgm:t>
    </dgm:pt>
    <dgm:pt modelId="{490F5F0B-E13F-43F2-A69E-CE4BBB235925}" type="parTrans" cxnId="{02BA9FBF-21DC-4C35-8E11-DFE58812C17C}">
      <dgm:prSet/>
      <dgm:spPr/>
      <dgm:t>
        <a:bodyPr/>
        <a:lstStyle/>
        <a:p>
          <a:endParaRPr lang="en-US"/>
        </a:p>
      </dgm:t>
    </dgm:pt>
    <dgm:pt modelId="{E4AC6E53-A7F6-45EF-B939-4879C6DBA24D}" type="sibTrans" cxnId="{02BA9FBF-21DC-4C35-8E11-DFE58812C17C}">
      <dgm:prSet/>
      <dgm:spPr/>
      <dgm:t>
        <a:bodyPr/>
        <a:lstStyle/>
        <a:p>
          <a:endParaRPr lang="en-US"/>
        </a:p>
      </dgm:t>
    </dgm:pt>
    <dgm:pt modelId="{F12AA9DC-334D-47AA-8C34-C93948D55C50}">
      <dgm:prSet/>
      <dgm:spPr/>
      <dgm:t>
        <a:bodyPr/>
        <a:lstStyle/>
        <a:p>
          <a:r>
            <a:rPr lang="en-US"/>
            <a:t>Machine Learning.</a:t>
          </a:r>
        </a:p>
      </dgm:t>
    </dgm:pt>
    <dgm:pt modelId="{82D2CD77-3E49-4173-9D77-4430FBDADE97}" type="parTrans" cxnId="{1216A3FF-6CF2-431D-9672-49E718DECFBD}">
      <dgm:prSet/>
      <dgm:spPr/>
      <dgm:t>
        <a:bodyPr/>
        <a:lstStyle/>
        <a:p>
          <a:endParaRPr lang="en-US"/>
        </a:p>
      </dgm:t>
    </dgm:pt>
    <dgm:pt modelId="{94BD0838-7895-4176-9F2D-BDE7644023CE}" type="sibTrans" cxnId="{1216A3FF-6CF2-431D-9672-49E718DECFBD}">
      <dgm:prSet/>
      <dgm:spPr/>
      <dgm:t>
        <a:bodyPr/>
        <a:lstStyle/>
        <a:p>
          <a:endParaRPr lang="en-US"/>
        </a:p>
      </dgm:t>
    </dgm:pt>
    <dgm:pt modelId="{409D0585-E901-4C3F-89D4-BCBAA8E35A83}" type="pres">
      <dgm:prSet presAssocID="{70C5DFA9-ABC3-45C0-9AED-59AD22D454ED}" presName="linear" presStyleCnt="0">
        <dgm:presLayoutVars>
          <dgm:animLvl val="lvl"/>
          <dgm:resizeHandles val="exact"/>
        </dgm:presLayoutVars>
      </dgm:prSet>
      <dgm:spPr/>
    </dgm:pt>
    <dgm:pt modelId="{B7094B42-DE61-4013-A691-8BC7A1058ADF}" type="pres">
      <dgm:prSet presAssocID="{5E7300D4-C6C6-4FE6-B85A-C36EEC490CE9}" presName="parentText" presStyleLbl="node1" presStyleIdx="0" presStyleCnt="5">
        <dgm:presLayoutVars>
          <dgm:chMax val="0"/>
          <dgm:bulletEnabled val="1"/>
        </dgm:presLayoutVars>
      </dgm:prSet>
      <dgm:spPr/>
    </dgm:pt>
    <dgm:pt modelId="{2789E6BB-9E49-44BD-B75F-08439103197B}" type="pres">
      <dgm:prSet presAssocID="{6E9B61CB-0BAA-4510-9720-D26DD44E7A63}" presName="spacer" presStyleCnt="0"/>
      <dgm:spPr/>
    </dgm:pt>
    <dgm:pt modelId="{0D726924-1EF3-46AD-A2F0-649908CFB024}" type="pres">
      <dgm:prSet presAssocID="{1EB2BA83-759E-4258-A3A9-61BA3CC35EED}" presName="parentText" presStyleLbl="node1" presStyleIdx="1" presStyleCnt="5">
        <dgm:presLayoutVars>
          <dgm:chMax val="0"/>
          <dgm:bulletEnabled val="1"/>
        </dgm:presLayoutVars>
      </dgm:prSet>
      <dgm:spPr/>
    </dgm:pt>
    <dgm:pt modelId="{267C93AD-6609-4C5B-BBA4-C31E29081629}" type="pres">
      <dgm:prSet presAssocID="{BBED9162-9A60-4513-A769-5DCECFD635C0}" presName="spacer" presStyleCnt="0"/>
      <dgm:spPr/>
    </dgm:pt>
    <dgm:pt modelId="{083E6DF9-FF45-474B-B9B1-C36D0BCB4DAE}" type="pres">
      <dgm:prSet presAssocID="{A7F54C2D-DC2C-44F2-A4EC-BF692EBA8F59}" presName="parentText" presStyleLbl="node1" presStyleIdx="2" presStyleCnt="5">
        <dgm:presLayoutVars>
          <dgm:chMax val="0"/>
          <dgm:bulletEnabled val="1"/>
        </dgm:presLayoutVars>
      </dgm:prSet>
      <dgm:spPr/>
    </dgm:pt>
    <dgm:pt modelId="{92BB54E9-80B3-4F7B-BEE5-CB34F884F0F7}" type="pres">
      <dgm:prSet presAssocID="{ECB8018D-143B-4888-90BF-ADA81571C7A9}" presName="spacer" presStyleCnt="0"/>
      <dgm:spPr/>
    </dgm:pt>
    <dgm:pt modelId="{A639AE38-BDEB-4C8E-B0E9-03E676AF7926}" type="pres">
      <dgm:prSet presAssocID="{E69C75EE-F567-408F-8322-385C5CA6627D}" presName="parentText" presStyleLbl="node1" presStyleIdx="3" presStyleCnt="5">
        <dgm:presLayoutVars>
          <dgm:chMax val="0"/>
          <dgm:bulletEnabled val="1"/>
        </dgm:presLayoutVars>
      </dgm:prSet>
      <dgm:spPr/>
    </dgm:pt>
    <dgm:pt modelId="{7C762EF1-AEE1-4719-BB82-9E8D0B603651}" type="pres">
      <dgm:prSet presAssocID="{E4AC6E53-A7F6-45EF-B939-4879C6DBA24D}" presName="spacer" presStyleCnt="0"/>
      <dgm:spPr/>
    </dgm:pt>
    <dgm:pt modelId="{1EC13922-A5FD-459A-BC53-B96D19311172}" type="pres">
      <dgm:prSet presAssocID="{F12AA9DC-334D-47AA-8C34-C93948D55C50}" presName="parentText" presStyleLbl="node1" presStyleIdx="4" presStyleCnt="5">
        <dgm:presLayoutVars>
          <dgm:chMax val="0"/>
          <dgm:bulletEnabled val="1"/>
        </dgm:presLayoutVars>
      </dgm:prSet>
      <dgm:spPr/>
    </dgm:pt>
  </dgm:ptLst>
  <dgm:cxnLst>
    <dgm:cxn modelId="{1B759346-B9FA-461A-9DC7-7F80EFDB2A46}" type="presOf" srcId="{F12AA9DC-334D-47AA-8C34-C93948D55C50}" destId="{1EC13922-A5FD-459A-BC53-B96D19311172}" srcOrd="0" destOrd="0" presId="urn:microsoft.com/office/officeart/2005/8/layout/vList2"/>
    <dgm:cxn modelId="{3FB6696E-9C5E-4053-BC71-E360A50CC319}" type="presOf" srcId="{A7F54C2D-DC2C-44F2-A4EC-BF692EBA8F59}" destId="{083E6DF9-FF45-474B-B9B1-C36D0BCB4DAE}" srcOrd="0" destOrd="0" presId="urn:microsoft.com/office/officeart/2005/8/layout/vList2"/>
    <dgm:cxn modelId="{3ADF15AB-7ED9-4264-B7E6-B66F9894CF2A}" type="presOf" srcId="{1EB2BA83-759E-4258-A3A9-61BA3CC35EED}" destId="{0D726924-1EF3-46AD-A2F0-649908CFB024}" srcOrd="0" destOrd="0" presId="urn:microsoft.com/office/officeart/2005/8/layout/vList2"/>
    <dgm:cxn modelId="{306F2BAD-7DBE-4D28-B3DA-5CE6A1CC1B4F}" srcId="{70C5DFA9-ABC3-45C0-9AED-59AD22D454ED}" destId="{A7F54C2D-DC2C-44F2-A4EC-BF692EBA8F59}" srcOrd="2" destOrd="0" parTransId="{AC6AC76D-66BA-4488-8327-3D59721003B2}" sibTransId="{ECB8018D-143B-4888-90BF-ADA81571C7A9}"/>
    <dgm:cxn modelId="{02BA9FBF-21DC-4C35-8E11-DFE58812C17C}" srcId="{70C5DFA9-ABC3-45C0-9AED-59AD22D454ED}" destId="{E69C75EE-F567-408F-8322-385C5CA6627D}" srcOrd="3" destOrd="0" parTransId="{490F5F0B-E13F-43F2-A69E-CE4BBB235925}" sibTransId="{E4AC6E53-A7F6-45EF-B939-4879C6DBA24D}"/>
    <dgm:cxn modelId="{4C2F11C7-A5F2-4EA7-840E-7EAD4573CF94}" type="presOf" srcId="{5E7300D4-C6C6-4FE6-B85A-C36EEC490CE9}" destId="{B7094B42-DE61-4013-A691-8BC7A1058ADF}" srcOrd="0" destOrd="0" presId="urn:microsoft.com/office/officeart/2005/8/layout/vList2"/>
    <dgm:cxn modelId="{B461D1D8-426E-4A49-B763-0F74CB2B49DB}" srcId="{70C5DFA9-ABC3-45C0-9AED-59AD22D454ED}" destId="{5E7300D4-C6C6-4FE6-B85A-C36EEC490CE9}" srcOrd="0" destOrd="0" parTransId="{85FDBDC8-DD3D-47BD-9E25-054FD0311A9F}" sibTransId="{6E9B61CB-0BAA-4510-9720-D26DD44E7A63}"/>
    <dgm:cxn modelId="{F18FDEE9-5B08-4D0B-932D-770C7116F7A6}" type="presOf" srcId="{70C5DFA9-ABC3-45C0-9AED-59AD22D454ED}" destId="{409D0585-E901-4C3F-89D4-BCBAA8E35A83}" srcOrd="0" destOrd="0" presId="urn:microsoft.com/office/officeart/2005/8/layout/vList2"/>
    <dgm:cxn modelId="{6F64FAF2-A944-41A0-8BE1-ABC0F6407A90}" type="presOf" srcId="{E69C75EE-F567-408F-8322-385C5CA6627D}" destId="{A639AE38-BDEB-4C8E-B0E9-03E676AF7926}" srcOrd="0" destOrd="0" presId="urn:microsoft.com/office/officeart/2005/8/layout/vList2"/>
    <dgm:cxn modelId="{5DB907FF-DEBF-484C-B9FB-313937D24BA1}" srcId="{70C5DFA9-ABC3-45C0-9AED-59AD22D454ED}" destId="{1EB2BA83-759E-4258-A3A9-61BA3CC35EED}" srcOrd="1" destOrd="0" parTransId="{C5C97493-806B-4641-8FF9-5310677E677F}" sibTransId="{BBED9162-9A60-4513-A769-5DCECFD635C0}"/>
    <dgm:cxn modelId="{1216A3FF-6CF2-431D-9672-49E718DECFBD}" srcId="{70C5DFA9-ABC3-45C0-9AED-59AD22D454ED}" destId="{F12AA9DC-334D-47AA-8C34-C93948D55C50}" srcOrd="4" destOrd="0" parTransId="{82D2CD77-3E49-4173-9D77-4430FBDADE97}" sibTransId="{94BD0838-7895-4176-9F2D-BDE7644023CE}"/>
    <dgm:cxn modelId="{90537085-4C00-4316-9736-C928E8E14888}" type="presParOf" srcId="{409D0585-E901-4C3F-89D4-BCBAA8E35A83}" destId="{B7094B42-DE61-4013-A691-8BC7A1058ADF}" srcOrd="0" destOrd="0" presId="urn:microsoft.com/office/officeart/2005/8/layout/vList2"/>
    <dgm:cxn modelId="{E503B1D4-9074-4232-BC98-91FB42FBA403}" type="presParOf" srcId="{409D0585-E901-4C3F-89D4-BCBAA8E35A83}" destId="{2789E6BB-9E49-44BD-B75F-08439103197B}" srcOrd="1" destOrd="0" presId="urn:microsoft.com/office/officeart/2005/8/layout/vList2"/>
    <dgm:cxn modelId="{E80E2AE9-D00D-4CAA-914A-33421114BF7E}" type="presParOf" srcId="{409D0585-E901-4C3F-89D4-BCBAA8E35A83}" destId="{0D726924-1EF3-46AD-A2F0-649908CFB024}" srcOrd="2" destOrd="0" presId="urn:microsoft.com/office/officeart/2005/8/layout/vList2"/>
    <dgm:cxn modelId="{79653562-BDEB-4C4F-A9AD-6BB3CF9F5C91}" type="presParOf" srcId="{409D0585-E901-4C3F-89D4-BCBAA8E35A83}" destId="{267C93AD-6609-4C5B-BBA4-C31E29081629}" srcOrd="3" destOrd="0" presId="urn:microsoft.com/office/officeart/2005/8/layout/vList2"/>
    <dgm:cxn modelId="{31345C0A-E806-46B7-BCFA-72527C6B518C}" type="presParOf" srcId="{409D0585-E901-4C3F-89D4-BCBAA8E35A83}" destId="{083E6DF9-FF45-474B-B9B1-C36D0BCB4DAE}" srcOrd="4" destOrd="0" presId="urn:microsoft.com/office/officeart/2005/8/layout/vList2"/>
    <dgm:cxn modelId="{2CB45950-D0EE-42C6-BBAA-6D28780B5F38}" type="presParOf" srcId="{409D0585-E901-4C3F-89D4-BCBAA8E35A83}" destId="{92BB54E9-80B3-4F7B-BEE5-CB34F884F0F7}" srcOrd="5" destOrd="0" presId="urn:microsoft.com/office/officeart/2005/8/layout/vList2"/>
    <dgm:cxn modelId="{AE93A50C-E051-4883-B77A-2325C7B73BFB}" type="presParOf" srcId="{409D0585-E901-4C3F-89D4-BCBAA8E35A83}" destId="{A639AE38-BDEB-4C8E-B0E9-03E676AF7926}" srcOrd="6" destOrd="0" presId="urn:microsoft.com/office/officeart/2005/8/layout/vList2"/>
    <dgm:cxn modelId="{3A4A8D49-F88B-4099-B0E9-3D96AD4CCBF5}" type="presParOf" srcId="{409D0585-E901-4C3F-89D4-BCBAA8E35A83}" destId="{7C762EF1-AEE1-4719-BB82-9E8D0B603651}" srcOrd="7" destOrd="0" presId="urn:microsoft.com/office/officeart/2005/8/layout/vList2"/>
    <dgm:cxn modelId="{8102CD98-65EA-4DD8-9090-3B03B5449001}" type="presParOf" srcId="{409D0585-E901-4C3F-89D4-BCBAA8E35A83}" destId="{1EC13922-A5FD-459A-BC53-B96D19311172}"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8CAF228-C70E-43C4-B248-C2DCC42C6A87}"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9BD279B-5107-4DEA-BC07-123CC51F30E9}">
      <dgm:prSet/>
      <dgm:spPr/>
      <dgm:t>
        <a:bodyPr/>
        <a:lstStyle/>
        <a:p>
          <a:pPr rtl="0"/>
          <a:r>
            <a:rPr lang="en-US" dirty="0">
              <a:solidFill>
                <a:srgbClr val="000000"/>
              </a:solidFill>
              <a:latin typeface="Calibri"/>
            </a:rPr>
            <a:t>Regular Expressions in </a:t>
          </a:r>
          <a:r>
            <a:rPr lang="en-US" dirty="0">
              <a:solidFill>
                <a:srgbClr val="000000"/>
              </a:solidFill>
            </a:rPr>
            <a:t>NLP</a:t>
          </a:r>
          <a:r>
            <a:rPr lang="en-US" dirty="0">
              <a:solidFill>
                <a:srgbClr val="000000"/>
              </a:solidFill>
              <a:latin typeface="Calibri"/>
            </a:rPr>
            <a:t> are powerful and versatile tools</a:t>
          </a:r>
          <a:r>
            <a:rPr lang="en-US" dirty="0">
              <a:solidFill>
                <a:srgbClr val="000000"/>
              </a:solidFill>
            </a:rPr>
            <a:t> for</a:t>
          </a:r>
          <a:r>
            <a:rPr lang="en-US" dirty="0">
              <a:solidFill>
                <a:srgbClr val="000000"/>
              </a:solidFill>
              <a:latin typeface="Calibri"/>
            </a:rPr>
            <a:t> text processing </a:t>
          </a:r>
          <a:r>
            <a:rPr lang="en-US" dirty="0">
              <a:solidFill>
                <a:srgbClr val="000000"/>
              </a:solidFill>
            </a:rPr>
            <a:t>and</a:t>
          </a:r>
          <a:r>
            <a:rPr lang="en-US" dirty="0">
              <a:solidFill>
                <a:srgbClr val="000000"/>
              </a:solidFill>
              <a:latin typeface="Calibri"/>
            </a:rPr>
            <a:t> pattern matching</a:t>
          </a:r>
          <a:r>
            <a:rPr lang="en-US" dirty="0">
              <a:solidFill>
                <a:srgbClr val="000000"/>
              </a:solidFill>
            </a:rPr>
            <a:t>.</a:t>
          </a:r>
        </a:p>
      </dgm:t>
    </dgm:pt>
    <dgm:pt modelId="{13C22562-716F-4D3C-8425-030582DE48BE}" type="parTrans" cxnId="{5D561A0D-B873-416C-A868-90DCA863E698}">
      <dgm:prSet/>
      <dgm:spPr/>
      <dgm:t>
        <a:bodyPr/>
        <a:lstStyle/>
        <a:p>
          <a:endParaRPr lang="en-US"/>
        </a:p>
      </dgm:t>
    </dgm:pt>
    <dgm:pt modelId="{22F22127-0EFB-47E7-991D-546FE985192A}" type="sibTrans" cxnId="{5D561A0D-B873-416C-A868-90DCA863E698}">
      <dgm:prSet/>
      <dgm:spPr/>
      <dgm:t>
        <a:bodyPr/>
        <a:lstStyle/>
        <a:p>
          <a:endParaRPr lang="en-US"/>
        </a:p>
      </dgm:t>
    </dgm:pt>
    <dgm:pt modelId="{EF5FF8D7-C6E1-46BE-9E75-BC99846B8D2F}">
      <dgm:prSet/>
      <dgm:spPr/>
      <dgm:t>
        <a:bodyPr/>
        <a:lstStyle/>
        <a:p>
          <a:pPr rtl="0"/>
          <a:r>
            <a:rPr lang="en-IN" dirty="0">
              <a:solidFill>
                <a:srgbClr val="000000"/>
              </a:solidFill>
              <a:latin typeface="Calibri"/>
            </a:rPr>
            <a:t>A Regular Expression </a:t>
          </a:r>
          <a:r>
            <a:rPr lang="en-IN" dirty="0">
              <a:solidFill>
                <a:srgbClr val="000000"/>
              </a:solidFill>
            </a:rPr>
            <a:t>is </a:t>
          </a:r>
          <a:r>
            <a:rPr lang="en-IN" dirty="0">
              <a:solidFill>
                <a:srgbClr val="000000"/>
              </a:solidFill>
              <a:latin typeface="Calibri"/>
            </a:rPr>
            <a:t>a sequence of characters </a:t>
          </a:r>
          <a:r>
            <a:rPr lang="en-IN" dirty="0">
              <a:solidFill>
                <a:srgbClr val="000000"/>
              </a:solidFill>
            </a:rPr>
            <a:t>that </a:t>
          </a:r>
          <a:r>
            <a:rPr lang="en-IN" dirty="0">
              <a:solidFill>
                <a:srgbClr val="000000"/>
              </a:solidFill>
              <a:latin typeface="Calibri"/>
            </a:rPr>
            <a:t>defines a search pattern</a:t>
          </a:r>
          <a:r>
            <a:rPr lang="en-IN" dirty="0">
              <a:solidFill>
                <a:srgbClr val="000000"/>
              </a:solidFill>
            </a:rPr>
            <a:t>.</a:t>
          </a:r>
        </a:p>
      </dgm:t>
    </dgm:pt>
    <dgm:pt modelId="{3117471B-FED7-4D17-A1B0-BD523B4A7861}" type="parTrans" cxnId="{FB3E8DF3-4F6A-48A1-A035-58D053AE8A4F}">
      <dgm:prSet/>
      <dgm:spPr/>
      <dgm:t>
        <a:bodyPr/>
        <a:lstStyle/>
        <a:p>
          <a:endParaRPr lang="en-US"/>
        </a:p>
      </dgm:t>
    </dgm:pt>
    <dgm:pt modelId="{AD7FA1F8-1621-4E0E-A384-0C03AF85CFF7}" type="sibTrans" cxnId="{FB3E8DF3-4F6A-48A1-A035-58D053AE8A4F}">
      <dgm:prSet/>
      <dgm:spPr/>
      <dgm:t>
        <a:bodyPr/>
        <a:lstStyle/>
        <a:p>
          <a:endParaRPr lang="en-US"/>
        </a:p>
      </dgm:t>
    </dgm:pt>
    <dgm:pt modelId="{367AFFF6-D04F-426B-BD7A-509131394B7E}">
      <dgm:prSet/>
      <dgm:spPr/>
      <dgm:t>
        <a:bodyPr/>
        <a:lstStyle/>
        <a:p>
          <a:pPr rtl="0"/>
          <a:r>
            <a:rPr lang="en-IN" dirty="0">
              <a:solidFill>
                <a:srgbClr val="000000"/>
              </a:solidFill>
            </a:rPr>
            <a:t>It </a:t>
          </a:r>
          <a:r>
            <a:rPr lang="en-IN" dirty="0">
              <a:solidFill>
                <a:srgbClr val="000000"/>
              </a:solidFill>
              <a:latin typeface="Calibri"/>
            </a:rPr>
            <a:t>is used </a:t>
          </a:r>
          <a:r>
            <a:rPr lang="en-IN" dirty="0">
              <a:solidFill>
                <a:srgbClr val="000000"/>
              </a:solidFill>
            </a:rPr>
            <a:t>to </a:t>
          </a:r>
          <a:r>
            <a:rPr lang="en-IN" dirty="0">
              <a:solidFill>
                <a:srgbClr val="000000"/>
              </a:solidFill>
              <a:latin typeface="Calibri"/>
            </a:rPr>
            <a:t>find, match, or manipulate text based on specific criteria defined by the regular expression pattern. </a:t>
          </a:r>
        </a:p>
      </dgm:t>
    </dgm:pt>
    <dgm:pt modelId="{8FBCEEDA-6FA5-473E-B4DC-64ABA20BC0DC}" type="parTrans" cxnId="{50DB15E2-C0DC-46B3-B56F-8E8C37C2C5FF}">
      <dgm:prSet/>
      <dgm:spPr/>
      <dgm:t>
        <a:bodyPr/>
        <a:lstStyle/>
        <a:p>
          <a:endParaRPr lang="en-US"/>
        </a:p>
      </dgm:t>
    </dgm:pt>
    <dgm:pt modelId="{A4FC84CE-5C1B-4CBB-B236-466A8C0BD54B}" type="sibTrans" cxnId="{50DB15E2-C0DC-46B3-B56F-8E8C37C2C5FF}">
      <dgm:prSet/>
      <dgm:spPr/>
      <dgm:t>
        <a:bodyPr/>
        <a:lstStyle/>
        <a:p>
          <a:endParaRPr lang="en-US"/>
        </a:p>
      </dgm:t>
    </dgm:pt>
    <dgm:pt modelId="{B643FE9A-A32A-4B96-8D27-3293C9748AE2}">
      <dgm:prSet phldr="0"/>
      <dgm:spPr/>
      <dgm:t>
        <a:bodyPr/>
        <a:lstStyle/>
        <a:p>
          <a:r>
            <a:rPr lang="en-IN" dirty="0">
              <a:solidFill>
                <a:srgbClr val="000000"/>
              </a:solidFill>
              <a:latin typeface="Calibri"/>
            </a:rPr>
            <a:t>In NLP, Regular Expressions are commonly used </a:t>
          </a:r>
          <a:r>
            <a:rPr lang="en-IN" dirty="0">
              <a:solidFill>
                <a:srgbClr val="000000"/>
              </a:solidFill>
            </a:rPr>
            <a:t>for tasks such as</a:t>
          </a:r>
          <a:r>
            <a:rPr lang="en-IN" dirty="0">
              <a:solidFill>
                <a:srgbClr val="000000"/>
              </a:solidFill>
              <a:latin typeface="Calibri"/>
            </a:rPr>
            <a:t> text cleaning</a:t>
          </a:r>
          <a:r>
            <a:rPr lang="en-IN" dirty="0">
              <a:solidFill>
                <a:srgbClr val="000000"/>
              </a:solidFill>
            </a:rPr>
            <a:t>, </a:t>
          </a:r>
          <a:r>
            <a:rPr lang="en-IN" dirty="0">
              <a:solidFill>
                <a:srgbClr val="000000"/>
              </a:solidFill>
              <a:latin typeface="Calibri"/>
            </a:rPr>
            <a:t>text </a:t>
          </a:r>
          <a:r>
            <a:rPr lang="en-IN" dirty="0">
              <a:solidFill>
                <a:srgbClr val="000000"/>
              </a:solidFill>
            </a:rPr>
            <a:t>extraction,</a:t>
          </a:r>
          <a:r>
            <a:rPr lang="en-IN" dirty="0">
              <a:solidFill>
                <a:srgbClr val="000000"/>
              </a:solidFill>
              <a:latin typeface="Calibri"/>
            </a:rPr>
            <a:t> tokenization, </a:t>
          </a:r>
          <a:r>
            <a:rPr lang="en-IN" dirty="0">
              <a:solidFill>
                <a:srgbClr val="000000"/>
              </a:solidFill>
            </a:rPr>
            <a:t>and</a:t>
          </a:r>
          <a:r>
            <a:rPr lang="en-IN" dirty="0">
              <a:solidFill>
                <a:srgbClr val="000000"/>
              </a:solidFill>
              <a:latin typeface="Calibri"/>
            </a:rPr>
            <a:t> pattern recognition</a:t>
          </a:r>
          <a:r>
            <a:rPr lang="en-IN" dirty="0">
              <a:solidFill>
                <a:srgbClr val="000000"/>
              </a:solidFill>
            </a:rPr>
            <a:t>.</a:t>
          </a:r>
          <a:endParaRPr lang="en-US" dirty="0"/>
        </a:p>
      </dgm:t>
    </dgm:pt>
    <dgm:pt modelId="{36598191-356D-4507-9D42-00AE7A8F6364}" type="parTrans" cxnId="{528F6D1A-CB87-43CA-80E4-33C7A13711C0}">
      <dgm:prSet/>
      <dgm:spPr/>
    </dgm:pt>
    <dgm:pt modelId="{B6FD5A5E-BB74-4AFF-8F39-9B447B624AF6}" type="sibTrans" cxnId="{528F6D1A-CB87-43CA-80E4-33C7A13711C0}">
      <dgm:prSet/>
      <dgm:spPr/>
    </dgm:pt>
    <dgm:pt modelId="{33A8B12B-FEFF-4A4B-988E-2E0A309885BA}" type="pres">
      <dgm:prSet presAssocID="{38CAF228-C70E-43C4-B248-C2DCC42C6A87}" presName="linear" presStyleCnt="0">
        <dgm:presLayoutVars>
          <dgm:animLvl val="lvl"/>
          <dgm:resizeHandles val="exact"/>
        </dgm:presLayoutVars>
      </dgm:prSet>
      <dgm:spPr/>
    </dgm:pt>
    <dgm:pt modelId="{09F7F36D-C0E7-40B5-8537-A50273CE2246}" type="pres">
      <dgm:prSet presAssocID="{49BD279B-5107-4DEA-BC07-123CC51F30E9}" presName="parentText" presStyleLbl="node1" presStyleIdx="0" presStyleCnt="4">
        <dgm:presLayoutVars>
          <dgm:chMax val="0"/>
          <dgm:bulletEnabled val="1"/>
        </dgm:presLayoutVars>
      </dgm:prSet>
      <dgm:spPr/>
    </dgm:pt>
    <dgm:pt modelId="{914A5D86-9EC7-4792-A3A9-342DEC9F077E}" type="pres">
      <dgm:prSet presAssocID="{22F22127-0EFB-47E7-991D-546FE985192A}" presName="spacer" presStyleCnt="0"/>
      <dgm:spPr/>
    </dgm:pt>
    <dgm:pt modelId="{C50FCA0A-1491-4B1B-8C3E-2F92282F72DC}" type="pres">
      <dgm:prSet presAssocID="{EF5FF8D7-C6E1-46BE-9E75-BC99846B8D2F}" presName="parentText" presStyleLbl="node1" presStyleIdx="1" presStyleCnt="4">
        <dgm:presLayoutVars>
          <dgm:chMax val="0"/>
          <dgm:bulletEnabled val="1"/>
        </dgm:presLayoutVars>
      </dgm:prSet>
      <dgm:spPr/>
    </dgm:pt>
    <dgm:pt modelId="{A0874EAF-7EC4-4AF9-8B7B-57216AD6C9D1}" type="pres">
      <dgm:prSet presAssocID="{AD7FA1F8-1621-4E0E-A384-0C03AF85CFF7}" presName="spacer" presStyleCnt="0"/>
      <dgm:spPr/>
    </dgm:pt>
    <dgm:pt modelId="{D2F7061F-651D-4E86-9495-14D31EDD3978}" type="pres">
      <dgm:prSet presAssocID="{367AFFF6-D04F-426B-BD7A-509131394B7E}" presName="parentText" presStyleLbl="node1" presStyleIdx="2" presStyleCnt="4">
        <dgm:presLayoutVars>
          <dgm:chMax val="0"/>
          <dgm:bulletEnabled val="1"/>
        </dgm:presLayoutVars>
      </dgm:prSet>
      <dgm:spPr/>
    </dgm:pt>
    <dgm:pt modelId="{99EFD884-0E5D-4CEE-9D1E-934FAF7F82A4}" type="pres">
      <dgm:prSet presAssocID="{A4FC84CE-5C1B-4CBB-B236-466A8C0BD54B}" presName="spacer" presStyleCnt="0"/>
      <dgm:spPr/>
    </dgm:pt>
    <dgm:pt modelId="{BF37172E-7B6E-4777-AEC3-CC9B94A06735}" type="pres">
      <dgm:prSet presAssocID="{B643FE9A-A32A-4B96-8D27-3293C9748AE2}" presName="parentText" presStyleLbl="node1" presStyleIdx="3" presStyleCnt="4">
        <dgm:presLayoutVars>
          <dgm:chMax val="0"/>
          <dgm:bulletEnabled val="1"/>
        </dgm:presLayoutVars>
      </dgm:prSet>
      <dgm:spPr/>
    </dgm:pt>
  </dgm:ptLst>
  <dgm:cxnLst>
    <dgm:cxn modelId="{5D561A0D-B873-416C-A868-90DCA863E698}" srcId="{38CAF228-C70E-43C4-B248-C2DCC42C6A87}" destId="{49BD279B-5107-4DEA-BC07-123CC51F30E9}" srcOrd="0" destOrd="0" parTransId="{13C22562-716F-4D3C-8425-030582DE48BE}" sibTransId="{22F22127-0EFB-47E7-991D-546FE985192A}"/>
    <dgm:cxn modelId="{0A4AFB18-97FF-433B-B556-59431DEC9BD3}" type="presOf" srcId="{B643FE9A-A32A-4B96-8D27-3293C9748AE2}" destId="{BF37172E-7B6E-4777-AEC3-CC9B94A06735}" srcOrd="0" destOrd="0" presId="urn:microsoft.com/office/officeart/2005/8/layout/vList2"/>
    <dgm:cxn modelId="{528F6D1A-CB87-43CA-80E4-33C7A13711C0}" srcId="{38CAF228-C70E-43C4-B248-C2DCC42C6A87}" destId="{B643FE9A-A32A-4B96-8D27-3293C9748AE2}" srcOrd="3" destOrd="0" parTransId="{36598191-356D-4507-9D42-00AE7A8F6364}" sibTransId="{B6FD5A5E-BB74-4AFF-8F39-9B447B624AF6}"/>
    <dgm:cxn modelId="{67DB9C30-FA80-4F9F-A488-674D15806180}" type="presOf" srcId="{367AFFF6-D04F-426B-BD7A-509131394B7E}" destId="{D2F7061F-651D-4E86-9495-14D31EDD3978}" srcOrd="0" destOrd="0" presId="urn:microsoft.com/office/officeart/2005/8/layout/vList2"/>
    <dgm:cxn modelId="{C566DC95-5A27-4348-BE9B-B1F7DAA2CD48}" type="presOf" srcId="{EF5FF8D7-C6E1-46BE-9E75-BC99846B8D2F}" destId="{C50FCA0A-1491-4B1B-8C3E-2F92282F72DC}" srcOrd="0" destOrd="0" presId="urn:microsoft.com/office/officeart/2005/8/layout/vList2"/>
    <dgm:cxn modelId="{4DF3B2CF-AEFC-4417-BDA4-6F80081CFF76}" type="presOf" srcId="{49BD279B-5107-4DEA-BC07-123CC51F30E9}" destId="{09F7F36D-C0E7-40B5-8537-A50273CE2246}" srcOrd="0" destOrd="0" presId="urn:microsoft.com/office/officeart/2005/8/layout/vList2"/>
    <dgm:cxn modelId="{50DB15E2-C0DC-46B3-B56F-8E8C37C2C5FF}" srcId="{38CAF228-C70E-43C4-B248-C2DCC42C6A87}" destId="{367AFFF6-D04F-426B-BD7A-509131394B7E}" srcOrd="2" destOrd="0" parTransId="{8FBCEEDA-6FA5-473E-B4DC-64ABA20BC0DC}" sibTransId="{A4FC84CE-5C1B-4CBB-B236-466A8C0BD54B}"/>
    <dgm:cxn modelId="{C2B42FE5-1F02-4DCD-A335-C7C120C6B5D0}" type="presOf" srcId="{38CAF228-C70E-43C4-B248-C2DCC42C6A87}" destId="{33A8B12B-FEFF-4A4B-988E-2E0A309885BA}" srcOrd="0" destOrd="0" presId="urn:microsoft.com/office/officeart/2005/8/layout/vList2"/>
    <dgm:cxn modelId="{FB3E8DF3-4F6A-48A1-A035-58D053AE8A4F}" srcId="{38CAF228-C70E-43C4-B248-C2DCC42C6A87}" destId="{EF5FF8D7-C6E1-46BE-9E75-BC99846B8D2F}" srcOrd="1" destOrd="0" parTransId="{3117471B-FED7-4D17-A1B0-BD523B4A7861}" sibTransId="{AD7FA1F8-1621-4E0E-A384-0C03AF85CFF7}"/>
    <dgm:cxn modelId="{2805EBAB-9210-49F0-92F8-14DD0EC61266}" type="presParOf" srcId="{33A8B12B-FEFF-4A4B-988E-2E0A309885BA}" destId="{09F7F36D-C0E7-40B5-8537-A50273CE2246}" srcOrd="0" destOrd="0" presId="urn:microsoft.com/office/officeart/2005/8/layout/vList2"/>
    <dgm:cxn modelId="{7D21CBB4-735E-4D68-A21D-9427C78558B7}" type="presParOf" srcId="{33A8B12B-FEFF-4A4B-988E-2E0A309885BA}" destId="{914A5D86-9EC7-4792-A3A9-342DEC9F077E}" srcOrd="1" destOrd="0" presId="urn:microsoft.com/office/officeart/2005/8/layout/vList2"/>
    <dgm:cxn modelId="{D759B4B8-AD7A-401D-AE77-F39C349632D5}" type="presParOf" srcId="{33A8B12B-FEFF-4A4B-988E-2E0A309885BA}" destId="{C50FCA0A-1491-4B1B-8C3E-2F92282F72DC}" srcOrd="2" destOrd="0" presId="urn:microsoft.com/office/officeart/2005/8/layout/vList2"/>
    <dgm:cxn modelId="{940A2FB0-3415-480A-878F-91D33FAB92F3}" type="presParOf" srcId="{33A8B12B-FEFF-4A4B-988E-2E0A309885BA}" destId="{A0874EAF-7EC4-4AF9-8B7B-57216AD6C9D1}" srcOrd="3" destOrd="0" presId="urn:microsoft.com/office/officeart/2005/8/layout/vList2"/>
    <dgm:cxn modelId="{03D880BF-E776-463A-98F4-A4CE19C591A1}" type="presParOf" srcId="{33A8B12B-FEFF-4A4B-988E-2E0A309885BA}" destId="{D2F7061F-651D-4E86-9495-14D31EDD3978}" srcOrd="4" destOrd="0" presId="urn:microsoft.com/office/officeart/2005/8/layout/vList2"/>
    <dgm:cxn modelId="{3FCBC953-2D9C-4D13-8A7C-FE2D2D4F7AE1}" type="presParOf" srcId="{33A8B12B-FEFF-4A4B-988E-2E0A309885BA}" destId="{99EFD884-0E5D-4CEE-9D1E-934FAF7F82A4}" srcOrd="5" destOrd="0" presId="urn:microsoft.com/office/officeart/2005/8/layout/vList2"/>
    <dgm:cxn modelId="{49984CB1-4117-4D86-BDD1-94B069FAA4CE}" type="presParOf" srcId="{33A8B12B-FEFF-4A4B-988E-2E0A309885BA}" destId="{BF37172E-7B6E-4777-AEC3-CC9B94A06735}"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CAF228-C70E-43C4-B248-C2DCC42C6A87}"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9BD279B-5107-4DEA-BC07-123CC51F30E9}">
      <dgm:prSet/>
      <dgm:spPr/>
      <dgm:t>
        <a:bodyPr/>
        <a:lstStyle/>
        <a:p>
          <a:r>
            <a:rPr lang="en-US" dirty="0">
              <a:solidFill>
                <a:srgbClr val="000000"/>
              </a:solidFill>
              <a:latin typeface="Calibri"/>
            </a:rPr>
            <a:t>Data preprocessing in natural language processing (</a:t>
          </a:r>
          <a:r>
            <a:rPr lang="en-US" dirty="0">
              <a:solidFill>
                <a:srgbClr val="000000"/>
              </a:solidFill>
            </a:rPr>
            <a:t>NLP</a:t>
          </a:r>
          <a:r>
            <a:rPr lang="en-US" dirty="0">
              <a:solidFill>
                <a:srgbClr val="000000"/>
              </a:solidFill>
              <a:latin typeface="Calibri"/>
            </a:rPr>
            <a:t>) refers to a series of steps and techniques used to clean, transform, and prepare raw text data </a:t>
          </a:r>
          <a:r>
            <a:rPr lang="en-US" dirty="0">
              <a:solidFill>
                <a:srgbClr val="000000"/>
              </a:solidFill>
            </a:rPr>
            <a:t>for</a:t>
          </a:r>
          <a:r>
            <a:rPr lang="en-US" dirty="0">
              <a:solidFill>
                <a:srgbClr val="000000"/>
              </a:solidFill>
              <a:latin typeface="Calibri"/>
            </a:rPr>
            <a:t> analysis </a:t>
          </a:r>
          <a:r>
            <a:rPr lang="en-US" dirty="0">
              <a:solidFill>
                <a:srgbClr val="000000"/>
              </a:solidFill>
            </a:rPr>
            <a:t>and</a:t>
          </a:r>
          <a:r>
            <a:rPr lang="en-US" dirty="0">
              <a:solidFill>
                <a:srgbClr val="000000"/>
              </a:solidFill>
              <a:latin typeface="Calibri"/>
            </a:rPr>
            <a:t> modeling</a:t>
          </a:r>
          <a:r>
            <a:rPr lang="en-US" dirty="0">
              <a:solidFill>
                <a:srgbClr val="000000"/>
              </a:solidFill>
            </a:rPr>
            <a:t>.</a:t>
          </a:r>
        </a:p>
      </dgm:t>
    </dgm:pt>
    <dgm:pt modelId="{13C22562-716F-4D3C-8425-030582DE48BE}" type="parTrans" cxnId="{5D561A0D-B873-416C-A868-90DCA863E698}">
      <dgm:prSet/>
      <dgm:spPr/>
      <dgm:t>
        <a:bodyPr/>
        <a:lstStyle/>
        <a:p>
          <a:endParaRPr lang="en-US"/>
        </a:p>
      </dgm:t>
    </dgm:pt>
    <dgm:pt modelId="{22F22127-0EFB-47E7-991D-546FE985192A}" type="sibTrans" cxnId="{5D561A0D-B873-416C-A868-90DCA863E698}">
      <dgm:prSet/>
      <dgm:spPr/>
      <dgm:t>
        <a:bodyPr/>
        <a:lstStyle/>
        <a:p>
          <a:endParaRPr lang="en-US"/>
        </a:p>
      </dgm:t>
    </dgm:pt>
    <dgm:pt modelId="{D2C391DB-2310-4ACB-8D6E-E89B85158A96}">
      <dgm:prSet phldr="0"/>
      <dgm:spPr/>
      <dgm:t>
        <a:bodyPr/>
        <a:lstStyle/>
        <a:p>
          <a:pPr rtl="0"/>
          <a:r>
            <a:rPr lang="en-IN" dirty="0">
              <a:solidFill>
                <a:srgbClr val="000000"/>
              </a:solidFill>
              <a:latin typeface="Calibri"/>
            </a:rPr>
            <a:t>It is a crucial step in the NLP pipeline as it helps ensure the quality and suitability of the data for various NLP tasks and machine learning models. </a:t>
          </a:r>
          <a:endParaRPr lang="en-US" dirty="0">
            <a:solidFill>
              <a:srgbClr val="000000"/>
            </a:solidFill>
            <a:latin typeface="Calibri"/>
          </a:endParaRPr>
        </a:p>
      </dgm:t>
    </dgm:pt>
    <dgm:pt modelId="{7287249D-43FA-400C-90AB-142AB009087F}" type="parTrans" cxnId="{6C9CE01E-1835-44E6-87A7-C3F1A3964231}">
      <dgm:prSet/>
      <dgm:spPr/>
    </dgm:pt>
    <dgm:pt modelId="{F966B315-1609-47BB-B110-11888089DE1D}" type="sibTrans" cxnId="{6C9CE01E-1835-44E6-87A7-C3F1A3964231}">
      <dgm:prSet/>
      <dgm:spPr/>
    </dgm:pt>
    <dgm:pt modelId="{33A8B12B-FEFF-4A4B-988E-2E0A309885BA}" type="pres">
      <dgm:prSet presAssocID="{38CAF228-C70E-43C4-B248-C2DCC42C6A87}" presName="linear" presStyleCnt="0">
        <dgm:presLayoutVars>
          <dgm:animLvl val="lvl"/>
          <dgm:resizeHandles val="exact"/>
        </dgm:presLayoutVars>
      </dgm:prSet>
      <dgm:spPr/>
    </dgm:pt>
    <dgm:pt modelId="{09F7F36D-C0E7-40B5-8537-A50273CE2246}" type="pres">
      <dgm:prSet presAssocID="{49BD279B-5107-4DEA-BC07-123CC51F30E9}" presName="parentText" presStyleLbl="node1" presStyleIdx="0" presStyleCnt="2">
        <dgm:presLayoutVars>
          <dgm:chMax val="0"/>
          <dgm:bulletEnabled val="1"/>
        </dgm:presLayoutVars>
      </dgm:prSet>
      <dgm:spPr/>
    </dgm:pt>
    <dgm:pt modelId="{70231846-40CE-4584-AAC3-B1C5406B819A}" type="pres">
      <dgm:prSet presAssocID="{22F22127-0EFB-47E7-991D-546FE985192A}" presName="spacer" presStyleCnt="0"/>
      <dgm:spPr/>
    </dgm:pt>
    <dgm:pt modelId="{5EBF79D4-7D15-4CAB-877B-375DC1CA478F}" type="pres">
      <dgm:prSet presAssocID="{D2C391DB-2310-4ACB-8D6E-E89B85158A96}" presName="parentText" presStyleLbl="node1" presStyleIdx="1" presStyleCnt="2">
        <dgm:presLayoutVars>
          <dgm:chMax val="0"/>
          <dgm:bulletEnabled val="1"/>
        </dgm:presLayoutVars>
      </dgm:prSet>
      <dgm:spPr/>
    </dgm:pt>
  </dgm:ptLst>
  <dgm:cxnLst>
    <dgm:cxn modelId="{5D561A0D-B873-416C-A868-90DCA863E698}" srcId="{38CAF228-C70E-43C4-B248-C2DCC42C6A87}" destId="{49BD279B-5107-4DEA-BC07-123CC51F30E9}" srcOrd="0" destOrd="0" parTransId="{13C22562-716F-4D3C-8425-030582DE48BE}" sibTransId="{22F22127-0EFB-47E7-991D-546FE985192A}"/>
    <dgm:cxn modelId="{067B9619-FEA3-411F-8F9A-A4A700FDA651}" type="presOf" srcId="{49BD279B-5107-4DEA-BC07-123CC51F30E9}" destId="{09F7F36D-C0E7-40B5-8537-A50273CE2246}" srcOrd="0" destOrd="0" presId="urn:microsoft.com/office/officeart/2005/8/layout/vList2"/>
    <dgm:cxn modelId="{6C9CE01E-1835-44E6-87A7-C3F1A3964231}" srcId="{38CAF228-C70E-43C4-B248-C2DCC42C6A87}" destId="{D2C391DB-2310-4ACB-8D6E-E89B85158A96}" srcOrd="1" destOrd="0" parTransId="{7287249D-43FA-400C-90AB-142AB009087F}" sibTransId="{F966B315-1609-47BB-B110-11888089DE1D}"/>
    <dgm:cxn modelId="{A66392DE-B7A2-490F-9D9B-4BD16D66CB07}" type="presOf" srcId="{D2C391DB-2310-4ACB-8D6E-E89B85158A96}" destId="{5EBF79D4-7D15-4CAB-877B-375DC1CA478F}" srcOrd="0" destOrd="0" presId="urn:microsoft.com/office/officeart/2005/8/layout/vList2"/>
    <dgm:cxn modelId="{C2B42FE5-1F02-4DCD-A335-C7C120C6B5D0}" type="presOf" srcId="{38CAF228-C70E-43C4-B248-C2DCC42C6A87}" destId="{33A8B12B-FEFF-4A4B-988E-2E0A309885BA}" srcOrd="0" destOrd="0" presId="urn:microsoft.com/office/officeart/2005/8/layout/vList2"/>
    <dgm:cxn modelId="{C5BC55C6-2710-4042-B7C8-D2DA17DBF798}" type="presParOf" srcId="{33A8B12B-FEFF-4A4B-988E-2E0A309885BA}" destId="{09F7F36D-C0E7-40B5-8537-A50273CE2246}" srcOrd="0" destOrd="0" presId="urn:microsoft.com/office/officeart/2005/8/layout/vList2"/>
    <dgm:cxn modelId="{DFB523D6-7741-43F8-B1E5-566E23273579}" type="presParOf" srcId="{33A8B12B-FEFF-4A4B-988E-2E0A309885BA}" destId="{70231846-40CE-4584-AAC3-B1C5406B819A}" srcOrd="1" destOrd="0" presId="urn:microsoft.com/office/officeart/2005/8/layout/vList2"/>
    <dgm:cxn modelId="{65AAB973-2654-46DD-BFB8-79512C87838C}" type="presParOf" srcId="{33A8B12B-FEFF-4A4B-988E-2E0A309885BA}" destId="{5EBF79D4-7D15-4CAB-877B-375DC1CA478F}"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8CAF228-C70E-43C4-B248-C2DCC42C6A87}"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9BD279B-5107-4DEA-BC07-123CC51F30E9}">
      <dgm:prSet/>
      <dgm:spPr/>
      <dgm:t>
        <a:bodyPr/>
        <a:lstStyle/>
        <a:p>
          <a:pPr rtl="0"/>
          <a:r>
            <a:rPr lang="en-US" dirty="0">
              <a:solidFill>
                <a:srgbClr val="000000"/>
              </a:solidFill>
              <a:latin typeface="Calibri"/>
            </a:rPr>
            <a:t>Text Cleaning</a:t>
          </a:r>
          <a:endParaRPr lang="en-US" dirty="0">
            <a:solidFill>
              <a:srgbClr val="000000"/>
            </a:solidFill>
          </a:endParaRPr>
        </a:p>
      </dgm:t>
    </dgm:pt>
    <dgm:pt modelId="{13C22562-716F-4D3C-8425-030582DE48BE}" type="parTrans" cxnId="{5D561A0D-B873-416C-A868-90DCA863E698}">
      <dgm:prSet/>
      <dgm:spPr/>
      <dgm:t>
        <a:bodyPr/>
        <a:lstStyle/>
        <a:p>
          <a:endParaRPr lang="en-US"/>
        </a:p>
      </dgm:t>
    </dgm:pt>
    <dgm:pt modelId="{22F22127-0EFB-47E7-991D-546FE985192A}" type="sibTrans" cxnId="{5D561A0D-B873-416C-A868-90DCA863E698}">
      <dgm:prSet/>
      <dgm:spPr/>
      <dgm:t>
        <a:bodyPr/>
        <a:lstStyle/>
        <a:p>
          <a:endParaRPr lang="en-US"/>
        </a:p>
      </dgm:t>
    </dgm:pt>
    <dgm:pt modelId="{F00649B5-9B64-4B46-B9E1-43B187349D59}">
      <dgm:prSet phldr="0"/>
      <dgm:spPr/>
      <dgm:t>
        <a:bodyPr/>
        <a:lstStyle/>
        <a:p>
          <a:r>
            <a:rPr lang="en-US" dirty="0">
              <a:latin typeface="Calibri"/>
            </a:rPr>
            <a:t>Tokenization</a:t>
          </a:r>
        </a:p>
      </dgm:t>
    </dgm:pt>
    <dgm:pt modelId="{97C8492F-240F-4B2B-AFD2-EA012CB59778}" type="parTrans" cxnId="{6410DD69-4496-45AE-B528-20F32ECC8EE3}">
      <dgm:prSet/>
      <dgm:spPr/>
    </dgm:pt>
    <dgm:pt modelId="{8AC88901-64E4-4289-9637-B83E032BC63B}" type="sibTrans" cxnId="{6410DD69-4496-45AE-B528-20F32ECC8EE3}">
      <dgm:prSet/>
      <dgm:spPr/>
    </dgm:pt>
    <dgm:pt modelId="{AB74A89E-1B1B-406D-B714-1AA1482A5AD5}">
      <dgm:prSet phldr="0"/>
      <dgm:spPr/>
      <dgm:t>
        <a:bodyPr/>
        <a:lstStyle/>
        <a:p>
          <a:pPr rtl="0"/>
          <a:r>
            <a:rPr lang="en-US" dirty="0">
              <a:latin typeface="Calibri"/>
            </a:rPr>
            <a:t>Handling Missing Data</a:t>
          </a:r>
        </a:p>
      </dgm:t>
    </dgm:pt>
    <dgm:pt modelId="{A55E6BBA-E79F-40C8-AEF8-64E53902F097}" type="parTrans" cxnId="{D1CD7351-4240-4E55-89AF-3C7CFC0FD1BF}">
      <dgm:prSet/>
      <dgm:spPr/>
    </dgm:pt>
    <dgm:pt modelId="{63A3D54B-6D82-4C83-B93F-CFE92EABE83B}" type="sibTrans" cxnId="{D1CD7351-4240-4E55-89AF-3C7CFC0FD1BF}">
      <dgm:prSet/>
      <dgm:spPr/>
    </dgm:pt>
    <dgm:pt modelId="{6B473DA0-B540-485E-B13E-BFC2C412CEA4}">
      <dgm:prSet phldr="0"/>
      <dgm:spPr/>
      <dgm:t>
        <a:bodyPr/>
        <a:lstStyle/>
        <a:p>
          <a:pPr rtl="0"/>
          <a:r>
            <a:rPr lang="en-US" dirty="0">
              <a:latin typeface="Calibri"/>
            </a:rPr>
            <a:t>Stop-Word Removal</a:t>
          </a:r>
        </a:p>
      </dgm:t>
    </dgm:pt>
    <dgm:pt modelId="{96948D66-C326-4071-8B2C-A4CE611121CF}" type="parTrans" cxnId="{22F71C5C-168F-4461-A80C-ABE4A41B82F9}">
      <dgm:prSet/>
      <dgm:spPr/>
    </dgm:pt>
    <dgm:pt modelId="{305B4543-77AF-4A05-A064-B20A1A42E580}" type="sibTrans" cxnId="{22F71C5C-168F-4461-A80C-ABE4A41B82F9}">
      <dgm:prSet/>
      <dgm:spPr/>
    </dgm:pt>
    <dgm:pt modelId="{85CE95B2-BF08-4538-BFE9-52B643C704DD}">
      <dgm:prSet phldr="0"/>
      <dgm:spPr/>
      <dgm:t>
        <a:bodyPr/>
        <a:lstStyle/>
        <a:p>
          <a:pPr rtl="0"/>
          <a:r>
            <a:rPr lang="en-US" dirty="0">
              <a:latin typeface="Calibri"/>
            </a:rPr>
            <a:t>Stemming &amp; Lemmatization</a:t>
          </a:r>
        </a:p>
      </dgm:t>
    </dgm:pt>
    <dgm:pt modelId="{948F52A6-AF5B-48CB-98C2-CB3FDF714A10}" type="parTrans" cxnId="{8C6CE1C8-FF3A-4A02-BA32-B7591933D13D}">
      <dgm:prSet/>
      <dgm:spPr/>
    </dgm:pt>
    <dgm:pt modelId="{C6818C82-08AC-45DF-A2DC-BAB3C84683B5}" type="sibTrans" cxnId="{8C6CE1C8-FF3A-4A02-BA32-B7591933D13D}">
      <dgm:prSet/>
      <dgm:spPr/>
    </dgm:pt>
    <dgm:pt modelId="{F96368FF-8F9A-4F5A-84B6-E02F518006E9}">
      <dgm:prSet phldr="0"/>
      <dgm:spPr/>
      <dgm:t>
        <a:bodyPr/>
        <a:lstStyle/>
        <a:p>
          <a:pPr rtl="0"/>
          <a:r>
            <a:rPr lang="en-US" dirty="0">
              <a:latin typeface="Calibri"/>
            </a:rPr>
            <a:t>Removing Duplicates</a:t>
          </a:r>
          <a:endParaRPr lang="en-US" dirty="0"/>
        </a:p>
      </dgm:t>
    </dgm:pt>
    <dgm:pt modelId="{C2BEB6F0-C386-4959-863E-FDC9C30FA24B}" type="parTrans" cxnId="{C93888DA-1089-48D2-866A-7A2890271395}">
      <dgm:prSet/>
      <dgm:spPr/>
    </dgm:pt>
    <dgm:pt modelId="{DF01F03F-CAC5-42AF-99E7-7145A1E93E46}" type="sibTrans" cxnId="{C93888DA-1089-48D2-866A-7A2890271395}">
      <dgm:prSet/>
      <dgm:spPr/>
    </dgm:pt>
    <dgm:pt modelId="{21C0A939-7381-488C-84B6-7C632CBEEFFA}">
      <dgm:prSet phldr="0"/>
      <dgm:spPr/>
      <dgm:t>
        <a:bodyPr/>
        <a:lstStyle/>
        <a:p>
          <a:pPr rtl="0"/>
          <a:r>
            <a:rPr lang="en-US" dirty="0">
              <a:latin typeface="Calibri"/>
            </a:rPr>
            <a:t>Text Normalization</a:t>
          </a:r>
        </a:p>
      </dgm:t>
    </dgm:pt>
    <dgm:pt modelId="{50898BF0-14AC-41B1-B149-758078EF9800}" type="parTrans" cxnId="{5F54685C-3639-40A2-B18C-274C9F56496F}">
      <dgm:prSet/>
      <dgm:spPr/>
    </dgm:pt>
    <dgm:pt modelId="{61F400BA-F429-45C7-A397-5818DE8598D6}" type="sibTrans" cxnId="{5F54685C-3639-40A2-B18C-274C9F56496F}">
      <dgm:prSet/>
      <dgm:spPr/>
    </dgm:pt>
    <dgm:pt modelId="{011BE69A-D93F-4CAD-9B19-F326D688B33E}">
      <dgm:prSet phldr="0"/>
      <dgm:spPr/>
      <dgm:t>
        <a:bodyPr/>
        <a:lstStyle/>
        <a:p>
          <a:pPr rtl="0"/>
          <a:r>
            <a:rPr lang="en-US" dirty="0">
              <a:latin typeface="Calibri"/>
            </a:rPr>
            <a:t>Removing Irrelevant Information</a:t>
          </a:r>
        </a:p>
      </dgm:t>
    </dgm:pt>
    <dgm:pt modelId="{1F1143A4-79E4-4FB8-8F6E-150FDCDD2F02}" type="parTrans" cxnId="{F19D06A1-AA0E-4963-83AA-94E7BF5DD11A}">
      <dgm:prSet/>
      <dgm:spPr/>
    </dgm:pt>
    <dgm:pt modelId="{5C57F20B-3AE8-41BE-9097-78A57890AF37}" type="sibTrans" cxnId="{F19D06A1-AA0E-4963-83AA-94E7BF5DD11A}">
      <dgm:prSet/>
      <dgm:spPr/>
    </dgm:pt>
    <dgm:pt modelId="{823CAB5B-277F-43BD-8968-56A97B278D96}">
      <dgm:prSet phldr="0"/>
      <dgm:spPr/>
      <dgm:t>
        <a:bodyPr/>
        <a:lstStyle/>
        <a:p>
          <a:pPr rtl="0"/>
          <a:r>
            <a:rPr lang="en-US" dirty="0">
              <a:latin typeface="Calibri"/>
            </a:rPr>
            <a:t>Data Splitting</a:t>
          </a:r>
        </a:p>
      </dgm:t>
    </dgm:pt>
    <dgm:pt modelId="{C4435A71-DCEC-44F0-B225-4591F9BCCF5C}" type="parTrans" cxnId="{3A4C8786-5166-4F1F-A33D-DE3B7A7F6A44}">
      <dgm:prSet/>
      <dgm:spPr/>
    </dgm:pt>
    <dgm:pt modelId="{5992B1F6-FC04-48ED-A898-2B05372FD7D6}" type="sibTrans" cxnId="{3A4C8786-5166-4F1F-A33D-DE3B7A7F6A44}">
      <dgm:prSet/>
      <dgm:spPr/>
    </dgm:pt>
    <dgm:pt modelId="{33A8B12B-FEFF-4A4B-988E-2E0A309885BA}" type="pres">
      <dgm:prSet presAssocID="{38CAF228-C70E-43C4-B248-C2DCC42C6A87}" presName="linear" presStyleCnt="0">
        <dgm:presLayoutVars>
          <dgm:animLvl val="lvl"/>
          <dgm:resizeHandles val="exact"/>
        </dgm:presLayoutVars>
      </dgm:prSet>
      <dgm:spPr/>
    </dgm:pt>
    <dgm:pt modelId="{09F7F36D-C0E7-40B5-8537-A50273CE2246}" type="pres">
      <dgm:prSet presAssocID="{49BD279B-5107-4DEA-BC07-123CC51F30E9}" presName="parentText" presStyleLbl="node1" presStyleIdx="0" presStyleCnt="9">
        <dgm:presLayoutVars>
          <dgm:chMax val="0"/>
          <dgm:bulletEnabled val="1"/>
        </dgm:presLayoutVars>
      </dgm:prSet>
      <dgm:spPr/>
    </dgm:pt>
    <dgm:pt modelId="{F297482B-1D9C-44FE-AAD8-E5440D0F411E}" type="pres">
      <dgm:prSet presAssocID="{22F22127-0EFB-47E7-991D-546FE985192A}" presName="spacer" presStyleCnt="0"/>
      <dgm:spPr/>
    </dgm:pt>
    <dgm:pt modelId="{FFE3ABA5-1848-4D73-B31E-D7EEA859A44B}" type="pres">
      <dgm:prSet presAssocID="{F00649B5-9B64-4B46-B9E1-43B187349D59}" presName="parentText" presStyleLbl="node1" presStyleIdx="1" presStyleCnt="9">
        <dgm:presLayoutVars>
          <dgm:chMax val="0"/>
          <dgm:bulletEnabled val="1"/>
        </dgm:presLayoutVars>
      </dgm:prSet>
      <dgm:spPr/>
    </dgm:pt>
    <dgm:pt modelId="{FC46A491-82E7-4D17-9171-9269F0BAD8FC}" type="pres">
      <dgm:prSet presAssocID="{8AC88901-64E4-4289-9637-B83E032BC63B}" presName="spacer" presStyleCnt="0"/>
      <dgm:spPr/>
    </dgm:pt>
    <dgm:pt modelId="{88F85A5F-3498-46AA-B256-CB90EC26CDFC}" type="pres">
      <dgm:prSet presAssocID="{6B473DA0-B540-485E-B13E-BFC2C412CEA4}" presName="parentText" presStyleLbl="node1" presStyleIdx="2" presStyleCnt="9">
        <dgm:presLayoutVars>
          <dgm:chMax val="0"/>
          <dgm:bulletEnabled val="1"/>
        </dgm:presLayoutVars>
      </dgm:prSet>
      <dgm:spPr/>
    </dgm:pt>
    <dgm:pt modelId="{DCCBAE7D-118E-4BAB-8C41-4C45F6F2C23F}" type="pres">
      <dgm:prSet presAssocID="{305B4543-77AF-4A05-A064-B20A1A42E580}" presName="spacer" presStyleCnt="0"/>
      <dgm:spPr/>
    </dgm:pt>
    <dgm:pt modelId="{8BE0F7C1-82B6-414D-95FB-A58AC1AB2C29}" type="pres">
      <dgm:prSet presAssocID="{85CE95B2-BF08-4538-BFE9-52B643C704DD}" presName="parentText" presStyleLbl="node1" presStyleIdx="3" presStyleCnt="9">
        <dgm:presLayoutVars>
          <dgm:chMax val="0"/>
          <dgm:bulletEnabled val="1"/>
        </dgm:presLayoutVars>
      </dgm:prSet>
      <dgm:spPr/>
    </dgm:pt>
    <dgm:pt modelId="{7059CC7D-B6DF-4B68-8E39-6440DD18D4BA}" type="pres">
      <dgm:prSet presAssocID="{C6818C82-08AC-45DF-A2DC-BAB3C84683B5}" presName="spacer" presStyleCnt="0"/>
      <dgm:spPr/>
    </dgm:pt>
    <dgm:pt modelId="{B6FFB93F-A8F9-4C09-91D4-88876616B686}" type="pres">
      <dgm:prSet presAssocID="{AB74A89E-1B1B-406D-B714-1AA1482A5AD5}" presName="parentText" presStyleLbl="node1" presStyleIdx="4" presStyleCnt="9">
        <dgm:presLayoutVars>
          <dgm:chMax val="0"/>
          <dgm:bulletEnabled val="1"/>
        </dgm:presLayoutVars>
      </dgm:prSet>
      <dgm:spPr/>
    </dgm:pt>
    <dgm:pt modelId="{92E88934-40C8-472F-A8E0-6C0BD5C2949A}" type="pres">
      <dgm:prSet presAssocID="{63A3D54B-6D82-4C83-B93F-CFE92EABE83B}" presName="spacer" presStyleCnt="0"/>
      <dgm:spPr/>
    </dgm:pt>
    <dgm:pt modelId="{4E740EB7-3DDC-4F30-B5BF-72916F8D009F}" type="pres">
      <dgm:prSet presAssocID="{F96368FF-8F9A-4F5A-84B6-E02F518006E9}" presName="parentText" presStyleLbl="node1" presStyleIdx="5" presStyleCnt="9">
        <dgm:presLayoutVars>
          <dgm:chMax val="0"/>
          <dgm:bulletEnabled val="1"/>
        </dgm:presLayoutVars>
      </dgm:prSet>
      <dgm:spPr/>
    </dgm:pt>
    <dgm:pt modelId="{55AB4C92-5349-4146-B599-E36CCA2376AB}" type="pres">
      <dgm:prSet presAssocID="{DF01F03F-CAC5-42AF-99E7-7145A1E93E46}" presName="spacer" presStyleCnt="0"/>
      <dgm:spPr/>
    </dgm:pt>
    <dgm:pt modelId="{60ACCCE3-768C-4D7E-86EF-8E558419F9A6}" type="pres">
      <dgm:prSet presAssocID="{21C0A939-7381-488C-84B6-7C632CBEEFFA}" presName="parentText" presStyleLbl="node1" presStyleIdx="6" presStyleCnt="9">
        <dgm:presLayoutVars>
          <dgm:chMax val="0"/>
          <dgm:bulletEnabled val="1"/>
        </dgm:presLayoutVars>
      </dgm:prSet>
      <dgm:spPr/>
    </dgm:pt>
    <dgm:pt modelId="{7F9005FF-A542-4B28-8CD8-A3A7BCAD3108}" type="pres">
      <dgm:prSet presAssocID="{61F400BA-F429-45C7-A397-5818DE8598D6}" presName="spacer" presStyleCnt="0"/>
      <dgm:spPr/>
    </dgm:pt>
    <dgm:pt modelId="{62844AD1-929E-4010-A7BC-FAA3D1873B84}" type="pres">
      <dgm:prSet presAssocID="{011BE69A-D93F-4CAD-9B19-F326D688B33E}" presName="parentText" presStyleLbl="node1" presStyleIdx="7" presStyleCnt="9">
        <dgm:presLayoutVars>
          <dgm:chMax val="0"/>
          <dgm:bulletEnabled val="1"/>
        </dgm:presLayoutVars>
      </dgm:prSet>
      <dgm:spPr/>
    </dgm:pt>
    <dgm:pt modelId="{4CEA2F69-F185-4494-8BD7-78E6C46DE8ED}" type="pres">
      <dgm:prSet presAssocID="{5C57F20B-3AE8-41BE-9097-78A57890AF37}" presName="spacer" presStyleCnt="0"/>
      <dgm:spPr/>
    </dgm:pt>
    <dgm:pt modelId="{6A4E7CD6-EBDC-4901-90F9-5A46ECF379B1}" type="pres">
      <dgm:prSet presAssocID="{823CAB5B-277F-43BD-8968-56A97B278D96}" presName="parentText" presStyleLbl="node1" presStyleIdx="8" presStyleCnt="9">
        <dgm:presLayoutVars>
          <dgm:chMax val="0"/>
          <dgm:bulletEnabled val="1"/>
        </dgm:presLayoutVars>
      </dgm:prSet>
      <dgm:spPr/>
    </dgm:pt>
  </dgm:ptLst>
  <dgm:cxnLst>
    <dgm:cxn modelId="{5D561A0D-B873-416C-A868-90DCA863E698}" srcId="{38CAF228-C70E-43C4-B248-C2DCC42C6A87}" destId="{49BD279B-5107-4DEA-BC07-123CC51F30E9}" srcOrd="0" destOrd="0" parTransId="{13C22562-716F-4D3C-8425-030582DE48BE}" sibTransId="{22F22127-0EFB-47E7-991D-546FE985192A}"/>
    <dgm:cxn modelId="{7E71130E-4490-452A-8238-E876883E7B39}" type="presOf" srcId="{011BE69A-D93F-4CAD-9B19-F326D688B33E}" destId="{62844AD1-929E-4010-A7BC-FAA3D1873B84}" srcOrd="0" destOrd="0" presId="urn:microsoft.com/office/officeart/2005/8/layout/vList2"/>
    <dgm:cxn modelId="{22F71C5C-168F-4461-A80C-ABE4A41B82F9}" srcId="{38CAF228-C70E-43C4-B248-C2DCC42C6A87}" destId="{6B473DA0-B540-485E-B13E-BFC2C412CEA4}" srcOrd="2" destOrd="0" parTransId="{96948D66-C326-4071-8B2C-A4CE611121CF}" sibTransId="{305B4543-77AF-4A05-A064-B20A1A42E580}"/>
    <dgm:cxn modelId="{5F54685C-3639-40A2-B18C-274C9F56496F}" srcId="{38CAF228-C70E-43C4-B248-C2DCC42C6A87}" destId="{21C0A939-7381-488C-84B6-7C632CBEEFFA}" srcOrd="6" destOrd="0" parTransId="{50898BF0-14AC-41B1-B149-758078EF9800}" sibTransId="{61F400BA-F429-45C7-A397-5818DE8598D6}"/>
    <dgm:cxn modelId="{241B9244-1473-4E95-AAC9-349BF8A2CFF9}" type="presOf" srcId="{21C0A939-7381-488C-84B6-7C632CBEEFFA}" destId="{60ACCCE3-768C-4D7E-86EF-8E558419F9A6}" srcOrd="0" destOrd="0" presId="urn:microsoft.com/office/officeart/2005/8/layout/vList2"/>
    <dgm:cxn modelId="{1095FB47-F3E1-4B20-8988-5611D45D880B}" type="presOf" srcId="{85CE95B2-BF08-4538-BFE9-52B643C704DD}" destId="{8BE0F7C1-82B6-414D-95FB-A58AC1AB2C29}" srcOrd="0" destOrd="0" presId="urn:microsoft.com/office/officeart/2005/8/layout/vList2"/>
    <dgm:cxn modelId="{6410DD69-4496-45AE-B528-20F32ECC8EE3}" srcId="{38CAF228-C70E-43C4-B248-C2DCC42C6A87}" destId="{F00649B5-9B64-4B46-B9E1-43B187349D59}" srcOrd="1" destOrd="0" parTransId="{97C8492F-240F-4B2B-AFD2-EA012CB59778}" sibTransId="{8AC88901-64E4-4289-9637-B83E032BC63B}"/>
    <dgm:cxn modelId="{D1CD7351-4240-4E55-89AF-3C7CFC0FD1BF}" srcId="{38CAF228-C70E-43C4-B248-C2DCC42C6A87}" destId="{AB74A89E-1B1B-406D-B714-1AA1482A5AD5}" srcOrd="4" destOrd="0" parTransId="{A55E6BBA-E79F-40C8-AEF8-64E53902F097}" sibTransId="{63A3D54B-6D82-4C83-B93F-CFE92EABE83B}"/>
    <dgm:cxn modelId="{FDE5D984-F7EA-4B83-B74B-76B8FBF51020}" type="presOf" srcId="{6B473DA0-B540-485E-B13E-BFC2C412CEA4}" destId="{88F85A5F-3498-46AA-B256-CB90EC26CDFC}" srcOrd="0" destOrd="0" presId="urn:microsoft.com/office/officeart/2005/8/layout/vList2"/>
    <dgm:cxn modelId="{3A4C8786-5166-4F1F-A33D-DE3B7A7F6A44}" srcId="{38CAF228-C70E-43C4-B248-C2DCC42C6A87}" destId="{823CAB5B-277F-43BD-8968-56A97B278D96}" srcOrd="8" destOrd="0" parTransId="{C4435A71-DCEC-44F0-B225-4591F9BCCF5C}" sibTransId="{5992B1F6-FC04-48ED-A898-2B05372FD7D6}"/>
    <dgm:cxn modelId="{9F42078D-355B-4E69-A9B0-20DF24B80FCA}" type="presOf" srcId="{F00649B5-9B64-4B46-B9E1-43B187349D59}" destId="{FFE3ABA5-1848-4D73-B31E-D7EEA859A44B}" srcOrd="0" destOrd="0" presId="urn:microsoft.com/office/officeart/2005/8/layout/vList2"/>
    <dgm:cxn modelId="{62ED9A96-3CB9-4B78-8C32-8E14D6A4824C}" type="presOf" srcId="{49BD279B-5107-4DEA-BC07-123CC51F30E9}" destId="{09F7F36D-C0E7-40B5-8537-A50273CE2246}" srcOrd="0" destOrd="0" presId="urn:microsoft.com/office/officeart/2005/8/layout/vList2"/>
    <dgm:cxn modelId="{F19D06A1-AA0E-4963-83AA-94E7BF5DD11A}" srcId="{38CAF228-C70E-43C4-B248-C2DCC42C6A87}" destId="{011BE69A-D93F-4CAD-9B19-F326D688B33E}" srcOrd="7" destOrd="0" parTransId="{1F1143A4-79E4-4FB8-8F6E-150FDCDD2F02}" sibTransId="{5C57F20B-3AE8-41BE-9097-78A57890AF37}"/>
    <dgm:cxn modelId="{D19F19BF-8D40-4C4D-BB76-476E649E3775}" type="presOf" srcId="{AB74A89E-1B1B-406D-B714-1AA1482A5AD5}" destId="{B6FFB93F-A8F9-4C09-91D4-88876616B686}" srcOrd="0" destOrd="0" presId="urn:microsoft.com/office/officeart/2005/8/layout/vList2"/>
    <dgm:cxn modelId="{8C6CE1C8-FF3A-4A02-BA32-B7591933D13D}" srcId="{38CAF228-C70E-43C4-B248-C2DCC42C6A87}" destId="{85CE95B2-BF08-4538-BFE9-52B643C704DD}" srcOrd="3" destOrd="0" parTransId="{948F52A6-AF5B-48CB-98C2-CB3FDF714A10}" sibTransId="{C6818C82-08AC-45DF-A2DC-BAB3C84683B5}"/>
    <dgm:cxn modelId="{9406B5D5-7530-4C1F-81D7-955361CFDBD4}" type="presOf" srcId="{823CAB5B-277F-43BD-8968-56A97B278D96}" destId="{6A4E7CD6-EBDC-4901-90F9-5A46ECF379B1}" srcOrd="0" destOrd="0" presId="urn:microsoft.com/office/officeart/2005/8/layout/vList2"/>
    <dgm:cxn modelId="{C93888DA-1089-48D2-866A-7A2890271395}" srcId="{38CAF228-C70E-43C4-B248-C2DCC42C6A87}" destId="{F96368FF-8F9A-4F5A-84B6-E02F518006E9}" srcOrd="5" destOrd="0" parTransId="{C2BEB6F0-C386-4959-863E-FDC9C30FA24B}" sibTransId="{DF01F03F-CAC5-42AF-99E7-7145A1E93E46}"/>
    <dgm:cxn modelId="{C2B42FE5-1F02-4DCD-A335-C7C120C6B5D0}" type="presOf" srcId="{38CAF228-C70E-43C4-B248-C2DCC42C6A87}" destId="{33A8B12B-FEFF-4A4B-988E-2E0A309885BA}" srcOrd="0" destOrd="0" presId="urn:microsoft.com/office/officeart/2005/8/layout/vList2"/>
    <dgm:cxn modelId="{979497E7-7421-426C-A0F4-B938945404DD}" type="presOf" srcId="{F96368FF-8F9A-4F5A-84B6-E02F518006E9}" destId="{4E740EB7-3DDC-4F30-B5BF-72916F8D009F}" srcOrd="0" destOrd="0" presId="urn:microsoft.com/office/officeart/2005/8/layout/vList2"/>
    <dgm:cxn modelId="{6DE14A95-7254-4539-8632-B94308298C2D}" type="presParOf" srcId="{33A8B12B-FEFF-4A4B-988E-2E0A309885BA}" destId="{09F7F36D-C0E7-40B5-8537-A50273CE2246}" srcOrd="0" destOrd="0" presId="urn:microsoft.com/office/officeart/2005/8/layout/vList2"/>
    <dgm:cxn modelId="{64AA4855-B817-4C97-9D38-3B8A81EDF115}" type="presParOf" srcId="{33A8B12B-FEFF-4A4B-988E-2E0A309885BA}" destId="{F297482B-1D9C-44FE-AAD8-E5440D0F411E}" srcOrd="1" destOrd="0" presId="urn:microsoft.com/office/officeart/2005/8/layout/vList2"/>
    <dgm:cxn modelId="{CA3C8C00-3FE6-41FF-B5D5-CFD6248DC223}" type="presParOf" srcId="{33A8B12B-FEFF-4A4B-988E-2E0A309885BA}" destId="{FFE3ABA5-1848-4D73-B31E-D7EEA859A44B}" srcOrd="2" destOrd="0" presId="urn:microsoft.com/office/officeart/2005/8/layout/vList2"/>
    <dgm:cxn modelId="{3508DB26-4391-4A71-AF6C-0F8AE27C69DA}" type="presParOf" srcId="{33A8B12B-FEFF-4A4B-988E-2E0A309885BA}" destId="{FC46A491-82E7-4D17-9171-9269F0BAD8FC}" srcOrd="3" destOrd="0" presId="urn:microsoft.com/office/officeart/2005/8/layout/vList2"/>
    <dgm:cxn modelId="{48BF37E4-9D7F-4482-A04D-FB836D84D563}" type="presParOf" srcId="{33A8B12B-FEFF-4A4B-988E-2E0A309885BA}" destId="{88F85A5F-3498-46AA-B256-CB90EC26CDFC}" srcOrd="4" destOrd="0" presId="urn:microsoft.com/office/officeart/2005/8/layout/vList2"/>
    <dgm:cxn modelId="{09AF5083-7A1C-47BD-851E-19251F620AD6}" type="presParOf" srcId="{33A8B12B-FEFF-4A4B-988E-2E0A309885BA}" destId="{DCCBAE7D-118E-4BAB-8C41-4C45F6F2C23F}" srcOrd="5" destOrd="0" presId="urn:microsoft.com/office/officeart/2005/8/layout/vList2"/>
    <dgm:cxn modelId="{7AF4103B-23DD-4A43-B477-575934227C10}" type="presParOf" srcId="{33A8B12B-FEFF-4A4B-988E-2E0A309885BA}" destId="{8BE0F7C1-82B6-414D-95FB-A58AC1AB2C29}" srcOrd="6" destOrd="0" presId="urn:microsoft.com/office/officeart/2005/8/layout/vList2"/>
    <dgm:cxn modelId="{5F9421F5-5478-4F3E-802A-6581F7404F7B}" type="presParOf" srcId="{33A8B12B-FEFF-4A4B-988E-2E0A309885BA}" destId="{7059CC7D-B6DF-4B68-8E39-6440DD18D4BA}" srcOrd="7" destOrd="0" presId="urn:microsoft.com/office/officeart/2005/8/layout/vList2"/>
    <dgm:cxn modelId="{4863EEF1-9D0B-4838-A19B-8767591F9FC6}" type="presParOf" srcId="{33A8B12B-FEFF-4A4B-988E-2E0A309885BA}" destId="{B6FFB93F-A8F9-4C09-91D4-88876616B686}" srcOrd="8" destOrd="0" presId="urn:microsoft.com/office/officeart/2005/8/layout/vList2"/>
    <dgm:cxn modelId="{CB282C26-40BD-4F79-A7D1-E3EC6F2F0F68}" type="presParOf" srcId="{33A8B12B-FEFF-4A4B-988E-2E0A309885BA}" destId="{92E88934-40C8-472F-A8E0-6C0BD5C2949A}" srcOrd="9" destOrd="0" presId="urn:microsoft.com/office/officeart/2005/8/layout/vList2"/>
    <dgm:cxn modelId="{8A9EBD25-36DE-4211-93DF-2544CACBB7F6}" type="presParOf" srcId="{33A8B12B-FEFF-4A4B-988E-2E0A309885BA}" destId="{4E740EB7-3DDC-4F30-B5BF-72916F8D009F}" srcOrd="10" destOrd="0" presId="urn:microsoft.com/office/officeart/2005/8/layout/vList2"/>
    <dgm:cxn modelId="{D0385B97-F9AF-4644-A764-536EBAB1BB23}" type="presParOf" srcId="{33A8B12B-FEFF-4A4B-988E-2E0A309885BA}" destId="{55AB4C92-5349-4146-B599-E36CCA2376AB}" srcOrd="11" destOrd="0" presId="urn:microsoft.com/office/officeart/2005/8/layout/vList2"/>
    <dgm:cxn modelId="{9641E109-9671-489A-BA25-DD58621D07B3}" type="presParOf" srcId="{33A8B12B-FEFF-4A4B-988E-2E0A309885BA}" destId="{60ACCCE3-768C-4D7E-86EF-8E558419F9A6}" srcOrd="12" destOrd="0" presId="urn:microsoft.com/office/officeart/2005/8/layout/vList2"/>
    <dgm:cxn modelId="{FBB358A1-FFBE-46E2-B0DE-28EBE173078F}" type="presParOf" srcId="{33A8B12B-FEFF-4A4B-988E-2E0A309885BA}" destId="{7F9005FF-A542-4B28-8CD8-A3A7BCAD3108}" srcOrd="13" destOrd="0" presId="urn:microsoft.com/office/officeart/2005/8/layout/vList2"/>
    <dgm:cxn modelId="{9B85F18F-D0BA-4EA7-8EB2-FDEC7BBA167F}" type="presParOf" srcId="{33A8B12B-FEFF-4A4B-988E-2E0A309885BA}" destId="{62844AD1-929E-4010-A7BC-FAA3D1873B84}" srcOrd="14" destOrd="0" presId="urn:microsoft.com/office/officeart/2005/8/layout/vList2"/>
    <dgm:cxn modelId="{F653ACB2-9B67-4171-8CED-36D9A331CA2E}" type="presParOf" srcId="{33A8B12B-FEFF-4A4B-988E-2E0A309885BA}" destId="{4CEA2F69-F185-4494-8BD7-78E6C46DE8ED}" srcOrd="15" destOrd="0" presId="urn:microsoft.com/office/officeart/2005/8/layout/vList2"/>
    <dgm:cxn modelId="{69E5EB62-1CE6-4608-8435-6552449AB43E}" type="presParOf" srcId="{33A8B12B-FEFF-4A4B-988E-2E0A309885BA}" destId="{6A4E7CD6-EBDC-4901-90F9-5A46ECF379B1}"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275E4B1-43F8-461C-8AF8-C69F59DE309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61CC3313-485E-4C73-AF68-7DC14E8475EA}">
      <dgm:prSet phldr="0"/>
      <dgm:spPr/>
      <dgm:t>
        <a:bodyPr/>
        <a:lstStyle/>
        <a:p>
          <a:pPr>
            <a:lnSpc>
              <a:spcPct val="100000"/>
            </a:lnSpc>
          </a:pPr>
          <a:r>
            <a:rPr lang="en-IN" dirty="0">
              <a:latin typeface="Calibri"/>
            </a:rPr>
            <a:t>Converting text to lowercase in data preprocessing in NLP refers to the process of transforming all the letters in the text to their lowercase forms. </a:t>
          </a:r>
          <a:endParaRPr lang="en-US" dirty="0">
            <a:latin typeface="Calibri"/>
          </a:endParaRPr>
        </a:p>
      </dgm:t>
    </dgm:pt>
    <dgm:pt modelId="{525493C1-4DA7-4013-9716-1B88FDDC8C28}" type="parTrans" cxnId="{47848B49-6E27-4A82-87FD-46DA389D07C6}">
      <dgm:prSet/>
      <dgm:spPr/>
    </dgm:pt>
    <dgm:pt modelId="{B775956B-61FA-4638-811F-7747F1B33C92}" type="sibTrans" cxnId="{47848B49-6E27-4A82-87FD-46DA389D07C6}">
      <dgm:prSet/>
      <dgm:spPr/>
    </dgm:pt>
    <dgm:pt modelId="{DB4681C8-BC4D-4A9E-8EBC-5047CBA94E1A}">
      <dgm:prSet phldr="0"/>
      <dgm:spPr/>
      <dgm:t>
        <a:bodyPr/>
        <a:lstStyle/>
        <a:p>
          <a:pPr>
            <a:lnSpc>
              <a:spcPct val="100000"/>
            </a:lnSpc>
          </a:pPr>
          <a:r>
            <a:rPr lang="en-IN" dirty="0">
              <a:latin typeface="Calibri"/>
            </a:rPr>
            <a:t>This operation is often performed to ensure uniformity and consistency in the text data and to prevent issues related to case sensitivity during subsequent NLP tasks and analyses.</a:t>
          </a:r>
          <a:endParaRPr lang="en-US" dirty="0"/>
        </a:p>
      </dgm:t>
    </dgm:pt>
    <dgm:pt modelId="{997E655D-F48B-438D-9ED0-1A8B8E90608E}" type="parTrans" cxnId="{064F1735-9064-4ED6-BE55-5DED9D97BF74}">
      <dgm:prSet/>
      <dgm:spPr/>
    </dgm:pt>
    <dgm:pt modelId="{D87897E1-62F2-431C-9481-B9CC5155CE74}" type="sibTrans" cxnId="{064F1735-9064-4ED6-BE55-5DED9D97BF74}">
      <dgm:prSet/>
      <dgm:spPr/>
    </dgm:pt>
    <dgm:pt modelId="{E5BD66D5-0A64-4B1D-8657-5FECA539E167}">
      <dgm:prSet phldr="0"/>
      <dgm:spPr/>
      <dgm:t>
        <a:bodyPr/>
        <a:lstStyle/>
        <a:p>
          <a:pPr>
            <a:lnSpc>
              <a:spcPct val="100000"/>
            </a:lnSpc>
          </a:pPr>
          <a:r>
            <a:rPr lang="en-IN" dirty="0">
              <a:latin typeface="Calibri"/>
            </a:rPr>
            <a:t>Here's an example of text before and after converting to lowercase:</a:t>
          </a:r>
          <a:endParaRPr lang="en-US" dirty="0">
            <a:latin typeface="Calibri"/>
          </a:endParaRPr>
        </a:p>
      </dgm:t>
    </dgm:pt>
    <dgm:pt modelId="{1BF8EE3E-E019-40B7-A14C-137A384BA921}" type="parTrans" cxnId="{834CDF00-1A9C-4B48-AC1F-C74AC3C211BC}">
      <dgm:prSet/>
      <dgm:spPr/>
    </dgm:pt>
    <dgm:pt modelId="{D31BC9F7-7AB6-4A17-A505-E43DDCF31B02}" type="sibTrans" cxnId="{834CDF00-1A9C-4B48-AC1F-C74AC3C211BC}">
      <dgm:prSet/>
      <dgm:spPr/>
    </dgm:pt>
    <dgm:pt modelId="{5F03AF5F-AAD3-468F-8991-6CD37B526085}">
      <dgm:prSet phldr="0"/>
      <dgm:spPr/>
      <dgm:t>
        <a:bodyPr/>
        <a:lstStyle/>
        <a:p>
          <a:pPr>
            <a:lnSpc>
              <a:spcPct val="100000"/>
            </a:lnSpc>
          </a:pPr>
          <a:r>
            <a:rPr lang="en-IN" dirty="0">
              <a:latin typeface="Calibri"/>
            </a:rPr>
            <a:t>Original Text: "The Quick Brown Fox Jumps Over the Lazy Dog."</a:t>
          </a:r>
          <a:endParaRPr lang="en-US" dirty="0">
            <a:latin typeface="Calibri"/>
          </a:endParaRPr>
        </a:p>
      </dgm:t>
    </dgm:pt>
    <dgm:pt modelId="{390F7697-88C2-4312-B092-DAD367F67D12}" type="parTrans" cxnId="{43C41E47-2C10-44C6-B6CE-4C5B2D263783}">
      <dgm:prSet/>
      <dgm:spPr/>
    </dgm:pt>
    <dgm:pt modelId="{2FD131B1-15C9-4EDE-884B-32F7CB89FDBB}" type="sibTrans" cxnId="{43C41E47-2C10-44C6-B6CE-4C5B2D263783}">
      <dgm:prSet/>
      <dgm:spPr/>
    </dgm:pt>
    <dgm:pt modelId="{ACC1FCC2-4201-41B0-832B-7A24BDCF6596}">
      <dgm:prSet phldr="0"/>
      <dgm:spPr/>
      <dgm:t>
        <a:bodyPr/>
        <a:lstStyle/>
        <a:p>
          <a:pPr>
            <a:lnSpc>
              <a:spcPct val="100000"/>
            </a:lnSpc>
          </a:pPr>
          <a:r>
            <a:rPr lang="en-IN" dirty="0">
              <a:latin typeface="Calibri"/>
            </a:rPr>
            <a:t>Text After Lowercasing: "the quick brown fox jumps over the lazy dog."</a:t>
          </a:r>
          <a:endParaRPr lang="en-US" dirty="0"/>
        </a:p>
      </dgm:t>
    </dgm:pt>
    <dgm:pt modelId="{7623E635-F391-4BD9-AA00-A7A5F8967B1A}" type="parTrans" cxnId="{4279E11C-73B0-44C7-9978-16606CFDE238}">
      <dgm:prSet/>
      <dgm:spPr/>
    </dgm:pt>
    <dgm:pt modelId="{A7C8FB50-FEC9-43D3-BF47-C10F51C3F2E9}" type="sibTrans" cxnId="{4279E11C-73B0-44C7-9978-16606CFDE238}">
      <dgm:prSet/>
      <dgm:spPr/>
    </dgm:pt>
    <dgm:pt modelId="{DCD4F598-8539-4429-A8A9-46FD6F1282AE}" type="pres">
      <dgm:prSet presAssocID="{3275E4B1-43F8-461C-8AF8-C69F59DE3093}" presName="root" presStyleCnt="0">
        <dgm:presLayoutVars>
          <dgm:dir/>
          <dgm:resizeHandles val="exact"/>
        </dgm:presLayoutVars>
      </dgm:prSet>
      <dgm:spPr/>
    </dgm:pt>
    <dgm:pt modelId="{40693B9D-FF96-4EF3-A268-FD5EBCAB0605}" type="pres">
      <dgm:prSet presAssocID="{61CC3313-485E-4C73-AF68-7DC14E8475EA}" presName="compNode" presStyleCnt="0"/>
      <dgm:spPr/>
    </dgm:pt>
    <dgm:pt modelId="{4BF3957F-AB6E-4DA8-B968-71D500460641}" type="pres">
      <dgm:prSet presAssocID="{61CC3313-485E-4C73-AF68-7DC14E8475EA}" presName="bgRect" presStyleLbl="bgShp" presStyleIdx="0" presStyleCnt="3"/>
      <dgm:spPr/>
    </dgm:pt>
    <dgm:pt modelId="{4307745B-3ABA-486E-B495-47DD0BE6C5B9}" type="pres">
      <dgm:prSet presAssocID="{61CC3313-485E-4C73-AF68-7DC14E8475EA}" presName="iconRect" presStyleLbl="node1" presStyleIdx="0" presStyleCnt="3"/>
      <dgm:spPr/>
    </dgm:pt>
    <dgm:pt modelId="{35439CD2-D530-42FC-B7D8-58D41803134A}" type="pres">
      <dgm:prSet presAssocID="{61CC3313-485E-4C73-AF68-7DC14E8475EA}" presName="spaceRect" presStyleCnt="0"/>
      <dgm:spPr/>
    </dgm:pt>
    <dgm:pt modelId="{D09586F8-E9D2-458C-B4D5-F0B08FA291D2}" type="pres">
      <dgm:prSet presAssocID="{61CC3313-485E-4C73-AF68-7DC14E8475EA}" presName="parTx" presStyleLbl="revTx" presStyleIdx="0" presStyleCnt="4">
        <dgm:presLayoutVars>
          <dgm:chMax val="0"/>
          <dgm:chPref val="0"/>
        </dgm:presLayoutVars>
      </dgm:prSet>
      <dgm:spPr/>
    </dgm:pt>
    <dgm:pt modelId="{98E9BEB1-1D73-4FD1-92FA-4A68294795E8}" type="pres">
      <dgm:prSet presAssocID="{B775956B-61FA-4638-811F-7747F1B33C92}" presName="sibTrans" presStyleCnt="0"/>
      <dgm:spPr/>
    </dgm:pt>
    <dgm:pt modelId="{96E4022B-C24F-4B3C-804B-EEFA6B48D81C}" type="pres">
      <dgm:prSet presAssocID="{DB4681C8-BC4D-4A9E-8EBC-5047CBA94E1A}" presName="compNode" presStyleCnt="0"/>
      <dgm:spPr/>
    </dgm:pt>
    <dgm:pt modelId="{DDC019D1-0ECE-4B70-9DB5-F0B8B9D0420E}" type="pres">
      <dgm:prSet presAssocID="{DB4681C8-BC4D-4A9E-8EBC-5047CBA94E1A}" presName="bgRect" presStyleLbl="bgShp" presStyleIdx="1" presStyleCnt="3"/>
      <dgm:spPr/>
    </dgm:pt>
    <dgm:pt modelId="{BE305208-C956-4ACB-A0D1-90F4B82BA760}" type="pres">
      <dgm:prSet presAssocID="{DB4681C8-BC4D-4A9E-8EBC-5047CBA94E1A}" presName="iconRect" presStyleLbl="node1" presStyleIdx="1" presStyleCnt="3"/>
      <dgm:spPr/>
    </dgm:pt>
    <dgm:pt modelId="{D9D03E40-E65A-4E0D-9796-BEE23236D796}" type="pres">
      <dgm:prSet presAssocID="{DB4681C8-BC4D-4A9E-8EBC-5047CBA94E1A}" presName="spaceRect" presStyleCnt="0"/>
      <dgm:spPr/>
    </dgm:pt>
    <dgm:pt modelId="{9D529F5C-B11A-447A-AB2B-9F077EA7DB1B}" type="pres">
      <dgm:prSet presAssocID="{DB4681C8-BC4D-4A9E-8EBC-5047CBA94E1A}" presName="parTx" presStyleLbl="revTx" presStyleIdx="1" presStyleCnt="4">
        <dgm:presLayoutVars>
          <dgm:chMax val="0"/>
          <dgm:chPref val="0"/>
        </dgm:presLayoutVars>
      </dgm:prSet>
      <dgm:spPr/>
    </dgm:pt>
    <dgm:pt modelId="{6D560549-CCEF-431E-98E4-F6363BA7C61F}" type="pres">
      <dgm:prSet presAssocID="{D87897E1-62F2-431C-9481-B9CC5155CE74}" presName="sibTrans" presStyleCnt="0"/>
      <dgm:spPr/>
    </dgm:pt>
    <dgm:pt modelId="{014E8709-1D45-4DF7-8E21-F6053912ED59}" type="pres">
      <dgm:prSet presAssocID="{E5BD66D5-0A64-4B1D-8657-5FECA539E167}" presName="compNode" presStyleCnt="0"/>
      <dgm:spPr/>
    </dgm:pt>
    <dgm:pt modelId="{4BD82FD3-4CF8-41C9-927A-29989A934A6D}" type="pres">
      <dgm:prSet presAssocID="{E5BD66D5-0A64-4B1D-8657-5FECA539E167}" presName="bgRect" presStyleLbl="bgShp" presStyleIdx="2" presStyleCnt="3"/>
      <dgm:spPr/>
    </dgm:pt>
    <dgm:pt modelId="{ACF4CA50-82AD-486C-A150-7785F0896847}" type="pres">
      <dgm:prSet presAssocID="{E5BD66D5-0A64-4B1D-8657-5FECA539E167}" presName="iconRect" presStyleLbl="node1" presStyleIdx="2" presStyleCnt="3"/>
      <dgm:spPr/>
    </dgm:pt>
    <dgm:pt modelId="{25CC888F-5BB8-4A84-A57B-3E00BB11E2B9}" type="pres">
      <dgm:prSet presAssocID="{E5BD66D5-0A64-4B1D-8657-5FECA539E167}" presName="spaceRect" presStyleCnt="0"/>
      <dgm:spPr/>
    </dgm:pt>
    <dgm:pt modelId="{0F748DE2-8F61-4C86-8DF3-E215CD6D2CE0}" type="pres">
      <dgm:prSet presAssocID="{E5BD66D5-0A64-4B1D-8657-5FECA539E167}" presName="parTx" presStyleLbl="revTx" presStyleIdx="2" presStyleCnt="4">
        <dgm:presLayoutVars>
          <dgm:chMax val="0"/>
          <dgm:chPref val="0"/>
        </dgm:presLayoutVars>
      </dgm:prSet>
      <dgm:spPr/>
    </dgm:pt>
    <dgm:pt modelId="{ABA391C9-143D-47F2-B116-169239E93111}" type="pres">
      <dgm:prSet presAssocID="{E5BD66D5-0A64-4B1D-8657-5FECA539E167}" presName="desTx" presStyleLbl="revTx" presStyleIdx="3" presStyleCnt="4">
        <dgm:presLayoutVars/>
      </dgm:prSet>
      <dgm:spPr/>
    </dgm:pt>
  </dgm:ptLst>
  <dgm:cxnLst>
    <dgm:cxn modelId="{834CDF00-1A9C-4B48-AC1F-C74AC3C211BC}" srcId="{3275E4B1-43F8-461C-8AF8-C69F59DE3093}" destId="{E5BD66D5-0A64-4B1D-8657-5FECA539E167}" srcOrd="2" destOrd="0" parTransId="{1BF8EE3E-E019-40B7-A14C-137A384BA921}" sibTransId="{D31BC9F7-7AB6-4A17-A505-E43DDCF31B02}"/>
    <dgm:cxn modelId="{4279E11C-73B0-44C7-9978-16606CFDE238}" srcId="{E5BD66D5-0A64-4B1D-8657-5FECA539E167}" destId="{ACC1FCC2-4201-41B0-832B-7A24BDCF6596}" srcOrd="1" destOrd="0" parTransId="{7623E635-F391-4BD9-AA00-A7A5F8967B1A}" sibTransId="{A7C8FB50-FEC9-43D3-BF47-C10F51C3F2E9}"/>
    <dgm:cxn modelId="{064F1735-9064-4ED6-BE55-5DED9D97BF74}" srcId="{3275E4B1-43F8-461C-8AF8-C69F59DE3093}" destId="{DB4681C8-BC4D-4A9E-8EBC-5047CBA94E1A}" srcOrd="1" destOrd="0" parTransId="{997E655D-F48B-438D-9ED0-1A8B8E90608E}" sibTransId="{D87897E1-62F2-431C-9481-B9CC5155CE74}"/>
    <dgm:cxn modelId="{F932C046-182F-45C5-B286-36C6C7CFB767}" type="presOf" srcId="{E5BD66D5-0A64-4B1D-8657-5FECA539E167}" destId="{0F748DE2-8F61-4C86-8DF3-E215CD6D2CE0}" srcOrd="0" destOrd="0" presId="urn:microsoft.com/office/officeart/2018/2/layout/IconVerticalSolidList"/>
    <dgm:cxn modelId="{43C41E47-2C10-44C6-B6CE-4C5B2D263783}" srcId="{E5BD66D5-0A64-4B1D-8657-5FECA539E167}" destId="{5F03AF5F-AAD3-468F-8991-6CD37B526085}" srcOrd="0" destOrd="0" parTransId="{390F7697-88C2-4312-B092-DAD367F67D12}" sibTransId="{2FD131B1-15C9-4EDE-884B-32F7CB89FDBB}"/>
    <dgm:cxn modelId="{47848B49-6E27-4A82-87FD-46DA389D07C6}" srcId="{3275E4B1-43F8-461C-8AF8-C69F59DE3093}" destId="{61CC3313-485E-4C73-AF68-7DC14E8475EA}" srcOrd="0" destOrd="0" parTransId="{525493C1-4DA7-4013-9716-1B88FDDC8C28}" sibTransId="{B775956B-61FA-4638-811F-7747F1B33C92}"/>
    <dgm:cxn modelId="{05322D7D-5F43-42D8-A110-144DA1DACE20}" type="presOf" srcId="{5F03AF5F-AAD3-468F-8991-6CD37B526085}" destId="{ABA391C9-143D-47F2-B116-169239E93111}" srcOrd="0" destOrd="0" presId="urn:microsoft.com/office/officeart/2018/2/layout/IconVerticalSolidList"/>
    <dgm:cxn modelId="{BE5C82AA-06E1-4EE7-9C61-23B0FE6CDB8C}" type="presOf" srcId="{ACC1FCC2-4201-41B0-832B-7A24BDCF6596}" destId="{ABA391C9-143D-47F2-B116-169239E93111}" srcOrd="0" destOrd="1" presId="urn:microsoft.com/office/officeart/2018/2/layout/IconVerticalSolidList"/>
    <dgm:cxn modelId="{6EC96DD1-77C0-45CC-A3EA-654A85A11FF0}" type="presOf" srcId="{DB4681C8-BC4D-4A9E-8EBC-5047CBA94E1A}" destId="{9D529F5C-B11A-447A-AB2B-9F077EA7DB1B}" srcOrd="0" destOrd="0" presId="urn:microsoft.com/office/officeart/2018/2/layout/IconVerticalSolidList"/>
    <dgm:cxn modelId="{C06726F4-9BF1-409F-B2D5-1E8A7CC80468}" type="presOf" srcId="{3275E4B1-43F8-461C-8AF8-C69F59DE3093}" destId="{DCD4F598-8539-4429-A8A9-46FD6F1282AE}" srcOrd="0" destOrd="0" presId="urn:microsoft.com/office/officeart/2018/2/layout/IconVerticalSolidList"/>
    <dgm:cxn modelId="{898038FD-A255-4010-AE9E-DF37FFC0650B}" type="presOf" srcId="{61CC3313-485E-4C73-AF68-7DC14E8475EA}" destId="{D09586F8-E9D2-458C-B4D5-F0B08FA291D2}" srcOrd="0" destOrd="0" presId="urn:microsoft.com/office/officeart/2018/2/layout/IconVerticalSolidList"/>
    <dgm:cxn modelId="{728E9108-CF7D-49FA-B690-5419BBF92731}" type="presParOf" srcId="{DCD4F598-8539-4429-A8A9-46FD6F1282AE}" destId="{40693B9D-FF96-4EF3-A268-FD5EBCAB0605}" srcOrd="0" destOrd="0" presId="urn:microsoft.com/office/officeart/2018/2/layout/IconVerticalSolidList"/>
    <dgm:cxn modelId="{EDB6BD94-928D-4738-A3A3-ED92D39F885F}" type="presParOf" srcId="{40693B9D-FF96-4EF3-A268-FD5EBCAB0605}" destId="{4BF3957F-AB6E-4DA8-B968-71D500460641}" srcOrd="0" destOrd="0" presId="urn:microsoft.com/office/officeart/2018/2/layout/IconVerticalSolidList"/>
    <dgm:cxn modelId="{5AE52540-B758-4BE9-9416-3C9D936657E7}" type="presParOf" srcId="{40693B9D-FF96-4EF3-A268-FD5EBCAB0605}" destId="{4307745B-3ABA-486E-B495-47DD0BE6C5B9}" srcOrd="1" destOrd="0" presId="urn:microsoft.com/office/officeart/2018/2/layout/IconVerticalSolidList"/>
    <dgm:cxn modelId="{E072E2E5-3576-497A-90A2-8081A657D4E5}" type="presParOf" srcId="{40693B9D-FF96-4EF3-A268-FD5EBCAB0605}" destId="{35439CD2-D530-42FC-B7D8-58D41803134A}" srcOrd="2" destOrd="0" presId="urn:microsoft.com/office/officeart/2018/2/layout/IconVerticalSolidList"/>
    <dgm:cxn modelId="{CC119F1B-3DBB-4B3B-BB1B-C1510F1ECE01}" type="presParOf" srcId="{40693B9D-FF96-4EF3-A268-FD5EBCAB0605}" destId="{D09586F8-E9D2-458C-B4D5-F0B08FA291D2}" srcOrd="3" destOrd="0" presId="urn:microsoft.com/office/officeart/2018/2/layout/IconVerticalSolidList"/>
    <dgm:cxn modelId="{DBDF3F40-CA67-4E84-AA87-EC4B8D0990E8}" type="presParOf" srcId="{DCD4F598-8539-4429-A8A9-46FD6F1282AE}" destId="{98E9BEB1-1D73-4FD1-92FA-4A68294795E8}" srcOrd="1" destOrd="0" presId="urn:microsoft.com/office/officeart/2018/2/layout/IconVerticalSolidList"/>
    <dgm:cxn modelId="{75CCD579-B961-4CBA-8474-DE62FA54F437}" type="presParOf" srcId="{DCD4F598-8539-4429-A8A9-46FD6F1282AE}" destId="{96E4022B-C24F-4B3C-804B-EEFA6B48D81C}" srcOrd="2" destOrd="0" presId="urn:microsoft.com/office/officeart/2018/2/layout/IconVerticalSolidList"/>
    <dgm:cxn modelId="{E3938B8E-EFF4-4CC7-A326-E3E971BBC099}" type="presParOf" srcId="{96E4022B-C24F-4B3C-804B-EEFA6B48D81C}" destId="{DDC019D1-0ECE-4B70-9DB5-F0B8B9D0420E}" srcOrd="0" destOrd="0" presId="urn:microsoft.com/office/officeart/2018/2/layout/IconVerticalSolidList"/>
    <dgm:cxn modelId="{31AFD906-F390-45D0-9896-DD0E3D232676}" type="presParOf" srcId="{96E4022B-C24F-4B3C-804B-EEFA6B48D81C}" destId="{BE305208-C956-4ACB-A0D1-90F4B82BA760}" srcOrd="1" destOrd="0" presId="urn:microsoft.com/office/officeart/2018/2/layout/IconVerticalSolidList"/>
    <dgm:cxn modelId="{59F47008-81C1-4300-B10E-A8C1783DEB27}" type="presParOf" srcId="{96E4022B-C24F-4B3C-804B-EEFA6B48D81C}" destId="{D9D03E40-E65A-4E0D-9796-BEE23236D796}" srcOrd="2" destOrd="0" presId="urn:microsoft.com/office/officeart/2018/2/layout/IconVerticalSolidList"/>
    <dgm:cxn modelId="{25E719EA-66AE-48BC-96DC-060EE51541EF}" type="presParOf" srcId="{96E4022B-C24F-4B3C-804B-EEFA6B48D81C}" destId="{9D529F5C-B11A-447A-AB2B-9F077EA7DB1B}" srcOrd="3" destOrd="0" presId="urn:microsoft.com/office/officeart/2018/2/layout/IconVerticalSolidList"/>
    <dgm:cxn modelId="{9AB242D7-6147-4865-80A8-F4E9C7A7E165}" type="presParOf" srcId="{DCD4F598-8539-4429-A8A9-46FD6F1282AE}" destId="{6D560549-CCEF-431E-98E4-F6363BA7C61F}" srcOrd="3" destOrd="0" presId="urn:microsoft.com/office/officeart/2018/2/layout/IconVerticalSolidList"/>
    <dgm:cxn modelId="{4A69492B-6A1A-4A4D-8482-E4D5B7936DB1}" type="presParOf" srcId="{DCD4F598-8539-4429-A8A9-46FD6F1282AE}" destId="{014E8709-1D45-4DF7-8E21-F6053912ED59}" srcOrd="4" destOrd="0" presId="urn:microsoft.com/office/officeart/2018/2/layout/IconVerticalSolidList"/>
    <dgm:cxn modelId="{E18D235F-2009-4505-9578-7AECED4EF432}" type="presParOf" srcId="{014E8709-1D45-4DF7-8E21-F6053912ED59}" destId="{4BD82FD3-4CF8-41C9-927A-29989A934A6D}" srcOrd="0" destOrd="0" presId="urn:microsoft.com/office/officeart/2018/2/layout/IconVerticalSolidList"/>
    <dgm:cxn modelId="{600432B3-AB35-444D-B8DA-0C4994DE01F1}" type="presParOf" srcId="{014E8709-1D45-4DF7-8E21-F6053912ED59}" destId="{ACF4CA50-82AD-486C-A150-7785F0896847}" srcOrd="1" destOrd="0" presId="urn:microsoft.com/office/officeart/2018/2/layout/IconVerticalSolidList"/>
    <dgm:cxn modelId="{A4266F0C-5EB4-409B-A648-10D232FB31E0}" type="presParOf" srcId="{014E8709-1D45-4DF7-8E21-F6053912ED59}" destId="{25CC888F-5BB8-4A84-A57B-3E00BB11E2B9}" srcOrd="2" destOrd="0" presId="urn:microsoft.com/office/officeart/2018/2/layout/IconVerticalSolidList"/>
    <dgm:cxn modelId="{26B9BA5B-9E30-48C1-947C-FB8EAACF890D}" type="presParOf" srcId="{014E8709-1D45-4DF7-8E21-F6053912ED59}" destId="{0F748DE2-8F61-4C86-8DF3-E215CD6D2CE0}" srcOrd="3" destOrd="0" presId="urn:microsoft.com/office/officeart/2018/2/layout/IconVerticalSolidList"/>
    <dgm:cxn modelId="{1978DCA1-80FB-4D0F-A207-78D7792A1772}" type="presParOf" srcId="{014E8709-1D45-4DF7-8E21-F6053912ED59}" destId="{ABA391C9-143D-47F2-B116-169239E93111}"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094B42-DE61-4013-A691-8BC7A1058ADF}">
      <dsp:nvSpPr>
        <dsp:cNvPr id="0" name=""/>
        <dsp:cNvSpPr/>
      </dsp:nvSpPr>
      <dsp:spPr>
        <a:xfrm>
          <a:off x="0" y="33146"/>
          <a:ext cx="7879842" cy="81549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Programming Skills, </a:t>
          </a:r>
        </a:p>
      </dsp:txBody>
      <dsp:txXfrm>
        <a:off x="39809" y="72955"/>
        <a:ext cx="7800224" cy="735872"/>
      </dsp:txXfrm>
    </dsp:sp>
    <dsp:sp modelId="{0D726924-1EF3-46AD-A2F0-649908CFB024}">
      <dsp:nvSpPr>
        <dsp:cNvPr id="0" name=""/>
        <dsp:cNvSpPr/>
      </dsp:nvSpPr>
      <dsp:spPr>
        <a:xfrm>
          <a:off x="0" y="946556"/>
          <a:ext cx="7879842" cy="815490"/>
        </a:xfrm>
        <a:prstGeom prst="roundRect">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Data Structures, </a:t>
          </a:r>
        </a:p>
      </dsp:txBody>
      <dsp:txXfrm>
        <a:off x="39809" y="986365"/>
        <a:ext cx="7800224" cy="735872"/>
      </dsp:txXfrm>
    </dsp:sp>
    <dsp:sp modelId="{083E6DF9-FF45-474B-B9B1-C36D0BCB4DAE}">
      <dsp:nvSpPr>
        <dsp:cNvPr id="0" name=""/>
        <dsp:cNvSpPr/>
      </dsp:nvSpPr>
      <dsp:spPr>
        <a:xfrm>
          <a:off x="0" y="1859967"/>
          <a:ext cx="7879842" cy="815490"/>
        </a:xfrm>
        <a:prstGeom prst="roundRect">
          <a:avLst/>
        </a:prstGeom>
        <a:solidFill>
          <a:schemeClr val="accent2">
            <a:hueOff val="2340759"/>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Algorithms, </a:t>
          </a:r>
        </a:p>
      </dsp:txBody>
      <dsp:txXfrm>
        <a:off x="39809" y="1899776"/>
        <a:ext cx="7800224" cy="735872"/>
      </dsp:txXfrm>
    </dsp:sp>
    <dsp:sp modelId="{A639AE38-BDEB-4C8E-B0E9-03E676AF7926}">
      <dsp:nvSpPr>
        <dsp:cNvPr id="0" name=""/>
        <dsp:cNvSpPr/>
      </dsp:nvSpPr>
      <dsp:spPr>
        <a:xfrm>
          <a:off x="0" y="2773377"/>
          <a:ext cx="7879842" cy="815490"/>
        </a:xfrm>
        <a:prstGeom prst="roundRect">
          <a:avLst/>
        </a:prstGeom>
        <a:solidFill>
          <a:schemeClr val="accent2">
            <a:hueOff val="3511139"/>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Probability and Statistics, </a:t>
          </a:r>
        </a:p>
      </dsp:txBody>
      <dsp:txXfrm>
        <a:off x="39809" y="2813186"/>
        <a:ext cx="7800224" cy="735872"/>
      </dsp:txXfrm>
    </dsp:sp>
    <dsp:sp modelId="{1EC13922-A5FD-459A-BC53-B96D19311172}">
      <dsp:nvSpPr>
        <dsp:cNvPr id="0" name=""/>
        <dsp:cNvSpPr/>
      </dsp:nvSpPr>
      <dsp:spPr>
        <a:xfrm>
          <a:off x="0" y="3686787"/>
          <a:ext cx="7879842" cy="815490"/>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US" sz="3400" kern="1200"/>
            <a:t>Machine Learning.</a:t>
          </a:r>
        </a:p>
      </dsp:txBody>
      <dsp:txXfrm>
        <a:off x="39809" y="3726596"/>
        <a:ext cx="7800224" cy="7358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F7F36D-C0E7-40B5-8537-A50273CE2246}">
      <dsp:nvSpPr>
        <dsp:cNvPr id="0" name=""/>
        <dsp:cNvSpPr/>
      </dsp:nvSpPr>
      <dsp:spPr>
        <a:xfrm>
          <a:off x="0" y="506231"/>
          <a:ext cx="7879842" cy="835379"/>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rtl="0">
            <a:lnSpc>
              <a:spcPct val="90000"/>
            </a:lnSpc>
            <a:spcBef>
              <a:spcPct val="0"/>
            </a:spcBef>
            <a:spcAft>
              <a:spcPct val="35000"/>
            </a:spcAft>
            <a:buNone/>
          </a:pPr>
          <a:r>
            <a:rPr lang="en-US" sz="2100" kern="1200" dirty="0">
              <a:solidFill>
                <a:srgbClr val="000000"/>
              </a:solidFill>
              <a:latin typeface="Calibri"/>
            </a:rPr>
            <a:t>Regular Expressions in </a:t>
          </a:r>
          <a:r>
            <a:rPr lang="en-US" sz="2100" kern="1200" dirty="0">
              <a:solidFill>
                <a:srgbClr val="000000"/>
              </a:solidFill>
            </a:rPr>
            <a:t>NLP</a:t>
          </a:r>
          <a:r>
            <a:rPr lang="en-US" sz="2100" kern="1200" dirty="0">
              <a:solidFill>
                <a:srgbClr val="000000"/>
              </a:solidFill>
              <a:latin typeface="Calibri"/>
            </a:rPr>
            <a:t> are powerful and versatile tools</a:t>
          </a:r>
          <a:r>
            <a:rPr lang="en-US" sz="2100" kern="1200" dirty="0">
              <a:solidFill>
                <a:srgbClr val="000000"/>
              </a:solidFill>
            </a:rPr>
            <a:t> for</a:t>
          </a:r>
          <a:r>
            <a:rPr lang="en-US" sz="2100" kern="1200" dirty="0">
              <a:solidFill>
                <a:srgbClr val="000000"/>
              </a:solidFill>
              <a:latin typeface="Calibri"/>
            </a:rPr>
            <a:t> text processing </a:t>
          </a:r>
          <a:r>
            <a:rPr lang="en-US" sz="2100" kern="1200" dirty="0">
              <a:solidFill>
                <a:srgbClr val="000000"/>
              </a:solidFill>
            </a:rPr>
            <a:t>and</a:t>
          </a:r>
          <a:r>
            <a:rPr lang="en-US" sz="2100" kern="1200" dirty="0">
              <a:solidFill>
                <a:srgbClr val="000000"/>
              </a:solidFill>
              <a:latin typeface="Calibri"/>
            </a:rPr>
            <a:t> pattern matching</a:t>
          </a:r>
          <a:r>
            <a:rPr lang="en-US" sz="2100" kern="1200" dirty="0">
              <a:solidFill>
                <a:srgbClr val="000000"/>
              </a:solidFill>
            </a:rPr>
            <a:t>.</a:t>
          </a:r>
        </a:p>
      </dsp:txBody>
      <dsp:txXfrm>
        <a:off x="40780" y="547011"/>
        <a:ext cx="7798282" cy="753819"/>
      </dsp:txXfrm>
    </dsp:sp>
    <dsp:sp modelId="{C50FCA0A-1491-4B1B-8C3E-2F92282F72DC}">
      <dsp:nvSpPr>
        <dsp:cNvPr id="0" name=""/>
        <dsp:cNvSpPr/>
      </dsp:nvSpPr>
      <dsp:spPr>
        <a:xfrm>
          <a:off x="0" y="1402091"/>
          <a:ext cx="7879842" cy="835379"/>
        </a:xfrm>
        <a:prstGeom prst="roundRec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rtl="0">
            <a:lnSpc>
              <a:spcPct val="90000"/>
            </a:lnSpc>
            <a:spcBef>
              <a:spcPct val="0"/>
            </a:spcBef>
            <a:spcAft>
              <a:spcPct val="35000"/>
            </a:spcAft>
            <a:buNone/>
          </a:pPr>
          <a:r>
            <a:rPr lang="en-IN" sz="2100" kern="1200" dirty="0">
              <a:solidFill>
                <a:srgbClr val="000000"/>
              </a:solidFill>
              <a:latin typeface="Calibri"/>
            </a:rPr>
            <a:t>A Regular Expression </a:t>
          </a:r>
          <a:r>
            <a:rPr lang="en-IN" sz="2100" kern="1200" dirty="0">
              <a:solidFill>
                <a:srgbClr val="000000"/>
              </a:solidFill>
            </a:rPr>
            <a:t>is </a:t>
          </a:r>
          <a:r>
            <a:rPr lang="en-IN" sz="2100" kern="1200" dirty="0">
              <a:solidFill>
                <a:srgbClr val="000000"/>
              </a:solidFill>
              <a:latin typeface="Calibri"/>
            </a:rPr>
            <a:t>a sequence of characters </a:t>
          </a:r>
          <a:r>
            <a:rPr lang="en-IN" sz="2100" kern="1200" dirty="0">
              <a:solidFill>
                <a:srgbClr val="000000"/>
              </a:solidFill>
            </a:rPr>
            <a:t>that </a:t>
          </a:r>
          <a:r>
            <a:rPr lang="en-IN" sz="2100" kern="1200" dirty="0">
              <a:solidFill>
                <a:srgbClr val="000000"/>
              </a:solidFill>
              <a:latin typeface="Calibri"/>
            </a:rPr>
            <a:t>defines a search pattern</a:t>
          </a:r>
          <a:r>
            <a:rPr lang="en-IN" sz="2100" kern="1200" dirty="0">
              <a:solidFill>
                <a:srgbClr val="000000"/>
              </a:solidFill>
            </a:rPr>
            <a:t>.</a:t>
          </a:r>
        </a:p>
      </dsp:txBody>
      <dsp:txXfrm>
        <a:off x="40780" y="1442871"/>
        <a:ext cx="7798282" cy="753819"/>
      </dsp:txXfrm>
    </dsp:sp>
    <dsp:sp modelId="{D2F7061F-651D-4E86-9495-14D31EDD3978}">
      <dsp:nvSpPr>
        <dsp:cNvPr id="0" name=""/>
        <dsp:cNvSpPr/>
      </dsp:nvSpPr>
      <dsp:spPr>
        <a:xfrm>
          <a:off x="0" y="2297951"/>
          <a:ext cx="7879842" cy="835379"/>
        </a:xfrm>
        <a:prstGeom prst="roundRec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rtl="0">
            <a:lnSpc>
              <a:spcPct val="90000"/>
            </a:lnSpc>
            <a:spcBef>
              <a:spcPct val="0"/>
            </a:spcBef>
            <a:spcAft>
              <a:spcPct val="35000"/>
            </a:spcAft>
            <a:buNone/>
          </a:pPr>
          <a:r>
            <a:rPr lang="en-IN" sz="2100" kern="1200" dirty="0">
              <a:solidFill>
                <a:srgbClr val="000000"/>
              </a:solidFill>
            </a:rPr>
            <a:t>It </a:t>
          </a:r>
          <a:r>
            <a:rPr lang="en-IN" sz="2100" kern="1200" dirty="0">
              <a:solidFill>
                <a:srgbClr val="000000"/>
              </a:solidFill>
              <a:latin typeface="Calibri"/>
            </a:rPr>
            <a:t>is used </a:t>
          </a:r>
          <a:r>
            <a:rPr lang="en-IN" sz="2100" kern="1200" dirty="0">
              <a:solidFill>
                <a:srgbClr val="000000"/>
              </a:solidFill>
            </a:rPr>
            <a:t>to </a:t>
          </a:r>
          <a:r>
            <a:rPr lang="en-IN" sz="2100" kern="1200" dirty="0">
              <a:solidFill>
                <a:srgbClr val="000000"/>
              </a:solidFill>
              <a:latin typeface="Calibri"/>
            </a:rPr>
            <a:t>find, match, or manipulate text based on specific criteria defined by the regular expression pattern. </a:t>
          </a:r>
        </a:p>
      </dsp:txBody>
      <dsp:txXfrm>
        <a:off x="40780" y="2338731"/>
        <a:ext cx="7798282" cy="753819"/>
      </dsp:txXfrm>
    </dsp:sp>
    <dsp:sp modelId="{BF37172E-7B6E-4777-AEC3-CC9B94A06735}">
      <dsp:nvSpPr>
        <dsp:cNvPr id="0" name=""/>
        <dsp:cNvSpPr/>
      </dsp:nvSpPr>
      <dsp:spPr>
        <a:xfrm>
          <a:off x="0" y="3193812"/>
          <a:ext cx="7879842" cy="835379"/>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IN" sz="2100" kern="1200" dirty="0">
              <a:solidFill>
                <a:srgbClr val="000000"/>
              </a:solidFill>
              <a:latin typeface="Calibri"/>
            </a:rPr>
            <a:t>In NLP, Regular Expressions are commonly used </a:t>
          </a:r>
          <a:r>
            <a:rPr lang="en-IN" sz="2100" kern="1200" dirty="0">
              <a:solidFill>
                <a:srgbClr val="000000"/>
              </a:solidFill>
            </a:rPr>
            <a:t>for tasks such as</a:t>
          </a:r>
          <a:r>
            <a:rPr lang="en-IN" sz="2100" kern="1200" dirty="0">
              <a:solidFill>
                <a:srgbClr val="000000"/>
              </a:solidFill>
              <a:latin typeface="Calibri"/>
            </a:rPr>
            <a:t> text cleaning</a:t>
          </a:r>
          <a:r>
            <a:rPr lang="en-IN" sz="2100" kern="1200" dirty="0">
              <a:solidFill>
                <a:srgbClr val="000000"/>
              </a:solidFill>
            </a:rPr>
            <a:t>, </a:t>
          </a:r>
          <a:r>
            <a:rPr lang="en-IN" sz="2100" kern="1200" dirty="0">
              <a:solidFill>
                <a:srgbClr val="000000"/>
              </a:solidFill>
              <a:latin typeface="Calibri"/>
            </a:rPr>
            <a:t>text </a:t>
          </a:r>
          <a:r>
            <a:rPr lang="en-IN" sz="2100" kern="1200" dirty="0">
              <a:solidFill>
                <a:srgbClr val="000000"/>
              </a:solidFill>
            </a:rPr>
            <a:t>extraction,</a:t>
          </a:r>
          <a:r>
            <a:rPr lang="en-IN" sz="2100" kern="1200" dirty="0">
              <a:solidFill>
                <a:srgbClr val="000000"/>
              </a:solidFill>
              <a:latin typeface="Calibri"/>
            </a:rPr>
            <a:t> tokenization, </a:t>
          </a:r>
          <a:r>
            <a:rPr lang="en-IN" sz="2100" kern="1200" dirty="0">
              <a:solidFill>
                <a:srgbClr val="000000"/>
              </a:solidFill>
            </a:rPr>
            <a:t>and</a:t>
          </a:r>
          <a:r>
            <a:rPr lang="en-IN" sz="2100" kern="1200" dirty="0">
              <a:solidFill>
                <a:srgbClr val="000000"/>
              </a:solidFill>
              <a:latin typeface="Calibri"/>
            </a:rPr>
            <a:t> pattern recognition</a:t>
          </a:r>
          <a:r>
            <a:rPr lang="en-IN" sz="2100" kern="1200" dirty="0">
              <a:solidFill>
                <a:srgbClr val="000000"/>
              </a:solidFill>
            </a:rPr>
            <a:t>.</a:t>
          </a:r>
          <a:endParaRPr lang="en-US" sz="2100" kern="1200" dirty="0"/>
        </a:p>
      </dsp:txBody>
      <dsp:txXfrm>
        <a:off x="40780" y="3234592"/>
        <a:ext cx="7798282" cy="75381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F7F36D-C0E7-40B5-8537-A50273CE2246}">
      <dsp:nvSpPr>
        <dsp:cNvPr id="0" name=""/>
        <dsp:cNvSpPr/>
      </dsp:nvSpPr>
      <dsp:spPr>
        <a:xfrm>
          <a:off x="0" y="156221"/>
          <a:ext cx="7879842" cy="206973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a:lnSpc>
              <a:spcPct val="90000"/>
            </a:lnSpc>
            <a:spcBef>
              <a:spcPct val="0"/>
            </a:spcBef>
            <a:spcAft>
              <a:spcPct val="35000"/>
            </a:spcAft>
            <a:buNone/>
          </a:pPr>
          <a:r>
            <a:rPr lang="en-US" sz="2900" kern="1200" dirty="0">
              <a:solidFill>
                <a:srgbClr val="000000"/>
              </a:solidFill>
              <a:latin typeface="Calibri"/>
            </a:rPr>
            <a:t>Data preprocessing in natural language processing (</a:t>
          </a:r>
          <a:r>
            <a:rPr lang="en-US" sz="2900" kern="1200" dirty="0">
              <a:solidFill>
                <a:srgbClr val="000000"/>
              </a:solidFill>
            </a:rPr>
            <a:t>NLP</a:t>
          </a:r>
          <a:r>
            <a:rPr lang="en-US" sz="2900" kern="1200" dirty="0">
              <a:solidFill>
                <a:srgbClr val="000000"/>
              </a:solidFill>
              <a:latin typeface="Calibri"/>
            </a:rPr>
            <a:t>) refers to a series of steps and techniques used to clean, transform, and prepare raw text data </a:t>
          </a:r>
          <a:r>
            <a:rPr lang="en-US" sz="2900" kern="1200" dirty="0">
              <a:solidFill>
                <a:srgbClr val="000000"/>
              </a:solidFill>
            </a:rPr>
            <a:t>for</a:t>
          </a:r>
          <a:r>
            <a:rPr lang="en-US" sz="2900" kern="1200" dirty="0">
              <a:solidFill>
                <a:srgbClr val="000000"/>
              </a:solidFill>
              <a:latin typeface="Calibri"/>
            </a:rPr>
            <a:t> analysis </a:t>
          </a:r>
          <a:r>
            <a:rPr lang="en-US" sz="2900" kern="1200" dirty="0">
              <a:solidFill>
                <a:srgbClr val="000000"/>
              </a:solidFill>
            </a:rPr>
            <a:t>and</a:t>
          </a:r>
          <a:r>
            <a:rPr lang="en-US" sz="2900" kern="1200" dirty="0">
              <a:solidFill>
                <a:srgbClr val="000000"/>
              </a:solidFill>
              <a:latin typeface="Calibri"/>
            </a:rPr>
            <a:t> modeling</a:t>
          </a:r>
          <a:r>
            <a:rPr lang="en-US" sz="2900" kern="1200" dirty="0">
              <a:solidFill>
                <a:srgbClr val="000000"/>
              </a:solidFill>
            </a:rPr>
            <a:t>.</a:t>
          </a:r>
        </a:p>
      </dsp:txBody>
      <dsp:txXfrm>
        <a:off x="101036" y="257257"/>
        <a:ext cx="7677770" cy="1867658"/>
      </dsp:txXfrm>
    </dsp:sp>
    <dsp:sp modelId="{5EBF79D4-7D15-4CAB-877B-375DC1CA478F}">
      <dsp:nvSpPr>
        <dsp:cNvPr id="0" name=""/>
        <dsp:cNvSpPr/>
      </dsp:nvSpPr>
      <dsp:spPr>
        <a:xfrm>
          <a:off x="0" y="2309471"/>
          <a:ext cx="7879842" cy="2069730"/>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l" defTabSz="1289050" rtl="0">
            <a:lnSpc>
              <a:spcPct val="90000"/>
            </a:lnSpc>
            <a:spcBef>
              <a:spcPct val="0"/>
            </a:spcBef>
            <a:spcAft>
              <a:spcPct val="35000"/>
            </a:spcAft>
            <a:buNone/>
          </a:pPr>
          <a:r>
            <a:rPr lang="en-IN" sz="2900" kern="1200" dirty="0">
              <a:solidFill>
                <a:srgbClr val="000000"/>
              </a:solidFill>
              <a:latin typeface="Calibri"/>
            </a:rPr>
            <a:t>It is a crucial step in the NLP pipeline as it helps ensure the quality and suitability of the data for various NLP tasks and machine learning models. </a:t>
          </a:r>
          <a:endParaRPr lang="en-US" sz="2900" kern="1200" dirty="0">
            <a:solidFill>
              <a:srgbClr val="000000"/>
            </a:solidFill>
            <a:latin typeface="Calibri"/>
          </a:endParaRPr>
        </a:p>
      </dsp:txBody>
      <dsp:txXfrm>
        <a:off x="101036" y="2410507"/>
        <a:ext cx="7677770" cy="186765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F7F36D-C0E7-40B5-8537-A50273CE2246}">
      <dsp:nvSpPr>
        <dsp:cNvPr id="0" name=""/>
        <dsp:cNvSpPr/>
      </dsp:nvSpPr>
      <dsp:spPr>
        <a:xfrm>
          <a:off x="0" y="117566"/>
          <a:ext cx="7879842" cy="43173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solidFill>
                <a:srgbClr val="000000"/>
              </a:solidFill>
              <a:latin typeface="Calibri"/>
            </a:rPr>
            <a:t>Text Cleaning</a:t>
          </a:r>
          <a:endParaRPr lang="en-US" sz="1800" kern="1200" dirty="0">
            <a:solidFill>
              <a:srgbClr val="000000"/>
            </a:solidFill>
          </a:endParaRPr>
        </a:p>
      </dsp:txBody>
      <dsp:txXfrm>
        <a:off x="21075" y="138641"/>
        <a:ext cx="7837692" cy="389580"/>
      </dsp:txXfrm>
    </dsp:sp>
    <dsp:sp modelId="{FFE3ABA5-1848-4D73-B31E-D7EEA859A44B}">
      <dsp:nvSpPr>
        <dsp:cNvPr id="0" name=""/>
        <dsp:cNvSpPr/>
      </dsp:nvSpPr>
      <dsp:spPr>
        <a:xfrm>
          <a:off x="0" y="601136"/>
          <a:ext cx="7879842" cy="431730"/>
        </a:xfrm>
        <a:prstGeom prst="roundRect">
          <a:avLst/>
        </a:prstGeom>
        <a:solidFill>
          <a:schemeClr val="accent2">
            <a:hueOff val="585190"/>
            <a:satOff val="-730"/>
            <a:lumOff val="172"/>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latin typeface="Calibri"/>
            </a:rPr>
            <a:t>Tokenization</a:t>
          </a:r>
        </a:p>
      </dsp:txBody>
      <dsp:txXfrm>
        <a:off x="21075" y="622211"/>
        <a:ext cx="7837692" cy="389580"/>
      </dsp:txXfrm>
    </dsp:sp>
    <dsp:sp modelId="{88F85A5F-3498-46AA-B256-CB90EC26CDFC}">
      <dsp:nvSpPr>
        <dsp:cNvPr id="0" name=""/>
        <dsp:cNvSpPr/>
      </dsp:nvSpPr>
      <dsp:spPr>
        <a:xfrm>
          <a:off x="0" y="1084706"/>
          <a:ext cx="7879842" cy="431730"/>
        </a:xfrm>
        <a:prstGeom prst="roundRect">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Stop-Word Removal</a:t>
          </a:r>
        </a:p>
      </dsp:txBody>
      <dsp:txXfrm>
        <a:off x="21075" y="1105781"/>
        <a:ext cx="7837692" cy="389580"/>
      </dsp:txXfrm>
    </dsp:sp>
    <dsp:sp modelId="{8BE0F7C1-82B6-414D-95FB-A58AC1AB2C29}">
      <dsp:nvSpPr>
        <dsp:cNvPr id="0" name=""/>
        <dsp:cNvSpPr/>
      </dsp:nvSpPr>
      <dsp:spPr>
        <a:xfrm>
          <a:off x="0" y="1568276"/>
          <a:ext cx="7879842" cy="431730"/>
        </a:xfrm>
        <a:prstGeom prst="roundRect">
          <a:avLst/>
        </a:prstGeom>
        <a:solidFill>
          <a:schemeClr val="accent2">
            <a:hueOff val="1755570"/>
            <a:satOff val="-2190"/>
            <a:lumOff val="5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Stemming &amp; Lemmatization</a:t>
          </a:r>
        </a:p>
      </dsp:txBody>
      <dsp:txXfrm>
        <a:off x="21075" y="1589351"/>
        <a:ext cx="7837692" cy="389580"/>
      </dsp:txXfrm>
    </dsp:sp>
    <dsp:sp modelId="{B6FFB93F-A8F9-4C09-91D4-88876616B686}">
      <dsp:nvSpPr>
        <dsp:cNvPr id="0" name=""/>
        <dsp:cNvSpPr/>
      </dsp:nvSpPr>
      <dsp:spPr>
        <a:xfrm>
          <a:off x="0" y="2051846"/>
          <a:ext cx="7879842" cy="431730"/>
        </a:xfrm>
        <a:prstGeom prst="roundRect">
          <a:avLst/>
        </a:prstGeom>
        <a:solidFill>
          <a:schemeClr val="accent2">
            <a:hueOff val="2340759"/>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Handling Missing Data</a:t>
          </a:r>
        </a:p>
      </dsp:txBody>
      <dsp:txXfrm>
        <a:off x="21075" y="2072921"/>
        <a:ext cx="7837692" cy="389580"/>
      </dsp:txXfrm>
    </dsp:sp>
    <dsp:sp modelId="{4E740EB7-3DDC-4F30-B5BF-72916F8D009F}">
      <dsp:nvSpPr>
        <dsp:cNvPr id="0" name=""/>
        <dsp:cNvSpPr/>
      </dsp:nvSpPr>
      <dsp:spPr>
        <a:xfrm>
          <a:off x="0" y="2535416"/>
          <a:ext cx="7879842" cy="431730"/>
        </a:xfrm>
        <a:prstGeom prst="roundRect">
          <a:avLst/>
        </a:prstGeom>
        <a:solidFill>
          <a:schemeClr val="accent2">
            <a:hueOff val="2925949"/>
            <a:satOff val="-3649"/>
            <a:lumOff val="8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Removing Duplicates</a:t>
          </a:r>
          <a:endParaRPr lang="en-US" sz="1800" kern="1200" dirty="0"/>
        </a:p>
      </dsp:txBody>
      <dsp:txXfrm>
        <a:off x="21075" y="2556491"/>
        <a:ext cx="7837692" cy="389580"/>
      </dsp:txXfrm>
    </dsp:sp>
    <dsp:sp modelId="{60ACCCE3-768C-4D7E-86EF-8E558419F9A6}">
      <dsp:nvSpPr>
        <dsp:cNvPr id="0" name=""/>
        <dsp:cNvSpPr/>
      </dsp:nvSpPr>
      <dsp:spPr>
        <a:xfrm>
          <a:off x="0" y="3018987"/>
          <a:ext cx="7879842" cy="431730"/>
        </a:xfrm>
        <a:prstGeom prst="roundRect">
          <a:avLst/>
        </a:prstGeom>
        <a:solidFill>
          <a:schemeClr val="accent2">
            <a:hueOff val="3511139"/>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Text Normalization</a:t>
          </a:r>
        </a:p>
      </dsp:txBody>
      <dsp:txXfrm>
        <a:off x="21075" y="3040062"/>
        <a:ext cx="7837692" cy="389580"/>
      </dsp:txXfrm>
    </dsp:sp>
    <dsp:sp modelId="{62844AD1-929E-4010-A7BC-FAA3D1873B84}">
      <dsp:nvSpPr>
        <dsp:cNvPr id="0" name=""/>
        <dsp:cNvSpPr/>
      </dsp:nvSpPr>
      <dsp:spPr>
        <a:xfrm>
          <a:off x="0" y="3502557"/>
          <a:ext cx="7879842" cy="431730"/>
        </a:xfrm>
        <a:prstGeom prst="roundRect">
          <a:avLst/>
        </a:prstGeom>
        <a:solidFill>
          <a:schemeClr val="accent2">
            <a:hueOff val="4096329"/>
            <a:satOff val="-5109"/>
            <a:lumOff val="1201"/>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Removing Irrelevant Information</a:t>
          </a:r>
        </a:p>
      </dsp:txBody>
      <dsp:txXfrm>
        <a:off x="21075" y="3523632"/>
        <a:ext cx="7837692" cy="389580"/>
      </dsp:txXfrm>
    </dsp:sp>
    <dsp:sp modelId="{6A4E7CD6-EBDC-4901-90F9-5A46ECF379B1}">
      <dsp:nvSpPr>
        <dsp:cNvPr id="0" name=""/>
        <dsp:cNvSpPr/>
      </dsp:nvSpPr>
      <dsp:spPr>
        <a:xfrm>
          <a:off x="0" y="3986127"/>
          <a:ext cx="7879842" cy="431730"/>
        </a:xfrm>
        <a:prstGeom prst="roundRec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rtl="0">
            <a:lnSpc>
              <a:spcPct val="90000"/>
            </a:lnSpc>
            <a:spcBef>
              <a:spcPct val="0"/>
            </a:spcBef>
            <a:spcAft>
              <a:spcPct val="35000"/>
            </a:spcAft>
            <a:buNone/>
          </a:pPr>
          <a:r>
            <a:rPr lang="en-US" sz="1800" kern="1200" dirty="0">
              <a:latin typeface="Calibri"/>
            </a:rPr>
            <a:t>Data Splitting</a:t>
          </a:r>
        </a:p>
      </dsp:txBody>
      <dsp:txXfrm>
        <a:off x="21075" y="4007202"/>
        <a:ext cx="7837692" cy="3895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F3957F-AB6E-4DA8-B968-71D500460641}">
      <dsp:nvSpPr>
        <dsp:cNvPr id="0" name=""/>
        <dsp:cNvSpPr/>
      </dsp:nvSpPr>
      <dsp:spPr>
        <a:xfrm>
          <a:off x="0" y="531"/>
          <a:ext cx="7886700" cy="124470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07745B-3ABA-486E-B495-47DD0BE6C5B9}">
      <dsp:nvSpPr>
        <dsp:cNvPr id="0" name=""/>
        <dsp:cNvSpPr/>
      </dsp:nvSpPr>
      <dsp:spPr>
        <a:xfrm>
          <a:off x="376522" y="280590"/>
          <a:ext cx="684586" cy="684586"/>
        </a:xfrm>
        <a:prstGeom prst="rect">
          <a:avLst/>
        </a:prstGeom>
        <a:solidFill>
          <a:schemeClr val="accent2">
            <a:hueOff val="0"/>
            <a:satOff val="0"/>
            <a:lumOff val="0"/>
            <a:alphaOff val="0"/>
          </a:schemeClr>
        </a:solid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09586F8-E9D2-458C-B4D5-F0B08FA291D2}">
      <dsp:nvSpPr>
        <dsp:cNvPr id="0" name=""/>
        <dsp:cNvSpPr/>
      </dsp:nvSpPr>
      <dsp:spPr>
        <a:xfrm>
          <a:off x="1437631" y="531"/>
          <a:ext cx="64490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44550">
            <a:lnSpc>
              <a:spcPct val="100000"/>
            </a:lnSpc>
            <a:spcBef>
              <a:spcPct val="0"/>
            </a:spcBef>
            <a:spcAft>
              <a:spcPct val="35000"/>
            </a:spcAft>
            <a:buNone/>
          </a:pPr>
          <a:r>
            <a:rPr lang="en-IN" sz="1900" kern="1200" dirty="0">
              <a:latin typeface="Calibri"/>
            </a:rPr>
            <a:t>Converting text to lowercase in data preprocessing in NLP refers to the process of transforming all the letters in the text to their lowercase forms. </a:t>
          </a:r>
          <a:endParaRPr lang="en-US" sz="1900" kern="1200" dirty="0">
            <a:latin typeface="Calibri"/>
          </a:endParaRPr>
        </a:p>
      </dsp:txBody>
      <dsp:txXfrm>
        <a:off x="1437631" y="531"/>
        <a:ext cx="6449068" cy="1244702"/>
      </dsp:txXfrm>
    </dsp:sp>
    <dsp:sp modelId="{DDC019D1-0ECE-4B70-9DB5-F0B8B9D0420E}">
      <dsp:nvSpPr>
        <dsp:cNvPr id="0" name=""/>
        <dsp:cNvSpPr/>
      </dsp:nvSpPr>
      <dsp:spPr>
        <a:xfrm>
          <a:off x="0" y="1556410"/>
          <a:ext cx="7886700" cy="124470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305208-C956-4ACB-A0D1-90F4B82BA760}">
      <dsp:nvSpPr>
        <dsp:cNvPr id="0" name=""/>
        <dsp:cNvSpPr/>
      </dsp:nvSpPr>
      <dsp:spPr>
        <a:xfrm>
          <a:off x="376522" y="1836468"/>
          <a:ext cx="684586" cy="684586"/>
        </a:xfrm>
        <a:prstGeom prst="rect">
          <a:avLst/>
        </a:prstGeom>
        <a:solidFill>
          <a:schemeClr val="accent3">
            <a:hueOff val="0"/>
            <a:satOff val="0"/>
            <a:lumOff val="0"/>
            <a:alphaOff val="0"/>
          </a:schemeClr>
        </a:solid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D529F5C-B11A-447A-AB2B-9F077EA7DB1B}">
      <dsp:nvSpPr>
        <dsp:cNvPr id="0" name=""/>
        <dsp:cNvSpPr/>
      </dsp:nvSpPr>
      <dsp:spPr>
        <a:xfrm>
          <a:off x="1437631" y="1556410"/>
          <a:ext cx="64490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44550">
            <a:lnSpc>
              <a:spcPct val="100000"/>
            </a:lnSpc>
            <a:spcBef>
              <a:spcPct val="0"/>
            </a:spcBef>
            <a:spcAft>
              <a:spcPct val="35000"/>
            </a:spcAft>
            <a:buNone/>
          </a:pPr>
          <a:r>
            <a:rPr lang="en-IN" sz="1900" kern="1200" dirty="0">
              <a:latin typeface="Calibri"/>
            </a:rPr>
            <a:t>This operation is often performed to ensure uniformity and consistency in the text data and to prevent issues related to case sensitivity during subsequent NLP tasks and analyses.</a:t>
          </a:r>
          <a:endParaRPr lang="en-US" sz="1900" kern="1200" dirty="0"/>
        </a:p>
      </dsp:txBody>
      <dsp:txXfrm>
        <a:off x="1437631" y="1556410"/>
        <a:ext cx="6449068" cy="1244702"/>
      </dsp:txXfrm>
    </dsp:sp>
    <dsp:sp modelId="{4BD82FD3-4CF8-41C9-927A-29989A934A6D}">
      <dsp:nvSpPr>
        <dsp:cNvPr id="0" name=""/>
        <dsp:cNvSpPr/>
      </dsp:nvSpPr>
      <dsp:spPr>
        <a:xfrm>
          <a:off x="0" y="3112289"/>
          <a:ext cx="7886700" cy="124470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CF4CA50-82AD-486C-A150-7785F0896847}">
      <dsp:nvSpPr>
        <dsp:cNvPr id="0" name=""/>
        <dsp:cNvSpPr/>
      </dsp:nvSpPr>
      <dsp:spPr>
        <a:xfrm>
          <a:off x="376522" y="3392347"/>
          <a:ext cx="684586" cy="684586"/>
        </a:xfrm>
        <a:prstGeom prst="rect">
          <a:avLst/>
        </a:prstGeom>
        <a:solidFill>
          <a:schemeClr val="accent4">
            <a:hueOff val="0"/>
            <a:satOff val="0"/>
            <a:lumOff val="0"/>
            <a:alphaOff val="0"/>
          </a:schemeClr>
        </a:solidFill>
        <a:ln w="25400"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F748DE2-8F61-4C86-8DF3-E215CD6D2CE0}">
      <dsp:nvSpPr>
        <dsp:cNvPr id="0" name=""/>
        <dsp:cNvSpPr/>
      </dsp:nvSpPr>
      <dsp:spPr>
        <a:xfrm>
          <a:off x="1437631" y="3112289"/>
          <a:ext cx="3549015"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844550">
            <a:lnSpc>
              <a:spcPct val="100000"/>
            </a:lnSpc>
            <a:spcBef>
              <a:spcPct val="0"/>
            </a:spcBef>
            <a:spcAft>
              <a:spcPct val="35000"/>
            </a:spcAft>
            <a:buNone/>
          </a:pPr>
          <a:r>
            <a:rPr lang="en-IN" sz="1900" kern="1200" dirty="0">
              <a:latin typeface="Calibri"/>
            </a:rPr>
            <a:t>Here's an example of text before and after converting to lowercase:</a:t>
          </a:r>
          <a:endParaRPr lang="en-US" sz="1900" kern="1200" dirty="0">
            <a:latin typeface="Calibri"/>
          </a:endParaRPr>
        </a:p>
      </dsp:txBody>
      <dsp:txXfrm>
        <a:off x="1437631" y="3112289"/>
        <a:ext cx="3549015" cy="1244702"/>
      </dsp:txXfrm>
    </dsp:sp>
    <dsp:sp modelId="{ABA391C9-143D-47F2-B116-169239E93111}">
      <dsp:nvSpPr>
        <dsp:cNvPr id="0" name=""/>
        <dsp:cNvSpPr/>
      </dsp:nvSpPr>
      <dsp:spPr>
        <a:xfrm>
          <a:off x="4986646" y="3112289"/>
          <a:ext cx="2900053"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577850">
            <a:lnSpc>
              <a:spcPct val="100000"/>
            </a:lnSpc>
            <a:spcBef>
              <a:spcPct val="0"/>
            </a:spcBef>
            <a:spcAft>
              <a:spcPct val="35000"/>
            </a:spcAft>
            <a:buNone/>
          </a:pPr>
          <a:r>
            <a:rPr lang="en-IN" sz="1300" kern="1200" dirty="0">
              <a:latin typeface="Calibri"/>
            </a:rPr>
            <a:t>Original Text: "The Quick Brown Fox Jumps Over the Lazy Dog."</a:t>
          </a:r>
          <a:endParaRPr lang="en-US" sz="1300" kern="1200" dirty="0">
            <a:latin typeface="Calibri"/>
          </a:endParaRPr>
        </a:p>
        <a:p>
          <a:pPr marL="0" lvl="0" indent="0" algn="l" defTabSz="577850">
            <a:lnSpc>
              <a:spcPct val="100000"/>
            </a:lnSpc>
            <a:spcBef>
              <a:spcPct val="0"/>
            </a:spcBef>
            <a:spcAft>
              <a:spcPct val="35000"/>
            </a:spcAft>
            <a:buNone/>
          </a:pPr>
          <a:r>
            <a:rPr lang="en-IN" sz="1300" kern="1200" dirty="0">
              <a:latin typeface="Calibri"/>
            </a:rPr>
            <a:t>Text After Lowercasing: "the quick brown fox jumps over the lazy dog."</a:t>
          </a:r>
          <a:endParaRPr lang="en-US" sz="1300" kern="1200" dirty="0"/>
        </a:p>
      </dsp:txBody>
      <dsp:txXfrm>
        <a:off x="4986646" y="3112289"/>
        <a:ext cx="2900053" cy="124470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A8E894EF-B93C-4B6D-8FB8-8960BCB5A269}" type="datetimeFigureOut">
              <a:rPr lang="en-US" smtClean="0"/>
              <a:pPr/>
              <a:t>8/20/2025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14A4A95-7A0B-4549-9352-6E6525D64E4D}"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407A98-9A18-4E47-AF94-789022A0201E}" type="datetimeFigureOut">
              <a:rPr lang="en-US" smtClean="0"/>
              <a:pPr/>
              <a:t>8/20/2025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35F52E-BA8C-4FAB-BCFA-C67A14D9CE22}"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0989E41-7724-40D3-9B7F-4459A6E1B64D}" type="datetime1">
              <a:rPr lang="en-US" smtClean="0"/>
              <a:pPr/>
              <a:t>8/20/2025</a:t>
            </a:fld>
            <a:endParaRPr lang="en-US"/>
          </a:p>
        </p:txBody>
      </p:sp>
      <p:sp>
        <p:nvSpPr>
          <p:cNvPr id="5" name="Footer Placeholder 4"/>
          <p:cNvSpPr>
            <a:spLocks noGrp="1"/>
          </p:cNvSpPr>
          <p:nvPr>
            <p:ph type="ftr" sz="quarter" idx="11"/>
          </p:nvPr>
        </p:nvSpPr>
        <p:spPr/>
        <p:txBody>
          <a:bodyPr/>
          <a:lstStyle/>
          <a:p>
            <a:r>
              <a:rPr lang="en-US"/>
              <a:t>Ayushi Pandey             IT Project Management                   Unit-1</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B304A04-E13A-4DF3-AD52-91FDA56BBD70}" type="datetime1">
              <a:rPr lang="en-US" smtClean="0"/>
              <a:pPr/>
              <a:t>8/20/2025</a:t>
            </a:fld>
            <a:endParaRPr lang="en-US"/>
          </a:p>
        </p:txBody>
      </p:sp>
      <p:sp>
        <p:nvSpPr>
          <p:cNvPr id="5" name="Footer Placeholder 4"/>
          <p:cNvSpPr>
            <a:spLocks noGrp="1"/>
          </p:cNvSpPr>
          <p:nvPr>
            <p:ph type="ftr" sz="quarter" idx="11"/>
          </p:nvPr>
        </p:nvSpPr>
        <p:spPr/>
        <p:txBody>
          <a:bodyPr/>
          <a:lstStyle/>
          <a:p>
            <a:r>
              <a:rPr lang="en-US"/>
              <a:t>Ayushi Pandey             IT Project Management                   Unit-1</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5473A0B-B1A3-4CA2-AB05-B192FF086C24}" type="datetime1">
              <a:rPr lang="en-US" smtClean="0"/>
              <a:pPr/>
              <a:t>8/20/2025</a:t>
            </a:fld>
            <a:endParaRPr lang="en-US"/>
          </a:p>
        </p:txBody>
      </p:sp>
      <p:sp>
        <p:nvSpPr>
          <p:cNvPr id="5" name="Footer Placeholder 4"/>
          <p:cNvSpPr>
            <a:spLocks noGrp="1"/>
          </p:cNvSpPr>
          <p:nvPr>
            <p:ph type="ftr" sz="quarter" idx="11"/>
          </p:nvPr>
        </p:nvSpPr>
        <p:spPr/>
        <p:txBody>
          <a:bodyPr/>
          <a:lstStyle/>
          <a:p>
            <a:r>
              <a:rPr lang="en-US"/>
              <a:t>Ayushi Pandey             IT Project Management                   Unit-1</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EE5ACF6-2066-4321-B4DC-5BFD6DBBECD2}" type="datetime1">
              <a:rPr lang="en-US" smtClean="0"/>
              <a:pPr/>
              <a:t>8/20/2025</a:t>
            </a:fld>
            <a:endParaRPr lang="en-US"/>
          </a:p>
        </p:txBody>
      </p:sp>
      <p:sp>
        <p:nvSpPr>
          <p:cNvPr id="6" name="Footer Placeholder 5"/>
          <p:cNvSpPr>
            <a:spLocks noGrp="1"/>
          </p:cNvSpPr>
          <p:nvPr>
            <p:ph type="ftr" sz="quarter" idx="11"/>
          </p:nvPr>
        </p:nvSpPr>
        <p:spPr/>
        <p:txBody>
          <a:bodyPr/>
          <a:lstStyle/>
          <a:p>
            <a:r>
              <a:rPr lang="en-US"/>
              <a:t>Ayushi Pandey             IT Project Management                   Unit-1</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CFA14D3-6EEC-44CE-8C24-CA7D4F6FF054}" type="datetime1">
              <a:rPr lang="en-US" smtClean="0"/>
              <a:pPr/>
              <a:t>8/20/2025</a:t>
            </a:fld>
            <a:endParaRPr lang="en-US"/>
          </a:p>
        </p:txBody>
      </p:sp>
      <p:sp>
        <p:nvSpPr>
          <p:cNvPr id="8" name="Footer Placeholder 7"/>
          <p:cNvSpPr>
            <a:spLocks noGrp="1"/>
          </p:cNvSpPr>
          <p:nvPr>
            <p:ph type="ftr" sz="quarter" idx="11"/>
          </p:nvPr>
        </p:nvSpPr>
        <p:spPr/>
        <p:txBody>
          <a:bodyPr/>
          <a:lstStyle/>
          <a:p>
            <a:r>
              <a:rPr lang="en-US"/>
              <a:t>Ayushi Pandey             IT Project Management                   Unit-1</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E67ED16-A621-4122-9D3B-78A866A3E9AD}" type="datetime1">
              <a:rPr lang="en-US" smtClean="0"/>
              <a:pPr/>
              <a:t>8/20/2025</a:t>
            </a:fld>
            <a:endParaRPr lang="en-US"/>
          </a:p>
        </p:txBody>
      </p:sp>
      <p:sp>
        <p:nvSpPr>
          <p:cNvPr id="4" name="Footer Placeholder 3"/>
          <p:cNvSpPr>
            <a:spLocks noGrp="1"/>
          </p:cNvSpPr>
          <p:nvPr>
            <p:ph type="ftr" sz="quarter" idx="11"/>
          </p:nvPr>
        </p:nvSpPr>
        <p:spPr/>
        <p:txBody>
          <a:bodyPr/>
          <a:lstStyle/>
          <a:p>
            <a:r>
              <a:rPr lang="en-US"/>
              <a:t>Ayushi Pandey             IT Project Management                   Unit-1</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0E681AE-F933-414E-BFC0-E470FC93A853}" type="datetime1">
              <a:rPr lang="en-US" smtClean="0"/>
              <a:pPr/>
              <a:t>8/20/2025</a:t>
            </a:fld>
            <a:endParaRPr lang="en-US"/>
          </a:p>
        </p:txBody>
      </p:sp>
      <p:sp>
        <p:nvSpPr>
          <p:cNvPr id="3" name="Footer Placeholder 2"/>
          <p:cNvSpPr>
            <a:spLocks noGrp="1"/>
          </p:cNvSpPr>
          <p:nvPr>
            <p:ph type="ftr" sz="quarter" idx="11"/>
          </p:nvPr>
        </p:nvSpPr>
        <p:spPr/>
        <p:txBody>
          <a:bodyPr/>
          <a:lstStyle/>
          <a:p>
            <a:r>
              <a:rPr lang="en-US"/>
              <a:t>Ayushi Pandey             IT Project Management                   Unit-1</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CBD5AD0-A1B1-40AB-B559-C451484AE376}" type="datetime1">
              <a:rPr lang="en-US" smtClean="0"/>
              <a:pPr/>
              <a:t>8/20/2025</a:t>
            </a:fld>
            <a:endParaRPr lang="en-US"/>
          </a:p>
        </p:txBody>
      </p:sp>
      <p:sp>
        <p:nvSpPr>
          <p:cNvPr id="6" name="Footer Placeholder 5"/>
          <p:cNvSpPr>
            <a:spLocks noGrp="1"/>
          </p:cNvSpPr>
          <p:nvPr>
            <p:ph type="ftr" sz="quarter" idx="11"/>
          </p:nvPr>
        </p:nvSpPr>
        <p:spPr/>
        <p:txBody>
          <a:bodyPr/>
          <a:lstStyle/>
          <a:p>
            <a:r>
              <a:rPr lang="en-US"/>
              <a:t>Ayushi Pandey             IT Project Management                   Unit-1</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4EA641B-9855-4A82-A6DB-2B7ED3804AC8}" type="datetime1">
              <a:rPr lang="en-US" smtClean="0"/>
              <a:pPr/>
              <a:t>8/20/2025</a:t>
            </a:fld>
            <a:endParaRPr lang="en-US"/>
          </a:p>
        </p:txBody>
      </p:sp>
      <p:sp>
        <p:nvSpPr>
          <p:cNvPr id="6" name="Footer Placeholder 5"/>
          <p:cNvSpPr>
            <a:spLocks noGrp="1"/>
          </p:cNvSpPr>
          <p:nvPr>
            <p:ph type="ftr" sz="quarter" idx="11"/>
          </p:nvPr>
        </p:nvSpPr>
        <p:spPr/>
        <p:txBody>
          <a:bodyPr/>
          <a:lstStyle/>
          <a:p>
            <a:r>
              <a:rPr lang="en-US"/>
              <a:t>Ayushi Pandey             IT Project Management                   Unit-1</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6FE0F4-DCE8-4D9F-9742-27323F9D193C}" type="datetime1">
              <a:rPr lang="en-US" smtClean="0"/>
              <a:pPr/>
              <a:t>8/20/2025</a:t>
            </a:fld>
            <a:endParaRPr lang="en-US"/>
          </a:p>
        </p:txBody>
      </p:sp>
      <p:sp>
        <p:nvSpPr>
          <p:cNvPr id="5" name="Footer Placeholder 4"/>
          <p:cNvSpPr>
            <a:spLocks noGrp="1"/>
          </p:cNvSpPr>
          <p:nvPr>
            <p:ph type="ftr" sz="quarter" idx="11"/>
          </p:nvPr>
        </p:nvSpPr>
        <p:spPr/>
        <p:txBody>
          <a:bodyPr/>
          <a:lstStyle/>
          <a:p>
            <a:r>
              <a:rPr lang="en-US"/>
              <a:t>Ayushi Pandey             IT Project Management                   Unit-1</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671C3CD-528A-4470-92EB-45B8C77E3EF6}" type="datetime1">
              <a:rPr lang="en-US" smtClean="0"/>
              <a:pPr/>
              <a:t>8/20/2025</a:t>
            </a:fld>
            <a:endParaRPr lang="en-US"/>
          </a:p>
        </p:txBody>
      </p:sp>
      <p:sp>
        <p:nvSpPr>
          <p:cNvPr id="5" name="Footer Placeholder 4"/>
          <p:cNvSpPr>
            <a:spLocks noGrp="1"/>
          </p:cNvSpPr>
          <p:nvPr>
            <p:ph type="ftr" sz="quarter" idx="11"/>
          </p:nvPr>
        </p:nvSpPr>
        <p:spPr/>
        <p:txBody>
          <a:bodyPr/>
          <a:lstStyle/>
          <a:p>
            <a:r>
              <a:rPr lang="en-US"/>
              <a:t>Ayushi Pandey             IT Project Management                   Unit-1</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387C570-3C2D-45E6-8F8A-F5D0B32C7F64}" type="datetime1">
              <a:rPr lang="en-US" smtClean="0"/>
              <a:pPr/>
              <a:t>8/20/2025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Ayushi Pandey             IT Project Management                   Unit-1</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www.coursera.org/lecture/python-text-mining/basic-nlp-tasks-with-nltk-KD8uN" TargetMode="External"/><Relationship Id="rId7" Type="http://schemas.openxmlformats.org/officeDocument/2006/relationships/image" Target="../media/image2.png"/><Relationship Id="rId2" Type="http://schemas.openxmlformats.org/officeDocument/2006/relationships/hyperlink" Target="https://realpython.com/nltk-nlp-python/" TargetMode="External"/><Relationship Id="rId1" Type="http://schemas.openxmlformats.org/officeDocument/2006/relationships/slideLayout" Target="../slideLayouts/slideLayout2.xml"/><Relationship Id="rId6" Type="http://schemas.openxmlformats.org/officeDocument/2006/relationships/hyperlink" Target="https://www.coursera.org/learn/python-text-mining/lecture/sVe8B/regular-expressions" TargetMode="External"/><Relationship Id="rId5" Type="http://schemas.openxmlformats.org/officeDocument/2006/relationships/hyperlink" Target="https://www.coursera.org/projects/regular-expressions-in-python" TargetMode="External"/><Relationship Id="rId4" Type="http://schemas.openxmlformats.org/officeDocument/2006/relationships/hyperlink" Target="https://www.coursera.org/lecture/nlp-sequence-models/learning-word-embeddings-APM5s" TargetMode="Externa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image" Target="../media/image2.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example.com/"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
            <a:ext cx="8001000" cy="685799"/>
          </a:xfrm>
          <a:solidFill>
            <a:srgbClr val="FF9C9C"/>
          </a:solidFill>
        </p:spPr>
        <p:style>
          <a:lnRef idx="1">
            <a:schemeClr val="accent5"/>
          </a:lnRef>
          <a:fillRef idx="2">
            <a:schemeClr val="accent5"/>
          </a:fillRef>
          <a:effectRef idx="1">
            <a:schemeClr val="accent5"/>
          </a:effectRef>
          <a:fontRef idx="minor">
            <a:schemeClr val="dk1"/>
          </a:fontRef>
        </p:style>
        <p:txBody>
          <a:bodyPr>
            <a:noAutofit/>
          </a:bodyPr>
          <a:lstStyle/>
          <a:p>
            <a:r>
              <a:rPr lang="en-US" sz="2400" b="1" dirty="0">
                <a:latin typeface="+mj-lt"/>
              </a:rPr>
              <a:t>Noida Institute of Engineering and Technology, Greater Noida</a:t>
            </a:r>
          </a:p>
        </p:txBody>
      </p:sp>
      <p:sp>
        <p:nvSpPr>
          <p:cNvPr id="3" name="Subtitle 2"/>
          <p:cNvSpPr>
            <a:spLocks noGrp="1"/>
          </p:cNvSpPr>
          <p:nvPr>
            <p:ph type="subTitle" idx="1"/>
          </p:nvPr>
        </p:nvSpPr>
        <p:spPr>
          <a:xfrm>
            <a:off x="1560757" y="811306"/>
            <a:ext cx="6308462" cy="1755662"/>
          </a:xfrm>
          <a:ln>
            <a:solidFill>
              <a:srgbClr val="FF9C9C"/>
            </a:solidFill>
          </a:ln>
        </p:spPr>
        <p:style>
          <a:lnRef idx="2">
            <a:schemeClr val="accent5"/>
          </a:lnRef>
          <a:fillRef idx="1">
            <a:schemeClr val="lt1"/>
          </a:fillRef>
          <a:effectRef idx="0">
            <a:schemeClr val="accent5"/>
          </a:effectRef>
          <a:fontRef idx="minor">
            <a:schemeClr val="dk1"/>
          </a:fontRef>
        </p:style>
        <p:txBody>
          <a:bodyPr>
            <a:noAutofit/>
          </a:bodyPr>
          <a:lstStyle/>
          <a:p>
            <a:pPr lvl="0"/>
            <a:endParaRPr lang="en-IN" sz="3600" b="1" dirty="0">
              <a:solidFill>
                <a:schemeClr val="tx1"/>
              </a:solidFill>
            </a:endParaRPr>
          </a:p>
          <a:p>
            <a:pPr lvl="0"/>
            <a:r>
              <a:rPr lang="en-IN" sz="3600" b="1" dirty="0">
                <a:solidFill>
                  <a:schemeClr val="tx1"/>
                </a:solidFill>
              </a:rPr>
              <a:t>Regular Expressions</a:t>
            </a:r>
            <a:endParaRPr lang="en-IN" sz="3600" b="1" dirty="0">
              <a:ea typeface="Times New Roman" panose="02020603050405020304" pitchFamily="18" charset="0"/>
              <a:cs typeface="Times New Roman" panose="02020603050405020304" pitchFamily="18" charset="0"/>
            </a:endParaRPr>
          </a:p>
          <a:p>
            <a:r>
              <a:rPr lang="en-US" sz="3600" b="1" dirty="0">
                <a:solidFill>
                  <a:schemeClr val="tx1"/>
                </a:solidFill>
              </a:rPr>
              <a:t> </a:t>
            </a:r>
          </a:p>
          <a:p>
            <a:endParaRPr lang="en-US" sz="3600" b="1" dirty="0">
              <a:solidFill>
                <a:schemeClr val="tx1"/>
              </a:solidFill>
            </a:endParaRPr>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a:p>
        </p:txBody>
      </p:sp>
      <p:sp>
        <p:nvSpPr>
          <p:cNvPr id="4" name="Subtitle 2">
            <a:extLst>
              <a:ext uri="{FF2B5EF4-FFF2-40B4-BE49-F238E27FC236}">
                <a16:creationId xmlns:a16="http://schemas.microsoft.com/office/drawing/2014/main" id="{52A85C66-A7C9-422E-3317-F7A8AFD2200A}"/>
              </a:ext>
            </a:extLst>
          </p:cNvPr>
          <p:cNvSpPr txBox="1">
            <a:spLocks/>
          </p:cNvSpPr>
          <p:nvPr/>
        </p:nvSpPr>
        <p:spPr>
          <a:xfrm>
            <a:off x="4326366" y="4475182"/>
            <a:ext cx="4742329" cy="1934957"/>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400" dirty="0">
                <a:solidFill>
                  <a:schemeClr val="tx1"/>
                </a:solidFill>
              </a:rPr>
              <a:t>Mr. M. Abdul Mateen Siddiqui</a:t>
            </a:r>
          </a:p>
          <a:p>
            <a:pPr algn="ctr">
              <a:spcBef>
                <a:spcPct val="20000"/>
              </a:spcBef>
              <a:defRPr/>
            </a:pPr>
            <a:r>
              <a:rPr lang="en-US" sz="2400" dirty="0">
                <a:solidFill>
                  <a:schemeClr val="tx1"/>
                </a:solidFill>
              </a:rPr>
              <a:t>(Assistant Professor) </a:t>
            </a:r>
          </a:p>
          <a:p>
            <a:pPr algn="ctr">
              <a:spcBef>
                <a:spcPct val="20000"/>
              </a:spcBef>
              <a:defRPr/>
            </a:pPr>
            <a:r>
              <a:rPr lang="en-US" sz="2400" dirty="0">
                <a:solidFill>
                  <a:schemeClr val="tx1"/>
                </a:solidFill>
              </a:rPr>
              <a:t>Department of CSE (Cyber Security)</a:t>
            </a:r>
          </a:p>
        </p:txBody>
      </p:sp>
      <p:sp>
        <p:nvSpPr>
          <p:cNvPr id="5" name="Subtitle 2">
            <a:extLst>
              <a:ext uri="{FF2B5EF4-FFF2-40B4-BE49-F238E27FC236}">
                <a16:creationId xmlns:a16="http://schemas.microsoft.com/office/drawing/2014/main" id="{5AA270AB-0EED-B0F0-0F72-67C0F5FE01B0}"/>
              </a:ext>
            </a:extLst>
          </p:cNvPr>
          <p:cNvSpPr txBox="1">
            <a:spLocks/>
          </p:cNvSpPr>
          <p:nvPr/>
        </p:nvSpPr>
        <p:spPr>
          <a:xfrm>
            <a:off x="429409" y="3078559"/>
            <a:ext cx="2057400" cy="533400"/>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500" dirty="0">
                <a:solidFill>
                  <a:schemeClr val="tx1"/>
                </a:solidFill>
              </a:rPr>
              <a:t>Unit: 2</a:t>
            </a:r>
          </a:p>
        </p:txBody>
      </p:sp>
      <p:sp>
        <p:nvSpPr>
          <p:cNvPr id="7" name="Subtitle 2">
            <a:extLst>
              <a:ext uri="{FF2B5EF4-FFF2-40B4-BE49-F238E27FC236}">
                <a16:creationId xmlns:a16="http://schemas.microsoft.com/office/drawing/2014/main" id="{BAD393A4-3220-D317-AC7D-F028D14B089C}"/>
              </a:ext>
            </a:extLst>
          </p:cNvPr>
          <p:cNvSpPr txBox="1">
            <a:spLocks/>
          </p:cNvSpPr>
          <p:nvPr/>
        </p:nvSpPr>
        <p:spPr>
          <a:xfrm>
            <a:off x="429409" y="3856917"/>
            <a:ext cx="3222812" cy="868232"/>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a:spcBef>
                <a:spcPct val="20000"/>
              </a:spcBef>
              <a:defRPr/>
            </a:pPr>
            <a:r>
              <a:rPr lang="en-US" sz="2000" dirty="0">
                <a:solidFill>
                  <a:schemeClr val="tx1"/>
                </a:solidFill>
              </a:rPr>
              <a:t>Natural Language Processing</a:t>
            </a:r>
          </a:p>
          <a:p>
            <a:pPr algn="ctr">
              <a:spcBef>
                <a:spcPct val="20000"/>
              </a:spcBef>
              <a:defRPr/>
            </a:pPr>
            <a:r>
              <a:rPr lang="en-US" sz="2000" dirty="0">
                <a:solidFill>
                  <a:schemeClr val="tx1"/>
                </a:solidFill>
              </a:rPr>
              <a:t>Subject Code: ACSAI0712 </a:t>
            </a:r>
          </a:p>
        </p:txBody>
      </p:sp>
      <p:sp>
        <p:nvSpPr>
          <p:cNvPr id="8" name="Subtitle 2">
            <a:extLst>
              <a:ext uri="{FF2B5EF4-FFF2-40B4-BE49-F238E27FC236}">
                <a16:creationId xmlns:a16="http://schemas.microsoft.com/office/drawing/2014/main" id="{D79B5851-A43B-3EDB-1C7A-32DAB238918E}"/>
              </a:ext>
            </a:extLst>
          </p:cNvPr>
          <p:cNvSpPr txBox="1">
            <a:spLocks/>
          </p:cNvSpPr>
          <p:nvPr/>
        </p:nvSpPr>
        <p:spPr>
          <a:xfrm>
            <a:off x="429409" y="4970107"/>
            <a:ext cx="2147047" cy="694765"/>
          </a:xfrm>
          <a:prstGeom prst="rect">
            <a:avLst/>
          </a:prstGeom>
          <a:ln>
            <a:solidFill>
              <a:schemeClr val="accent2"/>
            </a:solidFill>
          </a:ln>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lnSpcReduction="10000"/>
          </a:bodyPr>
          <a:lstStyle/>
          <a:p>
            <a:pPr algn="ctr">
              <a:spcBef>
                <a:spcPct val="20000"/>
              </a:spcBef>
              <a:defRPr/>
            </a:pPr>
            <a:r>
              <a:rPr lang="en-US" sz="2000" dirty="0">
                <a:solidFill>
                  <a:schemeClr val="tx1"/>
                </a:solidFill>
              </a:rPr>
              <a:t>Course Details</a:t>
            </a:r>
            <a:br>
              <a:rPr lang="en-US" sz="2000" dirty="0">
                <a:solidFill>
                  <a:schemeClr val="tx1"/>
                </a:solidFill>
              </a:rPr>
            </a:br>
            <a:r>
              <a:rPr lang="en-US" sz="2000" dirty="0">
                <a:solidFill>
                  <a:schemeClr val="tx1"/>
                </a:solidFill>
              </a:rPr>
              <a:t>B. Tech. VII Sem</a:t>
            </a:r>
          </a:p>
        </p:txBody>
      </p:sp>
      <p:pic>
        <p:nvPicPr>
          <p:cNvPr id="9" name="Picture 4" descr="C:\Users\Manks\Downloads\speak.png">
            <a:extLst>
              <a:ext uri="{FF2B5EF4-FFF2-40B4-BE49-F238E27FC236}">
                <a16:creationId xmlns:a16="http://schemas.microsoft.com/office/drawing/2014/main" id="{C68C91B5-0EFD-CC34-208A-2A09A0E29E9E}"/>
              </a:ext>
            </a:extLst>
          </p:cNvPr>
          <p:cNvPicPr>
            <a:picLocks noChangeAspect="1" noChangeArrowheads="1"/>
          </p:cNvPicPr>
          <p:nvPr/>
        </p:nvPicPr>
        <p:blipFill>
          <a:blip r:embed="rId3" cstate="print"/>
          <a:srcRect/>
          <a:stretch>
            <a:fillRect/>
          </a:stretch>
        </p:blipFill>
        <p:spPr bwMode="auto">
          <a:xfrm>
            <a:off x="6966473" y="2639846"/>
            <a:ext cx="1524000" cy="1524000"/>
          </a:xfrm>
          <a:prstGeom prst="rect">
            <a:avLst/>
          </a:prstGeom>
          <a:noFill/>
        </p:spPr>
      </p:pic>
      <p:pic>
        <p:nvPicPr>
          <p:cNvPr id="6" name="Picture 2" descr="Noida Institute of Engineering and Technology - [NIET], Greater Noida -  Faculty Details 2024-2025">
            <a:extLst>
              <a:ext uri="{FF2B5EF4-FFF2-40B4-BE49-F238E27FC236}">
                <a16:creationId xmlns:a16="http://schemas.microsoft.com/office/drawing/2014/main" id="{BE3E6A81-74EE-37E9-1EEF-9552B7F9D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
            <a:ext cx="1198949" cy="63260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2</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a:t>Faculty Introduction</a:t>
            </a:r>
          </a:p>
        </p:txBody>
      </p:sp>
      <p:pic>
        <p:nvPicPr>
          <p:cNvPr id="8"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2">
            <a:extLst>
              <a:ext uri="{FF2B5EF4-FFF2-40B4-BE49-F238E27FC236}">
                <a16:creationId xmlns:a16="http://schemas.microsoft.com/office/drawing/2014/main" id="{82FE51CE-F088-0D57-8270-1119AB5F57B5}"/>
              </a:ext>
            </a:extLst>
          </p:cNvPr>
          <p:cNvSpPr txBox="1">
            <a:spLocks noGrp="1" noChangeArrowheads="1"/>
          </p:cNvSpPr>
          <p:nvPr>
            <p:ph idx="1"/>
          </p:nvPr>
        </p:nvSpPr>
        <p:spPr bwMode="auto">
          <a:xfrm>
            <a:off x="533400" y="1143000"/>
            <a:ext cx="82296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marL="342900" indent="-342900"/>
            <a:r>
              <a:rPr lang="en-IN" sz="2400" b="1" dirty="0">
                <a:latin typeface="Times New Roman" panose="02020603050405020304" pitchFamily="18" charset="0"/>
                <a:cs typeface="Times New Roman" panose="02020603050405020304" pitchFamily="18" charset="0"/>
              </a:rPr>
              <a:t>Name : Mr. M. Abdul Mateen Siddiqui</a:t>
            </a:r>
            <a:endParaRPr lang="en-IN" sz="2400" dirty="0">
              <a:latin typeface="Times New Roman" panose="02020603050405020304" pitchFamily="18" charset="0"/>
              <a:cs typeface="Times New Roman" panose="02020603050405020304" pitchFamily="18" charset="0"/>
            </a:endParaRPr>
          </a:p>
          <a:p>
            <a:pPr marL="342900" indent="-342900"/>
            <a:r>
              <a:rPr lang="en-IN" sz="2400" b="1" dirty="0">
                <a:latin typeface="Times New Roman" panose="02020603050405020304" pitchFamily="18" charset="0"/>
                <a:cs typeface="Times New Roman" panose="02020603050405020304" pitchFamily="18" charset="0"/>
              </a:rPr>
              <a:t>Qualification: </a:t>
            </a:r>
            <a:r>
              <a:rPr lang="en-IN" sz="2400" dirty="0">
                <a:latin typeface="Times New Roman" panose="02020603050405020304" pitchFamily="18" charset="0"/>
                <a:cs typeface="Times New Roman" panose="02020603050405020304" pitchFamily="18" charset="0"/>
              </a:rPr>
              <a:t>B. Tech (CSE),</a:t>
            </a:r>
            <a:r>
              <a:rPr lang="en-IN" sz="2400" b="1" dirty="0">
                <a:latin typeface="Times New Roman" panose="02020603050405020304" pitchFamily="18" charset="0"/>
                <a:cs typeface="Times New Roman" panose="02020603050405020304" pitchFamily="18" charset="0"/>
              </a:rPr>
              <a:t>  </a:t>
            </a:r>
            <a:r>
              <a:rPr lang="en-IN" sz="2400" dirty="0">
                <a:latin typeface="Times New Roman" panose="02020603050405020304" pitchFamily="18" charset="0"/>
                <a:cs typeface="Times New Roman" panose="02020603050405020304" pitchFamily="18" charset="0"/>
              </a:rPr>
              <a:t>M. Tech (CSE-CFIS), Ph. D (Pursuing)</a:t>
            </a:r>
          </a:p>
          <a:p>
            <a:pPr marL="342900" indent="-342900"/>
            <a:r>
              <a:rPr lang="en-IN" sz="2400" b="1" dirty="0">
                <a:latin typeface="Times New Roman" panose="02020603050405020304" pitchFamily="18" charset="0"/>
                <a:cs typeface="Times New Roman" panose="02020603050405020304" pitchFamily="18" charset="0"/>
              </a:rPr>
              <a:t>Area of Specialization: </a:t>
            </a:r>
            <a:r>
              <a:rPr lang="en-IN" sz="2400" dirty="0">
                <a:latin typeface="Times New Roman" panose="02020603050405020304" pitchFamily="18" charset="0"/>
                <a:cs typeface="Times New Roman" panose="02020603050405020304" pitchFamily="18" charset="0"/>
              </a:rPr>
              <a:t>Cyber Forensics, Information Security, Digital Forensics, Smart Wearable Devices and IoT Devices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3</a:t>
            </a:fld>
            <a:endParaRPr lang="en-US"/>
          </a:p>
        </p:txBody>
      </p:sp>
      <p:sp>
        <p:nvSpPr>
          <p:cNvPr id="7" name="Title 1"/>
          <p:cNvSpPr txBox="1">
            <a:spLocks/>
          </p:cNvSpPr>
          <p:nvPr/>
        </p:nvSpPr>
        <p:spPr>
          <a:xfrm>
            <a:off x="1371600" y="1"/>
            <a:ext cx="7772400" cy="685799"/>
          </a:xfrm>
          <a:prstGeom prst="rect">
            <a:avLst/>
          </a:prstGeom>
          <a:solidFill>
            <a:srgbClr val="FF9C9C"/>
          </a:soli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lvl1pPr algn="ctr">
              <a:spcBef>
                <a:spcPct val="0"/>
              </a:spcBef>
              <a:buNone/>
              <a:defRPr sz="2400"/>
            </a:lvl1pPr>
          </a:lstStyle>
          <a:p>
            <a:r>
              <a:rPr lang="en-US"/>
              <a:t>Syllabus </a:t>
            </a:r>
          </a:p>
        </p:txBody>
      </p:sp>
      <p:pic>
        <p:nvPicPr>
          <p:cNvPr id="8" name="Picture 7"/>
          <p:cNvPicPr>
            <a:picLocks noChangeAspect="1"/>
          </p:cNvPicPr>
          <p:nvPr/>
        </p:nvPicPr>
        <p:blipFill>
          <a:blip r:embed="rId2"/>
          <a:stretch>
            <a:fillRect/>
          </a:stretch>
        </p:blipFill>
        <p:spPr>
          <a:xfrm>
            <a:off x="899372" y="795253"/>
            <a:ext cx="7787428" cy="5561097"/>
          </a:xfrm>
          <a:prstGeom prst="rect">
            <a:avLst/>
          </a:prstGeom>
        </p:spPr>
      </p:pic>
      <p:pic>
        <p:nvPicPr>
          <p:cNvPr id="10" name="Picture 2" descr="Noida Institute of Engineering and Technology - [NIET], Greater Noida -  Faculty Details 2024-20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83925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4</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Syllabus </a:t>
            </a:r>
          </a:p>
        </p:txBody>
      </p:sp>
      <p:pic>
        <p:nvPicPr>
          <p:cNvPr id="3" name="Picture 2"/>
          <p:cNvPicPr>
            <a:picLocks noChangeAspect="1"/>
          </p:cNvPicPr>
          <p:nvPr/>
        </p:nvPicPr>
        <p:blipFill>
          <a:blip r:embed="rId2"/>
          <a:stretch>
            <a:fillRect/>
          </a:stretch>
        </p:blipFill>
        <p:spPr>
          <a:xfrm>
            <a:off x="533400" y="838200"/>
            <a:ext cx="8249376" cy="4407877"/>
          </a:xfrm>
          <a:prstGeom prst="rect">
            <a:avLst/>
          </a:prstGeom>
        </p:spPr>
      </p:pic>
      <p:pic>
        <p:nvPicPr>
          <p:cNvPr id="8" name="Picture 7"/>
          <p:cNvPicPr>
            <a:picLocks noChangeAspect="1"/>
          </p:cNvPicPr>
          <p:nvPr/>
        </p:nvPicPr>
        <p:blipFill>
          <a:blip r:embed="rId3"/>
          <a:stretch>
            <a:fillRect/>
          </a:stretch>
        </p:blipFill>
        <p:spPr>
          <a:xfrm>
            <a:off x="533400" y="5273450"/>
            <a:ext cx="8249376" cy="1219200"/>
          </a:xfrm>
          <a:prstGeom prst="rect">
            <a:avLst/>
          </a:prstGeom>
        </p:spPr>
      </p:pic>
      <p:pic>
        <p:nvPicPr>
          <p:cNvPr id="10" name="Picture 2" descr="Noida Institute of Engineering and Technology - [NIET], Greater Noida -  Faculty Details 2024-202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776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5</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Video Links </a:t>
            </a:r>
          </a:p>
        </p:txBody>
      </p:sp>
      <p:sp>
        <p:nvSpPr>
          <p:cNvPr id="8" name="Content Placeholder 2"/>
          <p:cNvSpPr>
            <a:spLocks noGrp="1"/>
          </p:cNvSpPr>
          <p:nvPr>
            <p:ph idx="1"/>
          </p:nvPr>
        </p:nvSpPr>
        <p:spPr>
          <a:xfrm>
            <a:off x="533400" y="1143000"/>
            <a:ext cx="8229600" cy="4343399"/>
          </a:xfrm>
        </p:spPr>
        <p:txBody>
          <a:bodyPr>
            <a:normAutofit fontScale="92500" lnSpcReduction="20000"/>
          </a:bodyPr>
          <a:lstStyle/>
          <a:p>
            <a:pPr>
              <a:lnSpc>
                <a:spcPct val="150000"/>
              </a:lnSpc>
              <a:buFont typeface="Wingdings" panose="05000000000000000000" pitchFamily="2" charset="2"/>
              <a:buChar char="Ø"/>
            </a:pPr>
            <a:r>
              <a:rPr lang="en-US">
                <a:hlinkClick r:id="rId2"/>
              </a:rPr>
              <a:t>https://realpython.com/nltk-nlp-python/</a:t>
            </a:r>
            <a:endParaRPr lang="en-US"/>
          </a:p>
          <a:p>
            <a:pPr>
              <a:buFont typeface="Wingdings" panose="05000000000000000000" pitchFamily="2" charset="2"/>
              <a:buChar char="Ø"/>
            </a:pPr>
            <a:r>
              <a:rPr lang="en-US">
                <a:hlinkClick r:id="rId3"/>
              </a:rPr>
              <a:t>https://www.coursera.org/lecture/python-text-mining/basic-nlp-tasks-with-nltk-KD8uN</a:t>
            </a:r>
            <a:endParaRPr lang="en-US"/>
          </a:p>
          <a:p>
            <a:pPr>
              <a:buFont typeface="Wingdings" panose="05000000000000000000" pitchFamily="2" charset="2"/>
              <a:buChar char="Ø"/>
            </a:pPr>
            <a:r>
              <a:rPr lang="en-US">
                <a:hlinkClick r:id="rId4"/>
              </a:rPr>
              <a:t>https://www.coursera.org/lecture/nlp-sequence-models/learning-word-embeddings-APM5s</a:t>
            </a:r>
            <a:endParaRPr lang="en-US"/>
          </a:p>
          <a:p>
            <a:pPr>
              <a:buFont typeface="Wingdings" panose="05000000000000000000" pitchFamily="2" charset="2"/>
              <a:buChar char="Ø"/>
            </a:pPr>
            <a:r>
              <a:rPr lang="en-US">
                <a:hlinkClick r:id="rId5"/>
              </a:rPr>
              <a:t>https://www.coursera.org/projects/regular-expressions-in-python</a:t>
            </a:r>
            <a:endParaRPr lang="en-US"/>
          </a:p>
          <a:p>
            <a:pPr>
              <a:buFont typeface="Wingdings" panose="05000000000000000000" pitchFamily="2" charset="2"/>
              <a:buChar char="Ø"/>
            </a:pPr>
            <a:r>
              <a:rPr lang="en-US">
                <a:hlinkClick r:id="rId6"/>
              </a:rPr>
              <a:t>https://www.coursera.org/learn/python-text-mining/lecture/sVe8B/regular-expressions</a:t>
            </a:r>
            <a:endParaRPr lang="en-US"/>
          </a:p>
          <a:p>
            <a:pPr marL="0" indent="0">
              <a:buNone/>
            </a:pPr>
            <a:endParaRPr lang="en-US"/>
          </a:p>
        </p:txBody>
      </p:sp>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1979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800600"/>
          </a:xfrm>
        </p:spPr>
        <p:txBody>
          <a:bodyPr>
            <a:normAutofit/>
          </a:bodyPr>
          <a:lstStyle/>
          <a:p>
            <a:pPr>
              <a:lnSpc>
                <a:spcPct val="160000"/>
              </a:lnSpc>
              <a:buFont typeface="Wingdings" panose="05000000000000000000" pitchFamily="2" charset="2"/>
              <a:buChar char="Ø"/>
            </a:pPr>
            <a:r>
              <a:rPr lang="en-US"/>
              <a:t>The course aims to provide an understanding of the foundational concepts and techniques in NLP. </a:t>
            </a:r>
          </a:p>
          <a:p>
            <a:pPr>
              <a:lnSpc>
                <a:spcPct val="160000"/>
              </a:lnSpc>
              <a:buFont typeface="Wingdings" panose="05000000000000000000" pitchFamily="2" charset="2"/>
              <a:buChar char="Ø"/>
            </a:pPr>
            <a:r>
              <a:rPr lang="en-US"/>
              <a:t>The focus is on providing application-based knowledge.</a:t>
            </a:r>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Course Objective </a:t>
            </a:r>
          </a:p>
        </p:txBody>
      </p:sp>
      <p:pic>
        <p:nvPicPr>
          <p:cNvPr id="8"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8786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Course Outcome </a:t>
            </a:r>
          </a:p>
        </p:txBody>
      </p:sp>
      <p:graphicFrame>
        <p:nvGraphicFramePr>
          <p:cNvPr id="8" name="Table 3">
            <a:extLst>
              <a:ext uri="{FF2B5EF4-FFF2-40B4-BE49-F238E27FC236}">
                <a16:creationId xmlns:a16="http://schemas.microsoft.com/office/drawing/2014/main" id="{DE10CC19-1C4B-4E58-B63B-552288FB6FC7}"/>
              </a:ext>
            </a:extLst>
          </p:cNvPr>
          <p:cNvGraphicFramePr>
            <a:graphicFrameLocks noGrp="1"/>
          </p:cNvGraphicFramePr>
          <p:nvPr>
            <p:extLst>
              <p:ext uri="{D42A27DB-BD31-4B8C-83A1-F6EECF244321}">
                <p14:modId xmlns:p14="http://schemas.microsoft.com/office/powerpoint/2010/main" val="3709884707"/>
              </p:ext>
            </p:extLst>
          </p:nvPr>
        </p:nvGraphicFramePr>
        <p:xfrm>
          <a:off x="457200" y="928834"/>
          <a:ext cx="8382000" cy="5427516"/>
        </p:xfrm>
        <a:graphic>
          <a:graphicData uri="http://schemas.openxmlformats.org/drawingml/2006/table">
            <a:tbl>
              <a:tblPr firstRow="1" bandRow="1">
                <a:tableStyleId>{5C22544A-7EE6-4342-B048-85BDC9FD1C3A}</a:tableStyleId>
              </a:tblPr>
              <a:tblGrid>
                <a:gridCol w="1157392">
                  <a:extLst>
                    <a:ext uri="{9D8B030D-6E8A-4147-A177-3AD203B41FA5}">
                      <a16:colId xmlns:a16="http://schemas.microsoft.com/office/drawing/2014/main" val="1078138596"/>
                    </a:ext>
                  </a:extLst>
                </a:gridCol>
                <a:gridCol w="6005801">
                  <a:extLst>
                    <a:ext uri="{9D8B030D-6E8A-4147-A177-3AD203B41FA5}">
                      <a16:colId xmlns:a16="http://schemas.microsoft.com/office/drawing/2014/main" val="4047431709"/>
                    </a:ext>
                  </a:extLst>
                </a:gridCol>
                <a:gridCol w="1218807">
                  <a:extLst>
                    <a:ext uri="{9D8B030D-6E8A-4147-A177-3AD203B41FA5}">
                      <a16:colId xmlns:a16="http://schemas.microsoft.com/office/drawing/2014/main" val="2436760275"/>
                    </a:ext>
                  </a:extLst>
                </a:gridCol>
              </a:tblGrid>
              <a:tr h="1332797">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CO1</a:t>
                      </a:r>
                    </a:p>
                  </a:txBody>
                  <a:tcPr/>
                </a:tc>
                <a:tc>
                  <a:txBody>
                    <a:bodyPr/>
                    <a:lstStyle/>
                    <a:p>
                      <a:pPr marL="0" marR="0" indent="0" algn="ctr" defTabSz="914400" rtl="0" eaLnBrk="1" latinLnBrk="0" hangingPunct="1">
                        <a:lnSpc>
                          <a:spcPct val="100000"/>
                        </a:lnSpc>
                        <a:spcBef>
                          <a:spcPct val="20000"/>
                        </a:spcBef>
                        <a:spcAft>
                          <a:spcPts val="0"/>
                        </a:spcAft>
                        <a:buFont typeface="Arial" pitchFamily="34" charset="0"/>
                        <a:buNone/>
                      </a:pPr>
                      <a:r>
                        <a:rPr lang="en-US" sz="2400" b="1" kern="1200">
                          <a:solidFill>
                            <a:schemeClr val="tx1">
                              <a:lumMod val="75000"/>
                              <a:lumOff val="25000"/>
                            </a:schemeClr>
                          </a:solidFill>
                          <a:effectLst/>
                          <a:latin typeface="+mn-lt"/>
                          <a:ea typeface="+mn-ea"/>
                          <a:cs typeface="+mn-cs"/>
                        </a:rPr>
                        <a:t>Discuss the emerging trends and challenges in NLP and perform the basic NLP tasks using some NLP library. </a:t>
                      </a:r>
                      <a:endParaRPr lang="en-US" altLang="en-US" sz="2400" kern="1200">
                        <a:solidFill>
                          <a:schemeClr val="tx1">
                            <a:lumMod val="75000"/>
                            <a:lumOff val="25000"/>
                          </a:schemeClr>
                        </a:solidFill>
                        <a:latin typeface="+mn-lt"/>
                        <a:ea typeface="+mn-ea"/>
                        <a:cs typeface="Times New Roman" pitchFamily="18" charset="0"/>
                      </a:endParaRPr>
                    </a:p>
                  </a:txBody>
                  <a:tcPr marL="68580" marR="68580" marT="0" marB="0"/>
                </a:tc>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K2</a:t>
                      </a:r>
                    </a:p>
                  </a:txBody>
                  <a:tcPr/>
                </a:tc>
                <a:extLst>
                  <a:ext uri="{0D108BD9-81ED-4DB2-BD59-A6C34878D82A}">
                    <a16:rowId xmlns:a16="http://schemas.microsoft.com/office/drawing/2014/main" val="3890275415"/>
                  </a:ext>
                </a:extLst>
              </a:tr>
              <a:tr h="1250296">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CO2 </a:t>
                      </a:r>
                    </a:p>
                  </a:txBody>
                  <a:tcPr/>
                </a:tc>
                <a:tc>
                  <a:txBody>
                    <a:bodyPr/>
                    <a:lstStyle/>
                    <a:p>
                      <a:pPr marL="0" marR="0" algn="ctr">
                        <a:lnSpc>
                          <a:spcPct val="100000"/>
                        </a:lnSpc>
                      </a:pPr>
                      <a:r>
                        <a:rPr lang="en-IN" sz="2400" b="1" kern="1200">
                          <a:solidFill>
                            <a:schemeClr val="tx1">
                              <a:lumMod val="75000"/>
                              <a:lumOff val="25000"/>
                            </a:schemeClr>
                          </a:solidFill>
                          <a:effectLst/>
                          <a:latin typeface="+mn-lt"/>
                          <a:ea typeface="+mn-ea"/>
                          <a:cs typeface="+mn-cs"/>
                        </a:rPr>
                        <a:t>Apply regular expressions for data cleaning and understand the fundamental concepts and theories underlying NLP.</a:t>
                      </a:r>
                      <a:endParaRPr lang="en-US" sz="2400" b="1" kern="1200">
                        <a:solidFill>
                          <a:schemeClr val="tx1">
                            <a:lumMod val="75000"/>
                            <a:lumOff val="25000"/>
                          </a:schemeClr>
                        </a:solidFill>
                        <a:effectLst/>
                        <a:latin typeface="+mn-lt"/>
                        <a:ea typeface="+mn-ea"/>
                        <a:cs typeface="+mn-cs"/>
                      </a:endParaRPr>
                    </a:p>
                  </a:txBody>
                  <a:tcPr marL="68580" marR="68580" marT="0" marB="0"/>
                </a:tc>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K3</a:t>
                      </a:r>
                    </a:p>
                  </a:txBody>
                  <a:tcPr/>
                </a:tc>
                <a:extLst>
                  <a:ext uri="{0D108BD9-81ED-4DB2-BD59-A6C34878D82A}">
                    <a16:rowId xmlns:a16="http://schemas.microsoft.com/office/drawing/2014/main" val="1248753504"/>
                  </a:ext>
                </a:extLst>
              </a:tr>
              <a:tr h="702331">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CO3</a:t>
                      </a:r>
                    </a:p>
                  </a:txBody>
                  <a:tcPr/>
                </a:tc>
                <a:tc>
                  <a:txBody>
                    <a:bodyPr/>
                    <a:lstStyle/>
                    <a:p>
                      <a:pPr marL="0" indent="0" algn="ctr" defTabSz="914400" rtl="0" eaLnBrk="1" latinLnBrk="0" hangingPunct="1">
                        <a:lnSpc>
                          <a:spcPct val="100000"/>
                        </a:lnSpc>
                        <a:spcBef>
                          <a:spcPct val="20000"/>
                        </a:spcBef>
                        <a:buFont typeface="Arial" pitchFamily="34" charset="0"/>
                        <a:buNone/>
                      </a:pPr>
                      <a:r>
                        <a:rPr lang="en-US" sz="2400" kern="1200">
                          <a:solidFill>
                            <a:schemeClr val="tx1">
                              <a:lumMod val="75000"/>
                              <a:lumOff val="25000"/>
                            </a:schemeClr>
                          </a:solidFill>
                          <a:effectLst/>
                          <a:latin typeface="+mn-lt"/>
                          <a:ea typeface="+mn-ea"/>
                          <a:cs typeface="+mn-cs"/>
                        </a:rPr>
                        <a:t>Extract features and find similarity in text data.</a:t>
                      </a:r>
                      <a:endParaRPr lang="en-US" altLang="en-US" sz="2400" kern="1200">
                        <a:solidFill>
                          <a:schemeClr val="tx1">
                            <a:lumMod val="75000"/>
                            <a:lumOff val="25000"/>
                          </a:schemeClr>
                        </a:solidFill>
                        <a:latin typeface="+mn-lt"/>
                        <a:ea typeface="+mn-ea"/>
                        <a:cs typeface="Times New Roman" pitchFamily="18" charset="0"/>
                      </a:endParaRPr>
                    </a:p>
                  </a:txBody>
                  <a:tcPr/>
                </a:tc>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K3</a:t>
                      </a:r>
                    </a:p>
                  </a:txBody>
                  <a:tcPr/>
                </a:tc>
                <a:extLst>
                  <a:ext uri="{0D108BD9-81ED-4DB2-BD59-A6C34878D82A}">
                    <a16:rowId xmlns:a16="http://schemas.microsoft.com/office/drawing/2014/main" val="3766692740"/>
                  </a:ext>
                </a:extLst>
              </a:tr>
              <a:tr h="1016826">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CO4</a:t>
                      </a:r>
                    </a:p>
                  </a:txBody>
                  <a:tcPr/>
                </a:tc>
                <a:tc>
                  <a:txBody>
                    <a:bodyPr/>
                    <a:lstStyle/>
                    <a:p>
                      <a:pPr marL="0" indent="0" algn="ctr" defTabSz="914400" rtl="0" eaLnBrk="1" latinLnBrk="0" hangingPunct="1">
                        <a:lnSpc>
                          <a:spcPct val="100000"/>
                        </a:lnSpc>
                        <a:spcBef>
                          <a:spcPct val="20000"/>
                        </a:spcBef>
                        <a:buFont typeface="Arial" pitchFamily="34" charset="0"/>
                        <a:buNone/>
                      </a:pPr>
                      <a:r>
                        <a:rPr lang="en-US" sz="2400" kern="1200">
                          <a:solidFill>
                            <a:schemeClr val="tx1">
                              <a:lumMod val="75000"/>
                              <a:lumOff val="25000"/>
                            </a:schemeClr>
                          </a:solidFill>
                          <a:effectLst/>
                          <a:latin typeface="+mn-lt"/>
                          <a:ea typeface="+mn-ea"/>
                          <a:cs typeface="+mn-cs"/>
                        </a:rPr>
                        <a:t>Implement NLP techniques to design real-world NLP applications </a:t>
                      </a:r>
                      <a:endParaRPr lang="en-US" altLang="en-US" sz="2400" kern="1200">
                        <a:solidFill>
                          <a:schemeClr val="tx1">
                            <a:lumMod val="75000"/>
                            <a:lumOff val="25000"/>
                          </a:schemeClr>
                        </a:solidFill>
                        <a:latin typeface="+mn-lt"/>
                        <a:ea typeface="+mn-ea"/>
                        <a:cs typeface="Times New Roman" pitchFamily="18" charset="0"/>
                      </a:endParaRPr>
                    </a:p>
                  </a:txBody>
                  <a:tcPr/>
                </a:tc>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K3</a:t>
                      </a:r>
                    </a:p>
                  </a:txBody>
                  <a:tcPr/>
                </a:tc>
                <a:extLst>
                  <a:ext uri="{0D108BD9-81ED-4DB2-BD59-A6C34878D82A}">
                    <a16:rowId xmlns:a16="http://schemas.microsoft.com/office/drawing/2014/main" val="1419297893"/>
                  </a:ext>
                </a:extLst>
              </a:tr>
              <a:tr h="1125266">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CO5</a:t>
                      </a:r>
                    </a:p>
                  </a:txBody>
                  <a:tcPr/>
                </a:tc>
                <a:tc>
                  <a:txBody>
                    <a:bodyPr/>
                    <a:lstStyle/>
                    <a:p>
                      <a:pPr marL="0" marR="0" indent="0" algn="ctr" defTabSz="914400" rtl="0" eaLnBrk="1" latinLnBrk="0" hangingPunct="1">
                        <a:lnSpc>
                          <a:spcPct val="100000"/>
                        </a:lnSpc>
                        <a:spcBef>
                          <a:spcPct val="20000"/>
                        </a:spcBef>
                        <a:spcAft>
                          <a:spcPts val="0"/>
                        </a:spcAft>
                        <a:buFont typeface="Arial" pitchFamily="34" charset="0"/>
                        <a:buNone/>
                      </a:pPr>
                      <a:r>
                        <a:rPr lang="en-US" sz="2400" kern="1200">
                          <a:solidFill>
                            <a:schemeClr val="tx1">
                              <a:lumMod val="75000"/>
                              <a:lumOff val="25000"/>
                            </a:schemeClr>
                          </a:solidFill>
                          <a:effectLst/>
                          <a:latin typeface="+mn-lt"/>
                          <a:ea typeface="+mn-ea"/>
                          <a:cs typeface="+mn-cs"/>
                        </a:rPr>
                        <a:t>Apply advanced techniques like sequential modelling and attention mechanism to develop NLP applications</a:t>
                      </a:r>
                      <a:endParaRPr lang="en-US" altLang="en-US" sz="2400" kern="1200">
                        <a:solidFill>
                          <a:schemeClr val="tx1">
                            <a:lumMod val="75000"/>
                            <a:lumOff val="25000"/>
                          </a:schemeClr>
                        </a:solidFill>
                        <a:latin typeface="+mn-lt"/>
                        <a:ea typeface="+mn-ea"/>
                        <a:cs typeface="Times New Roman" pitchFamily="18" charset="0"/>
                      </a:endParaRPr>
                    </a:p>
                  </a:txBody>
                  <a:tcPr marL="68580" marR="68580" marT="0" marB="0"/>
                </a:tc>
                <a:tc>
                  <a:txBody>
                    <a:bodyPr/>
                    <a:lstStyle/>
                    <a:p>
                      <a:pPr marL="0" indent="0" algn="ctr" defTabSz="914400" rtl="0" eaLnBrk="1" latinLnBrk="0" hangingPunct="1">
                        <a:lnSpc>
                          <a:spcPct val="100000"/>
                        </a:lnSpc>
                        <a:spcBef>
                          <a:spcPct val="20000"/>
                        </a:spcBef>
                        <a:buFont typeface="Arial" pitchFamily="34" charset="0"/>
                        <a:buNone/>
                      </a:pPr>
                      <a:r>
                        <a:rPr lang="en-US" altLang="en-US" sz="2400" kern="1200">
                          <a:solidFill>
                            <a:schemeClr val="tx1">
                              <a:lumMod val="75000"/>
                              <a:lumOff val="25000"/>
                            </a:schemeClr>
                          </a:solidFill>
                          <a:latin typeface="+mn-lt"/>
                          <a:ea typeface="+mn-ea"/>
                          <a:cs typeface="Times New Roman" pitchFamily="18" charset="0"/>
                        </a:rPr>
                        <a:t>K4</a:t>
                      </a:r>
                    </a:p>
                  </a:txBody>
                  <a:tcPr/>
                </a:tc>
                <a:extLst>
                  <a:ext uri="{0D108BD9-81ED-4DB2-BD59-A6C34878D82A}">
                    <a16:rowId xmlns:a16="http://schemas.microsoft.com/office/drawing/2014/main" val="1008236342"/>
                  </a:ext>
                </a:extLst>
              </a:tr>
            </a:tbl>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6441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371600"/>
            <a:ext cx="8305800" cy="4648200"/>
          </a:xfrm>
        </p:spPr>
        <p:txBody>
          <a:bodyPr>
            <a:noAutofit/>
          </a:bodyPr>
          <a:lstStyle/>
          <a:p>
            <a:pPr marL="0" indent="0" algn="just">
              <a:buNone/>
            </a:pPr>
            <a:r>
              <a:rPr lang="en-US" sz="2400" b="1">
                <a:cs typeface="Times New Roman" panose="02020603050405020304" pitchFamily="18" charset="0"/>
              </a:rPr>
              <a:t>1. Engineering knowledge:</a:t>
            </a:r>
            <a:r>
              <a:rPr lang="en-US" sz="2400">
                <a:cs typeface="Times New Roman" panose="02020603050405020304" pitchFamily="18" charset="0"/>
              </a:rPr>
              <a:t> Apply the knowledge of mathematics, science, engineering fundamentals, and an engineering specialization for the solution of complex engineering problems. </a:t>
            </a:r>
          </a:p>
          <a:p>
            <a:pPr marL="0" indent="0" algn="just">
              <a:buNone/>
            </a:pPr>
            <a:r>
              <a:rPr lang="en-US" sz="2400" b="1">
                <a:cs typeface="Times New Roman" panose="02020603050405020304" pitchFamily="18" charset="0"/>
              </a:rPr>
              <a:t>2. Problem analysis:</a:t>
            </a:r>
            <a:r>
              <a:rPr lang="en-US" sz="2400">
                <a:cs typeface="Times New Roman" panose="02020603050405020304" pitchFamily="18" charset="0"/>
              </a:rPr>
              <a:t> Identify, formulate, research literature, and analyze complex engineering problems reaching substantiated conclusions using first principles of mathematics, natural sciences, and engineering sciences.</a:t>
            </a:r>
            <a:endParaRPr lang="en-IN" sz="2400">
              <a:cs typeface="Times New Roman" panose="02020603050405020304" pitchFamily="18" charset="0"/>
            </a:endParaRPr>
          </a:p>
          <a:p>
            <a:pPr marL="0" indent="0" algn="just">
              <a:buNone/>
            </a:pPr>
            <a:r>
              <a:rPr lang="en-US" sz="2400" b="1">
                <a:cs typeface="Times New Roman" panose="02020603050405020304" pitchFamily="18" charset="0"/>
              </a:rPr>
              <a:t>3. Design/development of solutions:</a:t>
            </a:r>
            <a:r>
              <a:rPr lang="en-US" sz="2400">
                <a:cs typeface="Times New Roman" panose="02020603050405020304" pitchFamily="18" charset="0"/>
              </a:rPr>
              <a:t> Design solutions for complex engineering problems and design system components or processes that meet the specified needs with appropriate consideration for public health and safety, and cultural, societal, and environmental considerations. </a:t>
            </a:r>
            <a:endParaRPr lang="en-IN" sz="2400">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pPr/>
              <a:t>8</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Program Outcome </a:t>
            </a:r>
          </a:p>
        </p:txBody>
      </p:sp>
      <p:pic>
        <p:nvPicPr>
          <p:cNvPr id="8" name="Picture 2" descr="Noida Institute of Engineering and Technology - [NIET], Greater Noida -  Faculty Details 2024-20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0252612"/>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295400"/>
            <a:ext cx="8305800" cy="4800600"/>
          </a:xfrm>
        </p:spPr>
        <p:txBody>
          <a:bodyPr>
            <a:noAutofit/>
          </a:bodyPr>
          <a:lstStyle/>
          <a:p>
            <a:pPr marL="0" indent="0" algn="just">
              <a:buNone/>
            </a:pPr>
            <a:r>
              <a:rPr lang="en-US" sz="2400">
                <a:cs typeface="Times New Roman" panose="02020603050405020304" pitchFamily="18" charset="0"/>
              </a:rPr>
              <a:t>4. </a:t>
            </a:r>
            <a:r>
              <a:rPr lang="en-US" sz="2400" b="1">
                <a:cs typeface="Times New Roman" panose="02020603050405020304" pitchFamily="18" charset="0"/>
              </a:rPr>
              <a:t>Conduct investigations of complex problems:</a:t>
            </a:r>
            <a:r>
              <a:rPr lang="en-US" sz="2400">
                <a:cs typeface="Times New Roman" panose="02020603050405020304" pitchFamily="18" charset="0"/>
              </a:rPr>
              <a:t> Use research based knowledge and research methods including design of experiments, analysis and interpretation of data, and synthesis of information to provide valid conclusions. </a:t>
            </a:r>
            <a:endParaRPr lang="en-IN" sz="2400">
              <a:cs typeface="Times New Roman" panose="02020603050405020304" pitchFamily="18" charset="0"/>
            </a:endParaRPr>
          </a:p>
          <a:p>
            <a:pPr marL="0" indent="0" algn="just">
              <a:buNone/>
            </a:pPr>
            <a:r>
              <a:rPr lang="en-US" sz="2400">
                <a:cs typeface="Times New Roman" panose="02020603050405020304" pitchFamily="18" charset="0"/>
              </a:rPr>
              <a:t>5. </a:t>
            </a:r>
            <a:r>
              <a:rPr lang="en-US" sz="2400" b="1">
                <a:cs typeface="Times New Roman" panose="02020603050405020304" pitchFamily="18" charset="0"/>
              </a:rPr>
              <a:t>Modern tool usage:</a:t>
            </a:r>
            <a:r>
              <a:rPr lang="en-US" sz="2400">
                <a:cs typeface="Times New Roman" panose="02020603050405020304" pitchFamily="18" charset="0"/>
              </a:rPr>
              <a:t> Create, select, and apply appropriate techniques, resources, and modern engineering and IT tools, including prediction and modeling to complex engineering activities, with an understanding of the limitations. </a:t>
            </a:r>
          </a:p>
          <a:p>
            <a:pPr marL="0" indent="0" algn="just">
              <a:buNone/>
            </a:pPr>
            <a:r>
              <a:rPr lang="en-US" sz="2400">
                <a:cs typeface="Times New Roman" panose="02020603050405020304" pitchFamily="18" charset="0"/>
              </a:rPr>
              <a:t>6. </a:t>
            </a:r>
            <a:r>
              <a:rPr lang="en-US" sz="2400" b="1">
                <a:cs typeface="Times New Roman" panose="02020603050405020304" pitchFamily="18" charset="0"/>
              </a:rPr>
              <a:t>The engineer and society:</a:t>
            </a:r>
            <a:r>
              <a:rPr lang="en-US" sz="2400">
                <a:cs typeface="Times New Roman" panose="02020603050405020304" pitchFamily="18" charset="0"/>
              </a:rPr>
              <a:t> Apply reasoning informed by the contextual knowledge to assess societal, health, safety, legal and cultural issues and the consequent responsibilities relevant to the professional engineering practice. </a:t>
            </a:r>
            <a:endParaRPr lang="en-IN" sz="2400">
              <a:cs typeface="Times New Roman" panose="02020603050405020304" pitchFamily="18" charset="0"/>
            </a:endParaRPr>
          </a:p>
          <a:p>
            <a:pPr marL="0" indent="0" algn="just">
              <a:buNone/>
            </a:pPr>
            <a:endParaRPr lang="en-IN" sz="2400">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pPr/>
              <a:t>9</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Program Outcome </a:t>
            </a:r>
          </a:p>
        </p:txBody>
      </p:sp>
      <p:pic>
        <p:nvPicPr>
          <p:cNvPr id="8"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756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339849"/>
            <a:ext cx="8305800" cy="4451351"/>
          </a:xfrm>
        </p:spPr>
        <p:txBody>
          <a:bodyPr>
            <a:noAutofit/>
          </a:bodyPr>
          <a:lstStyle/>
          <a:p>
            <a:pPr marL="0" indent="0" algn="just">
              <a:lnSpc>
                <a:spcPct val="120000"/>
              </a:lnSpc>
              <a:buNone/>
            </a:pPr>
            <a:r>
              <a:rPr lang="en-US" sz="2400" b="1">
                <a:cs typeface="Times New Roman" panose="02020603050405020304" pitchFamily="18" charset="0"/>
              </a:rPr>
              <a:t>7. Environment and sustainability:</a:t>
            </a:r>
            <a:r>
              <a:rPr lang="en-US" sz="2400">
                <a:cs typeface="Times New Roman" panose="02020603050405020304" pitchFamily="18" charset="0"/>
              </a:rPr>
              <a:t> Understand the impact of the professional engineering solutions in societal and environmental contexts, and demonstrate the knowledge of, and need for sustainable development. </a:t>
            </a:r>
          </a:p>
          <a:p>
            <a:pPr marL="0" indent="0" algn="just">
              <a:lnSpc>
                <a:spcPct val="120000"/>
              </a:lnSpc>
              <a:buNone/>
            </a:pPr>
            <a:r>
              <a:rPr lang="en-US" sz="2400" b="1">
                <a:cs typeface="Times New Roman" panose="02020603050405020304" pitchFamily="18" charset="0"/>
              </a:rPr>
              <a:t>8. Ethics:</a:t>
            </a:r>
            <a:r>
              <a:rPr lang="en-US" sz="2400">
                <a:cs typeface="Times New Roman" panose="02020603050405020304" pitchFamily="18" charset="0"/>
              </a:rPr>
              <a:t> Apply ethical principles and commit to professional ethics and responsibilities and norms of the engineering practice. </a:t>
            </a:r>
            <a:endParaRPr lang="en-IN" sz="2400">
              <a:cs typeface="Times New Roman" panose="02020603050405020304" pitchFamily="18" charset="0"/>
            </a:endParaRPr>
          </a:p>
          <a:p>
            <a:pPr marL="0" indent="0" algn="just">
              <a:lnSpc>
                <a:spcPct val="120000"/>
              </a:lnSpc>
              <a:buNone/>
            </a:pPr>
            <a:r>
              <a:rPr lang="en-US" sz="2400" b="1">
                <a:cs typeface="Times New Roman" panose="02020603050405020304" pitchFamily="18" charset="0"/>
              </a:rPr>
              <a:t>9. Individual and team work:</a:t>
            </a:r>
            <a:r>
              <a:rPr lang="en-US" sz="2400">
                <a:cs typeface="Times New Roman" panose="02020603050405020304" pitchFamily="18" charset="0"/>
              </a:rPr>
              <a:t> Function effectively as an individual, and as a member or leader in diverse teams, and in multidisciplinary settings. </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Program Outcome </a:t>
            </a:r>
          </a:p>
        </p:txBody>
      </p:sp>
      <p:pic>
        <p:nvPicPr>
          <p:cNvPr id="8" name="Picture 2" descr="Noida Institute of Engineering and Technology - [NIET], Greater Noida -  Faculty Details 2024-20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9568147"/>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295400"/>
            <a:ext cx="8305800" cy="4953000"/>
          </a:xfrm>
        </p:spPr>
        <p:txBody>
          <a:bodyPr>
            <a:noAutofit/>
          </a:bodyPr>
          <a:lstStyle/>
          <a:p>
            <a:pPr marL="0" indent="0" algn="just">
              <a:lnSpc>
                <a:spcPct val="120000"/>
              </a:lnSpc>
              <a:buNone/>
            </a:pPr>
            <a:r>
              <a:rPr lang="en-US" sz="2000">
                <a:cs typeface="Times New Roman" panose="02020603050405020304" pitchFamily="18" charset="0"/>
              </a:rPr>
              <a:t>10. </a:t>
            </a:r>
            <a:r>
              <a:rPr lang="en-US" sz="2000" b="1">
                <a:cs typeface="Times New Roman" panose="02020603050405020304" pitchFamily="18" charset="0"/>
              </a:rPr>
              <a:t>Communication: </a:t>
            </a:r>
            <a:r>
              <a:rPr lang="en-US" sz="2000">
                <a:cs typeface="Times New Roman" panose="02020603050405020304" pitchFamily="18" charset="0"/>
              </a:rPr>
              <a:t>Communicate effectively on complex engineering activities with the engineering community and with the society at large, such as, being able to comprehend and write effective reports and design documentation, make effective presentations, and give and receive clear instructions. </a:t>
            </a:r>
            <a:endParaRPr lang="en-IN" sz="2000">
              <a:cs typeface="Times New Roman" panose="02020603050405020304" pitchFamily="18" charset="0"/>
            </a:endParaRPr>
          </a:p>
          <a:p>
            <a:pPr marL="0" indent="0" algn="just">
              <a:lnSpc>
                <a:spcPct val="120000"/>
              </a:lnSpc>
              <a:buNone/>
            </a:pPr>
            <a:r>
              <a:rPr lang="en-US" sz="2000">
                <a:cs typeface="Times New Roman" panose="02020603050405020304" pitchFamily="18" charset="0"/>
              </a:rPr>
              <a:t>11. </a:t>
            </a:r>
            <a:r>
              <a:rPr lang="en-US" sz="2000" b="1">
                <a:cs typeface="Times New Roman" panose="02020603050405020304" pitchFamily="18" charset="0"/>
              </a:rPr>
              <a:t>Project management and finance: </a:t>
            </a:r>
            <a:r>
              <a:rPr lang="en-US" sz="2000">
                <a:cs typeface="Times New Roman" panose="02020603050405020304" pitchFamily="18" charset="0"/>
              </a:rPr>
              <a:t>Demonstrate knowledge and understanding of the engineering and management principles and apply these to one’s own work, as a member and leader in a team, to manage projects and in multidisciplinary environments. </a:t>
            </a:r>
          </a:p>
          <a:p>
            <a:pPr marL="0" indent="0" algn="just">
              <a:lnSpc>
                <a:spcPct val="120000"/>
              </a:lnSpc>
              <a:buNone/>
            </a:pPr>
            <a:r>
              <a:rPr lang="en-US" sz="2000">
                <a:cs typeface="Times New Roman" panose="02020603050405020304" pitchFamily="18" charset="0"/>
              </a:rPr>
              <a:t>12.</a:t>
            </a:r>
            <a:r>
              <a:rPr lang="en-US" sz="2000" b="1">
                <a:cs typeface="Times New Roman" panose="02020603050405020304" pitchFamily="18" charset="0"/>
              </a:rPr>
              <a:t>Life-long learning: </a:t>
            </a:r>
            <a:r>
              <a:rPr lang="en-US" sz="2000">
                <a:cs typeface="Times New Roman" panose="02020603050405020304" pitchFamily="18" charset="0"/>
              </a:rPr>
              <a:t>Recognize the need for, and have the preparation and ability to engage in independent and life-long learning in the broadest context of technological change.</a:t>
            </a:r>
            <a:endParaRPr lang="en-IN" sz="2000">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Program Outcome</a:t>
            </a:r>
          </a:p>
        </p:txBody>
      </p:sp>
      <p:pic>
        <p:nvPicPr>
          <p:cNvPr id="8"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4690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334644"/>
            <a:ext cx="7882128" cy="107691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Pre-requisites </a:t>
            </a:r>
          </a:p>
        </p:txBody>
      </p:sp>
      <p:sp>
        <p:nvSpPr>
          <p:cNvPr id="22" name="Rectangle 21">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2079" y="0"/>
            <a:ext cx="7879842"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0936" y="1512994"/>
            <a:ext cx="787984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a:xfrm>
            <a:off x="6537960" y="6356350"/>
            <a:ext cx="197510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12</a:t>
            </a:fld>
            <a:endParaRPr lang="en-US">
              <a:solidFill>
                <a:schemeClr val="tx1">
                  <a:lumMod val="50000"/>
                  <a:lumOff val="50000"/>
                </a:schemeClr>
              </a:solidFill>
            </a:endParaRPr>
          </a:p>
        </p:txBody>
      </p:sp>
      <p:graphicFrame>
        <p:nvGraphicFramePr>
          <p:cNvPr id="24" name="Content Placeholder 2">
            <a:extLst>
              <a:ext uri="{FF2B5EF4-FFF2-40B4-BE49-F238E27FC236}">
                <a16:creationId xmlns:a16="http://schemas.microsoft.com/office/drawing/2014/main" id="{8F4F919B-59A8-DAD7-D9C2-9442BD3B1827}"/>
              </a:ext>
            </a:extLst>
          </p:cNvPr>
          <p:cNvGraphicFramePr>
            <a:graphicFrameLocks noGrp="1"/>
          </p:cNvGraphicFramePr>
          <p:nvPr>
            <p:ph idx="1"/>
            <p:extLst>
              <p:ext uri="{D42A27DB-BD31-4B8C-83A1-F6EECF244321}">
                <p14:modId xmlns:p14="http://schemas.microsoft.com/office/powerpoint/2010/main" val="2271771563"/>
              </p:ext>
            </p:extLst>
          </p:nvPr>
        </p:nvGraphicFramePr>
        <p:xfrm>
          <a:off x="628650" y="1737360"/>
          <a:ext cx="7879842" cy="4535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816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7" name="Title 1"/>
          <p:cNvSpPr txBox="1">
            <a:spLocks/>
          </p:cNvSpPr>
          <p:nvPr/>
        </p:nvSpPr>
        <p:spPr>
          <a:xfrm>
            <a:off x="1371600" y="1"/>
            <a:ext cx="7772400" cy="68579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Unit-2:Content</a:t>
            </a:r>
            <a:r>
              <a:rPr lang="en-US" dirty="0"/>
              <a:t> </a:t>
            </a:r>
          </a:p>
        </p:txBody>
      </p:sp>
      <p:sp>
        <p:nvSpPr>
          <p:cNvPr id="8" name="Content Placeholder 2">
            <a:extLst>
              <a:ext uri="{FF2B5EF4-FFF2-40B4-BE49-F238E27FC236}">
                <a16:creationId xmlns:a16="http://schemas.microsoft.com/office/drawing/2014/main" id="{D7F71052-C096-41E2-9234-43D568F9BDDA}"/>
              </a:ext>
            </a:extLst>
          </p:cNvPr>
          <p:cNvSpPr txBox="1">
            <a:spLocks/>
          </p:cNvSpPr>
          <p:nvPr/>
        </p:nvSpPr>
        <p:spPr>
          <a:xfrm>
            <a:off x="381000" y="889431"/>
            <a:ext cx="8305800" cy="5466919"/>
          </a:xfrm>
          <a:prstGeom prst="rect">
            <a:avLst/>
          </a:prstGeom>
        </p:spPr>
        <p:txBody>
          <a:bodyPr vert="horz" lIns="91440" tIns="45720" rIns="91440" bIns="45720" rtlCol="0" anchor="t">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defRPr/>
            </a:pPr>
            <a:r>
              <a:rPr lang="en-US" sz="2000" b="1" dirty="0"/>
              <a:t>REGULAR EXPRESSIONS:</a:t>
            </a:r>
            <a:endParaRPr lang="en-US" sz="2000" b="1" dirty="0">
              <a:ea typeface="Calibri"/>
              <a:cs typeface="Calibri"/>
            </a:endParaRPr>
          </a:p>
          <a:p>
            <a:pPr marL="0" indent="0">
              <a:buNone/>
              <a:defRPr/>
            </a:pPr>
            <a:endParaRPr lang="en-US" sz="1400" b="1" dirty="0">
              <a:ea typeface="Calibri"/>
              <a:cs typeface="Calibri"/>
            </a:endParaRPr>
          </a:p>
          <a:p>
            <a:pPr>
              <a:buFont typeface="Wingdings" panose="05000000000000000000" pitchFamily="2" charset="2"/>
              <a:buChar char="Ø"/>
              <a:defRPr/>
            </a:pPr>
            <a:r>
              <a:rPr lang="en-GB" sz="1400" dirty="0">
                <a:cs typeface="Times New Roman"/>
              </a:rPr>
              <a:t>Data Preprocessing:</a:t>
            </a:r>
            <a:endParaRPr lang="en-GB" sz="1400" dirty="0">
              <a:ea typeface="Calibri"/>
              <a:cs typeface="Times New Roman"/>
            </a:endParaRPr>
          </a:p>
          <a:p>
            <a:pPr lvl="1">
              <a:buFont typeface="Wingdings,Sans-Serif" panose="05000000000000000000" pitchFamily="2" charset="2"/>
              <a:buChar char="Ø"/>
              <a:defRPr/>
            </a:pPr>
            <a:r>
              <a:rPr lang="en-GB" sz="1200" dirty="0">
                <a:ea typeface="Calibri"/>
                <a:cs typeface="Calibri"/>
              </a:rPr>
              <a:t>Convert to Lower Case</a:t>
            </a:r>
          </a:p>
          <a:p>
            <a:pPr lvl="1">
              <a:buFont typeface="Wingdings,Sans-Serif" panose="05000000000000000000" pitchFamily="2" charset="2"/>
              <a:buChar char="Ø"/>
              <a:defRPr/>
            </a:pPr>
            <a:r>
              <a:rPr lang="en-GB" sz="1200" dirty="0">
                <a:ea typeface="Calibri"/>
                <a:cs typeface="Calibri"/>
              </a:rPr>
              <a:t>Handle Email-Id</a:t>
            </a:r>
          </a:p>
          <a:p>
            <a:pPr lvl="1">
              <a:buFont typeface="Wingdings,Sans-Serif" panose="05000000000000000000" pitchFamily="2" charset="2"/>
              <a:buChar char="Ø"/>
              <a:defRPr/>
            </a:pPr>
            <a:r>
              <a:rPr lang="en-GB" sz="1200" dirty="0">
                <a:ea typeface="Calibri"/>
                <a:cs typeface="Calibri"/>
              </a:rPr>
              <a:t>HTML Tags</a:t>
            </a:r>
            <a:endParaRPr lang="en-US" sz="1200">
              <a:ea typeface="Calibri"/>
              <a:cs typeface="Calibri"/>
            </a:endParaRPr>
          </a:p>
          <a:p>
            <a:pPr lvl="1">
              <a:buFont typeface="Wingdings,Sans-Serif" panose="05000000000000000000" pitchFamily="2" charset="2"/>
              <a:buChar char="Ø"/>
              <a:defRPr/>
            </a:pPr>
            <a:r>
              <a:rPr lang="en-GB" sz="1200" dirty="0">
                <a:ea typeface="Calibri"/>
                <a:cs typeface="Calibri"/>
              </a:rPr>
              <a:t>URLs</a:t>
            </a:r>
          </a:p>
          <a:p>
            <a:pPr lvl="1">
              <a:buFont typeface="Wingdings,Sans-Serif" panose="05000000000000000000" pitchFamily="2" charset="2"/>
              <a:buChar char="Ø"/>
              <a:defRPr/>
            </a:pPr>
            <a:r>
              <a:rPr lang="en-GB" sz="1200" dirty="0">
                <a:ea typeface="Calibri"/>
                <a:cs typeface="Calibri"/>
              </a:rPr>
              <a:t>Emojis</a:t>
            </a:r>
          </a:p>
          <a:p>
            <a:pPr lvl="1">
              <a:buFont typeface="Wingdings,Sans-Serif" panose="05000000000000000000" pitchFamily="2" charset="2"/>
              <a:buChar char="Ø"/>
              <a:defRPr/>
            </a:pPr>
            <a:r>
              <a:rPr lang="en-GB" sz="1200" dirty="0">
                <a:ea typeface="Calibri"/>
                <a:cs typeface="Calibri"/>
              </a:rPr>
              <a:t>Repeat Characters</a:t>
            </a:r>
          </a:p>
          <a:p>
            <a:pPr lvl="1">
              <a:buFont typeface="Wingdings,Sans-Serif" panose="05000000000000000000" pitchFamily="2" charset="2"/>
              <a:buChar char="Ø"/>
              <a:defRPr/>
            </a:pPr>
            <a:r>
              <a:rPr lang="en-GB" sz="1200" dirty="0">
                <a:ea typeface="Calibri"/>
                <a:cs typeface="Calibri"/>
              </a:rPr>
              <a:t>Normalization of Data</a:t>
            </a:r>
          </a:p>
          <a:p>
            <a:pPr>
              <a:buFont typeface="Wingdings" panose="05000000000000000000" pitchFamily="2" charset="2"/>
              <a:buChar char="Ø"/>
              <a:defRPr/>
            </a:pPr>
            <a:r>
              <a:rPr lang="en-GB" sz="1400" dirty="0">
                <a:ea typeface="Calibri"/>
                <a:cs typeface="Times New Roman"/>
              </a:rPr>
              <a:t>Vocabulary</a:t>
            </a:r>
          </a:p>
          <a:p>
            <a:pPr>
              <a:buFont typeface="Wingdings" panose="05000000000000000000" pitchFamily="2" charset="2"/>
              <a:buChar char="Ø"/>
              <a:defRPr/>
            </a:pPr>
            <a:r>
              <a:rPr lang="en-GB" sz="1400" dirty="0">
                <a:ea typeface="Calibri"/>
                <a:cs typeface="Times New Roman"/>
              </a:rPr>
              <a:t>Corpora</a:t>
            </a:r>
          </a:p>
          <a:p>
            <a:pPr>
              <a:buFont typeface="Wingdings" panose="05000000000000000000" pitchFamily="2" charset="2"/>
              <a:buChar char="Ø"/>
              <a:defRPr/>
            </a:pPr>
            <a:r>
              <a:rPr lang="en-GB" sz="1400" dirty="0">
                <a:ea typeface="Calibri"/>
                <a:cs typeface="Times New Roman"/>
              </a:rPr>
              <a:t>Linguistic Resources</a:t>
            </a:r>
          </a:p>
          <a:p>
            <a:pPr>
              <a:buFont typeface="Wingdings" panose="05000000000000000000" pitchFamily="2" charset="2"/>
              <a:buChar char="Ø"/>
              <a:defRPr/>
            </a:pPr>
            <a:r>
              <a:rPr lang="en-GB" sz="1400" dirty="0">
                <a:ea typeface="Calibri"/>
                <a:cs typeface="Times New Roman"/>
              </a:rPr>
              <a:t>Linguistic Foundations:</a:t>
            </a:r>
          </a:p>
          <a:p>
            <a:pPr lvl="1">
              <a:buFont typeface="Wingdings,Sans-Serif" panose="05000000000000000000" pitchFamily="2" charset="2"/>
              <a:buChar char="Ø"/>
              <a:defRPr/>
            </a:pPr>
            <a:r>
              <a:rPr lang="en-GB" sz="1200" dirty="0">
                <a:ea typeface="Calibri"/>
                <a:cs typeface="Calibri"/>
              </a:rPr>
              <a:t>Morphology</a:t>
            </a:r>
          </a:p>
          <a:p>
            <a:pPr lvl="1">
              <a:buFont typeface="Wingdings,Sans-Serif" panose="05000000000000000000" pitchFamily="2" charset="2"/>
              <a:buChar char="Ø"/>
              <a:defRPr/>
            </a:pPr>
            <a:r>
              <a:rPr lang="en-GB" sz="1200" dirty="0">
                <a:ea typeface="Calibri"/>
                <a:cs typeface="Calibri"/>
              </a:rPr>
              <a:t>Syntax</a:t>
            </a:r>
          </a:p>
          <a:p>
            <a:pPr lvl="1">
              <a:buFont typeface="Wingdings,Sans-Serif" panose="05000000000000000000" pitchFamily="2" charset="2"/>
              <a:buChar char="Ø"/>
              <a:defRPr/>
            </a:pPr>
            <a:r>
              <a:rPr lang="en-GB" sz="1200" dirty="0">
                <a:ea typeface="Calibri"/>
                <a:cs typeface="Calibri"/>
              </a:rPr>
              <a:t>Semantics and Pragmatics</a:t>
            </a:r>
          </a:p>
          <a:p>
            <a:pPr>
              <a:buFont typeface="Wingdings" panose="05000000000000000000" pitchFamily="2" charset="2"/>
              <a:buChar char="Ø"/>
              <a:defRPr/>
            </a:pPr>
            <a:r>
              <a:rPr lang="en-GB" sz="1400" dirty="0">
                <a:ea typeface="Calibri"/>
                <a:cs typeface="Times New Roman"/>
              </a:rPr>
              <a:t>Language Models:</a:t>
            </a:r>
          </a:p>
          <a:p>
            <a:pPr lvl="1">
              <a:buFont typeface="Wingdings" panose="05000000000000000000" pitchFamily="2" charset="2"/>
              <a:buChar char="Ø"/>
              <a:defRPr/>
            </a:pPr>
            <a:r>
              <a:rPr lang="en-GB" sz="1200" dirty="0">
                <a:ea typeface="Calibri"/>
                <a:cs typeface="Times New Roman"/>
              </a:rPr>
              <a:t>Unigram</a:t>
            </a:r>
          </a:p>
          <a:p>
            <a:pPr lvl="1">
              <a:buFont typeface="Wingdings" panose="05000000000000000000" pitchFamily="2" charset="2"/>
              <a:buChar char="Ø"/>
              <a:defRPr/>
            </a:pPr>
            <a:r>
              <a:rPr lang="en-GB" sz="1200" dirty="0">
                <a:ea typeface="Calibri"/>
                <a:cs typeface="Times New Roman"/>
              </a:rPr>
              <a:t>Bigram</a:t>
            </a:r>
          </a:p>
          <a:p>
            <a:pPr lvl="1">
              <a:buFont typeface="Wingdings" panose="05000000000000000000" pitchFamily="2" charset="2"/>
              <a:buChar char="Ø"/>
              <a:defRPr/>
            </a:pPr>
            <a:r>
              <a:rPr lang="en-GB" sz="1200" dirty="0">
                <a:ea typeface="Calibri"/>
                <a:cs typeface="Times New Roman"/>
              </a:rPr>
              <a:t>N-Grams</a:t>
            </a:r>
          </a:p>
          <a:p>
            <a:pPr>
              <a:buFont typeface="Wingdings" panose="05000000000000000000" pitchFamily="2" charset="2"/>
              <a:buChar char="Ø"/>
              <a:defRPr/>
            </a:pPr>
            <a:endParaRPr lang="en-GB" sz="1400" dirty="0">
              <a:ea typeface="Calibri"/>
              <a:cs typeface="Times New Roman"/>
            </a:endParaRPr>
          </a:p>
          <a:p>
            <a:pPr lvl="1">
              <a:buFont typeface="Wingdings" panose="05000000000000000000" pitchFamily="2" charset="2"/>
              <a:buChar char="Ø"/>
              <a:defRPr/>
            </a:pPr>
            <a:endParaRPr lang="en-GB" sz="1400" dirty="0">
              <a:ea typeface="Calibri"/>
              <a:cs typeface="Times New Roman"/>
            </a:endParaRPr>
          </a:p>
          <a:p>
            <a:pPr>
              <a:buFont typeface="Wingdings" panose="05000000000000000000" pitchFamily="2" charset="2"/>
              <a:buChar char="Ø"/>
              <a:defRPr/>
            </a:pPr>
            <a:endParaRPr lang="en-GB" sz="1400" dirty="0">
              <a:ea typeface="Calibri"/>
              <a:cs typeface="Times New Roman"/>
            </a:endParaRPr>
          </a:p>
          <a:p>
            <a:pPr algn="just">
              <a:buNone/>
              <a:defRPr/>
            </a:pPr>
            <a:endParaRPr lang="en-IN" sz="14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176302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334644"/>
            <a:ext cx="7882128" cy="107691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dirty="0"/>
              <a:t>What is Regular Expressions?</a:t>
            </a:r>
          </a:p>
        </p:txBody>
      </p:sp>
      <p:sp>
        <p:nvSpPr>
          <p:cNvPr id="26" name="Rectangle 25">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2079" y="0"/>
            <a:ext cx="7879842"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0936" y="1512994"/>
            <a:ext cx="787984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a:xfrm>
            <a:off x="6537960" y="6356350"/>
            <a:ext cx="197510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14</a:t>
            </a:fld>
            <a:endParaRPr lang="en-US">
              <a:solidFill>
                <a:schemeClr val="tx1">
                  <a:lumMod val="50000"/>
                  <a:lumOff val="50000"/>
                </a:schemeClr>
              </a:solidFill>
            </a:endParaRPr>
          </a:p>
        </p:txBody>
      </p:sp>
      <p:graphicFrame>
        <p:nvGraphicFramePr>
          <p:cNvPr id="28" name="Content Placeholder 2">
            <a:extLst>
              <a:ext uri="{FF2B5EF4-FFF2-40B4-BE49-F238E27FC236}">
                <a16:creationId xmlns:a16="http://schemas.microsoft.com/office/drawing/2014/main" id="{7911BCD3-FD89-BC16-4A6F-1F614AC172FE}"/>
              </a:ext>
            </a:extLst>
          </p:cNvPr>
          <p:cNvGraphicFramePr>
            <a:graphicFrameLocks noGrp="1"/>
          </p:cNvGraphicFramePr>
          <p:nvPr>
            <p:ph idx="1"/>
            <p:extLst>
              <p:ext uri="{D42A27DB-BD31-4B8C-83A1-F6EECF244321}">
                <p14:modId xmlns:p14="http://schemas.microsoft.com/office/powerpoint/2010/main" val="3347093247"/>
              </p:ext>
            </p:extLst>
          </p:nvPr>
        </p:nvGraphicFramePr>
        <p:xfrm>
          <a:off x="628650" y="1737360"/>
          <a:ext cx="7879842" cy="4535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82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334644"/>
            <a:ext cx="7882128" cy="107691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dirty="0"/>
              <a:t>What is Data Preprocessing?</a:t>
            </a:r>
          </a:p>
        </p:txBody>
      </p:sp>
      <p:sp>
        <p:nvSpPr>
          <p:cNvPr id="26" name="Rectangle 25">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2079" y="0"/>
            <a:ext cx="7879842"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0936" y="1512994"/>
            <a:ext cx="787984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a:xfrm>
            <a:off x="6537960" y="6356350"/>
            <a:ext cx="197510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15</a:t>
            </a:fld>
            <a:endParaRPr lang="en-US">
              <a:solidFill>
                <a:schemeClr val="tx1">
                  <a:lumMod val="50000"/>
                  <a:lumOff val="50000"/>
                </a:schemeClr>
              </a:solidFill>
            </a:endParaRPr>
          </a:p>
        </p:txBody>
      </p:sp>
      <p:graphicFrame>
        <p:nvGraphicFramePr>
          <p:cNvPr id="28" name="Content Placeholder 2">
            <a:extLst>
              <a:ext uri="{FF2B5EF4-FFF2-40B4-BE49-F238E27FC236}">
                <a16:creationId xmlns:a16="http://schemas.microsoft.com/office/drawing/2014/main" id="{7911BCD3-FD89-BC16-4A6F-1F614AC172FE}"/>
              </a:ext>
            </a:extLst>
          </p:cNvPr>
          <p:cNvGraphicFramePr>
            <a:graphicFrameLocks noGrp="1"/>
          </p:cNvGraphicFramePr>
          <p:nvPr>
            <p:ph idx="1"/>
          </p:nvPr>
        </p:nvGraphicFramePr>
        <p:xfrm>
          <a:off x="628650" y="1737360"/>
          <a:ext cx="7879842" cy="4535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07928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7301F447-EEF7-48F5-AF73-7566EE7F64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334644"/>
            <a:ext cx="7882128" cy="107691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dirty="0"/>
              <a:t>Main Components involved in Data Preprocessing for NLP:</a:t>
            </a:r>
          </a:p>
        </p:txBody>
      </p:sp>
      <p:sp>
        <p:nvSpPr>
          <p:cNvPr id="26" name="Rectangle 25">
            <a:extLst>
              <a:ext uri="{FF2B5EF4-FFF2-40B4-BE49-F238E27FC236}">
                <a16:creationId xmlns:a16="http://schemas.microsoft.com/office/drawing/2014/main" id="{F7117410-A2A4-4085-9ADC-46744551DB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2079" y="0"/>
            <a:ext cx="7879842" cy="1913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99F74EB5-E547-4FB4-95F5-BCC788F3C4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0936" y="1512994"/>
            <a:ext cx="787984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a:xfrm>
            <a:off x="6537960" y="6356350"/>
            <a:ext cx="197510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16</a:t>
            </a:fld>
            <a:endParaRPr lang="en-US">
              <a:solidFill>
                <a:schemeClr val="tx1">
                  <a:lumMod val="50000"/>
                  <a:lumOff val="50000"/>
                </a:schemeClr>
              </a:solidFill>
            </a:endParaRPr>
          </a:p>
        </p:txBody>
      </p:sp>
      <p:graphicFrame>
        <p:nvGraphicFramePr>
          <p:cNvPr id="28" name="Content Placeholder 2">
            <a:extLst>
              <a:ext uri="{FF2B5EF4-FFF2-40B4-BE49-F238E27FC236}">
                <a16:creationId xmlns:a16="http://schemas.microsoft.com/office/drawing/2014/main" id="{7911BCD3-FD89-BC16-4A6F-1F614AC172FE}"/>
              </a:ext>
            </a:extLst>
          </p:cNvPr>
          <p:cNvGraphicFramePr>
            <a:graphicFrameLocks noGrp="1"/>
          </p:cNvGraphicFramePr>
          <p:nvPr>
            <p:ph idx="1"/>
          </p:nvPr>
        </p:nvGraphicFramePr>
        <p:xfrm>
          <a:off x="628650" y="1737360"/>
          <a:ext cx="7879842" cy="45354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7002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dirty="0"/>
              <a:t>How to converting text to lower case in Data Preprocessing?</a:t>
            </a:r>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17</a:t>
            </a:fld>
            <a:endParaRPr lang="en-US">
              <a:solidFill>
                <a:schemeClr val="tx1">
                  <a:lumMod val="50000"/>
                  <a:lumOff val="50000"/>
                </a:schemeClr>
              </a:solidFill>
            </a:endParaRPr>
          </a:p>
        </p:txBody>
      </p:sp>
      <p:graphicFrame>
        <p:nvGraphicFramePr>
          <p:cNvPr id="11" name="Content Placeholder 2">
            <a:extLst>
              <a:ext uri="{FF2B5EF4-FFF2-40B4-BE49-F238E27FC236}">
                <a16:creationId xmlns:a16="http://schemas.microsoft.com/office/drawing/2014/main" id="{42CF0600-DCB4-95C4-BDCE-24FB1F21F471}"/>
              </a:ext>
            </a:extLst>
          </p:cNvPr>
          <p:cNvGraphicFramePr>
            <a:graphicFrameLocks noGrp="1"/>
          </p:cNvGraphicFramePr>
          <p:nvPr>
            <p:ph idx="1"/>
            <p:extLst>
              <p:ext uri="{D42A27DB-BD31-4B8C-83A1-F6EECF244321}">
                <p14:modId xmlns:p14="http://schemas.microsoft.com/office/powerpoint/2010/main" val="1521529502"/>
              </p:ext>
            </p:extLst>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 name="Picture 2" descr="Noida Institute of Engineering and Technology - [NIET], Greater Noida -  Faculty Details 2024-202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27465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dirty="0"/>
              <a:t>Handle Email ID in Data Preprocessing</a:t>
            </a:r>
            <a:endParaRPr lang="en-US"/>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18</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lnSpcReduction="10000"/>
          </a:bodyPr>
          <a:lstStyle/>
          <a:p>
            <a:pPr>
              <a:lnSpc>
                <a:spcPct val="150000"/>
              </a:lnSpc>
              <a:buFont typeface="Wingdings" pitchFamily="34" charset="0"/>
              <a:buChar char="Ø"/>
            </a:pPr>
            <a:r>
              <a:rPr lang="en-IN" sz="1600" dirty="0"/>
              <a:t>Handling email IDs in data preprocessing in NLP typically involves removing or redacting email addresses from the text data, especially if the email addresses are not relevant to the specific NLP task or could pose privacy or security concerns.</a:t>
            </a:r>
            <a:r>
              <a:rPr lang="en-IN" sz="1400" dirty="0"/>
              <a:t> </a:t>
            </a:r>
            <a:endParaRPr lang="en-IN" sz="1400" dirty="0">
              <a:cs typeface="Calibri"/>
            </a:endParaRPr>
          </a:p>
          <a:p>
            <a:pPr>
              <a:buFont typeface="Wingdings" pitchFamily="34" charset="0"/>
              <a:buChar char="Ø"/>
            </a:pPr>
            <a:endParaRPr lang="en-IN" sz="1400" dirty="0">
              <a:cs typeface="Calibri"/>
            </a:endParaRPr>
          </a:p>
          <a:p>
            <a:pPr>
              <a:buFont typeface="Wingdings" pitchFamily="34" charset="0"/>
              <a:buChar char="Ø"/>
            </a:pPr>
            <a:r>
              <a:rPr lang="en-IN" sz="1600" b="1" dirty="0">
                <a:cs typeface="Calibri"/>
              </a:rPr>
              <a:t>Why Handle Email IDs in Data Preprocessing:</a:t>
            </a:r>
            <a:endParaRPr lang="en-IN" sz="1600" dirty="0">
              <a:cs typeface="Calibri"/>
            </a:endParaRPr>
          </a:p>
          <a:p>
            <a:pPr lvl="1">
              <a:lnSpc>
                <a:spcPct val="150000"/>
              </a:lnSpc>
            </a:pPr>
            <a:r>
              <a:rPr lang="en-IN" sz="1400" b="1" dirty="0">
                <a:cs typeface="Calibri"/>
              </a:rPr>
              <a:t>Privacy and Security:</a:t>
            </a:r>
            <a:r>
              <a:rPr lang="en-IN" sz="1400" dirty="0">
                <a:cs typeface="Calibri"/>
              </a:rPr>
              <a:t> Email addresses often contain sensitive or personal information. In many cases, it's essential to protect individuals' privacy by not exposing their email addresses in text data.</a:t>
            </a:r>
          </a:p>
          <a:p>
            <a:pPr lvl="1">
              <a:lnSpc>
                <a:spcPct val="150000"/>
              </a:lnSpc>
            </a:pPr>
            <a:r>
              <a:rPr lang="en-IN" sz="1400" b="1" dirty="0">
                <a:cs typeface="Calibri"/>
              </a:rPr>
              <a:t>Relevance:</a:t>
            </a:r>
            <a:r>
              <a:rPr lang="en-IN" sz="1400" dirty="0">
                <a:cs typeface="Calibri"/>
              </a:rPr>
              <a:t> Email addresses may not be relevant to the NLP task at hand. Including email addresses in text can introduce noise and distract from the primary analysis or </a:t>
            </a:r>
            <a:r>
              <a:rPr lang="en-IN" sz="1400" err="1">
                <a:cs typeface="Calibri"/>
              </a:rPr>
              <a:t>modeling</a:t>
            </a:r>
            <a:r>
              <a:rPr lang="en-IN" sz="1400" dirty="0">
                <a:cs typeface="Calibri"/>
              </a:rPr>
              <a:t> objectives.</a:t>
            </a:r>
          </a:p>
          <a:p>
            <a:pPr lvl="1">
              <a:lnSpc>
                <a:spcPct val="150000"/>
              </a:lnSpc>
            </a:pPr>
            <a:r>
              <a:rPr lang="en-IN" sz="1400" b="1" dirty="0">
                <a:cs typeface="Calibri"/>
              </a:rPr>
              <a:t>Normalization:</a:t>
            </a:r>
            <a:r>
              <a:rPr lang="en-IN" sz="1400" dirty="0">
                <a:cs typeface="Calibri"/>
              </a:rPr>
              <a:t> For some NLP tasks, it might be beneficial to replace email addresses with a generic placeholder (e.g., " [email protected]") to standardize the data, especially if email addresses are considered as stop words or uninformative tokens.</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625248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How to Handle Email IDs in Data Preprocessing?</a:t>
            </a:r>
            <a:endParaRPr lang="en-US"/>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19</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lnSpc>
                <a:spcPct val="150000"/>
              </a:lnSpc>
              <a:buFont typeface="Wingdings" pitchFamily="34" charset="0"/>
              <a:buChar char="Ø"/>
            </a:pPr>
            <a:r>
              <a:rPr lang="en-IN" sz="1400" b="1" dirty="0">
                <a:cs typeface="Calibri"/>
              </a:rPr>
              <a:t>Removal:</a:t>
            </a:r>
            <a:r>
              <a:rPr lang="en-IN" sz="1400" dirty="0">
                <a:cs typeface="Calibri"/>
              </a:rPr>
              <a:t> The simplest approach is to remove email addresses entirely from the text data. This can be achieved using regular expressions or pattern matching to identify and replace email addresses with an empty string.</a:t>
            </a:r>
            <a:endParaRPr lang="en-US" dirty="0">
              <a:cs typeface="Calibri"/>
            </a:endParaRPr>
          </a:p>
          <a:p>
            <a:pPr>
              <a:lnSpc>
                <a:spcPct val="150000"/>
              </a:lnSpc>
              <a:buFont typeface="Wingdings" pitchFamily="34" charset="0"/>
              <a:buChar char="Ø"/>
            </a:pPr>
            <a:r>
              <a:rPr lang="en-IN" sz="1400" b="1" dirty="0">
                <a:cs typeface="Calibri"/>
              </a:rPr>
              <a:t>Redaction:</a:t>
            </a:r>
            <a:r>
              <a:rPr lang="en-IN" sz="1400" dirty="0">
                <a:cs typeface="Calibri"/>
              </a:rPr>
              <a:t> Instead of completely removing email addresses, you can replace them with a generic placeholder or label, such as " [email protected]" or "EMAIL." This helps maintain the text's structure while obscuring sensitive information.</a:t>
            </a:r>
          </a:p>
          <a:p>
            <a:pPr>
              <a:lnSpc>
                <a:spcPct val="150000"/>
              </a:lnSpc>
              <a:buFont typeface="Wingdings" pitchFamily="34" charset="0"/>
              <a:buChar char="Ø"/>
            </a:pPr>
            <a:r>
              <a:rPr lang="en-IN" sz="1400" b="1" dirty="0">
                <a:cs typeface="Calibri"/>
              </a:rPr>
              <a:t>Masking:</a:t>
            </a:r>
            <a:r>
              <a:rPr lang="en-IN" sz="1400" dirty="0">
                <a:cs typeface="Calibri"/>
              </a:rPr>
              <a:t> Another option is to mask email addresses by replacing some characters with placeholders, such as replacing characters in the domain part of the email address with asterisks (e.g., " [email protected]" becomes " [email protected]***.com"). This approach can partially hide email addresses while retaining some information.</a:t>
            </a:r>
          </a:p>
          <a:p>
            <a:pPr>
              <a:lnSpc>
                <a:spcPct val="150000"/>
              </a:lnSpc>
              <a:buFont typeface="Wingdings" pitchFamily="34" charset="0"/>
              <a:buChar char="Ø"/>
            </a:pPr>
            <a:r>
              <a:rPr lang="en-IN" sz="1400" b="1" dirty="0">
                <a:cs typeface="Calibri"/>
              </a:rPr>
              <a:t>Custom Handling:</a:t>
            </a:r>
            <a:r>
              <a:rPr lang="en-IN" sz="1400" dirty="0">
                <a:cs typeface="Calibri"/>
              </a:rPr>
              <a:t> Depending on the specific requirements of your NLP task and the nature of the text data, you may choose a custom approach for handling email addresses. For example, you might replace them with a consistent token or code.</a:t>
            </a:r>
          </a:p>
          <a:p>
            <a:pPr lvl="1"/>
            <a:endParaRPr lang="en-IN" sz="1000" dirty="0">
              <a:cs typeface="Calibri"/>
            </a:endParaRPr>
          </a:p>
          <a:p>
            <a:pPr>
              <a:lnSpc>
                <a:spcPct val="150000"/>
              </a:lnSpc>
            </a:pPr>
            <a:endParaRPr lang="en-IN" sz="1400" b="1" dirty="0">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04351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HTML Tags are handled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20</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800" dirty="0">
                <a:cs typeface="Calibri"/>
              </a:rPr>
              <a:t>In data preprocessing for natural language processing (NLP), handling HTML tags refers to the process of removing or extracting HTML markup and tags from text data. </a:t>
            </a:r>
            <a:endParaRPr lang="en-US" sz="1800" dirty="0">
              <a:ea typeface="Calibri"/>
              <a:cs typeface="Calibri"/>
            </a:endParaRPr>
          </a:p>
          <a:p>
            <a:pPr>
              <a:buFont typeface="Wingdings" pitchFamily="34" charset="0"/>
              <a:buChar char="Ø"/>
            </a:pPr>
            <a:r>
              <a:rPr lang="en-IN" sz="1800" dirty="0">
                <a:cs typeface="Calibri"/>
              </a:rPr>
              <a:t>HTML (Hypertext Markup Language) tags are used to structure and format content on web pages, but they are typically irrelevant to the actual text analysis or NLP tasks. </a:t>
            </a:r>
            <a:endParaRPr lang="en-IN" sz="1800">
              <a:ea typeface="Calibri"/>
              <a:cs typeface="Calibri"/>
            </a:endParaRPr>
          </a:p>
          <a:p>
            <a:pPr>
              <a:buFont typeface="Wingdings" pitchFamily="34" charset="0"/>
              <a:buChar char="Ø"/>
            </a:pPr>
            <a:r>
              <a:rPr lang="en-IN" sz="1800" b="1" dirty="0">
                <a:ea typeface="Calibri"/>
                <a:cs typeface="Calibri"/>
              </a:rPr>
              <a:t>Why Handle HTML Tags in Data Preprocessing:</a:t>
            </a:r>
            <a:endParaRPr lang="en-IN" sz="1800" dirty="0">
              <a:ea typeface="Calibri"/>
              <a:cs typeface="Calibri"/>
            </a:endParaRPr>
          </a:p>
          <a:p>
            <a:pPr lvl="1"/>
            <a:r>
              <a:rPr lang="en-IN" sz="1600" b="1" dirty="0">
                <a:ea typeface="Calibri"/>
                <a:cs typeface="Calibri"/>
              </a:rPr>
              <a:t>Noise Reduction:</a:t>
            </a:r>
            <a:r>
              <a:rPr lang="en-IN" sz="1600" dirty="0">
                <a:ea typeface="Calibri"/>
                <a:cs typeface="Calibri"/>
              </a:rPr>
              <a:t> HTML tags are not part of the natural language content and can introduce noise into text data. Removing them helps focus on the textual content itself.</a:t>
            </a:r>
          </a:p>
          <a:p>
            <a:pPr lvl="1"/>
            <a:r>
              <a:rPr lang="en-IN" sz="1600" b="1" dirty="0">
                <a:ea typeface="Calibri"/>
                <a:cs typeface="Calibri"/>
              </a:rPr>
              <a:t>Text Extraction:</a:t>
            </a:r>
            <a:r>
              <a:rPr lang="en-IN" sz="1600" dirty="0">
                <a:ea typeface="Calibri"/>
                <a:cs typeface="Calibri"/>
              </a:rPr>
              <a:t> In web scraping or data collection from web pages, you often need to extract the meaningful textual content from the HTML structure. Removing tags is a crucial step to obtain the clean text.</a:t>
            </a:r>
          </a:p>
          <a:p>
            <a:pPr lvl="1"/>
            <a:r>
              <a:rPr lang="en-IN" sz="1600" b="1" dirty="0">
                <a:ea typeface="Calibri"/>
                <a:cs typeface="Calibri"/>
              </a:rPr>
              <a:t>Uniform Text:</a:t>
            </a:r>
            <a:r>
              <a:rPr lang="en-IN" sz="1600" dirty="0">
                <a:ea typeface="Calibri"/>
                <a:cs typeface="Calibri"/>
              </a:rPr>
              <a:t> HTML tags can disrupt the uniformity of text data. By removing them, you standardize the text, making it consistent and easier to </a:t>
            </a:r>
            <a:r>
              <a:rPr lang="en-IN" sz="1600" err="1">
                <a:ea typeface="Calibri"/>
                <a:cs typeface="Calibri"/>
              </a:rPr>
              <a:t>analyze</a:t>
            </a:r>
            <a:r>
              <a:rPr lang="en-IN" sz="1600" dirty="0">
                <a:ea typeface="Calibri"/>
                <a:cs typeface="Calibri"/>
              </a:rPr>
              <a:t>.</a:t>
            </a:r>
          </a:p>
          <a:p>
            <a:pPr>
              <a:buFont typeface="Wingdings" pitchFamily="34" charset="0"/>
              <a:buChar char="Ø"/>
            </a:pPr>
            <a:endParaRPr lang="en-IN" sz="1400" b="1" dirty="0">
              <a:ea typeface="Calibri"/>
              <a:cs typeface="Calibri"/>
            </a:endParaRPr>
          </a:p>
          <a:p>
            <a:pPr>
              <a:lnSpc>
                <a:spcPct val="150000"/>
              </a:lnSpc>
              <a:buFont typeface="Wingdings" pitchFamily="34" charset="0"/>
              <a:buChar char="Ø"/>
            </a:pPr>
            <a:endParaRPr lang="en-IN" sz="14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10268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HTML Tags are handled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21</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800" b="1" dirty="0">
                <a:cs typeface="Calibri"/>
              </a:rPr>
              <a:t>How</a:t>
            </a:r>
            <a:r>
              <a:rPr lang="en-IN" sz="1800" b="1" dirty="0">
                <a:ea typeface="Calibri"/>
                <a:cs typeface="Calibri"/>
              </a:rPr>
              <a:t> </a:t>
            </a:r>
            <a:r>
              <a:rPr lang="en-IN" sz="1800" b="1" dirty="0">
                <a:cs typeface="Calibri"/>
              </a:rPr>
              <a:t>to </a:t>
            </a:r>
            <a:r>
              <a:rPr lang="en-IN" sz="1800" b="1" dirty="0">
                <a:ea typeface="Calibri"/>
                <a:cs typeface="Calibri"/>
              </a:rPr>
              <a:t>Handle HTML Tags in Data Preprocessing:</a:t>
            </a:r>
          </a:p>
          <a:p>
            <a:pPr lvl="1"/>
            <a:r>
              <a:rPr lang="en-IN" sz="1400" b="1" dirty="0">
                <a:ea typeface="Calibri"/>
                <a:cs typeface="Calibri"/>
              </a:rPr>
              <a:t>Stripping Tags:</a:t>
            </a:r>
            <a:r>
              <a:rPr lang="en-IN" sz="1400" dirty="0">
                <a:ea typeface="Calibri"/>
                <a:cs typeface="Calibri"/>
              </a:rPr>
              <a:t> The most common approach is to completely remove HTML tags from the text data. This can be achieved using libraries or regular expressions to identify and replace HTML tags and their content with empty strings.</a:t>
            </a:r>
            <a:endParaRPr lang="en-US" sz="1400" dirty="0">
              <a:ea typeface="Calibri"/>
              <a:cs typeface="Calibri"/>
            </a:endParaRPr>
          </a:p>
          <a:p>
            <a:pPr lvl="1"/>
            <a:r>
              <a:rPr lang="en-IN" sz="1400" b="1" dirty="0">
                <a:ea typeface="Calibri"/>
                <a:cs typeface="Calibri"/>
              </a:rPr>
              <a:t>Text Extraction:</a:t>
            </a:r>
            <a:r>
              <a:rPr lang="en-IN" sz="1400" dirty="0">
                <a:ea typeface="Calibri"/>
                <a:cs typeface="Calibri"/>
              </a:rPr>
              <a:t> In some cases, you might want to preserve the textual content within HTML tags while removing the tags themselves. This can be done by using HTML parsing libraries like Beautiful Soup in Python to extract the text content within specific HTML elements or tags.</a:t>
            </a:r>
            <a:endParaRPr lang="en-US" sz="1400">
              <a:ea typeface="Calibri"/>
              <a:cs typeface="Calibri"/>
            </a:endParaRPr>
          </a:p>
          <a:p>
            <a:pPr lvl="1"/>
            <a:r>
              <a:rPr lang="en-IN" sz="1400" b="1" dirty="0">
                <a:ea typeface="Calibri"/>
                <a:cs typeface="Calibri"/>
              </a:rPr>
              <a:t>HTML Entity Conversion:</a:t>
            </a:r>
            <a:r>
              <a:rPr lang="en-IN" sz="1400" dirty="0">
                <a:ea typeface="Calibri"/>
                <a:cs typeface="Calibri"/>
              </a:rPr>
              <a:t> HTML entities, such as "&amp;" for "&amp;" or "&lt;" for "&lt;," represent special characters in HTML. In data preprocessing, it's common to convert these entities back to their corresponding characters to ensure text consistency and readability.</a:t>
            </a:r>
          </a:p>
          <a:p>
            <a:pPr marL="457200" lvl="1" indent="0">
              <a:buNone/>
            </a:pPr>
            <a:endParaRPr lang="en-IN" sz="1400" dirty="0">
              <a:ea typeface="Calibri"/>
              <a:cs typeface="Calibri"/>
            </a:endParaRPr>
          </a:p>
          <a:p>
            <a:pPr>
              <a:buFont typeface="Wingdings" pitchFamily="34" charset="0"/>
              <a:buChar char="Ø"/>
            </a:pPr>
            <a:r>
              <a:rPr lang="en-IN" sz="1800" b="1" dirty="0">
                <a:ea typeface="Calibri"/>
                <a:cs typeface="Calibri"/>
              </a:rPr>
              <a:t>Here's an example of text before and after handling HTML tags:</a:t>
            </a:r>
          </a:p>
          <a:p>
            <a:pPr lvl="1">
              <a:buFont typeface="Wingdings" pitchFamily="34" charset="0"/>
              <a:buChar char="Ø"/>
            </a:pPr>
            <a:r>
              <a:rPr lang="en-IN" sz="1400" dirty="0">
                <a:ea typeface="Calibri"/>
                <a:cs typeface="Calibri"/>
              </a:rPr>
              <a:t>Original Text: </a:t>
            </a:r>
            <a:r>
              <a:rPr lang="en-IN" sz="1400" b="1" dirty="0">
                <a:ea typeface="Calibri"/>
                <a:cs typeface="Calibri"/>
              </a:rPr>
              <a:t>&lt;p&gt;This is an &lt;b&gt;example&lt;/b&gt; of text with HTML tags.&lt;/p&gt;</a:t>
            </a:r>
            <a:endParaRPr lang="en-IN" sz="1400" dirty="0">
              <a:ea typeface="Calibri"/>
              <a:cs typeface="Calibri"/>
            </a:endParaRPr>
          </a:p>
          <a:p>
            <a:pPr lvl="1">
              <a:buFont typeface="Wingdings" pitchFamily="34" charset="0"/>
              <a:buChar char="Ø"/>
            </a:pPr>
            <a:r>
              <a:rPr lang="en-IN" sz="1400" dirty="0">
                <a:ea typeface="Calibri"/>
                <a:cs typeface="Calibri"/>
              </a:rPr>
              <a:t>Text After Handling HTML Tags : </a:t>
            </a:r>
            <a:r>
              <a:rPr lang="en-IN" sz="1400" b="1" dirty="0">
                <a:ea typeface="Calibri"/>
                <a:cs typeface="Calibri"/>
              </a:rPr>
              <a:t>This is an example of text with HTML tags.</a:t>
            </a:r>
            <a:endParaRPr lang="en-IN" sz="1400" dirty="0">
              <a:ea typeface="Calibri"/>
              <a:cs typeface="Calibri"/>
            </a:endParaRPr>
          </a:p>
          <a:p>
            <a:endParaRPr lang="en-IN" sz="1400" dirty="0">
              <a:ea typeface="Calibri"/>
              <a:cs typeface="Calibri"/>
            </a:endParaRPr>
          </a:p>
          <a:p>
            <a:pPr>
              <a:buFont typeface="Wingdings" pitchFamily="34" charset="0"/>
              <a:buChar char="Ø"/>
            </a:pPr>
            <a:endParaRPr lang="en-IN" sz="1400" b="1" dirty="0">
              <a:ea typeface="Calibri"/>
              <a:cs typeface="Calibri"/>
            </a:endParaRPr>
          </a:p>
          <a:p>
            <a:pPr>
              <a:buFont typeface="Wingdings" pitchFamily="34" charset="0"/>
              <a:buChar char="Ø"/>
            </a:pPr>
            <a:endParaRPr lang="en-IN" sz="1400" b="1" dirty="0">
              <a:ea typeface="Calibri"/>
              <a:cs typeface="Calibri"/>
            </a:endParaRPr>
          </a:p>
          <a:p>
            <a:pPr>
              <a:lnSpc>
                <a:spcPct val="150000"/>
              </a:lnSpc>
              <a:buFont typeface="Wingdings" pitchFamily="34" charset="0"/>
              <a:buChar char="Ø"/>
            </a:pPr>
            <a:endParaRPr lang="en-IN" sz="14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9497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URLs are typically handled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22</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600" dirty="0">
                <a:cs typeface="Calibri"/>
              </a:rPr>
              <a:t>Handling</a:t>
            </a:r>
            <a:r>
              <a:rPr lang="en-IN" sz="1600" dirty="0">
                <a:ea typeface="Calibri"/>
                <a:cs typeface="Calibri"/>
              </a:rPr>
              <a:t> URLs in </a:t>
            </a:r>
            <a:r>
              <a:rPr lang="en-IN" sz="1600" dirty="0">
                <a:cs typeface="Calibri"/>
              </a:rPr>
              <a:t>data preprocessing for natural language processing (NLP</a:t>
            </a:r>
            <a:r>
              <a:rPr lang="en-IN" sz="1600" dirty="0">
                <a:ea typeface="Calibri"/>
                <a:cs typeface="Calibri"/>
              </a:rPr>
              <a:t>) </a:t>
            </a:r>
            <a:r>
              <a:rPr lang="en-IN" sz="1600" dirty="0">
                <a:cs typeface="Calibri"/>
              </a:rPr>
              <a:t>refers to the process of managing</a:t>
            </a:r>
            <a:r>
              <a:rPr lang="en-IN" sz="1600" dirty="0">
                <a:ea typeface="Calibri"/>
                <a:cs typeface="Calibri"/>
              </a:rPr>
              <a:t> or </a:t>
            </a:r>
            <a:r>
              <a:rPr lang="en-IN" sz="1600" dirty="0">
                <a:cs typeface="Calibri"/>
              </a:rPr>
              <a:t>removing </a:t>
            </a:r>
            <a:r>
              <a:rPr lang="en-IN" sz="1600" dirty="0">
                <a:ea typeface="Calibri"/>
                <a:cs typeface="Calibri"/>
              </a:rPr>
              <a:t>Uniform Resource Locators (URLs) </a:t>
            </a:r>
            <a:r>
              <a:rPr lang="en-IN" sz="1600" dirty="0">
                <a:cs typeface="Calibri"/>
              </a:rPr>
              <a:t>from text data. </a:t>
            </a:r>
            <a:endParaRPr lang="en-IN" sz="1600" dirty="0">
              <a:ea typeface="Calibri"/>
              <a:cs typeface="Calibri"/>
            </a:endParaRPr>
          </a:p>
          <a:p>
            <a:pPr>
              <a:buFont typeface="Wingdings" pitchFamily="34" charset="0"/>
              <a:buChar char="Ø"/>
            </a:pPr>
            <a:r>
              <a:rPr lang="en-IN" sz="1600" dirty="0">
                <a:ea typeface="Calibri"/>
                <a:cs typeface="Calibri"/>
              </a:rPr>
              <a:t>URLs </a:t>
            </a:r>
            <a:r>
              <a:rPr lang="en-IN" sz="1600" dirty="0">
                <a:cs typeface="Calibri"/>
              </a:rPr>
              <a:t>are web addresses that point to specific web pages, documents, or resources on the internet</a:t>
            </a:r>
            <a:r>
              <a:rPr lang="en-IN" sz="1600" dirty="0">
                <a:ea typeface="Calibri"/>
                <a:cs typeface="Calibri"/>
              </a:rPr>
              <a:t>. </a:t>
            </a:r>
          </a:p>
          <a:p>
            <a:pPr>
              <a:buFont typeface="Wingdings" pitchFamily="34" charset="0"/>
              <a:buChar char="Ø"/>
            </a:pPr>
            <a:r>
              <a:rPr lang="en-IN" sz="1600" dirty="0">
                <a:ea typeface="Calibri"/>
                <a:cs typeface="Calibri"/>
              </a:rPr>
              <a:t>In NLP, URLs </a:t>
            </a:r>
            <a:r>
              <a:rPr lang="en-IN" sz="1600" dirty="0">
                <a:cs typeface="Calibri"/>
              </a:rPr>
              <a:t>are </a:t>
            </a:r>
            <a:r>
              <a:rPr lang="en-IN" sz="1600" dirty="0">
                <a:ea typeface="Calibri"/>
                <a:cs typeface="Calibri"/>
              </a:rPr>
              <a:t>often </a:t>
            </a:r>
            <a:r>
              <a:rPr lang="en-IN" sz="1600" dirty="0">
                <a:cs typeface="Calibri"/>
              </a:rPr>
              <a:t>irrelevant to the analysis or </a:t>
            </a:r>
            <a:r>
              <a:rPr lang="en-IN" sz="1600" dirty="0" err="1">
                <a:cs typeface="Calibri"/>
              </a:rPr>
              <a:t>modeling</a:t>
            </a:r>
            <a:r>
              <a:rPr lang="en-IN" sz="1600" dirty="0">
                <a:ea typeface="Calibri"/>
                <a:cs typeface="Calibri"/>
              </a:rPr>
              <a:t> </a:t>
            </a:r>
            <a:r>
              <a:rPr lang="en-IN" sz="1600" dirty="0">
                <a:cs typeface="Calibri"/>
              </a:rPr>
              <a:t>tasks</a:t>
            </a:r>
            <a:r>
              <a:rPr lang="en-IN" sz="1600" dirty="0">
                <a:ea typeface="Calibri"/>
                <a:cs typeface="Calibri"/>
              </a:rPr>
              <a:t> and can be treated as noise. </a:t>
            </a:r>
          </a:p>
          <a:p>
            <a:pPr>
              <a:buFont typeface="Wingdings" pitchFamily="34" charset="0"/>
              <a:buChar char="Ø"/>
            </a:pPr>
            <a:r>
              <a:rPr lang="en-IN" sz="1600" dirty="0">
                <a:ea typeface="Calibri"/>
                <a:cs typeface="Calibri"/>
              </a:rPr>
              <a:t>Therefore, it is common to preprocess text data by either removing URLs or replacing them with a generic placeholder. </a:t>
            </a:r>
          </a:p>
          <a:p>
            <a:pPr>
              <a:buFont typeface="Wingdings" pitchFamily="34" charset="0"/>
              <a:buChar char="Ø"/>
            </a:pPr>
            <a:r>
              <a:rPr lang="en-IN" sz="1600" dirty="0">
                <a:ea typeface="Calibri"/>
                <a:cs typeface="Calibri"/>
              </a:rPr>
              <a:t>Here's why and how URLs are typically handled in data preprocessing for NLP:</a:t>
            </a:r>
          </a:p>
          <a:p>
            <a:pPr>
              <a:buFont typeface="Wingdings" pitchFamily="34" charset="0"/>
              <a:buChar char="Ø"/>
            </a:pPr>
            <a:r>
              <a:rPr lang="en-IN" sz="1600" b="1" dirty="0">
                <a:ea typeface="Calibri"/>
                <a:cs typeface="Calibri"/>
              </a:rPr>
              <a:t>Why Handle URLs in Data Preprocessing:</a:t>
            </a:r>
            <a:endParaRPr lang="en-IN" sz="1600" dirty="0">
              <a:ea typeface="Calibri"/>
              <a:cs typeface="Calibri"/>
            </a:endParaRPr>
          </a:p>
          <a:p>
            <a:pPr lvl="1">
              <a:buFont typeface="Wingdings" pitchFamily="34" charset="0"/>
              <a:buChar char="Ø"/>
            </a:pPr>
            <a:r>
              <a:rPr lang="en-IN" sz="1400" b="1" dirty="0">
                <a:ea typeface="Calibri"/>
                <a:cs typeface="Calibri"/>
              </a:rPr>
              <a:t>Irrelevance:</a:t>
            </a:r>
            <a:r>
              <a:rPr lang="en-IN" sz="1400" dirty="0">
                <a:ea typeface="Calibri"/>
                <a:cs typeface="Calibri"/>
              </a:rPr>
              <a:t> URLs often contain information about web locations, links, or identifiers that may not contribute to the semantic content or meaning of the text for many NLP tasks.</a:t>
            </a:r>
          </a:p>
          <a:p>
            <a:pPr lvl="1">
              <a:buFont typeface="Wingdings" pitchFamily="34" charset="0"/>
              <a:buChar char="Ø"/>
            </a:pPr>
            <a:r>
              <a:rPr lang="en-IN" sz="1400" b="1" dirty="0">
                <a:ea typeface="Calibri"/>
                <a:cs typeface="Calibri"/>
              </a:rPr>
              <a:t>Noise Reduction:</a:t>
            </a:r>
            <a:r>
              <a:rPr lang="en-IN" sz="1400" dirty="0">
                <a:ea typeface="Calibri"/>
                <a:cs typeface="Calibri"/>
              </a:rPr>
              <a:t> Removing or replacing URLs helps reduce noise in the text data, making it cleaner and more focused on the linguistic content.</a:t>
            </a:r>
          </a:p>
          <a:p>
            <a:pPr lvl="1">
              <a:buFont typeface="Wingdings" pitchFamily="34" charset="0"/>
              <a:buChar char="Ø"/>
            </a:pPr>
            <a:r>
              <a:rPr lang="en-IN" sz="1400" b="1" dirty="0">
                <a:ea typeface="Calibri"/>
                <a:cs typeface="Calibri"/>
              </a:rPr>
              <a:t>Normalization:</a:t>
            </a:r>
            <a:r>
              <a:rPr lang="en-IN" sz="1400" dirty="0">
                <a:ea typeface="Calibri"/>
                <a:cs typeface="Calibri"/>
              </a:rPr>
              <a:t> Replacing URLs with a consistent placeholder (e.g., "URL" or " [URL]") can standardize the data and make it more amenable to analysis or </a:t>
            </a:r>
            <a:r>
              <a:rPr lang="en-IN" sz="1400" dirty="0" err="1">
                <a:ea typeface="Calibri"/>
                <a:cs typeface="Calibri"/>
              </a:rPr>
              <a:t>modeling</a:t>
            </a:r>
            <a:r>
              <a:rPr lang="en-IN" sz="1400" dirty="0">
                <a:ea typeface="Calibri"/>
                <a:cs typeface="Calibri"/>
              </a:rPr>
              <a:t>.</a:t>
            </a:r>
          </a:p>
          <a:p>
            <a:pPr>
              <a:buFont typeface="Wingdings" pitchFamily="34" charset="0"/>
              <a:buChar char="Ø"/>
            </a:pPr>
            <a:endParaRPr lang="en-IN" sz="1800" dirty="0">
              <a:ea typeface="Calibri"/>
              <a:cs typeface="Calibri"/>
            </a:endParaRPr>
          </a:p>
          <a:p>
            <a:pPr>
              <a:buFont typeface="Wingdings" pitchFamily="34" charset="0"/>
              <a:buChar char="Ø"/>
            </a:pPr>
            <a:endParaRPr lang="en-IN" sz="1400" b="1" dirty="0">
              <a:ea typeface="Calibri"/>
              <a:cs typeface="Calibri"/>
            </a:endParaRPr>
          </a:p>
          <a:p>
            <a:pPr>
              <a:lnSpc>
                <a:spcPct val="150000"/>
              </a:lnSpc>
              <a:buFont typeface="Wingdings" pitchFamily="34" charset="0"/>
              <a:buChar char="Ø"/>
            </a:pPr>
            <a:endParaRPr lang="en-IN" sz="14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9993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URLs are typically handled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23</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lnSpc>
                <a:spcPct val="150000"/>
              </a:lnSpc>
              <a:buFont typeface="Wingdings" pitchFamily="34" charset="0"/>
              <a:buChar char="Ø"/>
            </a:pPr>
            <a:r>
              <a:rPr lang="en-IN" sz="1800" b="1" dirty="0">
                <a:cs typeface="Calibri"/>
              </a:rPr>
              <a:t>How</a:t>
            </a:r>
            <a:r>
              <a:rPr lang="en-IN" sz="1800" b="1" dirty="0">
                <a:ea typeface="Calibri"/>
                <a:cs typeface="Calibri"/>
              </a:rPr>
              <a:t> to Handle URLs in Data Preprocessing:</a:t>
            </a:r>
            <a:endParaRPr lang="en-IN" sz="1800" dirty="0">
              <a:ea typeface="Calibri"/>
              <a:cs typeface="Calibri"/>
            </a:endParaRPr>
          </a:p>
          <a:p>
            <a:pPr lvl="1">
              <a:lnSpc>
                <a:spcPct val="150000"/>
              </a:lnSpc>
              <a:buFont typeface="Wingdings" pitchFamily="34" charset="0"/>
              <a:buChar char="Ø"/>
            </a:pPr>
            <a:r>
              <a:rPr lang="en-IN" sz="1600" b="1" dirty="0">
                <a:ea typeface="Calibri"/>
                <a:cs typeface="Calibri"/>
              </a:rPr>
              <a:t>URL Removal:</a:t>
            </a:r>
            <a:r>
              <a:rPr lang="en-IN" sz="1600" dirty="0">
                <a:ea typeface="Calibri"/>
                <a:cs typeface="Calibri"/>
              </a:rPr>
              <a:t> The most straightforward approach is </a:t>
            </a:r>
            <a:r>
              <a:rPr lang="en-IN" sz="1600" dirty="0">
                <a:cs typeface="Calibri"/>
              </a:rPr>
              <a:t>to </a:t>
            </a:r>
            <a:r>
              <a:rPr lang="en-IN" sz="1600" dirty="0">
                <a:ea typeface="Calibri"/>
                <a:cs typeface="Calibri"/>
              </a:rPr>
              <a:t>completely remove URLs </a:t>
            </a:r>
            <a:r>
              <a:rPr lang="en-IN" sz="1600" dirty="0">
                <a:cs typeface="Calibri"/>
              </a:rPr>
              <a:t>from the text data. This can be accomplished using </a:t>
            </a:r>
            <a:r>
              <a:rPr lang="en-IN" sz="1600" dirty="0">
                <a:ea typeface="Calibri"/>
                <a:cs typeface="Calibri"/>
              </a:rPr>
              <a:t>regular expressions </a:t>
            </a:r>
            <a:r>
              <a:rPr lang="en-IN" sz="1600" dirty="0">
                <a:cs typeface="Calibri"/>
              </a:rPr>
              <a:t>or string matching to identify </a:t>
            </a:r>
            <a:r>
              <a:rPr lang="en-IN" sz="1600" dirty="0">
                <a:ea typeface="Calibri"/>
                <a:cs typeface="Calibri"/>
              </a:rPr>
              <a:t>and replace URLs with an empty string.</a:t>
            </a:r>
          </a:p>
          <a:p>
            <a:pPr lvl="1">
              <a:lnSpc>
                <a:spcPct val="150000"/>
              </a:lnSpc>
              <a:buFont typeface="Wingdings" pitchFamily="34" charset="0"/>
              <a:buChar char="Ø"/>
            </a:pPr>
            <a:r>
              <a:rPr lang="en-IN" sz="1600" b="1" dirty="0">
                <a:ea typeface="Calibri"/>
                <a:cs typeface="Calibri"/>
              </a:rPr>
              <a:t>URL Redaction:</a:t>
            </a:r>
            <a:r>
              <a:rPr lang="en-IN" sz="1600" dirty="0">
                <a:ea typeface="Calibri"/>
                <a:cs typeface="Calibri"/>
              </a:rPr>
              <a:t> Instead of removing URLs entirely, you can replace them with a generic placeholder or label, such as "URL" or " [URL]." This helps maintain the text's structure while obscuring the specific URL information.</a:t>
            </a:r>
          </a:p>
          <a:p>
            <a:pPr>
              <a:lnSpc>
                <a:spcPct val="150000"/>
              </a:lnSpc>
              <a:buFont typeface="Wingdings" pitchFamily="34" charset="0"/>
              <a:buChar char="Ø"/>
            </a:pPr>
            <a:r>
              <a:rPr lang="en-IN" sz="1800" b="1" dirty="0">
                <a:ea typeface="Calibri"/>
                <a:cs typeface="Calibri"/>
              </a:rPr>
              <a:t>Here's an example of text before and after handling URLs:</a:t>
            </a:r>
          </a:p>
          <a:p>
            <a:pPr lvl="1">
              <a:lnSpc>
                <a:spcPct val="150000"/>
              </a:lnSpc>
              <a:buFont typeface="Wingdings" pitchFamily="34" charset="0"/>
              <a:buChar char="Ø"/>
            </a:pPr>
            <a:r>
              <a:rPr lang="en-IN" sz="1600" dirty="0">
                <a:ea typeface="Calibri"/>
                <a:cs typeface="Calibri"/>
              </a:rPr>
              <a:t>Original Text: "For more information, visit </a:t>
            </a:r>
            <a:r>
              <a:rPr lang="en-IN" sz="1600" u="sng" dirty="0">
                <a:solidFill>
                  <a:srgbClr val="0563C1"/>
                </a:solidFill>
                <a:ea typeface="Calibri"/>
                <a:cs typeface="Calibri"/>
                <a:hlinkClick r:id="rId2"/>
              </a:rPr>
              <a:t>https://www.example.com/</a:t>
            </a:r>
            <a:r>
              <a:rPr lang="en-IN" sz="1600" dirty="0">
                <a:ea typeface="Calibri"/>
                <a:cs typeface="Calibri"/>
              </a:rPr>
              <a:t>."</a:t>
            </a:r>
          </a:p>
          <a:p>
            <a:pPr lvl="1">
              <a:lnSpc>
                <a:spcPct val="150000"/>
              </a:lnSpc>
              <a:buFont typeface="Wingdings" pitchFamily="34" charset="0"/>
              <a:buChar char="Ø"/>
            </a:pPr>
            <a:r>
              <a:rPr lang="en-IN" sz="1600" dirty="0">
                <a:ea typeface="Calibri"/>
                <a:cs typeface="Calibri"/>
              </a:rPr>
              <a:t>Text After Handling URL (Redaction): "For more information, visit [URL]."</a:t>
            </a:r>
          </a:p>
          <a:p>
            <a:pPr lvl="1">
              <a:lnSpc>
                <a:spcPct val="150000"/>
              </a:lnSpc>
              <a:buFont typeface="Wingdings" pitchFamily="34" charset="0"/>
              <a:buChar char="Ø"/>
            </a:pPr>
            <a:r>
              <a:rPr lang="en-IN" sz="1600" dirty="0">
                <a:ea typeface="Calibri"/>
                <a:cs typeface="Calibri"/>
              </a:rPr>
              <a:t>Text After Handling URL (Removal): "For more information, visit."</a:t>
            </a:r>
          </a:p>
          <a:p>
            <a:pPr>
              <a:lnSpc>
                <a:spcPct val="150000"/>
              </a:lnSpc>
              <a:buFont typeface="Wingdings" pitchFamily="34" charset="0"/>
              <a:buChar char="Ø"/>
            </a:pPr>
            <a:endParaRPr lang="en-IN" sz="16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72581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Handle Emojis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24</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800" dirty="0">
                <a:cs typeface="Calibri"/>
              </a:rPr>
              <a:t>Emojis</a:t>
            </a:r>
            <a:r>
              <a:rPr lang="en-IN" sz="1800" dirty="0">
                <a:ea typeface="Calibri"/>
                <a:cs typeface="Calibri"/>
              </a:rPr>
              <a:t> are graphical symbols or icons used to represent emotions, objects, concepts, or other elements in digital communication, such as text messages, social media posts, and online chats. </a:t>
            </a:r>
            <a:endParaRPr lang="en-US" sz="1800" dirty="0">
              <a:cs typeface="Calibri"/>
            </a:endParaRPr>
          </a:p>
          <a:p>
            <a:pPr>
              <a:buFont typeface="Wingdings" pitchFamily="34" charset="0"/>
              <a:buChar char="Ø"/>
            </a:pPr>
            <a:r>
              <a:rPr lang="en-IN" sz="1800" dirty="0">
                <a:ea typeface="Calibri"/>
                <a:cs typeface="Calibri"/>
              </a:rPr>
              <a:t>In </a:t>
            </a:r>
            <a:r>
              <a:rPr lang="en-IN" sz="1800" dirty="0">
                <a:cs typeface="Calibri"/>
              </a:rPr>
              <a:t>data preprocessing for natural language processing (NLP), handling emojis refers to the process of managing, removing, or encoding emojis within </a:t>
            </a:r>
            <a:r>
              <a:rPr lang="en-IN" sz="1800" dirty="0">
                <a:ea typeface="Calibri"/>
                <a:cs typeface="Calibri"/>
              </a:rPr>
              <a:t>text data. </a:t>
            </a:r>
          </a:p>
          <a:p>
            <a:pPr>
              <a:buFont typeface="Wingdings" pitchFamily="34" charset="0"/>
              <a:buChar char="Ø"/>
            </a:pPr>
            <a:r>
              <a:rPr lang="en-IN" sz="1800" b="1" dirty="0">
                <a:ea typeface="Calibri"/>
                <a:cs typeface="Calibri"/>
              </a:rPr>
              <a:t>Why Handle Emojis in Data Preprocessing:</a:t>
            </a:r>
            <a:endParaRPr lang="en-IN" sz="1800" dirty="0">
              <a:ea typeface="Calibri"/>
              <a:cs typeface="Calibri"/>
            </a:endParaRPr>
          </a:p>
          <a:p>
            <a:pPr lvl="1">
              <a:lnSpc>
                <a:spcPct val="150000"/>
              </a:lnSpc>
            </a:pPr>
            <a:r>
              <a:rPr lang="en-IN" sz="1400" b="1" dirty="0">
                <a:ea typeface="Calibri"/>
                <a:cs typeface="Calibri"/>
              </a:rPr>
              <a:t>Irrelevance:</a:t>
            </a:r>
            <a:r>
              <a:rPr lang="en-IN" sz="1400" dirty="0">
                <a:ea typeface="Calibri"/>
                <a:cs typeface="Calibri"/>
              </a:rPr>
              <a:t> Emojis are often non-textual elements that may not be directly relevant to many NLP tasks. For tasks focused on textual content analysis, emojis can introduce noise.</a:t>
            </a:r>
          </a:p>
          <a:p>
            <a:pPr lvl="1">
              <a:lnSpc>
                <a:spcPct val="150000"/>
              </a:lnSpc>
            </a:pPr>
            <a:r>
              <a:rPr lang="en-IN" sz="1400" b="1" dirty="0">
                <a:ea typeface="Calibri"/>
                <a:cs typeface="Calibri"/>
              </a:rPr>
              <a:t>Standardization:</a:t>
            </a:r>
            <a:r>
              <a:rPr lang="en-IN" sz="1400" dirty="0">
                <a:ea typeface="Calibri"/>
                <a:cs typeface="Calibri"/>
              </a:rPr>
              <a:t> For some NLP tasks, it may be essential to standardize emojis by encoding them as representations. This can be helpful for sentiment analysis or emotion detection tasks, where emojis serve as emotional indicators.</a:t>
            </a:r>
          </a:p>
          <a:p>
            <a:pPr lvl="1">
              <a:lnSpc>
                <a:spcPct val="150000"/>
              </a:lnSpc>
            </a:pPr>
            <a:r>
              <a:rPr lang="en-IN" sz="1400" b="1" dirty="0">
                <a:ea typeface="Calibri"/>
                <a:cs typeface="Calibri"/>
              </a:rPr>
              <a:t>Noise Reduction:</a:t>
            </a:r>
            <a:r>
              <a:rPr lang="en-IN" sz="1400" dirty="0">
                <a:ea typeface="Calibri"/>
                <a:cs typeface="Calibri"/>
              </a:rPr>
              <a:t> In tasks where emojis are considered noise or distracting, they may be removed or replaced with appropriate placeholders.</a:t>
            </a:r>
          </a:p>
          <a:p>
            <a:pPr>
              <a:buFont typeface="Wingdings" pitchFamily="34" charset="0"/>
              <a:buChar char="Ø"/>
            </a:pPr>
            <a:endParaRPr lang="en-IN" sz="1400" b="1" dirty="0">
              <a:ea typeface="Calibri"/>
              <a:cs typeface="Calibri"/>
            </a:endParaRPr>
          </a:p>
          <a:p>
            <a:pPr>
              <a:lnSpc>
                <a:spcPct val="150000"/>
              </a:lnSpc>
              <a:buFont typeface="Wingdings" pitchFamily="34" charset="0"/>
              <a:buChar char="Ø"/>
            </a:pPr>
            <a:endParaRPr lang="en-IN" sz="14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8157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Handle Emojis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25</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800" b="1" dirty="0">
                <a:cs typeface="Calibri"/>
              </a:rPr>
              <a:t>How</a:t>
            </a:r>
            <a:r>
              <a:rPr lang="en-IN" sz="1800" b="1" dirty="0">
                <a:ea typeface="Calibri"/>
                <a:cs typeface="Calibri"/>
              </a:rPr>
              <a:t> to Handle Emojis in Data Preprocessing:</a:t>
            </a:r>
            <a:endParaRPr lang="en-IN" sz="1800" dirty="0">
              <a:ea typeface="Calibri"/>
              <a:cs typeface="Calibri"/>
            </a:endParaRPr>
          </a:p>
          <a:p>
            <a:pPr lvl="1">
              <a:buFont typeface="Wingdings" pitchFamily="34" charset="0"/>
              <a:buChar char="Ø"/>
            </a:pPr>
            <a:r>
              <a:rPr lang="en-IN" sz="1400" b="1" dirty="0">
                <a:ea typeface="Calibri"/>
                <a:cs typeface="Calibri"/>
              </a:rPr>
              <a:t>Removal:</a:t>
            </a:r>
            <a:r>
              <a:rPr lang="en-IN" sz="1400" dirty="0">
                <a:ea typeface="Calibri"/>
                <a:cs typeface="Calibri"/>
              </a:rPr>
              <a:t> The simplest approach is </a:t>
            </a:r>
            <a:r>
              <a:rPr lang="en-IN" sz="1400" dirty="0">
                <a:cs typeface="Calibri"/>
              </a:rPr>
              <a:t>to </a:t>
            </a:r>
            <a:r>
              <a:rPr lang="en-IN" sz="1400" dirty="0">
                <a:ea typeface="Calibri"/>
                <a:cs typeface="Calibri"/>
              </a:rPr>
              <a:t>remove emojis </a:t>
            </a:r>
            <a:r>
              <a:rPr lang="en-IN" sz="1400" dirty="0">
                <a:cs typeface="Calibri"/>
              </a:rPr>
              <a:t>from text data entirely. This can be achieved using </a:t>
            </a:r>
            <a:r>
              <a:rPr lang="en-IN" sz="1400" dirty="0">
                <a:ea typeface="Calibri"/>
                <a:cs typeface="Calibri"/>
              </a:rPr>
              <a:t>regular expressions </a:t>
            </a:r>
            <a:r>
              <a:rPr lang="en-IN" sz="1400" dirty="0">
                <a:cs typeface="Calibri"/>
              </a:rPr>
              <a:t>or pattern matching to identify </a:t>
            </a:r>
            <a:r>
              <a:rPr lang="en-IN" sz="1400" dirty="0">
                <a:ea typeface="Calibri"/>
                <a:cs typeface="Calibri"/>
              </a:rPr>
              <a:t>and replace emojis with an empty string or a specific token.</a:t>
            </a:r>
          </a:p>
          <a:p>
            <a:pPr lvl="1">
              <a:buFont typeface="Wingdings" pitchFamily="34" charset="0"/>
              <a:buChar char="Ø"/>
            </a:pPr>
            <a:r>
              <a:rPr lang="en-IN" sz="1400" b="1" dirty="0">
                <a:ea typeface="Calibri"/>
                <a:cs typeface="Calibri"/>
              </a:rPr>
              <a:t>Redaction or Encoding:</a:t>
            </a:r>
            <a:r>
              <a:rPr lang="en-IN" sz="1400" dirty="0">
                <a:ea typeface="Calibri"/>
                <a:cs typeface="Calibri"/>
              </a:rPr>
              <a:t> Emojis can be replaced with text labels or encoded representations that convey their meaning. For example, the </a:t>
            </a:r>
            <a:r>
              <a:rPr lang="en-IN" sz="1400" dirty="0">
                <a:latin typeface="Segoe UI Symbol"/>
                <a:ea typeface="Segoe UI Symbol"/>
                <a:cs typeface="Calibri"/>
              </a:rPr>
              <a:t>😀</a:t>
            </a:r>
            <a:r>
              <a:rPr lang="en-IN" sz="1400" dirty="0">
                <a:ea typeface="Calibri"/>
                <a:cs typeface="Calibri"/>
              </a:rPr>
              <a:t> emoji could be replaced with "happy" or a corresponding sentiment score.</a:t>
            </a:r>
          </a:p>
          <a:p>
            <a:pPr lvl="1">
              <a:buFont typeface="Wingdings" pitchFamily="34" charset="0"/>
              <a:buChar char="Ø"/>
            </a:pPr>
            <a:r>
              <a:rPr lang="en-IN" sz="1400" b="1" dirty="0">
                <a:ea typeface="Calibri"/>
                <a:cs typeface="Calibri"/>
              </a:rPr>
              <a:t>Preservation:</a:t>
            </a:r>
            <a:r>
              <a:rPr lang="en-IN" sz="1400" dirty="0">
                <a:ea typeface="Calibri"/>
                <a:cs typeface="Calibri"/>
              </a:rPr>
              <a:t> In some cases, emojis may be valuable for the analysis, such as sentiment analysis or emotion detection. In such cases, preserving emojis as part of the text data is essential.</a:t>
            </a:r>
          </a:p>
          <a:p>
            <a:pPr>
              <a:buFont typeface="Wingdings" pitchFamily="34" charset="0"/>
              <a:buChar char="Ø"/>
            </a:pPr>
            <a:r>
              <a:rPr lang="en-IN" sz="1800" b="1" dirty="0">
                <a:cs typeface="Calibri"/>
              </a:rPr>
              <a:t>Here's an example of text before and after handling emojis:</a:t>
            </a:r>
          </a:p>
          <a:p>
            <a:pPr lvl="1">
              <a:lnSpc>
                <a:spcPct val="150000"/>
              </a:lnSpc>
              <a:buFont typeface="Wingdings" pitchFamily="34" charset="0"/>
              <a:buChar char="Ø"/>
            </a:pPr>
            <a:r>
              <a:rPr lang="en-IN" sz="1400" b="1" dirty="0">
                <a:ea typeface="Calibri"/>
                <a:cs typeface="Calibri"/>
              </a:rPr>
              <a:t>Original Text:</a:t>
            </a:r>
            <a:r>
              <a:rPr lang="en-IN" sz="1400" dirty="0">
                <a:ea typeface="Calibri"/>
                <a:cs typeface="Calibri"/>
              </a:rPr>
              <a:t> "I'm so excited for the party tonight! </a:t>
            </a:r>
            <a:r>
              <a:rPr lang="en-IN" sz="1400" dirty="0">
                <a:latin typeface="Segoe UI Symbol"/>
                <a:ea typeface="Segoe UI Symbol"/>
                <a:cs typeface="Calibri"/>
              </a:rPr>
              <a:t>🎉</a:t>
            </a:r>
            <a:r>
              <a:rPr lang="en-IN" sz="1400" dirty="0">
                <a:ea typeface="Calibri"/>
                <a:cs typeface="Calibri"/>
              </a:rPr>
              <a:t>🥳"</a:t>
            </a:r>
          </a:p>
          <a:p>
            <a:pPr lvl="1">
              <a:lnSpc>
                <a:spcPct val="150000"/>
              </a:lnSpc>
              <a:buFont typeface="Wingdings" pitchFamily="34" charset="0"/>
              <a:buChar char="Ø"/>
            </a:pPr>
            <a:r>
              <a:rPr lang="en-IN" sz="1400" b="1" dirty="0">
                <a:ea typeface="Calibri"/>
                <a:cs typeface="Calibri"/>
              </a:rPr>
              <a:t>Text After Handling Emojis (Removal):</a:t>
            </a:r>
            <a:r>
              <a:rPr lang="en-IN" sz="1400" dirty="0">
                <a:ea typeface="Calibri"/>
                <a:cs typeface="Calibri"/>
              </a:rPr>
              <a:t> "I'm so excited for the party tonight!"</a:t>
            </a:r>
          </a:p>
          <a:p>
            <a:pPr lvl="1">
              <a:lnSpc>
                <a:spcPct val="150000"/>
              </a:lnSpc>
              <a:buFont typeface="Wingdings" pitchFamily="34" charset="0"/>
              <a:buChar char="Ø"/>
            </a:pPr>
            <a:r>
              <a:rPr lang="en-IN" sz="1400" b="1" dirty="0">
                <a:ea typeface="Calibri"/>
                <a:cs typeface="Calibri"/>
              </a:rPr>
              <a:t>Text After Handling Emojis (Redaction/Encoding):</a:t>
            </a:r>
            <a:r>
              <a:rPr lang="en-IN" sz="1400" dirty="0">
                <a:ea typeface="Calibri"/>
                <a:cs typeface="Calibri"/>
              </a:rPr>
              <a:t> "I'm so excited for the party tonight! [happy face]"</a:t>
            </a:r>
          </a:p>
          <a:p>
            <a:pPr>
              <a:lnSpc>
                <a:spcPct val="150000"/>
              </a:lnSpc>
              <a:buFont typeface="Wingdings" pitchFamily="34" charset="0"/>
              <a:buChar char="Ø"/>
            </a:pPr>
            <a:endParaRPr lang="en-IN" sz="1400" b="1"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83311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handle repeat characters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26</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800">
                <a:cs typeface="Calibri"/>
              </a:rPr>
              <a:t>Handling</a:t>
            </a:r>
            <a:r>
              <a:rPr lang="en-IN" sz="1800">
                <a:ea typeface="Calibri"/>
                <a:cs typeface="Calibri"/>
              </a:rPr>
              <a:t> repeat characters in </a:t>
            </a:r>
            <a:r>
              <a:rPr lang="en-IN" sz="1800">
                <a:cs typeface="Calibri"/>
              </a:rPr>
              <a:t>data preprocessing for natural language processing (NLP) involves addressing instances where characters within words or phrases are repeated multiple times</a:t>
            </a:r>
            <a:r>
              <a:rPr lang="en-IN" sz="1800">
                <a:ea typeface="Calibri"/>
                <a:cs typeface="Calibri"/>
              </a:rPr>
              <a:t>. </a:t>
            </a:r>
            <a:endParaRPr lang="en-US" sz="1800">
              <a:ea typeface="Calibri"/>
              <a:cs typeface="Calibri"/>
            </a:endParaRPr>
          </a:p>
          <a:p>
            <a:pPr>
              <a:buFont typeface="Wingdings" pitchFamily="34" charset="0"/>
              <a:buChar char="Ø"/>
            </a:pPr>
            <a:r>
              <a:rPr lang="en-IN" sz="1800">
                <a:ea typeface="Calibri"/>
                <a:cs typeface="Calibri"/>
              </a:rPr>
              <a:t>This repetition of characters is often considered noise in text data and may not carry significant meaning for many NLP tasks. </a:t>
            </a:r>
          </a:p>
          <a:p>
            <a:pPr>
              <a:buFont typeface="Wingdings" pitchFamily="34" charset="0"/>
              <a:buChar char="Ø"/>
            </a:pPr>
            <a:r>
              <a:rPr lang="en-IN" sz="1800">
                <a:ea typeface="Calibri"/>
                <a:cs typeface="Calibri"/>
              </a:rPr>
              <a:t>Therefore, it is common to preprocess text data by reducing or normalizing repeated characters. </a:t>
            </a:r>
          </a:p>
          <a:p>
            <a:pPr>
              <a:buFont typeface="Wingdings" pitchFamily="34" charset="0"/>
              <a:buChar char="Ø"/>
            </a:pPr>
            <a:r>
              <a:rPr lang="en-IN" sz="1800" b="1">
                <a:ea typeface="Calibri"/>
                <a:cs typeface="Calibri"/>
              </a:rPr>
              <a:t>Why Handle Repeat Characters in Data Preprocessing:</a:t>
            </a:r>
            <a:endParaRPr lang="en-IN" sz="1800">
              <a:ea typeface="Calibri"/>
              <a:cs typeface="Calibri"/>
            </a:endParaRPr>
          </a:p>
          <a:p>
            <a:pPr lvl="1">
              <a:lnSpc>
                <a:spcPct val="150000"/>
              </a:lnSpc>
              <a:buFont typeface="Wingdings" pitchFamily="34" charset="0"/>
              <a:buChar char="Ø"/>
            </a:pPr>
            <a:r>
              <a:rPr lang="en-IN" sz="1400" b="1" dirty="0">
                <a:ea typeface="Calibri"/>
                <a:cs typeface="Calibri"/>
              </a:rPr>
              <a:t>Irrelevance:</a:t>
            </a:r>
            <a:r>
              <a:rPr lang="en-IN" sz="1400" dirty="0">
                <a:ea typeface="Calibri"/>
                <a:cs typeface="Calibri"/>
              </a:rPr>
              <a:t> Repeated characters within words or phrases are often non-standard and may not be relevant to the semantic content or meaning of the text for many NLP tasks.</a:t>
            </a:r>
          </a:p>
          <a:p>
            <a:pPr lvl="1">
              <a:lnSpc>
                <a:spcPct val="150000"/>
              </a:lnSpc>
              <a:buFont typeface="Wingdings" pitchFamily="34" charset="0"/>
              <a:buChar char="Ø"/>
            </a:pPr>
            <a:r>
              <a:rPr lang="en-IN" sz="1400" b="1" dirty="0">
                <a:ea typeface="Calibri"/>
                <a:cs typeface="Calibri"/>
              </a:rPr>
              <a:t>Noise Reduction:</a:t>
            </a:r>
            <a:r>
              <a:rPr lang="en-IN" sz="1400" dirty="0">
                <a:ea typeface="Calibri"/>
                <a:cs typeface="Calibri"/>
              </a:rPr>
              <a:t> Reducing or normalizing repeat characters helps reduce noise in the text data, making it cleaner and more suitable for analysis or </a:t>
            </a:r>
            <a:r>
              <a:rPr lang="en-IN" sz="1400" err="1">
                <a:ea typeface="Calibri"/>
                <a:cs typeface="Calibri"/>
              </a:rPr>
              <a:t>modeling</a:t>
            </a:r>
            <a:r>
              <a:rPr lang="en-IN" sz="1400" dirty="0">
                <a:ea typeface="Calibri"/>
                <a:cs typeface="Calibri"/>
              </a:rPr>
              <a:t>.</a:t>
            </a:r>
          </a:p>
          <a:p>
            <a:pPr lvl="1">
              <a:lnSpc>
                <a:spcPct val="150000"/>
              </a:lnSpc>
              <a:buFont typeface="Wingdings" pitchFamily="34" charset="0"/>
              <a:buChar char="Ø"/>
            </a:pPr>
            <a:r>
              <a:rPr lang="en-IN" sz="1400" b="1">
                <a:ea typeface="Calibri"/>
                <a:cs typeface="Calibri"/>
              </a:rPr>
              <a:t>Normalization:</a:t>
            </a:r>
            <a:r>
              <a:rPr lang="en-IN" sz="1400">
                <a:ea typeface="Calibri"/>
                <a:cs typeface="Calibri"/>
              </a:rPr>
              <a:t> Standardizing text data by eliminating or reducing repeat characters can make it more consistent and amenable to text processing.</a:t>
            </a:r>
            <a:endParaRPr lang="en-IN" sz="1400" dirty="0">
              <a:ea typeface="Calibri"/>
              <a:cs typeface="Calibri"/>
            </a:endParaRPr>
          </a:p>
          <a:p>
            <a:pPr>
              <a:buFont typeface="Wingdings" pitchFamily="34" charset="0"/>
              <a:buChar char="Ø"/>
            </a:pPr>
            <a:endParaRPr lang="en-IN" sz="18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75013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Why &amp; How handle repeat characters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27</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r>
              <a:rPr lang="en-IN" sz="1800" b="1" dirty="0">
                <a:cs typeface="Calibri"/>
              </a:rPr>
              <a:t>How</a:t>
            </a:r>
            <a:r>
              <a:rPr lang="en-IN" sz="1800" b="1" dirty="0">
                <a:ea typeface="Calibri"/>
                <a:cs typeface="Calibri"/>
              </a:rPr>
              <a:t> to Handle Repeat Characters in Data Preprocessing:</a:t>
            </a:r>
            <a:endParaRPr lang="en-IN" sz="1800" dirty="0">
              <a:ea typeface="Calibri"/>
              <a:cs typeface="Calibri"/>
            </a:endParaRPr>
          </a:p>
          <a:p>
            <a:pPr lvl="1"/>
            <a:r>
              <a:rPr lang="en-IN" sz="1400" b="1" dirty="0">
                <a:ea typeface="Calibri"/>
                <a:cs typeface="Calibri"/>
              </a:rPr>
              <a:t>Character Reduction:</a:t>
            </a:r>
            <a:r>
              <a:rPr lang="en-IN" sz="1400" dirty="0">
                <a:ea typeface="Calibri"/>
                <a:cs typeface="Calibri"/>
              </a:rPr>
              <a:t> One common approach is to reduce repeated characters to a single occurrence. For example:</a:t>
            </a:r>
          </a:p>
          <a:p>
            <a:pPr lvl="2"/>
            <a:r>
              <a:rPr lang="en-IN" sz="1400" dirty="0">
                <a:ea typeface="Calibri"/>
                <a:cs typeface="Calibri"/>
              </a:rPr>
              <a:t>"</a:t>
            </a:r>
            <a:r>
              <a:rPr lang="en-IN" sz="1400" err="1">
                <a:ea typeface="Calibri"/>
                <a:cs typeface="Calibri"/>
              </a:rPr>
              <a:t>loooove</a:t>
            </a:r>
            <a:r>
              <a:rPr lang="en-IN" sz="1400" dirty="0">
                <a:ea typeface="Calibri"/>
                <a:cs typeface="Calibri"/>
              </a:rPr>
              <a:t>" → "love"</a:t>
            </a:r>
          </a:p>
          <a:p>
            <a:pPr lvl="2"/>
            <a:r>
              <a:rPr lang="en-IN" sz="1400" dirty="0">
                <a:ea typeface="Calibri"/>
                <a:cs typeface="Calibri"/>
              </a:rPr>
              <a:t>"</a:t>
            </a:r>
            <a:r>
              <a:rPr lang="en-IN" sz="1400" err="1">
                <a:ea typeface="Calibri"/>
                <a:cs typeface="Calibri"/>
              </a:rPr>
              <a:t>cooool</a:t>
            </a:r>
            <a:r>
              <a:rPr lang="en-IN" sz="1400" dirty="0">
                <a:ea typeface="Calibri"/>
                <a:cs typeface="Calibri"/>
              </a:rPr>
              <a:t>" → "cool"</a:t>
            </a:r>
          </a:p>
          <a:p>
            <a:pPr lvl="1"/>
            <a:r>
              <a:rPr lang="en-IN" sz="1400" b="1" dirty="0">
                <a:ea typeface="Calibri"/>
                <a:cs typeface="Calibri"/>
              </a:rPr>
              <a:t>Threshold-Based Reduction:</a:t>
            </a:r>
            <a:r>
              <a:rPr lang="en-IN" sz="1400" dirty="0">
                <a:ea typeface="Calibri"/>
                <a:cs typeface="Calibri"/>
              </a:rPr>
              <a:t> You can set a threshold (e.g., three consecutive occurrences) and reduce repeat characters exceeding that threshold. For example:</a:t>
            </a:r>
            <a:endParaRPr lang="en-US" sz="1400" dirty="0">
              <a:ea typeface="Calibri"/>
              <a:cs typeface="Calibri"/>
            </a:endParaRPr>
          </a:p>
          <a:p>
            <a:pPr lvl="2"/>
            <a:r>
              <a:rPr lang="en-IN" sz="1400" dirty="0">
                <a:ea typeface="Calibri"/>
                <a:cs typeface="Calibri"/>
              </a:rPr>
              <a:t>"</a:t>
            </a:r>
            <a:r>
              <a:rPr lang="en-IN" sz="1400" dirty="0" err="1">
                <a:ea typeface="Calibri"/>
                <a:cs typeface="Calibri"/>
              </a:rPr>
              <a:t>loooove</a:t>
            </a:r>
            <a:r>
              <a:rPr lang="en-IN" sz="1400" dirty="0">
                <a:ea typeface="Calibri"/>
                <a:cs typeface="Calibri"/>
              </a:rPr>
              <a:t>" → "</a:t>
            </a:r>
            <a:r>
              <a:rPr lang="en-IN" sz="1400" dirty="0" err="1">
                <a:ea typeface="Calibri"/>
                <a:cs typeface="Calibri"/>
              </a:rPr>
              <a:t>loove</a:t>
            </a:r>
            <a:r>
              <a:rPr lang="en-IN" sz="1400" dirty="0">
                <a:ea typeface="Calibri"/>
                <a:cs typeface="Calibri"/>
              </a:rPr>
              <a:t>"</a:t>
            </a:r>
            <a:endParaRPr lang="en-US" sz="1400" dirty="0">
              <a:ea typeface="Calibri"/>
              <a:cs typeface="Calibri"/>
            </a:endParaRPr>
          </a:p>
          <a:p>
            <a:pPr lvl="2"/>
            <a:r>
              <a:rPr lang="en-IN" sz="1400" dirty="0">
                <a:ea typeface="Calibri"/>
                <a:cs typeface="Calibri"/>
              </a:rPr>
              <a:t>"</a:t>
            </a:r>
            <a:r>
              <a:rPr lang="en-IN" sz="1400" dirty="0" err="1">
                <a:ea typeface="Calibri"/>
                <a:cs typeface="Calibri"/>
              </a:rPr>
              <a:t>cooool</a:t>
            </a:r>
            <a:r>
              <a:rPr lang="en-IN" sz="1400" dirty="0">
                <a:ea typeface="Calibri"/>
                <a:cs typeface="Calibri"/>
              </a:rPr>
              <a:t>" → "cool"</a:t>
            </a:r>
            <a:endParaRPr lang="en-US" sz="1400" dirty="0">
              <a:ea typeface="Calibri"/>
              <a:cs typeface="Calibri"/>
            </a:endParaRPr>
          </a:p>
          <a:p>
            <a:r>
              <a:rPr lang="en-IN" sz="1800" b="1" dirty="0">
                <a:ea typeface="Calibri"/>
                <a:cs typeface="Calibri"/>
              </a:rPr>
              <a:t>Here's an example of text before and after handling repeat characters:</a:t>
            </a:r>
            <a:endParaRPr lang="en-IN" sz="1800" b="1">
              <a:ea typeface="Calibri"/>
              <a:cs typeface="Calibri"/>
            </a:endParaRPr>
          </a:p>
          <a:p>
            <a:pPr lvl="1">
              <a:lnSpc>
                <a:spcPct val="150000"/>
              </a:lnSpc>
            </a:pPr>
            <a:r>
              <a:rPr lang="en-IN" sz="1400" dirty="0">
                <a:ea typeface="Calibri"/>
                <a:cs typeface="Calibri"/>
              </a:rPr>
              <a:t>Original Text: "I </a:t>
            </a:r>
            <a:r>
              <a:rPr lang="en-IN" sz="1400" dirty="0" err="1">
                <a:ea typeface="Calibri"/>
                <a:cs typeface="Calibri"/>
              </a:rPr>
              <a:t>loooove</a:t>
            </a:r>
            <a:r>
              <a:rPr lang="en-IN" sz="1400" dirty="0">
                <a:ea typeface="Calibri"/>
                <a:cs typeface="Calibri"/>
              </a:rPr>
              <a:t> the movie!!! </a:t>
            </a:r>
            <a:r>
              <a:rPr lang="en-IN" sz="1400" dirty="0" err="1">
                <a:ea typeface="Calibri"/>
                <a:cs typeface="Calibri"/>
              </a:rPr>
              <a:t>Sooo</a:t>
            </a:r>
            <a:r>
              <a:rPr lang="en-IN" sz="1400" dirty="0">
                <a:ea typeface="Calibri"/>
                <a:cs typeface="Calibri"/>
              </a:rPr>
              <a:t> </a:t>
            </a:r>
            <a:r>
              <a:rPr lang="en-IN" sz="1400" dirty="0" err="1">
                <a:ea typeface="Calibri"/>
                <a:cs typeface="Calibri"/>
              </a:rPr>
              <a:t>cooool</a:t>
            </a:r>
            <a:r>
              <a:rPr lang="en-IN" sz="1400" dirty="0">
                <a:ea typeface="Calibri"/>
                <a:cs typeface="Calibri"/>
              </a:rPr>
              <a:t>!"</a:t>
            </a:r>
          </a:p>
          <a:p>
            <a:pPr lvl="1">
              <a:lnSpc>
                <a:spcPct val="150000"/>
              </a:lnSpc>
            </a:pPr>
            <a:r>
              <a:rPr lang="en-IN" sz="1400" dirty="0">
                <a:ea typeface="Calibri"/>
                <a:cs typeface="Calibri"/>
              </a:rPr>
              <a:t>Text After Handling Repeat Characters (Character Reduction): "I love the movie! </a:t>
            </a:r>
            <a:r>
              <a:rPr lang="en-IN" sz="1400" dirty="0">
                <a:latin typeface="Calibri"/>
                <a:ea typeface="Calibri"/>
                <a:cs typeface="Calibri"/>
              </a:rPr>
              <a:t>So cool!"</a:t>
            </a:r>
          </a:p>
          <a:p>
            <a:pPr lvl="1">
              <a:lnSpc>
                <a:spcPct val="150000"/>
              </a:lnSpc>
            </a:pPr>
            <a:r>
              <a:rPr lang="en-IN" sz="1400" dirty="0">
                <a:latin typeface="Calibri"/>
                <a:ea typeface="Calibri"/>
                <a:cs typeface="Calibri"/>
              </a:rPr>
              <a:t>Text After Handling Repeat Characters (</a:t>
            </a:r>
            <a:r>
              <a:rPr lang="en-IN" sz="1400" dirty="0">
                <a:ea typeface="Calibri"/>
                <a:cs typeface="Calibri"/>
              </a:rPr>
              <a:t>Threshold-Based Reduction): "I </a:t>
            </a:r>
            <a:r>
              <a:rPr lang="en-IN" sz="1400" dirty="0" err="1">
                <a:ea typeface="Calibri"/>
                <a:cs typeface="Calibri"/>
              </a:rPr>
              <a:t>loove</a:t>
            </a:r>
            <a:r>
              <a:rPr lang="en-IN" sz="1400" dirty="0">
                <a:ea typeface="Calibri"/>
                <a:cs typeface="Calibri"/>
              </a:rPr>
              <a:t> the movie!!! So cool!"</a:t>
            </a:r>
          </a:p>
          <a:p>
            <a:pPr>
              <a:buFont typeface="Wingdings" pitchFamily="34" charset="0"/>
              <a:buChar char="Ø"/>
            </a:pPr>
            <a:endParaRPr lang="en-IN" sz="1800" b="1"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7088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Normalization of Data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28</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600">
                <a:cs typeface="Calibri"/>
              </a:rPr>
              <a:t>Normalization</a:t>
            </a:r>
            <a:r>
              <a:rPr lang="en-IN" sz="1600">
                <a:ea typeface="Calibri"/>
                <a:cs typeface="Calibri"/>
              </a:rPr>
              <a:t> of data in data preprocessing for natural language processing (NLP) involves transforming text data to a standardized format or representation to facilitate more effective analysis, </a:t>
            </a:r>
            <a:r>
              <a:rPr lang="en-IN" sz="1600" err="1">
                <a:ea typeface="Calibri"/>
                <a:cs typeface="Calibri"/>
              </a:rPr>
              <a:t>modeling</a:t>
            </a:r>
            <a:r>
              <a:rPr lang="en-IN" sz="1600">
                <a:ea typeface="Calibri"/>
                <a:cs typeface="Calibri"/>
              </a:rPr>
              <a:t>, and text processing. </a:t>
            </a:r>
            <a:endParaRPr lang="en-US" sz="1600">
              <a:ea typeface="Calibri"/>
              <a:cs typeface="Calibri"/>
            </a:endParaRPr>
          </a:p>
          <a:p>
            <a:pPr>
              <a:buFont typeface="Wingdings" pitchFamily="34" charset="0"/>
              <a:buChar char="Ø"/>
            </a:pPr>
            <a:r>
              <a:rPr lang="en-IN" sz="1600">
                <a:ea typeface="Calibri"/>
                <a:cs typeface="Calibri"/>
              </a:rPr>
              <a:t>Normalization is an essential step in data preprocessing, as it helps ensure that the text data is consistent, uniform, and ready for further NLP tasks. </a:t>
            </a:r>
          </a:p>
          <a:p>
            <a:pPr>
              <a:buFont typeface="Wingdings" pitchFamily="34" charset="0"/>
              <a:buChar char="Ø"/>
            </a:pPr>
            <a:r>
              <a:rPr lang="en-IN" sz="1600" b="1">
                <a:ea typeface="Calibri"/>
                <a:cs typeface="Calibri"/>
              </a:rPr>
              <a:t>Why Normalize Data in NLP:</a:t>
            </a:r>
          </a:p>
          <a:p>
            <a:pPr lvl="1"/>
            <a:r>
              <a:rPr lang="en-IN" sz="1400" b="1">
                <a:ea typeface="Calibri"/>
                <a:cs typeface="Calibri"/>
              </a:rPr>
              <a:t>Consistency:</a:t>
            </a:r>
            <a:r>
              <a:rPr lang="en-IN" sz="1400">
                <a:ea typeface="Calibri"/>
                <a:cs typeface="Calibri"/>
              </a:rPr>
              <a:t> Normalization ensures that text data follows consistent rules, making it easier to compare and </a:t>
            </a:r>
            <a:r>
              <a:rPr lang="en-IN" sz="1400" err="1">
                <a:ea typeface="Calibri"/>
                <a:cs typeface="Calibri"/>
              </a:rPr>
              <a:t>analyze</a:t>
            </a:r>
            <a:r>
              <a:rPr lang="en-IN" sz="1400">
                <a:ea typeface="Calibri"/>
                <a:cs typeface="Calibri"/>
              </a:rPr>
              <a:t>. It helps reduce variations caused by factors like capitalization, punctuation, or character encoding.</a:t>
            </a:r>
            <a:endParaRPr lang="en-IN" sz="1400" dirty="0">
              <a:ea typeface="Calibri"/>
              <a:cs typeface="Calibri"/>
            </a:endParaRPr>
          </a:p>
          <a:p>
            <a:pPr lvl="1"/>
            <a:r>
              <a:rPr lang="en-IN" sz="1400" b="1" dirty="0">
                <a:ea typeface="Calibri"/>
                <a:cs typeface="Calibri"/>
              </a:rPr>
              <a:t>Text Standardization:</a:t>
            </a:r>
            <a:r>
              <a:rPr lang="en-IN" sz="1400" dirty="0">
                <a:ea typeface="Calibri"/>
                <a:cs typeface="Calibri"/>
              </a:rPr>
              <a:t> Different documents or sources may use varying conventions for representing dates, numbers, and abbreviations. Normalization standardizes these representations for consistency.</a:t>
            </a:r>
          </a:p>
          <a:p>
            <a:pPr lvl="1"/>
            <a:r>
              <a:rPr lang="en-IN" sz="1400" b="1" dirty="0">
                <a:ea typeface="Calibri"/>
                <a:cs typeface="Calibri"/>
              </a:rPr>
              <a:t>Noise Reduction:</a:t>
            </a:r>
            <a:r>
              <a:rPr lang="en-IN" sz="1400" dirty="0">
                <a:ea typeface="Calibri"/>
                <a:cs typeface="Calibri"/>
              </a:rPr>
              <a:t> Normalization can remove noise or irrelevant information from the text, such as HTML tags, URLs, or special characters.</a:t>
            </a:r>
          </a:p>
          <a:p>
            <a:pPr lvl="1"/>
            <a:r>
              <a:rPr lang="en-IN" sz="1400" b="1" dirty="0">
                <a:ea typeface="Calibri"/>
                <a:cs typeface="Calibri"/>
              </a:rPr>
              <a:t>Facilitating Analysis:</a:t>
            </a:r>
            <a:r>
              <a:rPr lang="en-IN" sz="1400" dirty="0">
                <a:ea typeface="Calibri"/>
                <a:cs typeface="Calibri"/>
              </a:rPr>
              <a:t> Normalized text data is often easier to work with for various NLP tasks, including text classification, sentiment analysis, information retrieval, and machine translation.</a:t>
            </a:r>
          </a:p>
          <a:p>
            <a:pPr lvl="1">
              <a:buFont typeface="Wingdings" pitchFamily="34" charset="0"/>
              <a:buChar char="Ø"/>
            </a:pPr>
            <a:endParaRPr lang="en-IN" sz="1000" b="1" dirty="0">
              <a:ea typeface="Calibri"/>
              <a:cs typeface="Calibri"/>
            </a:endParaRPr>
          </a:p>
          <a:p>
            <a:pPr>
              <a:buFont typeface="Wingdings" pitchFamily="34" charset="0"/>
              <a:buChar char="Ø"/>
            </a:pPr>
            <a:endParaRPr lang="en-IN" sz="1400" b="1"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41596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Normalization of Data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29</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400" b="1" dirty="0">
                <a:cs typeface="Calibri"/>
              </a:rPr>
              <a:t>Common</a:t>
            </a:r>
            <a:r>
              <a:rPr lang="en-IN" sz="1400" b="1" dirty="0">
                <a:ea typeface="Calibri"/>
                <a:cs typeface="Calibri"/>
              </a:rPr>
              <a:t> Techniques for Data Normalization in NLP:</a:t>
            </a:r>
          </a:p>
          <a:p>
            <a:pPr lvl="1"/>
            <a:r>
              <a:rPr lang="en-IN" sz="1100" b="1">
                <a:ea typeface="Calibri"/>
                <a:cs typeface="Calibri"/>
              </a:rPr>
              <a:t>Converting to Lowercase:</a:t>
            </a:r>
            <a:r>
              <a:rPr lang="en-IN" sz="1100">
                <a:ea typeface="Calibri"/>
                <a:cs typeface="Calibri"/>
              </a:rPr>
              <a:t> One of the most basic normalization techniques is converting all text to lowercase. This ensures case insensitivity and reduces vocabulary size.</a:t>
            </a:r>
            <a:endParaRPr lang="en-IN" sz="1100" dirty="0">
              <a:ea typeface="Calibri"/>
              <a:cs typeface="Calibri"/>
            </a:endParaRPr>
          </a:p>
          <a:p>
            <a:pPr lvl="1"/>
            <a:r>
              <a:rPr lang="en-IN" sz="1100" b="1" dirty="0">
                <a:ea typeface="Calibri"/>
                <a:cs typeface="Calibri"/>
              </a:rPr>
              <a:t>Removing Punctuation:</a:t>
            </a:r>
            <a:r>
              <a:rPr lang="en-IN" sz="1100" dirty="0">
                <a:ea typeface="Calibri"/>
                <a:cs typeface="Calibri"/>
              </a:rPr>
              <a:t> Stripping punctuation marks (e.g., periods, commas, and hyphens) from text can help focus on the words themselves.</a:t>
            </a:r>
          </a:p>
          <a:p>
            <a:pPr lvl="1"/>
            <a:r>
              <a:rPr lang="en-IN" sz="1100" b="1" dirty="0">
                <a:ea typeface="Calibri"/>
                <a:cs typeface="Calibri"/>
              </a:rPr>
              <a:t>Tokenization:</a:t>
            </a:r>
            <a:r>
              <a:rPr lang="en-IN" sz="1100" dirty="0">
                <a:ea typeface="Calibri"/>
                <a:cs typeface="Calibri"/>
              </a:rPr>
              <a:t> Tokenization splits text into smaller units (tokens), such as words or </a:t>
            </a:r>
            <a:r>
              <a:rPr lang="en-IN" sz="1100" err="1">
                <a:ea typeface="Calibri"/>
                <a:cs typeface="Calibri"/>
              </a:rPr>
              <a:t>subword</a:t>
            </a:r>
            <a:r>
              <a:rPr lang="en-IN" sz="1100" dirty="0">
                <a:ea typeface="Calibri"/>
                <a:cs typeface="Calibri"/>
              </a:rPr>
              <a:t> units. This segmentation allows for further analysis at the token level.</a:t>
            </a:r>
          </a:p>
          <a:p>
            <a:pPr lvl="1"/>
            <a:r>
              <a:rPr lang="en-IN" sz="1100" b="1" dirty="0">
                <a:ea typeface="Calibri"/>
                <a:cs typeface="Calibri"/>
              </a:rPr>
              <a:t>Lemmatization and Stemming:</a:t>
            </a:r>
            <a:r>
              <a:rPr lang="en-IN" sz="1100" dirty="0">
                <a:ea typeface="Calibri"/>
                <a:cs typeface="Calibri"/>
              </a:rPr>
              <a:t> Reducing words to their base or root forms using techniques like lemmatization and stemming can normalize text and group related words.</a:t>
            </a:r>
          </a:p>
          <a:p>
            <a:pPr lvl="1"/>
            <a:r>
              <a:rPr lang="en-IN" sz="1100" b="1" dirty="0">
                <a:ea typeface="Calibri"/>
                <a:cs typeface="Calibri"/>
              </a:rPr>
              <a:t>Stop-word Removal:</a:t>
            </a:r>
            <a:r>
              <a:rPr lang="en-IN" sz="1100" dirty="0">
                <a:ea typeface="Calibri"/>
                <a:cs typeface="Calibri"/>
              </a:rPr>
              <a:t> Removing common words (stop words) like "the," "is," and "and" can help reduce noise and focus on content words.</a:t>
            </a:r>
          </a:p>
          <a:p>
            <a:pPr lvl="1"/>
            <a:r>
              <a:rPr lang="en-IN" sz="1100" b="1" dirty="0">
                <a:ea typeface="Calibri"/>
                <a:cs typeface="Calibri"/>
              </a:rPr>
              <a:t>Numeric and Date Normalization:</a:t>
            </a:r>
            <a:r>
              <a:rPr lang="en-IN" sz="1100" dirty="0">
                <a:ea typeface="Calibri"/>
                <a:cs typeface="Calibri"/>
              </a:rPr>
              <a:t> Standardizing the format of numbers, dates, and times to a common representation can ensure consistent handling.</a:t>
            </a:r>
          </a:p>
          <a:p>
            <a:pPr lvl="1"/>
            <a:r>
              <a:rPr lang="en-IN" sz="1100" b="1" dirty="0">
                <a:ea typeface="Calibri"/>
                <a:cs typeface="Calibri"/>
              </a:rPr>
              <a:t>HTML Tag Removal:</a:t>
            </a:r>
            <a:r>
              <a:rPr lang="en-IN" sz="1100" dirty="0">
                <a:ea typeface="Calibri"/>
                <a:cs typeface="Calibri"/>
              </a:rPr>
              <a:t> Eliminating HTML tags and content within tags from web text can be important for text extracted from web pages.</a:t>
            </a:r>
          </a:p>
          <a:p>
            <a:pPr lvl="1"/>
            <a:r>
              <a:rPr lang="en-IN" sz="1100" b="1" dirty="0">
                <a:ea typeface="Calibri"/>
                <a:cs typeface="Calibri"/>
              </a:rPr>
              <a:t>URL Handling:</a:t>
            </a:r>
            <a:r>
              <a:rPr lang="en-IN" sz="1100" dirty="0">
                <a:ea typeface="Calibri"/>
                <a:cs typeface="Calibri"/>
              </a:rPr>
              <a:t> Replacing or removing URLs in text data to eliminate irrelevant web addresses.</a:t>
            </a:r>
          </a:p>
          <a:p>
            <a:pPr lvl="1"/>
            <a:r>
              <a:rPr lang="en-IN" sz="1100" b="1" dirty="0">
                <a:ea typeface="Calibri"/>
                <a:cs typeface="Calibri"/>
              </a:rPr>
              <a:t>Handling Emojis:</a:t>
            </a:r>
            <a:r>
              <a:rPr lang="en-IN" sz="1100" dirty="0">
                <a:ea typeface="Calibri"/>
                <a:cs typeface="Calibri"/>
              </a:rPr>
              <a:t> Converting emojis to appropriate text labels or representations for sentiment analysis or emotion detection tasks.</a:t>
            </a:r>
          </a:p>
          <a:p>
            <a:pPr lvl="1"/>
            <a:r>
              <a:rPr lang="en-IN" sz="1100" b="1" dirty="0">
                <a:ea typeface="Calibri"/>
                <a:cs typeface="Calibri"/>
              </a:rPr>
              <a:t>Handling Repeat Characters:</a:t>
            </a:r>
            <a:r>
              <a:rPr lang="en-IN" sz="1100" dirty="0">
                <a:ea typeface="Calibri"/>
                <a:cs typeface="Calibri"/>
              </a:rPr>
              <a:t> Reducing or normalizing repeated characters within words to eliminate non-standard representations.</a:t>
            </a:r>
          </a:p>
          <a:p>
            <a:pPr lvl="1"/>
            <a:r>
              <a:rPr lang="en-IN" sz="1100" b="1" dirty="0">
                <a:ea typeface="Calibri"/>
                <a:cs typeface="Calibri"/>
              </a:rPr>
              <a:t>Entity Normalization:</a:t>
            </a:r>
            <a:r>
              <a:rPr lang="en-IN" sz="1100" dirty="0">
                <a:ea typeface="Calibri"/>
                <a:cs typeface="Calibri"/>
              </a:rPr>
              <a:t> Standardizing the representation of named entities (e.g., replacing "U.S.A." with "United States of America").</a:t>
            </a:r>
          </a:p>
          <a:p>
            <a:pPr>
              <a:buFont typeface="Wingdings" pitchFamily="34" charset="0"/>
              <a:buChar char="Ø"/>
            </a:pPr>
            <a:endParaRPr lang="en-IN" sz="1400" b="1"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03451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Vocabulary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30</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600" dirty="0">
                <a:solidFill>
                  <a:srgbClr val="374151"/>
                </a:solidFill>
                <a:latin typeface="system-ui"/>
                <a:cs typeface="Calibri"/>
              </a:rPr>
              <a:t>In</a:t>
            </a:r>
            <a:r>
              <a:rPr lang="en-IN" sz="1600" dirty="0">
                <a:solidFill>
                  <a:srgbClr val="374151"/>
                </a:solidFill>
                <a:latin typeface="system-ui"/>
                <a:ea typeface="Calibri"/>
                <a:cs typeface="Calibri"/>
              </a:rPr>
              <a:t> natural language processing (NLP), the term "vocabulary" refers to the set of all unique words or terms that appear in a given text corpus or dataset. </a:t>
            </a:r>
            <a:endParaRPr lang="en-US" sz="1600">
              <a:solidFill>
                <a:srgbClr val="374151"/>
              </a:solidFill>
              <a:latin typeface="system-ui"/>
              <a:ea typeface="Calibri"/>
              <a:cs typeface="Calibri"/>
            </a:endParaRPr>
          </a:p>
          <a:p>
            <a:pPr>
              <a:buFont typeface="Wingdings" pitchFamily="34" charset="0"/>
              <a:buChar char="Ø"/>
            </a:pPr>
            <a:r>
              <a:rPr lang="en-IN" sz="1600" dirty="0">
                <a:solidFill>
                  <a:srgbClr val="374151"/>
                </a:solidFill>
                <a:latin typeface="system-ui"/>
                <a:ea typeface="Calibri"/>
                <a:cs typeface="Calibri"/>
              </a:rPr>
              <a:t>It represents the complete inventory of words, phrases, or tokens that are used to express language in the text data being </a:t>
            </a:r>
            <a:r>
              <a:rPr lang="en-IN" sz="1600" err="1">
                <a:solidFill>
                  <a:srgbClr val="374151"/>
                </a:solidFill>
                <a:latin typeface="system-ui"/>
                <a:ea typeface="Calibri"/>
                <a:cs typeface="Calibri"/>
              </a:rPr>
              <a:t>analyzed</a:t>
            </a:r>
            <a:r>
              <a:rPr lang="en-IN" sz="1600" dirty="0">
                <a:solidFill>
                  <a:srgbClr val="374151"/>
                </a:solidFill>
                <a:latin typeface="system-ui"/>
                <a:ea typeface="Calibri"/>
                <a:cs typeface="Calibri"/>
              </a:rPr>
              <a:t>. </a:t>
            </a:r>
            <a:endParaRPr lang="en-US" sz="1600">
              <a:solidFill>
                <a:srgbClr val="374151"/>
              </a:solidFill>
              <a:latin typeface="system-ui"/>
              <a:ea typeface="Calibri"/>
              <a:cs typeface="Calibri"/>
            </a:endParaRPr>
          </a:p>
          <a:p>
            <a:pPr>
              <a:buFont typeface="Wingdings" pitchFamily="34" charset="0"/>
              <a:buChar char="Ø"/>
            </a:pPr>
            <a:r>
              <a:rPr lang="en-IN" sz="1600" dirty="0">
                <a:solidFill>
                  <a:srgbClr val="374151"/>
                </a:solidFill>
                <a:latin typeface="system-ui"/>
                <a:ea typeface="Calibri"/>
                <a:cs typeface="Calibri"/>
              </a:rPr>
              <a:t>Vocabulary plays a fundamental role in various NLP tasks and is a critical concept to understand.</a:t>
            </a:r>
          </a:p>
          <a:p>
            <a:pPr>
              <a:buFont typeface="Wingdings" pitchFamily="34" charset="0"/>
              <a:buChar char="Ø"/>
            </a:pPr>
            <a:r>
              <a:rPr lang="en-IN" sz="1600" b="1" dirty="0">
                <a:solidFill>
                  <a:srgbClr val="374151"/>
                </a:solidFill>
                <a:latin typeface="system-ui"/>
                <a:ea typeface="Calibri"/>
                <a:cs typeface="Calibri"/>
              </a:rPr>
              <a:t>Here are some key points about vocabulary in NLP:</a:t>
            </a:r>
          </a:p>
          <a:p>
            <a:pPr lvl="1"/>
            <a:r>
              <a:rPr lang="en-IN" sz="1400" b="1" dirty="0">
                <a:solidFill>
                  <a:srgbClr val="374151"/>
                </a:solidFill>
                <a:latin typeface="system-ui"/>
                <a:ea typeface="Calibri"/>
                <a:cs typeface="Calibri"/>
              </a:rPr>
              <a:t>Word Tokens:</a:t>
            </a:r>
            <a:r>
              <a:rPr lang="en-IN" sz="1400" dirty="0">
                <a:solidFill>
                  <a:srgbClr val="374151"/>
                </a:solidFill>
                <a:latin typeface="system-ui"/>
                <a:ea typeface="Calibri"/>
                <a:cs typeface="Calibri"/>
              </a:rPr>
              <a:t> A vocabulary is composed of individual word tokens. Word tokens are the smallest units of language that are meaningful and can be separated by spaces or punctuation. For example, in the sentence "I love NLP," the vocabulary consists of the word tokens "I," "love," and "NLP."</a:t>
            </a:r>
          </a:p>
          <a:p>
            <a:pPr lvl="1"/>
            <a:r>
              <a:rPr lang="en-IN" sz="1400" b="1" dirty="0">
                <a:solidFill>
                  <a:srgbClr val="374151"/>
                </a:solidFill>
                <a:latin typeface="system-ui"/>
                <a:ea typeface="Calibri"/>
                <a:cs typeface="Calibri"/>
              </a:rPr>
              <a:t>Unique Entries:</a:t>
            </a:r>
            <a:r>
              <a:rPr lang="en-IN" sz="1400" dirty="0">
                <a:solidFill>
                  <a:srgbClr val="374151"/>
                </a:solidFill>
                <a:latin typeface="system-ui"/>
                <a:ea typeface="Calibri"/>
                <a:cs typeface="Calibri"/>
              </a:rPr>
              <a:t> Vocabulary contains unique entries, which means that each word or term appears only once, even if it occurs multiple times in the text corpus. For instance, if the word "apple" appears 100 times in a corpus, it is counted as a single entry in the vocabulary.</a:t>
            </a:r>
          </a:p>
          <a:p>
            <a:pPr lvl="1"/>
            <a:r>
              <a:rPr lang="en-IN" sz="1400" b="1" dirty="0">
                <a:solidFill>
                  <a:srgbClr val="374151"/>
                </a:solidFill>
                <a:latin typeface="system-ui"/>
                <a:ea typeface="Calibri"/>
                <a:cs typeface="Calibri"/>
              </a:rPr>
              <a:t>Size:</a:t>
            </a:r>
            <a:r>
              <a:rPr lang="en-IN" sz="1400" dirty="0">
                <a:solidFill>
                  <a:srgbClr val="374151"/>
                </a:solidFill>
                <a:latin typeface="system-ui"/>
                <a:ea typeface="Calibri"/>
                <a:cs typeface="Calibri"/>
              </a:rPr>
              <a:t> The size of a vocabulary is determined by the number of unique words or tokens in the text corpus. A larger vocabulary size indicates greater lexical diversity in the text data.</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51237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Role of Vocabulary in NLP Tasks</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31</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7644096" cy="4523020"/>
          </a:xfrm>
        </p:spPr>
        <p:txBody>
          <a:bodyPr vert="horz" lIns="91440" tIns="45720" rIns="91440" bIns="45720" rtlCol="0" anchor="t">
            <a:normAutofit/>
          </a:bodyPr>
          <a:lstStyle/>
          <a:p>
            <a:pPr>
              <a:buFont typeface="Wingdings" pitchFamily="34" charset="0"/>
              <a:buChar char="Ø"/>
            </a:pPr>
            <a:r>
              <a:rPr lang="en-IN" sz="1600" b="1" dirty="0">
                <a:solidFill>
                  <a:srgbClr val="374151"/>
                </a:solidFill>
                <a:latin typeface="system-ui"/>
                <a:cs typeface="Calibri"/>
              </a:rPr>
              <a:t>Role in NLP Tasks:</a:t>
            </a:r>
            <a:endParaRPr lang="en-IN" sz="1600" dirty="0">
              <a:solidFill>
                <a:srgbClr val="374151"/>
              </a:solidFill>
              <a:latin typeface="system-ui"/>
              <a:cs typeface="Calibri"/>
            </a:endParaRPr>
          </a:p>
          <a:p>
            <a:pPr marL="0" indent="0">
              <a:buNone/>
            </a:pPr>
            <a:endParaRPr lang="en-IN" sz="1600" b="1" dirty="0">
              <a:solidFill>
                <a:srgbClr val="374151"/>
              </a:solidFill>
              <a:latin typeface="system-ui"/>
              <a:cs typeface="Calibri"/>
            </a:endParaRPr>
          </a:p>
          <a:p>
            <a:pPr lvl="1"/>
            <a:r>
              <a:rPr lang="en-IN" sz="1200" b="1" dirty="0">
                <a:solidFill>
                  <a:srgbClr val="374151"/>
                </a:solidFill>
                <a:latin typeface="system-ui"/>
                <a:cs typeface="Calibri"/>
              </a:rPr>
              <a:t>Text Classification:</a:t>
            </a:r>
            <a:r>
              <a:rPr lang="en-IN" sz="1200" dirty="0">
                <a:solidFill>
                  <a:srgbClr val="374151"/>
                </a:solidFill>
                <a:latin typeface="system-ui"/>
                <a:cs typeface="Calibri"/>
              </a:rPr>
              <a:t> In</a:t>
            </a:r>
            <a:r>
              <a:rPr lang="en-IN" sz="1200" dirty="0">
                <a:solidFill>
                  <a:srgbClr val="374151"/>
                </a:solidFill>
                <a:latin typeface="system-ui"/>
                <a:ea typeface="Calibri"/>
                <a:cs typeface="Calibri"/>
              </a:rPr>
              <a:t> tasks like sentiment analysis or topic classification, the vocabulary is used to represent the features or terms that the model considers when making predictions.</a:t>
            </a:r>
          </a:p>
          <a:p>
            <a:pPr lvl="1"/>
            <a:r>
              <a:rPr lang="en-IN" sz="1200" b="1" dirty="0">
                <a:solidFill>
                  <a:srgbClr val="374151"/>
                </a:solidFill>
                <a:latin typeface="system-ui"/>
                <a:ea typeface="Calibri"/>
                <a:cs typeface="Calibri"/>
              </a:rPr>
              <a:t>Machine Translation:</a:t>
            </a:r>
            <a:r>
              <a:rPr lang="en-IN" sz="1200" dirty="0">
                <a:solidFill>
                  <a:srgbClr val="374151"/>
                </a:solidFill>
                <a:latin typeface="system-ui"/>
                <a:ea typeface="Calibri"/>
                <a:cs typeface="Calibri"/>
              </a:rPr>
              <a:t> In machine translation models, separate vocabularies are maintained for the source and target languages to handle translation between languages.</a:t>
            </a:r>
          </a:p>
          <a:p>
            <a:pPr lvl="1"/>
            <a:r>
              <a:rPr lang="en-IN" sz="1200" b="1" dirty="0">
                <a:solidFill>
                  <a:srgbClr val="374151"/>
                </a:solidFill>
                <a:latin typeface="system-ui"/>
                <a:ea typeface="Calibri"/>
                <a:cs typeface="Calibri"/>
              </a:rPr>
              <a:t>Text Generation:</a:t>
            </a:r>
            <a:r>
              <a:rPr lang="en-IN" sz="1200" dirty="0">
                <a:solidFill>
                  <a:srgbClr val="374151"/>
                </a:solidFill>
                <a:latin typeface="system-ui"/>
                <a:ea typeface="Calibri"/>
                <a:cs typeface="Calibri"/>
              </a:rPr>
              <a:t> For text generation tasks, the vocabulary dictates the set of words the model can generate.</a:t>
            </a:r>
          </a:p>
          <a:p>
            <a:pPr lvl="1"/>
            <a:r>
              <a:rPr lang="en-IN" sz="1200" b="1" dirty="0">
                <a:solidFill>
                  <a:srgbClr val="374151"/>
                </a:solidFill>
                <a:latin typeface="system-ui"/>
                <a:ea typeface="Calibri"/>
                <a:cs typeface="Calibri"/>
              </a:rPr>
              <a:t>Vocabulary Size:</a:t>
            </a:r>
            <a:r>
              <a:rPr lang="en-IN" sz="1200" dirty="0">
                <a:solidFill>
                  <a:srgbClr val="374151"/>
                </a:solidFill>
                <a:latin typeface="system-ui"/>
                <a:ea typeface="Calibri"/>
                <a:cs typeface="Calibri"/>
              </a:rPr>
              <a:t> The size of the vocabulary can vary widely depending on the dataset and task. In some applications, a smaller vocabulary may suffice, while in others, especially in large-scale language models, the vocabulary can be extensive, comprising hundreds of thousands or even millions of unique words.</a:t>
            </a:r>
          </a:p>
          <a:p>
            <a:pPr lvl="1"/>
            <a:r>
              <a:rPr lang="en-IN" sz="1200" b="1" dirty="0">
                <a:solidFill>
                  <a:srgbClr val="374151"/>
                </a:solidFill>
                <a:latin typeface="system-ui"/>
                <a:ea typeface="Calibri"/>
                <a:cs typeface="Calibri"/>
              </a:rPr>
              <a:t>Out-of-Vocabulary (OOV) Words:</a:t>
            </a:r>
            <a:r>
              <a:rPr lang="en-IN" sz="1200" dirty="0">
                <a:solidFill>
                  <a:srgbClr val="374151"/>
                </a:solidFill>
                <a:latin typeface="system-ui"/>
                <a:ea typeface="Calibri"/>
                <a:cs typeface="Calibri"/>
              </a:rPr>
              <a:t> OOV words are words that appear in text data but are not present in the predefined vocabulary. Handling OOV words is important, and techniques like </a:t>
            </a:r>
            <a:r>
              <a:rPr lang="en-IN" sz="1200" err="1">
                <a:solidFill>
                  <a:srgbClr val="374151"/>
                </a:solidFill>
                <a:latin typeface="system-ui"/>
                <a:ea typeface="Calibri"/>
                <a:cs typeface="Calibri"/>
              </a:rPr>
              <a:t>subword</a:t>
            </a:r>
            <a:r>
              <a:rPr lang="en-IN" sz="1200" dirty="0">
                <a:solidFill>
                  <a:srgbClr val="374151"/>
                </a:solidFill>
                <a:latin typeface="system-ui"/>
                <a:ea typeface="Calibri"/>
                <a:cs typeface="Calibri"/>
              </a:rPr>
              <a:t> tokenization and handling unknown words are employed to address this issue.</a:t>
            </a:r>
          </a:p>
          <a:p>
            <a:pPr lvl="1"/>
            <a:r>
              <a:rPr lang="en-IN" sz="1200" b="1" dirty="0">
                <a:solidFill>
                  <a:srgbClr val="374151"/>
                </a:solidFill>
                <a:latin typeface="system-ui"/>
                <a:ea typeface="Calibri"/>
                <a:cs typeface="Calibri"/>
              </a:rPr>
              <a:t>Preprocessing:</a:t>
            </a:r>
            <a:r>
              <a:rPr lang="en-IN" sz="1200" dirty="0">
                <a:solidFill>
                  <a:srgbClr val="374151"/>
                </a:solidFill>
                <a:latin typeface="system-ui"/>
                <a:ea typeface="Calibri"/>
                <a:cs typeface="Calibri"/>
              </a:rPr>
              <a:t> During text preprocessing, common steps involve building and maintaining the vocabulary, which includes tokenization, stemming, lemmatization, and handling of special characters.</a:t>
            </a:r>
          </a:p>
          <a:p>
            <a:pPr lvl="1"/>
            <a:r>
              <a:rPr lang="en-IN" sz="1200" b="1" dirty="0">
                <a:solidFill>
                  <a:srgbClr val="374151"/>
                </a:solidFill>
                <a:latin typeface="system-ui"/>
                <a:ea typeface="Calibri"/>
                <a:cs typeface="Calibri"/>
              </a:rPr>
              <a:t>Vocabulary Size Management:</a:t>
            </a:r>
            <a:r>
              <a:rPr lang="en-IN" sz="1200" dirty="0">
                <a:solidFill>
                  <a:srgbClr val="374151"/>
                </a:solidFill>
                <a:latin typeface="system-ui"/>
                <a:ea typeface="Calibri"/>
                <a:cs typeface="Calibri"/>
              </a:rPr>
              <a:t> In practice, maintaining a large vocabulary can be computationally expensive. Techniques like </a:t>
            </a:r>
            <a:r>
              <a:rPr lang="en-IN" sz="1200" err="1">
                <a:solidFill>
                  <a:srgbClr val="374151"/>
                </a:solidFill>
                <a:latin typeface="system-ui"/>
                <a:ea typeface="Calibri"/>
                <a:cs typeface="Calibri"/>
              </a:rPr>
              <a:t>subword</a:t>
            </a:r>
            <a:r>
              <a:rPr lang="en-IN" sz="1200" dirty="0">
                <a:solidFill>
                  <a:srgbClr val="374151"/>
                </a:solidFill>
                <a:latin typeface="system-ui"/>
                <a:ea typeface="Calibri"/>
                <a:cs typeface="Calibri"/>
              </a:rPr>
              <a:t> tokenization, which divides words into </a:t>
            </a:r>
            <a:r>
              <a:rPr lang="en-IN" sz="1200" err="1">
                <a:solidFill>
                  <a:srgbClr val="374151"/>
                </a:solidFill>
                <a:latin typeface="system-ui"/>
                <a:ea typeface="Calibri"/>
                <a:cs typeface="Calibri"/>
              </a:rPr>
              <a:t>subword</a:t>
            </a:r>
            <a:r>
              <a:rPr lang="en-IN" sz="1200" dirty="0">
                <a:solidFill>
                  <a:srgbClr val="374151"/>
                </a:solidFill>
                <a:latin typeface="system-ui"/>
                <a:ea typeface="Calibri"/>
                <a:cs typeface="Calibri"/>
              </a:rPr>
              <a:t> units, can help manage vocabulary size efficiently.</a:t>
            </a:r>
            <a:endParaRPr lang="en-IN" sz="1200">
              <a:ea typeface="Calibri"/>
              <a:cs typeface="Calibri"/>
            </a:endParaRPr>
          </a:p>
          <a:p>
            <a:pPr>
              <a:buFont typeface="Wingdings" pitchFamily="34" charset="0"/>
              <a:buChar char="Ø"/>
            </a:pPr>
            <a:endParaRPr lang="en-IN" sz="1600"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51495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Corpora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32</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7626096" cy="4676020"/>
          </a:xfrm>
        </p:spPr>
        <p:txBody>
          <a:bodyPr vert="horz" lIns="91440" tIns="45720" rIns="91440" bIns="45720" rtlCol="0" anchor="t">
            <a:normAutofit/>
          </a:bodyPr>
          <a:lstStyle/>
          <a:p>
            <a:pPr>
              <a:buFont typeface="Wingdings" pitchFamily="34" charset="0"/>
              <a:buChar char="Ø"/>
            </a:pPr>
            <a:r>
              <a:rPr lang="en-IN" sz="1200" dirty="0">
                <a:solidFill>
                  <a:srgbClr val="374151"/>
                </a:solidFill>
                <a:latin typeface="system-ui"/>
                <a:cs typeface="Calibri"/>
              </a:rPr>
              <a:t>In</a:t>
            </a:r>
            <a:r>
              <a:rPr lang="en-IN" sz="1200" dirty="0">
                <a:solidFill>
                  <a:srgbClr val="374151"/>
                </a:solidFill>
                <a:latin typeface="system-ui"/>
                <a:ea typeface="Calibri"/>
                <a:cs typeface="Calibri"/>
              </a:rPr>
              <a:t> natural language processing (NLP), a "corpus" (plural: corpora) refers to a large and structured collection of text or spoken language data that is used for linguistic analysis, research, or training machine learning models. </a:t>
            </a:r>
            <a:endParaRPr lang="en-US"/>
          </a:p>
          <a:p>
            <a:pPr>
              <a:buFont typeface="Wingdings" pitchFamily="34" charset="0"/>
              <a:buChar char="Ø"/>
            </a:pPr>
            <a:r>
              <a:rPr lang="en-IN" sz="1200" dirty="0">
                <a:solidFill>
                  <a:srgbClr val="374151"/>
                </a:solidFill>
                <a:latin typeface="system-ui"/>
                <a:ea typeface="Calibri"/>
                <a:cs typeface="Calibri"/>
              </a:rPr>
              <a:t>Corpora serve as essential resources for understanding language patterns, building NLP models, conducting research, and developing language technologies.</a:t>
            </a:r>
            <a:endParaRPr lang="en-IN" dirty="0"/>
          </a:p>
          <a:p>
            <a:pPr>
              <a:buFont typeface="Wingdings" pitchFamily="34" charset="0"/>
              <a:buChar char="Ø"/>
            </a:pPr>
            <a:r>
              <a:rPr lang="en-IN" sz="1200" b="1" dirty="0">
                <a:solidFill>
                  <a:srgbClr val="374151"/>
                </a:solidFill>
                <a:latin typeface="system-ui"/>
                <a:ea typeface="Calibri"/>
                <a:cs typeface="Calibri"/>
              </a:rPr>
              <a:t>Some key aspects of corpora in NLP:</a:t>
            </a:r>
          </a:p>
          <a:p>
            <a:pPr lvl="1"/>
            <a:r>
              <a:rPr lang="en-IN" sz="1000" b="1" dirty="0">
                <a:solidFill>
                  <a:srgbClr val="374151"/>
                </a:solidFill>
                <a:latin typeface="system-ui"/>
                <a:ea typeface="Calibri"/>
                <a:cs typeface="Calibri"/>
              </a:rPr>
              <a:t>Data Collection:</a:t>
            </a:r>
            <a:r>
              <a:rPr lang="en-IN" sz="1000" dirty="0">
                <a:solidFill>
                  <a:srgbClr val="374151"/>
                </a:solidFill>
                <a:latin typeface="system-ui"/>
                <a:ea typeface="Calibri"/>
                <a:cs typeface="Calibri"/>
              </a:rPr>
              <a:t> Corpora are carefully curated datasets collected from diverse sources, such as books, articles, websites, social media, speeches, interviews, transcriptions, and more. They can be domain-specific (e.g., medical texts, legal documents) or general-purpose (e.g., news articles, Wikipedia).</a:t>
            </a:r>
          </a:p>
          <a:p>
            <a:pPr lvl="1"/>
            <a:r>
              <a:rPr lang="en-IN" sz="1000" b="1" dirty="0">
                <a:solidFill>
                  <a:srgbClr val="374151"/>
                </a:solidFill>
                <a:latin typeface="system-ui"/>
                <a:ea typeface="Calibri"/>
                <a:cs typeface="Calibri"/>
              </a:rPr>
              <a:t>Size and Diversity:</a:t>
            </a:r>
            <a:r>
              <a:rPr lang="en-IN" sz="1000" dirty="0">
                <a:solidFill>
                  <a:srgbClr val="374151"/>
                </a:solidFill>
                <a:latin typeface="system-ui"/>
                <a:ea typeface="Calibri"/>
                <a:cs typeface="Calibri"/>
              </a:rPr>
              <a:t> Corpora vary in size, ranging from small, specialized corpora to massive collections with millions or billions of words. Diversity in terms of language varieties, genres, and domains is often a crucial consideration when building corpora.</a:t>
            </a:r>
          </a:p>
          <a:p>
            <a:pPr lvl="1"/>
            <a:r>
              <a:rPr lang="en-IN" sz="1000" b="1" dirty="0">
                <a:solidFill>
                  <a:srgbClr val="374151"/>
                </a:solidFill>
                <a:latin typeface="system-ui"/>
                <a:ea typeface="Calibri"/>
                <a:cs typeface="Calibri"/>
              </a:rPr>
              <a:t>Applications:</a:t>
            </a:r>
            <a:r>
              <a:rPr lang="en-IN" sz="1000">
                <a:solidFill>
                  <a:srgbClr val="374151"/>
                </a:solidFill>
                <a:latin typeface="system-ui"/>
                <a:ea typeface="Calibri"/>
                <a:cs typeface="Calibri"/>
              </a:rPr>
              <a:t> Corpora are used for various NLP applications and research tasks.</a:t>
            </a:r>
          </a:p>
          <a:p>
            <a:pPr lvl="1"/>
            <a:r>
              <a:rPr lang="en-IN" sz="1000" b="1" dirty="0">
                <a:solidFill>
                  <a:srgbClr val="374151"/>
                </a:solidFill>
                <a:latin typeface="system-ui"/>
                <a:ea typeface="Calibri"/>
                <a:cs typeface="Calibri"/>
              </a:rPr>
              <a:t>Text Classification:</a:t>
            </a:r>
            <a:r>
              <a:rPr lang="en-IN" sz="1000" dirty="0">
                <a:solidFill>
                  <a:srgbClr val="374151"/>
                </a:solidFill>
                <a:latin typeface="system-ui"/>
                <a:ea typeface="Calibri"/>
                <a:cs typeface="Calibri"/>
              </a:rPr>
              <a:t> Training and evaluating classifiers for tasks like sentiment analysis or topic classification.</a:t>
            </a:r>
          </a:p>
          <a:p>
            <a:pPr lvl="1"/>
            <a:r>
              <a:rPr lang="en-IN" sz="1000" b="1" dirty="0">
                <a:solidFill>
                  <a:srgbClr val="374151"/>
                </a:solidFill>
                <a:latin typeface="system-ui"/>
                <a:ea typeface="Calibri"/>
                <a:cs typeface="Calibri"/>
              </a:rPr>
              <a:t>Language </a:t>
            </a:r>
            <a:r>
              <a:rPr lang="en-IN" sz="1000" b="1" err="1">
                <a:solidFill>
                  <a:srgbClr val="374151"/>
                </a:solidFill>
                <a:latin typeface="system-ui"/>
                <a:ea typeface="Calibri"/>
                <a:cs typeface="Calibri"/>
              </a:rPr>
              <a:t>Modeling</a:t>
            </a:r>
            <a:r>
              <a:rPr lang="en-IN" sz="1000" b="1" dirty="0">
                <a:solidFill>
                  <a:srgbClr val="374151"/>
                </a:solidFill>
                <a:latin typeface="system-ui"/>
                <a:ea typeface="Calibri"/>
                <a:cs typeface="Calibri"/>
              </a:rPr>
              <a:t>:</a:t>
            </a:r>
            <a:r>
              <a:rPr lang="en-IN" sz="1000" dirty="0">
                <a:solidFill>
                  <a:srgbClr val="374151"/>
                </a:solidFill>
                <a:latin typeface="system-ui"/>
                <a:ea typeface="Calibri"/>
                <a:cs typeface="Calibri"/>
              </a:rPr>
              <a:t> Training language models (e.g., neural language models) to generate or understand human-like text.</a:t>
            </a:r>
          </a:p>
          <a:p>
            <a:pPr lvl="1"/>
            <a:r>
              <a:rPr lang="en-IN" sz="1000" b="1" dirty="0">
                <a:solidFill>
                  <a:srgbClr val="374151"/>
                </a:solidFill>
                <a:latin typeface="system-ui"/>
                <a:ea typeface="Calibri"/>
                <a:cs typeface="Calibri"/>
              </a:rPr>
              <a:t>Information Retrieval:</a:t>
            </a:r>
            <a:r>
              <a:rPr lang="en-IN" sz="1000" dirty="0">
                <a:solidFill>
                  <a:srgbClr val="374151"/>
                </a:solidFill>
                <a:latin typeface="system-ui"/>
                <a:ea typeface="Calibri"/>
                <a:cs typeface="Calibri"/>
              </a:rPr>
              <a:t> Building search engines and information retrieval systems to retrieve relevant documents.</a:t>
            </a:r>
          </a:p>
          <a:p>
            <a:pPr lvl="1"/>
            <a:r>
              <a:rPr lang="en-IN" sz="1000" b="1" dirty="0">
                <a:solidFill>
                  <a:srgbClr val="374151"/>
                </a:solidFill>
                <a:latin typeface="system-ui"/>
                <a:ea typeface="Calibri"/>
                <a:cs typeface="Calibri"/>
              </a:rPr>
              <a:t>Machine Translation:</a:t>
            </a:r>
            <a:r>
              <a:rPr lang="en-IN" sz="1000" dirty="0">
                <a:solidFill>
                  <a:srgbClr val="374151"/>
                </a:solidFill>
                <a:latin typeface="system-ui"/>
                <a:ea typeface="Calibri"/>
                <a:cs typeface="Calibri"/>
              </a:rPr>
              <a:t> Developing and training machine translation models.</a:t>
            </a:r>
          </a:p>
          <a:p>
            <a:pPr lvl="1"/>
            <a:r>
              <a:rPr lang="en-IN" sz="1000" b="1" dirty="0">
                <a:solidFill>
                  <a:srgbClr val="374151"/>
                </a:solidFill>
                <a:latin typeface="system-ui"/>
                <a:ea typeface="Calibri"/>
                <a:cs typeface="Calibri"/>
              </a:rPr>
              <a:t>Named Entity Recognition:</a:t>
            </a:r>
            <a:r>
              <a:rPr lang="en-IN" sz="1000" dirty="0">
                <a:solidFill>
                  <a:srgbClr val="374151"/>
                </a:solidFill>
                <a:latin typeface="system-ui"/>
                <a:ea typeface="Calibri"/>
                <a:cs typeface="Calibri"/>
              </a:rPr>
              <a:t> Training models to recognize named entities like names, locations, and dates in text.</a:t>
            </a:r>
          </a:p>
          <a:p>
            <a:pPr lvl="1"/>
            <a:r>
              <a:rPr lang="en-IN" sz="1000" b="1" dirty="0">
                <a:solidFill>
                  <a:srgbClr val="374151"/>
                </a:solidFill>
                <a:latin typeface="system-ui"/>
                <a:ea typeface="Calibri"/>
                <a:cs typeface="Calibri"/>
              </a:rPr>
              <a:t>Speech Recognition:</a:t>
            </a:r>
            <a:r>
              <a:rPr lang="en-IN" sz="1000" dirty="0">
                <a:solidFill>
                  <a:srgbClr val="374151"/>
                </a:solidFill>
                <a:latin typeface="system-ui"/>
                <a:ea typeface="Calibri"/>
                <a:cs typeface="Calibri"/>
              </a:rPr>
              <a:t> Training automatic speech recognition (ASR) systems.</a:t>
            </a:r>
          </a:p>
          <a:p>
            <a:pPr lvl="1"/>
            <a:r>
              <a:rPr lang="en-IN" sz="1000" b="1" dirty="0">
                <a:solidFill>
                  <a:srgbClr val="374151"/>
                </a:solidFill>
                <a:latin typeface="system-ui"/>
                <a:ea typeface="Calibri"/>
                <a:cs typeface="Calibri"/>
              </a:rPr>
              <a:t>Open and Closed Corpora:</a:t>
            </a:r>
            <a:r>
              <a:rPr lang="en-IN" sz="1000" dirty="0">
                <a:solidFill>
                  <a:srgbClr val="374151"/>
                </a:solidFill>
                <a:latin typeface="system-ui"/>
                <a:ea typeface="Calibri"/>
                <a:cs typeface="Calibri"/>
              </a:rPr>
              <a:t> Corpora can be categorized as open or closed. Open corpora are publicly available for research and can be freely accessed, while closed corpora are proprietary or restricted due to copyright or privacy considerations.</a:t>
            </a:r>
          </a:p>
          <a:p>
            <a:pPr>
              <a:buFont typeface="Wingdings" pitchFamily="34" charset="0"/>
              <a:buChar char="Ø"/>
            </a:pPr>
            <a:endParaRPr lang="en-IN" sz="1200"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2555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Linguistic Resources in Data Preprocessing?</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33</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058096" cy="4407981"/>
          </a:xfrm>
        </p:spPr>
        <p:txBody>
          <a:bodyPr vert="horz" lIns="91440" tIns="45720" rIns="91440" bIns="45720" rtlCol="0" anchor="t">
            <a:normAutofit/>
          </a:bodyPr>
          <a:lstStyle/>
          <a:p>
            <a:pPr>
              <a:buFont typeface="Wingdings" pitchFamily="34" charset="0"/>
              <a:buChar char="Ø"/>
            </a:pPr>
            <a:r>
              <a:rPr lang="en-IN" sz="1200" dirty="0">
                <a:solidFill>
                  <a:srgbClr val="374151"/>
                </a:solidFill>
                <a:latin typeface="system-ui"/>
                <a:cs typeface="Calibri"/>
              </a:rPr>
              <a:t>Linguistic Resources</a:t>
            </a:r>
            <a:r>
              <a:rPr lang="en-IN" sz="1200" dirty="0">
                <a:solidFill>
                  <a:srgbClr val="374151"/>
                </a:solidFill>
                <a:latin typeface="system-ui"/>
                <a:ea typeface="Calibri"/>
                <a:cs typeface="Calibri"/>
              </a:rPr>
              <a:t> in natural language processing (NLP) refer to various types of data, tools, and references that aid in the analysis, understanding, and processing of natural language text. </a:t>
            </a:r>
            <a:endParaRPr lang="en-US" sz="1200" dirty="0">
              <a:solidFill>
                <a:srgbClr val="000000"/>
              </a:solidFill>
              <a:latin typeface="system-ui"/>
              <a:ea typeface="Calibri"/>
              <a:cs typeface="Calibri"/>
            </a:endParaRPr>
          </a:p>
          <a:p>
            <a:pPr>
              <a:buFont typeface="Wingdings" pitchFamily="34" charset="0"/>
              <a:buChar char="Ø"/>
            </a:pPr>
            <a:r>
              <a:rPr lang="en-IN" sz="1200" dirty="0">
                <a:solidFill>
                  <a:srgbClr val="374151"/>
                </a:solidFill>
                <a:latin typeface="system-ui"/>
                <a:ea typeface="Calibri"/>
                <a:cs typeface="Calibri"/>
              </a:rPr>
              <a:t>These resources play a crucial role in NLP research, development, and applications, providing linguistic knowledge, structured data, and tools for text analysis.</a:t>
            </a:r>
          </a:p>
          <a:p>
            <a:pPr>
              <a:buFont typeface="Wingdings" pitchFamily="34" charset="0"/>
              <a:buChar char="Ø"/>
            </a:pPr>
            <a:r>
              <a:rPr lang="en-IN" sz="1200" b="1" dirty="0">
                <a:solidFill>
                  <a:srgbClr val="374151"/>
                </a:solidFill>
                <a:latin typeface="system-ui"/>
                <a:cs typeface="Calibri"/>
              </a:rPr>
              <a:t>Linguistic resources can be broadly categorized into several types:</a:t>
            </a:r>
            <a:endParaRPr lang="en-IN" dirty="0"/>
          </a:p>
          <a:p>
            <a:pPr lvl="1"/>
            <a:r>
              <a:rPr lang="en-IN" sz="1000" b="1" dirty="0">
                <a:solidFill>
                  <a:srgbClr val="374151"/>
                </a:solidFill>
                <a:latin typeface="system-ui"/>
                <a:cs typeface="Calibri"/>
              </a:rPr>
              <a:t>Lexical Resources:</a:t>
            </a:r>
            <a:r>
              <a:rPr lang="en-IN" sz="1000" dirty="0">
                <a:solidFill>
                  <a:srgbClr val="374151"/>
                </a:solidFill>
                <a:latin typeface="system-ui"/>
                <a:cs typeface="Calibri"/>
              </a:rPr>
              <a:t> Lexical resources are collections of words and their associated information, including meanings, part-of-speech (POS) tags, and relationships. </a:t>
            </a:r>
          </a:p>
          <a:p>
            <a:pPr lvl="1"/>
            <a:r>
              <a:rPr lang="en-IN" sz="1000" b="1" dirty="0">
                <a:solidFill>
                  <a:srgbClr val="374151"/>
                </a:solidFill>
                <a:latin typeface="system-ui"/>
                <a:cs typeface="Calibri"/>
              </a:rPr>
              <a:t>Dictionaries:</a:t>
            </a:r>
            <a:r>
              <a:rPr lang="en-IN" sz="1000" dirty="0">
                <a:solidFill>
                  <a:srgbClr val="374151"/>
                </a:solidFill>
                <a:latin typeface="system-ui"/>
                <a:cs typeface="Calibri"/>
              </a:rPr>
              <a:t> Comprehensive word lists with definitions, translations, and other information.</a:t>
            </a:r>
          </a:p>
          <a:p>
            <a:pPr lvl="1"/>
            <a:r>
              <a:rPr lang="en-IN" sz="1000" b="1" dirty="0">
                <a:solidFill>
                  <a:srgbClr val="374151"/>
                </a:solidFill>
                <a:latin typeface="system-ui"/>
                <a:cs typeface="Calibri"/>
              </a:rPr>
              <a:t>Corpora:</a:t>
            </a:r>
            <a:r>
              <a:rPr lang="en-IN" sz="1000" dirty="0">
                <a:solidFill>
                  <a:srgbClr val="374151"/>
                </a:solidFill>
                <a:latin typeface="system-ui"/>
                <a:cs typeface="Calibri"/>
              </a:rPr>
              <a:t> As discussed in a previous response, corpora are structured collections of text data used for linguistic analysis, research, and training NLP models. Corpora provide a source of natural language text for various NLP tasks.</a:t>
            </a:r>
          </a:p>
          <a:p>
            <a:pPr lvl="1"/>
            <a:r>
              <a:rPr lang="en-IN" sz="1000" b="1" dirty="0">
                <a:solidFill>
                  <a:srgbClr val="374151"/>
                </a:solidFill>
                <a:latin typeface="system-ui"/>
                <a:cs typeface="Calibri"/>
              </a:rPr>
              <a:t>Part-of-Speech (POS) Taggers:</a:t>
            </a:r>
            <a:r>
              <a:rPr lang="en-IN" sz="1000" dirty="0">
                <a:solidFill>
                  <a:srgbClr val="374151"/>
                </a:solidFill>
                <a:latin typeface="system-ui"/>
                <a:cs typeface="Calibri"/>
              </a:rPr>
              <a:t> POS taggers are tools or models that assign grammatical categories (e.g., noun, verb, adjective) to individual words in a text. They are crucial for syntactic and semantic analysis.</a:t>
            </a:r>
          </a:p>
          <a:p>
            <a:pPr lvl="1"/>
            <a:r>
              <a:rPr lang="en-IN" sz="1000" b="1" dirty="0">
                <a:solidFill>
                  <a:srgbClr val="374151"/>
                </a:solidFill>
                <a:latin typeface="system-ui"/>
                <a:cs typeface="Calibri"/>
              </a:rPr>
              <a:t>Named Entity Recognition (NER) Resources:</a:t>
            </a:r>
            <a:r>
              <a:rPr lang="en-IN" sz="1000" dirty="0">
                <a:solidFill>
                  <a:srgbClr val="374151"/>
                </a:solidFill>
                <a:latin typeface="system-ui"/>
                <a:cs typeface="Calibri"/>
              </a:rPr>
              <a:t> NER resources include lists of named entities such as names of people, organizations, locations, dates, and more. These resources are used in NLP tasks that involve recognizing and classifying named entities in text.</a:t>
            </a:r>
          </a:p>
          <a:p>
            <a:pPr lvl="1"/>
            <a:r>
              <a:rPr lang="en-IN" sz="1000" b="1" dirty="0">
                <a:solidFill>
                  <a:srgbClr val="374151"/>
                </a:solidFill>
                <a:latin typeface="system-ui"/>
                <a:cs typeface="Calibri"/>
              </a:rPr>
              <a:t>Grammar Rules and Formal Grammars:</a:t>
            </a:r>
            <a:r>
              <a:rPr lang="en-IN" sz="1000" dirty="0">
                <a:solidFill>
                  <a:srgbClr val="374151"/>
                </a:solidFill>
                <a:latin typeface="system-ui"/>
                <a:cs typeface="Calibri"/>
              </a:rPr>
              <a:t> Formal grammars define the rules and structure of a language. They are essential for parsing and syntactic analysis. Examples include context-free grammars and phrase structure grammars.</a:t>
            </a:r>
          </a:p>
          <a:p>
            <a:pPr lvl="1"/>
            <a:r>
              <a:rPr lang="en-IN" sz="1000" b="1" dirty="0">
                <a:solidFill>
                  <a:srgbClr val="374151"/>
                </a:solidFill>
                <a:latin typeface="system-ui"/>
                <a:cs typeface="Calibri"/>
              </a:rPr>
              <a:t>Sentiment Lexicons:</a:t>
            </a:r>
            <a:r>
              <a:rPr lang="en-IN" sz="1000" dirty="0">
                <a:solidFill>
                  <a:srgbClr val="374151"/>
                </a:solidFill>
                <a:latin typeface="system-ui"/>
                <a:cs typeface="Calibri"/>
              </a:rPr>
              <a:t> Lexicons that associate words with sentiment scores or polarity labels (e.g., positive, negative, neutral) to facilitate sentiment analysis and opinion mining tasks.</a:t>
            </a:r>
          </a:p>
          <a:p>
            <a:pPr lvl="1"/>
            <a:r>
              <a:rPr lang="en-IN" sz="1000" b="1" dirty="0">
                <a:solidFill>
                  <a:srgbClr val="374151"/>
                </a:solidFill>
                <a:latin typeface="system-ui"/>
                <a:cs typeface="Calibri"/>
              </a:rPr>
              <a:t>Semantic Resources:</a:t>
            </a:r>
            <a:r>
              <a:rPr lang="en-IN" sz="1000" dirty="0">
                <a:solidFill>
                  <a:srgbClr val="374151"/>
                </a:solidFill>
                <a:latin typeface="system-ui"/>
                <a:cs typeface="Calibri"/>
              </a:rPr>
              <a:t> These resources focus on word meanings and relationships between words. </a:t>
            </a:r>
          </a:p>
          <a:p>
            <a:pPr lvl="1"/>
            <a:r>
              <a:rPr lang="en-IN" sz="1000" b="1" dirty="0">
                <a:solidFill>
                  <a:srgbClr val="374151"/>
                </a:solidFill>
                <a:latin typeface="system-ui"/>
                <a:cs typeface="Calibri"/>
              </a:rPr>
              <a:t>Text-to-Speech (TTS) and Speech-to-Text (STT) Systems:</a:t>
            </a:r>
            <a:r>
              <a:rPr lang="en-IN" sz="1000" dirty="0">
                <a:solidFill>
                  <a:srgbClr val="374151"/>
                </a:solidFill>
                <a:latin typeface="system-ui"/>
                <a:cs typeface="Calibri"/>
              </a:rPr>
              <a:t> Resources for converting between text and speech, used in applications like voice assistants and automatic speech recognition (ASR).</a:t>
            </a:r>
          </a:p>
          <a:p>
            <a:pPr lvl="1"/>
            <a:r>
              <a:rPr lang="en-IN" sz="1000" b="1" dirty="0">
                <a:solidFill>
                  <a:srgbClr val="374151"/>
                </a:solidFill>
                <a:latin typeface="system-ui"/>
                <a:cs typeface="Calibri"/>
              </a:rPr>
              <a:t>Multilingual Resources:</a:t>
            </a:r>
            <a:r>
              <a:rPr lang="en-IN" sz="1000" dirty="0">
                <a:solidFill>
                  <a:srgbClr val="374151"/>
                </a:solidFill>
                <a:latin typeface="system-ui"/>
                <a:cs typeface="Calibri"/>
              </a:rPr>
              <a:t> Resources that support multiple languages, including multilingual dictionaries, parallel corpora, and machine translation models.</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3949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34</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058096" cy="4838020"/>
          </a:xfrm>
        </p:spPr>
        <p:txBody>
          <a:bodyPr vert="horz" lIns="91440" tIns="45720" rIns="91440" bIns="45720" rtlCol="0" anchor="t">
            <a:normAutofit/>
          </a:bodyPr>
          <a:lstStyle/>
          <a:p>
            <a:pPr>
              <a:buFont typeface="Wingdings" pitchFamily="34" charset="0"/>
              <a:buChar char="Ø"/>
            </a:pPr>
            <a:r>
              <a:rPr lang="en-IN" sz="1200" dirty="0">
                <a:solidFill>
                  <a:srgbClr val="374151"/>
                </a:solidFill>
                <a:latin typeface="system-ui"/>
                <a:cs typeface="Calibri"/>
              </a:rPr>
              <a:t>Linguistic foundations </a:t>
            </a:r>
            <a:r>
              <a:rPr lang="en-IN" sz="1200" dirty="0">
                <a:solidFill>
                  <a:srgbClr val="374151"/>
                </a:solidFill>
                <a:latin typeface="system-ui"/>
                <a:ea typeface="Calibri"/>
                <a:cs typeface="Calibri"/>
              </a:rPr>
              <a:t>in natural language processing (NLP) refer to </a:t>
            </a:r>
            <a:r>
              <a:rPr lang="en-IN" sz="1200" dirty="0">
                <a:solidFill>
                  <a:srgbClr val="374151"/>
                </a:solidFill>
                <a:latin typeface="system-ui"/>
                <a:cs typeface="Calibri"/>
              </a:rPr>
              <a:t>the theoretical </a:t>
            </a:r>
            <a:r>
              <a:rPr lang="en-IN" sz="1200" dirty="0">
                <a:solidFill>
                  <a:srgbClr val="374151"/>
                </a:solidFill>
                <a:latin typeface="system-ui"/>
                <a:ea typeface="Calibri"/>
                <a:cs typeface="Calibri"/>
              </a:rPr>
              <a:t>and linguistic principles</a:t>
            </a:r>
            <a:r>
              <a:rPr lang="en-IN" sz="1200" dirty="0">
                <a:solidFill>
                  <a:srgbClr val="374151"/>
                </a:solidFill>
                <a:latin typeface="system-ui"/>
                <a:cs typeface="Calibri"/>
              </a:rPr>
              <a:t> </a:t>
            </a:r>
            <a:r>
              <a:rPr lang="en-IN" sz="1200" dirty="0">
                <a:solidFill>
                  <a:srgbClr val="374151"/>
                </a:solidFill>
                <a:latin typeface="system-ui"/>
                <a:ea typeface="Calibri"/>
                <a:cs typeface="Calibri"/>
              </a:rPr>
              <a:t>that form</a:t>
            </a:r>
            <a:r>
              <a:rPr lang="en-IN" sz="1200" dirty="0">
                <a:solidFill>
                  <a:srgbClr val="374151"/>
                </a:solidFill>
                <a:latin typeface="system-ui"/>
                <a:cs typeface="Calibri"/>
              </a:rPr>
              <a:t> </a:t>
            </a:r>
            <a:r>
              <a:rPr lang="en-IN" sz="1200" dirty="0">
                <a:solidFill>
                  <a:srgbClr val="374151"/>
                </a:solidFill>
                <a:latin typeface="system-ui"/>
                <a:ea typeface="Calibri"/>
                <a:cs typeface="Calibri"/>
              </a:rPr>
              <a:t>the basis</a:t>
            </a:r>
            <a:r>
              <a:rPr lang="en-IN" sz="1200" dirty="0">
                <a:solidFill>
                  <a:srgbClr val="374151"/>
                </a:solidFill>
                <a:latin typeface="system-ui"/>
                <a:cs typeface="Calibri"/>
              </a:rPr>
              <a:t> for </a:t>
            </a:r>
            <a:r>
              <a:rPr lang="en-IN" sz="1200" dirty="0">
                <a:solidFill>
                  <a:srgbClr val="374151"/>
                </a:solidFill>
                <a:latin typeface="system-ui"/>
                <a:ea typeface="Calibri"/>
                <a:cs typeface="Calibri"/>
              </a:rPr>
              <a:t>understanding and processing human</a:t>
            </a:r>
            <a:r>
              <a:rPr lang="en-IN" sz="1200" dirty="0">
                <a:solidFill>
                  <a:srgbClr val="374151"/>
                </a:solidFill>
                <a:latin typeface="system-ui"/>
                <a:cs typeface="Calibri"/>
              </a:rPr>
              <a:t> </a:t>
            </a:r>
            <a:r>
              <a:rPr lang="en-IN" sz="1200" dirty="0">
                <a:solidFill>
                  <a:srgbClr val="374151"/>
                </a:solidFill>
                <a:latin typeface="system-ui"/>
                <a:ea typeface="Calibri"/>
                <a:cs typeface="Calibri"/>
              </a:rPr>
              <a:t>language using computational</a:t>
            </a:r>
            <a:r>
              <a:rPr lang="en-IN" sz="1200" dirty="0">
                <a:solidFill>
                  <a:srgbClr val="374151"/>
                </a:solidFill>
                <a:latin typeface="system-ui"/>
                <a:cs typeface="Calibri"/>
              </a:rPr>
              <a:t> methods</a:t>
            </a:r>
            <a:r>
              <a:rPr lang="en-IN" sz="1200" dirty="0">
                <a:solidFill>
                  <a:srgbClr val="374151"/>
                </a:solidFill>
                <a:latin typeface="system-ui"/>
                <a:ea typeface="Calibri"/>
                <a:cs typeface="Calibri"/>
              </a:rPr>
              <a:t>. </a:t>
            </a:r>
            <a:endParaRPr lang="en-US" sz="1200" dirty="0">
              <a:solidFill>
                <a:srgbClr val="000000"/>
              </a:solidFill>
              <a:latin typeface="system-ui"/>
              <a:ea typeface="Calibri"/>
              <a:cs typeface="Calibri"/>
            </a:endParaRPr>
          </a:p>
          <a:p>
            <a:pPr>
              <a:buFont typeface="Wingdings" pitchFamily="34" charset="0"/>
              <a:buChar char="Ø"/>
            </a:pPr>
            <a:r>
              <a:rPr lang="en-IN" sz="1200" dirty="0">
                <a:solidFill>
                  <a:srgbClr val="374151"/>
                </a:solidFill>
                <a:latin typeface="system-ui"/>
                <a:ea typeface="Calibri"/>
                <a:cs typeface="Calibri"/>
              </a:rPr>
              <a:t>These </a:t>
            </a:r>
            <a:r>
              <a:rPr lang="en-IN" sz="1200" dirty="0">
                <a:solidFill>
                  <a:srgbClr val="374151"/>
                </a:solidFill>
                <a:latin typeface="system-ui"/>
                <a:cs typeface="Calibri"/>
              </a:rPr>
              <a:t>foundations are essential for building NLP models, designing algorithms, and addressing various language-related challenges. </a:t>
            </a:r>
          </a:p>
          <a:p>
            <a:pPr>
              <a:buFont typeface="Wingdings" pitchFamily="34" charset="0"/>
              <a:buChar char="Ø"/>
            </a:pPr>
            <a:r>
              <a:rPr lang="en-IN" sz="1200" b="1" dirty="0">
                <a:solidFill>
                  <a:srgbClr val="374151"/>
                </a:solidFill>
                <a:latin typeface="system-ui"/>
                <a:ea typeface="Calibri"/>
                <a:cs typeface="Calibri"/>
              </a:rPr>
              <a:t>Some key linguistic foundations in NLP:</a:t>
            </a:r>
          </a:p>
          <a:p>
            <a:pPr lvl="1"/>
            <a:r>
              <a:rPr lang="en-IN" sz="1200" b="1" dirty="0">
                <a:solidFill>
                  <a:srgbClr val="374151"/>
                </a:solidFill>
                <a:latin typeface="system-ui"/>
                <a:cs typeface="Calibri"/>
              </a:rPr>
              <a:t>Syntax:</a:t>
            </a:r>
            <a:r>
              <a:rPr lang="en-IN" sz="1200" dirty="0">
                <a:solidFill>
                  <a:srgbClr val="374151"/>
                </a:solidFill>
                <a:latin typeface="system-ui"/>
                <a:cs typeface="Calibri"/>
              </a:rPr>
              <a:t> Syntax is the study of the structure and rules governing the formation of sentences in a language. In NLP, understanding syntax is crucial for tasks such as parsing (syntactic analysis), sentence structure analysis, and grammar checking. </a:t>
            </a:r>
          </a:p>
          <a:p>
            <a:pPr lvl="1"/>
            <a:r>
              <a:rPr lang="en-IN" sz="1200" b="1" dirty="0">
                <a:solidFill>
                  <a:srgbClr val="374151"/>
                </a:solidFill>
                <a:latin typeface="system-ui"/>
                <a:cs typeface="Calibri"/>
              </a:rPr>
              <a:t>Semantics:</a:t>
            </a:r>
            <a:r>
              <a:rPr lang="en-IN" sz="1200" dirty="0">
                <a:solidFill>
                  <a:srgbClr val="374151"/>
                </a:solidFill>
                <a:latin typeface="system-ui"/>
                <a:cs typeface="Calibri"/>
              </a:rPr>
              <a:t> Semantics deals with the meaning of words, phrases, and sentences in a language. NLP tasks related to semantics include word sense disambiguation, semantic role </a:t>
            </a:r>
            <a:r>
              <a:rPr lang="en-IN" sz="1200" dirty="0" err="1">
                <a:solidFill>
                  <a:srgbClr val="374151"/>
                </a:solidFill>
                <a:latin typeface="system-ui"/>
                <a:cs typeface="Calibri"/>
              </a:rPr>
              <a:t>labeling</a:t>
            </a:r>
            <a:r>
              <a:rPr lang="en-IN" sz="1200" dirty="0">
                <a:solidFill>
                  <a:srgbClr val="374151"/>
                </a:solidFill>
                <a:latin typeface="system-ui"/>
                <a:cs typeface="Calibri"/>
              </a:rPr>
              <a:t>, and sentiment analysis. </a:t>
            </a:r>
            <a:endParaRPr lang="en-IN" sz="1200" dirty="0">
              <a:solidFill>
                <a:srgbClr val="000000"/>
              </a:solidFill>
              <a:latin typeface="Calibri"/>
              <a:cs typeface="Calibri"/>
            </a:endParaRPr>
          </a:p>
          <a:p>
            <a:pPr lvl="1"/>
            <a:r>
              <a:rPr lang="en-IN" sz="1200" b="1" dirty="0">
                <a:solidFill>
                  <a:srgbClr val="374151"/>
                </a:solidFill>
                <a:latin typeface="system-ui"/>
                <a:cs typeface="Calibri"/>
              </a:rPr>
              <a:t>Pragmatics:</a:t>
            </a:r>
            <a:r>
              <a:rPr lang="en-IN" sz="1200" dirty="0">
                <a:solidFill>
                  <a:srgbClr val="374151"/>
                </a:solidFill>
                <a:latin typeface="system-ui"/>
                <a:cs typeface="Calibri"/>
              </a:rPr>
              <a:t> Pragmatics focuses on the study of language use in context, including how speakers convey meaning through implicature, presupposition, and speech acts. Pragmatic understanding is essential for natural language understanding tasks like coreference resolution and discourse analysis.</a:t>
            </a:r>
            <a:endParaRPr lang="en-IN" sz="1200">
              <a:solidFill>
                <a:srgbClr val="000000"/>
              </a:solidFill>
              <a:latin typeface="Calibri"/>
              <a:cs typeface="Calibri"/>
            </a:endParaRPr>
          </a:p>
          <a:p>
            <a:pPr lvl="1"/>
            <a:r>
              <a:rPr lang="en-IN" sz="1200" b="1" dirty="0">
                <a:solidFill>
                  <a:srgbClr val="374151"/>
                </a:solidFill>
                <a:latin typeface="system-ui"/>
                <a:cs typeface="Calibri"/>
              </a:rPr>
              <a:t>Morphology:</a:t>
            </a:r>
            <a:r>
              <a:rPr lang="en-IN" sz="1200" dirty="0">
                <a:solidFill>
                  <a:srgbClr val="374151"/>
                </a:solidFill>
                <a:latin typeface="system-ui"/>
                <a:cs typeface="Calibri"/>
              </a:rPr>
              <a:t> Morphology is the study of word structure, including how words are formed from smaller units (morphemes). Morphological analysis is crucial for stemming, lemmatization, and word form generation in NLP.</a:t>
            </a:r>
          </a:p>
          <a:p>
            <a:pPr lvl="1"/>
            <a:r>
              <a:rPr lang="en-IN" sz="1200" b="1" dirty="0">
                <a:solidFill>
                  <a:srgbClr val="374151"/>
                </a:solidFill>
                <a:latin typeface="system-ui"/>
                <a:cs typeface="Calibri"/>
              </a:rPr>
              <a:t>Lexicon:</a:t>
            </a:r>
            <a:r>
              <a:rPr lang="en-IN" sz="1200" dirty="0">
                <a:solidFill>
                  <a:srgbClr val="374151"/>
                </a:solidFill>
                <a:latin typeface="system-ui"/>
                <a:cs typeface="Calibri"/>
              </a:rPr>
              <a:t> A lexicon is a dictionary or database of words and their associated information, including meanings, pronunciations, and part-of-speech information. Lexical resources are foundational for tasks like named entity recognition and sentiment analysis.</a:t>
            </a:r>
          </a:p>
          <a:p>
            <a:pPr lvl="1"/>
            <a:r>
              <a:rPr lang="en-IN" sz="1200" b="1" dirty="0">
                <a:solidFill>
                  <a:srgbClr val="374151"/>
                </a:solidFill>
                <a:latin typeface="system-ui"/>
                <a:cs typeface="Calibri"/>
              </a:rPr>
              <a:t>Language Typology:</a:t>
            </a:r>
            <a:r>
              <a:rPr lang="en-IN" sz="1200" dirty="0">
                <a:solidFill>
                  <a:srgbClr val="374151"/>
                </a:solidFill>
                <a:latin typeface="system-ui"/>
                <a:cs typeface="Calibri"/>
              </a:rPr>
              <a:t> Understanding language typology, or the common features and structures shared by languages, helps in building multilingual NLP models and handling cross-lingual tasks.</a:t>
            </a:r>
          </a:p>
          <a:p>
            <a:pPr>
              <a:buFont typeface="Wingdings" pitchFamily="34" charset="0"/>
              <a:buChar char="Ø"/>
            </a:pPr>
            <a:endParaRPr lang="en-IN" sz="1200" b="1"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1904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Morphology in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35</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52309" y="1770943"/>
            <a:ext cx="8053463" cy="4366545"/>
          </a:xfrm>
        </p:spPr>
        <p:txBody>
          <a:bodyPr vert="horz" lIns="91440" tIns="45720" rIns="91440" bIns="45720" rtlCol="0" anchor="t">
            <a:normAutofit/>
          </a:bodyPr>
          <a:lstStyle/>
          <a:p>
            <a:pPr>
              <a:buFont typeface="Wingdings" pitchFamily="34" charset="0"/>
              <a:buChar char="Ø"/>
            </a:pPr>
            <a:r>
              <a:rPr lang="en-IN" sz="1100" dirty="0">
                <a:solidFill>
                  <a:srgbClr val="000000"/>
                </a:solidFill>
                <a:latin typeface="system-ui"/>
                <a:cs typeface="Calibri"/>
              </a:rPr>
              <a:t>Morphology </a:t>
            </a:r>
            <a:r>
              <a:rPr lang="en-IN" sz="1100" dirty="0">
                <a:solidFill>
                  <a:srgbClr val="000000"/>
                </a:solidFill>
                <a:latin typeface="system-ui"/>
                <a:ea typeface="Calibri"/>
                <a:cs typeface="Calibri"/>
              </a:rPr>
              <a:t>in natural language processing (NLP) </a:t>
            </a:r>
            <a:r>
              <a:rPr lang="en-IN" sz="1100" dirty="0">
                <a:solidFill>
                  <a:srgbClr val="000000"/>
                </a:solidFill>
                <a:latin typeface="system-ui"/>
                <a:cs typeface="Calibri"/>
              </a:rPr>
              <a:t>is the subfield of linguistics and NLP that deals with the study of the internal structure of words and how words are formed from smaller units called morphemes. </a:t>
            </a:r>
            <a:endParaRPr lang="en-IN" sz="1100" dirty="0">
              <a:solidFill>
                <a:srgbClr val="000000"/>
              </a:solidFill>
              <a:latin typeface="system-ui"/>
              <a:ea typeface="Calibri"/>
              <a:cs typeface="Calibri"/>
            </a:endParaRPr>
          </a:p>
          <a:p>
            <a:pPr>
              <a:buFont typeface="Wingdings" pitchFamily="34" charset="0"/>
              <a:buChar char="Ø"/>
            </a:pPr>
            <a:r>
              <a:rPr lang="en-IN" sz="1100" dirty="0">
                <a:solidFill>
                  <a:srgbClr val="000000"/>
                </a:solidFill>
                <a:latin typeface="system-ui"/>
                <a:cs typeface="Calibri"/>
              </a:rPr>
              <a:t>Morphemes are the smallest units of meaning in a language, and the analysis of morphology involves understanding how they combine to create words.</a:t>
            </a:r>
            <a:endParaRPr lang="en-IN" sz="1100" dirty="0">
              <a:solidFill>
                <a:srgbClr val="000000"/>
              </a:solidFill>
              <a:latin typeface="system-ui"/>
              <a:ea typeface="Calibri"/>
              <a:cs typeface="Calibri"/>
            </a:endParaRPr>
          </a:p>
          <a:p>
            <a:pPr>
              <a:buFont typeface="Wingdings" pitchFamily="34" charset="0"/>
              <a:buChar char="Ø"/>
            </a:pPr>
            <a:r>
              <a:rPr lang="en-IN" sz="1100" b="1" dirty="0">
                <a:solidFill>
                  <a:srgbClr val="000000"/>
                </a:solidFill>
                <a:latin typeface="system-ui"/>
                <a:ea typeface="Calibri"/>
                <a:cs typeface="Calibri"/>
              </a:rPr>
              <a:t>Key concepts and aspects of morphology in NLP include:</a:t>
            </a:r>
            <a:endParaRPr lang="en-IN" b="1" dirty="0">
              <a:ea typeface="Calibri"/>
              <a:cs typeface="Calibri"/>
            </a:endParaRPr>
          </a:p>
          <a:p>
            <a:pPr lvl="1"/>
            <a:r>
              <a:rPr lang="en-IN" sz="900" b="1" dirty="0">
                <a:solidFill>
                  <a:srgbClr val="000000"/>
                </a:solidFill>
                <a:latin typeface="system-ui"/>
                <a:ea typeface="Calibri"/>
                <a:cs typeface="Calibri"/>
              </a:rPr>
              <a:t>Morphemes:</a:t>
            </a:r>
            <a:r>
              <a:rPr lang="en-IN" sz="900" dirty="0">
                <a:solidFill>
                  <a:srgbClr val="000000"/>
                </a:solidFill>
                <a:latin typeface="system-ui"/>
                <a:ea typeface="Calibri"/>
                <a:cs typeface="Calibri"/>
              </a:rPr>
              <a:t> Morphemes are the building blocks of words. They can be classified into two main types:</a:t>
            </a:r>
          </a:p>
          <a:p>
            <a:pPr lvl="2"/>
            <a:r>
              <a:rPr lang="en-IN" sz="900" b="1" dirty="0">
                <a:solidFill>
                  <a:srgbClr val="000000"/>
                </a:solidFill>
                <a:latin typeface="system-ui"/>
                <a:ea typeface="Calibri"/>
                <a:cs typeface="Calibri"/>
              </a:rPr>
              <a:t>Free Morphemes:</a:t>
            </a:r>
            <a:r>
              <a:rPr lang="en-IN" sz="900" dirty="0">
                <a:solidFill>
                  <a:srgbClr val="000000"/>
                </a:solidFill>
                <a:latin typeface="system-ui"/>
                <a:ea typeface="Calibri"/>
                <a:cs typeface="Calibri"/>
              </a:rPr>
              <a:t> These are complete words that can stand alone and have their own meaning. For example, "book," "run," "happy."</a:t>
            </a:r>
          </a:p>
          <a:p>
            <a:pPr lvl="2"/>
            <a:r>
              <a:rPr lang="en-IN" sz="900" b="1" dirty="0">
                <a:solidFill>
                  <a:srgbClr val="000000"/>
                </a:solidFill>
                <a:latin typeface="system-ui"/>
                <a:ea typeface="Calibri"/>
                <a:cs typeface="Calibri"/>
              </a:rPr>
              <a:t>Bound Morphemes:</a:t>
            </a:r>
            <a:r>
              <a:rPr lang="en-IN" sz="900" dirty="0">
                <a:solidFill>
                  <a:srgbClr val="000000"/>
                </a:solidFill>
                <a:latin typeface="system-ui"/>
                <a:ea typeface="Calibri"/>
                <a:cs typeface="Calibri"/>
              </a:rPr>
              <a:t> These are smaller units that cannot stand alone as words and are typically attached to free morphemes to modify their meaning or indicate grammatical information. Bound morphemes include prefixes (e.g., "un-" in "undo"), suffixes (e.g., "-ed" in "walked"), and infixes (rarely used in English, e.g., "</a:t>
            </a:r>
            <a:r>
              <a:rPr lang="en-IN" sz="900" err="1">
                <a:solidFill>
                  <a:srgbClr val="000000"/>
                </a:solidFill>
                <a:latin typeface="system-ui"/>
                <a:ea typeface="Calibri"/>
                <a:cs typeface="Calibri"/>
              </a:rPr>
              <a:t>abso-freakin</a:t>
            </a:r>
            <a:r>
              <a:rPr lang="en-IN" sz="900" dirty="0">
                <a:solidFill>
                  <a:srgbClr val="000000"/>
                </a:solidFill>
                <a:latin typeface="system-ui"/>
                <a:ea typeface="Calibri"/>
                <a:cs typeface="Calibri"/>
              </a:rPr>
              <a:t>'-</a:t>
            </a:r>
            <a:r>
              <a:rPr lang="en-IN" sz="900" err="1">
                <a:solidFill>
                  <a:srgbClr val="000000"/>
                </a:solidFill>
                <a:latin typeface="system-ui"/>
                <a:ea typeface="Calibri"/>
                <a:cs typeface="Calibri"/>
              </a:rPr>
              <a:t>lutely</a:t>
            </a:r>
            <a:r>
              <a:rPr lang="en-IN" sz="900" dirty="0">
                <a:solidFill>
                  <a:srgbClr val="000000"/>
                </a:solidFill>
                <a:latin typeface="system-ui"/>
                <a:ea typeface="Calibri"/>
                <a:cs typeface="Calibri"/>
              </a:rPr>
              <a:t>").</a:t>
            </a:r>
          </a:p>
          <a:p>
            <a:pPr lvl="1"/>
            <a:r>
              <a:rPr lang="en-IN" sz="1000" b="1" dirty="0">
                <a:solidFill>
                  <a:srgbClr val="000000"/>
                </a:solidFill>
                <a:latin typeface="system-ui"/>
                <a:ea typeface="Calibri"/>
                <a:cs typeface="Calibri"/>
              </a:rPr>
              <a:t>Inflection and Derivation:</a:t>
            </a:r>
            <a:r>
              <a:rPr lang="en-IN" sz="1000" dirty="0">
                <a:solidFill>
                  <a:srgbClr val="000000"/>
                </a:solidFill>
                <a:latin typeface="system-ui"/>
                <a:ea typeface="Calibri"/>
                <a:cs typeface="Calibri"/>
              </a:rPr>
              <a:t> Morphological processes in NLP involve inflection and derivation:</a:t>
            </a:r>
          </a:p>
          <a:p>
            <a:pPr lvl="2"/>
            <a:r>
              <a:rPr lang="en-IN" sz="900" b="1" dirty="0">
                <a:solidFill>
                  <a:srgbClr val="000000"/>
                </a:solidFill>
                <a:latin typeface="system-ui"/>
                <a:ea typeface="Calibri"/>
                <a:cs typeface="Calibri"/>
              </a:rPr>
              <a:t>Inflection:</a:t>
            </a:r>
            <a:r>
              <a:rPr lang="en-IN" sz="900" dirty="0">
                <a:solidFill>
                  <a:srgbClr val="000000"/>
                </a:solidFill>
                <a:latin typeface="system-ui"/>
                <a:ea typeface="Calibri"/>
                <a:cs typeface="Calibri"/>
              </a:rPr>
              <a:t> Inflectional morphology involves adding grammatical information to words to indicate tense, number, gender, case, and other grammatical features. For example, in English, adding "-ed" to "walk" forms "walked," indicating past tense.</a:t>
            </a:r>
          </a:p>
          <a:p>
            <a:pPr lvl="2"/>
            <a:r>
              <a:rPr lang="en-IN" sz="900" b="1" dirty="0">
                <a:solidFill>
                  <a:srgbClr val="000000"/>
                </a:solidFill>
                <a:latin typeface="system-ui"/>
                <a:ea typeface="Calibri"/>
                <a:cs typeface="Calibri"/>
              </a:rPr>
              <a:t>Derivation:</a:t>
            </a:r>
            <a:r>
              <a:rPr lang="en-IN" sz="900" dirty="0">
                <a:solidFill>
                  <a:srgbClr val="000000"/>
                </a:solidFill>
                <a:latin typeface="system-ui"/>
                <a:ea typeface="Calibri"/>
                <a:cs typeface="Calibri"/>
              </a:rPr>
              <a:t> Derivational morphology involves adding prefixes or suffixes to a base word to create new words or change their part of speech. For example, adding "-er" to "teach" creates "teacher," changing a verb into a noun.</a:t>
            </a:r>
          </a:p>
          <a:p>
            <a:pPr lvl="1"/>
            <a:r>
              <a:rPr lang="en-IN" sz="1000" b="1" dirty="0">
                <a:solidFill>
                  <a:srgbClr val="000000"/>
                </a:solidFill>
                <a:latin typeface="system-ui"/>
                <a:ea typeface="Calibri"/>
                <a:cs typeface="Calibri"/>
              </a:rPr>
              <a:t>Stemming:</a:t>
            </a:r>
            <a:r>
              <a:rPr lang="en-IN" sz="1000" dirty="0">
                <a:solidFill>
                  <a:srgbClr val="000000"/>
                </a:solidFill>
                <a:latin typeface="system-ui"/>
                <a:ea typeface="Calibri"/>
                <a:cs typeface="Calibri"/>
              </a:rPr>
              <a:t> Stemming is a morphological process used in NLP to reduce words to their base or root forms, called stems. Stemming algorithms aim to remove suffixes and prefixes to simplify words and group related forms together. For instance, "running," "ran," and "runner" might all be stemmed to "run."</a:t>
            </a:r>
          </a:p>
          <a:p>
            <a:pPr lvl="1"/>
            <a:r>
              <a:rPr lang="en-IN" sz="1000" b="1" dirty="0">
                <a:solidFill>
                  <a:srgbClr val="000000"/>
                </a:solidFill>
                <a:latin typeface="system-ui"/>
                <a:ea typeface="Calibri"/>
                <a:cs typeface="Calibri"/>
              </a:rPr>
              <a:t>Lemmatization:</a:t>
            </a:r>
            <a:r>
              <a:rPr lang="en-IN" sz="1000" dirty="0">
                <a:solidFill>
                  <a:srgbClr val="000000"/>
                </a:solidFill>
                <a:latin typeface="system-ui"/>
                <a:ea typeface="Calibri"/>
                <a:cs typeface="Calibri"/>
              </a:rPr>
              <a:t> Lemmatization is another process used to reduce words to their base or dictionary forms, known as lemmas. Unlike stemming, lemmatization takes into account a word's grammatical role in a sentence and ensures that the resulting lemma is a valid word. For example, the lemma for "better" is "good," not "better."</a:t>
            </a:r>
          </a:p>
          <a:p>
            <a:pPr lvl="1"/>
            <a:r>
              <a:rPr lang="en-IN" sz="1000" b="1" dirty="0">
                <a:solidFill>
                  <a:srgbClr val="000000"/>
                </a:solidFill>
                <a:latin typeface="system-ui"/>
                <a:ea typeface="Calibri"/>
                <a:cs typeface="Calibri"/>
              </a:rPr>
              <a:t>Morphological Analysis:</a:t>
            </a:r>
            <a:r>
              <a:rPr lang="en-IN" sz="1000" dirty="0">
                <a:solidFill>
                  <a:srgbClr val="000000"/>
                </a:solidFill>
                <a:latin typeface="system-ui"/>
                <a:ea typeface="Calibri"/>
                <a:cs typeface="Calibri"/>
              </a:rPr>
              <a:t> Morphological analysis involves breaking down a word into its constituent morphemes, identifying their meanings and grammatical roles. This is particularly important for languages with complex inflectional systems.</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09462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Morphology in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36</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058096" cy="4424020"/>
          </a:xfrm>
        </p:spPr>
        <p:txBody>
          <a:bodyPr vert="horz" lIns="91440" tIns="45720" rIns="91440" bIns="45720" rtlCol="0" anchor="t">
            <a:normAutofit/>
          </a:bodyPr>
          <a:lstStyle/>
          <a:p>
            <a:pPr>
              <a:lnSpc>
                <a:spcPct val="200000"/>
              </a:lnSpc>
              <a:buFont typeface="Wingdings" pitchFamily="34" charset="0"/>
              <a:buChar char="Ø"/>
            </a:pPr>
            <a:r>
              <a:rPr lang="en-IN" sz="1600" b="1">
                <a:solidFill>
                  <a:srgbClr val="000000"/>
                </a:solidFill>
                <a:latin typeface="system-ui"/>
                <a:cs typeface="Calibri"/>
              </a:rPr>
              <a:t>Morphology </a:t>
            </a:r>
            <a:r>
              <a:rPr lang="en-IN" sz="1600" b="1">
                <a:solidFill>
                  <a:srgbClr val="000000"/>
                </a:solidFill>
                <a:latin typeface="system-ui"/>
                <a:ea typeface="Calibri"/>
                <a:cs typeface="Calibri"/>
              </a:rPr>
              <a:t>plays </a:t>
            </a:r>
            <a:r>
              <a:rPr lang="en-IN" sz="1600" b="1">
                <a:solidFill>
                  <a:srgbClr val="000000"/>
                </a:solidFill>
                <a:latin typeface="system-ui"/>
                <a:cs typeface="Calibri"/>
              </a:rPr>
              <a:t>a vital role </a:t>
            </a:r>
            <a:r>
              <a:rPr lang="en-IN" sz="1600" b="1">
                <a:solidFill>
                  <a:srgbClr val="000000"/>
                </a:solidFill>
                <a:latin typeface="system-ui"/>
                <a:ea typeface="Calibri"/>
                <a:cs typeface="Calibri"/>
              </a:rPr>
              <a:t>in NLP tasks, including:</a:t>
            </a:r>
            <a:endParaRPr lang="en-US" sz="1600">
              <a:ea typeface="Calibri"/>
              <a:cs typeface="Calibri"/>
            </a:endParaRPr>
          </a:p>
          <a:p>
            <a:pPr lvl="1">
              <a:lnSpc>
                <a:spcPct val="200000"/>
              </a:lnSpc>
              <a:buFont typeface="Wingdings" pitchFamily="34" charset="0"/>
              <a:buChar char="Ø"/>
            </a:pPr>
            <a:r>
              <a:rPr lang="en-IN" sz="1400" b="1">
                <a:solidFill>
                  <a:srgbClr val="000000"/>
                </a:solidFill>
                <a:latin typeface="system-ui"/>
                <a:ea typeface="Calibri"/>
                <a:cs typeface="Calibri"/>
              </a:rPr>
              <a:t>Information Retrieval:</a:t>
            </a:r>
            <a:r>
              <a:rPr lang="en-IN" sz="1400">
                <a:solidFill>
                  <a:srgbClr val="000000"/>
                </a:solidFill>
                <a:latin typeface="system-ui"/>
                <a:ea typeface="Calibri"/>
                <a:cs typeface="Calibri"/>
              </a:rPr>
              <a:t> Morphological analysis helps in finding variations of a word when searching for documents or information.</a:t>
            </a:r>
            <a:endParaRPr lang="en-IN" sz="1400" dirty="0">
              <a:solidFill>
                <a:srgbClr val="000000"/>
              </a:solidFill>
              <a:latin typeface="system-ui"/>
              <a:ea typeface="Calibri"/>
              <a:cs typeface="Calibri"/>
            </a:endParaRPr>
          </a:p>
          <a:p>
            <a:pPr lvl="1">
              <a:lnSpc>
                <a:spcPct val="200000"/>
              </a:lnSpc>
              <a:buFont typeface="Wingdings" pitchFamily="34" charset="0"/>
              <a:buChar char="Ø"/>
            </a:pPr>
            <a:r>
              <a:rPr lang="en-IN" sz="1400" b="1">
                <a:solidFill>
                  <a:srgbClr val="000000"/>
                </a:solidFill>
                <a:latin typeface="system-ui"/>
                <a:ea typeface="Calibri"/>
                <a:cs typeface="Calibri"/>
              </a:rPr>
              <a:t>Information Extraction:</a:t>
            </a:r>
            <a:r>
              <a:rPr lang="en-IN" sz="1400">
                <a:solidFill>
                  <a:srgbClr val="000000"/>
                </a:solidFill>
                <a:latin typeface="system-ui"/>
                <a:ea typeface="Calibri"/>
                <a:cs typeface="Calibri"/>
              </a:rPr>
              <a:t> It aids in recognizing named entities and understanding the grammatical structure of sentences.</a:t>
            </a:r>
            <a:endParaRPr lang="en-IN" sz="1400" dirty="0">
              <a:solidFill>
                <a:srgbClr val="000000"/>
              </a:solidFill>
              <a:latin typeface="system-ui"/>
              <a:ea typeface="Calibri"/>
              <a:cs typeface="Calibri"/>
            </a:endParaRPr>
          </a:p>
          <a:p>
            <a:pPr lvl="1">
              <a:lnSpc>
                <a:spcPct val="200000"/>
              </a:lnSpc>
              <a:buFont typeface="Wingdings" pitchFamily="34" charset="0"/>
              <a:buChar char="Ø"/>
            </a:pPr>
            <a:r>
              <a:rPr lang="en-IN" sz="1400" b="1">
                <a:solidFill>
                  <a:srgbClr val="000000"/>
                </a:solidFill>
                <a:latin typeface="system-ui"/>
                <a:ea typeface="Calibri"/>
                <a:cs typeface="Calibri"/>
              </a:rPr>
              <a:t>Machine Translation:</a:t>
            </a:r>
            <a:r>
              <a:rPr lang="en-IN" sz="1400">
                <a:solidFill>
                  <a:srgbClr val="000000"/>
                </a:solidFill>
                <a:latin typeface="system-ui"/>
                <a:ea typeface="Calibri"/>
                <a:cs typeface="Calibri"/>
              </a:rPr>
              <a:t> Morphological analysis is essential for handling different word forms in translation between languages.</a:t>
            </a:r>
            <a:endParaRPr lang="en-IN" sz="1400" dirty="0">
              <a:solidFill>
                <a:srgbClr val="000000"/>
              </a:solidFill>
              <a:latin typeface="system-ui"/>
              <a:ea typeface="Calibri"/>
              <a:cs typeface="Calibri"/>
            </a:endParaRPr>
          </a:p>
          <a:p>
            <a:pPr lvl="1">
              <a:lnSpc>
                <a:spcPct val="200000"/>
              </a:lnSpc>
              <a:buFont typeface="Wingdings" pitchFamily="34" charset="0"/>
              <a:buChar char="Ø"/>
            </a:pPr>
            <a:r>
              <a:rPr lang="en-IN" sz="1400" b="1">
                <a:solidFill>
                  <a:srgbClr val="000000"/>
                </a:solidFill>
                <a:latin typeface="system-ui"/>
                <a:ea typeface="Calibri"/>
                <a:cs typeface="Calibri"/>
              </a:rPr>
              <a:t>Language Generation:</a:t>
            </a:r>
            <a:r>
              <a:rPr lang="en-IN" sz="1400">
                <a:solidFill>
                  <a:srgbClr val="000000"/>
                </a:solidFill>
                <a:latin typeface="system-ui"/>
                <a:ea typeface="Calibri"/>
                <a:cs typeface="Calibri"/>
              </a:rPr>
              <a:t> When generating text or speech, understanding morphological rules helps produce grammatically correct and coherent sentences.</a:t>
            </a:r>
            <a:endParaRPr lang="en-IN" sz="1400" dirty="0">
              <a:solidFill>
                <a:srgbClr val="000000"/>
              </a:solidFill>
              <a:latin typeface="system-ui"/>
              <a:ea typeface="Calibri"/>
              <a:cs typeface="Calibri"/>
            </a:endParaRPr>
          </a:p>
          <a:p>
            <a:pPr lvl="1">
              <a:lnSpc>
                <a:spcPct val="200000"/>
              </a:lnSpc>
              <a:buFont typeface="Wingdings" pitchFamily="34" charset="0"/>
              <a:buChar char="Ø"/>
            </a:pPr>
            <a:endParaRPr lang="en-IN" sz="1400" dirty="0">
              <a:solidFill>
                <a:srgbClr val="000000"/>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10882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Syntax in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37</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8130096" cy="4640020"/>
          </a:xfrm>
        </p:spPr>
        <p:txBody>
          <a:bodyPr vert="horz" lIns="91440" tIns="45720" rIns="91440" bIns="45720" rtlCol="0" anchor="t">
            <a:normAutofit/>
          </a:bodyPr>
          <a:lstStyle/>
          <a:p>
            <a:pPr>
              <a:buFont typeface="Wingdings" pitchFamily="34" charset="0"/>
              <a:buChar char="Ø"/>
            </a:pPr>
            <a:r>
              <a:rPr lang="en-IN" sz="1200" dirty="0">
                <a:solidFill>
                  <a:srgbClr val="000000"/>
                </a:solidFill>
                <a:latin typeface="system-ui"/>
                <a:cs typeface="Calibri"/>
              </a:rPr>
              <a:t>Syntax</a:t>
            </a:r>
            <a:r>
              <a:rPr lang="en-IN" sz="1200" dirty="0">
                <a:solidFill>
                  <a:srgbClr val="000000"/>
                </a:solidFill>
                <a:latin typeface="system-ui"/>
                <a:ea typeface="Calibri"/>
                <a:cs typeface="Calibri"/>
              </a:rPr>
              <a:t>, in linguistic foundations and natural language processing (NLP), refers to </a:t>
            </a:r>
            <a:r>
              <a:rPr lang="en-IN" sz="1200" dirty="0">
                <a:solidFill>
                  <a:srgbClr val="000000"/>
                </a:solidFill>
                <a:latin typeface="system-ui"/>
                <a:cs typeface="Calibri"/>
              </a:rPr>
              <a:t>the study of the rules and principles that govern the structure of sentences in a language. </a:t>
            </a:r>
            <a:endParaRPr lang="en-US" dirty="0"/>
          </a:p>
          <a:p>
            <a:pPr>
              <a:buFont typeface="Wingdings" pitchFamily="34" charset="0"/>
              <a:buChar char="Ø"/>
            </a:pPr>
            <a:r>
              <a:rPr lang="en-IN" sz="1200" dirty="0">
                <a:solidFill>
                  <a:srgbClr val="000000"/>
                </a:solidFill>
                <a:latin typeface="system-ui"/>
                <a:cs typeface="Calibri"/>
              </a:rPr>
              <a:t>It deals with </a:t>
            </a:r>
            <a:r>
              <a:rPr lang="en-IN" sz="1200" dirty="0">
                <a:solidFill>
                  <a:srgbClr val="000000"/>
                </a:solidFill>
                <a:latin typeface="system-ui"/>
                <a:ea typeface="Calibri"/>
                <a:cs typeface="Calibri"/>
              </a:rPr>
              <a:t>the arrangement of words and phrases to form grammatically and semantically meaningful sentences. </a:t>
            </a:r>
            <a:endParaRPr lang="en-IN" dirty="0">
              <a:solidFill>
                <a:srgbClr val="000000"/>
              </a:solidFill>
              <a:latin typeface="Calibri"/>
              <a:ea typeface="Calibri"/>
              <a:cs typeface="Calibri"/>
            </a:endParaRPr>
          </a:p>
          <a:p>
            <a:pPr>
              <a:buFont typeface="Wingdings" pitchFamily="34" charset="0"/>
              <a:buChar char="Ø"/>
            </a:pPr>
            <a:r>
              <a:rPr lang="en-IN" sz="1200" dirty="0">
                <a:solidFill>
                  <a:srgbClr val="000000"/>
                </a:solidFill>
                <a:latin typeface="system-ui"/>
                <a:ea typeface="Calibri"/>
                <a:cs typeface="Calibri"/>
              </a:rPr>
              <a:t>Syntax is a fundamental component of both linguistics and NLP, and it plays a crucial role in understanding and processing natural language text.</a:t>
            </a:r>
          </a:p>
          <a:p>
            <a:pPr>
              <a:buFont typeface="Wingdings" pitchFamily="34" charset="0"/>
              <a:buChar char="Ø"/>
            </a:pPr>
            <a:r>
              <a:rPr lang="en-IN" sz="1200" b="1" dirty="0">
                <a:latin typeface="system-ui"/>
                <a:ea typeface="Calibri"/>
                <a:cs typeface="Calibri"/>
              </a:rPr>
              <a:t>Some key aspects of syntax in the context of linguistic foundations and NLP:</a:t>
            </a:r>
          </a:p>
          <a:p>
            <a:pPr lvl="1"/>
            <a:r>
              <a:rPr lang="en-IN" sz="900" b="1">
                <a:latin typeface="system-ui"/>
                <a:ea typeface="Calibri"/>
                <a:cs typeface="Calibri"/>
              </a:rPr>
              <a:t>Sentence Structure:</a:t>
            </a:r>
            <a:r>
              <a:rPr lang="en-IN" sz="900">
                <a:latin typeface="system-ui"/>
                <a:ea typeface="Calibri"/>
                <a:cs typeface="Calibri"/>
              </a:rPr>
              <a:t> Syntax is concerned with the structure of sentences, including how words and phrases are organized to convey meaning. It examines the relationships between different elements within a sentence, such as subjects, verbs, objects, adjectives, adverbs, and prepositional phrases.</a:t>
            </a:r>
            <a:endParaRPr lang="en-IN" sz="900" dirty="0">
              <a:latin typeface="system-ui"/>
              <a:ea typeface="Calibri"/>
              <a:cs typeface="Calibri"/>
            </a:endParaRPr>
          </a:p>
          <a:p>
            <a:pPr lvl="1"/>
            <a:r>
              <a:rPr lang="en-IN" sz="900" b="1" dirty="0">
                <a:latin typeface="system-ui"/>
                <a:ea typeface="Calibri"/>
                <a:cs typeface="Calibri"/>
              </a:rPr>
              <a:t>Grammar Rules:</a:t>
            </a:r>
            <a:r>
              <a:rPr lang="en-IN" sz="900" dirty="0">
                <a:latin typeface="system-ui"/>
                <a:ea typeface="Calibri"/>
                <a:cs typeface="Calibri"/>
              </a:rPr>
              <a:t> Syntax defines the grammatical rules and principles that determine the order and arrangement of words in a sentence. These rules encompass word order, phrase structure, agreement (e.g., subject-verb agreement), and syntactic dependencies (e.g., complement and adjunct clauses).</a:t>
            </a:r>
          </a:p>
          <a:p>
            <a:pPr lvl="1"/>
            <a:r>
              <a:rPr lang="en-IN" sz="900" b="1" dirty="0">
                <a:latin typeface="system-ui"/>
                <a:ea typeface="Calibri"/>
                <a:cs typeface="Calibri"/>
              </a:rPr>
              <a:t>Syntactic Categories:</a:t>
            </a:r>
            <a:r>
              <a:rPr lang="en-IN" sz="900" dirty="0">
                <a:latin typeface="system-ui"/>
                <a:ea typeface="Calibri"/>
                <a:cs typeface="Calibri"/>
              </a:rPr>
              <a:t> Words in a language are categorized into syntactic categories based on their roles within sentences. Common syntactic categories include nouns, verbs, adjectives, adverbs, pronouns, prepositions, conjunctions, and determiners. These categories help determine the grammatical functions of words in context.</a:t>
            </a:r>
          </a:p>
          <a:p>
            <a:pPr lvl="1"/>
            <a:r>
              <a:rPr lang="en-IN" sz="900" b="1" dirty="0">
                <a:latin typeface="system-ui"/>
                <a:ea typeface="Calibri"/>
                <a:cs typeface="Calibri"/>
              </a:rPr>
              <a:t>Phrases and Clauses:</a:t>
            </a:r>
            <a:r>
              <a:rPr lang="en-IN" sz="900" dirty="0">
                <a:latin typeface="system-ui"/>
                <a:ea typeface="Calibri"/>
                <a:cs typeface="Calibri"/>
              </a:rPr>
              <a:t> Syntax involves the analysis of phrases (e.g., noun phrases, verb phrases) and clauses (e.g., independent and dependent clauses). Phrases are groups of words that function as single units, and clauses are groups of words that contain a subject and a predicate.</a:t>
            </a:r>
          </a:p>
          <a:p>
            <a:pPr lvl="1"/>
            <a:r>
              <a:rPr lang="en-IN" sz="900" b="1" dirty="0">
                <a:latin typeface="system-ui"/>
                <a:ea typeface="Calibri"/>
                <a:cs typeface="Calibri"/>
              </a:rPr>
              <a:t>Tree Structures:</a:t>
            </a:r>
            <a:r>
              <a:rPr lang="en-IN" sz="900" dirty="0">
                <a:latin typeface="system-ui"/>
                <a:ea typeface="Calibri"/>
                <a:cs typeface="Calibri"/>
              </a:rPr>
              <a:t> Linguists and NLP practitioners often use tree structures, known as syntax trees or parse trees, to visually represent the hierarchical relationships between words and phrases in a sentence. These trees illustrate how words are combined to form constituents and ultimately a complete sentence.</a:t>
            </a:r>
          </a:p>
          <a:p>
            <a:pPr lvl="1"/>
            <a:r>
              <a:rPr lang="en-IN" sz="900" b="1" dirty="0">
                <a:latin typeface="system-ui"/>
                <a:ea typeface="Calibri"/>
                <a:cs typeface="Calibri"/>
              </a:rPr>
              <a:t>Syntactic Ambiguity:</a:t>
            </a:r>
            <a:r>
              <a:rPr lang="en-IN" sz="900" dirty="0">
                <a:latin typeface="system-ui"/>
                <a:ea typeface="Calibri"/>
                <a:cs typeface="Calibri"/>
              </a:rPr>
              <a:t> Syntax can give rise to ambiguity in language. Syntactic ambiguity occurs when a sentence can be interpreted in multiple ways due to different possible syntactic structures. Resolving syntactic ambiguity is a challenge in NLP and natural language understanding.</a:t>
            </a:r>
          </a:p>
          <a:p>
            <a:pPr lvl="1"/>
            <a:r>
              <a:rPr lang="en-IN" sz="900" b="1" dirty="0">
                <a:latin typeface="system-ui"/>
                <a:ea typeface="Calibri"/>
                <a:cs typeface="Calibri"/>
              </a:rPr>
              <a:t>Parsing:</a:t>
            </a:r>
            <a:r>
              <a:rPr lang="en-IN" sz="900" dirty="0">
                <a:latin typeface="system-ui"/>
                <a:ea typeface="Calibri"/>
                <a:cs typeface="Calibri"/>
              </a:rPr>
              <a:t> Parsing is the process of </a:t>
            </a:r>
            <a:r>
              <a:rPr lang="en-IN" sz="900" err="1">
                <a:latin typeface="system-ui"/>
                <a:ea typeface="Calibri"/>
                <a:cs typeface="Calibri"/>
              </a:rPr>
              <a:t>analyzing</a:t>
            </a:r>
            <a:r>
              <a:rPr lang="en-IN" sz="900" dirty="0">
                <a:latin typeface="system-ui"/>
                <a:ea typeface="Calibri"/>
                <a:cs typeface="Calibri"/>
              </a:rPr>
              <a:t> a sentence's syntax to determine its grammatical structure. Syntactic parsers are NLP tools and algorithms used to perform this task. They help identify the grammatical roles of words and their relationships within a sentence.</a:t>
            </a:r>
          </a:p>
          <a:p>
            <a:pPr lvl="1"/>
            <a:r>
              <a:rPr lang="en-IN" sz="900" b="1" dirty="0">
                <a:latin typeface="system-ui"/>
                <a:ea typeface="Calibri"/>
                <a:cs typeface="Calibri"/>
              </a:rPr>
              <a:t>Dependency Grammar:</a:t>
            </a:r>
            <a:r>
              <a:rPr lang="en-IN" sz="900" dirty="0">
                <a:latin typeface="system-ui"/>
                <a:ea typeface="Calibri"/>
                <a:cs typeface="Calibri"/>
              </a:rPr>
              <a:t> In addition to phrase structure grammars, NLP often employs dependency grammar to represent the relationships between words in a sentence as directed links or dependencies. Dependency parsing is used to build dependency structures for sentences.</a:t>
            </a:r>
            <a:endParaRPr lang="en-IN" sz="9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272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Semantics and Pragmatics in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38</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802020"/>
          </a:xfrm>
        </p:spPr>
        <p:txBody>
          <a:bodyPr vert="horz" lIns="91440" tIns="45720" rIns="91440" bIns="45720" rtlCol="0" anchor="t">
            <a:normAutofit/>
          </a:bodyPr>
          <a:lstStyle/>
          <a:p>
            <a:pPr>
              <a:buFont typeface="Wingdings" pitchFamily="34" charset="0"/>
              <a:buChar char="Ø"/>
            </a:pPr>
            <a:r>
              <a:rPr lang="en-IN" sz="1200" dirty="0">
                <a:solidFill>
                  <a:srgbClr val="374151"/>
                </a:solidFill>
                <a:latin typeface="system-ui"/>
                <a:cs typeface="Calibri"/>
              </a:rPr>
              <a:t>Semantics</a:t>
            </a:r>
            <a:r>
              <a:rPr lang="en-IN" sz="1200" dirty="0">
                <a:solidFill>
                  <a:srgbClr val="374151"/>
                </a:solidFill>
                <a:latin typeface="system-ui"/>
                <a:ea typeface="Calibri"/>
                <a:cs typeface="Calibri"/>
              </a:rPr>
              <a:t> and pragmatics are two branches of linguistics that deal with the study of meaning in language. </a:t>
            </a:r>
            <a:endParaRPr lang="en-US" dirty="0">
              <a:ea typeface="Calibri"/>
              <a:cs typeface="Calibri"/>
            </a:endParaRPr>
          </a:p>
          <a:p>
            <a:pPr>
              <a:buFont typeface="Wingdings" pitchFamily="34" charset="0"/>
              <a:buChar char="Ø"/>
            </a:pPr>
            <a:r>
              <a:rPr lang="en-IN" sz="1200" dirty="0">
                <a:solidFill>
                  <a:srgbClr val="374151"/>
                </a:solidFill>
                <a:latin typeface="system-ui"/>
                <a:ea typeface="Calibri"/>
                <a:cs typeface="Calibri"/>
              </a:rPr>
              <a:t>In the context of linguistic foundations and natural language processing (NLP), semantics and pragmatics play essential roles in understanding and processing natural language text. </a:t>
            </a:r>
            <a:endParaRPr lang="en-IN">
              <a:solidFill>
                <a:srgbClr val="000000"/>
              </a:solidFill>
              <a:latin typeface="Calibri"/>
              <a:ea typeface="Calibri"/>
              <a:cs typeface="Calibri"/>
            </a:endParaRPr>
          </a:p>
          <a:p>
            <a:pPr>
              <a:buFont typeface="Wingdings" pitchFamily="34" charset="0"/>
              <a:buChar char="Ø"/>
            </a:pPr>
            <a:r>
              <a:rPr lang="en-IN" sz="1200" b="1" dirty="0">
                <a:solidFill>
                  <a:srgbClr val="374151"/>
                </a:solidFill>
                <a:latin typeface="system-ui"/>
                <a:ea typeface="Calibri"/>
                <a:cs typeface="Calibri"/>
              </a:rPr>
              <a:t>Semantics:</a:t>
            </a:r>
            <a:endParaRPr lang="en-IN" sz="1200">
              <a:solidFill>
                <a:srgbClr val="374151"/>
              </a:solidFill>
              <a:latin typeface="system-ui"/>
              <a:ea typeface="Calibri"/>
              <a:cs typeface="Calibri"/>
            </a:endParaRPr>
          </a:p>
          <a:p>
            <a:pPr lvl="1">
              <a:buFont typeface="Wingdings" pitchFamily="34" charset="0"/>
              <a:buChar char="Ø"/>
            </a:pPr>
            <a:r>
              <a:rPr lang="en-IN" sz="1000" b="1" dirty="0">
                <a:solidFill>
                  <a:srgbClr val="374151"/>
                </a:solidFill>
                <a:latin typeface="system-ui"/>
                <a:ea typeface="Calibri"/>
                <a:cs typeface="Calibri"/>
              </a:rPr>
              <a:t>Definition:</a:t>
            </a:r>
            <a:r>
              <a:rPr lang="en-IN" sz="1000" dirty="0">
                <a:solidFill>
                  <a:srgbClr val="374151"/>
                </a:solidFill>
                <a:latin typeface="system-ui"/>
                <a:ea typeface="Calibri"/>
                <a:cs typeface="Calibri"/>
              </a:rPr>
              <a:t> Semantics is </a:t>
            </a:r>
            <a:r>
              <a:rPr lang="en-IN" sz="1000" dirty="0">
                <a:solidFill>
                  <a:srgbClr val="374151"/>
                </a:solidFill>
                <a:latin typeface="system-ui"/>
                <a:cs typeface="Calibri"/>
              </a:rPr>
              <a:t>the </a:t>
            </a:r>
            <a:r>
              <a:rPr lang="en-IN" sz="1000" dirty="0">
                <a:solidFill>
                  <a:srgbClr val="374151"/>
                </a:solidFill>
                <a:latin typeface="system-ui"/>
                <a:ea typeface="Calibri"/>
                <a:cs typeface="Calibri"/>
              </a:rPr>
              <a:t>branch of linguistics </a:t>
            </a:r>
            <a:r>
              <a:rPr lang="en-IN" sz="1000" dirty="0">
                <a:solidFill>
                  <a:srgbClr val="374151"/>
                </a:solidFill>
                <a:latin typeface="system-ui"/>
                <a:cs typeface="Calibri"/>
              </a:rPr>
              <a:t>that </a:t>
            </a:r>
            <a:r>
              <a:rPr lang="en-IN" sz="1000" dirty="0">
                <a:solidFill>
                  <a:srgbClr val="374151"/>
                </a:solidFill>
                <a:latin typeface="system-ui"/>
                <a:ea typeface="Calibri"/>
                <a:cs typeface="Calibri"/>
              </a:rPr>
              <a:t>focuses on </a:t>
            </a:r>
            <a:r>
              <a:rPr lang="en-IN" sz="1000" dirty="0">
                <a:solidFill>
                  <a:srgbClr val="374151"/>
                </a:solidFill>
                <a:latin typeface="system-ui"/>
                <a:cs typeface="Calibri"/>
              </a:rPr>
              <a:t>the </a:t>
            </a:r>
            <a:r>
              <a:rPr lang="en-IN" sz="1000" dirty="0">
                <a:solidFill>
                  <a:srgbClr val="374151"/>
                </a:solidFill>
                <a:latin typeface="system-ui"/>
                <a:ea typeface="Calibri"/>
                <a:cs typeface="Calibri"/>
              </a:rPr>
              <a:t>study </a:t>
            </a:r>
            <a:r>
              <a:rPr lang="en-IN" sz="1000" dirty="0">
                <a:solidFill>
                  <a:srgbClr val="374151"/>
                </a:solidFill>
                <a:latin typeface="system-ui"/>
                <a:cs typeface="Calibri"/>
              </a:rPr>
              <a:t>of </a:t>
            </a:r>
            <a:r>
              <a:rPr lang="en-IN" sz="1000" dirty="0">
                <a:solidFill>
                  <a:srgbClr val="374151"/>
                </a:solidFill>
                <a:latin typeface="system-ui"/>
                <a:ea typeface="Calibri"/>
                <a:cs typeface="Calibri"/>
              </a:rPr>
              <a:t>meaning </a:t>
            </a:r>
            <a:r>
              <a:rPr lang="en-IN" sz="1000" dirty="0">
                <a:solidFill>
                  <a:srgbClr val="374151"/>
                </a:solidFill>
                <a:latin typeface="system-ui"/>
                <a:cs typeface="Calibri"/>
              </a:rPr>
              <a:t>in language. It </a:t>
            </a:r>
            <a:r>
              <a:rPr lang="en-IN" sz="1000" dirty="0">
                <a:solidFill>
                  <a:srgbClr val="374151"/>
                </a:solidFill>
                <a:latin typeface="system-ui"/>
                <a:ea typeface="Calibri"/>
                <a:cs typeface="Calibri"/>
              </a:rPr>
              <a:t>seeks to understand how words, phrases, sentences, and discourse convey meaning and how different linguistic expressions are related to the concepts and ideas they represent.</a:t>
            </a:r>
          </a:p>
          <a:p>
            <a:pPr lvl="1">
              <a:buFont typeface="Wingdings" pitchFamily="34" charset="0"/>
              <a:buChar char="Ø"/>
            </a:pPr>
            <a:r>
              <a:rPr lang="en-IN" sz="1000" b="1" dirty="0">
                <a:solidFill>
                  <a:srgbClr val="374151"/>
                </a:solidFill>
                <a:latin typeface="system-ui"/>
                <a:ea typeface="Calibri"/>
                <a:cs typeface="Calibri"/>
              </a:rPr>
              <a:t>Key Concepts:</a:t>
            </a:r>
            <a:r>
              <a:rPr lang="en-IN" sz="1000" dirty="0">
                <a:solidFill>
                  <a:srgbClr val="374151"/>
                </a:solidFill>
                <a:latin typeface="system-ui"/>
                <a:ea typeface="Calibri"/>
                <a:cs typeface="Calibri"/>
              </a:rPr>
              <a:t> In semantics, some key concepts and areas of study include:</a:t>
            </a:r>
          </a:p>
          <a:p>
            <a:pPr lvl="2">
              <a:buFont typeface="Wingdings" pitchFamily="34" charset="0"/>
              <a:buChar char="Ø"/>
            </a:pPr>
            <a:r>
              <a:rPr lang="en-IN" sz="900" b="1" dirty="0">
                <a:solidFill>
                  <a:srgbClr val="374151"/>
                </a:solidFill>
                <a:latin typeface="system-ui"/>
                <a:ea typeface="Calibri"/>
                <a:cs typeface="Calibri"/>
              </a:rPr>
              <a:t>Word Meaning:</a:t>
            </a:r>
            <a:r>
              <a:rPr lang="en-IN" sz="900" dirty="0">
                <a:solidFill>
                  <a:srgbClr val="374151"/>
                </a:solidFill>
                <a:latin typeface="system-ui"/>
                <a:ea typeface="Calibri"/>
                <a:cs typeface="Calibri"/>
              </a:rPr>
              <a:t> </a:t>
            </a:r>
            <a:r>
              <a:rPr lang="en-IN" sz="900" dirty="0" err="1">
                <a:solidFill>
                  <a:srgbClr val="374151"/>
                </a:solidFill>
                <a:latin typeface="system-ui"/>
                <a:ea typeface="Calibri"/>
                <a:cs typeface="Calibri"/>
              </a:rPr>
              <a:t>Analyzing</a:t>
            </a:r>
            <a:r>
              <a:rPr lang="en-IN" sz="900" dirty="0">
                <a:solidFill>
                  <a:srgbClr val="374151"/>
                </a:solidFill>
                <a:latin typeface="system-ui"/>
                <a:ea typeface="Calibri"/>
                <a:cs typeface="Calibri"/>
              </a:rPr>
              <a:t> the meaning of individual words and how they relate to the real-world concepts they represent. For example, understanding that "cat" refers to a small, domesticated mammal.</a:t>
            </a:r>
          </a:p>
          <a:p>
            <a:pPr lvl="2">
              <a:buFont typeface="Wingdings" pitchFamily="34" charset="0"/>
              <a:buChar char="Ø"/>
            </a:pPr>
            <a:r>
              <a:rPr lang="en-IN" sz="900" b="1" dirty="0">
                <a:solidFill>
                  <a:srgbClr val="374151"/>
                </a:solidFill>
                <a:latin typeface="system-ui"/>
                <a:ea typeface="Calibri"/>
                <a:cs typeface="Calibri"/>
              </a:rPr>
              <a:t>Sentence Meaning:</a:t>
            </a:r>
            <a:r>
              <a:rPr lang="en-IN" sz="900" dirty="0">
                <a:solidFill>
                  <a:srgbClr val="374151"/>
                </a:solidFill>
                <a:latin typeface="system-ui"/>
                <a:ea typeface="Calibri"/>
                <a:cs typeface="Calibri"/>
              </a:rPr>
              <a:t> Examining how the meanings of individual words combine to create the meaning of a sentence. This involves understanding word relationships, scope, and compositionality.</a:t>
            </a:r>
          </a:p>
          <a:p>
            <a:pPr lvl="2">
              <a:buFont typeface="Wingdings" pitchFamily="34" charset="0"/>
              <a:buChar char="Ø"/>
            </a:pPr>
            <a:r>
              <a:rPr lang="en-IN" sz="900" b="1" dirty="0">
                <a:solidFill>
                  <a:srgbClr val="374151"/>
                </a:solidFill>
                <a:latin typeface="system-ui"/>
                <a:ea typeface="Calibri"/>
                <a:cs typeface="Calibri"/>
              </a:rPr>
              <a:t>Ambiguity:</a:t>
            </a:r>
            <a:r>
              <a:rPr lang="en-IN" sz="900" dirty="0">
                <a:solidFill>
                  <a:srgbClr val="374151"/>
                </a:solidFill>
                <a:latin typeface="system-ui"/>
                <a:ea typeface="Calibri"/>
                <a:cs typeface="Calibri"/>
              </a:rPr>
              <a:t> Identifying and resolving different types of ambiguity in language, such as lexical ambiguity (multiple meanings of a word) and structural ambiguity (multiple ways to parse a sentence).</a:t>
            </a:r>
          </a:p>
          <a:p>
            <a:pPr lvl="2">
              <a:buFont typeface="Wingdings" pitchFamily="34" charset="0"/>
              <a:buChar char="Ø"/>
            </a:pPr>
            <a:r>
              <a:rPr lang="en-IN" sz="900" b="1" dirty="0">
                <a:solidFill>
                  <a:srgbClr val="374151"/>
                </a:solidFill>
                <a:latin typeface="system-ui"/>
                <a:ea typeface="Calibri"/>
                <a:cs typeface="Calibri"/>
              </a:rPr>
              <a:t>Semantic Roles:</a:t>
            </a:r>
            <a:r>
              <a:rPr lang="en-IN" sz="900" dirty="0">
                <a:solidFill>
                  <a:srgbClr val="374151"/>
                </a:solidFill>
                <a:latin typeface="system-ui"/>
                <a:ea typeface="Calibri"/>
                <a:cs typeface="Calibri"/>
              </a:rPr>
              <a:t> </a:t>
            </a:r>
            <a:r>
              <a:rPr lang="en-IN" sz="900" dirty="0" err="1">
                <a:solidFill>
                  <a:srgbClr val="374151"/>
                </a:solidFill>
                <a:latin typeface="system-ui"/>
                <a:ea typeface="Calibri"/>
                <a:cs typeface="Calibri"/>
              </a:rPr>
              <a:t>Analyzing</a:t>
            </a:r>
            <a:r>
              <a:rPr lang="en-IN" sz="900" dirty="0">
                <a:solidFill>
                  <a:srgbClr val="374151"/>
                </a:solidFill>
                <a:latin typeface="system-ui"/>
                <a:ea typeface="Calibri"/>
                <a:cs typeface="Calibri"/>
              </a:rPr>
              <a:t> the roles that words play in relation to each other within a sentence, such as subjects, objects, and modifiers.</a:t>
            </a:r>
          </a:p>
          <a:p>
            <a:pPr lvl="2">
              <a:buFont typeface="Wingdings" pitchFamily="34" charset="0"/>
              <a:buChar char="Ø"/>
            </a:pPr>
            <a:r>
              <a:rPr lang="en-IN" sz="900" b="1" dirty="0">
                <a:solidFill>
                  <a:srgbClr val="374151"/>
                </a:solidFill>
                <a:latin typeface="system-ui"/>
                <a:ea typeface="Calibri"/>
                <a:cs typeface="Calibri"/>
              </a:rPr>
              <a:t>Logical Operators:</a:t>
            </a:r>
            <a:r>
              <a:rPr lang="en-IN" sz="900" dirty="0">
                <a:solidFill>
                  <a:srgbClr val="374151"/>
                </a:solidFill>
                <a:latin typeface="system-ui"/>
                <a:ea typeface="Calibri"/>
                <a:cs typeface="Calibri"/>
              </a:rPr>
              <a:t> Studying logical operators like "and," "or," "not," and "if-then" to understand how they affect the truth value and meaning of sentences.</a:t>
            </a:r>
          </a:p>
          <a:p>
            <a:pPr lvl="1">
              <a:buFont typeface="Wingdings" pitchFamily="34" charset="0"/>
              <a:buChar char="Ø"/>
            </a:pPr>
            <a:r>
              <a:rPr lang="en-IN" sz="1000" b="1" dirty="0">
                <a:solidFill>
                  <a:srgbClr val="374151"/>
                </a:solidFill>
                <a:latin typeface="system-ui"/>
                <a:ea typeface="Calibri"/>
                <a:cs typeface="Calibri"/>
              </a:rPr>
              <a:t>NLP Applications:</a:t>
            </a:r>
            <a:r>
              <a:rPr lang="en-IN" sz="1000" dirty="0">
                <a:solidFill>
                  <a:srgbClr val="374151"/>
                </a:solidFill>
                <a:latin typeface="system-ui"/>
                <a:ea typeface="Calibri"/>
                <a:cs typeface="Calibri"/>
              </a:rPr>
              <a:t> In NLP, semantics plays a crucial role in various applications, including:</a:t>
            </a:r>
          </a:p>
          <a:p>
            <a:pPr lvl="2">
              <a:buFont typeface="Wingdings" pitchFamily="34" charset="0"/>
              <a:buChar char="Ø"/>
            </a:pPr>
            <a:r>
              <a:rPr lang="en-IN" sz="900" b="1" dirty="0">
                <a:solidFill>
                  <a:srgbClr val="374151"/>
                </a:solidFill>
                <a:latin typeface="system-ui"/>
                <a:ea typeface="Calibri"/>
                <a:cs typeface="Calibri"/>
              </a:rPr>
              <a:t>Semantic Role </a:t>
            </a:r>
            <a:r>
              <a:rPr lang="en-IN" sz="900" b="1" dirty="0" err="1">
                <a:solidFill>
                  <a:srgbClr val="374151"/>
                </a:solidFill>
                <a:latin typeface="system-ui"/>
                <a:ea typeface="Calibri"/>
                <a:cs typeface="Calibri"/>
              </a:rPr>
              <a:t>Labeling</a:t>
            </a:r>
            <a:r>
              <a:rPr lang="en-IN" sz="900" b="1" dirty="0">
                <a:solidFill>
                  <a:srgbClr val="374151"/>
                </a:solidFill>
                <a:latin typeface="system-ui"/>
                <a:ea typeface="Calibri"/>
                <a:cs typeface="Calibri"/>
              </a:rPr>
              <a:t>:</a:t>
            </a:r>
            <a:r>
              <a:rPr lang="en-IN" sz="900" dirty="0">
                <a:solidFill>
                  <a:srgbClr val="374151"/>
                </a:solidFill>
                <a:latin typeface="system-ui"/>
                <a:ea typeface="Calibri"/>
                <a:cs typeface="Calibri"/>
              </a:rPr>
              <a:t> Identifying the semantic roles of words and phrases within sentences, which is important for understanding the relationships between actors, actions, and objects.</a:t>
            </a:r>
          </a:p>
          <a:p>
            <a:pPr lvl="2">
              <a:buFont typeface="Wingdings" pitchFamily="34" charset="0"/>
              <a:buChar char="Ø"/>
            </a:pPr>
            <a:r>
              <a:rPr lang="en-IN" sz="900" b="1" dirty="0">
                <a:solidFill>
                  <a:srgbClr val="374151"/>
                </a:solidFill>
                <a:latin typeface="system-ui"/>
                <a:ea typeface="Calibri"/>
                <a:cs typeface="Calibri"/>
              </a:rPr>
              <a:t>Word Sense Disambiguation:</a:t>
            </a:r>
            <a:r>
              <a:rPr lang="en-IN" sz="900" dirty="0">
                <a:solidFill>
                  <a:srgbClr val="374151"/>
                </a:solidFill>
                <a:latin typeface="system-ui"/>
                <a:ea typeface="Calibri"/>
                <a:cs typeface="Calibri"/>
              </a:rPr>
              <a:t> Resolving the ambiguity of word meanings in context to select the correct sense of a word.</a:t>
            </a:r>
          </a:p>
          <a:p>
            <a:pPr lvl="2">
              <a:buFont typeface="Wingdings" pitchFamily="34" charset="0"/>
              <a:buChar char="Ø"/>
            </a:pPr>
            <a:r>
              <a:rPr lang="en-IN" sz="900" b="1" dirty="0">
                <a:solidFill>
                  <a:srgbClr val="374151"/>
                </a:solidFill>
                <a:latin typeface="system-ui"/>
                <a:ea typeface="Calibri"/>
                <a:cs typeface="Calibri"/>
              </a:rPr>
              <a:t>Sentiment Analysis:</a:t>
            </a:r>
            <a:r>
              <a:rPr lang="en-IN" sz="900" dirty="0">
                <a:solidFill>
                  <a:srgbClr val="374151"/>
                </a:solidFill>
                <a:latin typeface="system-ui"/>
                <a:ea typeface="Calibri"/>
                <a:cs typeface="Calibri"/>
              </a:rPr>
              <a:t> Determining the sentiment or emotional tone of text by </a:t>
            </a:r>
            <a:r>
              <a:rPr lang="en-IN" sz="900" err="1">
                <a:solidFill>
                  <a:srgbClr val="374151"/>
                </a:solidFill>
                <a:latin typeface="system-ui"/>
                <a:ea typeface="Calibri"/>
                <a:cs typeface="Calibri"/>
              </a:rPr>
              <a:t>analyzing</a:t>
            </a:r>
            <a:r>
              <a:rPr lang="en-IN" sz="900" dirty="0">
                <a:solidFill>
                  <a:srgbClr val="374151"/>
                </a:solidFill>
                <a:latin typeface="system-ui"/>
                <a:ea typeface="Calibri"/>
                <a:cs typeface="Calibri"/>
              </a:rPr>
              <a:t> the semantic content of words and phrases.</a:t>
            </a:r>
          </a:p>
          <a:p>
            <a:pPr lvl="2">
              <a:buFont typeface="Wingdings" pitchFamily="34" charset="0"/>
              <a:buChar char="Ø"/>
            </a:pPr>
            <a:r>
              <a:rPr lang="en-IN" sz="900" b="1" dirty="0">
                <a:solidFill>
                  <a:srgbClr val="374151"/>
                </a:solidFill>
                <a:latin typeface="system-ui"/>
                <a:ea typeface="Calibri"/>
                <a:cs typeface="Calibri"/>
              </a:rPr>
              <a:t>Semantic Web:</a:t>
            </a:r>
            <a:r>
              <a:rPr lang="en-IN" sz="900" dirty="0">
                <a:solidFill>
                  <a:srgbClr val="374151"/>
                </a:solidFill>
                <a:latin typeface="system-ui"/>
                <a:ea typeface="Calibri"/>
                <a:cs typeface="Calibri"/>
              </a:rPr>
              <a:t> In web applications, semantics help in structuring and linking data to enable better search and knowledge representation (e.g., using RDF and OWL).</a:t>
            </a:r>
          </a:p>
          <a:p>
            <a:pPr lvl="1">
              <a:buFont typeface="Wingdings" pitchFamily="34" charset="0"/>
              <a:buChar char="Ø"/>
            </a:pPr>
            <a:endParaRPr lang="en-IN" sz="900" dirty="0">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0231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Semantics and Pragmatics in Linguistic Foundation?</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39</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7840493" cy="3579803"/>
          </a:xfrm>
        </p:spPr>
        <p:txBody>
          <a:bodyPr vert="horz" lIns="91440" tIns="45720" rIns="91440" bIns="45720" rtlCol="0" anchor="t">
            <a:normAutofit/>
          </a:bodyPr>
          <a:lstStyle/>
          <a:p>
            <a:pPr>
              <a:buFont typeface="Wingdings" pitchFamily="34" charset="0"/>
              <a:buChar char="Ø"/>
            </a:pPr>
            <a:r>
              <a:rPr lang="en-IN" sz="1200" b="1" dirty="0">
                <a:solidFill>
                  <a:srgbClr val="374151"/>
                </a:solidFill>
                <a:latin typeface="system-ui"/>
                <a:cs typeface="Calibri"/>
              </a:rPr>
              <a:t>Pragmatics</a:t>
            </a:r>
            <a:r>
              <a:rPr lang="en-IN" sz="1200" b="1" dirty="0">
                <a:solidFill>
                  <a:srgbClr val="374151"/>
                </a:solidFill>
                <a:latin typeface="system-ui"/>
                <a:ea typeface="Calibri"/>
                <a:cs typeface="Calibri"/>
              </a:rPr>
              <a:t>:</a:t>
            </a:r>
            <a:endParaRPr lang="en-IN" sz="1200">
              <a:solidFill>
                <a:srgbClr val="374151"/>
              </a:solidFill>
              <a:latin typeface="system-ui"/>
              <a:ea typeface="Calibri"/>
              <a:cs typeface="Calibri"/>
            </a:endParaRPr>
          </a:p>
          <a:p>
            <a:pPr lvl="1">
              <a:buFont typeface="Wingdings" pitchFamily="34" charset="0"/>
              <a:buChar char="Ø"/>
            </a:pPr>
            <a:r>
              <a:rPr lang="en-IN" sz="1100" b="1" dirty="0">
                <a:solidFill>
                  <a:srgbClr val="374151"/>
                </a:solidFill>
                <a:latin typeface="system-ui"/>
                <a:ea typeface="Calibri"/>
                <a:cs typeface="Calibri"/>
              </a:rPr>
              <a:t>Definition:</a:t>
            </a:r>
            <a:r>
              <a:rPr lang="en-IN" sz="1100" dirty="0">
                <a:solidFill>
                  <a:srgbClr val="374151"/>
                </a:solidFill>
                <a:latin typeface="system-ui"/>
                <a:ea typeface="Calibri"/>
                <a:cs typeface="Calibri"/>
              </a:rPr>
              <a:t> Pragmatics is </a:t>
            </a:r>
            <a:r>
              <a:rPr lang="en-IN" sz="1100" dirty="0">
                <a:solidFill>
                  <a:srgbClr val="374151"/>
                </a:solidFill>
                <a:latin typeface="system-ui"/>
                <a:cs typeface="Calibri"/>
              </a:rPr>
              <a:t>the </a:t>
            </a:r>
            <a:r>
              <a:rPr lang="en-IN" sz="1100" dirty="0">
                <a:solidFill>
                  <a:srgbClr val="374151"/>
                </a:solidFill>
                <a:latin typeface="system-ui"/>
                <a:ea typeface="Calibri"/>
                <a:cs typeface="Calibri"/>
              </a:rPr>
              <a:t>branch of linguistics </a:t>
            </a:r>
            <a:r>
              <a:rPr lang="en-IN" sz="1100" dirty="0">
                <a:solidFill>
                  <a:srgbClr val="374151"/>
                </a:solidFill>
                <a:latin typeface="system-ui"/>
                <a:cs typeface="Calibri"/>
              </a:rPr>
              <a:t>that </a:t>
            </a:r>
            <a:r>
              <a:rPr lang="en-IN" sz="1100" dirty="0">
                <a:solidFill>
                  <a:srgbClr val="374151"/>
                </a:solidFill>
                <a:latin typeface="system-ui"/>
                <a:ea typeface="Calibri"/>
                <a:cs typeface="Calibri"/>
              </a:rPr>
              <a:t>studies how context influences </a:t>
            </a:r>
            <a:r>
              <a:rPr lang="en-IN" sz="1100" dirty="0">
                <a:solidFill>
                  <a:srgbClr val="374151"/>
                </a:solidFill>
                <a:latin typeface="system-ui"/>
                <a:cs typeface="Calibri"/>
              </a:rPr>
              <a:t>the </a:t>
            </a:r>
            <a:r>
              <a:rPr lang="en-IN" sz="1100" dirty="0">
                <a:solidFill>
                  <a:srgbClr val="374151"/>
                </a:solidFill>
                <a:latin typeface="system-ui"/>
                <a:ea typeface="Calibri"/>
                <a:cs typeface="Calibri"/>
              </a:rPr>
              <a:t>interpretation </a:t>
            </a:r>
            <a:r>
              <a:rPr lang="en-IN" sz="1100" dirty="0">
                <a:solidFill>
                  <a:srgbClr val="374151"/>
                </a:solidFill>
                <a:latin typeface="system-ui"/>
                <a:cs typeface="Calibri"/>
              </a:rPr>
              <a:t>of language and how people use language in real-world communicative situations. It </a:t>
            </a:r>
            <a:r>
              <a:rPr lang="en-IN" sz="1100" dirty="0">
                <a:solidFill>
                  <a:srgbClr val="374151"/>
                </a:solidFill>
                <a:latin typeface="system-ui"/>
                <a:ea typeface="Calibri"/>
                <a:cs typeface="Calibri"/>
              </a:rPr>
              <a:t>deals with the pragmatic aspects of meaning, including implicature, presupposition, speech acts, and conversational implicatures.</a:t>
            </a:r>
          </a:p>
          <a:p>
            <a:pPr lvl="1">
              <a:buFont typeface="Wingdings" pitchFamily="34" charset="0"/>
              <a:buChar char="Ø"/>
            </a:pPr>
            <a:r>
              <a:rPr lang="en-IN" sz="1100" b="1" dirty="0">
                <a:solidFill>
                  <a:srgbClr val="374151"/>
                </a:solidFill>
                <a:latin typeface="system-ui"/>
                <a:ea typeface="Calibri"/>
                <a:cs typeface="Calibri"/>
              </a:rPr>
              <a:t>Key Concepts:</a:t>
            </a:r>
            <a:r>
              <a:rPr lang="en-IN" sz="1100" dirty="0">
                <a:solidFill>
                  <a:srgbClr val="374151"/>
                </a:solidFill>
                <a:latin typeface="system-ui"/>
                <a:ea typeface="Calibri"/>
                <a:cs typeface="Calibri"/>
              </a:rPr>
              <a:t> In pragmatics, some key concepts and areas of study include:</a:t>
            </a:r>
          </a:p>
          <a:p>
            <a:pPr lvl="2">
              <a:buFont typeface="Wingdings" pitchFamily="34" charset="0"/>
              <a:buChar char="Ø"/>
            </a:pPr>
            <a:r>
              <a:rPr lang="en-IN" sz="900" b="1" dirty="0">
                <a:solidFill>
                  <a:srgbClr val="374151"/>
                </a:solidFill>
                <a:latin typeface="system-ui"/>
                <a:ea typeface="Calibri"/>
                <a:cs typeface="Calibri"/>
              </a:rPr>
              <a:t>Implicature:</a:t>
            </a:r>
            <a:r>
              <a:rPr lang="en-IN" sz="900" dirty="0">
                <a:solidFill>
                  <a:srgbClr val="374151"/>
                </a:solidFill>
                <a:latin typeface="system-ui"/>
                <a:ea typeface="Calibri"/>
                <a:cs typeface="Calibri"/>
              </a:rPr>
              <a:t> Implicature refers to inferences made by listeners or readers beyond the literal meaning of a statement. For example, if someone says, "It's a bit chilly in here," the implicature might be that they want you to adjust the temperature.</a:t>
            </a:r>
          </a:p>
          <a:p>
            <a:pPr lvl="2">
              <a:buFont typeface="Wingdings" pitchFamily="34" charset="0"/>
              <a:buChar char="Ø"/>
            </a:pPr>
            <a:r>
              <a:rPr lang="en-IN" sz="900" b="1" dirty="0">
                <a:solidFill>
                  <a:srgbClr val="374151"/>
                </a:solidFill>
                <a:latin typeface="system-ui"/>
                <a:ea typeface="Calibri"/>
                <a:cs typeface="Calibri"/>
              </a:rPr>
              <a:t>Presupposition:</a:t>
            </a:r>
            <a:r>
              <a:rPr lang="en-IN" sz="900" dirty="0">
                <a:solidFill>
                  <a:srgbClr val="374151"/>
                </a:solidFill>
                <a:latin typeface="system-ui"/>
                <a:ea typeface="Calibri"/>
                <a:cs typeface="Calibri"/>
              </a:rPr>
              <a:t> Presupposition is the set of background assumptions or information that a speaker assumes the listener shares. For example, saying, "I stopped eating junk food" presupposes that the speaker used to eat junk food.</a:t>
            </a:r>
          </a:p>
          <a:p>
            <a:pPr lvl="2">
              <a:buFont typeface="Wingdings" pitchFamily="34" charset="0"/>
              <a:buChar char="Ø"/>
            </a:pPr>
            <a:r>
              <a:rPr lang="en-IN" sz="900" b="1" dirty="0">
                <a:solidFill>
                  <a:srgbClr val="374151"/>
                </a:solidFill>
                <a:latin typeface="system-ui"/>
                <a:ea typeface="Calibri"/>
                <a:cs typeface="Calibri"/>
              </a:rPr>
              <a:t>Speech Acts:</a:t>
            </a:r>
            <a:r>
              <a:rPr lang="en-IN" sz="900" dirty="0">
                <a:solidFill>
                  <a:srgbClr val="374151"/>
                </a:solidFill>
                <a:latin typeface="system-ui"/>
                <a:ea typeface="Calibri"/>
                <a:cs typeface="Calibri"/>
              </a:rPr>
              <a:t> Pragmatics examines how people use language to perform actions, such as making requests, giving orders, making promises, and asking questions. This is known as speech act theory.</a:t>
            </a:r>
          </a:p>
          <a:p>
            <a:pPr lvl="2">
              <a:buFont typeface="Wingdings" pitchFamily="34" charset="0"/>
              <a:buChar char="Ø"/>
            </a:pPr>
            <a:r>
              <a:rPr lang="en-IN" sz="900" b="1" dirty="0">
                <a:solidFill>
                  <a:srgbClr val="374151"/>
                </a:solidFill>
                <a:latin typeface="system-ui"/>
                <a:ea typeface="Calibri"/>
                <a:cs typeface="Calibri"/>
              </a:rPr>
              <a:t>Conversational Maxims:</a:t>
            </a:r>
            <a:r>
              <a:rPr lang="en-IN" sz="900" dirty="0">
                <a:solidFill>
                  <a:srgbClr val="374151"/>
                </a:solidFill>
                <a:latin typeface="system-ui"/>
                <a:ea typeface="Calibri"/>
                <a:cs typeface="Calibri"/>
              </a:rPr>
              <a:t> Pragmatics considers Grice's maxims of conversation, which guide how people communicate effectively by observing principles like relevance, informativeness, and clarity.</a:t>
            </a:r>
          </a:p>
          <a:p>
            <a:pPr lvl="1">
              <a:buFont typeface="Wingdings" pitchFamily="34" charset="0"/>
              <a:buChar char="Ø"/>
            </a:pPr>
            <a:r>
              <a:rPr lang="en-IN" sz="1100" b="1" dirty="0">
                <a:solidFill>
                  <a:srgbClr val="374151"/>
                </a:solidFill>
                <a:latin typeface="system-ui"/>
                <a:ea typeface="Calibri"/>
                <a:cs typeface="Calibri"/>
              </a:rPr>
              <a:t>NLP Applications:</a:t>
            </a:r>
            <a:r>
              <a:rPr lang="en-IN" sz="1100" dirty="0">
                <a:solidFill>
                  <a:srgbClr val="374151"/>
                </a:solidFill>
                <a:latin typeface="system-ui"/>
                <a:ea typeface="Calibri"/>
                <a:cs typeface="Calibri"/>
              </a:rPr>
              <a:t> In NLP, pragmatics is relevant for:</a:t>
            </a:r>
          </a:p>
          <a:p>
            <a:pPr lvl="2">
              <a:buFont typeface="Wingdings" pitchFamily="34" charset="0"/>
              <a:buChar char="Ø"/>
            </a:pPr>
            <a:r>
              <a:rPr lang="en-IN" sz="900" b="1" dirty="0">
                <a:solidFill>
                  <a:srgbClr val="374151"/>
                </a:solidFill>
                <a:latin typeface="system-ui"/>
                <a:ea typeface="Calibri"/>
                <a:cs typeface="Calibri"/>
              </a:rPr>
              <a:t>Dialogue Systems:</a:t>
            </a:r>
            <a:r>
              <a:rPr lang="en-IN" sz="900" dirty="0">
                <a:solidFill>
                  <a:srgbClr val="374151"/>
                </a:solidFill>
                <a:latin typeface="system-ui"/>
                <a:ea typeface="Calibri"/>
                <a:cs typeface="Calibri"/>
              </a:rPr>
              <a:t> Understanding and generating natural-sounding human-machine interactions by considering context and speech acts.</a:t>
            </a:r>
          </a:p>
          <a:p>
            <a:pPr lvl="2">
              <a:buFont typeface="Wingdings" pitchFamily="34" charset="0"/>
              <a:buChar char="Ø"/>
            </a:pPr>
            <a:r>
              <a:rPr lang="en-IN" sz="900" b="1" dirty="0">
                <a:solidFill>
                  <a:srgbClr val="374151"/>
                </a:solidFill>
                <a:latin typeface="system-ui"/>
                <a:ea typeface="Calibri"/>
                <a:cs typeface="Calibri"/>
              </a:rPr>
              <a:t>Coreference Resolution:</a:t>
            </a:r>
            <a:r>
              <a:rPr lang="en-IN" sz="900" dirty="0">
                <a:solidFill>
                  <a:srgbClr val="374151"/>
                </a:solidFill>
                <a:latin typeface="system-ui"/>
                <a:ea typeface="Calibri"/>
                <a:cs typeface="Calibri"/>
              </a:rPr>
              <a:t> Determining the reference of pronouns and noun phrases in a text based on context and presuppositions.</a:t>
            </a:r>
          </a:p>
          <a:p>
            <a:pPr lvl="2">
              <a:buFont typeface="Wingdings" pitchFamily="34" charset="0"/>
              <a:buChar char="Ø"/>
            </a:pPr>
            <a:r>
              <a:rPr lang="en-IN" sz="900" b="1" dirty="0">
                <a:solidFill>
                  <a:srgbClr val="374151"/>
                </a:solidFill>
                <a:latin typeface="system-ui"/>
                <a:ea typeface="Calibri"/>
                <a:cs typeface="Calibri"/>
              </a:rPr>
              <a:t>Anaphora Resolution:</a:t>
            </a:r>
            <a:r>
              <a:rPr lang="en-IN" sz="900" dirty="0">
                <a:solidFill>
                  <a:srgbClr val="374151"/>
                </a:solidFill>
                <a:latin typeface="system-ui"/>
                <a:ea typeface="Calibri"/>
                <a:cs typeface="Calibri"/>
              </a:rPr>
              <a:t> Identifying the antecedents of anaphoric expressions (e.g., "it," "this") in discourse.</a:t>
            </a:r>
          </a:p>
          <a:p>
            <a:pPr lvl="2">
              <a:buFont typeface="Wingdings" pitchFamily="34" charset="0"/>
              <a:buChar char="Ø"/>
            </a:pPr>
            <a:r>
              <a:rPr lang="en-IN" sz="900" b="1" dirty="0">
                <a:solidFill>
                  <a:srgbClr val="374151"/>
                </a:solidFill>
                <a:latin typeface="system-ui"/>
                <a:ea typeface="Calibri"/>
                <a:cs typeface="Calibri"/>
              </a:rPr>
              <a:t>Contextual Understanding:</a:t>
            </a:r>
            <a:r>
              <a:rPr lang="en-IN" sz="900" dirty="0">
                <a:solidFill>
                  <a:srgbClr val="374151"/>
                </a:solidFill>
                <a:latin typeface="system-ui"/>
                <a:ea typeface="Calibri"/>
                <a:cs typeface="Calibri"/>
              </a:rPr>
              <a:t> Enhancing natural language understanding by considering the context in which language is used, which is important for chatbots, virtual assistants, and question-answering systems.</a:t>
            </a:r>
          </a:p>
          <a:p>
            <a:pPr lvl="1">
              <a:buFont typeface="Wingdings" pitchFamily="34" charset="0"/>
              <a:buChar char="Ø"/>
            </a:pPr>
            <a:endParaRPr lang="en-IN" sz="800"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155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Language Models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40</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802020"/>
          </a:xfrm>
        </p:spPr>
        <p:txBody>
          <a:bodyPr vert="horz" lIns="91440" tIns="45720" rIns="91440" bIns="45720" rtlCol="0" anchor="t">
            <a:normAutofit/>
          </a:bodyPr>
          <a:lstStyle/>
          <a:p>
            <a:pPr>
              <a:buFont typeface="Wingdings" pitchFamily="34" charset="0"/>
              <a:buChar char="Ø"/>
            </a:pPr>
            <a:r>
              <a:rPr lang="en-IN" sz="1400" dirty="0">
                <a:solidFill>
                  <a:srgbClr val="374151"/>
                </a:solidFill>
                <a:latin typeface="system-ui"/>
                <a:cs typeface="Calibri"/>
              </a:rPr>
              <a:t>Language</a:t>
            </a:r>
            <a:r>
              <a:rPr lang="en-IN" sz="1400" dirty="0">
                <a:solidFill>
                  <a:srgbClr val="374151"/>
                </a:solidFill>
                <a:latin typeface="system-ui"/>
                <a:ea typeface="Calibri"/>
                <a:cs typeface="Calibri"/>
              </a:rPr>
              <a:t> models in </a:t>
            </a:r>
            <a:r>
              <a:rPr lang="en-IN" sz="1400" dirty="0">
                <a:solidFill>
                  <a:srgbClr val="374151"/>
                </a:solidFill>
                <a:latin typeface="system-ui"/>
                <a:cs typeface="Calibri"/>
              </a:rPr>
              <a:t>natural </a:t>
            </a:r>
            <a:r>
              <a:rPr lang="en-IN" sz="1400" dirty="0">
                <a:solidFill>
                  <a:srgbClr val="374151"/>
                </a:solidFill>
                <a:latin typeface="system-ui"/>
                <a:ea typeface="Calibri"/>
                <a:cs typeface="Calibri"/>
              </a:rPr>
              <a:t>language processing (NLP</a:t>
            </a:r>
            <a:r>
              <a:rPr lang="en-IN" sz="1400" dirty="0">
                <a:solidFill>
                  <a:srgbClr val="374151"/>
                </a:solidFill>
                <a:latin typeface="system-ui"/>
                <a:cs typeface="Calibri"/>
              </a:rPr>
              <a:t>) are</a:t>
            </a:r>
            <a:r>
              <a:rPr lang="en-IN" sz="1400" dirty="0">
                <a:solidFill>
                  <a:srgbClr val="374151"/>
                </a:solidFill>
                <a:latin typeface="system-ui"/>
                <a:ea typeface="Calibri"/>
                <a:cs typeface="Calibri"/>
              </a:rPr>
              <a:t> statistical models or neural networks </a:t>
            </a:r>
            <a:r>
              <a:rPr lang="en-IN" sz="1400" dirty="0">
                <a:solidFill>
                  <a:srgbClr val="374151"/>
                </a:solidFill>
                <a:latin typeface="system-ui"/>
                <a:cs typeface="Calibri"/>
              </a:rPr>
              <a:t>that </a:t>
            </a:r>
            <a:r>
              <a:rPr lang="en-IN" sz="1400" dirty="0">
                <a:solidFill>
                  <a:srgbClr val="374151"/>
                </a:solidFill>
                <a:latin typeface="system-ui"/>
                <a:ea typeface="Calibri"/>
                <a:cs typeface="Calibri"/>
              </a:rPr>
              <a:t>are </a:t>
            </a:r>
            <a:r>
              <a:rPr lang="en-IN" sz="1400" dirty="0">
                <a:solidFill>
                  <a:srgbClr val="374151"/>
                </a:solidFill>
                <a:latin typeface="system-ui"/>
                <a:cs typeface="Calibri"/>
              </a:rPr>
              <a:t>designed to understand and generate human language. </a:t>
            </a:r>
            <a:endParaRPr lang="en-US" sz="1400" dirty="0">
              <a:ea typeface="Calibri"/>
              <a:cs typeface="Calibri"/>
            </a:endParaRPr>
          </a:p>
          <a:p>
            <a:pPr>
              <a:buFont typeface="Wingdings" pitchFamily="34" charset="0"/>
              <a:buChar char="Ø"/>
            </a:pPr>
            <a:r>
              <a:rPr lang="en-IN" sz="1400" dirty="0">
                <a:solidFill>
                  <a:srgbClr val="374151"/>
                </a:solidFill>
                <a:latin typeface="system-ui"/>
                <a:cs typeface="Calibri"/>
              </a:rPr>
              <a:t>These models are central to many </a:t>
            </a:r>
            <a:r>
              <a:rPr lang="en-IN" sz="1400" dirty="0">
                <a:solidFill>
                  <a:srgbClr val="374151"/>
                </a:solidFill>
                <a:latin typeface="system-ui"/>
                <a:ea typeface="Calibri"/>
                <a:cs typeface="Calibri"/>
              </a:rPr>
              <a:t>NLP tasks, as they provide a way to capture </a:t>
            </a:r>
            <a:r>
              <a:rPr lang="en-IN" sz="1400" dirty="0">
                <a:solidFill>
                  <a:srgbClr val="374151"/>
                </a:solidFill>
                <a:latin typeface="system-ui"/>
                <a:cs typeface="Calibri"/>
              </a:rPr>
              <a:t>the </a:t>
            </a:r>
            <a:r>
              <a:rPr lang="en-IN" sz="1400" dirty="0">
                <a:solidFill>
                  <a:srgbClr val="374151"/>
                </a:solidFill>
                <a:latin typeface="system-ui"/>
                <a:ea typeface="Calibri"/>
                <a:cs typeface="Calibri"/>
              </a:rPr>
              <a:t>statistical patterns, relationships, </a:t>
            </a:r>
            <a:r>
              <a:rPr lang="en-IN" sz="1400" dirty="0">
                <a:solidFill>
                  <a:srgbClr val="374151"/>
                </a:solidFill>
                <a:latin typeface="system-ui"/>
                <a:cs typeface="Calibri"/>
              </a:rPr>
              <a:t>and </a:t>
            </a:r>
            <a:r>
              <a:rPr lang="en-IN" sz="1400" dirty="0">
                <a:solidFill>
                  <a:srgbClr val="374151"/>
                </a:solidFill>
                <a:latin typeface="system-ui"/>
                <a:ea typeface="Calibri"/>
                <a:cs typeface="Calibri"/>
              </a:rPr>
              <a:t>structures inherent in </a:t>
            </a:r>
            <a:r>
              <a:rPr lang="en-IN" sz="1400" dirty="0">
                <a:solidFill>
                  <a:srgbClr val="374151"/>
                </a:solidFill>
                <a:latin typeface="system-ui"/>
                <a:cs typeface="Calibri"/>
              </a:rPr>
              <a:t>language</a:t>
            </a:r>
            <a:r>
              <a:rPr lang="en-IN" sz="1400" dirty="0">
                <a:solidFill>
                  <a:srgbClr val="374151"/>
                </a:solidFill>
                <a:latin typeface="system-ui"/>
                <a:ea typeface="Calibri"/>
                <a:cs typeface="Calibri"/>
              </a:rPr>
              <a:t>. </a:t>
            </a:r>
            <a:endParaRPr lang="en-IN" sz="1400">
              <a:solidFill>
                <a:srgbClr val="000000"/>
              </a:solidFill>
              <a:latin typeface="Calibri"/>
              <a:ea typeface="Calibri"/>
              <a:cs typeface="Calibri"/>
            </a:endParaRPr>
          </a:p>
          <a:p>
            <a:pPr>
              <a:buFont typeface="Wingdings" pitchFamily="34" charset="0"/>
              <a:buChar char="Ø"/>
            </a:pPr>
            <a:r>
              <a:rPr lang="en-IN" sz="1400" dirty="0">
                <a:solidFill>
                  <a:srgbClr val="374151"/>
                </a:solidFill>
                <a:latin typeface="system-ui"/>
                <a:ea typeface="Calibri"/>
                <a:cs typeface="Calibri"/>
              </a:rPr>
              <a:t>Language models play a crucial role</a:t>
            </a:r>
            <a:r>
              <a:rPr lang="en-IN" sz="1400" dirty="0">
                <a:solidFill>
                  <a:srgbClr val="374151"/>
                </a:solidFill>
                <a:latin typeface="system-ui"/>
                <a:cs typeface="Calibri"/>
              </a:rPr>
              <a:t> in </a:t>
            </a:r>
            <a:r>
              <a:rPr lang="en-IN" sz="1400" dirty="0">
                <a:solidFill>
                  <a:srgbClr val="374151"/>
                </a:solidFill>
                <a:latin typeface="system-ui"/>
                <a:ea typeface="Calibri"/>
                <a:cs typeface="Calibri"/>
              </a:rPr>
              <a:t>various NLP applications, including text generation, text classification, machine translation, and more. </a:t>
            </a:r>
            <a:endParaRPr lang="en-IN" sz="1400">
              <a:solidFill>
                <a:srgbClr val="000000"/>
              </a:solidFill>
              <a:latin typeface="Calibri"/>
              <a:ea typeface="Calibri"/>
              <a:cs typeface="Calibri"/>
            </a:endParaRPr>
          </a:p>
          <a:p>
            <a:pPr>
              <a:buFont typeface="Wingdings" pitchFamily="34" charset="0"/>
              <a:buChar char="Ø"/>
            </a:pPr>
            <a:r>
              <a:rPr lang="en-IN" sz="1400" b="1" dirty="0">
                <a:solidFill>
                  <a:srgbClr val="374151"/>
                </a:solidFill>
                <a:latin typeface="system-ui"/>
                <a:ea typeface="Calibri"/>
                <a:cs typeface="Calibri"/>
              </a:rPr>
              <a:t>Here are some key aspects of language models in NLP:</a:t>
            </a:r>
            <a:endParaRPr lang="en-IN" sz="1400" b="1" dirty="0">
              <a:ea typeface="Calibri"/>
              <a:cs typeface="Calibri"/>
            </a:endParaRPr>
          </a:p>
          <a:p>
            <a:pPr lvl="1">
              <a:buFont typeface="Wingdings" pitchFamily="34" charset="0"/>
              <a:buChar char="Ø"/>
            </a:pPr>
            <a:r>
              <a:rPr lang="en-IN" sz="1100" b="1" dirty="0">
                <a:solidFill>
                  <a:srgbClr val="374151"/>
                </a:solidFill>
                <a:latin typeface="system-ui"/>
                <a:ea typeface="Calibri"/>
                <a:cs typeface="Calibri"/>
              </a:rPr>
              <a:t>Definition:</a:t>
            </a:r>
            <a:r>
              <a:rPr lang="en-IN" sz="1100" dirty="0">
                <a:solidFill>
                  <a:srgbClr val="374151"/>
                </a:solidFill>
                <a:latin typeface="system-ui"/>
                <a:ea typeface="Calibri"/>
                <a:cs typeface="Calibri"/>
              </a:rPr>
              <a:t> A language model is a computational model that assigns probabilities to sequences of words or </a:t>
            </a:r>
            <a:r>
              <a:rPr lang="en-IN" sz="1100" dirty="0" err="1">
                <a:solidFill>
                  <a:srgbClr val="374151"/>
                </a:solidFill>
                <a:latin typeface="system-ui"/>
                <a:ea typeface="Calibri"/>
                <a:cs typeface="Calibri"/>
              </a:rPr>
              <a:t>subword</a:t>
            </a:r>
            <a:r>
              <a:rPr lang="en-IN" sz="1100" dirty="0">
                <a:solidFill>
                  <a:srgbClr val="374151"/>
                </a:solidFill>
                <a:latin typeface="system-ui"/>
                <a:ea typeface="Calibri"/>
                <a:cs typeface="Calibri"/>
              </a:rPr>
              <a:t> units (e.g., tokens or characters) in a language. It estimates the likelihood of a given sequence of words being a valid sentence in the language.</a:t>
            </a:r>
          </a:p>
          <a:p>
            <a:pPr lvl="1">
              <a:buFont typeface="Wingdings" pitchFamily="34" charset="0"/>
              <a:buChar char="Ø"/>
            </a:pPr>
            <a:r>
              <a:rPr lang="en-IN" sz="1100" b="1" dirty="0">
                <a:solidFill>
                  <a:srgbClr val="374151"/>
                </a:solidFill>
                <a:latin typeface="system-ui"/>
                <a:ea typeface="Calibri"/>
                <a:cs typeface="Calibri"/>
              </a:rPr>
              <a:t>Statistical Approach:</a:t>
            </a:r>
            <a:r>
              <a:rPr lang="en-IN" sz="1100" dirty="0">
                <a:solidFill>
                  <a:srgbClr val="374151"/>
                </a:solidFill>
                <a:latin typeface="system-ui"/>
                <a:ea typeface="Calibri"/>
                <a:cs typeface="Calibri"/>
              </a:rPr>
              <a:t> Traditional language models, such as N-grams and hidden Markov models (HMMs), use statistical techniques to capture the co-occurrence patterns of words in a corpus of text. These models estimate the probability of a word or sequence of words based on their frequencies in the training data.</a:t>
            </a:r>
          </a:p>
          <a:p>
            <a:pPr lvl="1">
              <a:buFont typeface="Wingdings" pitchFamily="34" charset="0"/>
              <a:buChar char="Ø"/>
            </a:pPr>
            <a:r>
              <a:rPr lang="en-IN" sz="1100" b="1" dirty="0">
                <a:solidFill>
                  <a:srgbClr val="374151"/>
                </a:solidFill>
                <a:latin typeface="system-ui"/>
                <a:ea typeface="Calibri"/>
                <a:cs typeface="Calibri"/>
              </a:rPr>
              <a:t>Neural Language Models:</a:t>
            </a:r>
            <a:r>
              <a:rPr lang="en-IN" sz="1100" dirty="0">
                <a:solidFill>
                  <a:srgbClr val="374151"/>
                </a:solidFill>
                <a:latin typeface="system-ui"/>
                <a:ea typeface="Calibri"/>
                <a:cs typeface="Calibri"/>
              </a:rPr>
              <a:t> In recent years, neural language models have gained prominence in NLP. These models use deep learning architectures, such as recurrent neural networks (RNNs), long short-term memory (LSTM) networks, and transformer architectures, to capture complex and long-range dependencies in text. Notable examples of neural language models include GPT (Generative Pre-trained Transformer) and BERT (Bidirectional Encoder Representations from Transformers).</a:t>
            </a:r>
          </a:p>
          <a:p>
            <a:pPr lvl="1">
              <a:buFont typeface="Wingdings" pitchFamily="34" charset="0"/>
              <a:buChar char="Ø"/>
            </a:pPr>
            <a:r>
              <a:rPr lang="en-IN" sz="1100" b="1" dirty="0">
                <a:solidFill>
                  <a:srgbClr val="374151"/>
                </a:solidFill>
                <a:latin typeface="system-ui"/>
                <a:ea typeface="Calibri"/>
                <a:cs typeface="Calibri"/>
              </a:rPr>
              <a:t>Pre-trained Models:</a:t>
            </a:r>
            <a:r>
              <a:rPr lang="en-IN" sz="1100" dirty="0">
                <a:solidFill>
                  <a:srgbClr val="374151"/>
                </a:solidFill>
                <a:latin typeface="system-ui"/>
                <a:ea typeface="Calibri"/>
                <a:cs typeface="Calibri"/>
              </a:rPr>
              <a:t> Many of the state-of-the-art language models in NLP are pre-trained on large corpora of text data, often encompassing vast amounts of internet text. These pre-trained models learn a broad understanding of language and can be fine-tuned for specific downstream NLP tasks, saving considerable time and resources.</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94594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Language Models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41</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712020"/>
          </a:xfrm>
        </p:spPr>
        <p:txBody>
          <a:bodyPr vert="horz" lIns="91440" tIns="45720" rIns="91440" bIns="45720" rtlCol="0" anchor="t">
            <a:normAutofit/>
          </a:bodyPr>
          <a:lstStyle/>
          <a:p>
            <a:pPr>
              <a:buFont typeface="Wingdings" pitchFamily="34" charset="0"/>
              <a:buChar char="Ø"/>
            </a:pPr>
            <a:r>
              <a:rPr lang="en-IN" sz="1600" b="1" dirty="0">
                <a:solidFill>
                  <a:srgbClr val="374151"/>
                </a:solidFill>
                <a:latin typeface="system-ui"/>
                <a:cs typeface="Calibri"/>
              </a:rPr>
              <a:t>Applications</a:t>
            </a:r>
            <a:r>
              <a:rPr lang="en-IN" sz="1600" b="1" dirty="0">
                <a:solidFill>
                  <a:srgbClr val="374151"/>
                </a:solidFill>
                <a:latin typeface="system-ui"/>
                <a:ea typeface="Calibri"/>
                <a:cs typeface="Calibri"/>
              </a:rPr>
              <a:t>:</a:t>
            </a:r>
            <a:endParaRPr lang="en-IN" sz="1600" dirty="0">
              <a:solidFill>
                <a:srgbClr val="374151"/>
              </a:solidFill>
              <a:latin typeface="system-ui"/>
              <a:ea typeface="Calibri"/>
              <a:cs typeface="Calibri"/>
            </a:endParaRPr>
          </a:p>
          <a:p>
            <a:pPr lvl="1">
              <a:lnSpc>
                <a:spcPct val="150000"/>
              </a:lnSpc>
              <a:buFont typeface="Wingdings" pitchFamily="34" charset="0"/>
              <a:buChar char="Ø"/>
            </a:pPr>
            <a:r>
              <a:rPr lang="en-IN" sz="1200" b="1" dirty="0">
                <a:solidFill>
                  <a:srgbClr val="374151"/>
                </a:solidFill>
                <a:latin typeface="system-ui"/>
                <a:ea typeface="Calibri"/>
                <a:cs typeface="Calibri"/>
              </a:rPr>
              <a:t>Text Generation:</a:t>
            </a:r>
            <a:r>
              <a:rPr lang="en-IN" sz="1200" dirty="0">
                <a:solidFill>
                  <a:srgbClr val="374151"/>
                </a:solidFill>
                <a:latin typeface="system-ui"/>
                <a:ea typeface="Calibri"/>
                <a:cs typeface="Calibri"/>
              </a:rPr>
              <a:t> </a:t>
            </a:r>
            <a:r>
              <a:rPr lang="en-IN" sz="1200" dirty="0">
                <a:solidFill>
                  <a:srgbClr val="374151"/>
                </a:solidFill>
                <a:latin typeface="system-ui"/>
                <a:cs typeface="Calibri"/>
              </a:rPr>
              <a:t>Language</a:t>
            </a:r>
            <a:r>
              <a:rPr lang="en-IN" sz="1200" dirty="0">
                <a:solidFill>
                  <a:srgbClr val="374151"/>
                </a:solidFill>
                <a:latin typeface="system-ui"/>
                <a:ea typeface="Calibri"/>
                <a:cs typeface="Calibri"/>
              </a:rPr>
              <a:t> models can generate coherent </a:t>
            </a:r>
            <a:r>
              <a:rPr lang="en-IN" sz="1200" dirty="0">
                <a:solidFill>
                  <a:srgbClr val="374151"/>
                </a:solidFill>
                <a:latin typeface="system-ui"/>
                <a:cs typeface="Calibri"/>
              </a:rPr>
              <a:t>and contextually relevant text, making them useful for </a:t>
            </a:r>
            <a:r>
              <a:rPr lang="en-IN" sz="1200" dirty="0">
                <a:solidFill>
                  <a:srgbClr val="374151"/>
                </a:solidFill>
                <a:latin typeface="system-ui"/>
                <a:ea typeface="Calibri"/>
                <a:cs typeface="Calibri"/>
              </a:rPr>
              <a:t>tasks like chatbots, content generation, </a:t>
            </a:r>
            <a:r>
              <a:rPr lang="en-IN" sz="1200" dirty="0">
                <a:solidFill>
                  <a:srgbClr val="374151"/>
                </a:solidFill>
                <a:latin typeface="system-ui"/>
                <a:cs typeface="Calibri"/>
              </a:rPr>
              <a:t>and </a:t>
            </a:r>
            <a:r>
              <a:rPr lang="en-IN" sz="1200" dirty="0">
                <a:solidFill>
                  <a:srgbClr val="374151"/>
                </a:solidFill>
                <a:latin typeface="system-ui"/>
                <a:ea typeface="Calibri"/>
                <a:cs typeface="Calibri"/>
              </a:rPr>
              <a:t>creative writing assistance.</a:t>
            </a:r>
          </a:p>
          <a:p>
            <a:pPr lvl="1">
              <a:lnSpc>
                <a:spcPct val="150000"/>
              </a:lnSpc>
              <a:buFont typeface="Wingdings" pitchFamily="34" charset="0"/>
              <a:buChar char="Ø"/>
            </a:pPr>
            <a:r>
              <a:rPr lang="en-IN" sz="1200" b="1" dirty="0">
                <a:solidFill>
                  <a:srgbClr val="374151"/>
                </a:solidFill>
                <a:latin typeface="system-ui"/>
                <a:ea typeface="Calibri"/>
                <a:cs typeface="Calibri"/>
              </a:rPr>
              <a:t>Text Classification:</a:t>
            </a:r>
            <a:r>
              <a:rPr lang="en-IN" sz="1200" dirty="0">
                <a:solidFill>
                  <a:srgbClr val="374151"/>
                </a:solidFill>
                <a:latin typeface="system-ui"/>
                <a:ea typeface="Calibri"/>
                <a:cs typeface="Calibri"/>
              </a:rPr>
              <a:t> Language models can be used for sentiment analysis, topic classification, and spam detection by learning to recognize patterns in text.</a:t>
            </a:r>
          </a:p>
          <a:p>
            <a:pPr lvl="1">
              <a:lnSpc>
                <a:spcPct val="150000"/>
              </a:lnSpc>
              <a:buFont typeface="Wingdings" pitchFamily="34" charset="0"/>
              <a:buChar char="Ø"/>
            </a:pPr>
            <a:r>
              <a:rPr lang="en-IN" sz="1200" b="1" dirty="0">
                <a:solidFill>
                  <a:srgbClr val="374151"/>
                </a:solidFill>
                <a:latin typeface="system-ui"/>
                <a:ea typeface="Calibri"/>
                <a:cs typeface="Calibri"/>
              </a:rPr>
              <a:t>Machine Translation:</a:t>
            </a:r>
            <a:r>
              <a:rPr lang="en-IN" sz="1200" dirty="0">
                <a:solidFill>
                  <a:srgbClr val="374151"/>
                </a:solidFill>
                <a:latin typeface="system-ui"/>
                <a:ea typeface="Calibri"/>
                <a:cs typeface="Calibri"/>
              </a:rPr>
              <a:t> Models like transformer-based neural machine translation models have improved the quality of automated translation between languages.</a:t>
            </a:r>
          </a:p>
          <a:p>
            <a:pPr lvl="1">
              <a:lnSpc>
                <a:spcPct val="150000"/>
              </a:lnSpc>
              <a:buFont typeface="Wingdings" pitchFamily="34" charset="0"/>
              <a:buChar char="Ø"/>
            </a:pPr>
            <a:r>
              <a:rPr lang="en-IN" sz="1200" b="1" dirty="0">
                <a:solidFill>
                  <a:srgbClr val="374151"/>
                </a:solidFill>
                <a:latin typeface="system-ui"/>
                <a:ea typeface="Calibri"/>
                <a:cs typeface="Calibri"/>
              </a:rPr>
              <a:t>Named Entity Recognition:</a:t>
            </a:r>
            <a:r>
              <a:rPr lang="en-IN" sz="1200" dirty="0">
                <a:solidFill>
                  <a:srgbClr val="374151"/>
                </a:solidFill>
                <a:latin typeface="system-ui"/>
                <a:ea typeface="Calibri"/>
                <a:cs typeface="Calibri"/>
              </a:rPr>
              <a:t> Language models can assist in identifying and categorizing named entities (e.g., names, locations, dates) in text.</a:t>
            </a:r>
          </a:p>
          <a:p>
            <a:pPr lvl="1">
              <a:lnSpc>
                <a:spcPct val="150000"/>
              </a:lnSpc>
              <a:buFont typeface="Wingdings" pitchFamily="34" charset="0"/>
              <a:buChar char="Ø"/>
            </a:pPr>
            <a:r>
              <a:rPr lang="en-IN" sz="1200" b="1" dirty="0">
                <a:solidFill>
                  <a:srgbClr val="374151"/>
                </a:solidFill>
                <a:latin typeface="system-ui"/>
                <a:ea typeface="Calibri"/>
                <a:cs typeface="Calibri"/>
              </a:rPr>
              <a:t>Question-Answering:</a:t>
            </a:r>
            <a:r>
              <a:rPr lang="en-IN" sz="1200" dirty="0">
                <a:solidFill>
                  <a:srgbClr val="374151"/>
                </a:solidFill>
                <a:latin typeface="system-ui"/>
                <a:ea typeface="Calibri"/>
                <a:cs typeface="Calibri"/>
              </a:rPr>
              <a:t> Language models can answer questions by understanding the context and extracting relevant information from a text passage.</a:t>
            </a:r>
          </a:p>
          <a:p>
            <a:pPr lvl="1">
              <a:lnSpc>
                <a:spcPct val="150000"/>
              </a:lnSpc>
              <a:buFont typeface="Wingdings" pitchFamily="34" charset="0"/>
              <a:buChar char="Ø"/>
            </a:pPr>
            <a:r>
              <a:rPr lang="en-IN" sz="1200" b="1" dirty="0">
                <a:solidFill>
                  <a:srgbClr val="374151"/>
                </a:solidFill>
                <a:latin typeface="system-ui"/>
                <a:ea typeface="Calibri"/>
                <a:cs typeface="Calibri"/>
              </a:rPr>
              <a:t>Contextual Understanding:</a:t>
            </a:r>
            <a:r>
              <a:rPr lang="en-IN" sz="1200" dirty="0">
                <a:solidFill>
                  <a:srgbClr val="374151"/>
                </a:solidFill>
                <a:latin typeface="system-ui"/>
                <a:ea typeface="Calibri"/>
                <a:cs typeface="Calibri"/>
              </a:rPr>
              <a:t> One of the key advantages of neural language models is their ability to capture contextual information. They consider the surrounding words and their order, enabling them to understand meaning more effectively in context.</a:t>
            </a:r>
            <a:endParaRPr lang="en-IN" sz="1200" dirty="0">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2409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Unigram Language Model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42</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29676" y="1770943"/>
            <a:ext cx="8130096" cy="4865020"/>
          </a:xfrm>
        </p:spPr>
        <p:txBody>
          <a:bodyPr vert="horz" lIns="91440" tIns="45720" rIns="91440" bIns="45720" rtlCol="0" anchor="t">
            <a:normAutofit/>
          </a:bodyPr>
          <a:lstStyle/>
          <a:p>
            <a:pPr>
              <a:buFont typeface="Wingdings" pitchFamily="34" charset="0"/>
              <a:buChar char="Ø"/>
            </a:pPr>
            <a:r>
              <a:rPr lang="en-IN" sz="1400" dirty="0">
                <a:solidFill>
                  <a:srgbClr val="374151"/>
                </a:solidFill>
                <a:latin typeface="system-ui"/>
                <a:cs typeface="Calibri"/>
              </a:rPr>
              <a:t>A</a:t>
            </a:r>
            <a:r>
              <a:rPr lang="en-IN" sz="1400" dirty="0">
                <a:solidFill>
                  <a:srgbClr val="374151"/>
                </a:solidFill>
                <a:latin typeface="system-ui"/>
                <a:ea typeface="Calibri"/>
                <a:cs typeface="Calibri"/>
              </a:rPr>
              <a:t> U</a:t>
            </a:r>
            <a:r>
              <a:rPr lang="en-IN" sz="1400" dirty="0">
                <a:solidFill>
                  <a:srgbClr val="374151"/>
                </a:solidFill>
                <a:latin typeface="system-ui"/>
                <a:cs typeface="Calibri"/>
              </a:rPr>
              <a:t>nigram </a:t>
            </a:r>
            <a:r>
              <a:rPr lang="en-IN" sz="1400" dirty="0">
                <a:solidFill>
                  <a:srgbClr val="374151"/>
                </a:solidFill>
                <a:latin typeface="system-ui"/>
                <a:ea typeface="Calibri"/>
                <a:cs typeface="Calibri"/>
              </a:rPr>
              <a:t>Language model, in natural language processing (NLP), is a simple and basic statistical language model that assigns probabilities to individual words in a text based solely on their individual frequencies of occurrence in a given corpus or dataset. </a:t>
            </a:r>
            <a:endParaRPr lang="en-US" sz="1400">
              <a:solidFill>
                <a:srgbClr val="000000"/>
              </a:solidFill>
              <a:latin typeface="Calibri"/>
              <a:ea typeface="Calibri"/>
              <a:cs typeface="Calibri"/>
            </a:endParaRPr>
          </a:p>
          <a:p>
            <a:pPr>
              <a:buFont typeface="Wingdings" pitchFamily="34" charset="0"/>
              <a:buChar char="Ø"/>
            </a:pPr>
            <a:r>
              <a:rPr lang="en-IN" sz="1400" dirty="0">
                <a:solidFill>
                  <a:srgbClr val="374151"/>
                </a:solidFill>
                <a:latin typeface="system-ui"/>
                <a:ea typeface="Calibri"/>
                <a:cs typeface="Calibri"/>
              </a:rPr>
              <a:t>It is the simplest form of language </a:t>
            </a:r>
            <a:r>
              <a:rPr lang="en-IN" sz="1400" err="1">
                <a:solidFill>
                  <a:srgbClr val="374151"/>
                </a:solidFill>
                <a:latin typeface="system-ui"/>
                <a:ea typeface="Calibri"/>
                <a:cs typeface="Calibri"/>
              </a:rPr>
              <a:t>modeling</a:t>
            </a:r>
            <a:r>
              <a:rPr lang="en-IN" sz="1400" dirty="0">
                <a:solidFill>
                  <a:srgbClr val="374151"/>
                </a:solidFill>
                <a:latin typeface="system-ui"/>
                <a:ea typeface="Calibri"/>
                <a:cs typeface="Calibri"/>
              </a:rPr>
              <a:t> and does not consider the relationships or dependencies between words within a sequence.</a:t>
            </a:r>
            <a:endParaRPr lang="en-US" sz="1400">
              <a:ea typeface="Calibri"/>
              <a:cs typeface="Calibri"/>
            </a:endParaRPr>
          </a:p>
          <a:p>
            <a:pPr>
              <a:buFont typeface="Wingdings" pitchFamily="34" charset="0"/>
              <a:buChar char="Ø"/>
            </a:pPr>
            <a:r>
              <a:rPr lang="en-IN" sz="1400" b="1" dirty="0">
                <a:solidFill>
                  <a:srgbClr val="374151"/>
                </a:solidFill>
                <a:latin typeface="system-ui"/>
                <a:ea typeface="Calibri"/>
                <a:cs typeface="Calibri"/>
              </a:rPr>
              <a:t>Here's how a unigram language model works:</a:t>
            </a:r>
          </a:p>
          <a:p>
            <a:pPr lvl="1">
              <a:buFont typeface="Wingdings" pitchFamily="34" charset="0"/>
              <a:buChar char="Ø"/>
            </a:pPr>
            <a:r>
              <a:rPr lang="en-IN" sz="1200" b="1" dirty="0">
                <a:solidFill>
                  <a:srgbClr val="374151"/>
                </a:solidFill>
                <a:latin typeface="system-ui"/>
                <a:ea typeface="Calibri"/>
                <a:cs typeface="Calibri"/>
              </a:rPr>
              <a:t>Word Probability:</a:t>
            </a:r>
            <a:r>
              <a:rPr lang="en-IN" sz="1200" dirty="0">
                <a:solidFill>
                  <a:srgbClr val="374151"/>
                </a:solidFill>
                <a:latin typeface="system-ui"/>
                <a:ea typeface="Calibri"/>
                <a:cs typeface="Calibri"/>
              </a:rPr>
              <a:t> For each word in a vocabulary, the unigram model calculates the probability of that word occurring in a given context (usually a sentence or document). The probability is estimated based on the word's frequency of occurrence in the training corpus.</a:t>
            </a:r>
          </a:p>
          <a:p>
            <a:pPr lvl="1">
              <a:buFont typeface="Wingdings" pitchFamily="34" charset="0"/>
              <a:buChar char="Ø"/>
            </a:pPr>
            <a:r>
              <a:rPr lang="en-IN" sz="1200" b="1" dirty="0">
                <a:solidFill>
                  <a:srgbClr val="374151"/>
                </a:solidFill>
                <a:latin typeface="system-ui"/>
                <a:ea typeface="Calibri"/>
                <a:cs typeface="Calibri"/>
              </a:rPr>
              <a:t>Independence Assumption:</a:t>
            </a:r>
            <a:r>
              <a:rPr lang="en-IN" sz="1200" dirty="0">
                <a:solidFill>
                  <a:srgbClr val="374151"/>
                </a:solidFill>
                <a:latin typeface="system-ui"/>
                <a:ea typeface="Calibri"/>
                <a:cs typeface="Calibri"/>
              </a:rPr>
              <a:t> Unigram models assume that words are independent of each other within a sequence, meaning that the probability of one word occurring does not depend on the presence or absence of other words. This is a significant simplification and does not capture the context or meaning of a sentence.</a:t>
            </a:r>
          </a:p>
          <a:p>
            <a:pPr lvl="1">
              <a:buFont typeface="Wingdings" pitchFamily="34" charset="0"/>
              <a:buChar char="Ø"/>
            </a:pPr>
            <a:r>
              <a:rPr lang="en-IN" sz="1200" b="1" dirty="0">
                <a:solidFill>
                  <a:srgbClr val="374151"/>
                </a:solidFill>
                <a:latin typeface="system-ui"/>
                <a:ea typeface="Calibri"/>
                <a:cs typeface="Calibri"/>
              </a:rPr>
              <a:t>Probability Calculation:</a:t>
            </a:r>
            <a:r>
              <a:rPr lang="en-IN" sz="1200" dirty="0">
                <a:solidFill>
                  <a:srgbClr val="374151"/>
                </a:solidFill>
                <a:latin typeface="system-ui"/>
                <a:ea typeface="Calibri"/>
                <a:cs typeface="Calibri"/>
              </a:rPr>
              <a:t> To calculate the probability of a sentence or sequence of words, the unigram model multiplies the probabilities of each individual word in the sequence. This assumes that each word's occurrence is statistically independent of the others.</a:t>
            </a:r>
          </a:p>
          <a:p>
            <a:pPr marL="0" indent="0">
              <a:buNone/>
            </a:pPr>
            <a:r>
              <a:rPr lang="en-IN" sz="1100">
                <a:solidFill>
                  <a:srgbClr val="374151"/>
                </a:solidFill>
                <a:latin typeface="system-ui"/>
                <a:ea typeface="Calibri"/>
                <a:cs typeface="Calibri"/>
              </a:rPr>
              <a:t>Mathematically, the probability of a sequence of words (S) in a unigram model can be represented as:</a:t>
            </a:r>
          </a:p>
          <a:p>
            <a:pPr marL="457200" lvl="1" indent="0">
              <a:buNone/>
            </a:pPr>
            <a:r>
              <a:rPr lang="en-IN" sz="1100">
                <a:solidFill>
                  <a:srgbClr val="374151"/>
                </a:solidFill>
                <a:latin typeface="system-ui"/>
                <a:ea typeface="Calibri"/>
                <a:cs typeface="Calibri"/>
              </a:rPr>
              <a:t>P(S) = P(w1) * P(w2) * P(w3) * ... * P(</a:t>
            </a:r>
            <a:r>
              <a:rPr lang="en-IN" sz="1100" err="1">
                <a:solidFill>
                  <a:srgbClr val="374151"/>
                </a:solidFill>
                <a:latin typeface="system-ui"/>
                <a:ea typeface="Calibri"/>
                <a:cs typeface="Calibri"/>
              </a:rPr>
              <a:t>wn</a:t>
            </a:r>
            <a:r>
              <a:rPr lang="en-IN" sz="1100">
                <a:solidFill>
                  <a:srgbClr val="374151"/>
                </a:solidFill>
                <a:latin typeface="system-ui"/>
                <a:ea typeface="Calibri"/>
                <a:cs typeface="Calibri"/>
              </a:rPr>
              <a:t>)</a:t>
            </a:r>
          </a:p>
          <a:p>
            <a:pPr marL="457200" lvl="1" indent="0">
              <a:buNone/>
            </a:pPr>
            <a:r>
              <a:rPr lang="en-IN" sz="1100">
                <a:solidFill>
                  <a:srgbClr val="374151"/>
                </a:solidFill>
                <a:latin typeface="system-ui"/>
                <a:ea typeface="Calibri"/>
                <a:cs typeface="Calibri"/>
              </a:rPr>
              <a:t>Where:</a:t>
            </a:r>
          </a:p>
          <a:p>
            <a:pPr marL="0" indent="0">
              <a:buNone/>
            </a:pPr>
            <a:r>
              <a:rPr lang="en-IN" sz="1100">
                <a:solidFill>
                  <a:srgbClr val="374151"/>
                </a:solidFill>
                <a:latin typeface="system-ui"/>
                <a:ea typeface="Calibri"/>
                <a:cs typeface="Calibri"/>
              </a:rPr>
              <a:t>P(</a:t>
            </a:r>
            <a:r>
              <a:rPr lang="en-IN" sz="1100" err="1">
                <a:solidFill>
                  <a:srgbClr val="374151"/>
                </a:solidFill>
                <a:latin typeface="system-ui"/>
                <a:ea typeface="Calibri"/>
                <a:cs typeface="Calibri"/>
              </a:rPr>
              <a:t>wi</a:t>
            </a:r>
            <a:r>
              <a:rPr lang="en-IN" sz="1100">
                <a:solidFill>
                  <a:srgbClr val="374151"/>
                </a:solidFill>
                <a:latin typeface="system-ui"/>
                <a:ea typeface="Calibri"/>
                <a:cs typeface="Calibri"/>
              </a:rPr>
              <a:t>) is the probability of the </a:t>
            </a:r>
            <a:r>
              <a:rPr lang="en-IN" sz="1100" err="1">
                <a:solidFill>
                  <a:srgbClr val="374151"/>
                </a:solidFill>
                <a:latin typeface="system-ui"/>
                <a:ea typeface="Calibri"/>
                <a:cs typeface="Calibri"/>
              </a:rPr>
              <a:t>i-th</a:t>
            </a:r>
            <a:r>
              <a:rPr lang="en-IN" sz="1100">
                <a:solidFill>
                  <a:srgbClr val="374151"/>
                </a:solidFill>
                <a:latin typeface="system-ui"/>
                <a:ea typeface="Calibri"/>
                <a:cs typeface="Calibri"/>
              </a:rPr>
              <a:t> word in the sequence.</a:t>
            </a:r>
          </a:p>
          <a:p>
            <a:pPr lvl="1">
              <a:buFont typeface="Wingdings" pitchFamily="34" charset="0"/>
              <a:buChar char="Ø"/>
            </a:pPr>
            <a:r>
              <a:rPr lang="en-IN" sz="1100" b="1" dirty="0">
                <a:solidFill>
                  <a:srgbClr val="000000"/>
                </a:solidFill>
                <a:latin typeface="system-ui"/>
                <a:ea typeface="Calibri"/>
                <a:cs typeface="Calibri"/>
              </a:rPr>
              <a:t>Smoothing:</a:t>
            </a:r>
            <a:r>
              <a:rPr lang="en-IN" sz="1100" dirty="0">
                <a:solidFill>
                  <a:srgbClr val="000000"/>
                </a:solidFill>
                <a:latin typeface="system-ui"/>
                <a:ea typeface="Calibri"/>
                <a:cs typeface="Calibri"/>
              </a:rPr>
              <a:t> </a:t>
            </a:r>
            <a:r>
              <a:rPr lang="en-IN" sz="1200" dirty="0">
                <a:solidFill>
                  <a:srgbClr val="374151"/>
                </a:solidFill>
                <a:latin typeface="system-ui"/>
                <a:ea typeface="Calibri"/>
                <a:cs typeface="Calibri"/>
              </a:rPr>
              <a:t>Unigram models often apply smoothing techniques to handle words that do not appear in the training corpus (i.e., out-of-vocabulary words). Smoothing methods, such as Laplace smoothing or add-one smoothing, adjust the word probabilities to ensure that no word has a probability of zero.</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68228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Bigram Language Model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43</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712020"/>
          </a:xfrm>
        </p:spPr>
        <p:txBody>
          <a:bodyPr vert="horz" lIns="91440" tIns="45720" rIns="91440" bIns="45720" rtlCol="0" anchor="t">
            <a:normAutofit/>
          </a:bodyPr>
          <a:lstStyle/>
          <a:p>
            <a:pPr>
              <a:buFont typeface="Wingdings" pitchFamily="34" charset="0"/>
              <a:buChar char="Ø"/>
            </a:pPr>
            <a:r>
              <a:rPr lang="en-IN" sz="1400" dirty="0">
                <a:solidFill>
                  <a:srgbClr val="374151"/>
                </a:solidFill>
                <a:latin typeface="system-ui"/>
                <a:cs typeface="Calibri"/>
              </a:rPr>
              <a:t>A</a:t>
            </a:r>
            <a:r>
              <a:rPr lang="en-IN" sz="1400" dirty="0">
                <a:solidFill>
                  <a:srgbClr val="374151"/>
                </a:solidFill>
                <a:latin typeface="system-ui"/>
                <a:ea typeface="Calibri"/>
                <a:cs typeface="Calibri"/>
              </a:rPr>
              <a:t> bigram language model, in natural language processing (NLP), is a statistical language model that estimates the probability of a word in a sequence based on the conditional probability of that word given the preceding word. </a:t>
            </a:r>
            <a:endParaRPr lang="en-US" sz="1400">
              <a:solidFill>
                <a:srgbClr val="000000"/>
              </a:solidFill>
              <a:latin typeface="Calibri"/>
              <a:ea typeface="Calibri"/>
              <a:cs typeface="Calibri"/>
            </a:endParaRPr>
          </a:p>
          <a:p>
            <a:pPr>
              <a:buFont typeface="Wingdings" pitchFamily="34" charset="0"/>
              <a:buChar char="Ø"/>
            </a:pPr>
            <a:r>
              <a:rPr lang="en-IN" sz="1400" dirty="0">
                <a:solidFill>
                  <a:srgbClr val="374151"/>
                </a:solidFill>
                <a:latin typeface="system-ui"/>
                <a:ea typeface="Calibri"/>
                <a:cs typeface="Calibri"/>
              </a:rPr>
              <a:t>It is a step up in complexity from unigram models, which only consider the probabilities of individual words in isolation.</a:t>
            </a:r>
            <a:endParaRPr lang="en-US" sz="1400" dirty="0">
              <a:solidFill>
                <a:srgbClr val="000000"/>
              </a:solidFill>
              <a:latin typeface="Calibri"/>
              <a:ea typeface="Calibri"/>
              <a:cs typeface="Calibri"/>
            </a:endParaRPr>
          </a:p>
          <a:p>
            <a:pPr>
              <a:buFont typeface="Wingdings" pitchFamily="34" charset="0"/>
              <a:buChar char="Ø"/>
            </a:pPr>
            <a:r>
              <a:rPr lang="en-IN" sz="1400" dirty="0">
                <a:solidFill>
                  <a:srgbClr val="374151"/>
                </a:solidFill>
                <a:latin typeface="system-ui"/>
                <a:ea typeface="Calibri"/>
                <a:cs typeface="Calibri"/>
              </a:rPr>
              <a:t>Bigram models capture some level of local word-to-word dependencies but do not consider long-range dependencies or syntactic structures.</a:t>
            </a:r>
            <a:endParaRPr lang="en-US" sz="1400">
              <a:ea typeface="Calibri"/>
              <a:cs typeface="Calibri"/>
            </a:endParaRPr>
          </a:p>
          <a:p>
            <a:pPr>
              <a:buFont typeface="Wingdings" pitchFamily="34" charset="0"/>
              <a:buChar char="Ø"/>
            </a:pPr>
            <a:r>
              <a:rPr lang="en-IN" sz="1400" b="1" dirty="0">
                <a:solidFill>
                  <a:srgbClr val="374151"/>
                </a:solidFill>
                <a:latin typeface="system-ui"/>
                <a:ea typeface="Calibri"/>
                <a:cs typeface="Calibri"/>
              </a:rPr>
              <a:t>Here's how a bigram language model works:</a:t>
            </a:r>
          </a:p>
          <a:p>
            <a:pPr lvl="1">
              <a:buFont typeface="Wingdings" pitchFamily="34" charset="0"/>
              <a:buChar char="Ø"/>
            </a:pPr>
            <a:r>
              <a:rPr lang="en-IN" sz="1200" b="1" dirty="0">
                <a:solidFill>
                  <a:srgbClr val="374151"/>
                </a:solidFill>
                <a:latin typeface="system-ui"/>
                <a:ea typeface="Calibri"/>
                <a:cs typeface="Calibri"/>
              </a:rPr>
              <a:t>Conditional Probability:</a:t>
            </a:r>
            <a:r>
              <a:rPr lang="en-IN" sz="1200" dirty="0">
                <a:solidFill>
                  <a:srgbClr val="374151"/>
                </a:solidFill>
                <a:latin typeface="system-ui"/>
                <a:ea typeface="Calibri"/>
                <a:cs typeface="Calibri"/>
              </a:rPr>
              <a:t> In a bigram model, the probability of each word in a sequence is calculated based on the probability of that word given the immediately preceding word. This is expressed as P(</a:t>
            </a:r>
            <a:r>
              <a:rPr lang="en-IN" sz="1200" dirty="0" err="1">
                <a:solidFill>
                  <a:srgbClr val="374151"/>
                </a:solidFill>
                <a:latin typeface="system-ui"/>
                <a:ea typeface="Calibri"/>
                <a:cs typeface="Calibri"/>
              </a:rPr>
              <a:t>wi</a:t>
            </a:r>
            <a:r>
              <a:rPr lang="en-IN" sz="1200" dirty="0">
                <a:solidFill>
                  <a:srgbClr val="374151"/>
                </a:solidFill>
                <a:latin typeface="system-ui"/>
                <a:ea typeface="Calibri"/>
                <a:cs typeface="Calibri"/>
              </a:rPr>
              <a:t> | wi-1), where </a:t>
            </a:r>
            <a:r>
              <a:rPr lang="en-IN" sz="1200" dirty="0" err="1">
                <a:solidFill>
                  <a:srgbClr val="374151"/>
                </a:solidFill>
                <a:latin typeface="system-ui"/>
                <a:ea typeface="Calibri"/>
                <a:cs typeface="Calibri"/>
              </a:rPr>
              <a:t>wi</a:t>
            </a:r>
            <a:r>
              <a:rPr lang="en-IN" sz="1200" dirty="0">
                <a:solidFill>
                  <a:srgbClr val="374151"/>
                </a:solidFill>
                <a:latin typeface="system-ui"/>
                <a:ea typeface="Calibri"/>
                <a:cs typeface="Calibri"/>
              </a:rPr>
              <a:t> represents the current word, and wi-1 represents the preceding word.</a:t>
            </a:r>
          </a:p>
          <a:p>
            <a:pPr lvl="1">
              <a:buFont typeface="Wingdings" pitchFamily="34" charset="0"/>
              <a:buChar char="Ø"/>
            </a:pPr>
            <a:r>
              <a:rPr lang="en-IN" sz="1200" b="1" dirty="0">
                <a:solidFill>
                  <a:srgbClr val="374151"/>
                </a:solidFill>
                <a:latin typeface="system-ui"/>
                <a:ea typeface="Calibri"/>
                <a:cs typeface="Calibri"/>
              </a:rPr>
              <a:t>Independence Assumption:</a:t>
            </a:r>
            <a:r>
              <a:rPr lang="en-IN" sz="1200" dirty="0">
                <a:solidFill>
                  <a:srgbClr val="374151"/>
                </a:solidFill>
                <a:latin typeface="system-ui"/>
                <a:ea typeface="Calibri"/>
                <a:cs typeface="Calibri"/>
              </a:rPr>
              <a:t> Bigram models assume that the probability of a word depends only on the preceding word and is independent of other words in the sequence. This is a simplifying assumption but captures some of the local word-ordering patterns in language.</a:t>
            </a:r>
          </a:p>
          <a:p>
            <a:pPr lvl="1">
              <a:buFont typeface="Wingdings" pitchFamily="34" charset="0"/>
              <a:buChar char="Ø"/>
            </a:pPr>
            <a:r>
              <a:rPr lang="en-IN" sz="1200" b="1" dirty="0">
                <a:solidFill>
                  <a:srgbClr val="374151"/>
                </a:solidFill>
                <a:latin typeface="system-ui"/>
                <a:ea typeface="Calibri"/>
                <a:cs typeface="Calibri"/>
              </a:rPr>
              <a:t>Probability Calculation:</a:t>
            </a:r>
            <a:r>
              <a:rPr lang="en-IN" sz="1200" dirty="0">
                <a:solidFill>
                  <a:srgbClr val="374151"/>
                </a:solidFill>
                <a:latin typeface="system-ui"/>
                <a:ea typeface="Calibri"/>
                <a:cs typeface="Calibri"/>
              </a:rPr>
              <a:t> To calculate the probability of a sentence or sequence of words, the bigram model multiplies the conditional probabilities of each word given its preceding word in the sequence:</a:t>
            </a:r>
          </a:p>
          <a:p>
            <a:pPr marL="0" indent="0">
              <a:buNone/>
            </a:pPr>
            <a:r>
              <a:rPr lang="en-IN" sz="1100" dirty="0">
                <a:solidFill>
                  <a:srgbClr val="374151"/>
                </a:solidFill>
                <a:latin typeface="system-ui"/>
                <a:ea typeface="Calibri"/>
                <a:cs typeface="Calibri"/>
              </a:rPr>
              <a:t>P(S) = P(w1 | start) * P(w2 | w1) * P(w3 | w2) * ... * P(</a:t>
            </a:r>
            <a:r>
              <a:rPr lang="en-IN" sz="1100" dirty="0" err="1">
                <a:solidFill>
                  <a:srgbClr val="374151"/>
                </a:solidFill>
                <a:latin typeface="system-ui"/>
                <a:ea typeface="Calibri"/>
                <a:cs typeface="Calibri"/>
              </a:rPr>
              <a:t>wn</a:t>
            </a:r>
            <a:r>
              <a:rPr lang="en-IN" sz="1100" dirty="0">
                <a:solidFill>
                  <a:srgbClr val="374151"/>
                </a:solidFill>
                <a:latin typeface="system-ui"/>
                <a:ea typeface="Calibri"/>
                <a:cs typeface="Calibri"/>
              </a:rPr>
              <a:t> | wn-1)</a:t>
            </a:r>
          </a:p>
          <a:p>
            <a:pPr marL="0" indent="0">
              <a:buNone/>
            </a:pPr>
            <a:r>
              <a:rPr lang="en-IN" sz="1100" dirty="0">
                <a:solidFill>
                  <a:srgbClr val="374151"/>
                </a:solidFill>
                <a:latin typeface="system-ui"/>
                <a:ea typeface="Calibri"/>
                <a:cs typeface="Calibri"/>
              </a:rPr>
              <a:t>Here, "start" represents the beginning of the sentence.</a:t>
            </a:r>
          </a:p>
          <a:p>
            <a:pPr lvl="1">
              <a:buFont typeface="Wingdings" pitchFamily="34" charset="0"/>
              <a:buChar char="Ø"/>
            </a:pPr>
            <a:r>
              <a:rPr lang="en-IN" sz="1200" b="1" dirty="0">
                <a:solidFill>
                  <a:srgbClr val="000000"/>
                </a:solidFill>
                <a:latin typeface="system-ui"/>
                <a:ea typeface="Calibri"/>
                <a:cs typeface="Calibri"/>
              </a:rPr>
              <a:t>Smoothing:</a:t>
            </a:r>
            <a:r>
              <a:rPr lang="en-IN" sz="1200" dirty="0">
                <a:solidFill>
                  <a:srgbClr val="000000"/>
                </a:solidFill>
                <a:latin typeface="system-ui"/>
                <a:ea typeface="Calibri"/>
                <a:cs typeface="Calibri"/>
              </a:rPr>
              <a:t> Like unigram models, bigram models often apply smoothing techniques to handle words that do not appear in the training corpus. Smoothing helps avoid zero probabilities for unseen word combinations.</a:t>
            </a: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80496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N-gram Language Model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44</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712020"/>
          </a:xfrm>
        </p:spPr>
        <p:txBody>
          <a:bodyPr vert="horz" lIns="91440" tIns="45720" rIns="91440" bIns="45720" rtlCol="0" anchor="t">
            <a:normAutofit/>
          </a:bodyPr>
          <a:lstStyle/>
          <a:p>
            <a:pPr>
              <a:buFont typeface="Wingdings" pitchFamily="34" charset="0"/>
              <a:buChar char="Ø"/>
            </a:pPr>
            <a:r>
              <a:rPr lang="en-IN" sz="1200" dirty="0">
                <a:solidFill>
                  <a:srgbClr val="374151"/>
                </a:solidFill>
                <a:latin typeface="system-ui"/>
                <a:cs typeface="Calibri"/>
              </a:rPr>
              <a:t>An n-gram language </a:t>
            </a:r>
            <a:r>
              <a:rPr lang="en-IN" sz="1200" dirty="0">
                <a:solidFill>
                  <a:srgbClr val="374151"/>
                </a:solidFill>
                <a:latin typeface="system-ui"/>
                <a:ea typeface="Calibri"/>
                <a:cs typeface="Calibri"/>
              </a:rPr>
              <a:t>model, in natural language processing (NLP), is a statistical language model that estimates the probability of a word in a sequence based on the conditional probability of that word given the preceding (n-1) words. N-grams are a generalization of bigrams (2-grams) and unigrams (1-grams) and are used to capture local word-to-word dependencies in text. N-grams are a common and versatile approach for language </a:t>
            </a:r>
            <a:r>
              <a:rPr lang="en-IN" sz="1200" dirty="0" err="1">
                <a:solidFill>
                  <a:srgbClr val="374151"/>
                </a:solidFill>
                <a:latin typeface="system-ui"/>
                <a:ea typeface="Calibri"/>
                <a:cs typeface="Calibri"/>
              </a:rPr>
              <a:t>modeling</a:t>
            </a:r>
            <a:r>
              <a:rPr lang="en-IN" sz="1200" dirty="0">
                <a:solidFill>
                  <a:srgbClr val="374151"/>
                </a:solidFill>
                <a:latin typeface="system-ui"/>
                <a:ea typeface="Calibri"/>
                <a:cs typeface="Calibri"/>
              </a:rPr>
              <a:t> in NLP.</a:t>
            </a:r>
            <a:endParaRPr lang="en-US"/>
          </a:p>
          <a:p>
            <a:pPr>
              <a:buFont typeface="Wingdings" pitchFamily="34" charset="0"/>
              <a:buChar char="Ø"/>
            </a:pPr>
            <a:r>
              <a:rPr lang="en-IN" sz="1200" b="1" dirty="0">
                <a:solidFill>
                  <a:srgbClr val="374151"/>
                </a:solidFill>
                <a:latin typeface="system-ui"/>
                <a:ea typeface="Calibri"/>
                <a:cs typeface="Calibri"/>
              </a:rPr>
              <a:t>Here's how an n-gram language model works:</a:t>
            </a:r>
          </a:p>
          <a:p>
            <a:pPr lvl="1">
              <a:buFont typeface="Wingdings" pitchFamily="34" charset="0"/>
              <a:buChar char="Ø"/>
            </a:pPr>
            <a:r>
              <a:rPr lang="en-IN" sz="1200" b="1" dirty="0">
                <a:solidFill>
                  <a:srgbClr val="374151"/>
                </a:solidFill>
                <a:latin typeface="system-ui"/>
                <a:ea typeface="Calibri"/>
                <a:cs typeface="Calibri"/>
              </a:rPr>
              <a:t>Conditional Probability:</a:t>
            </a:r>
            <a:r>
              <a:rPr lang="en-IN" sz="1200" dirty="0">
                <a:solidFill>
                  <a:srgbClr val="374151"/>
                </a:solidFill>
                <a:latin typeface="system-ui"/>
                <a:ea typeface="Calibri"/>
                <a:cs typeface="Calibri"/>
              </a:rPr>
              <a:t> In an n-gram model, the probability of each word in a sequence is estimated based on the probability of that word given the (n-1) preceding words. This is expressed as P(</a:t>
            </a:r>
            <a:r>
              <a:rPr lang="en-IN" sz="1200" dirty="0" err="1">
                <a:solidFill>
                  <a:srgbClr val="374151"/>
                </a:solidFill>
                <a:latin typeface="system-ui"/>
                <a:ea typeface="Calibri"/>
                <a:cs typeface="Calibri"/>
              </a:rPr>
              <a:t>wi</a:t>
            </a:r>
            <a:r>
              <a:rPr lang="en-IN" sz="1200" dirty="0">
                <a:solidFill>
                  <a:srgbClr val="374151"/>
                </a:solidFill>
                <a:latin typeface="system-ui"/>
                <a:ea typeface="Calibri"/>
                <a:cs typeface="Calibri"/>
              </a:rPr>
              <a:t> | wi-1, wi-2, ..., wi-n+1), where </a:t>
            </a:r>
            <a:r>
              <a:rPr lang="en-IN" sz="1200" dirty="0" err="1">
                <a:solidFill>
                  <a:srgbClr val="374151"/>
                </a:solidFill>
                <a:latin typeface="system-ui"/>
                <a:ea typeface="Calibri"/>
                <a:cs typeface="Calibri"/>
              </a:rPr>
              <a:t>wi</a:t>
            </a:r>
            <a:r>
              <a:rPr lang="en-IN" sz="1200" dirty="0">
                <a:solidFill>
                  <a:srgbClr val="374151"/>
                </a:solidFill>
                <a:latin typeface="system-ui"/>
                <a:ea typeface="Calibri"/>
                <a:cs typeface="Calibri"/>
              </a:rPr>
              <a:t> represents the current word, and wi-1, wi-2, ..., wi-n+1 represent the (n-1) preceding words in the sequence.</a:t>
            </a:r>
          </a:p>
          <a:p>
            <a:pPr lvl="1">
              <a:buFont typeface="Wingdings" pitchFamily="34" charset="0"/>
              <a:buChar char="Ø"/>
            </a:pPr>
            <a:r>
              <a:rPr lang="en-IN" sz="1200" b="1" dirty="0">
                <a:solidFill>
                  <a:srgbClr val="374151"/>
                </a:solidFill>
                <a:latin typeface="system-ui"/>
                <a:ea typeface="Calibri"/>
                <a:cs typeface="Calibri"/>
              </a:rPr>
              <a:t>Independence Assumption:</a:t>
            </a:r>
            <a:r>
              <a:rPr lang="en-IN" sz="1200" dirty="0">
                <a:solidFill>
                  <a:srgbClr val="374151"/>
                </a:solidFill>
                <a:latin typeface="system-ui"/>
                <a:ea typeface="Calibri"/>
                <a:cs typeface="Calibri"/>
              </a:rPr>
              <a:t> N-gram models assume that the probability of a word depends only on the preceding (n-1) words and is independent of other words in the sequence. This assumption allows for the </a:t>
            </a:r>
            <a:r>
              <a:rPr lang="en-IN" sz="1200" dirty="0" err="1">
                <a:solidFill>
                  <a:srgbClr val="374151"/>
                </a:solidFill>
                <a:latin typeface="system-ui"/>
                <a:ea typeface="Calibri"/>
                <a:cs typeface="Calibri"/>
              </a:rPr>
              <a:t>modeling</a:t>
            </a:r>
            <a:r>
              <a:rPr lang="en-IN" sz="1200" dirty="0">
                <a:solidFill>
                  <a:srgbClr val="374151"/>
                </a:solidFill>
                <a:latin typeface="system-ui"/>
                <a:ea typeface="Calibri"/>
                <a:cs typeface="Calibri"/>
              </a:rPr>
              <a:t> of local word-ordering patterns and dependencies.</a:t>
            </a:r>
          </a:p>
          <a:p>
            <a:pPr lvl="1">
              <a:buFont typeface="Wingdings" pitchFamily="34" charset="0"/>
              <a:buChar char="Ø"/>
            </a:pPr>
            <a:r>
              <a:rPr lang="en-IN" sz="1200" b="1" dirty="0">
                <a:solidFill>
                  <a:srgbClr val="374151"/>
                </a:solidFill>
                <a:latin typeface="system-ui"/>
                <a:ea typeface="Calibri"/>
                <a:cs typeface="Calibri"/>
              </a:rPr>
              <a:t>Probability Calculation:</a:t>
            </a:r>
            <a:r>
              <a:rPr lang="en-IN" sz="1200" dirty="0">
                <a:solidFill>
                  <a:srgbClr val="374151"/>
                </a:solidFill>
                <a:latin typeface="system-ui"/>
                <a:ea typeface="Calibri"/>
                <a:cs typeface="Calibri"/>
              </a:rPr>
              <a:t> To calculate the probability of a sentence or sequence of words, the n-gram model multiplies the conditional probabilities of each word given its (n-1) preceding words in the sequence:</a:t>
            </a:r>
          </a:p>
          <a:p>
            <a:pPr marL="457200" lvl="1" indent="0">
              <a:buNone/>
            </a:pPr>
            <a:r>
              <a:rPr lang="en-IN" sz="1200" dirty="0">
                <a:solidFill>
                  <a:srgbClr val="374151"/>
                </a:solidFill>
                <a:latin typeface="system-ui"/>
                <a:ea typeface="Calibri"/>
                <a:cs typeface="Calibri"/>
              </a:rPr>
              <a:t>P(S) = P(w1 | start) * P(w2 | w1) * P(w3 | w1, w2) * ... * P(</a:t>
            </a:r>
            <a:r>
              <a:rPr lang="en-IN" sz="1200" dirty="0" err="1">
                <a:solidFill>
                  <a:srgbClr val="374151"/>
                </a:solidFill>
                <a:latin typeface="system-ui"/>
                <a:ea typeface="Calibri"/>
                <a:cs typeface="Calibri"/>
              </a:rPr>
              <a:t>wn</a:t>
            </a:r>
            <a:r>
              <a:rPr lang="en-IN" sz="1200" dirty="0">
                <a:solidFill>
                  <a:srgbClr val="374151"/>
                </a:solidFill>
                <a:latin typeface="system-ui"/>
                <a:ea typeface="Calibri"/>
                <a:cs typeface="Calibri"/>
              </a:rPr>
              <a:t> | wn-1, wn-2, ..., wn-n+1)</a:t>
            </a:r>
          </a:p>
          <a:p>
            <a:pPr marL="457200" lvl="1" indent="0">
              <a:buNone/>
            </a:pPr>
            <a:r>
              <a:rPr lang="en-IN" sz="1200" dirty="0">
                <a:solidFill>
                  <a:srgbClr val="374151"/>
                </a:solidFill>
                <a:latin typeface="system-ui"/>
                <a:ea typeface="Calibri"/>
                <a:cs typeface="Calibri"/>
              </a:rPr>
              <a:t>Here, "start" represents the beginning of the sentence.</a:t>
            </a:r>
          </a:p>
          <a:p>
            <a:pPr lvl="1">
              <a:buFont typeface="Wingdings" pitchFamily="34" charset="0"/>
              <a:buChar char="Ø"/>
            </a:pPr>
            <a:r>
              <a:rPr lang="en-IN" sz="1200" b="1" dirty="0">
                <a:solidFill>
                  <a:srgbClr val="374151"/>
                </a:solidFill>
                <a:latin typeface="system-ui"/>
                <a:ea typeface="Calibri"/>
                <a:cs typeface="Calibri"/>
              </a:rPr>
              <a:t>N-gram Order:</a:t>
            </a:r>
            <a:r>
              <a:rPr lang="en-IN" sz="1200" dirty="0">
                <a:solidFill>
                  <a:srgbClr val="374151"/>
                </a:solidFill>
                <a:latin typeface="system-ui"/>
                <a:ea typeface="Calibri"/>
                <a:cs typeface="Calibri"/>
              </a:rPr>
              <a:t> The "n" in "n-gram" indicates the order of the model. For example, a bigram model is an n-gram model with n = 2, which considers the probability of each word given only the immediately preceding word. Similarly, a trigram model has n = 3 and considers the probability of each word given the two preceding words.</a:t>
            </a:r>
          </a:p>
          <a:p>
            <a:pPr lvl="1">
              <a:buFont typeface="Wingdings" pitchFamily="34" charset="0"/>
              <a:buChar char="Ø"/>
            </a:pPr>
            <a:r>
              <a:rPr lang="en-IN" sz="1200" b="1">
                <a:solidFill>
                  <a:srgbClr val="374151"/>
                </a:solidFill>
                <a:latin typeface="system-ui"/>
                <a:ea typeface="Calibri"/>
                <a:cs typeface="Calibri"/>
              </a:rPr>
              <a:t>Smoothing:</a:t>
            </a:r>
            <a:r>
              <a:rPr lang="en-IN" sz="1200">
                <a:solidFill>
                  <a:srgbClr val="374151"/>
                </a:solidFill>
                <a:latin typeface="system-ui"/>
                <a:ea typeface="Calibri"/>
                <a:cs typeface="Calibri"/>
              </a:rPr>
              <a:t> Like unigram and bigram models, n-gram models often use smoothing techniques to handle unseen word combinations and avoid zero probabilities.</a:t>
            </a:r>
          </a:p>
          <a:p>
            <a:pPr>
              <a:buFont typeface="Wingdings" pitchFamily="34" charset="0"/>
              <a:buChar char="Ø"/>
            </a:pPr>
            <a:endParaRPr lang="en-IN" sz="1400"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8475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p:cNvSpPr txBox="1">
            <a:spLocks/>
          </p:cNvSpPr>
          <p:nvPr/>
        </p:nvSpPr>
        <p:spPr>
          <a:xfrm>
            <a:off x="630936" y="256032"/>
            <a:ext cx="7879842" cy="101498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IN" dirty="0"/>
              <a:t>What is N-gram Language Model in NLP?</a:t>
            </a:r>
            <a:endParaRPr lang="en-US" dirty="0"/>
          </a:p>
        </p:txBody>
      </p:sp>
      <p:sp>
        <p:nvSpPr>
          <p:cNvPr id="17" name="Rectangle 16">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9" name="Rectangle 18">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Slide Number Placeholder 5"/>
          <p:cNvSpPr>
            <a:spLocks noGrp="1"/>
          </p:cNvSpPr>
          <p:nvPr>
            <p:ph type="sldNum" sz="quarter" idx="12"/>
          </p:nvPr>
        </p:nvSpPr>
        <p:spPr>
          <a:xfrm>
            <a:off x="6654940" y="6356350"/>
            <a:ext cx="1858124" cy="365125"/>
          </a:xfrm>
        </p:spPr>
        <p:txBody>
          <a:bodyPr vert="horz" lIns="91440" tIns="45720" rIns="91440" bIns="45720" rtlCol="0" anchor="ctr">
            <a:normAutofit/>
          </a:bodyPr>
          <a:lstStyle/>
          <a:p>
            <a:pPr>
              <a:spcAft>
                <a:spcPts val="600"/>
              </a:spcAft>
            </a:pPr>
            <a:fld id="{B6F15528-21DE-4FAA-801E-634DDDAF4B2B}" type="slidenum">
              <a:rPr lang="en-US">
                <a:solidFill>
                  <a:schemeClr val="tx1">
                    <a:lumMod val="50000"/>
                    <a:lumOff val="50000"/>
                  </a:schemeClr>
                </a:solidFill>
              </a:rPr>
              <a:pPr>
                <a:spcAft>
                  <a:spcPts val="600"/>
                </a:spcAft>
              </a:pPr>
              <a:t>45</a:t>
            </a:fld>
            <a:endParaRPr lang="en-US">
              <a:solidFill>
                <a:schemeClr val="tx1">
                  <a:lumMod val="50000"/>
                  <a:lumOff val="50000"/>
                </a:schemeClr>
              </a:solidFill>
            </a:endParaRPr>
          </a:p>
        </p:txBody>
      </p:sp>
      <p:sp>
        <p:nvSpPr>
          <p:cNvPr id="182" name="Content Placeholder 2">
            <a:extLst>
              <a:ext uri="{FF2B5EF4-FFF2-40B4-BE49-F238E27FC236}">
                <a16:creationId xmlns:a16="http://schemas.microsoft.com/office/drawing/2014/main" id="{FDC1A734-1528-FC7A-7C7C-B49C8922968A}"/>
              </a:ext>
            </a:extLst>
          </p:cNvPr>
          <p:cNvSpPr>
            <a:spLocks noGrp="1"/>
          </p:cNvSpPr>
          <p:nvPr>
            <p:ph idx="1"/>
          </p:nvPr>
        </p:nvSpPr>
        <p:spPr>
          <a:xfrm>
            <a:off x="647676" y="1770943"/>
            <a:ext cx="8112096" cy="4712020"/>
          </a:xfrm>
        </p:spPr>
        <p:txBody>
          <a:bodyPr vert="horz" lIns="91440" tIns="45720" rIns="91440" bIns="45720" rtlCol="0" anchor="t">
            <a:normAutofit/>
          </a:bodyPr>
          <a:lstStyle/>
          <a:p>
            <a:pPr>
              <a:lnSpc>
                <a:spcPct val="150000"/>
              </a:lnSpc>
              <a:buFont typeface="Wingdings" pitchFamily="34" charset="0"/>
              <a:buChar char="Ø"/>
            </a:pPr>
            <a:r>
              <a:rPr lang="en-IN" sz="1600" b="1">
                <a:solidFill>
                  <a:srgbClr val="374151"/>
                </a:solidFill>
                <a:latin typeface="system-ui"/>
                <a:cs typeface="Calibri"/>
              </a:rPr>
              <a:t>N-gram</a:t>
            </a:r>
            <a:r>
              <a:rPr lang="en-IN" sz="1600" b="1">
                <a:solidFill>
                  <a:srgbClr val="374151"/>
                </a:solidFill>
                <a:latin typeface="system-ui"/>
                <a:ea typeface="Calibri"/>
                <a:cs typeface="Calibri"/>
              </a:rPr>
              <a:t> models have practical applications in various NLP tasks, including:</a:t>
            </a:r>
            <a:endParaRPr lang="en-US" sz="1600" b="1">
              <a:ea typeface="Calibri"/>
              <a:cs typeface="Calibri"/>
            </a:endParaRPr>
          </a:p>
          <a:p>
            <a:pPr lvl="1">
              <a:lnSpc>
                <a:spcPct val="150000"/>
              </a:lnSpc>
              <a:buFont typeface="Wingdings" pitchFamily="34" charset="0"/>
              <a:buChar char="Ø"/>
            </a:pPr>
            <a:r>
              <a:rPr lang="en-IN" sz="1400" b="1">
                <a:solidFill>
                  <a:srgbClr val="374151"/>
                </a:solidFill>
                <a:latin typeface="system-ui"/>
                <a:ea typeface="Calibri"/>
                <a:cs typeface="Calibri"/>
              </a:rPr>
              <a:t>Text Generation:</a:t>
            </a:r>
            <a:r>
              <a:rPr lang="en-IN" sz="1400">
                <a:solidFill>
                  <a:srgbClr val="374151"/>
                </a:solidFill>
                <a:latin typeface="system-ui"/>
                <a:ea typeface="Calibri"/>
                <a:cs typeface="Calibri"/>
              </a:rPr>
              <a:t> N-gram models can generate text by selecting each word based on the conditional probabilities of the current word given the preceding (n-1) words. They can produce coherent text to some extent, but their limited context may result in less natural language generation compared to more advanced models.</a:t>
            </a:r>
            <a:endParaRPr lang="en-IN" sz="1400">
              <a:solidFill>
                <a:srgbClr val="374151"/>
              </a:solidFill>
              <a:latin typeface="system-ui"/>
            </a:endParaRPr>
          </a:p>
          <a:p>
            <a:pPr lvl="1">
              <a:lnSpc>
                <a:spcPct val="150000"/>
              </a:lnSpc>
              <a:buFont typeface="Wingdings" pitchFamily="34" charset="0"/>
              <a:buChar char="Ø"/>
            </a:pPr>
            <a:r>
              <a:rPr lang="en-IN" sz="1400" b="1">
                <a:solidFill>
                  <a:srgbClr val="374151"/>
                </a:solidFill>
                <a:latin typeface="system-ui"/>
                <a:ea typeface="Calibri"/>
                <a:cs typeface="Calibri"/>
              </a:rPr>
              <a:t>Language </a:t>
            </a:r>
            <a:r>
              <a:rPr lang="en-IN" sz="1400" b="1" err="1">
                <a:solidFill>
                  <a:srgbClr val="374151"/>
                </a:solidFill>
                <a:latin typeface="system-ui"/>
                <a:ea typeface="Calibri"/>
                <a:cs typeface="Calibri"/>
              </a:rPr>
              <a:t>Modeling</a:t>
            </a:r>
            <a:r>
              <a:rPr lang="en-IN" sz="1400" b="1">
                <a:solidFill>
                  <a:srgbClr val="374151"/>
                </a:solidFill>
                <a:latin typeface="system-ui"/>
                <a:ea typeface="Calibri"/>
                <a:cs typeface="Calibri"/>
              </a:rPr>
              <a:t>:</a:t>
            </a:r>
            <a:r>
              <a:rPr lang="en-IN" sz="1400">
                <a:solidFill>
                  <a:srgbClr val="374151"/>
                </a:solidFill>
                <a:latin typeface="system-ui"/>
                <a:ea typeface="Calibri"/>
                <a:cs typeface="Calibri"/>
              </a:rPr>
              <a:t> N-gram models are used as language models in tasks like speech recognition and machine translation to estimate the likelihood of word sequences given acoustic or translation observations.</a:t>
            </a:r>
          </a:p>
          <a:p>
            <a:pPr lvl="1">
              <a:lnSpc>
                <a:spcPct val="150000"/>
              </a:lnSpc>
              <a:buFont typeface="Wingdings" pitchFamily="34" charset="0"/>
              <a:buChar char="Ø"/>
            </a:pPr>
            <a:r>
              <a:rPr lang="en-IN" sz="1400" b="1">
                <a:solidFill>
                  <a:srgbClr val="374151"/>
                </a:solidFill>
                <a:latin typeface="system-ui"/>
                <a:ea typeface="Calibri"/>
                <a:cs typeface="Calibri"/>
              </a:rPr>
              <a:t>Spell Checking:</a:t>
            </a:r>
            <a:r>
              <a:rPr lang="en-IN" sz="1400">
                <a:solidFill>
                  <a:srgbClr val="374151"/>
                </a:solidFill>
                <a:latin typeface="system-ui"/>
                <a:ea typeface="Calibri"/>
                <a:cs typeface="Calibri"/>
              </a:rPr>
              <a:t> N-gram models can help in spell checking and autocorrection by suggesting words based on the likelihood of word sequences.</a:t>
            </a:r>
          </a:p>
          <a:p>
            <a:pPr lvl="1">
              <a:lnSpc>
                <a:spcPct val="150000"/>
              </a:lnSpc>
              <a:buFont typeface="Wingdings" pitchFamily="34" charset="0"/>
              <a:buChar char="Ø"/>
            </a:pPr>
            <a:r>
              <a:rPr lang="en-IN" sz="1400" b="1">
                <a:solidFill>
                  <a:srgbClr val="374151"/>
                </a:solidFill>
                <a:latin typeface="system-ui"/>
                <a:ea typeface="Calibri"/>
                <a:cs typeface="Calibri"/>
              </a:rPr>
              <a:t>Keyword Prediction:</a:t>
            </a:r>
            <a:r>
              <a:rPr lang="en-IN" sz="1400">
                <a:solidFill>
                  <a:srgbClr val="374151"/>
                </a:solidFill>
                <a:latin typeface="system-ui"/>
                <a:ea typeface="Calibri"/>
                <a:cs typeface="Calibri"/>
              </a:rPr>
              <a:t> N-gram models are used in text input interfaces to predict the next word or phrase based on the preceding context, aiding users in completing sentences.</a:t>
            </a:r>
          </a:p>
          <a:p>
            <a:pPr lvl="1">
              <a:lnSpc>
                <a:spcPct val="150000"/>
              </a:lnSpc>
              <a:buFont typeface="Wingdings" pitchFamily="34" charset="0"/>
              <a:buChar char="Ø"/>
            </a:pPr>
            <a:endParaRPr lang="en-IN" sz="800" dirty="0">
              <a:solidFill>
                <a:srgbClr val="374151"/>
              </a:solidFill>
              <a:latin typeface="system-ui"/>
              <a:ea typeface="Calibri"/>
              <a:cs typeface="Calibri"/>
            </a:endParaRPr>
          </a:p>
        </p:txBody>
      </p:sp>
      <p:pic>
        <p:nvPicPr>
          <p:cNvPr id="10"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04290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43050" y="1714501"/>
            <a:ext cx="6172200" cy="3394472"/>
          </a:xfrm>
        </p:spPr>
        <p:txBody>
          <a:bodyPr/>
          <a:lstStyle/>
          <a:p>
            <a:pPr marL="0" indent="0" algn="ctr">
              <a:buNone/>
            </a:pPr>
            <a:endParaRPr lang="en-US"/>
          </a:p>
          <a:p>
            <a:pPr marL="0" indent="0" algn="ctr">
              <a:buNone/>
            </a:pPr>
            <a:endParaRPr lang="en-US"/>
          </a:p>
          <a:p>
            <a:pPr marL="0" indent="0" algn="ctr">
              <a:buNone/>
            </a:pPr>
            <a:r>
              <a:rPr lang="en-US"/>
              <a:t>THANK YOU</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46</a:t>
            </a:fld>
            <a:endParaRPr lang="en-US"/>
          </a:p>
        </p:txBody>
      </p:sp>
      <p:sp>
        <p:nvSpPr>
          <p:cNvPr id="7" name="Title 1"/>
          <p:cNvSpPr txBox="1">
            <a:spLocks/>
          </p:cNvSpPr>
          <p:nvPr/>
        </p:nvSpPr>
        <p:spPr>
          <a:xfrm>
            <a:off x="1121228" y="50348"/>
            <a:ext cx="8022771" cy="514349"/>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p:spPr>
        <p:style>
          <a:lnRef idx="1">
            <a:schemeClr val="accent2"/>
          </a:lnRef>
          <a:fillRef idx="2">
            <a:schemeClr val="accent2"/>
          </a:fillRef>
          <a:effectRef idx="1">
            <a:schemeClr val="accent2"/>
          </a:effectRef>
          <a:fontRef idx="minor">
            <a:schemeClr val="dk1"/>
          </a:fontRef>
        </p:style>
        <p:txBody>
          <a:bodyPr vert="horz" lIns="91440" tIns="45720" rIns="91440" bIns="45720" rtlCol="0" anchor="ctr">
            <a:noAutofit/>
          </a:bodyPr>
          <a:lstStyle>
            <a:defPPr>
              <a:defRPr lang="en-US"/>
            </a:defPPr>
            <a:lvl1pPr algn="ctr">
              <a:spcBef>
                <a:spcPct val="0"/>
              </a:spcBef>
              <a:buNone/>
              <a:defRPr sz="2400"/>
            </a:lvl1pPr>
          </a:lstStyle>
          <a:p>
            <a:r>
              <a:rPr lang="en-US"/>
              <a:t> </a:t>
            </a:r>
          </a:p>
        </p:txBody>
      </p:sp>
      <p:pic>
        <p:nvPicPr>
          <p:cNvPr id="8" name="Picture 2" descr="Noida Institute of Engineering and Technology - [NIET], Greater Noida -  Faculty Details 2024-202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316182" cy="69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03175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6</TotalTime>
  <Words>8346</Words>
  <Application>Microsoft Office PowerPoint</Application>
  <PresentationFormat>On-screen Show (4:3)</PresentationFormat>
  <Paragraphs>442</Paragraphs>
  <Slides>46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Arial</vt:lpstr>
      <vt:lpstr>Calibri</vt:lpstr>
      <vt:lpstr>Segoe UI Symbol</vt:lpstr>
      <vt:lpstr>system-ui</vt:lpstr>
      <vt:lpstr>Times New Roman</vt:lpstr>
      <vt:lpstr>Wingdings</vt:lpstr>
      <vt:lpstr>Wingdings,Sans-Serif</vt:lpstr>
      <vt:lpstr>Office Theme</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Manks</dc:creator>
  <cp:lastModifiedBy>Mohd Abdul Mateen</cp:lastModifiedBy>
  <cp:revision>506</cp:revision>
  <dcterms:created xsi:type="dcterms:W3CDTF">2006-08-16T00:00:00Z</dcterms:created>
  <dcterms:modified xsi:type="dcterms:W3CDTF">2025-08-20T16:39:14Z</dcterms:modified>
</cp:coreProperties>
</file>