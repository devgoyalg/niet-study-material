
<file path=[Content_Types].xml><?xml version="1.0" encoding="utf-8"?>
<Types xmlns="http://schemas.openxmlformats.org/package/2006/content-types">
  <Override PartName="/ppt/slides/slide6.xml" ContentType="application/vnd.openxmlformats-officedocument.presentationml.slide+xml"/>
  <Override PartName="/ppt/slides/slide29.xml" ContentType="application/vnd.openxmlformats-officedocument.presentationml.slide+xml"/>
  <Override PartName="/ppt/slides/slide38.xml" ContentType="application/vnd.openxmlformats-officedocument.presentationml.slide+xml"/>
  <Override PartName="/ppt/slideLayouts/slideLayout8.xml" ContentType="application/vnd.openxmlformats-officedocument.presentationml.slideLayout+xml"/>
  <Override PartName="/ppt/slideMasters/slideMaster1.xml" ContentType="application/vnd.openxmlformats-officedocument.presentationml.slideMaster+xml"/>
  <Override PartName="/ppt/slides/slide4.xml" ContentType="application/vnd.openxmlformats-officedocument.presentationml.slide+xml"/>
  <Override PartName="/ppt/slides/slide18.xml" ContentType="application/vnd.openxmlformats-officedocument.presentationml.slide+xml"/>
  <Override PartName="/ppt/slides/slide27.xml" ContentType="application/vnd.openxmlformats-officedocument.presentationml.slide+xml"/>
  <Override PartName="/ppt/slides/slide36.xml" ContentType="application/vnd.openxmlformats-officedocument.presentationml.slide+xml"/>
  <Override PartName="/ppt/slides/slide45.xml" ContentType="application/vnd.openxmlformats-officedocument.presentationml.slide+xml"/>
  <Override PartName="/ppt/slideLayouts/slideLayout4.xml" ContentType="application/vnd.openxmlformats-officedocument.presentationml.slideLayout+xml"/>
  <Override PartName="/ppt/slideLayouts/slideLayout6.xml" ContentType="application/vnd.openxmlformats-officedocument.presentationml.slideLayout+xml"/>
  <Override PartName="/ppt/slides/slide2.xml" ContentType="application/vnd.openxmlformats-officedocument.presentationml.slide+xml"/>
  <Override PartName="/ppt/slides/slide16.xml" ContentType="application/vnd.openxmlformats-officedocument.presentationml.slide+xml"/>
  <Override PartName="/ppt/slides/slide25.xml" ContentType="application/vnd.openxmlformats-officedocument.presentationml.slide+xml"/>
  <Override PartName="/ppt/slides/slide34.xml" ContentType="application/vnd.openxmlformats-officedocument.presentationml.slide+xml"/>
  <Override PartName="/ppt/slides/slide43.xml" ContentType="application/vnd.openxmlformats-officedocument.presentationml.slide+xml"/>
  <Override PartName="/ppt/theme/theme1.xml" ContentType="application/vnd.openxmlformats-officedocument.theme+xml"/>
  <Override PartName="/ppt/slideLayouts/slideLayout2.xml" ContentType="application/vnd.openxmlformats-officedocument.presentationml.slideLayout+xml"/>
  <Default Extension="rels" ContentType="application/vnd.openxmlformats-package.relationships+xml"/>
  <Default Extension="xml" ContentType="application/xml"/>
  <Override PartName="/ppt/slides/slide14.xml" ContentType="application/vnd.openxmlformats-officedocument.presentationml.slide+xml"/>
  <Override PartName="/ppt/slides/slide23.xml" ContentType="application/vnd.openxmlformats-officedocument.presentationml.slide+xml"/>
  <Override PartName="/ppt/slides/slide32.xml" ContentType="application/vnd.openxmlformats-officedocument.presentationml.slide+xml"/>
  <Override PartName="/ppt/slides/slide41.xml" ContentType="application/vnd.openxmlformats-officedocument.presentationml.slide+xml"/>
  <Override PartName="/ppt/notesMasters/notesMaster1.xml" ContentType="application/vnd.openxmlformats-officedocument.presentationml.notesMaster+xml"/>
  <Override PartName="/ppt/slides/slide10.xml" ContentType="application/vnd.openxmlformats-officedocument.presentationml.slide+xml"/>
  <Override PartName="/ppt/slides/slide12.xml" ContentType="application/vnd.openxmlformats-officedocument.presentationml.slide+xml"/>
  <Override PartName="/ppt/slides/slide21.xml" ContentType="application/vnd.openxmlformats-officedocument.presentationml.slide+xml"/>
  <Override PartName="/ppt/slides/slide30.xml" ContentType="application/vnd.openxmlformats-officedocument.presentationml.slide+xml"/>
  <Override PartName="/ppt/tableStyles.xml" ContentType="application/vnd.openxmlformats-officedocument.presentationml.tableStyles+xml"/>
  <Override PartName="/ppt/slideLayouts/slideLayout11.xml" ContentType="application/vnd.openxmlformats-officedocument.presentationml.slideLayout+xml"/>
  <Override PartName="/ppt/slideLayouts/slideLayout10.xml" ContentType="application/vnd.openxmlformats-officedocument.presentationml.slideLayout+xml"/>
  <Override PartName="/ppt/changesInfos/changesInfo1.xml" ContentType="application/vnd.ms-powerpoint.changesinfo+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viewProps.xml" ContentType="application/vnd.openxmlformats-officedocument.presentationml.viewProps+xml"/>
  <Override PartName="/ppt/slideLayouts/slideLayout9.xml" ContentType="application/vnd.openxmlformats-officedocument.presentationml.slideLayout+xml"/>
  <Override PartName="/docProps/core.xml" ContentType="application/vnd.openxmlformats-package.core-properties+xml"/>
  <Override PartName="/ppt/slides/slide5.xml" ContentType="application/vnd.openxmlformats-officedocument.presentationml.slide+xml"/>
  <Override PartName="/ppt/slides/slide19.xml" ContentType="application/vnd.openxmlformats-officedocument.presentationml.slide+xml"/>
  <Override PartName="/ppt/slides/slide28.xml" ContentType="application/vnd.openxmlformats-officedocument.presentationml.slide+xml"/>
  <Override PartName="/ppt/slides/slide39.xml" ContentType="application/vnd.openxmlformats-officedocument.presentationml.slide+xml"/>
  <Override PartName="/ppt/slideLayouts/slideLayout7.xml" ContentType="application/vnd.openxmlformats-officedocument.presentationml.slideLayout+xml"/>
  <Default Extension="png" ContentType="image/png"/>
  <Override PartName="/ppt/slides/slide3.xml" ContentType="application/vnd.openxmlformats-officedocument.presentationml.slide+xml"/>
  <Override PartName="/ppt/slides/slide17.xml" ContentType="application/vnd.openxmlformats-officedocument.presentationml.slide+xml"/>
  <Override PartName="/ppt/slides/slide26.xml" ContentType="application/vnd.openxmlformats-officedocument.presentationml.slide+xml"/>
  <Override PartName="/ppt/slides/slide37.xml" ContentType="application/vnd.openxmlformats-officedocument.presentationml.slide+xml"/>
  <Override PartName="/ppt/slides/slide46.xml" ContentType="application/vnd.openxmlformats-officedocument.presentationml.slide+xml"/>
  <Override PartName="/ppt/presProps.xml" ContentType="application/vnd.openxmlformats-officedocument.presentationml.presProps+xml"/>
  <Override PartName="/ppt/slideLayouts/slideLayout5.xml" ContentType="application/vnd.openxmlformats-officedocument.presentationml.slideLayout+xml"/>
  <Override PartName="/ppt/theme/theme2.xml" ContentType="application/vnd.openxmlformats-officedocument.theme+xml"/>
  <Override PartName="/ppt/revisionInfo.xml" ContentType="application/vnd.ms-powerpoint.revisioninfo+xml"/>
  <Override PartName="/ppt/slides/slide1.xml" ContentType="application/vnd.openxmlformats-officedocument.presentationml.slide+xml"/>
  <Override PartName="/ppt/slides/slide15.xml" ContentType="application/vnd.openxmlformats-officedocument.presentationml.slide+xml"/>
  <Override PartName="/ppt/slides/slide24.xml" ContentType="application/vnd.openxmlformats-officedocument.presentationml.slide+xml"/>
  <Override PartName="/ppt/slides/slide33.xml" ContentType="application/vnd.openxmlformats-officedocument.presentationml.slide+xml"/>
  <Override PartName="/ppt/slides/slide35.xml" ContentType="application/vnd.openxmlformats-officedocument.presentationml.slide+xml"/>
  <Override PartName="/ppt/slides/slide44.xml" ContentType="application/vnd.openxmlformats-officedocument.presentationml.slide+xml"/>
  <Override PartName="/ppt/slideLayouts/slideLayout3.xml" ContentType="application/vnd.openxmlformats-officedocument.presentationml.slideLayout+xml"/>
  <Default Extension="jpeg" ContentType="image/jpeg"/>
  <Override PartName="/ppt/presentation.xml" ContentType="application/vnd.openxmlformats-officedocument.presentationml.presentation.main+xml"/>
  <Override PartName="/ppt/slides/slide13.xml" ContentType="application/vnd.openxmlformats-officedocument.presentationml.slide+xml"/>
  <Override PartName="/ppt/slides/slide22.xml" ContentType="application/vnd.openxmlformats-officedocument.presentationml.slide+xml"/>
  <Override PartName="/ppt/slides/slide31.xml" ContentType="application/vnd.openxmlformats-officedocument.presentationml.slide+xml"/>
  <Override PartName="/ppt/slides/slide42.xml" ContentType="application/vnd.openxmlformats-officedocument.presentationml.slide+xml"/>
  <Override PartName="/ppt/slideLayouts/slideLayout1.xml" ContentType="application/vnd.openxmlformats-officedocument.presentationml.slideLayout+xml"/>
  <Override PartName="/docProps/app.xml" ContentType="application/vnd.openxmlformats-officedocument.extended-properties+xml"/>
  <Override PartName="/ppt/slides/slide11.xml" ContentType="application/vnd.openxmlformats-officedocument.presentationml.slide+xml"/>
  <Override PartName="/ppt/slides/slide20.xml" ContentType="application/vnd.openxmlformats-officedocument.presentationml.slide+xml"/>
  <Override PartName="/ppt/slides/slide40.xml" ContentType="application/vnd.openxmlformats-officedocument.presentationml.slide+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notesMasterIdLst>
    <p:notesMasterId r:id="rId48"/>
  </p:notes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 id="273" r:id="rId19"/>
    <p:sldId id="274" r:id="rId20"/>
    <p:sldId id="275" r:id="rId21"/>
    <p:sldId id="276" r:id="rId22"/>
    <p:sldId id="277" r:id="rId23"/>
    <p:sldId id="278" r:id="rId24"/>
    <p:sldId id="290" r:id="rId25"/>
    <p:sldId id="291" r:id="rId26"/>
    <p:sldId id="292" r:id="rId27"/>
    <p:sldId id="293" r:id="rId28"/>
    <p:sldId id="279" r:id="rId29"/>
    <p:sldId id="294" r:id="rId30"/>
    <p:sldId id="295" r:id="rId31"/>
    <p:sldId id="296" r:id="rId32"/>
    <p:sldId id="297" r:id="rId33"/>
    <p:sldId id="280" r:id="rId34"/>
    <p:sldId id="298" r:id="rId35"/>
    <p:sldId id="299" r:id="rId36"/>
    <p:sldId id="300" r:id="rId37"/>
    <p:sldId id="281" r:id="rId38"/>
    <p:sldId id="284" r:id="rId39"/>
    <p:sldId id="301" r:id="rId40"/>
    <p:sldId id="302" r:id="rId41"/>
    <p:sldId id="303" r:id="rId42"/>
    <p:sldId id="304" r:id="rId43"/>
    <p:sldId id="305" r:id="rId44"/>
    <p:sldId id="306" r:id="rId45"/>
    <p:sldId id="288" r:id="rId46"/>
    <p:sldId id="289" r:id="rId47"/>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 xmlns:p14="http://schemas.microsoft.com/office/powerpoint/2010/main" val="0"/>
    </p:ext>
    <p:ext uri="{D31A062A-798A-4329-ABDD-BBA856620510}">
      <p14:defaultImageDpi xmlns="" xmlns:p14="http://schemas.microsoft.com/office/powerpoint/2010/main" val="32767"/>
    </p:ext>
    <p:ext uri="{FD5EFAAD-0ECE-453E-9831-46B23BE46B34}">
      <p15:chartTrackingRefBased xmlns="" xmlns:p15="http://schemas.microsoft.com/office/powerpoint/2012/main" val="1"/>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673946A3-A51D-44FC-A707-5197EAD0464C}" v="108" dt="2023-09-04T05:41:11.489"/>
  </p1510:revLst>
</p1510:revInfo>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showOutlineIcons="0" horzBarState="maximized">
    <p:restoredLeft sz="14995" autoAdjust="0"/>
    <p:restoredTop sz="94660"/>
  </p:normalViewPr>
  <p:slideViewPr>
    <p:cSldViewPr snapToGrid="0">
      <p:cViewPr varScale="1">
        <p:scale>
          <a:sx n="71" d="100"/>
          <a:sy n="71" d="100"/>
        </p:scale>
        <p:origin x="-618" y="-90"/>
      </p:cViewPr>
      <p:guideLst>
        <p:guide orient="horz" pos="2160"/>
        <p:guide pos="3840"/>
      </p:guideLst>
    </p:cSldViewPr>
  </p:slideViewPr>
  <p:notesTextViewPr>
    <p:cViewPr>
      <p:scale>
        <a:sx n="1" d="1"/>
        <a:sy n="1" d="1"/>
      </p:scale>
      <p:origin x="0" y="0"/>
    </p:cViewPr>
  </p:notesTextViewPr>
  <p:gridSpacing cx="73736200" cy="73736200"/>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9" Type="http://schemas.openxmlformats.org/officeDocument/2006/relationships/slide" Target="slides/slide38.xml"/><Relationship Id="rId3" Type="http://schemas.openxmlformats.org/officeDocument/2006/relationships/slide" Target="slides/slide2.xml"/><Relationship Id="rId21" Type="http://schemas.openxmlformats.org/officeDocument/2006/relationships/slide" Target="slides/slide20.xml"/><Relationship Id="rId34" Type="http://schemas.openxmlformats.org/officeDocument/2006/relationships/slide" Target="slides/slide33.xml"/><Relationship Id="rId42" Type="http://schemas.openxmlformats.org/officeDocument/2006/relationships/slide" Target="slides/slide41.xml"/><Relationship Id="rId47" Type="http://schemas.openxmlformats.org/officeDocument/2006/relationships/slide" Target="slides/slide46.xml"/><Relationship Id="rId50" Type="http://schemas.openxmlformats.org/officeDocument/2006/relationships/viewProps" Target="viewProps.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slide" Target="slides/slide32.xml"/><Relationship Id="rId38" Type="http://schemas.openxmlformats.org/officeDocument/2006/relationships/slide" Target="slides/slide37.xml"/><Relationship Id="rId46" Type="http://schemas.openxmlformats.org/officeDocument/2006/relationships/slide" Target="slides/slide45.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29" Type="http://schemas.openxmlformats.org/officeDocument/2006/relationships/slide" Target="slides/slide28.xml"/><Relationship Id="rId41" Type="http://schemas.openxmlformats.org/officeDocument/2006/relationships/slide" Target="slides/slide40.xml"/><Relationship Id="rId54" Type="http://schemas.microsoft.com/office/2016/11/relationships/changesInfo" Target="changesInfos/changesInfo1.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slide" Target="slides/slide31.xml"/><Relationship Id="rId37" Type="http://schemas.openxmlformats.org/officeDocument/2006/relationships/slide" Target="slides/slide36.xml"/><Relationship Id="rId40" Type="http://schemas.openxmlformats.org/officeDocument/2006/relationships/slide" Target="slides/slide39.xml"/><Relationship Id="rId45" Type="http://schemas.openxmlformats.org/officeDocument/2006/relationships/slide" Target="slides/slide44.xml"/><Relationship Id="rId53" Type="http://schemas.microsoft.com/office/2015/10/relationships/revisionInfo" Target="revisionInfo.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slide" Target="slides/slide35.xml"/><Relationship Id="rId49" Type="http://schemas.openxmlformats.org/officeDocument/2006/relationships/presProps" Target="presProps.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slide" Target="slides/slide30.xml"/><Relationship Id="rId44" Type="http://schemas.openxmlformats.org/officeDocument/2006/relationships/slide" Target="slides/slide43.xml"/><Relationship Id="rId52" Type="http://schemas.openxmlformats.org/officeDocument/2006/relationships/tableStyles" Target="tableStyles.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slide" Target="slides/slide34.xml"/><Relationship Id="rId43" Type="http://schemas.openxmlformats.org/officeDocument/2006/relationships/slide" Target="slides/slide42.xml"/><Relationship Id="rId48" Type="http://schemas.openxmlformats.org/officeDocument/2006/relationships/notesMaster" Target="notesMasters/notesMaster1.xml"/><Relationship Id="rId8" Type="http://schemas.openxmlformats.org/officeDocument/2006/relationships/slide" Target="slides/slide7.xml"/><Relationship Id="rId51" Type="http://schemas.openxmlformats.org/officeDocument/2006/relationships/theme" Target="theme/theme1.xml"/></Relationships>
</file>

<file path=ppt/changesInfos/changesInfo1.xml><?xml version="1.0" encoding="utf-8"?>
<pc:chgInfo xmlns:a="http://schemas.openxmlformats.org/drawingml/2006/main" xmlns:r="http://schemas.openxmlformats.org/officeDocument/2006/relationships" xmlns:ac="http://schemas.microsoft.com/office/drawing/2013/main/command" xmlns:pc="http://schemas.microsoft.com/office/powerpoint/2013/main/command">
  <pc:docChgLst>
    <pc:chgData name="dan khan" userId="97a1adc99d90aa4b" providerId="LiveId" clId="{673946A3-A51D-44FC-A707-5197EAD0464C}"/>
    <pc:docChg chg="undo redo custSel addSld delSld modSld sldOrd">
      <pc:chgData name="dan khan" userId="97a1adc99d90aa4b" providerId="LiveId" clId="{673946A3-A51D-44FC-A707-5197EAD0464C}" dt="2023-09-11T18:45:45.551" v="1172" actId="255"/>
      <pc:docMkLst>
        <pc:docMk/>
      </pc:docMkLst>
      <pc:sldChg chg="modSp mod">
        <pc:chgData name="dan khan" userId="97a1adc99d90aa4b" providerId="LiveId" clId="{673946A3-A51D-44FC-A707-5197EAD0464C}" dt="2023-09-03T19:15:26.672" v="316" actId="2711"/>
        <pc:sldMkLst>
          <pc:docMk/>
          <pc:sldMk cId="1899466019" sldId="256"/>
        </pc:sldMkLst>
        <pc:spChg chg="mod">
          <ac:chgData name="dan khan" userId="97a1adc99d90aa4b" providerId="LiveId" clId="{673946A3-A51D-44FC-A707-5197EAD0464C}" dt="2023-09-03T19:15:26.672" v="316" actId="2711"/>
          <ac:spMkLst>
            <pc:docMk/>
            <pc:sldMk cId="1899466019" sldId="256"/>
            <ac:spMk id="2" creationId="{CB372111-B47D-B800-138A-7176D9FAE481}"/>
          </ac:spMkLst>
        </pc:spChg>
      </pc:sldChg>
      <pc:sldChg chg="modSp mod">
        <pc:chgData name="dan khan" userId="97a1adc99d90aa4b" providerId="LiveId" clId="{673946A3-A51D-44FC-A707-5197EAD0464C}" dt="2023-09-03T19:15:16.095" v="315" actId="207"/>
        <pc:sldMkLst>
          <pc:docMk/>
          <pc:sldMk cId="2284307690" sldId="257"/>
        </pc:sldMkLst>
        <pc:spChg chg="mod">
          <ac:chgData name="dan khan" userId="97a1adc99d90aa4b" providerId="LiveId" clId="{673946A3-A51D-44FC-A707-5197EAD0464C}" dt="2023-09-03T19:15:16.095" v="315" actId="207"/>
          <ac:spMkLst>
            <pc:docMk/>
            <pc:sldMk cId="2284307690" sldId="257"/>
            <ac:spMk id="2" creationId="{771006BE-3B9E-DD27-7A78-07FFB996CDB5}"/>
          </ac:spMkLst>
        </pc:spChg>
        <pc:spChg chg="mod">
          <ac:chgData name="dan khan" userId="97a1adc99d90aa4b" providerId="LiveId" clId="{673946A3-A51D-44FC-A707-5197EAD0464C}" dt="2023-09-03T19:15:08.404" v="313" actId="255"/>
          <ac:spMkLst>
            <pc:docMk/>
            <pc:sldMk cId="2284307690" sldId="257"/>
            <ac:spMk id="3" creationId="{5C0D43E8-D931-E7CB-63C5-5D6901EA3E80}"/>
          </ac:spMkLst>
        </pc:spChg>
      </pc:sldChg>
      <pc:sldChg chg="modSp mod">
        <pc:chgData name="dan khan" userId="97a1adc99d90aa4b" providerId="LiveId" clId="{673946A3-A51D-44FC-A707-5197EAD0464C}" dt="2023-09-03T19:16:16.559" v="324" actId="20577"/>
        <pc:sldMkLst>
          <pc:docMk/>
          <pc:sldMk cId="71169399" sldId="258"/>
        </pc:sldMkLst>
        <pc:spChg chg="mod">
          <ac:chgData name="dan khan" userId="97a1adc99d90aa4b" providerId="LiveId" clId="{673946A3-A51D-44FC-A707-5197EAD0464C}" dt="2023-09-03T19:06:40.803" v="238" actId="207"/>
          <ac:spMkLst>
            <pc:docMk/>
            <pc:sldMk cId="71169399" sldId="258"/>
            <ac:spMk id="2" creationId="{63BC7E81-BEEB-DE6C-4548-8BDEEBD04A32}"/>
          </ac:spMkLst>
        </pc:spChg>
        <pc:spChg chg="mod">
          <ac:chgData name="dan khan" userId="97a1adc99d90aa4b" providerId="LiveId" clId="{673946A3-A51D-44FC-A707-5197EAD0464C}" dt="2023-09-03T19:16:16.559" v="324" actId="20577"/>
          <ac:spMkLst>
            <pc:docMk/>
            <pc:sldMk cId="71169399" sldId="258"/>
            <ac:spMk id="6" creationId="{32E21B9B-8A6C-6728-7A11-49202382F155}"/>
          </ac:spMkLst>
        </pc:spChg>
      </pc:sldChg>
      <pc:sldChg chg="modSp mod">
        <pc:chgData name="dan khan" userId="97a1adc99d90aa4b" providerId="LiveId" clId="{673946A3-A51D-44FC-A707-5197EAD0464C}" dt="2023-09-04T04:18:43.374" v="365" actId="20577"/>
        <pc:sldMkLst>
          <pc:docMk/>
          <pc:sldMk cId="2408012860" sldId="259"/>
        </pc:sldMkLst>
        <pc:spChg chg="mod">
          <ac:chgData name="dan khan" userId="97a1adc99d90aa4b" providerId="LiveId" clId="{673946A3-A51D-44FC-A707-5197EAD0464C}" dt="2023-09-03T19:06:59.606" v="242" actId="2711"/>
          <ac:spMkLst>
            <pc:docMk/>
            <pc:sldMk cId="2408012860" sldId="259"/>
            <ac:spMk id="2" creationId="{A61F99EB-8CE9-0E6E-C079-5A73C10372E4}"/>
          </ac:spMkLst>
        </pc:spChg>
        <pc:spChg chg="mod">
          <ac:chgData name="dan khan" userId="97a1adc99d90aa4b" providerId="LiveId" clId="{673946A3-A51D-44FC-A707-5197EAD0464C}" dt="2023-09-04T04:18:43.374" v="365" actId="20577"/>
          <ac:spMkLst>
            <pc:docMk/>
            <pc:sldMk cId="2408012860" sldId="259"/>
            <ac:spMk id="3" creationId="{0ADD5FBC-5071-E915-CE22-C98710521855}"/>
          </ac:spMkLst>
        </pc:spChg>
      </pc:sldChg>
      <pc:sldChg chg="modSp mod">
        <pc:chgData name="dan khan" userId="97a1adc99d90aa4b" providerId="LiveId" clId="{673946A3-A51D-44FC-A707-5197EAD0464C}" dt="2023-09-03T19:48:58.312" v="350" actId="20577"/>
        <pc:sldMkLst>
          <pc:docMk/>
          <pc:sldMk cId="174656590" sldId="260"/>
        </pc:sldMkLst>
        <pc:spChg chg="mod">
          <ac:chgData name="dan khan" userId="97a1adc99d90aa4b" providerId="LiveId" clId="{673946A3-A51D-44FC-A707-5197EAD0464C}" dt="2023-09-03T19:07:07.501" v="244" actId="207"/>
          <ac:spMkLst>
            <pc:docMk/>
            <pc:sldMk cId="174656590" sldId="260"/>
            <ac:spMk id="2" creationId="{336EA5B5-DBCF-FEA0-536C-144A23580E69}"/>
          </ac:spMkLst>
        </pc:spChg>
        <pc:spChg chg="mod">
          <ac:chgData name="dan khan" userId="97a1adc99d90aa4b" providerId="LiveId" clId="{673946A3-A51D-44FC-A707-5197EAD0464C}" dt="2023-09-03T19:48:58.312" v="350" actId="20577"/>
          <ac:spMkLst>
            <pc:docMk/>
            <pc:sldMk cId="174656590" sldId="260"/>
            <ac:spMk id="7" creationId="{A8F4A2C3-844E-2CA7-AEC0-C5C0F1F3CCA1}"/>
          </ac:spMkLst>
        </pc:spChg>
      </pc:sldChg>
      <pc:sldChg chg="modSp mod">
        <pc:chgData name="dan khan" userId="97a1adc99d90aa4b" providerId="LiveId" clId="{673946A3-A51D-44FC-A707-5197EAD0464C}" dt="2023-09-03T19:18:35.054" v="329" actId="207"/>
        <pc:sldMkLst>
          <pc:docMk/>
          <pc:sldMk cId="209741429" sldId="261"/>
        </pc:sldMkLst>
        <pc:spChg chg="mod">
          <ac:chgData name="dan khan" userId="97a1adc99d90aa4b" providerId="LiveId" clId="{673946A3-A51D-44FC-A707-5197EAD0464C}" dt="2023-09-03T19:18:35.054" v="329" actId="207"/>
          <ac:spMkLst>
            <pc:docMk/>
            <pc:sldMk cId="209741429" sldId="261"/>
            <ac:spMk id="2" creationId="{D13F7B7A-5AE5-4E6D-1357-845B65797618}"/>
          </ac:spMkLst>
        </pc:spChg>
      </pc:sldChg>
      <pc:sldChg chg="addSp modSp new mod">
        <pc:chgData name="dan khan" userId="97a1adc99d90aa4b" providerId="LiveId" clId="{673946A3-A51D-44FC-A707-5197EAD0464C}" dt="2023-09-03T19:18:47.923" v="334" actId="207"/>
        <pc:sldMkLst>
          <pc:docMk/>
          <pc:sldMk cId="2457789719" sldId="262"/>
        </pc:sldMkLst>
        <pc:spChg chg="mod">
          <ac:chgData name="dan khan" userId="97a1adc99d90aa4b" providerId="LiveId" clId="{673946A3-A51D-44FC-A707-5197EAD0464C}" dt="2023-09-03T19:07:29.287" v="248" actId="207"/>
          <ac:spMkLst>
            <pc:docMk/>
            <pc:sldMk cId="2457789719" sldId="262"/>
            <ac:spMk id="2" creationId="{83B75110-E3CE-D02B-B4F5-46FB83F512CC}"/>
          </ac:spMkLst>
        </pc:spChg>
        <pc:spChg chg="mod">
          <ac:chgData name="dan khan" userId="97a1adc99d90aa4b" providerId="LiveId" clId="{673946A3-A51D-44FC-A707-5197EAD0464C}" dt="2023-09-03T18:21:05.299" v="13" actId="27636"/>
          <ac:spMkLst>
            <pc:docMk/>
            <pc:sldMk cId="2457789719" sldId="262"/>
            <ac:spMk id="3" creationId="{7E62E33E-55E1-EFFE-7704-54BD0190A773}"/>
          </ac:spMkLst>
        </pc:spChg>
        <pc:spChg chg="add mod">
          <ac:chgData name="dan khan" userId="97a1adc99d90aa4b" providerId="LiveId" clId="{673946A3-A51D-44FC-A707-5197EAD0464C}" dt="2023-09-03T19:18:47.923" v="334" actId="207"/>
          <ac:spMkLst>
            <pc:docMk/>
            <pc:sldMk cId="2457789719" sldId="262"/>
            <ac:spMk id="4" creationId="{057F85B6-BA36-4401-C4AE-049F81B96DA2}"/>
          </ac:spMkLst>
        </pc:spChg>
      </pc:sldChg>
      <pc:sldChg chg="addSp delSp modSp new del mod">
        <pc:chgData name="dan khan" userId="97a1adc99d90aa4b" providerId="LiveId" clId="{673946A3-A51D-44FC-A707-5197EAD0464C}" dt="2023-09-03T18:23:12.995" v="23" actId="47"/>
        <pc:sldMkLst>
          <pc:docMk/>
          <pc:sldMk cId="1806405160" sldId="263"/>
        </pc:sldMkLst>
        <pc:spChg chg="del">
          <ac:chgData name="dan khan" userId="97a1adc99d90aa4b" providerId="LiveId" clId="{673946A3-A51D-44FC-A707-5197EAD0464C}" dt="2023-09-03T18:22:00.280" v="15"/>
          <ac:spMkLst>
            <pc:docMk/>
            <pc:sldMk cId="1806405160" sldId="263"/>
            <ac:spMk id="2" creationId="{0088F6DA-9A9E-B78A-5609-286B6D207899}"/>
          </ac:spMkLst>
        </pc:spChg>
        <pc:spChg chg="add mod">
          <ac:chgData name="dan khan" userId="97a1adc99d90aa4b" providerId="LiveId" clId="{673946A3-A51D-44FC-A707-5197EAD0464C}" dt="2023-09-03T18:23:08.183" v="22" actId="6549"/>
          <ac:spMkLst>
            <pc:docMk/>
            <pc:sldMk cId="1806405160" sldId="263"/>
            <ac:spMk id="3" creationId="{D35FBD48-E399-8200-482D-91321F1C865E}"/>
          </ac:spMkLst>
        </pc:spChg>
      </pc:sldChg>
      <pc:sldChg chg="addSp modSp new mod">
        <pc:chgData name="dan khan" userId="97a1adc99d90aa4b" providerId="LiveId" clId="{673946A3-A51D-44FC-A707-5197EAD0464C}" dt="2023-09-05T04:55:08.722" v="563" actId="20577"/>
        <pc:sldMkLst>
          <pc:docMk/>
          <pc:sldMk cId="2992402542" sldId="263"/>
        </pc:sldMkLst>
        <pc:spChg chg="mod">
          <ac:chgData name="dan khan" userId="97a1adc99d90aa4b" providerId="LiveId" clId="{673946A3-A51D-44FC-A707-5197EAD0464C}" dt="2023-09-03T19:07:42.122" v="251" actId="2711"/>
          <ac:spMkLst>
            <pc:docMk/>
            <pc:sldMk cId="2992402542" sldId="263"/>
            <ac:spMk id="2" creationId="{8ED4DD66-78E0-5F41-E13C-BB9DA884FFB0}"/>
          </ac:spMkLst>
        </pc:spChg>
        <pc:spChg chg="mod">
          <ac:chgData name="dan khan" userId="97a1adc99d90aa4b" providerId="LiveId" clId="{673946A3-A51D-44FC-A707-5197EAD0464C}" dt="2023-09-03T18:24:14.651" v="29" actId="27636"/>
          <ac:spMkLst>
            <pc:docMk/>
            <pc:sldMk cId="2992402542" sldId="263"/>
            <ac:spMk id="3" creationId="{6FD61DBB-BCAA-6C40-DE61-97F6DA67B8A5}"/>
          </ac:spMkLst>
        </pc:spChg>
        <pc:spChg chg="add mod">
          <ac:chgData name="dan khan" userId="97a1adc99d90aa4b" providerId="LiveId" clId="{673946A3-A51D-44FC-A707-5197EAD0464C}" dt="2023-09-05T04:55:08.722" v="563" actId="20577"/>
          <ac:spMkLst>
            <pc:docMk/>
            <pc:sldMk cId="2992402542" sldId="263"/>
            <ac:spMk id="4" creationId="{C0BA08CF-7E9E-5F09-3C58-9CF6D9444495}"/>
          </ac:spMkLst>
        </pc:spChg>
      </pc:sldChg>
      <pc:sldChg chg="addSp delSp modSp new mod">
        <pc:chgData name="dan khan" userId="97a1adc99d90aa4b" providerId="LiveId" clId="{673946A3-A51D-44FC-A707-5197EAD0464C}" dt="2023-09-10T18:48:01.602" v="1170" actId="2711"/>
        <pc:sldMkLst>
          <pc:docMk/>
          <pc:sldMk cId="2601713621" sldId="264"/>
        </pc:sldMkLst>
        <pc:spChg chg="del mod">
          <ac:chgData name="dan khan" userId="97a1adc99d90aa4b" providerId="LiveId" clId="{673946A3-A51D-44FC-A707-5197EAD0464C}" dt="2023-09-03T18:25:57.003" v="48"/>
          <ac:spMkLst>
            <pc:docMk/>
            <pc:sldMk cId="2601713621" sldId="264"/>
            <ac:spMk id="2" creationId="{5FF84E31-BDC1-502C-A3E8-84A38FE411CB}"/>
          </ac:spMkLst>
        </pc:spChg>
        <pc:spChg chg="add mod">
          <ac:chgData name="dan khan" userId="97a1adc99d90aa4b" providerId="LiveId" clId="{673946A3-A51D-44FC-A707-5197EAD0464C}" dt="2023-09-10T18:48:01.602" v="1170" actId="2711"/>
          <ac:spMkLst>
            <pc:docMk/>
            <pc:sldMk cId="2601713621" sldId="264"/>
            <ac:spMk id="3" creationId="{700C9381-1BFA-8A9D-64AE-CF03639633CD}"/>
          </ac:spMkLst>
        </pc:spChg>
      </pc:sldChg>
      <pc:sldChg chg="addSp delSp modSp new mod">
        <pc:chgData name="dan khan" userId="97a1adc99d90aa4b" providerId="LiveId" clId="{673946A3-A51D-44FC-A707-5197EAD0464C}" dt="2023-09-04T05:57:02.018" v="521" actId="20577"/>
        <pc:sldMkLst>
          <pc:docMk/>
          <pc:sldMk cId="1432296729" sldId="265"/>
        </pc:sldMkLst>
        <pc:spChg chg="del mod">
          <ac:chgData name="dan khan" userId="97a1adc99d90aa4b" providerId="LiveId" clId="{673946A3-A51D-44FC-A707-5197EAD0464C}" dt="2023-09-03T18:28:33.741" v="71"/>
          <ac:spMkLst>
            <pc:docMk/>
            <pc:sldMk cId="1432296729" sldId="265"/>
            <ac:spMk id="2" creationId="{E8A795B1-7416-E2DA-96A2-D7541AA50DA2}"/>
          </ac:spMkLst>
        </pc:spChg>
        <pc:spChg chg="add mod">
          <ac:chgData name="dan khan" userId="97a1adc99d90aa4b" providerId="LiveId" clId="{673946A3-A51D-44FC-A707-5197EAD0464C}" dt="2023-09-04T05:57:02.018" v="521" actId="20577"/>
          <ac:spMkLst>
            <pc:docMk/>
            <pc:sldMk cId="1432296729" sldId="265"/>
            <ac:spMk id="3" creationId="{1A8306A7-47A3-EA01-7873-2EDF756837E3}"/>
          </ac:spMkLst>
        </pc:spChg>
      </pc:sldChg>
      <pc:sldChg chg="addSp modSp new mod">
        <pc:chgData name="dan khan" userId="97a1adc99d90aa4b" providerId="LiveId" clId="{673946A3-A51D-44FC-A707-5197EAD0464C}" dt="2023-09-03T19:19:01.923" v="336" actId="20577"/>
        <pc:sldMkLst>
          <pc:docMk/>
          <pc:sldMk cId="1874316062" sldId="266"/>
        </pc:sldMkLst>
        <pc:spChg chg="mod">
          <ac:chgData name="dan khan" userId="97a1adc99d90aa4b" providerId="LiveId" clId="{673946A3-A51D-44FC-A707-5197EAD0464C}" dt="2023-09-03T19:08:45.046" v="264" actId="207"/>
          <ac:spMkLst>
            <pc:docMk/>
            <pc:sldMk cId="1874316062" sldId="266"/>
            <ac:spMk id="2" creationId="{A0B25FEA-D2F7-9B68-BD6F-8955A1772CC2}"/>
          </ac:spMkLst>
        </pc:spChg>
        <pc:spChg chg="mod">
          <ac:chgData name="dan khan" userId="97a1adc99d90aa4b" providerId="LiveId" clId="{673946A3-A51D-44FC-A707-5197EAD0464C}" dt="2023-09-03T18:31:46.835" v="83" actId="14100"/>
          <ac:spMkLst>
            <pc:docMk/>
            <pc:sldMk cId="1874316062" sldId="266"/>
            <ac:spMk id="3" creationId="{17B653F8-B18E-F6ED-E9EB-B0C424F582F8}"/>
          </ac:spMkLst>
        </pc:spChg>
        <pc:spChg chg="add mod">
          <ac:chgData name="dan khan" userId="97a1adc99d90aa4b" providerId="LiveId" clId="{673946A3-A51D-44FC-A707-5197EAD0464C}" dt="2023-09-03T19:19:01.923" v="336" actId="20577"/>
          <ac:spMkLst>
            <pc:docMk/>
            <pc:sldMk cId="1874316062" sldId="266"/>
            <ac:spMk id="4" creationId="{0F1C2A67-2F39-2E5E-D67B-D56090F84AF2}"/>
          </ac:spMkLst>
        </pc:spChg>
      </pc:sldChg>
      <pc:sldChg chg="addSp delSp modSp new mod">
        <pc:chgData name="dan khan" userId="97a1adc99d90aa4b" providerId="LiveId" clId="{673946A3-A51D-44FC-A707-5197EAD0464C}" dt="2023-09-04T05:56:48.444" v="520" actId="113"/>
        <pc:sldMkLst>
          <pc:docMk/>
          <pc:sldMk cId="1812363215" sldId="267"/>
        </pc:sldMkLst>
        <pc:spChg chg="add del mod">
          <ac:chgData name="dan khan" userId="97a1adc99d90aa4b" providerId="LiveId" clId="{673946A3-A51D-44FC-A707-5197EAD0464C}" dt="2023-09-04T05:56:48.444" v="520" actId="113"/>
          <ac:spMkLst>
            <pc:docMk/>
            <pc:sldMk cId="1812363215" sldId="267"/>
            <ac:spMk id="2" creationId="{10EAD911-101F-9326-833A-461F09E5C69D}"/>
          </ac:spMkLst>
        </pc:spChg>
        <pc:spChg chg="add del mod">
          <ac:chgData name="dan khan" userId="97a1adc99d90aa4b" providerId="LiveId" clId="{673946A3-A51D-44FC-A707-5197EAD0464C}" dt="2023-09-03T18:33:21.341" v="96"/>
          <ac:spMkLst>
            <pc:docMk/>
            <pc:sldMk cId="1812363215" sldId="267"/>
            <ac:spMk id="3" creationId="{A419C575-832F-0EF2-A209-001974ABDD62}"/>
          </ac:spMkLst>
        </pc:spChg>
        <pc:spChg chg="add del mod">
          <ac:chgData name="dan khan" userId="97a1adc99d90aa4b" providerId="LiveId" clId="{673946A3-A51D-44FC-A707-5197EAD0464C}" dt="2023-09-03T18:33:38.352" v="108"/>
          <ac:spMkLst>
            <pc:docMk/>
            <pc:sldMk cId="1812363215" sldId="267"/>
            <ac:spMk id="4" creationId="{C3E5099A-D595-3380-69D5-35030B36CB8E}"/>
          </ac:spMkLst>
        </pc:spChg>
      </pc:sldChg>
      <pc:sldChg chg="addSp delSp modSp new mod">
        <pc:chgData name="dan khan" userId="97a1adc99d90aa4b" providerId="LiveId" clId="{673946A3-A51D-44FC-A707-5197EAD0464C}" dt="2023-09-04T06:06:02.870" v="531" actId="20577"/>
        <pc:sldMkLst>
          <pc:docMk/>
          <pc:sldMk cId="766384196" sldId="268"/>
        </pc:sldMkLst>
        <pc:spChg chg="add del mod">
          <ac:chgData name="dan khan" userId="97a1adc99d90aa4b" providerId="LiveId" clId="{673946A3-A51D-44FC-A707-5197EAD0464C}" dt="2023-09-03T18:34:56.969" v="122"/>
          <ac:spMkLst>
            <pc:docMk/>
            <pc:sldMk cId="766384196" sldId="268"/>
            <ac:spMk id="2" creationId="{C418F1D8-D65F-4B6F-9F1B-E6C9441E2E78}"/>
          </ac:spMkLst>
        </pc:spChg>
        <pc:spChg chg="add del mod">
          <ac:chgData name="dan khan" userId="97a1adc99d90aa4b" providerId="LiveId" clId="{673946A3-A51D-44FC-A707-5197EAD0464C}" dt="2023-09-03T18:34:56.937" v="121"/>
          <ac:spMkLst>
            <pc:docMk/>
            <pc:sldMk cId="766384196" sldId="268"/>
            <ac:spMk id="3" creationId="{084AB72D-2C49-8CC1-A7D9-2B8FF48CFED5}"/>
          </ac:spMkLst>
        </pc:spChg>
        <pc:spChg chg="add mod">
          <ac:chgData name="dan khan" userId="97a1adc99d90aa4b" providerId="LiveId" clId="{673946A3-A51D-44FC-A707-5197EAD0464C}" dt="2023-09-04T06:06:02.870" v="531" actId="20577"/>
          <ac:spMkLst>
            <pc:docMk/>
            <pc:sldMk cId="766384196" sldId="268"/>
            <ac:spMk id="4" creationId="{0526C23A-2A85-827D-EF5F-C673B31D5F16}"/>
          </ac:spMkLst>
        </pc:spChg>
      </pc:sldChg>
      <pc:sldChg chg="addSp delSp modSp new mod">
        <pc:chgData name="dan khan" userId="97a1adc99d90aa4b" providerId="LiveId" clId="{673946A3-A51D-44FC-A707-5197EAD0464C}" dt="2023-09-04T06:06:07.900" v="532" actId="20577"/>
        <pc:sldMkLst>
          <pc:docMk/>
          <pc:sldMk cId="3962621518" sldId="269"/>
        </pc:sldMkLst>
        <pc:spChg chg="add del mod">
          <ac:chgData name="dan khan" userId="97a1adc99d90aa4b" providerId="LiveId" clId="{673946A3-A51D-44FC-A707-5197EAD0464C}" dt="2023-09-04T06:06:07.900" v="532" actId="20577"/>
          <ac:spMkLst>
            <pc:docMk/>
            <pc:sldMk cId="3962621518" sldId="269"/>
            <ac:spMk id="2" creationId="{946F6A79-3D6E-368B-1510-E25CA6364380}"/>
          </ac:spMkLst>
        </pc:spChg>
        <pc:spChg chg="add del mod">
          <ac:chgData name="dan khan" userId="97a1adc99d90aa4b" providerId="LiveId" clId="{673946A3-A51D-44FC-A707-5197EAD0464C}" dt="2023-09-03T18:36:45.215" v="131"/>
          <ac:spMkLst>
            <pc:docMk/>
            <pc:sldMk cId="3962621518" sldId="269"/>
            <ac:spMk id="3" creationId="{C5729474-6A67-0609-3240-D26AAE1A5957}"/>
          </ac:spMkLst>
        </pc:spChg>
        <pc:spChg chg="add del mod">
          <ac:chgData name="dan khan" userId="97a1adc99d90aa4b" providerId="LiveId" clId="{673946A3-A51D-44FC-A707-5197EAD0464C}" dt="2023-09-03T18:36:48.763" v="135"/>
          <ac:spMkLst>
            <pc:docMk/>
            <pc:sldMk cId="3962621518" sldId="269"/>
            <ac:spMk id="4" creationId="{530D6791-0C05-F8D4-B59C-6BE6AA410550}"/>
          </ac:spMkLst>
        </pc:spChg>
        <pc:spChg chg="add del mod">
          <ac:chgData name="dan khan" userId="97a1adc99d90aa4b" providerId="LiveId" clId="{673946A3-A51D-44FC-A707-5197EAD0464C}" dt="2023-09-03T18:36:52.055" v="139"/>
          <ac:spMkLst>
            <pc:docMk/>
            <pc:sldMk cId="3962621518" sldId="269"/>
            <ac:spMk id="5" creationId="{D0E188C4-0F53-A2F8-4E6C-3E9134EA3ACE}"/>
          </ac:spMkLst>
        </pc:spChg>
      </pc:sldChg>
      <pc:sldChg chg="addSp delSp modSp new mod">
        <pc:chgData name="dan khan" userId="97a1adc99d90aa4b" providerId="LiveId" clId="{673946A3-A51D-44FC-A707-5197EAD0464C}" dt="2023-09-04T06:06:12.234" v="533" actId="20577"/>
        <pc:sldMkLst>
          <pc:docMk/>
          <pc:sldMk cId="3748175354" sldId="270"/>
        </pc:sldMkLst>
        <pc:spChg chg="add del mod">
          <ac:chgData name="dan khan" userId="97a1adc99d90aa4b" providerId="LiveId" clId="{673946A3-A51D-44FC-A707-5197EAD0464C}" dt="2023-09-04T06:06:12.234" v="533" actId="20577"/>
          <ac:spMkLst>
            <pc:docMk/>
            <pc:sldMk cId="3748175354" sldId="270"/>
            <ac:spMk id="2" creationId="{ED7D2864-19D2-EBD7-9C76-F7D1607ED7BD}"/>
          </ac:spMkLst>
        </pc:spChg>
        <pc:spChg chg="add del mod">
          <ac:chgData name="dan khan" userId="97a1adc99d90aa4b" providerId="LiveId" clId="{673946A3-A51D-44FC-A707-5197EAD0464C}" dt="2023-09-03T18:37:22.763" v="148"/>
          <ac:spMkLst>
            <pc:docMk/>
            <pc:sldMk cId="3748175354" sldId="270"/>
            <ac:spMk id="3" creationId="{C7B83370-7D41-83AE-B02C-A169D78437D4}"/>
          </ac:spMkLst>
        </pc:spChg>
      </pc:sldChg>
      <pc:sldChg chg="addSp modSp new mod">
        <pc:chgData name="dan khan" userId="97a1adc99d90aa4b" providerId="LiveId" clId="{673946A3-A51D-44FC-A707-5197EAD0464C}" dt="2023-09-03T19:19:38.189" v="339" actId="20577"/>
        <pc:sldMkLst>
          <pc:docMk/>
          <pc:sldMk cId="1247598989" sldId="271"/>
        </pc:sldMkLst>
        <pc:spChg chg="mod">
          <ac:chgData name="dan khan" userId="97a1adc99d90aa4b" providerId="LiveId" clId="{673946A3-A51D-44FC-A707-5197EAD0464C}" dt="2023-09-03T19:10:55.936" v="279" actId="207"/>
          <ac:spMkLst>
            <pc:docMk/>
            <pc:sldMk cId="1247598989" sldId="271"/>
            <ac:spMk id="2" creationId="{0CFEF765-910C-08A4-5F8B-70C86243D90C}"/>
          </ac:spMkLst>
        </pc:spChg>
        <pc:spChg chg="mod">
          <ac:chgData name="dan khan" userId="97a1adc99d90aa4b" providerId="LiveId" clId="{673946A3-A51D-44FC-A707-5197EAD0464C}" dt="2023-09-03T18:56:32.879" v="159" actId="14100"/>
          <ac:spMkLst>
            <pc:docMk/>
            <pc:sldMk cId="1247598989" sldId="271"/>
            <ac:spMk id="3" creationId="{53107AF9-32AC-A94F-3DDB-6860935F8773}"/>
          </ac:spMkLst>
        </pc:spChg>
        <pc:spChg chg="add mod">
          <ac:chgData name="dan khan" userId="97a1adc99d90aa4b" providerId="LiveId" clId="{673946A3-A51D-44FC-A707-5197EAD0464C}" dt="2023-09-03T19:19:38.189" v="339" actId="20577"/>
          <ac:spMkLst>
            <pc:docMk/>
            <pc:sldMk cId="1247598989" sldId="271"/>
            <ac:spMk id="4" creationId="{DA50036F-470F-2FE2-2FFB-873D5B782044}"/>
          </ac:spMkLst>
        </pc:spChg>
      </pc:sldChg>
      <pc:sldChg chg="modSp new mod">
        <pc:chgData name="dan khan" userId="97a1adc99d90aa4b" providerId="LiveId" clId="{673946A3-A51D-44FC-A707-5197EAD0464C}" dt="2023-09-04T06:06:23.143" v="535" actId="20577"/>
        <pc:sldMkLst>
          <pc:docMk/>
          <pc:sldMk cId="361602391" sldId="272"/>
        </pc:sldMkLst>
        <pc:spChg chg="mod">
          <ac:chgData name="dan khan" userId="97a1adc99d90aa4b" providerId="LiveId" clId="{673946A3-A51D-44FC-A707-5197EAD0464C}" dt="2023-09-04T06:06:23.143" v="535" actId="20577"/>
          <ac:spMkLst>
            <pc:docMk/>
            <pc:sldMk cId="361602391" sldId="272"/>
            <ac:spMk id="2" creationId="{B76E1A3A-8325-DB58-B70C-0F4127C2C257}"/>
          </ac:spMkLst>
        </pc:spChg>
        <pc:spChg chg="mod">
          <ac:chgData name="dan khan" userId="97a1adc99d90aa4b" providerId="LiveId" clId="{673946A3-A51D-44FC-A707-5197EAD0464C}" dt="2023-09-03T19:11:21.797" v="284" actId="2711"/>
          <ac:spMkLst>
            <pc:docMk/>
            <pc:sldMk cId="361602391" sldId="272"/>
            <ac:spMk id="3" creationId="{A910F327-597B-2D59-FD83-E86DAEBA3CC9}"/>
          </ac:spMkLst>
        </pc:spChg>
      </pc:sldChg>
      <pc:sldChg chg="modSp new mod">
        <pc:chgData name="dan khan" userId="97a1adc99d90aa4b" providerId="LiveId" clId="{673946A3-A51D-44FC-A707-5197EAD0464C}" dt="2023-09-04T06:06:27.850" v="536" actId="20577"/>
        <pc:sldMkLst>
          <pc:docMk/>
          <pc:sldMk cId="461916889" sldId="273"/>
        </pc:sldMkLst>
        <pc:spChg chg="mod">
          <ac:chgData name="dan khan" userId="97a1adc99d90aa4b" providerId="LiveId" clId="{673946A3-A51D-44FC-A707-5197EAD0464C}" dt="2023-09-04T06:06:27.850" v="536" actId="20577"/>
          <ac:spMkLst>
            <pc:docMk/>
            <pc:sldMk cId="461916889" sldId="273"/>
            <ac:spMk id="2" creationId="{A58BADA1-7D56-4044-93A0-78F06127F689}"/>
          </ac:spMkLst>
        </pc:spChg>
        <pc:spChg chg="mod">
          <ac:chgData name="dan khan" userId="97a1adc99d90aa4b" providerId="LiveId" clId="{673946A3-A51D-44FC-A707-5197EAD0464C}" dt="2023-09-03T19:11:34.378" v="287" actId="2711"/>
          <ac:spMkLst>
            <pc:docMk/>
            <pc:sldMk cId="461916889" sldId="273"/>
            <ac:spMk id="3" creationId="{C565DAD0-C799-3282-88E6-7C1DF8BC8681}"/>
          </ac:spMkLst>
        </pc:spChg>
      </pc:sldChg>
      <pc:sldChg chg="addSp modSp new mod">
        <pc:chgData name="dan khan" userId="97a1adc99d90aa4b" providerId="LiveId" clId="{673946A3-A51D-44FC-A707-5197EAD0464C}" dt="2023-09-04T06:06:36.303" v="537" actId="20577"/>
        <pc:sldMkLst>
          <pc:docMk/>
          <pc:sldMk cId="3329746898" sldId="274"/>
        </pc:sldMkLst>
        <pc:spChg chg="mod">
          <ac:chgData name="dan khan" userId="97a1adc99d90aa4b" providerId="LiveId" clId="{673946A3-A51D-44FC-A707-5197EAD0464C}" dt="2023-09-04T06:06:36.303" v="537" actId="20577"/>
          <ac:spMkLst>
            <pc:docMk/>
            <pc:sldMk cId="3329746898" sldId="274"/>
            <ac:spMk id="2" creationId="{0297B61D-1DAC-1DDA-E8A2-36C58B9668E5}"/>
          </ac:spMkLst>
        </pc:spChg>
        <pc:spChg chg="mod">
          <ac:chgData name="dan khan" userId="97a1adc99d90aa4b" providerId="LiveId" clId="{673946A3-A51D-44FC-A707-5197EAD0464C}" dt="2023-09-03T18:59:23.424" v="178" actId="27636"/>
          <ac:spMkLst>
            <pc:docMk/>
            <pc:sldMk cId="3329746898" sldId="274"/>
            <ac:spMk id="3" creationId="{23947A0C-01BD-5665-A711-50EB8E894640}"/>
          </ac:spMkLst>
        </pc:spChg>
        <pc:spChg chg="add mod">
          <ac:chgData name="dan khan" userId="97a1adc99d90aa4b" providerId="LiveId" clId="{673946A3-A51D-44FC-A707-5197EAD0464C}" dt="2023-09-03T19:11:49.218" v="290" actId="2711"/>
          <ac:spMkLst>
            <pc:docMk/>
            <pc:sldMk cId="3329746898" sldId="274"/>
            <ac:spMk id="4" creationId="{C74B36EA-0F1D-AD9C-FD3F-3DAF7915D5CE}"/>
          </ac:spMkLst>
        </pc:spChg>
      </pc:sldChg>
      <pc:sldChg chg="modSp new mod">
        <pc:chgData name="dan khan" userId="97a1adc99d90aa4b" providerId="LiveId" clId="{673946A3-A51D-44FC-A707-5197EAD0464C}" dt="2023-09-04T06:06:43.187" v="538" actId="20577"/>
        <pc:sldMkLst>
          <pc:docMk/>
          <pc:sldMk cId="4273593214" sldId="275"/>
        </pc:sldMkLst>
        <pc:spChg chg="mod">
          <ac:chgData name="dan khan" userId="97a1adc99d90aa4b" providerId="LiveId" clId="{673946A3-A51D-44FC-A707-5197EAD0464C}" dt="2023-09-04T06:06:43.187" v="538" actId="20577"/>
          <ac:spMkLst>
            <pc:docMk/>
            <pc:sldMk cId="4273593214" sldId="275"/>
            <ac:spMk id="2" creationId="{50E23740-6DB1-6725-AEEC-A437502C41CB}"/>
          </ac:spMkLst>
        </pc:spChg>
        <pc:spChg chg="mod">
          <ac:chgData name="dan khan" userId="97a1adc99d90aa4b" providerId="LiveId" clId="{673946A3-A51D-44FC-A707-5197EAD0464C}" dt="2023-09-03T19:12:04.240" v="293" actId="2711"/>
          <ac:spMkLst>
            <pc:docMk/>
            <pc:sldMk cId="4273593214" sldId="275"/>
            <ac:spMk id="3" creationId="{E5A70586-5F89-E4D9-934A-0359FC7E9527}"/>
          </ac:spMkLst>
        </pc:spChg>
      </pc:sldChg>
      <pc:sldChg chg="modSp new mod">
        <pc:chgData name="dan khan" userId="97a1adc99d90aa4b" providerId="LiveId" clId="{673946A3-A51D-44FC-A707-5197EAD0464C}" dt="2023-09-03T19:12:15.258" v="296" actId="2711"/>
        <pc:sldMkLst>
          <pc:docMk/>
          <pc:sldMk cId="1227333604" sldId="276"/>
        </pc:sldMkLst>
        <pc:spChg chg="mod">
          <ac:chgData name="dan khan" userId="97a1adc99d90aa4b" providerId="LiveId" clId="{673946A3-A51D-44FC-A707-5197EAD0464C}" dt="2023-09-03T19:12:11.351" v="295" actId="207"/>
          <ac:spMkLst>
            <pc:docMk/>
            <pc:sldMk cId="1227333604" sldId="276"/>
            <ac:spMk id="2" creationId="{02DA3954-1EAE-787C-E88F-FED4ACE1DC47}"/>
          </ac:spMkLst>
        </pc:spChg>
        <pc:spChg chg="mod">
          <ac:chgData name="dan khan" userId="97a1adc99d90aa4b" providerId="LiveId" clId="{673946A3-A51D-44FC-A707-5197EAD0464C}" dt="2023-09-03T19:12:15.258" v="296" actId="2711"/>
          <ac:spMkLst>
            <pc:docMk/>
            <pc:sldMk cId="1227333604" sldId="276"/>
            <ac:spMk id="3" creationId="{EEC42DCB-B67D-4113-B939-DAAAD483AC05}"/>
          </ac:spMkLst>
        </pc:spChg>
      </pc:sldChg>
      <pc:sldChg chg="addSp modSp new mod">
        <pc:chgData name="dan khan" userId="97a1adc99d90aa4b" providerId="LiveId" clId="{673946A3-A51D-44FC-A707-5197EAD0464C}" dt="2023-09-10T16:54:39.595" v="568" actId="27636"/>
        <pc:sldMkLst>
          <pc:docMk/>
          <pc:sldMk cId="1264091022" sldId="277"/>
        </pc:sldMkLst>
        <pc:spChg chg="mod">
          <ac:chgData name="dan khan" userId="97a1adc99d90aa4b" providerId="LiveId" clId="{673946A3-A51D-44FC-A707-5197EAD0464C}" dt="2023-09-10T16:54:39.595" v="568" actId="27636"/>
          <ac:spMkLst>
            <pc:docMk/>
            <pc:sldMk cId="1264091022" sldId="277"/>
            <ac:spMk id="2" creationId="{ECC60680-C7DC-9F34-91BB-1E6295F011C7}"/>
          </ac:spMkLst>
        </pc:spChg>
        <pc:spChg chg="mod">
          <ac:chgData name="dan khan" userId="97a1adc99d90aa4b" providerId="LiveId" clId="{673946A3-A51D-44FC-A707-5197EAD0464C}" dt="2023-09-03T19:02:26.052" v="195" actId="14100"/>
          <ac:spMkLst>
            <pc:docMk/>
            <pc:sldMk cId="1264091022" sldId="277"/>
            <ac:spMk id="3" creationId="{22E4CA04-3209-94AA-CD6E-57C03073E5FB}"/>
          </ac:spMkLst>
        </pc:spChg>
        <pc:spChg chg="add mod">
          <ac:chgData name="dan khan" userId="97a1adc99d90aa4b" providerId="LiveId" clId="{673946A3-A51D-44FC-A707-5197EAD0464C}" dt="2023-09-10T16:54:25.742" v="566"/>
          <ac:spMkLst>
            <pc:docMk/>
            <pc:sldMk cId="1264091022" sldId="277"/>
            <ac:spMk id="4" creationId="{24D72FBE-1850-CEE1-53B8-0BE3F2D8FA20}"/>
          </ac:spMkLst>
        </pc:spChg>
      </pc:sldChg>
      <pc:sldChg chg="modSp new mod">
        <pc:chgData name="dan khan" userId="97a1adc99d90aa4b" providerId="LiveId" clId="{673946A3-A51D-44FC-A707-5197EAD0464C}" dt="2023-09-10T18:37:19.746" v="1079" actId="2711"/>
        <pc:sldMkLst>
          <pc:docMk/>
          <pc:sldMk cId="2340587947" sldId="278"/>
        </pc:sldMkLst>
        <pc:spChg chg="mod">
          <ac:chgData name="dan khan" userId="97a1adc99d90aa4b" providerId="LiveId" clId="{673946A3-A51D-44FC-A707-5197EAD0464C}" dt="2023-09-03T19:12:58.966" v="302" actId="207"/>
          <ac:spMkLst>
            <pc:docMk/>
            <pc:sldMk cId="2340587947" sldId="278"/>
            <ac:spMk id="2" creationId="{3F88D3DD-A946-0A00-D38B-85A01188710C}"/>
          </ac:spMkLst>
        </pc:spChg>
        <pc:spChg chg="mod">
          <ac:chgData name="dan khan" userId="97a1adc99d90aa4b" providerId="LiveId" clId="{673946A3-A51D-44FC-A707-5197EAD0464C}" dt="2023-09-10T18:37:19.746" v="1079" actId="2711"/>
          <ac:spMkLst>
            <pc:docMk/>
            <pc:sldMk cId="2340587947" sldId="278"/>
            <ac:spMk id="3" creationId="{8F5D05D4-84BB-1035-21DC-7C4F4AE66D1C}"/>
          </ac:spMkLst>
        </pc:spChg>
      </pc:sldChg>
      <pc:sldChg chg="addSp modSp new mod">
        <pc:chgData name="dan khan" userId="97a1adc99d90aa4b" providerId="LiveId" clId="{673946A3-A51D-44FC-A707-5197EAD0464C}" dt="2023-09-10T18:04:59.438" v="740" actId="20577"/>
        <pc:sldMkLst>
          <pc:docMk/>
          <pc:sldMk cId="866238266" sldId="279"/>
        </pc:sldMkLst>
        <pc:spChg chg="mod">
          <ac:chgData name="dan khan" userId="97a1adc99d90aa4b" providerId="LiveId" clId="{673946A3-A51D-44FC-A707-5197EAD0464C}" dt="2023-09-03T19:13:47.608" v="306" actId="207"/>
          <ac:spMkLst>
            <pc:docMk/>
            <pc:sldMk cId="866238266" sldId="279"/>
            <ac:spMk id="2" creationId="{651594AD-CC72-D1AA-230D-0C434FB0B256}"/>
          </ac:spMkLst>
        </pc:spChg>
        <pc:spChg chg="mod">
          <ac:chgData name="dan khan" userId="97a1adc99d90aa4b" providerId="LiveId" clId="{673946A3-A51D-44FC-A707-5197EAD0464C}" dt="2023-09-03T19:04:41.369" v="211" actId="14100"/>
          <ac:spMkLst>
            <pc:docMk/>
            <pc:sldMk cId="866238266" sldId="279"/>
            <ac:spMk id="3" creationId="{06833B04-3C59-8E1D-B297-260723711707}"/>
          </ac:spMkLst>
        </pc:spChg>
        <pc:spChg chg="add mod">
          <ac:chgData name="dan khan" userId="97a1adc99d90aa4b" providerId="LiveId" clId="{673946A3-A51D-44FC-A707-5197EAD0464C}" dt="2023-09-10T18:04:59.438" v="740" actId="20577"/>
          <ac:spMkLst>
            <pc:docMk/>
            <pc:sldMk cId="866238266" sldId="279"/>
            <ac:spMk id="4" creationId="{CC291C97-F597-EAB6-58D0-F5C84DD64E41}"/>
          </ac:spMkLst>
        </pc:spChg>
      </pc:sldChg>
      <pc:sldChg chg="modSp new mod">
        <pc:chgData name="dan khan" userId="97a1adc99d90aa4b" providerId="LiveId" clId="{673946A3-A51D-44FC-A707-5197EAD0464C}" dt="2023-09-10T18:41:48.748" v="1108" actId="2711"/>
        <pc:sldMkLst>
          <pc:docMk/>
          <pc:sldMk cId="2125622870" sldId="280"/>
        </pc:sldMkLst>
        <pc:spChg chg="mod">
          <ac:chgData name="dan khan" userId="97a1adc99d90aa4b" providerId="LiveId" clId="{673946A3-A51D-44FC-A707-5197EAD0464C}" dt="2023-09-04T06:06:56.470" v="539" actId="20577"/>
          <ac:spMkLst>
            <pc:docMk/>
            <pc:sldMk cId="2125622870" sldId="280"/>
            <ac:spMk id="2" creationId="{36939034-9F99-C915-B367-35B9775E76C5}"/>
          </ac:spMkLst>
        </pc:spChg>
        <pc:spChg chg="mod">
          <ac:chgData name="dan khan" userId="97a1adc99d90aa4b" providerId="LiveId" clId="{673946A3-A51D-44FC-A707-5197EAD0464C}" dt="2023-09-10T18:41:48.748" v="1108" actId="2711"/>
          <ac:spMkLst>
            <pc:docMk/>
            <pc:sldMk cId="2125622870" sldId="280"/>
            <ac:spMk id="3" creationId="{F7822F1B-92FC-7175-357A-6592B5F892FC}"/>
          </ac:spMkLst>
        </pc:spChg>
      </pc:sldChg>
      <pc:sldChg chg="modSp new mod">
        <pc:chgData name="dan khan" userId="97a1adc99d90aa4b" providerId="LiveId" clId="{673946A3-A51D-44FC-A707-5197EAD0464C}" dt="2023-09-03T19:14:17.826" v="312" actId="2711"/>
        <pc:sldMkLst>
          <pc:docMk/>
          <pc:sldMk cId="1006686597" sldId="281"/>
        </pc:sldMkLst>
        <pc:spChg chg="mod">
          <ac:chgData name="dan khan" userId="97a1adc99d90aa4b" providerId="LiveId" clId="{673946A3-A51D-44FC-A707-5197EAD0464C}" dt="2023-09-03T19:14:13.096" v="311" actId="207"/>
          <ac:spMkLst>
            <pc:docMk/>
            <pc:sldMk cId="1006686597" sldId="281"/>
            <ac:spMk id="2" creationId="{0B431938-F9A7-7305-7BE3-1F4C8E5DC3A9}"/>
          </ac:spMkLst>
        </pc:spChg>
        <pc:spChg chg="mod">
          <ac:chgData name="dan khan" userId="97a1adc99d90aa4b" providerId="LiveId" clId="{673946A3-A51D-44FC-A707-5197EAD0464C}" dt="2023-09-03T19:14:17.826" v="312" actId="2711"/>
          <ac:spMkLst>
            <pc:docMk/>
            <pc:sldMk cId="1006686597" sldId="281"/>
            <ac:spMk id="3" creationId="{DB5D41EF-7E02-BC8E-A1BE-538194E5E4F2}"/>
          </ac:spMkLst>
        </pc:spChg>
      </pc:sldChg>
      <pc:sldChg chg="modSp new del mod">
        <pc:chgData name="dan khan" userId="97a1adc99d90aa4b" providerId="LiveId" clId="{673946A3-A51D-44FC-A707-5197EAD0464C}" dt="2023-09-10T18:19:38.184" v="1035" actId="2696"/>
        <pc:sldMkLst>
          <pc:docMk/>
          <pc:sldMk cId="2182535243" sldId="282"/>
        </pc:sldMkLst>
        <pc:spChg chg="mod">
          <ac:chgData name="dan khan" userId="97a1adc99d90aa4b" providerId="LiveId" clId="{673946A3-A51D-44FC-A707-5197EAD0464C}" dt="2023-09-04T05:45:31.002" v="483" actId="207"/>
          <ac:spMkLst>
            <pc:docMk/>
            <pc:sldMk cId="2182535243" sldId="282"/>
            <ac:spMk id="2" creationId="{52F01196-9587-1C72-15F7-3F5265E1B25A}"/>
          </ac:spMkLst>
        </pc:spChg>
        <pc:spChg chg="mod">
          <ac:chgData name="dan khan" userId="97a1adc99d90aa4b" providerId="LiveId" clId="{673946A3-A51D-44FC-A707-5197EAD0464C}" dt="2023-09-04T05:45:47.378" v="486" actId="207"/>
          <ac:spMkLst>
            <pc:docMk/>
            <pc:sldMk cId="2182535243" sldId="282"/>
            <ac:spMk id="3" creationId="{2E6D4432-E67F-0645-AAC2-6E456D7C1645}"/>
          </ac:spMkLst>
        </pc:spChg>
      </pc:sldChg>
      <pc:sldChg chg="modSp new del mod">
        <pc:chgData name="dan khan" userId="97a1adc99d90aa4b" providerId="LiveId" clId="{673946A3-A51D-44FC-A707-5197EAD0464C}" dt="2023-09-10T18:19:42.921" v="1036" actId="2696"/>
        <pc:sldMkLst>
          <pc:docMk/>
          <pc:sldMk cId="49324834" sldId="283"/>
        </pc:sldMkLst>
        <pc:spChg chg="mod">
          <ac:chgData name="dan khan" userId="97a1adc99d90aa4b" providerId="LiveId" clId="{673946A3-A51D-44FC-A707-5197EAD0464C}" dt="2023-09-04T05:46:02.293" v="488" actId="207"/>
          <ac:spMkLst>
            <pc:docMk/>
            <pc:sldMk cId="49324834" sldId="283"/>
            <ac:spMk id="2" creationId="{55E368AE-94EB-B895-B12D-BE05E0DCF75C}"/>
          </ac:spMkLst>
        </pc:spChg>
        <pc:spChg chg="mod">
          <ac:chgData name="dan khan" userId="97a1adc99d90aa4b" providerId="LiveId" clId="{673946A3-A51D-44FC-A707-5197EAD0464C}" dt="2023-09-04T05:46:08.199" v="489" actId="2711"/>
          <ac:spMkLst>
            <pc:docMk/>
            <pc:sldMk cId="49324834" sldId="283"/>
            <ac:spMk id="3" creationId="{62AB0B46-5774-696F-DDD5-6A23BEE98FCB}"/>
          </ac:spMkLst>
        </pc:spChg>
      </pc:sldChg>
      <pc:sldChg chg="addSp modSp new mod">
        <pc:chgData name="dan khan" userId="97a1adc99d90aa4b" providerId="LiveId" clId="{673946A3-A51D-44FC-A707-5197EAD0464C}" dt="2023-09-04T05:46:24.430" v="491" actId="207"/>
        <pc:sldMkLst>
          <pc:docMk/>
          <pc:sldMk cId="1012085280" sldId="284"/>
        </pc:sldMkLst>
        <pc:spChg chg="mod">
          <ac:chgData name="dan khan" userId="97a1adc99d90aa4b" providerId="LiveId" clId="{673946A3-A51D-44FC-A707-5197EAD0464C}" dt="2023-09-04T05:46:24.430" v="491" actId="207"/>
          <ac:spMkLst>
            <pc:docMk/>
            <pc:sldMk cId="1012085280" sldId="284"/>
            <ac:spMk id="2" creationId="{18F586DA-49FD-BCD2-F415-4D54555F273D}"/>
          </ac:spMkLst>
        </pc:spChg>
        <pc:spChg chg="mod">
          <ac:chgData name="dan khan" userId="97a1adc99d90aa4b" providerId="LiveId" clId="{673946A3-A51D-44FC-A707-5197EAD0464C}" dt="2023-09-04T05:36:23.203" v="396" actId="14100"/>
          <ac:spMkLst>
            <pc:docMk/>
            <pc:sldMk cId="1012085280" sldId="284"/>
            <ac:spMk id="3" creationId="{9F661A6D-5EFA-D175-E57A-8FB145BC39E3}"/>
          </ac:spMkLst>
        </pc:spChg>
        <pc:spChg chg="add mod">
          <ac:chgData name="dan khan" userId="97a1adc99d90aa4b" providerId="LiveId" clId="{673946A3-A51D-44FC-A707-5197EAD0464C}" dt="2023-09-04T05:37:18.408" v="444" actId="20577"/>
          <ac:spMkLst>
            <pc:docMk/>
            <pc:sldMk cId="1012085280" sldId="284"/>
            <ac:spMk id="4" creationId="{7FE6E872-6C2C-2C05-AB7A-7948636A30CF}"/>
          </ac:spMkLst>
        </pc:spChg>
      </pc:sldChg>
      <pc:sldChg chg="modSp new del mod">
        <pc:chgData name="dan khan" userId="97a1adc99d90aa4b" providerId="LiveId" clId="{673946A3-A51D-44FC-A707-5197EAD0464C}" dt="2023-09-10T18:23:13.302" v="1059" actId="2696"/>
        <pc:sldMkLst>
          <pc:docMk/>
          <pc:sldMk cId="2622885916" sldId="285"/>
        </pc:sldMkLst>
        <pc:spChg chg="mod">
          <ac:chgData name="dan khan" userId="97a1adc99d90aa4b" providerId="LiveId" clId="{673946A3-A51D-44FC-A707-5197EAD0464C}" dt="2023-09-04T05:46:36.012" v="493" actId="207"/>
          <ac:spMkLst>
            <pc:docMk/>
            <pc:sldMk cId="2622885916" sldId="285"/>
            <ac:spMk id="2" creationId="{E27047F9-78BB-005A-6281-9FA2ACB362D7}"/>
          </ac:spMkLst>
        </pc:spChg>
        <pc:spChg chg="mod">
          <ac:chgData name="dan khan" userId="97a1adc99d90aa4b" providerId="LiveId" clId="{673946A3-A51D-44FC-A707-5197EAD0464C}" dt="2023-09-04T05:46:48.037" v="496" actId="14100"/>
          <ac:spMkLst>
            <pc:docMk/>
            <pc:sldMk cId="2622885916" sldId="285"/>
            <ac:spMk id="3" creationId="{88BCE8A9-46D4-13F3-14C2-6F9739FDDE55}"/>
          </ac:spMkLst>
        </pc:spChg>
      </pc:sldChg>
      <pc:sldChg chg="addSp delSp modSp new del mod">
        <pc:chgData name="dan khan" userId="97a1adc99d90aa4b" providerId="LiveId" clId="{673946A3-A51D-44FC-A707-5197EAD0464C}" dt="2023-09-10T18:23:23.325" v="1060" actId="2696"/>
        <pc:sldMkLst>
          <pc:docMk/>
          <pc:sldMk cId="1826272311" sldId="286"/>
        </pc:sldMkLst>
        <pc:spChg chg="del mod">
          <ac:chgData name="dan khan" userId="97a1adc99d90aa4b" providerId="LiveId" clId="{673946A3-A51D-44FC-A707-5197EAD0464C}" dt="2023-09-04T05:39:41.199" v="452"/>
          <ac:spMkLst>
            <pc:docMk/>
            <pc:sldMk cId="1826272311" sldId="286"/>
            <ac:spMk id="2" creationId="{D8A452C8-86B6-9EB1-E511-43AAEF72E172}"/>
          </ac:spMkLst>
        </pc:spChg>
        <pc:spChg chg="add mod">
          <ac:chgData name="dan khan" userId="97a1adc99d90aa4b" providerId="LiveId" clId="{673946A3-A51D-44FC-A707-5197EAD0464C}" dt="2023-09-04T05:51:59.982" v="499" actId="5793"/>
          <ac:spMkLst>
            <pc:docMk/>
            <pc:sldMk cId="1826272311" sldId="286"/>
            <ac:spMk id="3" creationId="{3BFE4F82-F01A-7BF7-1D9A-32CD191FF479}"/>
          </ac:spMkLst>
        </pc:spChg>
      </pc:sldChg>
      <pc:sldChg chg="addSp delSp modSp new del mod">
        <pc:chgData name="dan khan" userId="97a1adc99d90aa4b" providerId="LiveId" clId="{673946A3-A51D-44FC-A707-5197EAD0464C}" dt="2023-09-10T18:23:31.031" v="1061" actId="2696"/>
        <pc:sldMkLst>
          <pc:docMk/>
          <pc:sldMk cId="504605256" sldId="287"/>
        </pc:sldMkLst>
        <pc:spChg chg="mod">
          <ac:chgData name="dan khan" userId="97a1adc99d90aa4b" providerId="LiveId" clId="{673946A3-A51D-44FC-A707-5197EAD0464C}" dt="2023-09-04T05:41:06.918" v="466" actId="20577"/>
          <ac:spMkLst>
            <pc:docMk/>
            <pc:sldMk cId="504605256" sldId="287"/>
            <ac:spMk id="2" creationId="{579E5022-FB08-BEC2-EAB6-971B9D8C1543}"/>
          </ac:spMkLst>
        </pc:spChg>
        <pc:spChg chg="del">
          <ac:chgData name="dan khan" userId="97a1adc99d90aa4b" providerId="LiveId" clId="{673946A3-A51D-44FC-A707-5197EAD0464C}" dt="2023-09-04T05:41:03.054" v="463"/>
          <ac:spMkLst>
            <pc:docMk/>
            <pc:sldMk cId="504605256" sldId="287"/>
            <ac:spMk id="3" creationId="{5946CB90-0EA6-3946-ED4E-21626E640D38}"/>
          </ac:spMkLst>
        </pc:spChg>
        <pc:spChg chg="add mod">
          <ac:chgData name="dan khan" userId="97a1adc99d90aa4b" providerId="LiveId" clId="{673946A3-A51D-44FC-A707-5197EAD0464C}" dt="2023-09-04T05:52:47.855" v="507" actId="207"/>
          <ac:spMkLst>
            <pc:docMk/>
            <pc:sldMk cId="504605256" sldId="287"/>
            <ac:spMk id="4" creationId="{EB9A4D8E-C31E-9C64-2B9D-6DEC88427FB2}"/>
          </ac:spMkLst>
        </pc:spChg>
      </pc:sldChg>
      <pc:sldChg chg="modSp new mod ord">
        <pc:chgData name="dan khan" userId="97a1adc99d90aa4b" providerId="LiveId" clId="{673946A3-A51D-44FC-A707-5197EAD0464C}" dt="2023-09-10T18:26:48.123" v="1074"/>
        <pc:sldMkLst>
          <pc:docMk/>
          <pc:sldMk cId="1794957934" sldId="288"/>
        </pc:sldMkLst>
        <pc:spChg chg="mod">
          <ac:chgData name="dan khan" userId="97a1adc99d90aa4b" providerId="LiveId" clId="{673946A3-A51D-44FC-A707-5197EAD0464C}" dt="2023-09-04T05:52:56.798" v="509" actId="207"/>
          <ac:spMkLst>
            <pc:docMk/>
            <pc:sldMk cId="1794957934" sldId="288"/>
            <ac:spMk id="2" creationId="{D9708C68-5D1E-65EF-47CC-1DA0FBAD5146}"/>
          </ac:spMkLst>
        </pc:spChg>
        <pc:spChg chg="mod">
          <ac:chgData name="dan khan" userId="97a1adc99d90aa4b" providerId="LiveId" clId="{673946A3-A51D-44FC-A707-5197EAD0464C}" dt="2023-09-04T05:53:25.649" v="515" actId="207"/>
          <ac:spMkLst>
            <pc:docMk/>
            <pc:sldMk cId="1794957934" sldId="288"/>
            <ac:spMk id="3" creationId="{09DD6846-BC8B-82E0-DA3B-25864D4A5944}"/>
          </ac:spMkLst>
        </pc:spChg>
      </pc:sldChg>
      <pc:sldChg chg="modSp new mod">
        <pc:chgData name="dan khan" userId="97a1adc99d90aa4b" providerId="LiveId" clId="{673946A3-A51D-44FC-A707-5197EAD0464C}" dt="2023-09-11T18:45:45.551" v="1172" actId="255"/>
        <pc:sldMkLst>
          <pc:docMk/>
          <pc:sldMk cId="2001341891" sldId="289"/>
        </pc:sldMkLst>
        <pc:spChg chg="mod">
          <ac:chgData name="dan khan" userId="97a1adc99d90aa4b" providerId="LiveId" clId="{673946A3-A51D-44FC-A707-5197EAD0464C}" dt="2023-09-11T18:45:45.551" v="1172" actId="255"/>
          <ac:spMkLst>
            <pc:docMk/>
            <pc:sldMk cId="2001341891" sldId="289"/>
            <ac:spMk id="2" creationId="{FCADC478-3612-7CE3-EF1D-D2F7B9E99D8D}"/>
          </ac:spMkLst>
        </pc:spChg>
      </pc:sldChg>
      <pc:sldChg chg="modSp new mod">
        <pc:chgData name="dan khan" userId="97a1adc99d90aa4b" providerId="LiveId" clId="{673946A3-A51D-44FC-A707-5197EAD0464C}" dt="2023-09-10T18:37:28.007" v="1080" actId="2711"/>
        <pc:sldMkLst>
          <pc:docMk/>
          <pc:sldMk cId="1888767140" sldId="290"/>
        </pc:sldMkLst>
        <pc:spChg chg="mod">
          <ac:chgData name="dan khan" userId="97a1adc99d90aa4b" providerId="LiveId" clId="{673946A3-A51D-44FC-A707-5197EAD0464C}" dt="2023-09-10T17:08:38.299" v="585" actId="20577"/>
          <ac:spMkLst>
            <pc:docMk/>
            <pc:sldMk cId="1888767140" sldId="290"/>
            <ac:spMk id="2" creationId="{3ADFBADE-57A8-9397-4077-AD7D1B18EA58}"/>
          </ac:spMkLst>
        </pc:spChg>
        <pc:spChg chg="mod">
          <ac:chgData name="dan khan" userId="97a1adc99d90aa4b" providerId="LiveId" clId="{673946A3-A51D-44FC-A707-5197EAD0464C}" dt="2023-09-10T18:37:28.007" v="1080" actId="2711"/>
          <ac:spMkLst>
            <pc:docMk/>
            <pc:sldMk cId="1888767140" sldId="290"/>
            <ac:spMk id="3" creationId="{1BC9AB45-71D8-EC20-DB12-E61C7D7FBA6C}"/>
          </ac:spMkLst>
        </pc:spChg>
      </pc:sldChg>
      <pc:sldChg chg="modSp new mod">
        <pc:chgData name="dan khan" userId="97a1adc99d90aa4b" providerId="LiveId" clId="{673946A3-A51D-44FC-A707-5197EAD0464C}" dt="2023-09-10T17:14:32.212" v="727" actId="207"/>
        <pc:sldMkLst>
          <pc:docMk/>
          <pc:sldMk cId="3834816610" sldId="291"/>
        </pc:sldMkLst>
        <pc:spChg chg="mod">
          <ac:chgData name="dan khan" userId="97a1adc99d90aa4b" providerId="LiveId" clId="{673946A3-A51D-44FC-A707-5197EAD0464C}" dt="2023-09-10T17:14:32.212" v="727" actId="207"/>
          <ac:spMkLst>
            <pc:docMk/>
            <pc:sldMk cId="3834816610" sldId="291"/>
            <ac:spMk id="2" creationId="{6FFFB1A5-8B67-A921-6E02-B6F5B025A0F5}"/>
          </ac:spMkLst>
        </pc:spChg>
      </pc:sldChg>
      <pc:sldChg chg="modSp new mod">
        <pc:chgData name="dan khan" userId="97a1adc99d90aa4b" providerId="LiveId" clId="{673946A3-A51D-44FC-A707-5197EAD0464C}" dt="2023-09-10T18:37:49.465" v="1082" actId="207"/>
        <pc:sldMkLst>
          <pc:docMk/>
          <pc:sldMk cId="2186819414" sldId="292"/>
        </pc:sldMkLst>
        <pc:spChg chg="mod">
          <ac:chgData name="dan khan" userId="97a1adc99d90aa4b" providerId="LiveId" clId="{673946A3-A51D-44FC-A707-5197EAD0464C}" dt="2023-09-10T18:37:49.465" v="1082" actId="207"/>
          <ac:spMkLst>
            <pc:docMk/>
            <pc:sldMk cId="2186819414" sldId="292"/>
            <ac:spMk id="2" creationId="{00FA2753-0B4B-DB73-6003-92D1E3958CF4}"/>
          </ac:spMkLst>
        </pc:spChg>
      </pc:sldChg>
      <pc:sldChg chg="modSp new mod">
        <pc:chgData name="dan khan" userId="97a1adc99d90aa4b" providerId="LiveId" clId="{673946A3-A51D-44FC-A707-5197EAD0464C}" dt="2023-09-10T18:38:12.683" v="1084" actId="207"/>
        <pc:sldMkLst>
          <pc:docMk/>
          <pc:sldMk cId="2720163027" sldId="293"/>
        </pc:sldMkLst>
        <pc:spChg chg="mod">
          <ac:chgData name="dan khan" userId="97a1adc99d90aa4b" providerId="LiveId" clId="{673946A3-A51D-44FC-A707-5197EAD0464C}" dt="2023-09-10T18:38:12.683" v="1084" actId="207"/>
          <ac:spMkLst>
            <pc:docMk/>
            <pc:sldMk cId="2720163027" sldId="293"/>
            <ac:spMk id="2" creationId="{8A9D2595-4DE3-DB84-E908-BAF2DA7A8FD4}"/>
          </ac:spMkLst>
        </pc:spChg>
      </pc:sldChg>
      <pc:sldChg chg="addSp modSp new mod">
        <pc:chgData name="dan khan" userId="97a1adc99d90aa4b" providerId="LiveId" clId="{673946A3-A51D-44FC-A707-5197EAD0464C}" dt="2023-09-10T18:39:43.136" v="1090" actId="14100"/>
        <pc:sldMkLst>
          <pc:docMk/>
          <pc:sldMk cId="3786509617" sldId="294"/>
        </pc:sldMkLst>
        <pc:spChg chg="mod">
          <ac:chgData name="dan khan" userId="97a1adc99d90aa4b" providerId="LiveId" clId="{673946A3-A51D-44FC-A707-5197EAD0464C}" dt="2023-09-10T18:39:32.354" v="1085" actId="20577"/>
          <ac:spMkLst>
            <pc:docMk/>
            <pc:sldMk cId="3786509617" sldId="294"/>
            <ac:spMk id="2" creationId="{5C8D5D9D-37E4-0A92-93D5-933D7138D0A7}"/>
          </ac:spMkLst>
        </pc:spChg>
        <pc:picChg chg="add mod">
          <ac:chgData name="dan khan" userId="97a1adc99d90aa4b" providerId="LiveId" clId="{673946A3-A51D-44FC-A707-5197EAD0464C}" dt="2023-09-10T18:39:43.136" v="1090" actId="14100"/>
          <ac:picMkLst>
            <pc:docMk/>
            <pc:sldMk cId="3786509617" sldId="294"/>
            <ac:picMk id="4" creationId="{2ED83850-6756-AAE7-8510-6C92D1905FCC}"/>
          </ac:picMkLst>
        </pc:picChg>
      </pc:sldChg>
      <pc:sldChg chg="addSp modSp new mod">
        <pc:chgData name="dan khan" userId="97a1adc99d90aa4b" providerId="LiveId" clId="{673946A3-A51D-44FC-A707-5197EAD0464C}" dt="2023-09-10T18:40:33.359" v="1097" actId="14100"/>
        <pc:sldMkLst>
          <pc:docMk/>
          <pc:sldMk cId="4230454344" sldId="295"/>
        </pc:sldMkLst>
        <pc:spChg chg="mod">
          <ac:chgData name="dan khan" userId="97a1adc99d90aa4b" providerId="LiveId" clId="{673946A3-A51D-44FC-A707-5197EAD0464C}" dt="2023-09-10T18:40:22.731" v="1092" actId="20577"/>
          <ac:spMkLst>
            <pc:docMk/>
            <pc:sldMk cId="4230454344" sldId="295"/>
            <ac:spMk id="2" creationId="{75735C5A-76AB-3DC3-648F-F5EE16079B5A}"/>
          </ac:spMkLst>
        </pc:spChg>
        <pc:picChg chg="add mod">
          <ac:chgData name="dan khan" userId="97a1adc99d90aa4b" providerId="LiveId" clId="{673946A3-A51D-44FC-A707-5197EAD0464C}" dt="2023-09-10T18:40:33.359" v="1097" actId="14100"/>
          <ac:picMkLst>
            <pc:docMk/>
            <pc:sldMk cId="4230454344" sldId="295"/>
            <ac:picMk id="4" creationId="{E4E0FDF4-1949-8737-1D8C-0BDC69493772}"/>
          </ac:picMkLst>
        </pc:picChg>
      </pc:sldChg>
      <pc:sldChg chg="modSp new mod">
        <pc:chgData name="dan khan" userId="97a1adc99d90aa4b" providerId="LiveId" clId="{673946A3-A51D-44FC-A707-5197EAD0464C}" dt="2023-09-10T18:41:02.604" v="1101" actId="20577"/>
        <pc:sldMkLst>
          <pc:docMk/>
          <pc:sldMk cId="564542151" sldId="296"/>
        </pc:sldMkLst>
        <pc:spChg chg="mod">
          <ac:chgData name="dan khan" userId="97a1adc99d90aa4b" providerId="LiveId" clId="{673946A3-A51D-44FC-A707-5197EAD0464C}" dt="2023-09-10T18:41:02.604" v="1101" actId="20577"/>
          <ac:spMkLst>
            <pc:docMk/>
            <pc:sldMk cId="564542151" sldId="296"/>
            <ac:spMk id="2" creationId="{F238877F-6930-C6EB-9A52-517BFC66351C}"/>
          </ac:spMkLst>
        </pc:spChg>
      </pc:sldChg>
      <pc:sldChg chg="modSp new mod">
        <pc:chgData name="dan khan" userId="97a1adc99d90aa4b" providerId="LiveId" clId="{673946A3-A51D-44FC-A707-5197EAD0464C}" dt="2023-09-10T18:41:35.723" v="1107" actId="20577"/>
        <pc:sldMkLst>
          <pc:docMk/>
          <pc:sldMk cId="2027678012" sldId="297"/>
        </pc:sldMkLst>
        <pc:spChg chg="mod">
          <ac:chgData name="dan khan" userId="97a1adc99d90aa4b" providerId="LiveId" clId="{673946A3-A51D-44FC-A707-5197EAD0464C}" dt="2023-09-10T18:41:35.723" v="1107" actId="20577"/>
          <ac:spMkLst>
            <pc:docMk/>
            <pc:sldMk cId="2027678012" sldId="297"/>
            <ac:spMk id="2" creationId="{9434DCCD-AB2E-8E08-9E02-572935CCFC77}"/>
          </ac:spMkLst>
        </pc:spChg>
      </pc:sldChg>
      <pc:sldChg chg="addSp modSp new mod">
        <pc:chgData name="dan khan" userId="97a1adc99d90aa4b" providerId="LiveId" clId="{673946A3-A51D-44FC-A707-5197EAD0464C}" dt="2023-09-10T18:15:42.026" v="1021" actId="14100"/>
        <pc:sldMkLst>
          <pc:docMk/>
          <pc:sldMk cId="2715461128" sldId="298"/>
        </pc:sldMkLst>
        <pc:spChg chg="mod">
          <ac:chgData name="dan khan" userId="97a1adc99d90aa4b" providerId="LiveId" clId="{673946A3-A51D-44FC-A707-5197EAD0464C}" dt="2023-09-10T18:15:30.115" v="1016" actId="14100"/>
          <ac:spMkLst>
            <pc:docMk/>
            <pc:sldMk cId="2715461128" sldId="298"/>
            <ac:spMk id="2" creationId="{B7435973-21D8-4312-2276-A1A3707F4383}"/>
          </ac:spMkLst>
        </pc:spChg>
        <pc:picChg chg="add mod">
          <ac:chgData name="dan khan" userId="97a1adc99d90aa4b" providerId="LiveId" clId="{673946A3-A51D-44FC-A707-5197EAD0464C}" dt="2023-09-10T18:15:42.026" v="1021" actId="14100"/>
          <ac:picMkLst>
            <pc:docMk/>
            <pc:sldMk cId="2715461128" sldId="298"/>
            <ac:picMk id="4" creationId="{3EDB0F27-8F5F-7EFA-27D3-1D095079AE3F}"/>
          </ac:picMkLst>
        </pc:picChg>
      </pc:sldChg>
      <pc:sldChg chg="addSp modSp new mod">
        <pc:chgData name="dan khan" userId="97a1adc99d90aa4b" providerId="LiveId" clId="{673946A3-A51D-44FC-A707-5197EAD0464C}" dt="2023-09-10T18:16:57.154" v="1028" actId="14100"/>
        <pc:sldMkLst>
          <pc:docMk/>
          <pc:sldMk cId="3128755265" sldId="299"/>
        </pc:sldMkLst>
        <pc:spChg chg="mod">
          <ac:chgData name="dan khan" userId="97a1adc99d90aa4b" providerId="LiveId" clId="{673946A3-A51D-44FC-A707-5197EAD0464C}" dt="2023-09-10T18:16:45.201" v="1023" actId="14100"/>
          <ac:spMkLst>
            <pc:docMk/>
            <pc:sldMk cId="3128755265" sldId="299"/>
            <ac:spMk id="2" creationId="{79A80A77-01FC-8C18-F6C8-34542FF852EB}"/>
          </ac:spMkLst>
        </pc:spChg>
        <pc:picChg chg="add mod">
          <ac:chgData name="dan khan" userId="97a1adc99d90aa4b" providerId="LiveId" clId="{673946A3-A51D-44FC-A707-5197EAD0464C}" dt="2023-09-10T18:16:57.154" v="1028" actId="14100"/>
          <ac:picMkLst>
            <pc:docMk/>
            <pc:sldMk cId="3128755265" sldId="299"/>
            <ac:picMk id="4" creationId="{A495347C-9FB5-BA30-2484-55FB49108795}"/>
          </ac:picMkLst>
        </pc:picChg>
      </pc:sldChg>
      <pc:sldChg chg="modSp new mod">
        <pc:chgData name="dan khan" userId="97a1adc99d90aa4b" providerId="LiveId" clId="{673946A3-A51D-44FC-A707-5197EAD0464C}" dt="2023-09-10T18:42:35.423" v="1118" actId="20577"/>
        <pc:sldMkLst>
          <pc:docMk/>
          <pc:sldMk cId="2100260157" sldId="300"/>
        </pc:sldMkLst>
        <pc:spChg chg="mod">
          <ac:chgData name="dan khan" userId="97a1adc99d90aa4b" providerId="LiveId" clId="{673946A3-A51D-44FC-A707-5197EAD0464C}" dt="2023-09-10T18:42:35.423" v="1118" actId="20577"/>
          <ac:spMkLst>
            <pc:docMk/>
            <pc:sldMk cId="2100260157" sldId="300"/>
            <ac:spMk id="2" creationId="{571C1BDD-58FC-1B62-6E33-594BBAFC5765}"/>
          </ac:spMkLst>
        </pc:spChg>
      </pc:sldChg>
      <pc:sldChg chg="modSp new mod">
        <pc:chgData name="dan khan" userId="97a1adc99d90aa4b" providerId="LiveId" clId="{673946A3-A51D-44FC-A707-5197EAD0464C}" dt="2023-09-10T18:43:22.232" v="1123" actId="207"/>
        <pc:sldMkLst>
          <pc:docMk/>
          <pc:sldMk cId="3508614695" sldId="301"/>
        </pc:sldMkLst>
        <pc:spChg chg="mod">
          <ac:chgData name="dan khan" userId="97a1adc99d90aa4b" providerId="LiveId" clId="{673946A3-A51D-44FC-A707-5197EAD0464C}" dt="2023-09-10T18:43:08.041" v="1120" actId="207"/>
          <ac:spMkLst>
            <pc:docMk/>
            <pc:sldMk cId="3508614695" sldId="301"/>
            <ac:spMk id="2" creationId="{BDF92D5E-66E3-8432-A521-B0222B68737F}"/>
          </ac:spMkLst>
        </pc:spChg>
        <pc:spChg chg="mod">
          <ac:chgData name="dan khan" userId="97a1adc99d90aa4b" providerId="LiveId" clId="{673946A3-A51D-44FC-A707-5197EAD0464C}" dt="2023-09-10T18:43:22.232" v="1123" actId="207"/>
          <ac:spMkLst>
            <pc:docMk/>
            <pc:sldMk cId="3508614695" sldId="301"/>
            <ac:spMk id="3" creationId="{558FAF07-24A8-840F-A718-EAEC58E30B7A}"/>
          </ac:spMkLst>
        </pc:spChg>
      </pc:sldChg>
      <pc:sldChg chg="modSp new mod">
        <pc:chgData name="dan khan" userId="97a1adc99d90aa4b" providerId="LiveId" clId="{673946A3-A51D-44FC-A707-5197EAD0464C}" dt="2023-09-10T18:43:53.282" v="1127" actId="20577"/>
        <pc:sldMkLst>
          <pc:docMk/>
          <pc:sldMk cId="2539616229" sldId="302"/>
        </pc:sldMkLst>
        <pc:spChg chg="mod">
          <ac:chgData name="dan khan" userId="97a1adc99d90aa4b" providerId="LiveId" clId="{673946A3-A51D-44FC-A707-5197EAD0464C}" dt="2023-09-10T18:43:53.282" v="1127" actId="20577"/>
          <ac:spMkLst>
            <pc:docMk/>
            <pc:sldMk cId="2539616229" sldId="302"/>
            <ac:spMk id="2" creationId="{688F9980-5B93-9CBB-D2E3-29FF0405FD98}"/>
          </ac:spMkLst>
        </pc:spChg>
      </pc:sldChg>
      <pc:sldChg chg="modSp new mod">
        <pc:chgData name="dan khan" userId="97a1adc99d90aa4b" providerId="LiveId" clId="{673946A3-A51D-44FC-A707-5197EAD0464C}" dt="2023-09-10T18:45:10.999" v="1140" actId="207"/>
        <pc:sldMkLst>
          <pc:docMk/>
          <pc:sldMk cId="1563024820" sldId="303"/>
        </pc:sldMkLst>
        <pc:spChg chg="mod">
          <ac:chgData name="dan khan" userId="97a1adc99d90aa4b" providerId="LiveId" clId="{673946A3-A51D-44FC-A707-5197EAD0464C}" dt="2023-09-10T18:45:10.999" v="1140" actId="207"/>
          <ac:spMkLst>
            <pc:docMk/>
            <pc:sldMk cId="1563024820" sldId="303"/>
            <ac:spMk id="2" creationId="{C78A53FA-233C-F04E-22F9-5922146AF5CA}"/>
          </ac:spMkLst>
        </pc:spChg>
      </pc:sldChg>
      <pc:sldChg chg="modSp new mod">
        <pc:chgData name="dan khan" userId="97a1adc99d90aa4b" providerId="LiveId" clId="{673946A3-A51D-44FC-A707-5197EAD0464C}" dt="2023-09-10T18:45:49.027" v="1150" actId="255"/>
        <pc:sldMkLst>
          <pc:docMk/>
          <pc:sldMk cId="1464944825" sldId="304"/>
        </pc:sldMkLst>
        <pc:spChg chg="mod">
          <ac:chgData name="dan khan" userId="97a1adc99d90aa4b" providerId="LiveId" clId="{673946A3-A51D-44FC-A707-5197EAD0464C}" dt="2023-09-10T18:45:49.027" v="1150" actId="255"/>
          <ac:spMkLst>
            <pc:docMk/>
            <pc:sldMk cId="1464944825" sldId="304"/>
            <ac:spMk id="2" creationId="{7EE66D70-CD2D-DE06-A8E9-4EB45B0E0D08}"/>
          </ac:spMkLst>
        </pc:spChg>
      </pc:sldChg>
      <pc:sldChg chg="modSp new mod">
        <pc:chgData name="dan khan" userId="97a1adc99d90aa4b" providerId="LiveId" clId="{673946A3-A51D-44FC-A707-5197EAD0464C}" dt="2023-09-10T18:46:24.122" v="1158" actId="207"/>
        <pc:sldMkLst>
          <pc:docMk/>
          <pc:sldMk cId="1761703915" sldId="305"/>
        </pc:sldMkLst>
        <pc:spChg chg="mod">
          <ac:chgData name="dan khan" userId="97a1adc99d90aa4b" providerId="LiveId" clId="{673946A3-A51D-44FC-A707-5197EAD0464C}" dt="2023-09-10T18:46:00.607" v="1152" actId="207"/>
          <ac:spMkLst>
            <pc:docMk/>
            <pc:sldMk cId="1761703915" sldId="305"/>
            <ac:spMk id="2" creationId="{207D2154-989C-DCB4-8B97-7D4403F08238}"/>
          </ac:spMkLst>
        </pc:spChg>
        <pc:spChg chg="mod">
          <ac:chgData name="dan khan" userId="97a1adc99d90aa4b" providerId="LiveId" clId="{673946A3-A51D-44FC-A707-5197EAD0464C}" dt="2023-09-10T18:46:24.122" v="1158" actId="207"/>
          <ac:spMkLst>
            <pc:docMk/>
            <pc:sldMk cId="1761703915" sldId="305"/>
            <ac:spMk id="3" creationId="{2BF8F424-145D-A46E-70E3-07E9D2223DC6}"/>
          </ac:spMkLst>
        </pc:spChg>
      </pc:sldChg>
      <pc:sldChg chg="modSp new mod ord">
        <pc:chgData name="dan khan" userId="97a1adc99d90aa4b" providerId="LiveId" clId="{673946A3-A51D-44FC-A707-5197EAD0464C}" dt="2023-09-10T18:47:41.385" v="1169" actId="255"/>
        <pc:sldMkLst>
          <pc:docMk/>
          <pc:sldMk cId="2840382063" sldId="306"/>
        </pc:sldMkLst>
        <pc:spChg chg="mod">
          <ac:chgData name="dan khan" userId="97a1adc99d90aa4b" providerId="LiveId" clId="{673946A3-A51D-44FC-A707-5197EAD0464C}" dt="2023-09-10T18:47:41.385" v="1169" actId="255"/>
          <ac:spMkLst>
            <pc:docMk/>
            <pc:sldMk cId="2840382063" sldId="306"/>
            <ac:spMk id="2" creationId="{DD801A53-0974-1767-D611-80C6F68251F5}"/>
          </ac:spMkLst>
        </pc:spChg>
      </pc:sldChg>
    </pc:docChg>
  </pc:docChgLst>
</pc:chgInfo>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F1D7F1F2-B92E-42B2-9FED-358C6FC9717A}" type="datetimeFigureOut">
              <a:rPr lang="en-US" smtClean="0"/>
              <a:t>10/8/2024</a:t>
            </a:fld>
            <a:endParaRPr lang="en-US"/>
          </a:p>
        </p:txBody>
      </p:sp>
      <p:sp>
        <p:nvSpPr>
          <p:cNvPr id="4" name="Slide Image Placeholder 3"/>
          <p:cNvSpPr>
            <a:spLocks noGrp="1" noRot="1" noChangeAspect="1"/>
          </p:cNvSpPr>
          <p:nvPr>
            <p:ph type="sldImg" idx="2"/>
          </p:nvPr>
        </p:nvSpPr>
        <p:spPr>
          <a:xfrm>
            <a:off x="381000" y="685800"/>
            <a:ext cx="6096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7F51F674-35F9-4BB3-8C9D-40EEBC78B7D0}" type="slidenum">
              <a:rPr lang="en-US" smtClean="0"/>
              <a:t>‹#›</a:t>
            </a:fld>
            <a:endParaRPr lang="en-US"/>
          </a:p>
        </p:txBody>
      </p:sp>
    </p:spTree>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a:extLst>
              <a:ext uri="{FF2B5EF4-FFF2-40B4-BE49-F238E27FC236}">
                <a16:creationId xmlns="" xmlns:a16="http://schemas.microsoft.com/office/drawing/2014/main" id="{DA086A48-E745-90A8-E42E-B6E851E95911}"/>
              </a:ext>
            </a:extLst>
          </p:cNvPr>
          <p:cNvSpPr>
            <a:spLocks noGrp="1"/>
          </p:cNvSpPr>
          <p:nvPr>
            <p:ph type="ctrTitle"/>
          </p:nvPr>
        </p:nvSpPr>
        <p:spPr>
          <a:xfrm>
            <a:off x="1524000" y="1122363"/>
            <a:ext cx="9144000" cy="2387600"/>
          </a:xfrm>
        </p:spPr>
        <p:txBody>
          <a:bodyPr anchor="b"/>
          <a:lstStyle>
            <a:lvl1pPr algn="ctr">
              <a:defRPr sz="6000"/>
            </a:lvl1pPr>
          </a:lstStyle>
          <a:p>
            <a:r>
              <a:rPr lang="en-US"/>
              <a:t>Click to edit Master title style</a:t>
            </a:r>
            <a:endParaRPr lang="en-IN"/>
          </a:p>
        </p:txBody>
      </p:sp>
      <p:sp>
        <p:nvSpPr>
          <p:cNvPr id="3" name="Subtitle 2">
            <a:extLst>
              <a:ext uri="{FF2B5EF4-FFF2-40B4-BE49-F238E27FC236}">
                <a16:creationId xmlns="" xmlns:a16="http://schemas.microsoft.com/office/drawing/2014/main" id="{4BE6F896-157B-8085-62CB-7C90288F25E2}"/>
              </a:ext>
            </a:extLst>
          </p:cNvPr>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endParaRPr lang="en-IN"/>
          </a:p>
        </p:txBody>
      </p:sp>
      <p:sp>
        <p:nvSpPr>
          <p:cNvPr id="4" name="Date Placeholder 3">
            <a:extLst>
              <a:ext uri="{FF2B5EF4-FFF2-40B4-BE49-F238E27FC236}">
                <a16:creationId xmlns="" xmlns:a16="http://schemas.microsoft.com/office/drawing/2014/main" id="{70AC3471-2382-697C-4C36-17B56B7F6321}"/>
              </a:ext>
            </a:extLst>
          </p:cNvPr>
          <p:cNvSpPr>
            <a:spLocks noGrp="1"/>
          </p:cNvSpPr>
          <p:nvPr>
            <p:ph type="dt" sz="half" idx="10"/>
          </p:nvPr>
        </p:nvSpPr>
        <p:spPr/>
        <p:txBody>
          <a:bodyPr/>
          <a:lstStyle/>
          <a:p>
            <a:fld id="{96CD7E9E-4AA4-4E57-86C9-DB3EFE82916C}" type="datetime1">
              <a:rPr lang="en-IN" smtClean="0"/>
              <a:t>08-10-2024</a:t>
            </a:fld>
            <a:endParaRPr lang="en-IN"/>
          </a:p>
        </p:txBody>
      </p:sp>
      <p:sp>
        <p:nvSpPr>
          <p:cNvPr id="5" name="Footer Placeholder 4">
            <a:extLst>
              <a:ext uri="{FF2B5EF4-FFF2-40B4-BE49-F238E27FC236}">
                <a16:creationId xmlns="" xmlns:a16="http://schemas.microsoft.com/office/drawing/2014/main" id="{977C21AB-3D8A-97BD-7869-8E66F8F540C9}"/>
              </a:ext>
            </a:extLst>
          </p:cNvPr>
          <p:cNvSpPr>
            <a:spLocks noGrp="1"/>
          </p:cNvSpPr>
          <p:nvPr>
            <p:ph type="ftr" sz="quarter" idx="11"/>
          </p:nvPr>
        </p:nvSpPr>
        <p:spPr/>
        <p:txBody>
          <a:bodyPr/>
          <a:lstStyle/>
          <a:p>
            <a:r>
              <a:rPr lang="en-IN" smtClean="0"/>
              <a:t>shalini shrotriya</a:t>
            </a:r>
            <a:endParaRPr lang="en-IN"/>
          </a:p>
        </p:txBody>
      </p:sp>
      <p:sp>
        <p:nvSpPr>
          <p:cNvPr id="6" name="Slide Number Placeholder 5">
            <a:extLst>
              <a:ext uri="{FF2B5EF4-FFF2-40B4-BE49-F238E27FC236}">
                <a16:creationId xmlns="" xmlns:a16="http://schemas.microsoft.com/office/drawing/2014/main" id="{961D05DB-6023-476E-89FA-A160B4BEBB2F}"/>
              </a:ext>
            </a:extLst>
          </p:cNvPr>
          <p:cNvSpPr>
            <a:spLocks noGrp="1"/>
          </p:cNvSpPr>
          <p:nvPr>
            <p:ph type="sldNum" sz="quarter" idx="12"/>
          </p:nvPr>
        </p:nvSpPr>
        <p:spPr/>
        <p:txBody>
          <a:bodyPr/>
          <a:lstStyle/>
          <a:p>
            <a:fld id="{F3D57A2A-32B0-4562-8BA3-11F0795B7757}" type="slidenum">
              <a:rPr lang="en-IN" smtClean="0"/>
              <a:pPr/>
              <a:t>‹#›</a:t>
            </a:fld>
            <a:endParaRPr lang="en-IN"/>
          </a:p>
        </p:txBody>
      </p:sp>
    </p:spTree>
    <p:extLst>
      <p:ext uri="{BB962C8B-B14F-4D97-AF65-F5344CB8AC3E}">
        <p14:creationId xmlns="" xmlns:p14="http://schemas.microsoft.com/office/powerpoint/2010/main" val="3359007544"/>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a:extLst>
              <a:ext uri="{FF2B5EF4-FFF2-40B4-BE49-F238E27FC236}">
                <a16:creationId xmlns="" xmlns:a16="http://schemas.microsoft.com/office/drawing/2014/main" id="{7E6B6D03-B637-84F2-43FC-3C3EB22E6AF1}"/>
              </a:ext>
            </a:extLst>
          </p:cNvPr>
          <p:cNvSpPr>
            <a:spLocks noGrp="1"/>
          </p:cNvSpPr>
          <p:nvPr>
            <p:ph type="title"/>
          </p:nvPr>
        </p:nvSpPr>
        <p:spPr/>
        <p:txBody>
          <a:bodyPr/>
          <a:lstStyle/>
          <a:p>
            <a:r>
              <a:rPr lang="en-US"/>
              <a:t>Click to edit Master title style</a:t>
            </a:r>
            <a:endParaRPr lang="en-IN"/>
          </a:p>
        </p:txBody>
      </p:sp>
      <p:sp>
        <p:nvSpPr>
          <p:cNvPr id="3" name="Content Placeholder 2">
            <a:extLst>
              <a:ext uri="{FF2B5EF4-FFF2-40B4-BE49-F238E27FC236}">
                <a16:creationId xmlns="" xmlns:a16="http://schemas.microsoft.com/office/drawing/2014/main" id="{0870B825-FB3D-4AEE-FAE1-CCE139D28DE2}"/>
              </a:ext>
            </a:extLst>
          </p:cNvPr>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Date Placeholder 3">
            <a:extLst>
              <a:ext uri="{FF2B5EF4-FFF2-40B4-BE49-F238E27FC236}">
                <a16:creationId xmlns="" xmlns:a16="http://schemas.microsoft.com/office/drawing/2014/main" id="{D99AA778-5717-A916-79F1-F29F0D62D22D}"/>
              </a:ext>
            </a:extLst>
          </p:cNvPr>
          <p:cNvSpPr>
            <a:spLocks noGrp="1"/>
          </p:cNvSpPr>
          <p:nvPr>
            <p:ph type="dt" sz="half" idx="10"/>
          </p:nvPr>
        </p:nvSpPr>
        <p:spPr/>
        <p:txBody>
          <a:bodyPr/>
          <a:lstStyle/>
          <a:p>
            <a:fld id="{18730887-10EC-4EB2-A076-7AC75570DFD6}" type="datetime1">
              <a:rPr lang="en-IN" smtClean="0"/>
              <a:t>08-10-2024</a:t>
            </a:fld>
            <a:endParaRPr lang="en-IN"/>
          </a:p>
        </p:txBody>
      </p:sp>
      <p:sp>
        <p:nvSpPr>
          <p:cNvPr id="5" name="Footer Placeholder 4">
            <a:extLst>
              <a:ext uri="{FF2B5EF4-FFF2-40B4-BE49-F238E27FC236}">
                <a16:creationId xmlns="" xmlns:a16="http://schemas.microsoft.com/office/drawing/2014/main" id="{BA588303-83E2-492E-AB3A-916D9E4D1233}"/>
              </a:ext>
            </a:extLst>
          </p:cNvPr>
          <p:cNvSpPr>
            <a:spLocks noGrp="1"/>
          </p:cNvSpPr>
          <p:nvPr>
            <p:ph type="ftr" sz="quarter" idx="11"/>
          </p:nvPr>
        </p:nvSpPr>
        <p:spPr/>
        <p:txBody>
          <a:bodyPr/>
          <a:lstStyle/>
          <a:p>
            <a:r>
              <a:rPr lang="en-IN" smtClean="0"/>
              <a:t>shalini shrotriya</a:t>
            </a:r>
            <a:endParaRPr lang="en-IN"/>
          </a:p>
        </p:txBody>
      </p:sp>
      <p:sp>
        <p:nvSpPr>
          <p:cNvPr id="6" name="Slide Number Placeholder 5">
            <a:extLst>
              <a:ext uri="{FF2B5EF4-FFF2-40B4-BE49-F238E27FC236}">
                <a16:creationId xmlns="" xmlns:a16="http://schemas.microsoft.com/office/drawing/2014/main" id="{556342E5-22EF-1D9A-45CC-F39FB881B4CE}"/>
              </a:ext>
            </a:extLst>
          </p:cNvPr>
          <p:cNvSpPr>
            <a:spLocks noGrp="1"/>
          </p:cNvSpPr>
          <p:nvPr>
            <p:ph type="sldNum" sz="quarter" idx="12"/>
          </p:nvPr>
        </p:nvSpPr>
        <p:spPr/>
        <p:txBody>
          <a:bodyPr/>
          <a:lstStyle/>
          <a:p>
            <a:fld id="{F3D57A2A-32B0-4562-8BA3-11F0795B7757}" type="slidenum">
              <a:rPr lang="en-IN" smtClean="0"/>
              <a:pPr/>
              <a:t>‹#›</a:t>
            </a:fld>
            <a:endParaRPr lang="en-IN"/>
          </a:p>
        </p:txBody>
      </p:sp>
    </p:spTree>
    <p:extLst>
      <p:ext uri="{BB962C8B-B14F-4D97-AF65-F5344CB8AC3E}">
        <p14:creationId xmlns="" xmlns:p14="http://schemas.microsoft.com/office/powerpoint/2010/main" val="127716021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a:extLst>
              <a:ext uri="{FF2B5EF4-FFF2-40B4-BE49-F238E27FC236}">
                <a16:creationId xmlns="" xmlns:a16="http://schemas.microsoft.com/office/drawing/2014/main" id="{B445580D-90A7-3774-0E1C-5A0A550B197F}"/>
              </a:ext>
            </a:extLst>
          </p:cNvPr>
          <p:cNvSpPr>
            <a:spLocks noGrp="1"/>
          </p:cNvSpPr>
          <p:nvPr>
            <p:ph type="title"/>
          </p:nvPr>
        </p:nvSpPr>
        <p:spPr>
          <a:xfrm>
            <a:off x="831850" y="1709738"/>
            <a:ext cx="10515600" cy="2852737"/>
          </a:xfrm>
        </p:spPr>
        <p:txBody>
          <a:bodyPr anchor="b"/>
          <a:lstStyle>
            <a:lvl1pPr>
              <a:defRPr sz="6000"/>
            </a:lvl1pPr>
          </a:lstStyle>
          <a:p>
            <a:r>
              <a:rPr lang="en-US"/>
              <a:t>Click to edit Master title style</a:t>
            </a:r>
            <a:endParaRPr lang="en-IN"/>
          </a:p>
        </p:txBody>
      </p:sp>
      <p:sp>
        <p:nvSpPr>
          <p:cNvPr id="3" name="Text Placeholder 2">
            <a:extLst>
              <a:ext uri="{FF2B5EF4-FFF2-40B4-BE49-F238E27FC236}">
                <a16:creationId xmlns="" xmlns:a16="http://schemas.microsoft.com/office/drawing/2014/main" id="{8B282DE7-6EE3-089B-E9C9-A42C01AA16F1}"/>
              </a:ext>
            </a:extLst>
          </p:cNvPr>
          <p:cNvSpPr>
            <a:spLocks noGrp="1"/>
          </p:cNvSpPr>
          <p:nvPr>
            <p:ph type="body" idx="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a:t>Click to edit Master text styles</a:t>
            </a:r>
          </a:p>
        </p:txBody>
      </p:sp>
      <p:sp>
        <p:nvSpPr>
          <p:cNvPr id="4" name="Date Placeholder 3">
            <a:extLst>
              <a:ext uri="{FF2B5EF4-FFF2-40B4-BE49-F238E27FC236}">
                <a16:creationId xmlns="" xmlns:a16="http://schemas.microsoft.com/office/drawing/2014/main" id="{7314574C-6A7D-31FD-48B7-DA26DFC608C9}"/>
              </a:ext>
            </a:extLst>
          </p:cNvPr>
          <p:cNvSpPr>
            <a:spLocks noGrp="1"/>
          </p:cNvSpPr>
          <p:nvPr>
            <p:ph type="dt" sz="half" idx="10"/>
          </p:nvPr>
        </p:nvSpPr>
        <p:spPr/>
        <p:txBody>
          <a:bodyPr/>
          <a:lstStyle/>
          <a:p>
            <a:fld id="{81EE719E-BB99-4F02-A452-3ACF591E374F}" type="datetime1">
              <a:rPr lang="en-IN" smtClean="0"/>
              <a:t>08-10-2024</a:t>
            </a:fld>
            <a:endParaRPr lang="en-IN"/>
          </a:p>
        </p:txBody>
      </p:sp>
      <p:sp>
        <p:nvSpPr>
          <p:cNvPr id="5" name="Footer Placeholder 4">
            <a:extLst>
              <a:ext uri="{FF2B5EF4-FFF2-40B4-BE49-F238E27FC236}">
                <a16:creationId xmlns="" xmlns:a16="http://schemas.microsoft.com/office/drawing/2014/main" id="{0F0A1C58-E629-396F-1DBB-77EE3EA7FA76}"/>
              </a:ext>
            </a:extLst>
          </p:cNvPr>
          <p:cNvSpPr>
            <a:spLocks noGrp="1"/>
          </p:cNvSpPr>
          <p:nvPr>
            <p:ph type="ftr" sz="quarter" idx="11"/>
          </p:nvPr>
        </p:nvSpPr>
        <p:spPr/>
        <p:txBody>
          <a:bodyPr/>
          <a:lstStyle/>
          <a:p>
            <a:r>
              <a:rPr lang="en-IN" smtClean="0"/>
              <a:t>shalini shrotriya</a:t>
            </a:r>
            <a:endParaRPr lang="en-IN"/>
          </a:p>
        </p:txBody>
      </p:sp>
      <p:sp>
        <p:nvSpPr>
          <p:cNvPr id="6" name="Slide Number Placeholder 5">
            <a:extLst>
              <a:ext uri="{FF2B5EF4-FFF2-40B4-BE49-F238E27FC236}">
                <a16:creationId xmlns="" xmlns:a16="http://schemas.microsoft.com/office/drawing/2014/main" id="{0EAE730C-301D-4595-122E-4629E181BFE0}"/>
              </a:ext>
            </a:extLst>
          </p:cNvPr>
          <p:cNvSpPr>
            <a:spLocks noGrp="1"/>
          </p:cNvSpPr>
          <p:nvPr>
            <p:ph type="sldNum" sz="quarter" idx="12"/>
          </p:nvPr>
        </p:nvSpPr>
        <p:spPr/>
        <p:txBody>
          <a:bodyPr/>
          <a:lstStyle/>
          <a:p>
            <a:fld id="{F3D57A2A-32B0-4562-8BA3-11F0795B7757}" type="slidenum">
              <a:rPr lang="en-IN" smtClean="0"/>
              <a:pPr/>
              <a:t>‹#›</a:t>
            </a:fld>
            <a:endParaRPr lang="en-IN"/>
          </a:p>
        </p:txBody>
      </p:sp>
    </p:spTree>
    <p:extLst>
      <p:ext uri="{BB962C8B-B14F-4D97-AF65-F5344CB8AC3E}">
        <p14:creationId xmlns="" xmlns:p14="http://schemas.microsoft.com/office/powerpoint/2010/main" val="3200683004"/>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a:extLst>
              <a:ext uri="{FF2B5EF4-FFF2-40B4-BE49-F238E27FC236}">
                <a16:creationId xmlns="" xmlns:a16="http://schemas.microsoft.com/office/drawing/2014/main" id="{5D8DF955-3416-C273-893C-4D66DF89D3DC}"/>
              </a:ext>
            </a:extLst>
          </p:cNvPr>
          <p:cNvSpPr>
            <a:spLocks noGrp="1"/>
          </p:cNvSpPr>
          <p:nvPr>
            <p:ph type="title"/>
          </p:nvPr>
        </p:nvSpPr>
        <p:spPr/>
        <p:txBody>
          <a:bodyPr/>
          <a:lstStyle/>
          <a:p>
            <a:r>
              <a:rPr lang="en-US"/>
              <a:t>Click to edit Master title style</a:t>
            </a:r>
            <a:endParaRPr lang="en-IN"/>
          </a:p>
        </p:txBody>
      </p:sp>
      <p:sp>
        <p:nvSpPr>
          <p:cNvPr id="3" name="Content Placeholder 2">
            <a:extLst>
              <a:ext uri="{FF2B5EF4-FFF2-40B4-BE49-F238E27FC236}">
                <a16:creationId xmlns="" xmlns:a16="http://schemas.microsoft.com/office/drawing/2014/main" id="{7527B705-4057-1377-D48A-1C9C4BBABC1D}"/>
              </a:ext>
            </a:extLst>
          </p:cNvPr>
          <p:cNvSpPr>
            <a:spLocks noGrp="1"/>
          </p:cNvSpPr>
          <p:nvPr>
            <p:ph sz="half" idx="1"/>
          </p:nvPr>
        </p:nvSpPr>
        <p:spPr>
          <a:xfrm>
            <a:off x="838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Content Placeholder 3">
            <a:extLst>
              <a:ext uri="{FF2B5EF4-FFF2-40B4-BE49-F238E27FC236}">
                <a16:creationId xmlns="" xmlns:a16="http://schemas.microsoft.com/office/drawing/2014/main" id="{2CB6AA18-F319-3865-52ED-E424649D0991}"/>
              </a:ext>
            </a:extLst>
          </p:cNvPr>
          <p:cNvSpPr>
            <a:spLocks noGrp="1"/>
          </p:cNvSpPr>
          <p:nvPr>
            <p:ph sz="half" idx="2"/>
          </p:nvPr>
        </p:nvSpPr>
        <p:spPr>
          <a:xfrm>
            <a:off x="6172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5" name="Date Placeholder 4">
            <a:extLst>
              <a:ext uri="{FF2B5EF4-FFF2-40B4-BE49-F238E27FC236}">
                <a16:creationId xmlns="" xmlns:a16="http://schemas.microsoft.com/office/drawing/2014/main" id="{ABD560DD-3D99-0F8D-CB79-A884CE7D1D83}"/>
              </a:ext>
            </a:extLst>
          </p:cNvPr>
          <p:cNvSpPr>
            <a:spLocks noGrp="1"/>
          </p:cNvSpPr>
          <p:nvPr>
            <p:ph type="dt" sz="half" idx="10"/>
          </p:nvPr>
        </p:nvSpPr>
        <p:spPr/>
        <p:txBody>
          <a:bodyPr/>
          <a:lstStyle/>
          <a:p>
            <a:fld id="{6E110423-CAA6-4591-BB0F-C1579B5AC17D}" type="datetime1">
              <a:rPr lang="en-IN" smtClean="0"/>
              <a:t>08-10-2024</a:t>
            </a:fld>
            <a:endParaRPr lang="en-IN"/>
          </a:p>
        </p:txBody>
      </p:sp>
      <p:sp>
        <p:nvSpPr>
          <p:cNvPr id="6" name="Footer Placeholder 5">
            <a:extLst>
              <a:ext uri="{FF2B5EF4-FFF2-40B4-BE49-F238E27FC236}">
                <a16:creationId xmlns="" xmlns:a16="http://schemas.microsoft.com/office/drawing/2014/main" id="{2A6474CF-D342-FD7A-54A4-764A687C5E56}"/>
              </a:ext>
            </a:extLst>
          </p:cNvPr>
          <p:cNvSpPr>
            <a:spLocks noGrp="1"/>
          </p:cNvSpPr>
          <p:nvPr>
            <p:ph type="ftr" sz="quarter" idx="11"/>
          </p:nvPr>
        </p:nvSpPr>
        <p:spPr/>
        <p:txBody>
          <a:bodyPr/>
          <a:lstStyle/>
          <a:p>
            <a:r>
              <a:rPr lang="en-IN" smtClean="0"/>
              <a:t>shalini shrotriya</a:t>
            </a:r>
            <a:endParaRPr lang="en-IN"/>
          </a:p>
        </p:txBody>
      </p:sp>
      <p:sp>
        <p:nvSpPr>
          <p:cNvPr id="7" name="Slide Number Placeholder 6">
            <a:extLst>
              <a:ext uri="{FF2B5EF4-FFF2-40B4-BE49-F238E27FC236}">
                <a16:creationId xmlns="" xmlns:a16="http://schemas.microsoft.com/office/drawing/2014/main" id="{2F113471-A188-1A0D-C109-13633A06A17F}"/>
              </a:ext>
            </a:extLst>
          </p:cNvPr>
          <p:cNvSpPr>
            <a:spLocks noGrp="1"/>
          </p:cNvSpPr>
          <p:nvPr>
            <p:ph type="sldNum" sz="quarter" idx="12"/>
          </p:nvPr>
        </p:nvSpPr>
        <p:spPr/>
        <p:txBody>
          <a:bodyPr/>
          <a:lstStyle/>
          <a:p>
            <a:fld id="{F3D57A2A-32B0-4562-8BA3-11F0795B7757}" type="slidenum">
              <a:rPr lang="en-IN" smtClean="0"/>
              <a:pPr/>
              <a:t>‹#›</a:t>
            </a:fld>
            <a:endParaRPr lang="en-IN"/>
          </a:p>
        </p:txBody>
      </p:sp>
    </p:spTree>
    <p:extLst>
      <p:ext uri="{BB962C8B-B14F-4D97-AF65-F5344CB8AC3E}">
        <p14:creationId xmlns="" xmlns:p14="http://schemas.microsoft.com/office/powerpoint/2010/main" val="1932572271"/>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a:extLst>
              <a:ext uri="{FF2B5EF4-FFF2-40B4-BE49-F238E27FC236}">
                <a16:creationId xmlns="" xmlns:a16="http://schemas.microsoft.com/office/drawing/2014/main" id="{B32387C2-295B-F583-62C6-D54DECC2BC7A}"/>
              </a:ext>
            </a:extLst>
          </p:cNvPr>
          <p:cNvSpPr>
            <a:spLocks noGrp="1"/>
          </p:cNvSpPr>
          <p:nvPr>
            <p:ph type="title"/>
          </p:nvPr>
        </p:nvSpPr>
        <p:spPr>
          <a:xfrm>
            <a:off x="839788" y="365125"/>
            <a:ext cx="10515600" cy="1325563"/>
          </a:xfrm>
        </p:spPr>
        <p:txBody>
          <a:bodyPr/>
          <a:lstStyle/>
          <a:p>
            <a:r>
              <a:rPr lang="en-US"/>
              <a:t>Click to edit Master title style</a:t>
            </a:r>
            <a:endParaRPr lang="en-IN"/>
          </a:p>
        </p:txBody>
      </p:sp>
      <p:sp>
        <p:nvSpPr>
          <p:cNvPr id="3" name="Text Placeholder 2">
            <a:extLst>
              <a:ext uri="{FF2B5EF4-FFF2-40B4-BE49-F238E27FC236}">
                <a16:creationId xmlns="" xmlns:a16="http://schemas.microsoft.com/office/drawing/2014/main" id="{42070979-09DF-861B-3F25-6BAE96A6D543}"/>
              </a:ext>
            </a:extLst>
          </p:cNvPr>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a:extLst>
              <a:ext uri="{FF2B5EF4-FFF2-40B4-BE49-F238E27FC236}">
                <a16:creationId xmlns="" xmlns:a16="http://schemas.microsoft.com/office/drawing/2014/main" id="{5F3B6207-1C36-A5C3-2953-C1D887B86D09}"/>
              </a:ext>
            </a:extLst>
          </p:cNvPr>
          <p:cNvSpPr>
            <a:spLocks noGrp="1"/>
          </p:cNvSpPr>
          <p:nvPr>
            <p:ph sz="half" idx="2"/>
          </p:nvPr>
        </p:nvSpPr>
        <p:spPr>
          <a:xfrm>
            <a:off x="839788" y="2505075"/>
            <a:ext cx="5157787"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5" name="Text Placeholder 4">
            <a:extLst>
              <a:ext uri="{FF2B5EF4-FFF2-40B4-BE49-F238E27FC236}">
                <a16:creationId xmlns="" xmlns:a16="http://schemas.microsoft.com/office/drawing/2014/main" id="{DE42516D-628D-CC49-F4FE-9CCD6E8AEB0B}"/>
              </a:ext>
            </a:extLst>
          </p:cNvPr>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a:extLst>
              <a:ext uri="{FF2B5EF4-FFF2-40B4-BE49-F238E27FC236}">
                <a16:creationId xmlns="" xmlns:a16="http://schemas.microsoft.com/office/drawing/2014/main" id="{A8BA9182-FDB7-0156-630A-E44365F44062}"/>
              </a:ext>
            </a:extLst>
          </p:cNvPr>
          <p:cNvSpPr>
            <a:spLocks noGrp="1"/>
          </p:cNvSpPr>
          <p:nvPr>
            <p:ph sz="quarter" idx="4"/>
          </p:nvPr>
        </p:nvSpPr>
        <p:spPr>
          <a:xfrm>
            <a:off x="6172200" y="2505075"/>
            <a:ext cx="5183188"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7" name="Date Placeholder 6">
            <a:extLst>
              <a:ext uri="{FF2B5EF4-FFF2-40B4-BE49-F238E27FC236}">
                <a16:creationId xmlns="" xmlns:a16="http://schemas.microsoft.com/office/drawing/2014/main" id="{3B65D945-1D03-6F2C-A0FD-57C3BEDAD6F9}"/>
              </a:ext>
            </a:extLst>
          </p:cNvPr>
          <p:cNvSpPr>
            <a:spLocks noGrp="1"/>
          </p:cNvSpPr>
          <p:nvPr>
            <p:ph type="dt" sz="half" idx="10"/>
          </p:nvPr>
        </p:nvSpPr>
        <p:spPr/>
        <p:txBody>
          <a:bodyPr/>
          <a:lstStyle/>
          <a:p>
            <a:fld id="{98B5A543-49AA-4DFA-B97A-84B46C0560DF}" type="datetime1">
              <a:rPr lang="en-IN" smtClean="0"/>
              <a:t>08-10-2024</a:t>
            </a:fld>
            <a:endParaRPr lang="en-IN"/>
          </a:p>
        </p:txBody>
      </p:sp>
      <p:sp>
        <p:nvSpPr>
          <p:cNvPr id="8" name="Footer Placeholder 7">
            <a:extLst>
              <a:ext uri="{FF2B5EF4-FFF2-40B4-BE49-F238E27FC236}">
                <a16:creationId xmlns="" xmlns:a16="http://schemas.microsoft.com/office/drawing/2014/main" id="{1A428412-B0F5-8D0A-D0E1-3806BABCB255}"/>
              </a:ext>
            </a:extLst>
          </p:cNvPr>
          <p:cNvSpPr>
            <a:spLocks noGrp="1"/>
          </p:cNvSpPr>
          <p:nvPr>
            <p:ph type="ftr" sz="quarter" idx="11"/>
          </p:nvPr>
        </p:nvSpPr>
        <p:spPr/>
        <p:txBody>
          <a:bodyPr/>
          <a:lstStyle/>
          <a:p>
            <a:r>
              <a:rPr lang="en-IN" smtClean="0"/>
              <a:t>shalini shrotriya</a:t>
            </a:r>
            <a:endParaRPr lang="en-IN"/>
          </a:p>
        </p:txBody>
      </p:sp>
      <p:sp>
        <p:nvSpPr>
          <p:cNvPr id="9" name="Slide Number Placeholder 8">
            <a:extLst>
              <a:ext uri="{FF2B5EF4-FFF2-40B4-BE49-F238E27FC236}">
                <a16:creationId xmlns="" xmlns:a16="http://schemas.microsoft.com/office/drawing/2014/main" id="{F7701EDD-422D-3146-A35B-61135F95E073}"/>
              </a:ext>
            </a:extLst>
          </p:cNvPr>
          <p:cNvSpPr>
            <a:spLocks noGrp="1"/>
          </p:cNvSpPr>
          <p:nvPr>
            <p:ph type="sldNum" sz="quarter" idx="12"/>
          </p:nvPr>
        </p:nvSpPr>
        <p:spPr/>
        <p:txBody>
          <a:bodyPr/>
          <a:lstStyle/>
          <a:p>
            <a:fld id="{F3D57A2A-32B0-4562-8BA3-11F0795B7757}" type="slidenum">
              <a:rPr lang="en-IN" smtClean="0"/>
              <a:pPr/>
              <a:t>‹#›</a:t>
            </a:fld>
            <a:endParaRPr lang="en-IN"/>
          </a:p>
        </p:txBody>
      </p:sp>
    </p:spTree>
    <p:extLst>
      <p:ext uri="{BB962C8B-B14F-4D97-AF65-F5344CB8AC3E}">
        <p14:creationId xmlns="" xmlns:p14="http://schemas.microsoft.com/office/powerpoint/2010/main" val="204844468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a:extLst>
              <a:ext uri="{FF2B5EF4-FFF2-40B4-BE49-F238E27FC236}">
                <a16:creationId xmlns="" xmlns:a16="http://schemas.microsoft.com/office/drawing/2014/main" id="{3D70A0ED-AD48-25C4-4C76-FDF4A1EBB272}"/>
              </a:ext>
            </a:extLst>
          </p:cNvPr>
          <p:cNvSpPr>
            <a:spLocks noGrp="1"/>
          </p:cNvSpPr>
          <p:nvPr>
            <p:ph type="title"/>
          </p:nvPr>
        </p:nvSpPr>
        <p:spPr/>
        <p:txBody>
          <a:bodyPr/>
          <a:lstStyle/>
          <a:p>
            <a:r>
              <a:rPr lang="en-US"/>
              <a:t>Click to edit Master title style</a:t>
            </a:r>
            <a:endParaRPr lang="en-IN"/>
          </a:p>
        </p:txBody>
      </p:sp>
      <p:sp>
        <p:nvSpPr>
          <p:cNvPr id="3" name="Date Placeholder 2">
            <a:extLst>
              <a:ext uri="{FF2B5EF4-FFF2-40B4-BE49-F238E27FC236}">
                <a16:creationId xmlns="" xmlns:a16="http://schemas.microsoft.com/office/drawing/2014/main" id="{3242C228-79CD-B122-FE22-23051EA51462}"/>
              </a:ext>
            </a:extLst>
          </p:cNvPr>
          <p:cNvSpPr>
            <a:spLocks noGrp="1"/>
          </p:cNvSpPr>
          <p:nvPr>
            <p:ph type="dt" sz="half" idx="10"/>
          </p:nvPr>
        </p:nvSpPr>
        <p:spPr/>
        <p:txBody>
          <a:bodyPr/>
          <a:lstStyle/>
          <a:p>
            <a:fld id="{91B65A87-5A84-4D88-84C5-19F2ABE4516D}" type="datetime1">
              <a:rPr lang="en-IN" smtClean="0"/>
              <a:t>08-10-2024</a:t>
            </a:fld>
            <a:endParaRPr lang="en-IN"/>
          </a:p>
        </p:txBody>
      </p:sp>
      <p:sp>
        <p:nvSpPr>
          <p:cNvPr id="4" name="Footer Placeholder 3">
            <a:extLst>
              <a:ext uri="{FF2B5EF4-FFF2-40B4-BE49-F238E27FC236}">
                <a16:creationId xmlns="" xmlns:a16="http://schemas.microsoft.com/office/drawing/2014/main" id="{4504D452-EAE4-2E3B-A978-D57236246BC9}"/>
              </a:ext>
            </a:extLst>
          </p:cNvPr>
          <p:cNvSpPr>
            <a:spLocks noGrp="1"/>
          </p:cNvSpPr>
          <p:nvPr>
            <p:ph type="ftr" sz="quarter" idx="11"/>
          </p:nvPr>
        </p:nvSpPr>
        <p:spPr/>
        <p:txBody>
          <a:bodyPr/>
          <a:lstStyle/>
          <a:p>
            <a:r>
              <a:rPr lang="en-IN" smtClean="0"/>
              <a:t>shalini shrotriya</a:t>
            </a:r>
            <a:endParaRPr lang="en-IN"/>
          </a:p>
        </p:txBody>
      </p:sp>
      <p:sp>
        <p:nvSpPr>
          <p:cNvPr id="5" name="Slide Number Placeholder 4">
            <a:extLst>
              <a:ext uri="{FF2B5EF4-FFF2-40B4-BE49-F238E27FC236}">
                <a16:creationId xmlns="" xmlns:a16="http://schemas.microsoft.com/office/drawing/2014/main" id="{7625DB5D-BE0C-0C4F-0BF7-FAEF4BD0815F}"/>
              </a:ext>
            </a:extLst>
          </p:cNvPr>
          <p:cNvSpPr>
            <a:spLocks noGrp="1"/>
          </p:cNvSpPr>
          <p:nvPr>
            <p:ph type="sldNum" sz="quarter" idx="12"/>
          </p:nvPr>
        </p:nvSpPr>
        <p:spPr/>
        <p:txBody>
          <a:bodyPr/>
          <a:lstStyle/>
          <a:p>
            <a:fld id="{F3D57A2A-32B0-4562-8BA3-11F0795B7757}" type="slidenum">
              <a:rPr lang="en-IN" smtClean="0"/>
              <a:pPr/>
              <a:t>‹#›</a:t>
            </a:fld>
            <a:endParaRPr lang="en-IN"/>
          </a:p>
        </p:txBody>
      </p:sp>
    </p:spTree>
    <p:extLst>
      <p:ext uri="{BB962C8B-B14F-4D97-AF65-F5344CB8AC3E}">
        <p14:creationId xmlns="" xmlns:p14="http://schemas.microsoft.com/office/powerpoint/2010/main" val="2310405866"/>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a:extLst>
              <a:ext uri="{FF2B5EF4-FFF2-40B4-BE49-F238E27FC236}">
                <a16:creationId xmlns="" xmlns:a16="http://schemas.microsoft.com/office/drawing/2014/main" id="{CFB3055D-2C05-935E-1597-D5C5EC7E9A9B}"/>
              </a:ext>
            </a:extLst>
          </p:cNvPr>
          <p:cNvSpPr>
            <a:spLocks noGrp="1"/>
          </p:cNvSpPr>
          <p:nvPr>
            <p:ph type="dt" sz="half" idx="10"/>
          </p:nvPr>
        </p:nvSpPr>
        <p:spPr/>
        <p:txBody>
          <a:bodyPr/>
          <a:lstStyle/>
          <a:p>
            <a:fld id="{C0AA9451-BFC5-4372-8259-AE3F76432F75}" type="datetime1">
              <a:rPr lang="en-IN" smtClean="0"/>
              <a:t>08-10-2024</a:t>
            </a:fld>
            <a:endParaRPr lang="en-IN"/>
          </a:p>
        </p:txBody>
      </p:sp>
      <p:sp>
        <p:nvSpPr>
          <p:cNvPr id="3" name="Footer Placeholder 2">
            <a:extLst>
              <a:ext uri="{FF2B5EF4-FFF2-40B4-BE49-F238E27FC236}">
                <a16:creationId xmlns="" xmlns:a16="http://schemas.microsoft.com/office/drawing/2014/main" id="{E2B49BA2-5DFC-3FF8-0F27-F9234C57B01F}"/>
              </a:ext>
            </a:extLst>
          </p:cNvPr>
          <p:cNvSpPr>
            <a:spLocks noGrp="1"/>
          </p:cNvSpPr>
          <p:nvPr>
            <p:ph type="ftr" sz="quarter" idx="11"/>
          </p:nvPr>
        </p:nvSpPr>
        <p:spPr/>
        <p:txBody>
          <a:bodyPr/>
          <a:lstStyle/>
          <a:p>
            <a:r>
              <a:rPr lang="en-IN" smtClean="0"/>
              <a:t>shalini shrotriya</a:t>
            </a:r>
            <a:endParaRPr lang="en-IN"/>
          </a:p>
        </p:txBody>
      </p:sp>
      <p:sp>
        <p:nvSpPr>
          <p:cNvPr id="4" name="Slide Number Placeholder 3">
            <a:extLst>
              <a:ext uri="{FF2B5EF4-FFF2-40B4-BE49-F238E27FC236}">
                <a16:creationId xmlns="" xmlns:a16="http://schemas.microsoft.com/office/drawing/2014/main" id="{6CC97513-D1C5-942E-9709-36DEB56929FC}"/>
              </a:ext>
            </a:extLst>
          </p:cNvPr>
          <p:cNvSpPr>
            <a:spLocks noGrp="1"/>
          </p:cNvSpPr>
          <p:nvPr>
            <p:ph type="sldNum" sz="quarter" idx="12"/>
          </p:nvPr>
        </p:nvSpPr>
        <p:spPr/>
        <p:txBody>
          <a:bodyPr/>
          <a:lstStyle/>
          <a:p>
            <a:fld id="{F3D57A2A-32B0-4562-8BA3-11F0795B7757}" type="slidenum">
              <a:rPr lang="en-IN" smtClean="0"/>
              <a:pPr/>
              <a:t>‹#›</a:t>
            </a:fld>
            <a:endParaRPr lang="en-IN"/>
          </a:p>
        </p:txBody>
      </p:sp>
    </p:spTree>
    <p:extLst>
      <p:ext uri="{BB962C8B-B14F-4D97-AF65-F5344CB8AC3E}">
        <p14:creationId xmlns="" xmlns:p14="http://schemas.microsoft.com/office/powerpoint/2010/main" val="2802810661"/>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a:extLst>
              <a:ext uri="{FF2B5EF4-FFF2-40B4-BE49-F238E27FC236}">
                <a16:creationId xmlns="" xmlns:a16="http://schemas.microsoft.com/office/drawing/2014/main" id="{8EE815CD-36D1-A65D-2A5E-5338AA3B61D1}"/>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endParaRPr lang="en-IN"/>
          </a:p>
        </p:txBody>
      </p:sp>
      <p:sp>
        <p:nvSpPr>
          <p:cNvPr id="3" name="Content Placeholder 2">
            <a:extLst>
              <a:ext uri="{FF2B5EF4-FFF2-40B4-BE49-F238E27FC236}">
                <a16:creationId xmlns="" xmlns:a16="http://schemas.microsoft.com/office/drawing/2014/main" id="{B3097D07-A55A-DEA3-D83A-2750A34D449A}"/>
              </a:ext>
            </a:extLst>
          </p:cNvPr>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Text Placeholder 3">
            <a:extLst>
              <a:ext uri="{FF2B5EF4-FFF2-40B4-BE49-F238E27FC236}">
                <a16:creationId xmlns="" xmlns:a16="http://schemas.microsoft.com/office/drawing/2014/main" id="{E03B5D52-110D-AD4C-AEE1-2847127BF814}"/>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 xmlns:a16="http://schemas.microsoft.com/office/drawing/2014/main" id="{BE5A93A1-B8FD-4614-A3E2-2532D74F41DB}"/>
              </a:ext>
            </a:extLst>
          </p:cNvPr>
          <p:cNvSpPr>
            <a:spLocks noGrp="1"/>
          </p:cNvSpPr>
          <p:nvPr>
            <p:ph type="dt" sz="half" idx="10"/>
          </p:nvPr>
        </p:nvSpPr>
        <p:spPr/>
        <p:txBody>
          <a:bodyPr/>
          <a:lstStyle/>
          <a:p>
            <a:fld id="{C0C9EE36-17C6-4380-8619-5E4EC8E9CA23}" type="datetime1">
              <a:rPr lang="en-IN" smtClean="0"/>
              <a:t>08-10-2024</a:t>
            </a:fld>
            <a:endParaRPr lang="en-IN"/>
          </a:p>
        </p:txBody>
      </p:sp>
      <p:sp>
        <p:nvSpPr>
          <p:cNvPr id="6" name="Footer Placeholder 5">
            <a:extLst>
              <a:ext uri="{FF2B5EF4-FFF2-40B4-BE49-F238E27FC236}">
                <a16:creationId xmlns="" xmlns:a16="http://schemas.microsoft.com/office/drawing/2014/main" id="{B7C341AD-8F0F-617E-7B9F-E194007F6ACA}"/>
              </a:ext>
            </a:extLst>
          </p:cNvPr>
          <p:cNvSpPr>
            <a:spLocks noGrp="1"/>
          </p:cNvSpPr>
          <p:nvPr>
            <p:ph type="ftr" sz="quarter" idx="11"/>
          </p:nvPr>
        </p:nvSpPr>
        <p:spPr/>
        <p:txBody>
          <a:bodyPr/>
          <a:lstStyle/>
          <a:p>
            <a:r>
              <a:rPr lang="en-IN" smtClean="0"/>
              <a:t>shalini shrotriya</a:t>
            </a:r>
            <a:endParaRPr lang="en-IN"/>
          </a:p>
        </p:txBody>
      </p:sp>
      <p:sp>
        <p:nvSpPr>
          <p:cNvPr id="7" name="Slide Number Placeholder 6">
            <a:extLst>
              <a:ext uri="{FF2B5EF4-FFF2-40B4-BE49-F238E27FC236}">
                <a16:creationId xmlns="" xmlns:a16="http://schemas.microsoft.com/office/drawing/2014/main" id="{71AACF5D-8C88-C45E-5C4E-7EC66A71D023}"/>
              </a:ext>
            </a:extLst>
          </p:cNvPr>
          <p:cNvSpPr>
            <a:spLocks noGrp="1"/>
          </p:cNvSpPr>
          <p:nvPr>
            <p:ph type="sldNum" sz="quarter" idx="12"/>
          </p:nvPr>
        </p:nvSpPr>
        <p:spPr/>
        <p:txBody>
          <a:bodyPr/>
          <a:lstStyle/>
          <a:p>
            <a:fld id="{F3D57A2A-32B0-4562-8BA3-11F0795B7757}" type="slidenum">
              <a:rPr lang="en-IN" smtClean="0"/>
              <a:pPr/>
              <a:t>‹#›</a:t>
            </a:fld>
            <a:endParaRPr lang="en-IN"/>
          </a:p>
        </p:txBody>
      </p:sp>
    </p:spTree>
    <p:extLst>
      <p:ext uri="{BB962C8B-B14F-4D97-AF65-F5344CB8AC3E}">
        <p14:creationId xmlns="" xmlns:p14="http://schemas.microsoft.com/office/powerpoint/2010/main" val="3859604715"/>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a:extLst>
              <a:ext uri="{FF2B5EF4-FFF2-40B4-BE49-F238E27FC236}">
                <a16:creationId xmlns="" xmlns:a16="http://schemas.microsoft.com/office/drawing/2014/main" id="{0563E175-4546-5152-6B9C-10F8D40FAA91}"/>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endParaRPr lang="en-IN"/>
          </a:p>
        </p:txBody>
      </p:sp>
      <p:sp>
        <p:nvSpPr>
          <p:cNvPr id="3" name="Picture Placeholder 2">
            <a:extLst>
              <a:ext uri="{FF2B5EF4-FFF2-40B4-BE49-F238E27FC236}">
                <a16:creationId xmlns="" xmlns:a16="http://schemas.microsoft.com/office/drawing/2014/main" id="{919D2AB6-F387-2578-F9D5-C7B188074F1E}"/>
              </a:ext>
            </a:extLst>
          </p:cNvPr>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IN"/>
          </a:p>
        </p:txBody>
      </p:sp>
      <p:sp>
        <p:nvSpPr>
          <p:cNvPr id="4" name="Text Placeholder 3">
            <a:extLst>
              <a:ext uri="{FF2B5EF4-FFF2-40B4-BE49-F238E27FC236}">
                <a16:creationId xmlns="" xmlns:a16="http://schemas.microsoft.com/office/drawing/2014/main" id="{19C16D99-FECC-AC38-3AEE-C2788CF4F06A}"/>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 xmlns:a16="http://schemas.microsoft.com/office/drawing/2014/main" id="{900A0D70-4F6F-5789-3246-122668F4316E}"/>
              </a:ext>
            </a:extLst>
          </p:cNvPr>
          <p:cNvSpPr>
            <a:spLocks noGrp="1"/>
          </p:cNvSpPr>
          <p:nvPr>
            <p:ph type="dt" sz="half" idx="10"/>
          </p:nvPr>
        </p:nvSpPr>
        <p:spPr/>
        <p:txBody>
          <a:bodyPr/>
          <a:lstStyle/>
          <a:p>
            <a:fld id="{94CDE542-378F-4019-AA42-348FAB0E03B2}" type="datetime1">
              <a:rPr lang="en-IN" smtClean="0"/>
              <a:t>08-10-2024</a:t>
            </a:fld>
            <a:endParaRPr lang="en-IN"/>
          </a:p>
        </p:txBody>
      </p:sp>
      <p:sp>
        <p:nvSpPr>
          <p:cNvPr id="6" name="Footer Placeholder 5">
            <a:extLst>
              <a:ext uri="{FF2B5EF4-FFF2-40B4-BE49-F238E27FC236}">
                <a16:creationId xmlns="" xmlns:a16="http://schemas.microsoft.com/office/drawing/2014/main" id="{92373F6A-DD2B-671F-286B-BC4D6034EAD6}"/>
              </a:ext>
            </a:extLst>
          </p:cNvPr>
          <p:cNvSpPr>
            <a:spLocks noGrp="1"/>
          </p:cNvSpPr>
          <p:nvPr>
            <p:ph type="ftr" sz="quarter" idx="11"/>
          </p:nvPr>
        </p:nvSpPr>
        <p:spPr/>
        <p:txBody>
          <a:bodyPr/>
          <a:lstStyle/>
          <a:p>
            <a:r>
              <a:rPr lang="en-IN" smtClean="0"/>
              <a:t>shalini shrotriya</a:t>
            </a:r>
            <a:endParaRPr lang="en-IN"/>
          </a:p>
        </p:txBody>
      </p:sp>
      <p:sp>
        <p:nvSpPr>
          <p:cNvPr id="7" name="Slide Number Placeholder 6">
            <a:extLst>
              <a:ext uri="{FF2B5EF4-FFF2-40B4-BE49-F238E27FC236}">
                <a16:creationId xmlns="" xmlns:a16="http://schemas.microsoft.com/office/drawing/2014/main" id="{40DB15B8-401C-0BAA-2B9B-597DC6424507}"/>
              </a:ext>
            </a:extLst>
          </p:cNvPr>
          <p:cNvSpPr>
            <a:spLocks noGrp="1"/>
          </p:cNvSpPr>
          <p:nvPr>
            <p:ph type="sldNum" sz="quarter" idx="12"/>
          </p:nvPr>
        </p:nvSpPr>
        <p:spPr/>
        <p:txBody>
          <a:bodyPr/>
          <a:lstStyle/>
          <a:p>
            <a:fld id="{F3D57A2A-32B0-4562-8BA3-11F0795B7757}" type="slidenum">
              <a:rPr lang="en-IN" smtClean="0"/>
              <a:pPr/>
              <a:t>‹#›</a:t>
            </a:fld>
            <a:endParaRPr lang="en-IN"/>
          </a:p>
        </p:txBody>
      </p:sp>
    </p:spTree>
    <p:extLst>
      <p:ext uri="{BB962C8B-B14F-4D97-AF65-F5344CB8AC3E}">
        <p14:creationId xmlns="" xmlns:p14="http://schemas.microsoft.com/office/powerpoint/2010/main" val="1007429693"/>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a:extLst>
              <a:ext uri="{FF2B5EF4-FFF2-40B4-BE49-F238E27FC236}">
                <a16:creationId xmlns="" xmlns:a16="http://schemas.microsoft.com/office/drawing/2014/main" id="{ED8E00C0-4766-0ABF-187D-A5B2F07DD524}"/>
              </a:ext>
            </a:extLst>
          </p:cNvPr>
          <p:cNvSpPr>
            <a:spLocks noGrp="1"/>
          </p:cNvSpPr>
          <p:nvPr>
            <p:ph type="title"/>
          </p:nvPr>
        </p:nvSpPr>
        <p:spPr/>
        <p:txBody>
          <a:bodyPr/>
          <a:lstStyle/>
          <a:p>
            <a:r>
              <a:rPr lang="en-US"/>
              <a:t>Click to edit Master title style</a:t>
            </a:r>
            <a:endParaRPr lang="en-IN"/>
          </a:p>
        </p:txBody>
      </p:sp>
      <p:sp>
        <p:nvSpPr>
          <p:cNvPr id="3" name="Vertical Text Placeholder 2">
            <a:extLst>
              <a:ext uri="{FF2B5EF4-FFF2-40B4-BE49-F238E27FC236}">
                <a16:creationId xmlns="" xmlns:a16="http://schemas.microsoft.com/office/drawing/2014/main" id="{569E68E9-DCF2-7ABD-4F8D-97D24EDDE67F}"/>
              </a:ext>
            </a:extLst>
          </p:cNvPr>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Date Placeholder 3">
            <a:extLst>
              <a:ext uri="{FF2B5EF4-FFF2-40B4-BE49-F238E27FC236}">
                <a16:creationId xmlns="" xmlns:a16="http://schemas.microsoft.com/office/drawing/2014/main" id="{EA8CB7A9-E2E5-E514-C3EF-71824999112F}"/>
              </a:ext>
            </a:extLst>
          </p:cNvPr>
          <p:cNvSpPr>
            <a:spLocks noGrp="1"/>
          </p:cNvSpPr>
          <p:nvPr>
            <p:ph type="dt" sz="half" idx="10"/>
          </p:nvPr>
        </p:nvSpPr>
        <p:spPr/>
        <p:txBody>
          <a:bodyPr/>
          <a:lstStyle/>
          <a:p>
            <a:fld id="{22D88193-1BBD-4CB1-8C85-624F65323DE8}" type="datetime1">
              <a:rPr lang="en-IN" smtClean="0"/>
              <a:t>08-10-2024</a:t>
            </a:fld>
            <a:endParaRPr lang="en-IN"/>
          </a:p>
        </p:txBody>
      </p:sp>
      <p:sp>
        <p:nvSpPr>
          <p:cNvPr id="5" name="Footer Placeholder 4">
            <a:extLst>
              <a:ext uri="{FF2B5EF4-FFF2-40B4-BE49-F238E27FC236}">
                <a16:creationId xmlns="" xmlns:a16="http://schemas.microsoft.com/office/drawing/2014/main" id="{0A5830BB-A9A8-141C-346C-B5CA5A9ABC3D}"/>
              </a:ext>
            </a:extLst>
          </p:cNvPr>
          <p:cNvSpPr>
            <a:spLocks noGrp="1"/>
          </p:cNvSpPr>
          <p:nvPr>
            <p:ph type="ftr" sz="quarter" idx="11"/>
          </p:nvPr>
        </p:nvSpPr>
        <p:spPr/>
        <p:txBody>
          <a:bodyPr/>
          <a:lstStyle/>
          <a:p>
            <a:r>
              <a:rPr lang="en-IN" smtClean="0"/>
              <a:t>shalini shrotriya</a:t>
            </a:r>
            <a:endParaRPr lang="en-IN"/>
          </a:p>
        </p:txBody>
      </p:sp>
      <p:sp>
        <p:nvSpPr>
          <p:cNvPr id="6" name="Slide Number Placeholder 5">
            <a:extLst>
              <a:ext uri="{FF2B5EF4-FFF2-40B4-BE49-F238E27FC236}">
                <a16:creationId xmlns="" xmlns:a16="http://schemas.microsoft.com/office/drawing/2014/main" id="{EFCF1A13-04B7-F279-76E1-817708CC2286}"/>
              </a:ext>
            </a:extLst>
          </p:cNvPr>
          <p:cNvSpPr>
            <a:spLocks noGrp="1"/>
          </p:cNvSpPr>
          <p:nvPr>
            <p:ph type="sldNum" sz="quarter" idx="12"/>
          </p:nvPr>
        </p:nvSpPr>
        <p:spPr/>
        <p:txBody>
          <a:bodyPr/>
          <a:lstStyle/>
          <a:p>
            <a:fld id="{F3D57A2A-32B0-4562-8BA3-11F0795B7757}" type="slidenum">
              <a:rPr lang="en-IN" smtClean="0"/>
              <a:pPr/>
              <a:t>‹#›</a:t>
            </a:fld>
            <a:endParaRPr lang="en-IN"/>
          </a:p>
        </p:txBody>
      </p:sp>
    </p:spTree>
    <p:extLst>
      <p:ext uri="{BB962C8B-B14F-4D97-AF65-F5344CB8AC3E}">
        <p14:creationId xmlns="" xmlns:p14="http://schemas.microsoft.com/office/powerpoint/2010/main" val="1447406283"/>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a:extLst>
              <a:ext uri="{FF2B5EF4-FFF2-40B4-BE49-F238E27FC236}">
                <a16:creationId xmlns="" xmlns:a16="http://schemas.microsoft.com/office/drawing/2014/main" id="{82406370-5AC1-D690-C3E7-0EDBFCC13237}"/>
              </a:ext>
            </a:extLst>
          </p:cNvPr>
          <p:cNvSpPr>
            <a:spLocks noGrp="1"/>
          </p:cNvSpPr>
          <p:nvPr>
            <p:ph type="title" orient="vert"/>
          </p:nvPr>
        </p:nvSpPr>
        <p:spPr>
          <a:xfrm>
            <a:off x="8724900" y="365125"/>
            <a:ext cx="2628900" cy="5811838"/>
          </a:xfrm>
        </p:spPr>
        <p:txBody>
          <a:bodyPr vert="eaVert"/>
          <a:lstStyle/>
          <a:p>
            <a:r>
              <a:rPr lang="en-US"/>
              <a:t>Click to edit Master title style</a:t>
            </a:r>
            <a:endParaRPr lang="en-IN"/>
          </a:p>
        </p:txBody>
      </p:sp>
      <p:sp>
        <p:nvSpPr>
          <p:cNvPr id="3" name="Vertical Text Placeholder 2">
            <a:extLst>
              <a:ext uri="{FF2B5EF4-FFF2-40B4-BE49-F238E27FC236}">
                <a16:creationId xmlns="" xmlns:a16="http://schemas.microsoft.com/office/drawing/2014/main" id="{F42A114D-4A79-E906-C222-52577D490070}"/>
              </a:ext>
            </a:extLst>
          </p:cNvPr>
          <p:cNvSpPr>
            <a:spLocks noGrp="1"/>
          </p:cNvSpPr>
          <p:nvPr>
            <p:ph type="body" orient="vert" idx="1"/>
          </p:nvPr>
        </p:nvSpPr>
        <p:spPr>
          <a:xfrm>
            <a:off x="838200" y="365125"/>
            <a:ext cx="7734300" cy="5811838"/>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Date Placeholder 3">
            <a:extLst>
              <a:ext uri="{FF2B5EF4-FFF2-40B4-BE49-F238E27FC236}">
                <a16:creationId xmlns="" xmlns:a16="http://schemas.microsoft.com/office/drawing/2014/main" id="{24DBB386-8D9A-C033-8233-029E620151C9}"/>
              </a:ext>
            </a:extLst>
          </p:cNvPr>
          <p:cNvSpPr>
            <a:spLocks noGrp="1"/>
          </p:cNvSpPr>
          <p:nvPr>
            <p:ph type="dt" sz="half" idx="10"/>
          </p:nvPr>
        </p:nvSpPr>
        <p:spPr/>
        <p:txBody>
          <a:bodyPr/>
          <a:lstStyle/>
          <a:p>
            <a:fld id="{40B6A6BE-DE6A-46C1-983F-E654F09DACA8}" type="datetime1">
              <a:rPr lang="en-IN" smtClean="0"/>
              <a:t>08-10-2024</a:t>
            </a:fld>
            <a:endParaRPr lang="en-IN"/>
          </a:p>
        </p:txBody>
      </p:sp>
      <p:sp>
        <p:nvSpPr>
          <p:cNvPr id="5" name="Footer Placeholder 4">
            <a:extLst>
              <a:ext uri="{FF2B5EF4-FFF2-40B4-BE49-F238E27FC236}">
                <a16:creationId xmlns="" xmlns:a16="http://schemas.microsoft.com/office/drawing/2014/main" id="{360F59D2-E9D1-13EC-C17B-43C271B53C4B}"/>
              </a:ext>
            </a:extLst>
          </p:cNvPr>
          <p:cNvSpPr>
            <a:spLocks noGrp="1"/>
          </p:cNvSpPr>
          <p:nvPr>
            <p:ph type="ftr" sz="quarter" idx="11"/>
          </p:nvPr>
        </p:nvSpPr>
        <p:spPr/>
        <p:txBody>
          <a:bodyPr/>
          <a:lstStyle/>
          <a:p>
            <a:r>
              <a:rPr lang="en-IN" smtClean="0"/>
              <a:t>shalini shrotriya</a:t>
            </a:r>
            <a:endParaRPr lang="en-IN"/>
          </a:p>
        </p:txBody>
      </p:sp>
      <p:sp>
        <p:nvSpPr>
          <p:cNvPr id="6" name="Slide Number Placeholder 5">
            <a:extLst>
              <a:ext uri="{FF2B5EF4-FFF2-40B4-BE49-F238E27FC236}">
                <a16:creationId xmlns="" xmlns:a16="http://schemas.microsoft.com/office/drawing/2014/main" id="{173C8626-185E-1241-ED58-6AFC8E02B0C7}"/>
              </a:ext>
            </a:extLst>
          </p:cNvPr>
          <p:cNvSpPr>
            <a:spLocks noGrp="1"/>
          </p:cNvSpPr>
          <p:nvPr>
            <p:ph type="sldNum" sz="quarter" idx="12"/>
          </p:nvPr>
        </p:nvSpPr>
        <p:spPr/>
        <p:txBody>
          <a:bodyPr/>
          <a:lstStyle/>
          <a:p>
            <a:fld id="{F3D57A2A-32B0-4562-8BA3-11F0795B7757}" type="slidenum">
              <a:rPr lang="en-IN" smtClean="0"/>
              <a:pPr/>
              <a:t>‹#›</a:t>
            </a:fld>
            <a:endParaRPr lang="en-IN"/>
          </a:p>
        </p:txBody>
      </p:sp>
    </p:spTree>
    <p:extLst>
      <p:ext uri="{BB962C8B-B14F-4D97-AF65-F5344CB8AC3E}">
        <p14:creationId xmlns="" xmlns:p14="http://schemas.microsoft.com/office/powerpoint/2010/main" val="4179945469"/>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a:extLst>
              <a:ext uri="{FF2B5EF4-FFF2-40B4-BE49-F238E27FC236}">
                <a16:creationId xmlns="" xmlns:a16="http://schemas.microsoft.com/office/drawing/2014/main" id="{B1DFB782-C4FE-9083-4287-3A3460E8FF4D}"/>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a:t>Click to edit Master title style</a:t>
            </a:r>
            <a:endParaRPr lang="en-IN"/>
          </a:p>
        </p:txBody>
      </p:sp>
      <p:sp>
        <p:nvSpPr>
          <p:cNvPr id="3" name="Text Placeholder 2">
            <a:extLst>
              <a:ext uri="{FF2B5EF4-FFF2-40B4-BE49-F238E27FC236}">
                <a16:creationId xmlns="" xmlns:a16="http://schemas.microsoft.com/office/drawing/2014/main" id="{5AC6417D-18BB-1739-3306-D9CBFEE1C259}"/>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Date Placeholder 3">
            <a:extLst>
              <a:ext uri="{FF2B5EF4-FFF2-40B4-BE49-F238E27FC236}">
                <a16:creationId xmlns="" xmlns:a16="http://schemas.microsoft.com/office/drawing/2014/main" id="{BC5C07BC-08AA-506E-1F01-33896F928472}"/>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C0EFBBF-D2F7-4A4A-8B22-A5C9977D94A3}" type="datetime1">
              <a:rPr lang="en-IN" smtClean="0"/>
              <a:t>08-10-2024</a:t>
            </a:fld>
            <a:endParaRPr lang="en-IN"/>
          </a:p>
        </p:txBody>
      </p:sp>
      <p:sp>
        <p:nvSpPr>
          <p:cNvPr id="5" name="Footer Placeholder 4">
            <a:extLst>
              <a:ext uri="{FF2B5EF4-FFF2-40B4-BE49-F238E27FC236}">
                <a16:creationId xmlns="" xmlns:a16="http://schemas.microsoft.com/office/drawing/2014/main" id="{D9B3B5AE-81D9-778D-7631-E81AEC2B724B}"/>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r>
              <a:rPr lang="en-IN" smtClean="0"/>
              <a:t>shalini shrotriya</a:t>
            </a:r>
            <a:endParaRPr lang="en-IN"/>
          </a:p>
        </p:txBody>
      </p:sp>
      <p:sp>
        <p:nvSpPr>
          <p:cNvPr id="6" name="Slide Number Placeholder 5">
            <a:extLst>
              <a:ext uri="{FF2B5EF4-FFF2-40B4-BE49-F238E27FC236}">
                <a16:creationId xmlns="" xmlns:a16="http://schemas.microsoft.com/office/drawing/2014/main" id="{1F502D38-1502-1432-5B3A-5D4900F9613F}"/>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F3D57A2A-32B0-4562-8BA3-11F0795B7757}" type="slidenum">
              <a:rPr lang="en-IN" smtClean="0"/>
              <a:pPr/>
              <a:t>‹#›</a:t>
            </a:fld>
            <a:endParaRPr lang="en-IN"/>
          </a:p>
        </p:txBody>
      </p:sp>
    </p:spTree>
    <p:extLst>
      <p:ext uri="{BB962C8B-B14F-4D97-AF65-F5344CB8AC3E}">
        <p14:creationId xmlns="" xmlns:p14="http://schemas.microsoft.com/office/powerpoint/2010/main" val="282859809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hf hdr="0" dt="0"/>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2" Type="http://schemas.openxmlformats.org/officeDocument/2006/relationships/hyperlink" Target="mailto:user@email.com" TargetMode="External"/><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2" Type="http://schemas.openxmlformats.org/officeDocument/2006/relationships/hyperlink" Target="https://example.com/" TargetMode="External"/><Relationship Id="rId1" Type="http://schemas.openxmlformats.org/officeDocument/2006/relationships/slideLayout" Target="../slideLayouts/slideLayout6.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9.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6.xml"/></Relationships>
</file>

<file path=ppt/slides/_rels/slide30.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Layout" Target="../slideLayouts/slideLayout6.xml"/></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4.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Layout" Target="../slideLayouts/slideLayout6.xml"/></Relationships>
</file>

<file path=ppt/slides/_rels/slide35.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Layout" Target="../slideLayouts/slideLayout6.xml"/></Relationships>
</file>

<file path=ppt/slides/_rels/slide36.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3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0.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41.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42.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4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4.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4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6.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 xmlns:a16="http://schemas.microsoft.com/office/drawing/2014/main" id="{CB372111-B47D-B800-138A-7176D9FAE481}"/>
              </a:ext>
            </a:extLst>
          </p:cNvPr>
          <p:cNvSpPr>
            <a:spLocks noGrp="1"/>
          </p:cNvSpPr>
          <p:nvPr>
            <p:ph type="ctrTitle"/>
          </p:nvPr>
        </p:nvSpPr>
        <p:spPr/>
        <p:txBody>
          <a:bodyPr>
            <a:normAutofit/>
          </a:bodyPr>
          <a:lstStyle/>
          <a:p>
            <a:r>
              <a:rPr lang="en-US" sz="4400" b="1" dirty="0">
                <a:solidFill>
                  <a:schemeClr val="accent2">
                    <a:lumMod val="75000"/>
                  </a:schemeClr>
                </a:solidFill>
                <a:latin typeface="Times New Roman" panose="02020603050405020304" pitchFamily="18" charset="0"/>
                <a:cs typeface="Times New Roman" panose="02020603050405020304" pitchFamily="18" charset="0"/>
              </a:rPr>
              <a:t>Natural Language Processing(NLP)</a:t>
            </a:r>
            <a:endParaRPr lang="en-IN" sz="4400" b="1" dirty="0">
              <a:solidFill>
                <a:schemeClr val="accent2">
                  <a:lumMod val="75000"/>
                </a:schemeClr>
              </a:solidFill>
              <a:latin typeface="Times New Roman" panose="02020603050405020304" pitchFamily="18" charset="0"/>
              <a:cs typeface="Times New Roman" panose="02020603050405020304" pitchFamily="18" charset="0"/>
            </a:endParaRPr>
          </a:p>
        </p:txBody>
      </p:sp>
      <p:sp>
        <p:nvSpPr>
          <p:cNvPr id="3" name="Subtitle 2">
            <a:extLst>
              <a:ext uri="{FF2B5EF4-FFF2-40B4-BE49-F238E27FC236}">
                <a16:creationId xmlns="" xmlns:a16="http://schemas.microsoft.com/office/drawing/2014/main" id="{F1B9D1A8-07FE-2B2B-A10A-FA47134E06E9}"/>
              </a:ext>
            </a:extLst>
          </p:cNvPr>
          <p:cNvSpPr>
            <a:spLocks noGrp="1"/>
          </p:cNvSpPr>
          <p:nvPr>
            <p:ph type="subTitle" idx="1"/>
          </p:nvPr>
        </p:nvSpPr>
        <p:spPr/>
        <p:txBody>
          <a:bodyPr/>
          <a:lstStyle/>
          <a:p>
            <a:r>
              <a:rPr lang="en-US" dirty="0"/>
              <a:t>UNIT 2</a:t>
            </a:r>
            <a:endParaRPr lang="en-IN" dirty="0"/>
          </a:p>
        </p:txBody>
      </p:sp>
      <p:sp>
        <p:nvSpPr>
          <p:cNvPr id="5" name="Slide Number Placeholder 4"/>
          <p:cNvSpPr>
            <a:spLocks noGrp="1"/>
          </p:cNvSpPr>
          <p:nvPr>
            <p:ph type="sldNum" sz="quarter" idx="12"/>
          </p:nvPr>
        </p:nvSpPr>
        <p:spPr/>
        <p:txBody>
          <a:bodyPr/>
          <a:lstStyle/>
          <a:p>
            <a:fld id="{F3D57A2A-32B0-4562-8BA3-11F0795B7757}" type="slidenum">
              <a:rPr lang="en-IN" smtClean="0"/>
              <a:pPr/>
              <a:t>1</a:t>
            </a:fld>
            <a:endParaRPr lang="en-IN"/>
          </a:p>
        </p:txBody>
      </p:sp>
      <p:sp>
        <p:nvSpPr>
          <p:cNvPr id="6" name="Footer Placeholder 5"/>
          <p:cNvSpPr>
            <a:spLocks noGrp="1"/>
          </p:cNvSpPr>
          <p:nvPr>
            <p:ph type="ftr" sz="quarter" idx="11"/>
          </p:nvPr>
        </p:nvSpPr>
        <p:spPr/>
        <p:txBody>
          <a:bodyPr/>
          <a:lstStyle/>
          <a:p>
            <a:r>
              <a:rPr lang="en-IN" smtClean="0"/>
              <a:t>shalini shrotriya</a:t>
            </a:r>
            <a:endParaRPr lang="en-IN"/>
          </a:p>
        </p:txBody>
      </p:sp>
    </p:spTree>
    <p:extLst>
      <p:ext uri="{BB962C8B-B14F-4D97-AF65-F5344CB8AC3E}">
        <p14:creationId xmlns="" xmlns:p14="http://schemas.microsoft.com/office/powerpoint/2010/main" val="1899466019"/>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 xmlns:a16="http://schemas.microsoft.com/office/drawing/2014/main" id="{771006BE-3B9E-DD27-7A78-07FFB996CDB5}"/>
              </a:ext>
            </a:extLst>
          </p:cNvPr>
          <p:cNvSpPr>
            <a:spLocks noGrp="1"/>
          </p:cNvSpPr>
          <p:nvPr>
            <p:ph type="title"/>
          </p:nvPr>
        </p:nvSpPr>
        <p:spPr/>
        <p:txBody>
          <a:bodyPr/>
          <a:lstStyle/>
          <a:p>
            <a:r>
              <a:rPr lang="en-US" dirty="0">
                <a:solidFill>
                  <a:srgbClr val="FF0000"/>
                </a:solidFill>
                <a:latin typeface="Times New Roman" panose="02020603050405020304" pitchFamily="18" charset="0"/>
                <a:cs typeface="Times New Roman" panose="02020603050405020304" pitchFamily="18" charset="0"/>
              </a:rPr>
              <a:t>Outline :</a:t>
            </a:r>
            <a:endParaRPr lang="en-IN" dirty="0">
              <a:solidFill>
                <a:srgbClr val="FF0000"/>
              </a:solidFill>
              <a:latin typeface="Times New Roman" panose="02020603050405020304" pitchFamily="18" charset="0"/>
              <a:cs typeface="Times New Roman" panose="02020603050405020304" pitchFamily="18" charset="0"/>
            </a:endParaRPr>
          </a:p>
        </p:txBody>
      </p:sp>
      <p:sp>
        <p:nvSpPr>
          <p:cNvPr id="3" name="Content Placeholder 2">
            <a:extLst>
              <a:ext uri="{FF2B5EF4-FFF2-40B4-BE49-F238E27FC236}">
                <a16:creationId xmlns="" xmlns:a16="http://schemas.microsoft.com/office/drawing/2014/main" id="{5C0D43E8-D931-E7CB-63C5-5D6901EA3E80}"/>
              </a:ext>
            </a:extLst>
          </p:cNvPr>
          <p:cNvSpPr>
            <a:spLocks noGrp="1"/>
          </p:cNvSpPr>
          <p:nvPr>
            <p:ph idx="1"/>
          </p:nvPr>
        </p:nvSpPr>
        <p:spPr/>
        <p:txBody>
          <a:bodyPr>
            <a:normAutofit/>
          </a:bodyPr>
          <a:lstStyle/>
          <a:p>
            <a:pPr>
              <a:lnSpc>
                <a:spcPct val="106000"/>
              </a:lnSpc>
              <a:spcAft>
                <a:spcPts val="800"/>
              </a:spcAft>
            </a:pPr>
            <a:r>
              <a:rPr lang="en-US" sz="2400" dirty="0"/>
              <a:t> </a:t>
            </a:r>
            <a:r>
              <a:rPr lang="en-US" sz="2400" b="1" kern="100" dirty="0">
                <a:solidFill>
                  <a:srgbClr val="000000"/>
                </a:solidFill>
                <a:effectLst/>
                <a:highlight>
                  <a:srgbClr val="FFFF00"/>
                </a:highlight>
                <a:latin typeface="Times New Roman" panose="02020603050405020304" pitchFamily="18" charset="0"/>
                <a:ea typeface="Arial Unicode MS"/>
                <a:cs typeface="Times New Roman" panose="02020603050405020304" pitchFamily="18" charset="0"/>
              </a:rPr>
              <a:t>Regular expressions</a:t>
            </a:r>
            <a:endParaRPr lang="en-IN" sz="2400" kern="100" dirty="0">
              <a:effectLst/>
              <a:latin typeface="Calibri" panose="020F0502020204030204" pitchFamily="34" charset="0"/>
              <a:ea typeface="Calibri" panose="020F0502020204030204" pitchFamily="34" charset="0"/>
              <a:cs typeface="Times New Roman" panose="02020603050405020304" pitchFamily="18" charset="0"/>
            </a:endParaRPr>
          </a:p>
          <a:p>
            <a:pPr>
              <a:lnSpc>
                <a:spcPct val="106000"/>
              </a:lnSpc>
              <a:spcAft>
                <a:spcPts val="800"/>
              </a:spcAft>
            </a:pPr>
            <a:r>
              <a:rPr lang="en-GB" sz="2400" b="1" kern="100" dirty="0">
                <a:solidFill>
                  <a:srgbClr val="000000"/>
                </a:solidFill>
                <a:effectLst/>
                <a:highlight>
                  <a:srgbClr val="FFFF00"/>
                </a:highlight>
                <a:latin typeface="Times New Roman" panose="02020603050405020304" pitchFamily="18" charset="0"/>
                <a:ea typeface="Arial Unicode MS"/>
                <a:cs typeface="Times New Roman" panose="02020603050405020304" pitchFamily="18" charset="0"/>
              </a:rPr>
              <a:t>Data Preprocessing</a:t>
            </a:r>
            <a:endParaRPr lang="en-IN" sz="2400" kern="100" dirty="0">
              <a:effectLst/>
              <a:latin typeface="Calibri" panose="020F0502020204030204" pitchFamily="34" charset="0"/>
              <a:ea typeface="Calibri" panose="020F0502020204030204" pitchFamily="34" charset="0"/>
              <a:cs typeface="Times New Roman" panose="02020603050405020304" pitchFamily="18" charset="0"/>
            </a:endParaRPr>
          </a:p>
          <a:p>
            <a:pPr>
              <a:lnSpc>
                <a:spcPct val="106000"/>
              </a:lnSpc>
              <a:spcAft>
                <a:spcPts val="800"/>
              </a:spcAft>
            </a:pPr>
            <a:r>
              <a:rPr lang="en-US" sz="2400" kern="100" dirty="0">
                <a:solidFill>
                  <a:srgbClr val="000000"/>
                </a:solidFill>
                <a:effectLst/>
                <a:highlight>
                  <a:srgbClr val="FFFF00"/>
                </a:highlight>
                <a:latin typeface="Times New Roman" panose="02020603050405020304" pitchFamily="18" charset="0"/>
                <a:ea typeface="Arial Unicode MS"/>
                <a:cs typeface="Times New Roman" panose="02020603050405020304" pitchFamily="18" charset="0"/>
              </a:rPr>
              <a:t>Using Python - Convert to lower case</a:t>
            </a:r>
            <a:r>
              <a:rPr lang="en-GB" sz="2400" kern="100" dirty="0">
                <a:solidFill>
                  <a:srgbClr val="000000"/>
                </a:solidFill>
                <a:effectLst/>
                <a:highlight>
                  <a:srgbClr val="FFFF00"/>
                </a:highlight>
                <a:latin typeface="Times New Roman" panose="02020603050405020304" pitchFamily="18" charset="0"/>
                <a:ea typeface="Arial Unicode MS"/>
                <a:cs typeface="Times New Roman" panose="02020603050405020304" pitchFamily="18" charset="0"/>
              </a:rPr>
              <a:t>,</a:t>
            </a:r>
            <a:r>
              <a:rPr lang="en-US" sz="2400" kern="100" dirty="0">
                <a:solidFill>
                  <a:srgbClr val="000000"/>
                </a:solidFill>
                <a:effectLst/>
                <a:highlight>
                  <a:srgbClr val="FFFF00"/>
                </a:highlight>
                <a:latin typeface="Times New Roman" panose="02020603050405020304" pitchFamily="18" charset="0"/>
                <a:ea typeface="Arial Unicode MS"/>
                <a:cs typeface="Times New Roman" panose="02020603050405020304" pitchFamily="18" charset="0"/>
              </a:rPr>
              <a:t> handle email-id, HTML tags, URLs, emojis, repeat characters, normalization of data (contractions, standardize) </a:t>
            </a:r>
            <a:r>
              <a:rPr lang="en-US" sz="2400" kern="100" dirty="0" err="1">
                <a:solidFill>
                  <a:srgbClr val="000000"/>
                </a:solidFill>
                <a:effectLst/>
                <a:highlight>
                  <a:srgbClr val="FFFF00"/>
                </a:highlight>
                <a:latin typeface="Times New Roman" panose="02020603050405020304" pitchFamily="18" charset="0"/>
                <a:ea typeface="Arial Unicode MS"/>
                <a:cs typeface="Times New Roman" panose="02020603050405020304" pitchFamily="18" charset="0"/>
              </a:rPr>
              <a:t>etc</a:t>
            </a:r>
            <a:endParaRPr lang="en-IN" sz="2400" kern="100" dirty="0">
              <a:effectLst/>
              <a:latin typeface="Calibri" panose="020F0502020204030204" pitchFamily="34" charset="0"/>
              <a:ea typeface="Calibri" panose="020F0502020204030204" pitchFamily="34" charset="0"/>
              <a:cs typeface="Times New Roman" panose="02020603050405020304" pitchFamily="18" charset="0"/>
            </a:endParaRPr>
          </a:p>
          <a:p>
            <a:pPr>
              <a:lnSpc>
                <a:spcPct val="106000"/>
              </a:lnSpc>
              <a:spcAft>
                <a:spcPts val="800"/>
              </a:spcAft>
            </a:pPr>
            <a:r>
              <a:rPr lang="en-US" sz="2400" kern="100" dirty="0">
                <a:solidFill>
                  <a:srgbClr val="000000"/>
                </a:solidFill>
                <a:effectLst/>
                <a:latin typeface="Times New Roman" panose="02020603050405020304" pitchFamily="18" charset="0"/>
                <a:ea typeface="Arial Unicode MS"/>
                <a:cs typeface="Times New Roman" panose="02020603050405020304" pitchFamily="18" charset="0"/>
              </a:rPr>
              <a:t>Vocabulary, corpora and linguistic resources</a:t>
            </a:r>
            <a:endParaRPr lang="en-IN" sz="2400" kern="100" dirty="0">
              <a:effectLst/>
              <a:latin typeface="Calibri" panose="020F0502020204030204" pitchFamily="34" charset="0"/>
              <a:ea typeface="Calibri" panose="020F0502020204030204" pitchFamily="34" charset="0"/>
              <a:cs typeface="Times New Roman" panose="02020603050405020304" pitchFamily="18" charset="0"/>
            </a:endParaRPr>
          </a:p>
          <a:p>
            <a:pPr>
              <a:lnSpc>
                <a:spcPct val="106000"/>
              </a:lnSpc>
              <a:spcAft>
                <a:spcPts val="800"/>
              </a:spcAft>
            </a:pPr>
            <a:r>
              <a:rPr lang="en-US" sz="2400" kern="100" dirty="0">
                <a:solidFill>
                  <a:srgbClr val="000000"/>
                </a:solidFill>
                <a:effectLst/>
                <a:latin typeface="Times New Roman" panose="02020603050405020304" pitchFamily="18" charset="0"/>
                <a:ea typeface="Arial Unicode MS"/>
                <a:cs typeface="Times New Roman" panose="02020603050405020304" pitchFamily="18" charset="0"/>
              </a:rPr>
              <a:t>Linguistic foundations: Morphology, syntax, semantics and pragmatics </a:t>
            </a:r>
            <a:endParaRPr lang="en-IN" sz="2400" kern="100" dirty="0">
              <a:effectLst/>
              <a:latin typeface="Calibri" panose="020F0502020204030204" pitchFamily="34" charset="0"/>
              <a:ea typeface="Calibri" panose="020F0502020204030204" pitchFamily="34" charset="0"/>
              <a:cs typeface="Times New Roman" panose="02020603050405020304" pitchFamily="18" charset="0"/>
            </a:endParaRPr>
          </a:p>
          <a:p>
            <a:r>
              <a:rPr lang="en-US" sz="2400" dirty="0">
                <a:solidFill>
                  <a:srgbClr val="000000"/>
                </a:solidFill>
                <a:effectLst/>
                <a:latin typeface="Times New Roman" panose="02020603050405020304" pitchFamily="18" charset="0"/>
                <a:ea typeface="Arial Unicode MS"/>
              </a:rPr>
              <a:t>Language models: </a:t>
            </a:r>
            <a:r>
              <a:rPr lang="en-GB" sz="2400" dirty="0">
                <a:solidFill>
                  <a:srgbClr val="000000"/>
                </a:solidFill>
                <a:effectLst/>
                <a:latin typeface="Times New Roman" panose="02020603050405020304" pitchFamily="18" charset="0"/>
                <a:ea typeface="Arial Unicode MS"/>
              </a:rPr>
              <a:t>Unigram, Bigram, </a:t>
            </a:r>
            <a:r>
              <a:rPr lang="en-US" sz="2400" dirty="0">
                <a:solidFill>
                  <a:srgbClr val="000000"/>
                </a:solidFill>
                <a:effectLst/>
                <a:latin typeface="Times New Roman" panose="02020603050405020304" pitchFamily="18" charset="0"/>
                <a:ea typeface="Arial Unicode MS"/>
              </a:rPr>
              <a:t>N-grams</a:t>
            </a:r>
            <a:endParaRPr lang="en-IN" sz="2400" dirty="0"/>
          </a:p>
        </p:txBody>
      </p:sp>
      <p:sp>
        <p:nvSpPr>
          <p:cNvPr id="5" name="Slide Number Placeholder 4"/>
          <p:cNvSpPr>
            <a:spLocks noGrp="1"/>
          </p:cNvSpPr>
          <p:nvPr>
            <p:ph type="sldNum" sz="quarter" idx="12"/>
          </p:nvPr>
        </p:nvSpPr>
        <p:spPr/>
        <p:txBody>
          <a:bodyPr/>
          <a:lstStyle/>
          <a:p>
            <a:fld id="{F3D57A2A-32B0-4562-8BA3-11F0795B7757}" type="slidenum">
              <a:rPr lang="en-IN" smtClean="0"/>
              <a:pPr/>
              <a:t>2</a:t>
            </a:fld>
            <a:endParaRPr lang="en-IN"/>
          </a:p>
        </p:txBody>
      </p:sp>
      <p:sp>
        <p:nvSpPr>
          <p:cNvPr id="6" name="Footer Placeholder 5"/>
          <p:cNvSpPr>
            <a:spLocks noGrp="1"/>
          </p:cNvSpPr>
          <p:nvPr>
            <p:ph type="ftr" sz="quarter" idx="11"/>
          </p:nvPr>
        </p:nvSpPr>
        <p:spPr/>
        <p:txBody>
          <a:bodyPr/>
          <a:lstStyle/>
          <a:p>
            <a:r>
              <a:rPr lang="en-IN" smtClean="0"/>
              <a:t>shalini shrotriya</a:t>
            </a:r>
            <a:endParaRPr lang="en-IN"/>
          </a:p>
        </p:txBody>
      </p:sp>
    </p:spTree>
    <p:extLst>
      <p:ext uri="{BB962C8B-B14F-4D97-AF65-F5344CB8AC3E}">
        <p14:creationId xmlns="" xmlns:p14="http://schemas.microsoft.com/office/powerpoint/2010/main" val="2284307690"/>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 xmlns:a16="http://schemas.microsoft.com/office/drawing/2014/main" id="{63BC7E81-BEEB-DE6C-4548-8BDEEBD04A32}"/>
              </a:ext>
            </a:extLst>
          </p:cNvPr>
          <p:cNvSpPr>
            <a:spLocks noGrp="1"/>
          </p:cNvSpPr>
          <p:nvPr>
            <p:ph type="title"/>
          </p:nvPr>
        </p:nvSpPr>
        <p:spPr/>
        <p:txBody>
          <a:bodyPr/>
          <a:lstStyle/>
          <a:p>
            <a:r>
              <a:rPr lang="en-IN" b="1" dirty="0">
                <a:solidFill>
                  <a:srgbClr val="FF0000"/>
                </a:solidFill>
                <a:latin typeface="Times New Roman" panose="02020603050405020304" pitchFamily="18" charset="0"/>
                <a:cs typeface="Times New Roman" panose="02020603050405020304" pitchFamily="18" charset="0"/>
              </a:rPr>
              <a:t>Regular Expressions (Regex)</a:t>
            </a:r>
            <a:endParaRPr lang="en-IN" dirty="0">
              <a:solidFill>
                <a:srgbClr val="FF0000"/>
              </a:solidFill>
              <a:latin typeface="Times New Roman" panose="02020603050405020304" pitchFamily="18" charset="0"/>
              <a:cs typeface="Times New Roman" panose="02020603050405020304" pitchFamily="18" charset="0"/>
            </a:endParaRPr>
          </a:p>
        </p:txBody>
      </p:sp>
      <p:sp>
        <p:nvSpPr>
          <p:cNvPr id="3" name="Content Placeholder 2">
            <a:extLst>
              <a:ext uri="{FF2B5EF4-FFF2-40B4-BE49-F238E27FC236}">
                <a16:creationId xmlns="" xmlns:a16="http://schemas.microsoft.com/office/drawing/2014/main" id="{60B14D88-9A5A-DE5A-5467-2BF98D0690AF}"/>
              </a:ext>
            </a:extLst>
          </p:cNvPr>
          <p:cNvSpPr>
            <a:spLocks noGrp="1"/>
          </p:cNvSpPr>
          <p:nvPr>
            <p:ph idx="1"/>
          </p:nvPr>
        </p:nvSpPr>
        <p:spPr>
          <a:xfrm>
            <a:off x="838200" y="1734186"/>
            <a:ext cx="10515600" cy="45719"/>
          </a:xfrm>
        </p:spPr>
        <p:txBody>
          <a:bodyPr>
            <a:normAutofit fontScale="25000" lnSpcReduction="20000"/>
          </a:bodyPr>
          <a:lstStyle/>
          <a:p>
            <a:r>
              <a:rPr lang="en-US" dirty="0"/>
              <a:t> </a:t>
            </a:r>
          </a:p>
        </p:txBody>
      </p:sp>
      <p:sp>
        <p:nvSpPr>
          <p:cNvPr id="6" name="Rectangle 3">
            <a:extLst>
              <a:ext uri="{FF2B5EF4-FFF2-40B4-BE49-F238E27FC236}">
                <a16:creationId xmlns="" xmlns:a16="http://schemas.microsoft.com/office/drawing/2014/main" id="{32E21B9B-8A6C-6728-7A11-49202382F155}"/>
              </a:ext>
            </a:extLst>
          </p:cNvPr>
          <p:cNvSpPr>
            <a:spLocks noChangeArrowheads="1"/>
          </p:cNvSpPr>
          <p:nvPr/>
        </p:nvSpPr>
        <p:spPr bwMode="auto">
          <a:xfrm>
            <a:off x="985520" y="1949017"/>
            <a:ext cx="10901680" cy="3539430"/>
          </a:xfrm>
          <a:prstGeom prst="rect">
            <a:avLst/>
          </a:prstGeom>
          <a:noFill/>
          <a:ln>
            <a:noFill/>
          </a:ln>
          <a:effectLst/>
          <a:extLst>
            <a:ext uri="{909E8E84-426E-40DD-AFC4-6F175D3DCCD1}">
              <a14:hiddenFill xmlns="" xmlns:a14="http://schemas.microsoft.com/office/drawing/2010/main">
                <a:solidFill>
                  <a:schemeClr val="accent1"/>
                </a:solidFill>
              </a14:hiddenFill>
            </a:ext>
            <a:ext uri="{91240B29-F687-4F45-9708-019B960494DF}">
              <a14:hiddenLine xmlns="" xmlns:a14="http://schemas.microsoft.com/office/drawing/2010/main" w="9525">
                <a:solidFill>
                  <a:schemeClr val="tx1"/>
                </a:solidFill>
                <a:miter lim="800000"/>
                <a:headEnd/>
                <a:tailEnd/>
              </a14:hiddenLine>
            </a:ext>
            <a:ext uri="{AF507438-7753-43E0-B8FC-AC1667EBCBE1}">
              <a14:hiddenEffects xmln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marL="0" marR="0" lvl="0" indent="0" algn="l" defTabSz="914400" rtl="0" eaLnBrk="0" fontAlgn="base" latinLnBrk="0" hangingPunct="0">
              <a:lnSpc>
                <a:spcPct val="100000"/>
              </a:lnSpc>
              <a:spcBef>
                <a:spcPct val="0"/>
              </a:spcBef>
              <a:spcAft>
                <a:spcPct val="0"/>
              </a:spcAft>
              <a:buClrTx/>
              <a:buSzTx/>
              <a:tabLst/>
            </a:pPr>
            <a:r>
              <a:rPr kumimoji="0" lang="en-US" altLang="en-US" sz="2800" b="1"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What are Regular Expressions (Regex)?</a:t>
            </a:r>
          </a:p>
          <a:p>
            <a:pPr marL="0" marR="0" lvl="0" indent="0" algn="l" defTabSz="914400" rtl="0" eaLnBrk="0" fontAlgn="base" latinLnBrk="0" hangingPunct="0">
              <a:lnSpc>
                <a:spcPct val="100000"/>
              </a:lnSpc>
              <a:spcBef>
                <a:spcPct val="0"/>
              </a:spcBef>
              <a:spcAft>
                <a:spcPct val="0"/>
              </a:spcAft>
              <a:buClrTx/>
              <a:buSzTx/>
              <a:tabLst/>
            </a:pPr>
            <a:endParaRPr lang="en-US" altLang="en-US" sz="2800" b="1" dirty="0">
              <a:latin typeface="Times New Roman" panose="02020603050405020304" pitchFamily="18" charset="0"/>
              <a:cs typeface="Times New Roman" panose="02020603050405020304" pitchFamily="18" charset="0"/>
            </a:endParaRPr>
          </a:p>
          <a:p>
            <a:pPr marL="0" marR="0" lvl="0" indent="0" algn="l" defTabSz="914400" rtl="0" eaLnBrk="0" fontAlgn="base" latinLnBrk="0" hangingPunct="0">
              <a:lnSpc>
                <a:spcPct val="100000"/>
              </a:lnSpc>
              <a:spcBef>
                <a:spcPct val="0"/>
              </a:spcBef>
              <a:spcAft>
                <a:spcPct val="0"/>
              </a:spcAft>
              <a:buClrTx/>
              <a:buSzTx/>
              <a:tabLst/>
            </a:pPr>
            <a:endParaRPr kumimoji="0" lang="en-US" altLang="en-US" sz="28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endParaRP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28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Regular Expressions, often abbreviated as regex or </a:t>
            </a:r>
            <a:r>
              <a:rPr kumimoji="0" lang="en-US" altLang="en-US" sz="2800" b="0" i="0" u="none" strike="noStrike" cap="none" normalizeH="0" baseline="0" dirty="0" err="1">
                <a:ln>
                  <a:noFill/>
                </a:ln>
                <a:solidFill>
                  <a:schemeClr val="tx1"/>
                </a:solidFill>
                <a:effectLst/>
                <a:latin typeface="Times New Roman" panose="02020603050405020304" pitchFamily="18" charset="0"/>
                <a:cs typeface="Times New Roman" panose="02020603050405020304" pitchFamily="18" charset="0"/>
              </a:rPr>
              <a:t>regexp</a:t>
            </a:r>
            <a:r>
              <a:rPr kumimoji="0" lang="en-US" altLang="en-US" sz="28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 are powerful and flexible patterns used for searching, matching, and manipulating text.</a:t>
            </a: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28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These patterns define a set of rules for matching sequences of characters within a larger text.</a:t>
            </a:r>
          </a:p>
          <a:p>
            <a:pPr marL="0" marR="0" lvl="0" indent="0" algn="l" defTabSz="914400" rtl="0" eaLnBrk="0" fontAlgn="base" latinLnBrk="0" hangingPunct="0">
              <a:lnSpc>
                <a:spcPct val="100000"/>
              </a:lnSpc>
              <a:spcBef>
                <a:spcPct val="0"/>
              </a:spcBef>
              <a:spcAft>
                <a:spcPct val="0"/>
              </a:spcAft>
              <a:buClrTx/>
              <a:buSzTx/>
              <a:buFontTx/>
              <a:buNone/>
              <a:tabLst/>
            </a:pPr>
            <a:endParaRPr kumimoji="0" lang="en-US" altLang="en-US" sz="28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endParaRPr>
          </a:p>
        </p:txBody>
      </p:sp>
      <p:sp>
        <p:nvSpPr>
          <p:cNvPr id="7" name="Slide Number Placeholder 6"/>
          <p:cNvSpPr>
            <a:spLocks noGrp="1"/>
          </p:cNvSpPr>
          <p:nvPr>
            <p:ph type="sldNum" sz="quarter" idx="12"/>
          </p:nvPr>
        </p:nvSpPr>
        <p:spPr/>
        <p:txBody>
          <a:bodyPr/>
          <a:lstStyle/>
          <a:p>
            <a:fld id="{F3D57A2A-32B0-4562-8BA3-11F0795B7757}" type="slidenum">
              <a:rPr lang="en-IN" smtClean="0"/>
              <a:pPr/>
              <a:t>3</a:t>
            </a:fld>
            <a:endParaRPr lang="en-IN"/>
          </a:p>
        </p:txBody>
      </p:sp>
      <p:sp>
        <p:nvSpPr>
          <p:cNvPr id="8" name="Footer Placeholder 7"/>
          <p:cNvSpPr>
            <a:spLocks noGrp="1"/>
          </p:cNvSpPr>
          <p:nvPr>
            <p:ph type="ftr" sz="quarter" idx="11"/>
          </p:nvPr>
        </p:nvSpPr>
        <p:spPr/>
        <p:txBody>
          <a:bodyPr/>
          <a:lstStyle/>
          <a:p>
            <a:r>
              <a:rPr lang="en-IN" smtClean="0"/>
              <a:t>shalini shrotriya</a:t>
            </a:r>
            <a:endParaRPr lang="en-IN"/>
          </a:p>
        </p:txBody>
      </p:sp>
    </p:spTree>
    <p:extLst>
      <p:ext uri="{BB962C8B-B14F-4D97-AF65-F5344CB8AC3E}">
        <p14:creationId xmlns="" xmlns:p14="http://schemas.microsoft.com/office/powerpoint/2010/main" val="71169399"/>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 xmlns:a16="http://schemas.microsoft.com/office/drawing/2014/main" id="{A61F99EB-8CE9-0E6E-C079-5A73C10372E4}"/>
              </a:ext>
            </a:extLst>
          </p:cNvPr>
          <p:cNvSpPr>
            <a:spLocks noGrp="1"/>
          </p:cNvSpPr>
          <p:nvPr>
            <p:ph type="title"/>
          </p:nvPr>
        </p:nvSpPr>
        <p:spPr/>
        <p:txBody>
          <a:bodyPr/>
          <a:lstStyle/>
          <a:p>
            <a:r>
              <a:rPr lang="en-IN" b="1" dirty="0">
                <a:solidFill>
                  <a:srgbClr val="FF0000"/>
                </a:solidFill>
                <a:latin typeface="Times New Roman" panose="02020603050405020304" pitchFamily="18" charset="0"/>
                <a:cs typeface="Times New Roman" panose="02020603050405020304" pitchFamily="18" charset="0"/>
              </a:rPr>
              <a:t>Role in Text Processing:</a:t>
            </a:r>
            <a:endParaRPr lang="en-IN" dirty="0">
              <a:solidFill>
                <a:srgbClr val="FF0000"/>
              </a:solidFill>
              <a:latin typeface="Times New Roman" panose="02020603050405020304" pitchFamily="18" charset="0"/>
              <a:cs typeface="Times New Roman" panose="02020603050405020304" pitchFamily="18" charset="0"/>
            </a:endParaRPr>
          </a:p>
        </p:txBody>
      </p:sp>
      <p:sp>
        <p:nvSpPr>
          <p:cNvPr id="3" name="Content Placeholder 2">
            <a:extLst>
              <a:ext uri="{FF2B5EF4-FFF2-40B4-BE49-F238E27FC236}">
                <a16:creationId xmlns="" xmlns:a16="http://schemas.microsoft.com/office/drawing/2014/main" id="{0ADD5FBC-5071-E915-CE22-C98710521855}"/>
              </a:ext>
            </a:extLst>
          </p:cNvPr>
          <p:cNvSpPr>
            <a:spLocks noGrp="1"/>
          </p:cNvSpPr>
          <p:nvPr>
            <p:ph idx="1"/>
          </p:nvPr>
        </p:nvSpPr>
        <p:spPr>
          <a:xfrm>
            <a:off x="838200" y="1825624"/>
            <a:ext cx="10515600" cy="4453255"/>
          </a:xfrm>
        </p:spPr>
        <p:txBody>
          <a:bodyPr>
            <a:normAutofit lnSpcReduction="10000"/>
          </a:bodyPr>
          <a:lstStyle/>
          <a:p>
            <a:pPr>
              <a:buFont typeface="Arial" panose="020B0604020202020204" pitchFamily="34" charset="0"/>
              <a:buChar char="•"/>
            </a:pPr>
            <a:r>
              <a:rPr lang="en-US" dirty="0">
                <a:latin typeface="Times New Roman" panose="02020603050405020304" pitchFamily="18" charset="0"/>
                <a:cs typeface="Times New Roman" panose="02020603050405020304" pitchFamily="18" charset="0"/>
              </a:rPr>
              <a:t> In the context of Natural Language Processing (NLP) and text processing, regular expressions play a fundamental role in: Searching for specific patterns in text data (e.g., email addresses, phone numbers, dates).</a:t>
            </a:r>
          </a:p>
          <a:p>
            <a:pPr>
              <a:buFont typeface="Arial" panose="020B0604020202020204" pitchFamily="34" charset="0"/>
              <a:buChar char="•"/>
            </a:pPr>
            <a:r>
              <a:rPr lang="en-US" dirty="0">
                <a:latin typeface="Times New Roman" panose="02020603050405020304" pitchFamily="18" charset="0"/>
                <a:cs typeface="Times New Roman" panose="02020603050405020304" pitchFamily="18" charset="0"/>
              </a:rPr>
              <a:t>Extracting information (e.g., extracting hashtags or mentions from social media text).</a:t>
            </a:r>
          </a:p>
          <a:p>
            <a:pPr>
              <a:buFont typeface="Arial" panose="020B0604020202020204" pitchFamily="34" charset="0"/>
              <a:buChar char="•"/>
            </a:pPr>
            <a:r>
              <a:rPr lang="en-US" dirty="0">
                <a:latin typeface="Times New Roman" panose="02020603050405020304" pitchFamily="18" charset="0"/>
                <a:cs typeface="Times New Roman" panose="02020603050405020304" pitchFamily="18" charset="0"/>
              </a:rPr>
              <a:t>Cleaning and preprocessing text by removing or replacing specific patterns.</a:t>
            </a:r>
          </a:p>
          <a:p>
            <a:pPr>
              <a:buFont typeface="Arial" panose="020B0604020202020204" pitchFamily="34" charset="0"/>
              <a:buChar char="•"/>
            </a:pPr>
            <a:r>
              <a:rPr lang="en-US" dirty="0">
                <a:latin typeface="Times New Roman" panose="02020603050405020304" pitchFamily="18" charset="0"/>
                <a:cs typeface="Times New Roman" panose="02020603050405020304" pitchFamily="18" charset="0"/>
              </a:rPr>
              <a:t>Tokenization, which involves splitting text into words or sentences using regex patterns.</a:t>
            </a:r>
          </a:p>
          <a:p>
            <a:pPr>
              <a:buFont typeface="Arial" panose="020B0604020202020204" pitchFamily="34" charset="0"/>
              <a:buChar char="•"/>
            </a:pPr>
            <a:r>
              <a:rPr lang="en-US">
                <a:latin typeface="Times New Roman" panose="02020603050405020304" pitchFamily="18" charset="0"/>
                <a:cs typeface="Times New Roman" panose="02020603050405020304" pitchFamily="18" charset="0"/>
              </a:rPr>
              <a:t>Web scraping</a:t>
            </a:r>
            <a:endParaRPr lang="en-US" dirty="0">
              <a:latin typeface="Times New Roman" panose="02020603050405020304" pitchFamily="18" charset="0"/>
              <a:cs typeface="Times New Roman" panose="02020603050405020304" pitchFamily="18" charset="0"/>
            </a:endParaRPr>
          </a:p>
          <a:p>
            <a:endParaRPr lang="en-IN" dirty="0">
              <a:latin typeface="Times New Roman" panose="02020603050405020304" pitchFamily="18" charset="0"/>
              <a:cs typeface="Times New Roman" panose="02020603050405020304" pitchFamily="18" charset="0"/>
            </a:endParaRPr>
          </a:p>
        </p:txBody>
      </p:sp>
      <p:sp>
        <p:nvSpPr>
          <p:cNvPr id="5" name="Slide Number Placeholder 4"/>
          <p:cNvSpPr>
            <a:spLocks noGrp="1"/>
          </p:cNvSpPr>
          <p:nvPr>
            <p:ph type="sldNum" sz="quarter" idx="12"/>
          </p:nvPr>
        </p:nvSpPr>
        <p:spPr/>
        <p:txBody>
          <a:bodyPr/>
          <a:lstStyle/>
          <a:p>
            <a:fld id="{F3D57A2A-32B0-4562-8BA3-11F0795B7757}" type="slidenum">
              <a:rPr lang="en-IN" smtClean="0"/>
              <a:pPr/>
              <a:t>4</a:t>
            </a:fld>
            <a:endParaRPr lang="en-IN"/>
          </a:p>
        </p:txBody>
      </p:sp>
      <p:sp>
        <p:nvSpPr>
          <p:cNvPr id="6" name="Footer Placeholder 5"/>
          <p:cNvSpPr>
            <a:spLocks noGrp="1"/>
          </p:cNvSpPr>
          <p:nvPr>
            <p:ph type="ftr" sz="quarter" idx="11"/>
          </p:nvPr>
        </p:nvSpPr>
        <p:spPr/>
        <p:txBody>
          <a:bodyPr/>
          <a:lstStyle/>
          <a:p>
            <a:r>
              <a:rPr lang="en-IN" smtClean="0"/>
              <a:t>shalini shrotriya</a:t>
            </a:r>
            <a:endParaRPr lang="en-IN"/>
          </a:p>
        </p:txBody>
      </p:sp>
    </p:spTree>
    <p:extLst>
      <p:ext uri="{BB962C8B-B14F-4D97-AF65-F5344CB8AC3E}">
        <p14:creationId xmlns="" xmlns:p14="http://schemas.microsoft.com/office/powerpoint/2010/main" val="2408012860"/>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 xmlns:a16="http://schemas.microsoft.com/office/drawing/2014/main" id="{336EA5B5-DBCF-FEA0-536C-144A23580E69}"/>
              </a:ext>
            </a:extLst>
          </p:cNvPr>
          <p:cNvSpPr>
            <a:spLocks noGrp="1"/>
          </p:cNvSpPr>
          <p:nvPr>
            <p:ph type="title"/>
          </p:nvPr>
        </p:nvSpPr>
        <p:spPr/>
        <p:txBody>
          <a:bodyPr/>
          <a:lstStyle/>
          <a:p>
            <a:r>
              <a:rPr lang="en-IN" b="1" dirty="0">
                <a:solidFill>
                  <a:srgbClr val="FF0000"/>
                </a:solidFill>
                <a:latin typeface="Times New Roman" panose="02020603050405020304" pitchFamily="18" charset="0"/>
                <a:cs typeface="Times New Roman" panose="02020603050405020304" pitchFamily="18" charset="0"/>
              </a:rPr>
              <a:t>Regex Syntax and Metacharacters:</a:t>
            </a:r>
            <a:endParaRPr lang="en-IN" dirty="0">
              <a:solidFill>
                <a:srgbClr val="FF0000"/>
              </a:solidFill>
              <a:latin typeface="Times New Roman" panose="02020603050405020304" pitchFamily="18" charset="0"/>
              <a:cs typeface="Times New Roman" panose="02020603050405020304" pitchFamily="18" charset="0"/>
            </a:endParaRPr>
          </a:p>
        </p:txBody>
      </p:sp>
      <p:sp>
        <p:nvSpPr>
          <p:cNvPr id="3" name="Content Placeholder 2">
            <a:extLst>
              <a:ext uri="{FF2B5EF4-FFF2-40B4-BE49-F238E27FC236}">
                <a16:creationId xmlns="" xmlns:a16="http://schemas.microsoft.com/office/drawing/2014/main" id="{59B1A627-CCB2-1840-F067-A03D711818BD}"/>
              </a:ext>
            </a:extLst>
          </p:cNvPr>
          <p:cNvSpPr>
            <a:spLocks noGrp="1"/>
          </p:cNvSpPr>
          <p:nvPr>
            <p:ph idx="1"/>
          </p:nvPr>
        </p:nvSpPr>
        <p:spPr>
          <a:xfrm flipV="1">
            <a:off x="838200" y="66040"/>
            <a:ext cx="9069705" cy="68620"/>
          </a:xfrm>
        </p:spPr>
        <p:txBody>
          <a:bodyPr>
            <a:normAutofit fontScale="25000" lnSpcReduction="20000"/>
          </a:bodyPr>
          <a:lstStyle/>
          <a:p>
            <a:r>
              <a:rPr lang="en-US" dirty="0"/>
              <a:t>  </a:t>
            </a:r>
          </a:p>
          <a:p>
            <a:endParaRPr lang="en-US" dirty="0"/>
          </a:p>
          <a:p>
            <a:endParaRPr lang="en-US" dirty="0"/>
          </a:p>
          <a:p>
            <a:endParaRPr lang="en-IN" dirty="0"/>
          </a:p>
        </p:txBody>
      </p:sp>
      <p:sp>
        <p:nvSpPr>
          <p:cNvPr id="7" name="Rectangle 4">
            <a:extLst>
              <a:ext uri="{FF2B5EF4-FFF2-40B4-BE49-F238E27FC236}">
                <a16:creationId xmlns="" xmlns:a16="http://schemas.microsoft.com/office/drawing/2014/main" id="{A8F4A2C3-844E-2CA7-AEC0-C5C0F1F3CCA1}"/>
              </a:ext>
            </a:extLst>
          </p:cNvPr>
          <p:cNvSpPr>
            <a:spLocks noChangeArrowheads="1"/>
          </p:cNvSpPr>
          <p:nvPr/>
        </p:nvSpPr>
        <p:spPr bwMode="auto">
          <a:xfrm>
            <a:off x="0" y="1147465"/>
            <a:ext cx="10149840" cy="5262979"/>
          </a:xfrm>
          <a:prstGeom prst="rect">
            <a:avLst/>
          </a:prstGeom>
          <a:noFill/>
          <a:ln>
            <a:noFill/>
          </a:ln>
          <a:effectLst/>
          <a:extLst>
            <a:ext uri="{909E8E84-426E-40DD-AFC4-6F175D3DCCD1}">
              <a14:hiddenFill xmlns="" xmlns:a14="http://schemas.microsoft.com/office/drawing/2010/main">
                <a:solidFill>
                  <a:schemeClr val="accent1"/>
                </a:solidFill>
              </a14:hiddenFill>
            </a:ext>
            <a:ext uri="{91240B29-F687-4F45-9708-019B960494DF}">
              <a14:hiddenLine xmlns="" xmlns:a14="http://schemas.microsoft.com/office/drawing/2010/main" w="9525">
                <a:solidFill>
                  <a:schemeClr val="tx1"/>
                </a:solidFill>
                <a:miter lim="800000"/>
                <a:headEnd/>
                <a:tailEnd/>
              </a14:hiddenLine>
            </a:ext>
            <a:ext uri="{AF507438-7753-43E0-B8FC-AC1667EBCBE1}">
              <a14:hiddenEffects xmln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marL="0" marR="0" lvl="0" indent="0" algn="l" defTabSz="914400" rtl="0" eaLnBrk="0" fontAlgn="base" latinLnBrk="0" hangingPunct="0">
              <a:lnSpc>
                <a:spcPct val="100000"/>
              </a:lnSpc>
              <a:spcBef>
                <a:spcPct val="0"/>
              </a:spcBef>
              <a:spcAft>
                <a:spcPct val="0"/>
              </a:spcAft>
              <a:buClrTx/>
              <a:buSzTx/>
              <a:buFontTx/>
              <a:buNone/>
              <a:tabLst/>
            </a:pPr>
            <a:endParaRPr kumimoji="0" lang="en-US" altLang="en-US" sz="24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endParaRP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24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Regular expressions are built using a combination of regular characters and special metacharacters that have special meanings.</a:t>
            </a: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24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Some common metacharacters include:</a:t>
            </a:r>
          </a:p>
          <a:p>
            <a:pPr marL="457200" marR="0" lvl="1" indent="0" algn="l" defTabSz="914400" rtl="0" eaLnBrk="0" fontAlgn="base" latinLnBrk="0" hangingPunct="0">
              <a:lnSpc>
                <a:spcPct val="100000"/>
              </a:lnSpc>
              <a:spcBef>
                <a:spcPct val="0"/>
              </a:spcBef>
              <a:spcAft>
                <a:spcPct val="0"/>
              </a:spcAft>
              <a:buClrTx/>
              <a:buSzTx/>
              <a:buFontTx/>
              <a:buChar char="•"/>
              <a:tabLst/>
            </a:pPr>
            <a:r>
              <a:rPr kumimoji="0" lang="en-US" altLang="en-US" sz="24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  . (dot) - Matches any single character.</a:t>
            </a:r>
          </a:p>
          <a:p>
            <a:pPr marL="457200" marR="0" lvl="1" indent="0" algn="l" defTabSz="914400" rtl="0" eaLnBrk="0" fontAlgn="base" latinLnBrk="0" hangingPunct="0">
              <a:lnSpc>
                <a:spcPct val="100000"/>
              </a:lnSpc>
              <a:spcBef>
                <a:spcPct val="0"/>
              </a:spcBef>
              <a:spcAft>
                <a:spcPct val="0"/>
              </a:spcAft>
              <a:buClrTx/>
              <a:buSzTx/>
              <a:buFontTx/>
              <a:buChar char="•"/>
              <a:tabLst/>
            </a:pPr>
            <a:r>
              <a:rPr kumimoji="0" lang="en-US" altLang="en-US" sz="24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  * (asterisk) - Matches zero or more occurrences of the preceding character.</a:t>
            </a:r>
          </a:p>
          <a:p>
            <a:pPr marL="457200" marR="0" lvl="1" indent="0" algn="l" defTabSz="914400" rtl="0" eaLnBrk="0" fontAlgn="base" latinLnBrk="0" hangingPunct="0">
              <a:lnSpc>
                <a:spcPct val="100000"/>
              </a:lnSpc>
              <a:spcBef>
                <a:spcPct val="0"/>
              </a:spcBef>
              <a:spcAft>
                <a:spcPct val="0"/>
              </a:spcAft>
              <a:buClrTx/>
              <a:buSzTx/>
              <a:buFontTx/>
              <a:buChar char="•"/>
              <a:tabLst/>
            </a:pPr>
            <a:r>
              <a:rPr kumimoji="0" lang="en-US" altLang="en-US" sz="24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  + (plus) - Matches one or more occurrences of the preceding character.</a:t>
            </a:r>
          </a:p>
          <a:p>
            <a:pPr marL="457200" marR="0" lvl="1" indent="0" algn="l" defTabSz="914400" rtl="0" eaLnBrk="0" fontAlgn="base" latinLnBrk="0" hangingPunct="0">
              <a:lnSpc>
                <a:spcPct val="100000"/>
              </a:lnSpc>
              <a:spcBef>
                <a:spcPct val="0"/>
              </a:spcBef>
              <a:spcAft>
                <a:spcPct val="0"/>
              </a:spcAft>
              <a:buClrTx/>
              <a:buSzTx/>
              <a:buFontTx/>
              <a:buChar char="•"/>
              <a:tabLst/>
            </a:pPr>
            <a:r>
              <a:rPr kumimoji="0" lang="en-US" altLang="en-US" sz="24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  ? (question mark) - Matches zero or one occurrence of the preceding character.</a:t>
            </a:r>
          </a:p>
          <a:p>
            <a:pPr marL="457200" marR="0" lvl="1" indent="0" algn="l" defTabSz="914400" rtl="0" eaLnBrk="0" fontAlgn="base" latinLnBrk="0" hangingPunct="0">
              <a:lnSpc>
                <a:spcPct val="100000"/>
              </a:lnSpc>
              <a:spcBef>
                <a:spcPct val="0"/>
              </a:spcBef>
              <a:spcAft>
                <a:spcPct val="0"/>
              </a:spcAft>
              <a:buClrTx/>
              <a:buSzTx/>
              <a:buFontTx/>
              <a:buChar char="•"/>
              <a:tabLst/>
            </a:pPr>
            <a:r>
              <a:rPr kumimoji="0" lang="en-US" altLang="en-US" sz="24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  [] (square brackets) - Defines a character class to match any one of the characters inside.</a:t>
            </a:r>
          </a:p>
          <a:p>
            <a:pPr marL="457200" marR="0" lvl="1" indent="0" algn="l" defTabSz="914400" rtl="0" eaLnBrk="0" fontAlgn="base" latinLnBrk="0" hangingPunct="0">
              <a:lnSpc>
                <a:spcPct val="100000"/>
              </a:lnSpc>
              <a:spcBef>
                <a:spcPct val="0"/>
              </a:spcBef>
              <a:spcAft>
                <a:spcPct val="0"/>
              </a:spcAft>
              <a:buClrTx/>
              <a:buSzTx/>
              <a:buFontTx/>
              <a:buChar char="•"/>
              <a:tabLst/>
            </a:pPr>
            <a:r>
              <a:rPr kumimoji="0" lang="en-US" altLang="en-US" sz="2400" b="0" i="0" u="none" strike="noStrike" cap="none" normalizeH="0" baseline="0">
                <a:ln>
                  <a:noFill/>
                </a:ln>
                <a:solidFill>
                  <a:schemeClr val="tx1"/>
                </a:solidFill>
                <a:effectLst/>
                <a:latin typeface="Times New Roman" panose="02020603050405020304" pitchFamily="18" charset="0"/>
                <a:cs typeface="Times New Roman" panose="02020603050405020304" pitchFamily="18" charset="0"/>
              </a:rPr>
              <a:t> () </a:t>
            </a:r>
            <a:r>
              <a:rPr kumimoji="0" lang="en-US" altLang="en-US" sz="24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(round brackets) - Groups characters together to apply operators like *, +, or ? to the entire group.</a:t>
            </a:r>
          </a:p>
          <a:p>
            <a:pPr marL="0" marR="0" lvl="0" indent="0" algn="l" defTabSz="914400" rtl="0" eaLnBrk="0" fontAlgn="base" latinLnBrk="0" hangingPunct="0">
              <a:lnSpc>
                <a:spcPct val="100000"/>
              </a:lnSpc>
              <a:spcBef>
                <a:spcPct val="0"/>
              </a:spcBef>
              <a:spcAft>
                <a:spcPct val="0"/>
              </a:spcAft>
              <a:buClrTx/>
              <a:buSzTx/>
              <a:buFontTx/>
              <a:buNone/>
              <a:tabLst/>
            </a:pPr>
            <a:endParaRPr kumimoji="0" lang="en-US" altLang="en-US" sz="24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endParaRPr>
          </a:p>
        </p:txBody>
      </p:sp>
      <p:sp>
        <p:nvSpPr>
          <p:cNvPr id="6" name="Slide Number Placeholder 5"/>
          <p:cNvSpPr>
            <a:spLocks noGrp="1"/>
          </p:cNvSpPr>
          <p:nvPr>
            <p:ph type="sldNum" sz="quarter" idx="12"/>
          </p:nvPr>
        </p:nvSpPr>
        <p:spPr/>
        <p:txBody>
          <a:bodyPr/>
          <a:lstStyle/>
          <a:p>
            <a:fld id="{F3D57A2A-32B0-4562-8BA3-11F0795B7757}" type="slidenum">
              <a:rPr lang="en-IN" smtClean="0"/>
              <a:pPr/>
              <a:t>5</a:t>
            </a:fld>
            <a:endParaRPr lang="en-IN"/>
          </a:p>
        </p:txBody>
      </p:sp>
      <p:sp>
        <p:nvSpPr>
          <p:cNvPr id="8" name="Footer Placeholder 7"/>
          <p:cNvSpPr>
            <a:spLocks noGrp="1"/>
          </p:cNvSpPr>
          <p:nvPr>
            <p:ph type="ftr" sz="quarter" idx="11"/>
          </p:nvPr>
        </p:nvSpPr>
        <p:spPr/>
        <p:txBody>
          <a:bodyPr/>
          <a:lstStyle/>
          <a:p>
            <a:r>
              <a:rPr lang="en-IN" smtClean="0"/>
              <a:t>shalini shrotriya</a:t>
            </a:r>
            <a:endParaRPr lang="en-IN"/>
          </a:p>
        </p:txBody>
      </p:sp>
    </p:spTree>
    <p:extLst>
      <p:ext uri="{BB962C8B-B14F-4D97-AF65-F5344CB8AC3E}">
        <p14:creationId xmlns="" xmlns:p14="http://schemas.microsoft.com/office/powerpoint/2010/main" val="174656590"/>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a:extLst>
              <a:ext uri="{FF2B5EF4-FFF2-40B4-BE49-F238E27FC236}">
                <a16:creationId xmlns="" xmlns:a16="http://schemas.microsoft.com/office/drawing/2014/main" id="{D13F7B7A-5AE5-4E6D-1357-845B65797618}"/>
              </a:ext>
            </a:extLst>
          </p:cNvPr>
          <p:cNvSpPr>
            <a:spLocks noChangeArrowheads="1"/>
          </p:cNvSpPr>
          <p:nvPr/>
        </p:nvSpPr>
        <p:spPr bwMode="auto">
          <a:xfrm>
            <a:off x="1341120" y="1086142"/>
            <a:ext cx="10850880" cy="5632311"/>
          </a:xfrm>
          <a:prstGeom prst="rect">
            <a:avLst/>
          </a:prstGeom>
          <a:noFill/>
          <a:ln>
            <a:noFill/>
          </a:ln>
          <a:effectLst/>
          <a:extLst>
            <a:ext uri="{909E8E84-426E-40DD-AFC4-6F175D3DCCD1}">
              <a14:hiddenFill xmlns="" xmlns:a14="http://schemas.microsoft.com/office/drawing/2010/main">
                <a:solidFill>
                  <a:schemeClr val="accent1"/>
                </a:solidFill>
              </a14:hiddenFill>
            </a:ext>
            <a:ext uri="{91240B29-F687-4F45-9708-019B960494DF}">
              <a14:hiddenLine xmlns="" xmlns:a14="http://schemas.microsoft.com/office/drawing/2010/main" w="9525">
                <a:solidFill>
                  <a:schemeClr val="tx1"/>
                </a:solidFill>
                <a:miter lim="800000"/>
                <a:headEnd/>
                <a:tailEnd/>
              </a14:hiddenLine>
            </a:ext>
            <a:ext uri="{AF507438-7753-43E0-B8FC-AC1667EBCBE1}">
              <a14:hiddenEffects xmln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marL="0" marR="0" lvl="0" indent="0" algn="l" defTabSz="914400" rtl="0" eaLnBrk="0" fontAlgn="base" latinLnBrk="0" hangingPunct="0">
              <a:lnSpc>
                <a:spcPct val="100000"/>
              </a:lnSpc>
              <a:spcBef>
                <a:spcPct val="0"/>
              </a:spcBef>
              <a:spcAft>
                <a:spcPct val="0"/>
              </a:spcAft>
              <a:buClrTx/>
              <a:buSzTx/>
              <a:tabLst/>
            </a:pPr>
            <a:r>
              <a:rPr kumimoji="0" lang="en-US" altLang="en-US" sz="2400" b="1" i="0" u="none" strike="noStrike" cap="none" normalizeH="0" baseline="0" dirty="0">
                <a:ln>
                  <a:noFill/>
                </a:ln>
                <a:solidFill>
                  <a:srgbClr val="FF0000"/>
                </a:solidFill>
                <a:effectLst/>
                <a:latin typeface="Times New Roman" panose="02020603050405020304" pitchFamily="18" charset="0"/>
                <a:cs typeface="Times New Roman" panose="02020603050405020304" pitchFamily="18" charset="0"/>
              </a:rPr>
              <a:t>Regex Examples</a:t>
            </a:r>
            <a:r>
              <a:rPr kumimoji="0" lang="en-US" altLang="en-US" sz="2400" b="1"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a:t>
            </a:r>
            <a:endParaRPr kumimoji="0" lang="en-US" altLang="en-US" sz="24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endParaRP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24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Provide practical examples of regex patterns and their applications:</a:t>
            </a:r>
          </a:p>
          <a:p>
            <a:pPr marL="457200" marR="0" lvl="1" indent="0" algn="l" defTabSz="914400" rtl="0" eaLnBrk="0" fontAlgn="base" latinLnBrk="0" hangingPunct="0">
              <a:lnSpc>
                <a:spcPct val="100000"/>
              </a:lnSpc>
              <a:spcBef>
                <a:spcPct val="0"/>
              </a:spcBef>
              <a:spcAft>
                <a:spcPct val="0"/>
              </a:spcAft>
              <a:buClrTx/>
              <a:buSzTx/>
              <a:buFontTx/>
              <a:buChar char="•"/>
              <a:tabLst/>
            </a:pPr>
            <a:r>
              <a:rPr kumimoji="0" lang="en-US" altLang="en-US" sz="24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Matching email addresses: [a-zA-Z0-9._%+-]+@[a-zA-Z0-9.-]+\.[a-</a:t>
            </a:r>
            <a:r>
              <a:rPr kumimoji="0" lang="en-US" altLang="en-US" sz="2400" b="0" i="0" u="none" strike="noStrike" cap="none" normalizeH="0" baseline="0" dirty="0" err="1">
                <a:ln>
                  <a:noFill/>
                </a:ln>
                <a:solidFill>
                  <a:schemeClr val="tx1"/>
                </a:solidFill>
                <a:effectLst/>
                <a:latin typeface="Times New Roman" panose="02020603050405020304" pitchFamily="18" charset="0"/>
                <a:cs typeface="Times New Roman" panose="02020603050405020304" pitchFamily="18" charset="0"/>
              </a:rPr>
              <a:t>zA</a:t>
            </a:r>
            <a:r>
              <a:rPr kumimoji="0" lang="en-US" altLang="en-US" sz="24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-Z]{2,}</a:t>
            </a:r>
          </a:p>
          <a:p>
            <a:pPr marL="457200" marR="0" lvl="1" indent="0" algn="l" defTabSz="914400" rtl="0" eaLnBrk="0" fontAlgn="base" latinLnBrk="0" hangingPunct="0">
              <a:lnSpc>
                <a:spcPct val="100000"/>
              </a:lnSpc>
              <a:spcBef>
                <a:spcPct val="0"/>
              </a:spcBef>
              <a:spcAft>
                <a:spcPct val="0"/>
              </a:spcAft>
              <a:buClrTx/>
              <a:buSzTx/>
              <a:buFontTx/>
              <a:buChar char="•"/>
              <a:tabLst/>
            </a:pPr>
            <a:r>
              <a:rPr kumimoji="0" lang="en-US" altLang="en-US" sz="24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Extracting hashtags from social media text: #\w+</a:t>
            </a:r>
          </a:p>
          <a:p>
            <a:pPr marL="457200" marR="0" lvl="1" indent="0" algn="l" defTabSz="914400" rtl="0" eaLnBrk="0" fontAlgn="base" latinLnBrk="0" hangingPunct="0">
              <a:lnSpc>
                <a:spcPct val="100000"/>
              </a:lnSpc>
              <a:spcBef>
                <a:spcPct val="0"/>
              </a:spcBef>
              <a:spcAft>
                <a:spcPct val="0"/>
              </a:spcAft>
              <a:buClrTx/>
              <a:buSzTx/>
              <a:buFontTx/>
              <a:buChar char="•"/>
              <a:tabLst/>
            </a:pPr>
            <a:r>
              <a:rPr kumimoji="0" lang="en-US" altLang="en-US" sz="24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Tokenizing text into sentences: [A-Z][^.!?]*[.!?]</a:t>
            </a:r>
          </a:p>
          <a:p>
            <a:pPr marL="0" marR="0" lvl="0" indent="0" algn="l" defTabSz="914400" rtl="0" eaLnBrk="0" fontAlgn="base" latinLnBrk="0" hangingPunct="0">
              <a:lnSpc>
                <a:spcPct val="100000"/>
              </a:lnSpc>
              <a:spcBef>
                <a:spcPct val="0"/>
              </a:spcBef>
              <a:spcAft>
                <a:spcPct val="0"/>
              </a:spcAft>
              <a:buClrTx/>
              <a:buSzTx/>
              <a:tabLst/>
            </a:pPr>
            <a:r>
              <a:rPr kumimoji="0" lang="en-US" altLang="en-US" sz="2400" b="1" i="0" u="none" strike="noStrike" cap="none" normalizeH="0" baseline="0" dirty="0">
                <a:ln>
                  <a:noFill/>
                </a:ln>
                <a:solidFill>
                  <a:srgbClr val="FF0000"/>
                </a:solidFill>
                <a:effectLst/>
                <a:latin typeface="Times New Roman" panose="02020603050405020304" pitchFamily="18" charset="0"/>
                <a:cs typeface="Times New Roman" panose="02020603050405020304" pitchFamily="18" charset="0"/>
              </a:rPr>
              <a:t>Regex Resources</a:t>
            </a:r>
            <a:r>
              <a:rPr kumimoji="0" lang="en-US" altLang="en-US" sz="2400" b="1"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a:t>
            </a:r>
            <a:endParaRPr kumimoji="0" lang="en-US" altLang="en-US" sz="24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endParaRP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24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There are numerous online resources and regex testing tools available that can help you learn and experiment with regular expressions.</a:t>
            </a: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24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Popular regex libraries and functions exist in many programming languages (e.g., Python's re module) to apply regex patterns in your code.</a:t>
            </a:r>
          </a:p>
          <a:p>
            <a:pPr marL="0" marR="0" lvl="0" indent="0" algn="l" defTabSz="914400" rtl="0" eaLnBrk="0" fontAlgn="base" latinLnBrk="0" hangingPunct="0">
              <a:lnSpc>
                <a:spcPct val="100000"/>
              </a:lnSpc>
              <a:spcBef>
                <a:spcPct val="0"/>
              </a:spcBef>
              <a:spcAft>
                <a:spcPct val="0"/>
              </a:spcAft>
              <a:buClrTx/>
              <a:buSzTx/>
              <a:tabLst/>
            </a:pPr>
            <a:r>
              <a:rPr kumimoji="0" lang="en-US" altLang="en-US" sz="2400" b="1" i="0" u="none" strike="noStrike" cap="none" normalizeH="0" baseline="0" dirty="0">
                <a:ln>
                  <a:noFill/>
                </a:ln>
                <a:solidFill>
                  <a:srgbClr val="FF0000"/>
                </a:solidFill>
                <a:effectLst/>
                <a:latin typeface="Times New Roman" panose="02020603050405020304" pitchFamily="18" charset="0"/>
                <a:cs typeface="Times New Roman" panose="02020603050405020304" pitchFamily="18" charset="0"/>
              </a:rPr>
              <a:t>Applications in NLP</a:t>
            </a:r>
            <a:r>
              <a:rPr kumimoji="0" lang="en-US" altLang="en-US" sz="2400" b="1"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a:t>
            </a:r>
            <a:endParaRPr kumimoji="0" lang="en-US" altLang="en-US" sz="24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endParaRP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24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Regular expressions are used in NLP for various tasks like text cleaning, tokenization, entity recognition, and more.</a:t>
            </a: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24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They are particularly valuable when dealing with unstructured text data.</a:t>
            </a:r>
          </a:p>
          <a:p>
            <a:pPr marL="0" marR="0" lvl="0" indent="0" algn="l" defTabSz="914400" rtl="0" eaLnBrk="0" fontAlgn="base" latinLnBrk="0" hangingPunct="0">
              <a:lnSpc>
                <a:spcPct val="100000"/>
              </a:lnSpc>
              <a:spcBef>
                <a:spcPct val="0"/>
              </a:spcBef>
              <a:spcAft>
                <a:spcPct val="0"/>
              </a:spcAft>
              <a:buClrTx/>
              <a:buSzTx/>
              <a:buFontTx/>
              <a:buNone/>
              <a:tabLst/>
            </a:pPr>
            <a:endParaRPr kumimoji="0" lang="en-US" altLang="en-US" sz="24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endParaRPr>
          </a:p>
        </p:txBody>
      </p:sp>
      <p:sp>
        <p:nvSpPr>
          <p:cNvPr id="4" name="Slide Number Placeholder 3"/>
          <p:cNvSpPr>
            <a:spLocks noGrp="1"/>
          </p:cNvSpPr>
          <p:nvPr>
            <p:ph type="sldNum" sz="quarter" idx="12"/>
          </p:nvPr>
        </p:nvSpPr>
        <p:spPr/>
        <p:txBody>
          <a:bodyPr/>
          <a:lstStyle/>
          <a:p>
            <a:fld id="{F3D57A2A-32B0-4562-8BA3-11F0795B7757}" type="slidenum">
              <a:rPr lang="en-IN" smtClean="0"/>
              <a:pPr/>
              <a:t>6</a:t>
            </a:fld>
            <a:endParaRPr lang="en-IN"/>
          </a:p>
        </p:txBody>
      </p:sp>
      <p:sp>
        <p:nvSpPr>
          <p:cNvPr id="5" name="Footer Placeholder 4"/>
          <p:cNvSpPr>
            <a:spLocks noGrp="1"/>
          </p:cNvSpPr>
          <p:nvPr>
            <p:ph type="ftr" sz="quarter" idx="11"/>
          </p:nvPr>
        </p:nvSpPr>
        <p:spPr/>
        <p:txBody>
          <a:bodyPr/>
          <a:lstStyle/>
          <a:p>
            <a:r>
              <a:rPr lang="en-IN" smtClean="0"/>
              <a:t>shalini shrotriya</a:t>
            </a:r>
            <a:endParaRPr lang="en-IN"/>
          </a:p>
        </p:txBody>
      </p:sp>
    </p:spTree>
    <p:extLst>
      <p:ext uri="{BB962C8B-B14F-4D97-AF65-F5344CB8AC3E}">
        <p14:creationId xmlns="" xmlns:p14="http://schemas.microsoft.com/office/powerpoint/2010/main" val="209741429"/>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 xmlns:a16="http://schemas.microsoft.com/office/drawing/2014/main" id="{83B75110-E3CE-D02B-B4F5-46FB83F512CC}"/>
              </a:ext>
            </a:extLst>
          </p:cNvPr>
          <p:cNvSpPr>
            <a:spLocks noGrp="1"/>
          </p:cNvSpPr>
          <p:nvPr>
            <p:ph type="title"/>
          </p:nvPr>
        </p:nvSpPr>
        <p:spPr/>
        <p:txBody>
          <a:bodyPr/>
          <a:lstStyle/>
          <a:p>
            <a:r>
              <a:rPr lang="en-IN" b="1" dirty="0">
                <a:solidFill>
                  <a:srgbClr val="FF0000"/>
                </a:solidFill>
                <a:latin typeface="Times New Roman" panose="02020603050405020304" pitchFamily="18" charset="0"/>
                <a:cs typeface="Times New Roman" panose="02020603050405020304" pitchFamily="18" charset="0"/>
              </a:rPr>
              <a:t>Data Preprocessing in NLP</a:t>
            </a:r>
            <a:endParaRPr lang="en-IN" dirty="0">
              <a:solidFill>
                <a:srgbClr val="FF0000"/>
              </a:solidFill>
              <a:latin typeface="Times New Roman" panose="02020603050405020304" pitchFamily="18" charset="0"/>
              <a:cs typeface="Times New Roman" panose="02020603050405020304" pitchFamily="18" charset="0"/>
            </a:endParaRPr>
          </a:p>
        </p:txBody>
      </p:sp>
      <p:sp>
        <p:nvSpPr>
          <p:cNvPr id="3" name="Content Placeholder 2">
            <a:extLst>
              <a:ext uri="{FF2B5EF4-FFF2-40B4-BE49-F238E27FC236}">
                <a16:creationId xmlns="" xmlns:a16="http://schemas.microsoft.com/office/drawing/2014/main" id="{7E62E33E-55E1-EFFE-7704-54BD0190A773}"/>
              </a:ext>
            </a:extLst>
          </p:cNvPr>
          <p:cNvSpPr>
            <a:spLocks noGrp="1"/>
          </p:cNvSpPr>
          <p:nvPr>
            <p:ph idx="1"/>
          </p:nvPr>
        </p:nvSpPr>
        <p:spPr>
          <a:xfrm>
            <a:off x="838200" y="1687582"/>
            <a:ext cx="10270236" cy="238790"/>
          </a:xfrm>
        </p:spPr>
        <p:txBody>
          <a:bodyPr>
            <a:normAutofit fontScale="55000" lnSpcReduction="20000"/>
          </a:bodyPr>
          <a:lstStyle/>
          <a:p>
            <a:r>
              <a:rPr lang="en-US" sz="2400" dirty="0"/>
              <a:t> </a:t>
            </a:r>
            <a:endParaRPr lang="en-IN" sz="2400" dirty="0"/>
          </a:p>
        </p:txBody>
      </p:sp>
      <p:sp>
        <p:nvSpPr>
          <p:cNvPr id="4" name="Rectangle 1">
            <a:extLst>
              <a:ext uri="{FF2B5EF4-FFF2-40B4-BE49-F238E27FC236}">
                <a16:creationId xmlns="" xmlns:a16="http://schemas.microsoft.com/office/drawing/2014/main" id="{057F85B6-BA36-4401-C4AE-049F81B96DA2}"/>
              </a:ext>
            </a:extLst>
          </p:cNvPr>
          <p:cNvSpPr>
            <a:spLocks noChangeArrowheads="1"/>
          </p:cNvSpPr>
          <p:nvPr/>
        </p:nvSpPr>
        <p:spPr bwMode="auto">
          <a:xfrm>
            <a:off x="0" y="2167880"/>
            <a:ext cx="11907520" cy="3416320"/>
          </a:xfrm>
          <a:prstGeom prst="rect">
            <a:avLst/>
          </a:prstGeom>
          <a:noFill/>
          <a:ln>
            <a:noFill/>
          </a:ln>
          <a:effectLst/>
          <a:extLst>
            <a:ext uri="{909E8E84-426E-40DD-AFC4-6F175D3DCCD1}">
              <a14:hiddenFill xmlns="" xmlns:a14="http://schemas.microsoft.com/office/drawing/2010/main">
                <a:solidFill>
                  <a:schemeClr val="accent1"/>
                </a:solidFill>
              </a14:hiddenFill>
            </a:ext>
            <a:ext uri="{91240B29-F687-4F45-9708-019B960494DF}">
              <a14:hiddenLine xmlns="" xmlns:a14="http://schemas.microsoft.com/office/drawing/2010/main" w="9525">
                <a:solidFill>
                  <a:schemeClr val="tx1"/>
                </a:solidFill>
                <a:miter lim="800000"/>
                <a:headEnd/>
                <a:tailEnd/>
              </a14:hiddenLine>
            </a:ext>
            <a:ext uri="{AF507438-7753-43E0-B8FC-AC1667EBCBE1}">
              <a14:hiddenEffects xmln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marL="0" marR="0" lvl="0" indent="0" algn="l" defTabSz="914400" rtl="0" eaLnBrk="0" fontAlgn="base" latinLnBrk="0" hangingPunct="0">
              <a:lnSpc>
                <a:spcPct val="100000"/>
              </a:lnSpc>
              <a:spcBef>
                <a:spcPct val="0"/>
              </a:spcBef>
              <a:spcAft>
                <a:spcPct val="0"/>
              </a:spcAft>
              <a:buClrTx/>
              <a:buSzTx/>
              <a:tabLst/>
            </a:pPr>
            <a:r>
              <a:rPr kumimoji="0" lang="en-US" altLang="en-US" sz="2400" b="1" i="0" u="none" strike="noStrike" cap="none" normalizeH="0" baseline="0" dirty="0">
                <a:ln>
                  <a:noFill/>
                </a:ln>
                <a:solidFill>
                  <a:srgbClr val="FF0000"/>
                </a:solidFill>
                <a:effectLst/>
                <a:latin typeface="Times New Roman" panose="02020603050405020304" pitchFamily="18" charset="0"/>
                <a:cs typeface="Times New Roman" panose="02020603050405020304" pitchFamily="18" charset="0"/>
              </a:rPr>
              <a:t>Importance of Data Preprocessing:</a:t>
            </a:r>
          </a:p>
          <a:p>
            <a:pPr marL="0" marR="0" lvl="0" indent="0" algn="l" defTabSz="914400" rtl="0" eaLnBrk="0" fontAlgn="base" latinLnBrk="0" hangingPunct="0">
              <a:lnSpc>
                <a:spcPct val="100000"/>
              </a:lnSpc>
              <a:spcBef>
                <a:spcPct val="0"/>
              </a:spcBef>
              <a:spcAft>
                <a:spcPct val="0"/>
              </a:spcAft>
              <a:buClrTx/>
              <a:buSzTx/>
              <a:tabLst/>
            </a:pPr>
            <a:endParaRPr lang="en-US" altLang="en-US" sz="2400" b="1" dirty="0">
              <a:latin typeface="Times New Roman" panose="02020603050405020304" pitchFamily="18" charset="0"/>
              <a:cs typeface="Times New Roman" panose="02020603050405020304" pitchFamily="18" charset="0"/>
            </a:endParaRPr>
          </a:p>
          <a:p>
            <a:pPr marL="0" marR="0" lvl="0" indent="0" algn="l" defTabSz="914400" rtl="0" eaLnBrk="0" fontAlgn="base" latinLnBrk="0" hangingPunct="0">
              <a:lnSpc>
                <a:spcPct val="100000"/>
              </a:lnSpc>
              <a:spcBef>
                <a:spcPct val="0"/>
              </a:spcBef>
              <a:spcAft>
                <a:spcPct val="0"/>
              </a:spcAft>
              <a:buClrTx/>
              <a:buSzTx/>
              <a:tabLst/>
            </a:pPr>
            <a:endParaRPr kumimoji="0" lang="en-US" altLang="en-US" sz="2400" b="1"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endParaRPr>
          </a:p>
          <a:p>
            <a:pPr marL="0" marR="0" lvl="0" indent="0" algn="l" defTabSz="914400" rtl="0" eaLnBrk="0" fontAlgn="base" latinLnBrk="0" hangingPunct="0">
              <a:lnSpc>
                <a:spcPct val="100000"/>
              </a:lnSpc>
              <a:spcBef>
                <a:spcPct val="0"/>
              </a:spcBef>
              <a:spcAft>
                <a:spcPct val="0"/>
              </a:spcAft>
              <a:buClrTx/>
              <a:buSzTx/>
              <a:tabLst/>
            </a:pPr>
            <a:endParaRPr kumimoji="0" lang="en-US" altLang="en-US" sz="24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endParaRP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24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Data preprocessing is a fundamental step in Natural Language Processing (NLP) and text analysis.</a:t>
            </a: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24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Its primary purpose is to clean, transform, and prepare raw text data for subsequent analysis and modeling.</a:t>
            </a:r>
          </a:p>
          <a:p>
            <a:pPr marL="0" marR="0" lvl="0" indent="0" algn="l" defTabSz="914400" rtl="0" eaLnBrk="0" fontAlgn="base" latinLnBrk="0" hangingPunct="0">
              <a:lnSpc>
                <a:spcPct val="100000"/>
              </a:lnSpc>
              <a:spcBef>
                <a:spcPct val="0"/>
              </a:spcBef>
              <a:spcAft>
                <a:spcPct val="0"/>
              </a:spcAft>
              <a:buClrTx/>
              <a:buSzTx/>
              <a:buFontTx/>
              <a:buNone/>
              <a:tabLst/>
            </a:pPr>
            <a:endParaRPr kumimoji="0" lang="en-US" altLang="en-US" sz="24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endParaRPr>
          </a:p>
        </p:txBody>
      </p:sp>
      <p:sp>
        <p:nvSpPr>
          <p:cNvPr id="6" name="Slide Number Placeholder 5"/>
          <p:cNvSpPr>
            <a:spLocks noGrp="1"/>
          </p:cNvSpPr>
          <p:nvPr>
            <p:ph type="sldNum" sz="quarter" idx="12"/>
          </p:nvPr>
        </p:nvSpPr>
        <p:spPr/>
        <p:txBody>
          <a:bodyPr/>
          <a:lstStyle/>
          <a:p>
            <a:fld id="{F3D57A2A-32B0-4562-8BA3-11F0795B7757}" type="slidenum">
              <a:rPr lang="en-IN" smtClean="0"/>
              <a:pPr/>
              <a:t>7</a:t>
            </a:fld>
            <a:endParaRPr lang="en-IN"/>
          </a:p>
        </p:txBody>
      </p:sp>
      <p:sp>
        <p:nvSpPr>
          <p:cNvPr id="7" name="Footer Placeholder 6"/>
          <p:cNvSpPr>
            <a:spLocks noGrp="1"/>
          </p:cNvSpPr>
          <p:nvPr>
            <p:ph type="ftr" sz="quarter" idx="11"/>
          </p:nvPr>
        </p:nvSpPr>
        <p:spPr/>
        <p:txBody>
          <a:bodyPr/>
          <a:lstStyle/>
          <a:p>
            <a:r>
              <a:rPr lang="en-IN" smtClean="0"/>
              <a:t>shalini shrotriya</a:t>
            </a:r>
            <a:endParaRPr lang="en-IN"/>
          </a:p>
        </p:txBody>
      </p:sp>
    </p:spTree>
    <p:extLst>
      <p:ext uri="{BB962C8B-B14F-4D97-AF65-F5344CB8AC3E}">
        <p14:creationId xmlns="" xmlns:p14="http://schemas.microsoft.com/office/powerpoint/2010/main" val="2457789719"/>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 xmlns:a16="http://schemas.microsoft.com/office/drawing/2014/main" id="{8ED4DD66-78E0-5F41-E13C-BB9DA884FFB0}"/>
              </a:ext>
            </a:extLst>
          </p:cNvPr>
          <p:cNvSpPr>
            <a:spLocks noGrp="1"/>
          </p:cNvSpPr>
          <p:nvPr>
            <p:ph type="title"/>
          </p:nvPr>
        </p:nvSpPr>
        <p:spPr/>
        <p:txBody>
          <a:bodyPr/>
          <a:lstStyle/>
          <a:p>
            <a:r>
              <a:rPr lang="en-US" b="1" dirty="0">
                <a:solidFill>
                  <a:srgbClr val="FF0000"/>
                </a:solidFill>
                <a:latin typeface="Times New Roman" panose="02020603050405020304" pitchFamily="18" charset="0"/>
                <a:cs typeface="Times New Roman" panose="02020603050405020304" pitchFamily="18" charset="0"/>
              </a:rPr>
              <a:t>Common Data Preprocessing Steps in NLP:</a:t>
            </a:r>
            <a:endParaRPr lang="en-IN" dirty="0">
              <a:solidFill>
                <a:srgbClr val="FF0000"/>
              </a:solidFill>
              <a:latin typeface="Times New Roman" panose="02020603050405020304" pitchFamily="18" charset="0"/>
              <a:cs typeface="Times New Roman" panose="02020603050405020304" pitchFamily="18" charset="0"/>
            </a:endParaRPr>
          </a:p>
        </p:txBody>
      </p:sp>
      <p:sp>
        <p:nvSpPr>
          <p:cNvPr id="3" name="Content Placeholder 2">
            <a:extLst>
              <a:ext uri="{FF2B5EF4-FFF2-40B4-BE49-F238E27FC236}">
                <a16:creationId xmlns="" xmlns:a16="http://schemas.microsoft.com/office/drawing/2014/main" id="{6FD61DBB-BCAA-6C40-DE61-97F6DA67B8A5}"/>
              </a:ext>
            </a:extLst>
          </p:cNvPr>
          <p:cNvSpPr>
            <a:spLocks noGrp="1"/>
          </p:cNvSpPr>
          <p:nvPr>
            <p:ph idx="1"/>
          </p:nvPr>
        </p:nvSpPr>
        <p:spPr>
          <a:xfrm flipV="1">
            <a:off x="838200" y="1779906"/>
            <a:ext cx="9148572" cy="45719"/>
          </a:xfrm>
        </p:spPr>
        <p:txBody>
          <a:bodyPr>
            <a:normAutofit fontScale="25000" lnSpcReduction="20000"/>
          </a:bodyPr>
          <a:lstStyle/>
          <a:p>
            <a:r>
              <a:rPr lang="en-US" dirty="0"/>
              <a:t> </a:t>
            </a:r>
            <a:endParaRPr lang="en-IN" dirty="0"/>
          </a:p>
        </p:txBody>
      </p:sp>
      <p:sp>
        <p:nvSpPr>
          <p:cNvPr id="4" name="Rectangle 1">
            <a:extLst>
              <a:ext uri="{FF2B5EF4-FFF2-40B4-BE49-F238E27FC236}">
                <a16:creationId xmlns="" xmlns:a16="http://schemas.microsoft.com/office/drawing/2014/main" id="{C0BA08CF-7E9E-5F09-3C58-9CF6D9444495}"/>
              </a:ext>
            </a:extLst>
          </p:cNvPr>
          <p:cNvSpPr>
            <a:spLocks noChangeArrowheads="1"/>
          </p:cNvSpPr>
          <p:nvPr/>
        </p:nvSpPr>
        <p:spPr bwMode="auto">
          <a:xfrm>
            <a:off x="0" y="1515462"/>
            <a:ext cx="11978640" cy="5632311"/>
          </a:xfrm>
          <a:prstGeom prst="rect">
            <a:avLst/>
          </a:prstGeom>
          <a:noFill/>
          <a:ln>
            <a:noFill/>
          </a:ln>
          <a:effectLst/>
          <a:extLst>
            <a:ext uri="{909E8E84-426E-40DD-AFC4-6F175D3DCCD1}">
              <a14:hiddenFill xmlns="" xmlns:a14="http://schemas.microsoft.com/office/drawing/2010/main">
                <a:solidFill>
                  <a:schemeClr val="accent1"/>
                </a:solidFill>
              </a14:hiddenFill>
            </a:ext>
            <a:ext uri="{91240B29-F687-4F45-9708-019B960494DF}">
              <a14:hiddenLine xmlns="" xmlns:a14="http://schemas.microsoft.com/office/drawing/2010/main" w="9525">
                <a:solidFill>
                  <a:schemeClr val="tx1"/>
                </a:solidFill>
                <a:miter lim="800000"/>
                <a:headEnd/>
                <a:tailEnd/>
              </a14:hiddenLine>
            </a:ext>
            <a:ext uri="{AF507438-7753-43E0-B8FC-AC1667EBCBE1}">
              <a14:hiddenEffects xmln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marL="457200" marR="0" lvl="0" indent="-457200" algn="l" defTabSz="914400" rtl="0" eaLnBrk="0" fontAlgn="base" latinLnBrk="0" hangingPunct="0">
              <a:lnSpc>
                <a:spcPct val="100000"/>
              </a:lnSpc>
              <a:spcBef>
                <a:spcPct val="0"/>
              </a:spcBef>
              <a:spcAft>
                <a:spcPct val="0"/>
              </a:spcAft>
              <a:buClrTx/>
              <a:buSzTx/>
              <a:buAutoNum type="arabicPeriod"/>
              <a:tabLst/>
            </a:pPr>
            <a:r>
              <a:rPr kumimoji="0" lang="en-US" altLang="en-US" sz="2400" b="1" i="0" u="none" strike="noStrike" cap="none" normalizeH="0" baseline="0" dirty="0">
                <a:ln>
                  <a:noFill/>
                </a:ln>
                <a:solidFill>
                  <a:srgbClr val="FF0000"/>
                </a:solidFill>
                <a:effectLst/>
                <a:latin typeface="Times New Roman" panose="02020603050405020304" pitchFamily="18" charset="0"/>
                <a:cs typeface="Times New Roman" panose="02020603050405020304" pitchFamily="18" charset="0"/>
              </a:rPr>
              <a:t>Text Lowercasing:</a:t>
            </a:r>
          </a:p>
          <a:p>
            <a:pPr marR="0" lvl="0" algn="l" defTabSz="914400" rtl="0" eaLnBrk="0" fontAlgn="base" latinLnBrk="0" hangingPunct="0">
              <a:lnSpc>
                <a:spcPct val="100000"/>
              </a:lnSpc>
              <a:spcBef>
                <a:spcPct val="0"/>
              </a:spcBef>
              <a:spcAft>
                <a:spcPct val="0"/>
              </a:spcAft>
              <a:buClrTx/>
              <a:buSzTx/>
              <a:tabLst/>
            </a:pPr>
            <a:endParaRPr kumimoji="0" lang="en-US" altLang="en-US" sz="2400" b="0" i="0" u="none" strike="noStrike" cap="none" normalizeH="0" baseline="0" dirty="0">
              <a:ln>
                <a:noFill/>
              </a:ln>
              <a:solidFill>
                <a:srgbClr val="FF0000"/>
              </a:solidFill>
              <a:effectLst/>
              <a:latin typeface="Times New Roman" panose="02020603050405020304" pitchFamily="18" charset="0"/>
              <a:cs typeface="Times New Roman" panose="02020603050405020304" pitchFamily="18" charset="0"/>
            </a:endParaRP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2400" b="1"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Explanation:</a:t>
            </a:r>
            <a:r>
              <a:rPr kumimoji="0" lang="en-US" altLang="en-US" sz="24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 Convert all text to lowercase.</a:t>
            </a: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2400" b="1"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Purpose:</a:t>
            </a:r>
            <a:r>
              <a:rPr kumimoji="0" lang="en-US" altLang="en-US" sz="24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 Ensures uniformity in text analysis. Words in different cases (e.g., "apple" and "Apple") are treated the same way.</a:t>
            </a: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2400" b="1"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Example:</a:t>
            </a:r>
            <a:r>
              <a:rPr kumimoji="0" lang="en-US" altLang="en-US" sz="24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 "Hello World" → "hello world"</a:t>
            </a:r>
          </a:p>
          <a:p>
            <a:pPr marL="0" marR="0" lvl="0" indent="0" algn="l" defTabSz="914400" rtl="0" eaLnBrk="0" fontAlgn="base" latinLnBrk="0" hangingPunct="0">
              <a:lnSpc>
                <a:spcPct val="100000"/>
              </a:lnSpc>
              <a:spcBef>
                <a:spcPct val="0"/>
              </a:spcBef>
              <a:spcAft>
                <a:spcPct val="0"/>
              </a:spcAft>
              <a:buClrTx/>
              <a:buSzTx/>
              <a:tabLst/>
            </a:pPr>
            <a:r>
              <a:rPr kumimoji="0" lang="en-US" altLang="en-US" sz="2400" b="1"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2. </a:t>
            </a:r>
            <a:r>
              <a:rPr kumimoji="0" lang="en-US" altLang="en-US" sz="2400" b="1" i="0" u="none" strike="noStrike" cap="none" normalizeH="0" baseline="0" dirty="0">
                <a:ln>
                  <a:noFill/>
                </a:ln>
                <a:solidFill>
                  <a:srgbClr val="FF0000"/>
                </a:solidFill>
                <a:effectLst/>
                <a:latin typeface="Times New Roman" panose="02020603050405020304" pitchFamily="18" charset="0"/>
                <a:cs typeface="Times New Roman" panose="02020603050405020304" pitchFamily="18" charset="0"/>
              </a:rPr>
              <a:t>Handling Email Addresses:</a:t>
            </a:r>
            <a:endParaRPr kumimoji="0" lang="en-US" altLang="en-US" sz="2400" b="0" i="0" u="none" strike="noStrike" cap="none" normalizeH="0" baseline="0" dirty="0">
              <a:ln>
                <a:noFill/>
              </a:ln>
              <a:solidFill>
                <a:srgbClr val="FF0000"/>
              </a:solidFill>
              <a:effectLst/>
              <a:latin typeface="Times New Roman" panose="02020603050405020304" pitchFamily="18" charset="0"/>
              <a:cs typeface="Times New Roman" panose="02020603050405020304" pitchFamily="18" charset="0"/>
            </a:endParaRP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2400" b="1"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Explanation:</a:t>
            </a:r>
            <a:r>
              <a:rPr kumimoji="0" lang="en-US" altLang="en-US" sz="24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 Mask or remove email addresses.</a:t>
            </a: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2400" b="1"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Purpose:</a:t>
            </a:r>
            <a:r>
              <a:rPr kumimoji="0" lang="en-US" altLang="en-US" sz="24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 Protects privacy and prevents email addresses from affecting analysis.</a:t>
            </a: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2400" b="1"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Example:</a:t>
            </a:r>
            <a:r>
              <a:rPr kumimoji="0" lang="en-US" altLang="en-US" sz="24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 "</a:t>
            </a:r>
            <a:r>
              <a:rPr kumimoji="0" lang="en-US" altLang="en-US" sz="24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hlinkClick r:id="rId2"/>
              </a:rPr>
              <a:t>user@email.com</a:t>
            </a:r>
            <a:r>
              <a:rPr kumimoji="0" lang="en-US" altLang="en-US" sz="24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 → "REDACTED_EMAIL"</a:t>
            </a:r>
          </a:p>
          <a:p>
            <a:pPr marL="0" marR="0" lvl="0" indent="0" algn="l" defTabSz="914400" rtl="0" eaLnBrk="0" fontAlgn="base" latinLnBrk="0" hangingPunct="0">
              <a:lnSpc>
                <a:spcPct val="100000"/>
              </a:lnSpc>
              <a:spcBef>
                <a:spcPct val="0"/>
              </a:spcBef>
              <a:spcAft>
                <a:spcPct val="0"/>
              </a:spcAft>
              <a:buClrTx/>
              <a:buSzTx/>
              <a:tabLst/>
            </a:pPr>
            <a:r>
              <a:rPr kumimoji="0" lang="en-US" altLang="en-US" sz="2400" b="1"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3. </a:t>
            </a:r>
            <a:r>
              <a:rPr kumimoji="0" lang="en-US" altLang="en-US" sz="2400" b="1" i="0" u="none" strike="noStrike" cap="none" normalizeH="0" baseline="0" dirty="0">
                <a:ln>
                  <a:noFill/>
                </a:ln>
                <a:solidFill>
                  <a:srgbClr val="FF0000"/>
                </a:solidFill>
                <a:effectLst/>
                <a:latin typeface="Times New Roman" panose="02020603050405020304" pitchFamily="18" charset="0"/>
                <a:cs typeface="Times New Roman" panose="02020603050405020304" pitchFamily="18" charset="0"/>
              </a:rPr>
              <a:t>Removing HTML Tags:</a:t>
            </a:r>
            <a:endParaRPr kumimoji="0" lang="en-US" altLang="en-US" sz="2400" b="0" i="0" u="none" strike="noStrike" cap="none" normalizeH="0" baseline="0" dirty="0">
              <a:ln>
                <a:noFill/>
              </a:ln>
              <a:solidFill>
                <a:srgbClr val="FF0000"/>
              </a:solidFill>
              <a:effectLst/>
              <a:latin typeface="Times New Roman" panose="02020603050405020304" pitchFamily="18" charset="0"/>
              <a:cs typeface="Times New Roman" panose="02020603050405020304" pitchFamily="18" charset="0"/>
            </a:endParaRP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2400" b="1"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Explanation:</a:t>
            </a:r>
            <a:r>
              <a:rPr kumimoji="0" lang="en-US" altLang="en-US" sz="24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 Eliminate HTML tags typically found in web data.</a:t>
            </a: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2400" b="1"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Purpose:</a:t>
            </a:r>
            <a:r>
              <a:rPr kumimoji="0" lang="en-US" altLang="en-US" sz="24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 Focuses on the text's content, removing HTML formatting.</a:t>
            </a: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2400" b="1"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Example:</a:t>
            </a:r>
            <a:r>
              <a:rPr kumimoji="0" lang="en-US" altLang="en-US" sz="24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 &lt;p&gt;This is &lt;b&gt;bold&lt;/b&gt; text.&lt;/p&gt; → "This is bold text."</a:t>
            </a:r>
          </a:p>
          <a:p>
            <a:pPr marL="0" marR="0" lvl="0" indent="0" algn="l" defTabSz="914400" rtl="0" eaLnBrk="0" fontAlgn="base" latinLnBrk="0" hangingPunct="0">
              <a:lnSpc>
                <a:spcPct val="100000"/>
              </a:lnSpc>
              <a:spcBef>
                <a:spcPct val="0"/>
              </a:spcBef>
              <a:spcAft>
                <a:spcPct val="0"/>
              </a:spcAft>
              <a:buClrTx/>
              <a:buSzTx/>
              <a:buFontTx/>
              <a:buNone/>
              <a:tabLst/>
            </a:pPr>
            <a:endParaRPr kumimoji="0" lang="en-US" altLang="en-US" sz="24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endParaRPr>
          </a:p>
        </p:txBody>
      </p:sp>
      <p:sp>
        <p:nvSpPr>
          <p:cNvPr id="6" name="Slide Number Placeholder 5"/>
          <p:cNvSpPr>
            <a:spLocks noGrp="1"/>
          </p:cNvSpPr>
          <p:nvPr>
            <p:ph type="sldNum" sz="quarter" idx="12"/>
          </p:nvPr>
        </p:nvSpPr>
        <p:spPr/>
        <p:txBody>
          <a:bodyPr/>
          <a:lstStyle/>
          <a:p>
            <a:fld id="{F3D57A2A-32B0-4562-8BA3-11F0795B7757}" type="slidenum">
              <a:rPr lang="en-IN" smtClean="0"/>
              <a:pPr/>
              <a:t>8</a:t>
            </a:fld>
            <a:endParaRPr lang="en-IN"/>
          </a:p>
        </p:txBody>
      </p:sp>
      <p:sp>
        <p:nvSpPr>
          <p:cNvPr id="7" name="Footer Placeholder 6"/>
          <p:cNvSpPr>
            <a:spLocks noGrp="1"/>
          </p:cNvSpPr>
          <p:nvPr>
            <p:ph type="ftr" sz="quarter" idx="11"/>
          </p:nvPr>
        </p:nvSpPr>
        <p:spPr/>
        <p:txBody>
          <a:bodyPr/>
          <a:lstStyle/>
          <a:p>
            <a:r>
              <a:rPr lang="en-IN" smtClean="0"/>
              <a:t>shalini shrotriya</a:t>
            </a:r>
            <a:endParaRPr lang="en-IN"/>
          </a:p>
        </p:txBody>
      </p:sp>
    </p:spTree>
    <p:extLst>
      <p:ext uri="{BB962C8B-B14F-4D97-AF65-F5344CB8AC3E}">
        <p14:creationId xmlns="" xmlns:p14="http://schemas.microsoft.com/office/powerpoint/2010/main" val="2992402542"/>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Rectangle 1">
            <a:extLst>
              <a:ext uri="{FF2B5EF4-FFF2-40B4-BE49-F238E27FC236}">
                <a16:creationId xmlns="" xmlns:a16="http://schemas.microsoft.com/office/drawing/2014/main" id="{700C9381-1BFA-8A9D-64AE-CF03639633CD}"/>
              </a:ext>
            </a:extLst>
          </p:cNvPr>
          <p:cNvSpPr>
            <a:spLocks noGrp="1" noChangeArrowheads="1"/>
          </p:cNvSpPr>
          <p:nvPr>
            <p:ph type="title"/>
          </p:nvPr>
        </p:nvSpPr>
        <p:spPr bwMode="auto">
          <a:xfrm>
            <a:off x="838201" y="485712"/>
            <a:ext cx="10805159" cy="6555641"/>
          </a:xfrm>
          <a:prstGeom prst="rect">
            <a:avLst/>
          </a:prstGeom>
          <a:noFill/>
          <a:ln>
            <a:noFill/>
          </a:ln>
          <a:effectLst/>
          <a:extLst>
            <a:ext uri="{909E8E84-426E-40DD-AFC4-6F175D3DCCD1}">
              <a14:hiddenFill xmlns="" xmlns:a14="http://schemas.microsoft.com/office/drawing/2010/main">
                <a:solidFill>
                  <a:schemeClr val="accent1"/>
                </a:solidFill>
              </a14:hiddenFill>
            </a:ext>
            <a:ext uri="{91240B29-F687-4F45-9708-019B960494DF}">
              <a14:hiddenLine xmlns="" xmlns:a14="http://schemas.microsoft.com/office/drawing/2010/main" w="9525">
                <a:solidFill>
                  <a:schemeClr val="tx1"/>
                </a:solidFill>
                <a:miter lim="800000"/>
                <a:headEnd/>
                <a:tailEnd/>
              </a14:hiddenLine>
            </a:ext>
            <a:ext uri="{AF507438-7753-43E0-B8FC-AC1667EBCBE1}">
              <a14:hiddenEffects xmln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marL="0" marR="0" lvl="0" indent="0" algn="l" defTabSz="914400" rtl="0" eaLnBrk="0" fontAlgn="base" latinLnBrk="0" hangingPunct="0">
              <a:lnSpc>
                <a:spcPct val="100000"/>
              </a:lnSpc>
              <a:spcBef>
                <a:spcPct val="0"/>
              </a:spcBef>
              <a:spcAft>
                <a:spcPct val="0"/>
              </a:spcAft>
              <a:buClrTx/>
              <a:buSzTx/>
              <a:tabLst/>
            </a:pPr>
            <a:r>
              <a:rPr kumimoji="0" lang="en-US" altLang="en-US" sz="2000" b="1"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4. </a:t>
            </a:r>
            <a:r>
              <a:rPr kumimoji="0" lang="en-US" altLang="en-US" sz="2000" b="1" i="0" u="none" strike="noStrike" cap="none" normalizeH="0" baseline="0" dirty="0">
                <a:ln>
                  <a:noFill/>
                </a:ln>
                <a:solidFill>
                  <a:srgbClr val="FF0000"/>
                </a:solidFill>
                <a:effectLst/>
                <a:latin typeface="Times New Roman" panose="02020603050405020304" pitchFamily="18" charset="0"/>
                <a:cs typeface="Times New Roman" panose="02020603050405020304" pitchFamily="18" charset="0"/>
              </a:rPr>
              <a:t>Handling URLs:</a:t>
            </a:r>
            <a:br>
              <a:rPr kumimoji="0" lang="en-US" altLang="en-US" sz="2000" b="1" i="0" u="none" strike="noStrike" cap="none" normalizeH="0" baseline="0" dirty="0">
                <a:ln>
                  <a:noFill/>
                </a:ln>
                <a:solidFill>
                  <a:srgbClr val="FF0000"/>
                </a:solidFill>
                <a:effectLst/>
                <a:latin typeface="Times New Roman" panose="02020603050405020304" pitchFamily="18" charset="0"/>
                <a:cs typeface="Times New Roman" panose="02020603050405020304" pitchFamily="18" charset="0"/>
              </a:rPr>
            </a:br>
            <a:endParaRPr kumimoji="0" lang="en-US" altLang="en-US" sz="2000" b="0" i="0" u="none" strike="noStrike" cap="none" normalizeH="0" baseline="0" dirty="0">
              <a:ln>
                <a:noFill/>
              </a:ln>
              <a:solidFill>
                <a:srgbClr val="FF0000"/>
              </a:solidFill>
              <a:effectLst/>
              <a:latin typeface="Times New Roman" panose="02020603050405020304" pitchFamily="18" charset="0"/>
              <a:cs typeface="Times New Roman" panose="02020603050405020304" pitchFamily="18" charset="0"/>
            </a:endParaRP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2000" b="1"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Explanation:</a:t>
            </a:r>
            <a:r>
              <a:rPr kumimoji="0" lang="en-US" altLang="en-US" sz="20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 Replace URLs with a placeholder or remove them.</a:t>
            </a: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2000" b="1"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Purpose:</a:t>
            </a:r>
            <a:r>
              <a:rPr kumimoji="0" lang="en-US" altLang="en-US" sz="20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 Prevents URLs from interfering with text analysis.</a:t>
            </a: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2000" b="1"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Example:</a:t>
            </a:r>
            <a:r>
              <a:rPr kumimoji="0" lang="en-US" altLang="en-US" sz="20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 "Visit our website at </a:t>
            </a:r>
            <a:r>
              <a:rPr kumimoji="0" lang="en-US" altLang="en-US" sz="20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hlinkClick r:id="rId2"/>
              </a:rPr>
              <a:t>https://example.com</a:t>
            </a:r>
            <a:r>
              <a:rPr kumimoji="0" lang="en-US" altLang="en-US" sz="20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 → "Visit our website at [URL]“</a:t>
            </a:r>
            <a:br>
              <a:rPr kumimoji="0" lang="en-US" altLang="en-US" sz="20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br>
            <a:endParaRPr kumimoji="0" lang="en-US" altLang="en-US" sz="20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endParaRPr>
          </a:p>
          <a:p>
            <a:pPr marL="0" marR="0" lvl="0" indent="0" algn="l" defTabSz="914400" rtl="0" eaLnBrk="0" fontAlgn="base" latinLnBrk="0" hangingPunct="0">
              <a:lnSpc>
                <a:spcPct val="100000"/>
              </a:lnSpc>
              <a:spcBef>
                <a:spcPct val="0"/>
              </a:spcBef>
              <a:spcAft>
                <a:spcPct val="0"/>
              </a:spcAft>
              <a:buClrTx/>
              <a:buSzTx/>
              <a:tabLst/>
            </a:pPr>
            <a:r>
              <a:rPr kumimoji="0" lang="en-US" altLang="en-US" sz="2000" b="1"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5. </a:t>
            </a:r>
            <a:r>
              <a:rPr kumimoji="0" lang="en-US" altLang="en-US" sz="2000" b="1" i="0" u="none" strike="noStrike" cap="none" normalizeH="0" baseline="0" dirty="0">
                <a:ln>
                  <a:noFill/>
                </a:ln>
                <a:solidFill>
                  <a:srgbClr val="FF0000"/>
                </a:solidFill>
                <a:effectLst/>
                <a:latin typeface="Times New Roman" panose="02020603050405020304" pitchFamily="18" charset="0"/>
                <a:cs typeface="Times New Roman" panose="02020603050405020304" pitchFamily="18" charset="0"/>
              </a:rPr>
              <a:t>Emojis and Special Characters:</a:t>
            </a:r>
            <a:endParaRPr kumimoji="0" lang="en-US" altLang="en-US" sz="2000" b="0" i="0" u="none" strike="noStrike" cap="none" normalizeH="0" baseline="0" dirty="0">
              <a:ln>
                <a:noFill/>
              </a:ln>
              <a:solidFill>
                <a:srgbClr val="FF0000"/>
              </a:solidFill>
              <a:effectLst/>
              <a:latin typeface="Times New Roman" panose="02020603050405020304" pitchFamily="18" charset="0"/>
              <a:cs typeface="Times New Roman" panose="02020603050405020304" pitchFamily="18" charset="0"/>
            </a:endParaRP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2000" b="1"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Explanation:</a:t>
            </a:r>
            <a:r>
              <a:rPr kumimoji="0" lang="en-US" altLang="en-US" sz="20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 Handle emojis, special characters, or symbols appropriately.</a:t>
            </a: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2000" b="1"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Purpose:</a:t>
            </a:r>
            <a:r>
              <a:rPr kumimoji="0" lang="en-US" altLang="en-US" sz="20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 Ensures consistent treatment of these elements.</a:t>
            </a: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2000" b="1"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Example:</a:t>
            </a:r>
            <a:r>
              <a:rPr kumimoji="0" lang="en-US" altLang="en-US" sz="20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 "I love 😃 NLP!" → "I love happy face NLP!“</a:t>
            </a:r>
            <a:br>
              <a:rPr kumimoji="0" lang="en-US" altLang="en-US" sz="20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br>
            <a:endParaRPr kumimoji="0" lang="en-US" altLang="en-US" sz="20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endParaRPr>
          </a:p>
          <a:p>
            <a:pPr marL="0" marR="0" lvl="0" indent="0" algn="l" defTabSz="914400" rtl="0" eaLnBrk="0" fontAlgn="base" latinLnBrk="0" hangingPunct="0">
              <a:lnSpc>
                <a:spcPct val="100000"/>
              </a:lnSpc>
              <a:spcBef>
                <a:spcPct val="0"/>
              </a:spcBef>
              <a:spcAft>
                <a:spcPct val="0"/>
              </a:spcAft>
              <a:buClrTx/>
              <a:buSzTx/>
              <a:tabLst/>
            </a:pPr>
            <a:r>
              <a:rPr kumimoji="0" lang="en-US" altLang="en-US" sz="2000" b="1"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6. </a:t>
            </a:r>
            <a:r>
              <a:rPr kumimoji="0" lang="en-US" altLang="en-US" sz="2000" b="1" i="0" u="none" strike="noStrike" cap="none" normalizeH="0" baseline="0" dirty="0">
                <a:ln>
                  <a:noFill/>
                </a:ln>
                <a:solidFill>
                  <a:srgbClr val="FF0000"/>
                </a:solidFill>
                <a:effectLst/>
                <a:latin typeface="Times New Roman" panose="02020603050405020304" pitchFamily="18" charset="0"/>
                <a:cs typeface="Times New Roman" panose="02020603050405020304" pitchFamily="18" charset="0"/>
              </a:rPr>
              <a:t>Dealing with Repeated Characters</a:t>
            </a:r>
            <a:r>
              <a:rPr kumimoji="0" lang="en-US" altLang="en-US" sz="2000" b="1"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a:t>
            </a:r>
            <a:endParaRPr kumimoji="0" lang="en-US" altLang="en-US" sz="20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endParaRP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2000" b="1"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Explanation:</a:t>
            </a:r>
            <a:r>
              <a:rPr kumimoji="0" lang="en-US" altLang="en-US" sz="20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 Normalize repeated characters.</a:t>
            </a: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2000" b="1"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Purpose:</a:t>
            </a:r>
            <a:r>
              <a:rPr kumimoji="0" lang="en-US" altLang="en-US" sz="20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 Reduces noise in the data caused by repeated characters.</a:t>
            </a: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2000" b="1"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Example:</a:t>
            </a:r>
            <a:r>
              <a:rPr kumimoji="0" lang="en-US" altLang="en-US" sz="20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 "</a:t>
            </a:r>
            <a:r>
              <a:rPr kumimoji="0" lang="en-US" altLang="en-US" sz="2000" b="0" i="0" u="none" strike="noStrike" cap="none" normalizeH="0" baseline="0" dirty="0" err="1">
                <a:ln>
                  <a:noFill/>
                </a:ln>
                <a:solidFill>
                  <a:schemeClr val="tx1"/>
                </a:solidFill>
                <a:effectLst/>
                <a:latin typeface="Times New Roman" panose="02020603050405020304" pitchFamily="18" charset="0"/>
                <a:cs typeface="Times New Roman" panose="02020603050405020304" pitchFamily="18" charset="0"/>
              </a:rPr>
              <a:t>loooove</a:t>
            </a:r>
            <a:r>
              <a:rPr kumimoji="0" lang="en-US" altLang="en-US" sz="20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 → "love“</a:t>
            </a:r>
            <a:br>
              <a:rPr kumimoji="0" lang="en-US" altLang="en-US" sz="20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br>
            <a:endParaRPr kumimoji="0" lang="en-US" altLang="en-US" sz="20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endParaRPr>
          </a:p>
          <a:p>
            <a:pPr marL="0" marR="0" lvl="0" indent="0" algn="l" defTabSz="914400" rtl="0" eaLnBrk="0" fontAlgn="base" latinLnBrk="0" hangingPunct="0">
              <a:lnSpc>
                <a:spcPct val="100000"/>
              </a:lnSpc>
              <a:spcBef>
                <a:spcPct val="0"/>
              </a:spcBef>
              <a:spcAft>
                <a:spcPct val="0"/>
              </a:spcAft>
              <a:buClrTx/>
              <a:buSzTx/>
              <a:tabLst/>
            </a:pPr>
            <a:r>
              <a:rPr kumimoji="0" lang="en-US" altLang="en-US" sz="2000" b="1"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7. </a:t>
            </a:r>
            <a:r>
              <a:rPr kumimoji="0" lang="en-US" altLang="en-US" sz="2000" b="1" i="0" u="none" strike="noStrike" cap="none" normalizeH="0" baseline="0" dirty="0">
                <a:ln>
                  <a:noFill/>
                </a:ln>
                <a:solidFill>
                  <a:srgbClr val="FF0000"/>
                </a:solidFill>
                <a:effectLst/>
                <a:latin typeface="Times New Roman" panose="02020603050405020304" pitchFamily="18" charset="0"/>
                <a:cs typeface="Times New Roman" panose="02020603050405020304" pitchFamily="18" charset="0"/>
              </a:rPr>
              <a:t>Normalization of Data:</a:t>
            </a:r>
            <a:endParaRPr kumimoji="0" lang="en-US" altLang="en-US" sz="2000" b="0" i="0" u="none" strike="noStrike" cap="none" normalizeH="0" baseline="0" dirty="0">
              <a:ln>
                <a:noFill/>
              </a:ln>
              <a:solidFill>
                <a:srgbClr val="FF0000"/>
              </a:solidFill>
              <a:effectLst/>
              <a:latin typeface="Times New Roman" panose="02020603050405020304" pitchFamily="18" charset="0"/>
              <a:cs typeface="Times New Roman" panose="02020603050405020304" pitchFamily="18" charset="0"/>
            </a:endParaRP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2000" b="1"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Explanation:</a:t>
            </a:r>
            <a:r>
              <a:rPr kumimoji="0" lang="en-US" altLang="en-US" sz="20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 Normalize text by handling contractions (e.g., "I'm" → "I am") and standardizing spellings.</a:t>
            </a: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2000" b="1"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Purpose:</a:t>
            </a:r>
            <a:r>
              <a:rPr kumimoji="0" lang="en-US" altLang="en-US" sz="20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 Ensures consistent representations of words, making them more suitable for analysis.</a:t>
            </a:r>
          </a:p>
          <a:p>
            <a:pPr marL="0" marR="0" lvl="0" indent="0" algn="l" defTabSz="914400" rtl="0" eaLnBrk="0" fontAlgn="base" latinLnBrk="0" hangingPunct="0">
              <a:lnSpc>
                <a:spcPct val="100000"/>
              </a:lnSpc>
              <a:spcBef>
                <a:spcPct val="0"/>
              </a:spcBef>
              <a:spcAft>
                <a:spcPct val="0"/>
              </a:spcAft>
              <a:buClrTx/>
              <a:buSzTx/>
              <a:buFontTx/>
              <a:buNone/>
              <a:tabLst/>
            </a:pPr>
            <a:endParaRPr kumimoji="0" lang="en-US" altLang="en-US" sz="20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endParaRPr>
          </a:p>
        </p:txBody>
      </p:sp>
      <p:sp>
        <p:nvSpPr>
          <p:cNvPr id="5" name="Slide Number Placeholder 4"/>
          <p:cNvSpPr>
            <a:spLocks noGrp="1"/>
          </p:cNvSpPr>
          <p:nvPr>
            <p:ph type="sldNum" sz="quarter" idx="12"/>
          </p:nvPr>
        </p:nvSpPr>
        <p:spPr/>
        <p:txBody>
          <a:bodyPr/>
          <a:lstStyle/>
          <a:p>
            <a:fld id="{F3D57A2A-32B0-4562-8BA3-11F0795B7757}" type="slidenum">
              <a:rPr lang="en-IN" smtClean="0"/>
              <a:pPr/>
              <a:t>9</a:t>
            </a:fld>
            <a:endParaRPr lang="en-IN"/>
          </a:p>
        </p:txBody>
      </p:sp>
      <p:sp>
        <p:nvSpPr>
          <p:cNvPr id="6" name="Footer Placeholder 5"/>
          <p:cNvSpPr>
            <a:spLocks noGrp="1"/>
          </p:cNvSpPr>
          <p:nvPr>
            <p:ph type="ftr" sz="quarter" idx="11"/>
          </p:nvPr>
        </p:nvSpPr>
        <p:spPr/>
        <p:txBody>
          <a:bodyPr/>
          <a:lstStyle/>
          <a:p>
            <a:r>
              <a:rPr lang="en-IN" smtClean="0"/>
              <a:t>shalini shrotriya</a:t>
            </a:r>
            <a:endParaRPr lang="en-IN"/>
          </a:p>
        </p:txBody>
      </p:sp>
    </p:spTree>
    <p:extLst>
      <p:ext uri="{BB962C8B-B14F-4D97-AF65-F5344CB8AC3E}">
        <p14:creationId xmlns="" xmlns:p14="http://schemas.microsoft.com/office/powerpoint/2010/main" val="2601713621"/>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Rectangle 1">
            <a:extLst>
              <a:ext uri="{FF2B5EF4-FFF2-40B4-BE49-F238E27FC236}">
                <a16:creationId xmlns="" xmlns:a16="http://schemas.microsoft.com/office/drawing/2014/main" id="{1A8306A7-47A3-EA01-7873-2EDF756837E3}"/>
              </a:ext>
            </a:extLst>
          </p:cNvPr>
          <p:cNvSpPr>
            <a:spLocks noGrp="1" noChangeArrowheads="1"/>
          </p:cNvSpPr>
          <p:nvPr>
            <p:ph type="title"/>
          </p:nvPr>
        </p:nvSpPr>
        <p:spPr bwMode="auto">
          <a:xfrm>
            <a:off x="838200" y="2094934"/>
            <a:ext cx="10184263" cy="2677656"/>
          </a:xfrm>
          <a:prstGeom prst="rect">
            <a:avLst/>
          </a:prstGeom>
          <a:noFill/>
          <a:ln>
            <a:noFill/>
          </a:ln>
          <a:effectLst/>
          <a:extLst>
            <a:ext uri="{909E8E84-426E-40DD-AFC4-6F175D3DCCD1}">
              <a14:hiddenFill xmlns="" xmlns:a14="http://schemas.microsoft.com/office/drawing/2010/main">
                <a:solidFill>
                  <a:schemeClr val="accent1"/>
                </a:solidFill>
              </a14:hiddenFill>
            </a:ext>
            <a:ext uri="{91240B29-F687-4F45-9708-019B960494DF}">
              <a14:hiddenLine xmlns="" xmlns:a14="http://schemas.microsoft.com/office/drawing/2010/main" w="9525">
                <a:solidFill>
                  <a:schemeClr val="tx1"/>
                </a:solidFill>
                <a:miter lim="800000"/>
                <a:headEnd/>
                <a:tailEnd/>
              </a14:hiddenLine>
            </a:ext>
            <a:ext uri="{AF507438-7753-43E0-B8FC-AC1667EBCBE1}">
              <a14:hiddenEffects xmln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pPr marL="0" marR="0" lvl="0" indent="0" algn="l" defTabSz="914400" rtl="0" eaLnBrk="0" fontAlgn="base" latinLnBrk="0" hangingPunct="0">
              <a:lnSpc>
                <a:spcPct val="100000"/>
              </a:lnSpc>
              <a:spcBef>
                <a:spcPct val="0"/>
              </a:spcBef>
              <a:spcAft>
                <a:spcPct val="0"/>
              </a:spcAft>
              <a:buClrTx/>
              <a:buSzTx/>
              <a:tabLst/>
            </a:pPr>
            <a:r>
              <a:rPr kumimoji="0" lang="en-US" altLang="en-US" sz="2400" b="1" i="0" u="none" strike="noStrike" cap="none" normalizeH="0" baseline="0" dirty="0">
                <a:ln>
                  <a:noFill/>
                </a:ln>
                <a:solidFill>
                  <a:srgbClr val="FF0000"/>
                </a:solidFill>
                <a:effectLst/>
                <a:latin typeface="Times New Roman" panose="02020603050405020304" pitchFamily="18" charset="0"/>
                <a:cs typeface="Times New Roman" panose="02020603050405020304" pitchFamily="18" charset="0"/>
              </a:rPr>
              <a:t>Python Libraries for Data Preprocessing</a:t>
            </a:r>
            <a:r>
              <a:rPr kumimoji="0" lang="en-US" altLang="en-US" sz="2400" b="1"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a:t>
            </a:r>
            <a:br>
              <a:rPr kumimoji="0" lang="en-US" altLang="en-US" sz="2400" b="1"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br>
            <a:endParaRPr kumimoji="0" lang="en-US" altLang="en-US" sz="24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endParaRP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24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Python offers a range of libraries for efficient text data preprocessing, including:</a:t>
            </a:r>
          </a:p>
          <a:p>
            <a:pPr marL="457200" marR="0" lvl="1" indent="0" algn="l" defTabSz="914400" rtl="0" eaLnBrk="0" fontAlgn="base" latinLnBrk="0" hangingPunct="0">
              <a:lnSpc>
                <a:spcPct val="100000"/>
              </a:lnSpc>
              <a:spcBef>
                <a:spcPct val="0"/>
              </a:spcBef>
              <a:spcAft>
                <a:spcPct val="0"/>
              </a:spcAft>
              <a:buClrTx/>
              <a:buSzTx/>
              <a:buFontTx/>
              <a:buChar char="•"/>
              <a:tabLst/>
            </a:pPr>
            <a:r>
              <a:rPr kumimoji="0" lang="en-US" altLang="en-US" sz="24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NLTK (Natural Language Toolkit)</a:t>
            </a:r>
          </a:p>
          <a:p>
            <a:pPr marL="457200" marR="0" lvl="1" indent="0" algn="l" defTabSz="914400" rtl="0" eaLnBrk="0" fontAlgn="base" latinLnBrk="0" hangingPunct="0">
              <a:lnSpc>
                <a:spcPct val="100000"/>
              </a:lnSpc>
              <a:spcBef>
                <a:spcPct val="0"/>
              </a:spcBef>
              <a:spcAft>
                <a:spcPct val="0"/>
              </a:spcAft>
              <a:buClrTx/>
              <a:buSzTx/>
              <a:buFontTx/>
              <a:buChar char="•"/>
              <a:tabLst/>
            </a:pPr>
            <a:r>
              <a:rPr kumimoji="0" lang="en-US" altLang="en-US" sz="2400" b="0" i="0" u="none" strike="noStrike" cap="none" normalizeH="0" baseline="0" dirty="0" err="1">
                <a:ln>
                  <a:noFill/>
                </a:ln>
                <a:solidFill>
                  <a:schemeClr val="tx1"/>
                </a:solidFill>
                <a:effectLst/>
                <a:latin typeface="Times New Roman" panose="02020603050405020304" pitchFamily="18" charset="0"/>
                <a:cs typeface="Times New Roman" panose="02020603050405020304" pitchFamily="18" charset="0"/>
              </a:rPr>
              <a:t>spaCy</a:t>
            </a:r>
            <a:endParaRPr kumimoji="0" lang="en-US" altLang="en-US" sz="24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endParaRPr>
          </a:p>
          <a:p>
            <a:pPr marL="457200" marR="0" lvl="1" indent="0" algn="l" defTabSz="914400" rtl="0" eaLnBrk="0" fontAlgn="base" latinLnBrk="0" hangingPunct="0">
              <a:lnSpc>
                <a:spcPct val="100000"/>
              </a:lnSpc>
              <a:spcBef>
                <a:spcPct val="0"/>
              </a:spcBef>
              <a:spcAft>
                <a:spcPct val="0"/>
              </a:spcAft>
              <a:buClrTx/>
              <a:buSzTx/>
              <a:buFontTx/>
              <a:buChar char="•"/>
              <a:tabLst/>
            </a:pPr>
            <a:r>
              <a:rPr kumimoji="0" lang="en-US" altLang="en-US" sz="24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regex</a:t>
            </a:r>
          </a:p>
          <a:p>
            <a:pPr marL="0" marR="0" lvl="0" indent="0" algn="l" defTabSz="914400" rtl="0" eaLnBrk="0" fontAlgn="base" latinLnBrk="0" hangingPunct="0">
              <a:lnSpc>
                <a:spcPct val="100000"/>
              </a:lnSpc>
              <a:spcBef>
                <a:spcPct val="0"/>
              </a:spcBef>
              <a:spcAft>
                <a:spcPct val="0"/>
              </a:spcAft>
              <a:buClrTx/>
              <a:buSzTx/>
              <a:buFontTx/>
              <a:buNone/>
              <a:tabLst/>
            </a:pPr>
            <a:endParaRPr kumimoji="0" lang="en-US" altLang="en-US" sz="24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endParaRPr>
          </a:p>
        </p:txBody>
      </p:sp>
      <p:sp>
        <p:nvSpPr>
          <p:cNvPr id="5" name="Slide Number Placeholder 4"/>
          <p:cNvSpPr>
            <a:spLocks noGrp="1"/>
          </p:cNvSpPr>
          <p:nvPr>
            <p:ph type="sldNum" sz="quarter" idx="12"/>
          </p:nvPr>
        </p:nvSpPr>
        <p:spPr/>
        <p:txBody>
          <a:bodyPr/>
          <a:lstStyle/>
          <a:p>
            <a:fld id="{F3D57A2A-32B0-4562-8BA3-11F0795B7757}" type="slidenum">
              <a:rPr lang="en-IN" smtClean="0"/>
              <a:pPr/>
              <a:t>10</a:t>
            </a:fld>
            <a:endParaRPr lang="en-IN"/>
          </a:p>
        </p:txBody>
      </p:sp>
      <p:sp>
        <p:nvSpPr>
          <p:cNvPr id="6" name="Footer Placeholder 5"/>
          <p:cNvSpPr>
            <a:spLocks noGrp="1"/>
          </p:cNvSpPr>
          <p:nvPr>
            <p:ph type="ftr" sz="quarter" idx="11"/>
          </p:nvPr>
        </p:nvSpPr>
        <p:spPr/>
        <p:txBody>
          <a:bodyPr/>
          <a:lstStyle/>
          <a:p>
            <a:r>
              <a:rPr lang="en-IN" smtClean="0"/>
              <a:t>shalini shrotriya</a:t>
            </a:r>
            <a:endParaRPr lang="en-IN"/>
          </a:p>
        </p:txBody>
      </p:sp>
    </p:spTree>
    <p:extLst>
      <p:ext uri="{BB962C8B-B14F-4D97-AF65-F5344CB8AC3E}">
        <p14:creationId xmlns="" xmlns:p14="http://schemas.microsoft.com/office/powerpoint/2010/main" val="1432296729"/>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 xmlns:a16="http://schemas.microsoft.com/office/drawing/2014/main" id="{A0B25FEA-D2F7-9B68-BD6F-8955A1772CC2}"/>
              </a:ext>
            </a:extLst>
          </p:cNvPr>
          <p:cNvSpPr>
            <a:spLocks noGrp="1"/>
          </p:cNvSpPr>
          <p:nvPr>
            <p:ph type="title"/>
          </p:nvPr>
        </p:nvSpPr>
        <p:spPr>
          <a:xfrm>
            <a:off x="838200" y="314325"/>
            <a:ext cx="10515600" cy="1325563"/>
          </a:xfrm>
        </p:spPr>
        <p:txBody>
          <a:bodyPr/>
          <a:lstStyle/>
          <a:p>
            <a:r>
              <a:rPr lang="en-US" b="1" dirty="0">
                <a:solidFill>
                  <a:srgbClr val="FF0000"/>
                </a:solidFill>
                <a:latin typeface="Times New Roman" panose="02020603050405020304" pitchFamily="18" charset="0"/>
                <a:cs typeface="Times New Roman" panose="02020603050405020304" pitchFamily="18" charset="0"/>
              </a:rPr>
              <a:t>Vocabulary, Corpora, and Linguistic Resources</a:t>
            </a:r>
            <a:endParaRPr lang="en-IN" dirty="0">
              <a:solidFill>
                <a:srgbClr val="FF0000"/>
              </a:solidFill>
              <a:latin typeface="Times New Roman" panose="02020603050405020304" pitchFamily="18" charset="0"/>
              <a:cs typeface="Times New Roman" panose="02020603050405020304" pitchFamily="18" charset="0"/>
            </a:endParaRPr>
          </a:p>
        </p:txBody>
      </p:sp>
      <p:sp>
        <p:nvSpPr>
          <p:cNvPr id="3" name="Content Placeholder 2">
            <a:extLst>
              <a:ext uri="{FF2B5EF4-FFF2-40B4-BE49-F238E27FC236}">
                <a16:creationId xmlns="" xmlns:a16="http://schemas.microsoft.com/office/drawing/2014/main" id="{17B653F8-B18E-F6ED-E9EB-B0C424F582F8}"/>
              </a:ext>
            </a:extLst>
          </p:cNvPr>
          <p:cNvSpPr>
            <a:spLocks noGrp="1"/>
          </p:cNvSpPr>
          <p:nvPr>
            <p:ph idx="1"/>
          </p:nvPr>
        </p:nvSpPr>
        <p:spPr>
          <a:xfrm flipV="1">
            <a:off x="838200" y="1779905"/>
            <a:ext cx="9069705" cy="99777"/>
          </a:xfrm>
        </p:spPr>
        <p:txBody>
          <a:bodyPr>
            <a:normAutofit fontScale="25000" lnSpcReduction="20000"/>
          </a:bodyPr>
          <a:lstStyle/>
          <a:p>
            <a:r>
              <a:rPr lang="en-US" dirty="0"/>
              <a:t> </a:t>
            </a:r>
          </a:p>
        </p:txBody>
      </p:sp>
      <p:sp>
        <p:nvSpPr>
          <p:cNvPr id="4" name="Rectangle 1">
            <a:extLst>
              <a:ext uri="{FF2B5EF4-FFF2-40B4-BE49-F238E27FC236}">
                <a16:creationId xmlns="" xmlns:a16="http://schemas.microsoft.com/office/drawing/2014/main" id="{0F1C2A67-2F39-2E5E-D67B-D56090F84AF2}"/>
              </a:ext>
            </a:extLst>
          </p:cNvPr>
          <p:cNvSpPr>
            <a:spLocks noChangeArrowheads="1"/>
          </p:cNvSpPr>
          <p:nvPr/>
        </p:nvSpPr>
        <p:spPr bwMode="auto">
          <a:xfrm>
            <a:off x="0" y="1863878"/>
            <a:ext cx="11267440" cy="3970318"/>
          </a:xfrm>
          <a:prstGeom prst="rect">
            <a:avLst/>
          </a:prstGeom>
          <a:noFill/>
          <a:ln>
            <a:noFill/>
          </a:ln>
          <a:effectLst/>
          <a:extLst>
            <a:ext uri="{909E8E84-426E-40DD-AFC4-6F175D3DCCD1}">
              <a14:hiddenFill xmlns="" xmlns:a14="http://schemas.microsoft.com/office/drawing/2010/main">
                <a:solidFill>
                  <a:schemeClr val="accent1"/>
                </a:solidFill>
              </a14:hiddenFill>
            </a:ext>
            <a:ext uri="{91240B29-F687-4F45-9708-019B960494DF}">
              <a14:hiddenLine xmlns="" xmlns:a14="http://schemas.microsoft.com/office/drawing/2010/main" w="9525">
                <a:solidFill>
                  <a:schemeClr val="tx1"/>
                </a:solidFill>
                <a:miter lim="800000"/>
                <a:headEnd/>
                <a:tailEnd/>
              </a14:hiddenLine>
            </a:ext>
            <a:ext uri="{AF507438-7753-43E0-B8FC-AC1667EBCBE1}">
              <a14:hiddenEffects xmln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marL="0" marR="0" lvl="0" indent="0" algn="l" defTabSz="914400" rtl="0" eaLnBrk="0" fontAlgn="base" latinLnBrk="0" hangingPunct="0">
              <a:lnSpc>
                <a:spcPct val="100000"/>
              </a:lnSpc>
              <a:spcBef>
                <a:spcPct val="0"/>
              </a:spcBef>
              <a:spcAft>
                <a:spcPct val="0"/>
              </a:spcAft>
              <a:buClrTx/>
              <a:buSzTx/>
              <a:tabLst/>
            </a:pPr>
            <a:r>
              <a:rPr kumimoji="0" lang="en-US" altLang="en-US" sz="2800" b="1"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Building a Rich Vocabulary:</a:t>
            </a:r>
          </a:p>
          <a:p>
            <a:pPr marL="0" marR="0" lvl="0" indent="0" algn="l" defTabSz="914400" rtl="0" eaLnBrk="0" fontAlgn="base" latinLnBrk="0" hangingPunct="0">
              <a:lnSpc>
                <a:spcPct val="100000"/>
              </a:lnSpc>
              <a:spcBef>
                <a:spcPct val="0"/>
              </a:spcBef>
              <a:spcAft>
                <a:spcPct val="0"/>
              </a:spcAft>
              <a:buClrTx/>
              <a:buSzTx/>
              <a:tabLst/>
            </a:pPr>
            <a:endParaRPr lang="en-US" altLang="en-US" sz="2800" b="1" dirty="0">
              <a:latin typeface="Times New Roman" panose="02020603050405020304" pitchFamily="18" charset="0"/>
              <a:cs typeface="Times New Roman" panose="02020603050405020304" pitchFamily="18" charset="0"/>
            </a:endParaRPr>
          </a:p>
          <a:p>
            <a:pPr marL="0" marR="0" lvl="0" indent="0" algn="l" defTabSz="914400" rtl="0" eaLnBrk="0" fontAlgn="base" latinLnBrk="0" hangingPunct="0">
              <a:lnSpc>
                <a:spcPct val="100000"/>
              </a:lnSpc>
              <a:spcBef>
                <a:spcPct val="0"/>
              </a:spcBef>
              <a:spcAft>
                <a:spcPct val="0"/>
              </a:spcAft>
              <a:buClrTx/>
              <a:buSzTx/>
              <a:tabLst/>
            </a:pPr>
            <a:endParaRPr kumimoji="0" lang="en-US" altLang="en-US" sz="28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endParaRP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28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In the context of Natural Language Processing (NLP), a vocabulary refers to the set of all unique words or tokens in a language or dataset.</a:t>
            </a: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28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Building a rich vocabulary is a fundamental aspect of NLP because it enables machines to understand, generate, and work with human language effectively.</a:t>
            </a:r>
          </a:p>
          <a:p>
            <a:pPr marL="0" marR="0" lvl="0" indent="0" algn="l" defTabSz="914400" rtl="0" eaLnBrk="0" fontAlgn="base" latinLnBrk="0" hangingPunct="0">
              <a:lnSpc>
                <a:spcPct val="100000"/>
              </a:lnSpc>
              <a:spcBef>
                <a:spcPct val="0"/>
              </a:spcBef>
              <a:spcAft>
                <a:spcPct val="0"/>
              </a:spcAft>
              <a:buClrTx/>
              <a:buSzTx/>
              <a:buFontTx/>
              <a:buNone/>
              <a:tabLst/>
            </a:pPr>
            <a:endParaRPr kumimoji="0" lang="en-US" altLang="en-US" sz="28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endParaRPr>
          </a:p>
        </p:txBody>
      </p:sp>
      <p:sp>
        <p:nvSpPr>
          <p:cNvPr id="6" name="Slide Number Placeholder 5"/>
          <p:cNvSpPr>
            <a:spLocks noGrp="1"/>
          </p:cNvSpPr>
          <p:nvPr>
            <p:ph type="sldNum" sz="quarter" idx="12"/>
          </p:nvPr>
        </p:nvSpPr>
        <p:spPr/>
        <p:txBody>
          <a:bodyPr/>
          <a:lstStyle/>
          <a:p>
            <a:fld id="{F3D57A2A-32B0-4562-8BA3-11F0795B7757}" type="slidenum">
              <a:rPr lang="en-IN" smtClean="0"/>
              <a:pPr/>
              <a:t>11</a:t>
            </a:fld>
            <a:endParaRPr lang="en-IN"/>
          </a:p>
        </p:txBody>
      </p:sp>
      <p:sp>
        <p:nvSpPr>
          <p:cNvPr id="7" name="Footer Placeholder 6"/>
          <p:cNvSpPr>
            <a:spLocks noGrp="1"/>
          </p:cNvSpPr>
          <p:nvPr>
            <p:ph type="ftr" sz="quarter" idx="11"/>
          </p:nvPr>
        </p:nvSpPr>
        <p:spPr/>
        <p:txBody>
          <a:bodyPr/>
          <a:lstStyle/>
          <a:p>
            <a:r>
              <a:rPr lang="en-IN" smtClean="0"/>
              <a:t>shalini shrotriya</a:t>
            </a:r>
            <a:endParaRPr lang="en-IN"/>
          </a:p>
        </p:txBody>
      </p:sp>
    </p:spTree>
    <p:extLst>
      <p:ext uri="{BB962C8B-B14F-4D97-AF65-F5344CB8AC3E}">
        <p14:creationId xmlns="" xmlns:p14="http://schemas.microsoft.com/office/powerpoint/2010/main" val="1874316062"/>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 xmlns:a16="http://schemas.microsoft.com/office/drawing/2014/main" id="{10EAD911-101F-9326-833A-461F09E5C69D}"/>
              </a:ext>
            </a:extLst>
          </p:cNvPr>
          <p:cNvSpPr>
            <a:spLocks noGrp="1"/>
          </p:cNvSpPr>
          <p:nvPr>
            <p:ph type="title"/>
          </p:nvPr>
        </p:nvSpPr>
        <p:spPr>
          <a:xfrm>
            <a:off x="838200" y="365125"/>
            <a:ext cx="10515600" cy="5151755"/>
          </a:xfrm>
        </p:spPr>
        <p:txBody>
          <a:bodyPr>
            <a:normAutofit fontScale="90000"/>
          </a:bodyPr>
          <a:lstStyle/>
          <a:p>
            <a:r>
              <a:rPr lang="en-US" b="1" dirty="0">
                <a:solidFill>
                  <a:srgbClr val="FF0000"/>
                </a:solidFill>
                <a:latin typeface="Times New Roman" panose="02020603050405020304" pitchFamily="18" charset="0"/>
                <a:cs typeface="Times New Roman" panose="02020603050405020304" pitchFamily="18" charset="0"/>
              </a:rPr>
              <a:t>What is a Corpus</a:t>
            </a:r>
            <a:r>
              <a:rPr lang="en-US" dirty="0">
                <a:solidFill>
                  <a:srgbClr val="FF0000"/>
                </a:solidFill>
                <a:latin typeface="Times New Roman" panose="02020603050405020304" pitchFamily="18" charset="0"/>
                <a:cs typeface="Times New Roman" panose="02020603050405020304" pitchFamily="18" charset="0"/>
              </a:rPr>
              <a:t>?</a:t>
            </a:r>
            <a:r>
              <a:rPr lang="en-US" dirty="0">
                <a:latin typeface="Times New Roman" panose="02020603050405020304" pitchFamily="18" charset="0"/>
                <a:cs typeface="Times New Roman" panose="02020603050405020304" pitchFamily="18" charset="0"/>
              </a:rPr>
              <a:t/>
            </a:r>
            <a:br>
              <a:rPr lang="en-US" dirty="0">
                <a:latin typeface="Times New Roman" panose="02020603050405020304" pitchFamily="18" charset="0"/>
                <a:cs typeface="Times New Roman" panose="02020603050405020304" pitchFamily="18" charset="0"/>
              </a:rPr>
            </a:br>
            <a:r>
              <a:rPr lang="en-US" dirty="0">
                <a:latin typeface="Times New Roman" panose="02020603050405020304" pitchFamily="18" charset="0"/>
                <a:cs typeface="Times New Roman" panose="02020603050405020304" pitchFamily="18" charset="0"/>
              </a:rPr>
              <a:t/>
            </a:r>
            <a:br>
              <a:rPr lang="en-US" dirty="0">
                <a:latin typeface="Times New Roman" panose="02020603050405020304" pitchFamily="18" charset="0"/>
                <a:cs typeface="Times New Roman" panose="02020603050405020304" pitchFamily="18" charset="0"/>
              </a:rPr>
            </a:br>
            <a:r>
              <a:rPr lang="en-US" dirty="0">
                <a:latin typeface="Times New Roman" panose="02020603050405020304" pitchFamily="18" charset="0"/>
                <a:cs typeface="Times New Roman" panose="02020603050405020304" pitchFamily="18" charset="0"/>
              </a:rPr>
              <a:t>    A corpus is a structured collection of text documents or spoken language transcripts.</a:t>
            </a:r>
            <a:br>
              <a:rPr lang="en-US" dirty="0">
                <a:latin typeface="Times New Roman" panose="02020603050405020304" pitchFamily="18" charset="0"/>
                <a:cs typeface="Times New Roman" panose="02020603050405020304" pitchFamily="18" charset="0"/>
              </a:rPr>
            </a:br>
            <a:r>
              <a:rPr lang="en-US" dirty="0">
                <a:latin typeface="Times New Roman" panose="02020603050405020304" pitchFamily="18" charset="0"/>
                <a:cs typeface="Times New Roman" panose="02020603050405020304" pitchFamily="18" charset="0"/>
              </a:rPr>
              <a:t>    Corpora (plural of corpus) serve as foundational resources for linguistic analysis and NLP tasks.</a:t>
            </a:r>
            <a:br>
              <a:rPr lang="en-US" dirty="0">
                <a:latin typeface="Times New Roman" panose="02020603050405020304" pitchFamily="18" charset="0"/>
                <a:cs typeface="Times New Roman" panose="02020603050405020304" pitchFamily="18" charset="0"/>
              </a:rPr>
            </a:br>
            <a:r>
              <a:rPr lang="en-US" dirty="0">
                <a:latin typeface="Times New Roman" panose="02020603050405020304" pitchFamily="18" charset="0"/>
                <a:cs typeface="Times New Roman" panose="02020603050405020304" pitchFamily="18" charset="0"/>
              </a:rPr>
              <a:t>    They can be general-purpose or domain-specific and are essential for various research and practical applications.</a:t>
            </a:r>
            <a:endParaRPr lang="en-IN" dirty="0">
              <a:latin typeface="Times New Roman" panose="02020603050405020304" pitchFamily="18" charset="0"/>
              <a:cs typeface="Times New Roman" panose="02020603050405020304" pitchFamily="18" charset="0"/>
            </a:endParaRPr>
          </a:p>
        </p:txBody>
      </p:sp>
      <p:sp>
        <p:nvSpPr>
          <p:cNvPr id="4" name="Slide Number Placeholder 3"/>
          <p:cNvSpPr>
            <a:spLocks noGrp="1"/>
          </p:cNvSpPr>
          <p:nvPr>
            <p:ph type="sldNum" sz="quarter" idx="12"/>
          </p:nvPr>
        </p:nvSpPr>
        <p:spPr/>
        <p:txBody>
          <a:bodyPr/>
          <a:lstStyle/>
          <a:p>
            <a:fld id="{F3D57A2A-32B0-4562-8BA3-11F0795B7757}" type="slidenum">
              <a:rPr lang="en-IN" smtClean="0"/>
              <a:pPr/>
              <a:t>12</a:t>
            </a:fld>
            <a:endParaRPr lang="en-IN"/>
          </a:p>
        </p:txBody>
      </p:sp>
      <p:sp>
        <p:nvSpPr>
          <p:cNvPr id="5" name="Footer Placeholder 4"/>
          <p:cNvSpPr>
            <a:spLocks noGrp="1"/>
          </p:cNvSpPr>
          <p:nvPr>
            <p:ph type="ftr" sz="quarter" idx="11"/>
          </p:nvPr>
        </p:nvSpPr>
        <p:spPr/>
        <p:txBody>
          <a:bodyPr/>
          <a:lstStyle/>
          <a:p>
            <a:r>
              <a:rPr lang="en-IN" smtClean="0"/>
              <a:t>shalini shrotriya</a:t>
            </a:r>
            <a:endParaRPr lang="en-IN"/>
          </a:p>
        </p:txBody>
      </p:sp>
    </p:spTree>
    <p:extLst>
      <p:ext uri="{BB962C8B-B14F-4D97-AF65-F5344CB8AC3E}">
        <p14:creationId xmlns="" xmlns:p14="http://schemas.microsoft.com/office/powerpoint/2010/main" val="1812363215"/>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Rectangle 2">
            <a:extLst>
              <a:ext uri="{FF2B5EF4-FFF2-40B4-BE49-F238E27FC236}">
                <a16:creationId xmlns="" xmlns:a16="http://schemas.microsoft.com/office/drawing/2014/main" id="{0526C23A-2A85-827D-EF5F-C673B31D5F16}"/>
              </a:ext>
            </a:extLst>
          </p:cNvPr>
          <p:cNvSpPr>
            <a:spLocks noGrp="1" noChangeArrowheads="1"/>
          </p:cNvSpPr>
          <p:nvPr>
            <p:ph type="title"/>
          </p:nvPr>
        </p:nvSpPr>
        <p:spPr bwMode="auto">
          <a:xfrm>
            <a:off x="838200" y="520949"/>
            <a:ext cx="9372600" cy="5693866"/>
          </a:xfrm>
          <a:prstGeom prst="rect">
            <a:avLst/>
          </a:prstGeom>
          <a:noFill/>
          <a:ln>
            <a:noFill/>
          </a:ln>
          <a:effectLst/>
          <a:extLst>
            <a:ext uri="{909E8E84-426E-40DD-AFC4-6F175D3DCCD1}">
              <a14:hiddenFill xmlns="" xmlns:a14="http://schemas.microsoft.com/office/drawing/2010/main">
                <a:solidFill>
                  <a:schemeClr val="accent1"/>
                </a:solidFill>
              </a14:hiddenFill>
            </a:ext>
            <a:ext uri="{91240B29-F687-4F45-9708-019B960494DF}">
              <a14:hiddenLine xmlns="" xmlns:a14="http://schemas.microsoft.com/office/drawing/2010/main" w="9525">
                <a:solidFill>
                  <a:schemeClr val="tx1"/>
                </a:solidFill>
                <a:miter lim="800000"/>
                <a:headEnd/>
                <a:tailEnd/>
              </a14:hiddenLine>
            </a:ext>
            <a:ext uri="{AF507438-7753-43E0-B8FC-AC1667EBCBE1}">
              <a14:hiddenEffects xmln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marL="0" marR="0" lvl="0" indent="0" algn="l" defTabSz="914400" rtl="0" eaLnBrk="0" fontAlgn="base" latinLnBrk="0" hangingPunct="0">
              <a:lnSpc>
                <a:spcPct val="100000"/>
              </a:lnSpc>
              <a:spcBef>
                <a:spcPct val="0"/>
              </a:spcBef>
              <a:spcAft>
                <a:spcPct val="0"/>
              </a:spcAft>
              <a:buClrTx/>
              <a:buSzTx/>
              <a:tabLst/>
            </a:pPr>
            <a:r>
              <a:rPr kumimoji="0" lang="en-US" altLang="en-US" sz="2800" b="1" i="0" u="none" strike="noStrike" cap="none" normalizeH="0" baseline="0" dirty="0">
                <a:ln>
                  <a:noFill/>
                </a:ln>
                <a:solidFill>
                  <a:srgbClr val="FF0000"/>
                </a:solidFill>
                <a:effectLst/>
                <a:latin typeface="Times New Roman" panose="02020603050405020304" pitchFamily="18" charset="0"/>
                <a:cs typeface="Times New Roman" panose="02020603050405020304" pitchFamily="18" charset="0"/>
              </a:rPr>
              <a:t>Linguistic Resources</a:t>
            </a:r>
            <a:br>
              <a:rPr kumimoji="0" lang="en-US" altLang="en-US" sz="2800" b="1" i="0" u="none" strike="noStrike" cap="none" normalizeH="0" baseline="0" dirty="0">
                <a:ln>
                  <a:noFill/>
                </a:ln>
                <a:solidFill>
                  <a:srgbClr val="FF0000"/>
                </a:solidFill>
                <a:effectLst/>
                <a:latin typeface="Times New Roman" panose="02020603050405020304" pitchFamily="18" charset="0"/>
                <a:cs typeface="Times New Roman" panose="02020603050405020304" pitchFamily="18" charset="0"/>
              </a:rPr>
            </a:br>
            <a:endParaRPr kumimoji="0" lang="en-US" altLang="en-US" sz="2800" b="0" i="0" u="none" strike="noStrike" cap="none" normalizeH="0" baseline="0" dirty="0">
              <a:ln>
                <a:noFill/>
              </a:ln>
              <a:solidFill>
                <a:srgbClr val="FF0000"/>
              </a:solidFill>
              <a:effectLst/>
              <a:latin typeface="Times New Roman" panose="02020603050405020304" pitchFamily="18" charset="0"/>
              <a:cs typeface="Times New Roman" panose="02020603050405020304" pitchFamily="18" charset="0"/>
            </a:endParaRP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28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Linguistic resources encompass datasets, tools, and references used for linguistic analysis and NLP tasks.</a:t>
            </a: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28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Examples of linguistic resources include:</a:t>
            </a:r>
          </a:p>
          <a:p>
            <a:pPr marL="457200" marR="0" lvl="1" indent="0" algn="l" defTabSz="914400" rtl="0" eaLnBrk="0" fontAlgn="base" latinLnBrk="0" hangingPunct="0">
              <a:lnSpc>
                <a:spcPct val="100000"/>
              </a:lnSpc>
              <a:spcBef>
                <a:spcPct val="0"/>
              </a:spcBef>
              <a:spcAft>
                <a:spcPct val="0"/>
              </a:spcAft>
              <a:buClrTx/>
              <a:buSzTx/>
              <a:buFontTx/>
              <a:buChar char="•"/>
              <a:tabLst/>
            </a:pPr>
            <a:r>
              <a:rPr kumimoji="0" lang="en-US" altLang="en-US" sz="2800" b="1" i="0" u="none" strike="noStrike" cap="none" normalizeH="0" baseline="0" dirty="0">
                <a:ln>
                  <a:noFill/>
                </a:ln>
                <a:solidFill>
                  <a:srgbClr val="FF0000"/>
                </a:solidFill>
                <a:effectLst/>
                <a:latin typeface="Times New Roman" panose="02020603050405020304" pitchFamily="18" charset="0"/>
                <a:cs typeface="Times New Roman" panose="02020603050405020304" pitchFamily="18" charset="0"/>
              </a:rPr>
              <a:t>WordNet</a:t>
            </a:r>
            <a:r>
              <a:rPr kumimoji="0" lang="en-US" altLang="en-US" sz="2800" b="1"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a:t>
            </a:r>
            <a:r>
              <a:rPr kumimoji="0" lang="en-US" altLang="en-US" sz="28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 A lexical database that links words by their meanings and semantic relationships.</a:t>
            </a:r>
          </a:p>
          <a:p>
            <a:pPr marL="457200" marR="0" lvl="1" indent="0" algn="l" defTabSz="914400" rtl="0" eaLnBrk="0" fontAlgn="base" latinLnBrk="0" hangingPunct="0">
              <a:lnSpc>
                <a:spcPct val="100000"/>
              </a:lnSpc>
              <a:spcBef>
                <a:spcPct val="0"/>
              </a:spcBef>
              <a:spcAft>
                <a:spcPct val="0"/>
              </a:spcAft>
              <a:buClrTx/>
              <a:buSzTx/>
              <a:buFontTx/>
              <a:buChar char="•"/>
              <a:tabLst/>
            </a:pPr>
            <a:r>
              <a:rPr kumimoji="0" lang="en-US" altLang="en-US" sz="2800" b="1" i="0" u="none" strike="noStrike" cap="none" normalizeH="0" baseline="0" dirty="0" err="1">
                <a:ln>
                  <a:noFill/>
                </a:ln>
                <a:solidFill>
                  <a:srgbClr val="FF0000"/>
                </a:solidFill>
                <a:effectLst/>
                <a:latin typeface="Times New Roman" panose="02020603050405020304" pitchFamily="18" charset="0"/>
                <a:cs typeface="Times New Roman" panose="02020603050405020304" pitchFamily="18" charset="0"/>
              </a:rPr>
              <a:t>GloVe</a:t>
            </a:r>
            <a:r>
              <a:rPr kumimoji="0" lang="en-US" altLang="en-US" sz="2800" b="1" i="0" u="none" strike="noStrike" cap="none" normalizeH="0" baseline="0" dirty="0">
                <a:ln>
                  <a:noFill/>
                </a:ln>
                <a:solidFill>
                  <a:srgbClr val="FF0000"/>
                </a:solidFill>
                <a:effectLst/>
                <a:latin typeface="Times New Roman" panose="02020603050405020304" pitchFamily="18" charset="0"/>
                <a:cs typeface="Times New Roman" panose="02020603050405020304" pitchFamily="18" charset="0"/>
              </a:rPr>
              <a:t> (Global Vectors for Word Representation</a:t>
            </a:r>
            <a:r>
              <a:rPr kumimoji="0" lang="en-US" altLang="en-US" sz="2800" b="1"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a:t>
            </a:r>
            <a:r>
              <a:rPr kumimoji="0" lang="en-US" altLang="en-US" sz="28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 Word embeddings that represent words as vectors in high-dimensional space.</a:t>
            </a:r>
          </a:p>
          <a:p>
            <a:pPr marL="457200" marR="0" lvl="1" indent="0" algn="l" defTabSz="914400" rtl="0" eaLnBrk="0" fontAlgn="base" latinLnBrk="0" hangingPunct="0">
              <a:lnSpc>
                <a:spcPct val="100000"/>
              </a:lnSpc>
              <a:spcBef>
                <a:spcPct val="0"/>
              </a:spcBef>
              <a:spcAft>
                <a:spcPct val="0"/>
              </a:spcAft>
              <a:buClrTx/>
              <a:buSzTx/>
              <a:buFontTx/>
              <a:buChar char="•"/>
              <a:tabLst/>
            </a:pPr>
            <a:r>
              <a:rPr kumimoji="0" lang="en-US" altLang="en-US" sz="2800" b="1" i="0" u="none" strike="noStrike" cap="none" normalizeH="0" baseline="0" dirty="0" err="1">
                <a:ln>
                  <a:noFill/>
                </a:ln>
                <a:solidFill>
                  <a:srgbClr val="FF0000"/>
                </a:solidFill>
                <a:effectLst/>
                <a:latin typeface="Times New Roman" panose="02020603050405020304" pitchFamily="18" charset="0"/>
                <a:cs typeface="Times New Roman" panose="02020603050405020304" pitchFamily="18" charset="0"/>
              </a:rPr>
              <a:t>ConceptNet</a:t>
            </a:r>
            <a:r>
              <a:rPr kumimoji="0" lang="en-US" altLang="en-US" sz="2800" b="1"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a:t>
            </a:r>
            <a:r>
              <a:rPr kumimoji="0" lang="en-US" altLang="en-US" sz="28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 A knowledge graph that connects words and phrases with their meanings and relationships.</a:t>
            </a:r>
          </a:p>
          <a:p>
            <a:pPr marL="0" marR="0" lvl="0" indent="0" algn="l" defTabSz="914400" rtl="0" eaLnBrk="0" fontAlgn="base" latinLnBrk="0" hangingPunct="0">
              <a:lnSpc>
                <a:spcPct val="100000"/>
              </a:lnSpc>
              <a:spcBef>
                <a:spcPct val="0"/>
              </a:spcBef>
              <a:spcAft>
                <a:spcPct val="0"/>
              </a:spcAft>
              <a:buClrTx/>
              <a:buSzTx/>
              <a:buFontTx/>
              <a:buNone/>
              <a:tabLst/>
            </a:pPr>
            <a:endParaRPr kumimoji="0" lang="en-US" altLang="en-US" sz="28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endParaRPr>
          </a:p>
        </p:txBody>
      </p:sp>
      <p:sp>
        <p:nvSpPr>
          <p:cNvPr id="5" name="Slide Number Placeholder 4"/>
          <p:cNvSpPr>
            <a:spLocks noGrp="1"/>
          </p:cNvSpPr>
          <p:nvPr>
            <p:ph type="sldNum" sz="quarter" idx="12"/>
          </p:nvPr>
        </p:nvSpPr>
        <p:spPr/>
        <p:txBody>
          <a:bodyPr/>
          <a:lstStyle/>
          <a:p>
            <a:fld id="{F3D57A2A-32B0-4562-8BA3-11F0795B7757}" type="slidenum">
              <a:rPr lang="en-IN" smtClean="0"/>
              <a:pPr/>
              <a:t>13</a:t>
            </a:fld>
            <a:endParaRPr lang="en-IN"/>
          </a:p>
        </p:txBody>
      </p:sp>
      <p:sp>
        <p:nvSpPr>
          <p:cNvPr id="6" name="Footer Placeholder 5"/>
          <p:cNvSpPr>
            <a:spLocks noGrp="1"/>
          </p:cNvSpPr>
          <p:nvPr>
            <p:ph type="ftr" sz="quarter" idx="11"/>
          </p:nvPr>
        </p:nvSpPr>
        <p:spPr/>
        <p:txBody>
          <a:bodyPr/>
          <a:lstStyle/>
          <a:p>
            <a:r>
              <a:rPr lang="en-IN" smtClean="0"/>
              <a:t>shalini shrotriya</a:t>
            </a:r>
            <a:endParaRPr lang="en-IN"/>
          </a:p>
        </p:txBody>
      </p:sp>
    </p:spTree>
    <p:extLst>
      <p:ext uri="{BB962C8B-B14F-4D97-AF65-F5344CB8AC3E}">
        <p14:creationId xmlns="" xmlns:p14="http://schemas.microsoft.com/office/powerpoint/2010/main" val="766384196"/>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 xmlns:a16="http://schemas.microsoft.com/office/drawing/2014/main" id="{946F6A79-3D6E-368B-1510-E25CA6364380}"/>
              </a:ext>
            </a:extLst>
          </p:cNvPr>
          <p:cNvSpPr>
            <a:spLocks noGrp="1"/>
          </p:cNvSpPr>
          <p:nvPr>
            <p:ph type="title"/>
          </p:nvPr>
        </p:nvSpPr>
        <p:spPr>
          <a:xfrm>
            <a:off x="838200" y="365125"/>
            <a:ext cx="10515600" cy="6096635"/>
          </a:xfrm>
        </p:spPr>
        <p:txBody>
          <a:bodyPr>
            <a:normAutofit fontScale="90000"/>
          </a:bodyPr>
          <a:lstStyle/>
          <a:p>
            <a:r>
              <a:rPr lang="en-US" b="1" dirty="0">
                <a:solidFill>
                  <a:srgbClr val="FF0000"/>
                </a:solidFill>
                <a:latin typeface="Times New Roman" panose="02020603050405020304" pitchFamily="18" charset="0"/>
                <a:cs typeface="Times New Roman" panose="02020603050405020304" pitchFamily="18" charset="0"/>
              </a:rPr>
              <a:t>Why Vocabulary and Corpora Matter</a:t>
            </a:r>
            <a:r>
              <a:rPr lang="en-US" b="1" dirty="0">
                <a:latin typeface="Times New Roman" panose="02020603050405020304" pitchFamily="18" charset="0"/>
                <a:cs typeface="Times New Roman" panose="02020603050405020304" pitchFamily="18" charset="0"/>
              </a:rPr>
              <a:t/>
            </a:r>
            <a:br>
              <a:rPr lang="en-US" b="1" dirty="0">
                <a:latin typeface="Times New Roman" panose="02020603050405020304" pitchFamily="18" charset="0"/>
                <a:cs typeface="Times New Roman" panose="02020603050405020304" pitchFamily="18" charset="0"/>
              </a:rPr>
            </a:br>
            <a:r>
              <a:rPr lang="en-US" dirty="0">
                <a:latin typeface="Times New Roman" panose="02020603050405020304" pitchFamily="18" charset="0"/>
                <a:cs typeface="Times New Roman" panose="02020603050405020304" pitchFamily="18" charset="0"/>
              </a:rPr>
              <a:t/>
            </a:r>
            <a:br>
              <a:rPr lang="en-US" dirty="0">
                <a:latin typeface="Times New Roman" panose="02020603050405020304" pitchFamily="18" charset="0"/>
                <a:cs typeface="Times New Roman" panose="02020603050405020304" pitchFamily="18" charset="0"/>
              </a:rPr>
            </a:br>
            <a:r>
              <a:rPr lang="en-US" dirty="0">
                <a:latin typeface="Times New Roman" panose="02020603050405020304" pitchFamily="18" charset="0"/>
                <a:cs typeface="Times New Roman" panose="02020603050405020304" pitchFamily="18" charset="0"/>
              </a:rPr>
              <a:t>    A rich vocabulary enables machines to understand and generate human language more effectively. It allows for better recognition of words, their meanings, and their context.</a:t>
            </a:r>
            <a:br>
              <a:rPr lang="en-US" dirty="0">
                <a:latin typeface="Times New Roman" panose="02020603050405020304" pitchFamily="18" charset="0"/>
                <a:cs typeface="Times New Roman" panose="02020603050405020304" pitchFamily="18" charset="0"/>
              </a:rPr>
            </a:br>
            <a:r>
              <a:rPr lang="en-US" dirty="0">
                <a:latin typeface="Times New Roman" panose="02020603050405020304" pitchFamily="18" charset="0"/>
                <a:cs typeface="Times New Roman" panose="02020603050405020304" pitchFamily="18" charset="0"/>
              </a:rPr>
              <a:t>    Corpora provide valuable data for training language models, conducting linguistic research, and enhancing the accuracy of NLP tasks such as machine translation, sentiment analysis, and speech recognition.</a:t>
            </a:r>
            <a:endParaRPr lang="en-IN" dirty="0">
              <a:latin typeface="Times New Roman" panose="02020603050405020304" pitchFamily="18" charset="0"/>
              <a:cs typeface="Times New Roman" panose="02020603050405020304" pitchFamily="18" charset="0"/>
            </a:endParaRPr>
          </a:p>
        </p:txBody>
      </p:sp>
      <p:sp>
        <p:nvSpPr>
          <p:cNvPr id="4" name="Slide Number Placeholder 3"/>
          <p:cNvSpPr>
            <a:spLocks noGrp="1"/>
          </p:cNvSpPr>
          <p:nvPr>
            <p:ph type="sldNum" sz="quarter" idx="12"/>
          </p:nvPr>
        </p:nvSpPr>
        <p:spPr/>
        <p:txBody>
          <a:bodyPr/>
          <a:lstStyle/>
          <a:p>
            <a:fld id="{F3D57A2A-32B0-4562-8BA3-11F0795B7757}" type="slidenum">
              <a:rPr lang="en-IN" smtClean="0"/>
              <a:pPr/>
              <a:t>14</a:t>
            </a:fld>
            <a:endParaRPr lang="en-IN"/>
          </a:p>
        </p:txBody>
      </p:sp>
      <p:sp>
        <p:nvSpPr>
          <p:cNvPr id="5" name="Footer Placeholder 4"/>
          <p:cNvSpPr>
            <a:spLocks noGrp="1"/>
          </p:cNvSpPr>
          <p:nvPr>
            <p:ph type="ftr" sz="quarter" idx="11"/>
          </p:nvPr>
        </p:nvSpPr>
        <p:spPr/>
        <p:txBody>
          <a:bodyPr/>
          <a:lstStyle/>
          <a:p>
            <a:r>
              <a:rPr lang="en-IN" smtClean="0"/>
              <a:t>shalini shrotriya</a:t>
            </a:r>
            <a:endParaRPr lang="en-IN"/>
          </a:p>
        </p:txBody>
      </p:sp>
    </p:spTree>
    <p:extLst>
      <p:ext uri="{BB962C8B-B14F-4D97-AF65-F5344CB8AC3E}">
        <p14:creationId xmlns="" xmlns:p14="http://schemas.microsoft.com/office/powerpoint/2010/main" val="3962621518"/>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 xmlns:a16="http://schemas.microsoft.com/office/drawing/2014/main" id="{ED7D2864-19D2-EBD7-9C76-F7D1607ED7BD}"/>
              </a:ext>
            </a:extLst>
          </p:cNvPr>
          <p:cNvSpPr>
            <a:spLocks noGrp="1"/>
          </p:cNvSpPr>
          <p:nvPr>
            <p:ph type="title"/>
          </p:nvPr>
        </p:nvSpPr>
        <p:spPr>
          <a:xfrm>
            <a:off x="663388" y="376518"/>
            <a:ext cx="10515600" cy="5294854"/>
          </a:xfrm>
        </p:spPr>
        <p:txBody>
          <a:bodyPr>
            <a:normAutofit/>
          </a:bodyPr>
          <a:lstStyle/>
          <a:p>
            <a:r>
              <a:rPr lang="en-US" b="1" dirty="0">
                <a:solidFill>
                  <a:srgbClr val="FF0000"/>
                </a:solidFill>
                <a:latin typeface="Times New Roman" panose="02020603050405020304" pitchFamily="18" charset="0"/>
                <a:cs typeface="Times New Roman" panose="02020603050405020304" pitchFamily="18" charset="0"/>
              </a:rPr>
              <a:t>Collecting and Building </a:t>
            </a:r>
            <a:r>
              <a:rPr lang="en-US" b="1" dirty="0" smtClean="0">
                <a:solidFill>
                  <a:srgbClr val="FF0000"/>
                </a:solidFill>
                <a:latin typeface="Times New Roman" panose="02020603050405020304" pitchFamily="18" charset="0"/>
                <a:cs typeface="Times New Roman" panose="02020603050405020304" pitchFamily="18" charset="0"/>
              </a:rPr>
              <a:t>Corpora</a:t>
            </a:r>
            <a:br>
              <a:rPr lang="en-US" b="1" dirty="0" smtClean="0">
                <a:solidFill>
                  <a:srgbClr val="FF0000"/>
                </a:solidFill>
                <a:latin typeface="Times New Roman" panose="02020603050405020304" pitchFamily="18" charset="0"/>
                <a:cs typeface="Times New Roman" panose="02020603050405020304" pitchFamily="18" charset="0"/>
              </a:rPr>
            </a:br>
            <a:r>
              <a:rPr lang="en-US" sz="3100" dirty="0" smtClean="0">
                <a:latin typeface="Times New Roman" panose="02020603050405020304" pitchFamily="18" charset="0"/>
                <a:cs typeface="Times New Roman" panose="02020603050405020304" pitchFamily="18" charset="0"/>
              </a:rPr>
              <a:t>Creating </a:t>
            </a:r>
            <a:r>
              <a:rPr lang="en-US" sz="3100" dirty="0">
                <a:latin typeface="Times New Roman" panose="02020603050405020304" pitchFamily="18" charset="0"/>
                <a:cs typeface="Times New Roman" panose="02020603050405020304" pitchFamily="18" charset="0"/>
              </a:rPr>
              <a:t>a specialized corpus may involve collecting and annotating text data from various sources, including books, websites, social media, and domain-specific documents.</a:t>
            </a:r>
            <a:br>
              <a:rPr lang="en-US" sz="3100" dirty="0">
                <a:latin typeface="Times New Roman" panose="02020603050405020304" pitchFamily="18" charset="0"/>
                <a:cs typeface="Times New Roman" panose="02020603050405020304" pitchFamily="18" charset="0"/>
              </a:rPr>
            </a:br>
            <a:r>
              <a:rPr lang="en-US" sz="3100" dirty="0">
                <a:latin typeface="Times New Roman" panose="02020603050405020304" pitchFamily="18" charset="0"/>
                <a:cs typeface="Times New Roman" panose="02020603050405020304" pitchFamily="18" charset="0"/>
              </a:rPr>
              <a:t>    Annotated corpora are valuable for training and evaluating machine learning models in tasks like part-of-speech tagging and entity recognition.</a:t>
            </a:r>
            <a:endParaRPr lang="en-IN" sz="3100" dirty="0">
              <a:latin typeface="Times New Roman" panose="02020603050405020304" pitchFamily="18" charset="0"/>
              <a:cs typeface="Times New Roman" panose="02020603050405020304" pitchFamily="18" charset="0"/>
            </a:endParaRPr>
          </a:p>
        </p:txBody>
      </p:sp>
      <p:sp>
        <p:nvSpPr>
          <p:cNvPr id="4" name="Slide Number Placeholder 3"/>
          <p:cNvSpPr>
            <a:spLocks noGrp="1"/>
          </p:cNvSpPr>
          <p:nvPr>
            <p:ph type="sldNum" sz="quarter" idx="12"/>
          </p:nvPr>
        </p:nvSpPr>
        <p:spPr/>
        <p:txBody>
          <a:bodyPr/>
          <a:lstStyle/>
          <a:p>
            <a:fld id="{F3D57A2A-32B0-4562-8BA3-11F0795B7757}" type="slidenum">
              <a:rPr lang="en-IN" smtClean="0"/>
              <a:pPr/>
              <a:t>15</a:t>
            </a:fld>
            <a:endParaRPr lang="en-IN"/>
          </a:p>
        </p:txBody>
      </p:sp>
      <p:sp>
        <p:nvSpPr>
          <p:cNvPr id="5" name="Footer Placeholder 4"/>
          <p:cNvSpPr>
            <a:spLocks noGrp="1"/>
          </p:cNvSpPr>
          <p:nvPr>
            <p:ph type="ftr" sz="quarter" idx="11"/>
          </p:nvPr>
        </p:nvSpPr>
        <p:spPr/>
        <p:txBody>
          <a:bodyPr/>
          <a:lstStyle/>
          <a:p>
            <a:r>
              <a:rPr lang="en-IN" smtClean="0"/>
              <a:t>shalini shrotriya</a:t>
            </a:r>
            <a:endParaRPr lang="en-IN"/>
          </a:p>
        </p:txBody>
      </p:sp>
    </p:spTree>
    <p:extLst>
      <p:ext uri="{BB962C8B-B14F-4D97-AF65-F5344CB8AC3E}">
        <p14:creationId xmlns="" xmlns:p14="http://schemas.microsoft.com/office/powerpoint/2010/main" val="3748175354"/>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 xmlns:a16="http://schemas.microsoft.com/office/drawing/2014/main" id="{0CFEF765-910C-08A4-5F8B-70C86243D90C}"/>
              </a:ext>
            </a:extLst>
          </p:cNvPr>
          <p:cNvSpPr>
            <a:spLocks noGrp="1"/>
          </p:cNvSpPr>
          <p:nvPr>
            <p:ph type="title"/>
          </p:nvPr>
        </p:nvSpPr>
        <p:spPr/>
        <p:txBody>
          <a:bodyPr/>
          <a:lstStyle/>
          <a:p>
            <a:r>
              <a:rPr lang="en-US" b="1" dirty="0">
                <a:solidFill>
                  <a:srgbClr val="FF0000"/>
                </a:solidFill>
                <a:latin typeface="Times New Roman" panose="02020603050405020304" pitchFamily="18" charset="0"/>
                <a:cs typeface="Times New Roman" panose="02020603050405020304" pitchFamily="18" charset="0"/>
              </a:rPr>
              <a:t>Linguistic Foundations: Morphology, Syntax, Semantics, and Pragmatics</a:t>
            </a:r>
            <a:endParaRPr lang="en-IN" dirty="0">
              <a:solidFill>
                <a:srgbClr val="FF0000"/>
              </a:solidFill>
              <a:latin typeface="Times New Roman" panose="02020603050405020304" pitchFamily="18" charset="0"/>
              <a:cs typeface="Times New Roman" panose="02020603050405020304" pitchFamily="18" charset="0"/>
            </a:endParaRPr>
          </a:p>
        </p:txBody>
      </p:sp>
      <p:sp>
        <p:nvSpPr>
          <p:cNvPr id="3" name="Content Placeholder 2">
            <a:extLst>
              <a:ext uri="{FF2B5EF4-FFF2-40B4-BE49-F238E27FC236}">
                <a16:creationId xmlns="" xmlns:a16="http://schemas.microsoft.com/office/drawing/2014/main" id="{53107AF9-32AC-A94F-3DDB-6860935F8773}"/>
              </a:ext>
            </a:extLst>
          </p:cNvPr>
          <p:cNvSpPr>
            <a:spLocks noGrp="1"/>
          </p:cNvSpPr>
          <p:nvPr>
            <p:ph idx="1"/>
          </p:nvPr>
        </p:nvSpPr>
        <p:spPr>
          <a:xfrm flipV="1">
            <a:off x="838200" y="1779905"/>
            <a:ext cx="9428988" cy="98453"/>
          </a:xfrm>
        </p:spPr>
        <p:txBody>
          <a:bodyPr>
            <a:normAutofit fontScale="25000" lnSpcReduction="20000"/>
          </a:bodyPr>
          <a:lstStyle/>
          <a:p>
            <a:r>
              <a:rPr lang="en-US" dirty="0"/>
              <a:t>  </a:t>
            </a:r>
            <a:endParaRPr lang="en-IN" dirty="0"/>
          </a:p>
        </p:txBody>
      </p:sp>
      <p:sp>
        <p:nvSpPr>
          <p:cNvPr id="4" name="Rectangle 1">
            <a:extLst>
              <a:ext uri="{FF2B5EF4-FFF2-40B4-BE49-F238E27FC236}">
                <a16:creationId xmlns="" xmlns:a16="http://schemas.microsoft.com/office/drawing/2014/main" id="{DA50036F-470F-2FE2-2FFB-873D5B782044}"/>
              </a:ext>
            </a:extLst>
          </p:cNvPr>
          <p:cNvSpPr>
            <a:spLocks noChangeArrowheads="1"/>
          </p:cNvSpPr>
          <p:nvPr/>
        </p:nvSpPr>
        <p:spPr bwMode="auto">
          <a:xfrm>
            <a:off x="0" y="1899477"/>
            <a:ext cx="10932160" cy="4154984"/>
          </a:xfrm>
          <a:prstGeom prst="rect">
            <a:avLst/>
          </a:prstGeom>
          <a:noFill/>
          <a:ln>
            <a:noFill/>
          </a:ln>
          <a:effectLst/>
          <a:extLst>
            <a:ext uri="{909E8E84-426E-40DD-AFC4-6F175D3DCCD1}">
              <a14:hiddenFill xmlns="" xmlns:a14="http://schemas.microsoft.com/office/drawing/2010/main">
                <a:solidFill>
                  <a:schemeClr val="accent1"/>
                </a:solidFill>
              </a14:hiddenFill>
            </a:ext>
            <a:ext uri="{91240B29-F687-4F45-9708-019B960494DF}">
              <a14:hiddenLine xmlns="" xmlns:a14="http://schemas.microsoft.com/office/drawing/2010/main" w="9525">
                <a:solidFill>
                  <a:schemeClr val="tx1"/>
                </a:solidFill>
                <a:miter lim="800000"/>
                <a:headEnd/>
                <a:tailEnd/>
              </a14:hiddenLine>
            </a:ext>
            <a:ext uri="{AF507438-7753-43E0-B8FC-AC1667EBCBE1}">
              <a14:hiddenEffects xmln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marL="0" marR="0" lvl="0" indent="0" algn="l" defTabSz="914400" rtl="0" eaLnBrk="0" fontAlgn="base" latinLnBrk="0" hangingPunct="0">
              <a:lnSpc>
                <a:spcPct val="100000"/>
              </a:lnSpc>
              <a:spcBef>
                <a:spcPct val="0"/>
              </a:spcBef>
              <a:spcAft>
                <a:spcPct val="0"/>
              </a:spcAft>
              <a:buClrTx/>
              <a:buSzTx/>
              <a:tabLst/>
            </a:pPr>
            <a:r>
              <a:rPr kumimoji="0" lang="en-US" altLang="en-US" sz="2400" b="1" i="0" u="none" strike="noStrike" cap="none" normalizeH="0" baseline="0" dirty="0">
                <a:ln>
                  <a:noFill/>
                </a:ln>
                <a:solidFill>
                  <a:srgbClr val="FF0000"/>
                </a:solidFill>
                <a:effectLst/>
                <a:latin typeface="Times New Roman" panose="02020603050405020304" pitchFamily="18" charset="0"/>
                <a:cs typeface="Times New Roman" panose="02020603050405020304" pitchFamily="18" charset="0"/>
              </a:rPr>
              <a:t>Linguistic Foundations in NLP</a:t>
            </a:r>
            <a:r>
              <a:rPr kumimoji="0" lang="en-US" altLang="en-US" sz="2400" b="1" i="0" u="none" strike="noStrike" cap="none" normalizeH="0" baseline="0" dirty="0" smtClean="0">
                <a:ln>
                  <a:noFill/>
                </a:ln>
                <a:solidFill>
                  <a:srgbClr val="FF0000"/>
                </a:solidFill>
                <a:effectLst/>
                <a:latin typeface="Times New Roman" panose="02020603050405020304" pitchFamily="18" charset="0"/>
                <a:cs typeface="Times New Roman" panose="02020603050405020304" pitchFamily="18" charset="0"/>
              </a:rPr>
              <a:t>:</a:t>
            </a:r>
          </a:p>
          <a:p>
            <a:pPr marL="0" marR="0" lvl="0" indent="0" algn="l" defTabSz="914400" rtl="0" eaLnBrk="0" fontAlgn="base" latinLnBrk="0" hangingPunct="0">
              <a:lnSpc>
                <a:spcPct val="100000"/>
              </a:lnSpc>
              <a:spcBef>
                <a:spcPct val="0"/>
              </a:spcBef>
              <a:spcAft>
                <a:spcPct val="0"/>
              </a:spcAft>
              <a:buClrTx/>
              <a:buSzTx/>
              <a:tabLst/>
            </a:pPr>
            <a:endParaRPr lang="en-US" altLang="en-US" sz="2400" b="1" dirty="0" smtClean="0">
              <a:solidFill>
                <a:srgbClr val="FF0000"/>
              </a:solidFill>
              <a:latin typeface="Times New Roman" panose="02020603050405020304" pitchFamily="18" charset="0"/>
              <a:cs typeface="Times New Roman" panose="02020603050405020304" pitchFamily="18" charset="0"/>
            </a:endParaRPr>
          </a:p>
          <a:p>
            <a:pPr marL="174625" lvl="0" indent="-174625" algn="just" eaLnBrk="0" fontAlgn="base" hangingPunct="0">
              <a:spcBef>
                <a:spcPct val="0"/>
              </a:spcBef>
              <a:spcAft>
                <a:spcPct val="0"/>
              </a:spcAft>
              <a:buFont typeface="Arial" pitchFamily="34" charset="0"/>
              <a:buChar char="•"/>
            </a:pPr>
            <a:r>
              <a:rPr lang="en-US" sz="2400" dirty="0" smtClean="0">
                <a:latin typeface="Times New Roman" pitchFamily="18" charset="0"/>
                <a:cs typeface="Times New Roman" pitchFamily="18" charset="0"/>
              </a:rPr>
              <a:t> The linguistic foundations of Natural Language Processing (NLP) are syntax,  semantics, pragmatics, and morphology.</a:t>
            </a:r>
            <a:endParaRPr kumimoji="0" lang="en-US" altLang="en-US" sz="2400" b="1" i="0" u="none" strike="noStrike" cap="none" normalizeH="0" baseline="0" dirty="0">
              <a:ln>
                <a:noFill/>
              </a:ln>
              <a:solidFill>
                <a:srgbClr val="FF0000"/>
              </a:solidFill>
              <a:effectLst/>
              <a:latin typeface="Times New Roman" pitchFamily="18" charset="0"/>
              <a:cs typeface="Times New Roman" pitchFamily="18" charset="0"/>
            </a:endParaRPr>
          </a:p>
          <a:p>
            <a:pPr marL="0" marR="0" lvl="0" indent="0" algn="l" defTabSz="914400" rtl="0" eaLnBrk="0" fontAlgn="base" latinLnBrk="0" hangingPunct="0">
              <a:lnSpc>
                <a:spcPct val="100000"/>
              </a:lnSpc>
              <a:spcBef>
                <a:spcPct val="0"/>
              </a:spcBef>
              <a:spcAft>
                <a:spcPct val="0"/>
              </a:spcAft>
              <a:buClrTx/>
              <a:buSzTx/>
              <a:tabLst/>
            </a:pPr>
            <a:endParaRPr lang="en-US" altLang="en-US" sz="2400" b="1" dirty="0">
              <a:solidFill>
                <a:srgbClr val="FF0000"/>
              </a:solidFill>
              <a:latin typeface="Times New Roman" panose="02020603050405020304" pitchFamily="18" charset="0"/>
              <a:cs typeface="Times New Roman" panose="02020603050405020304" pitchFamily="18" charset="0"/>
            </a:endParaRPr>
          </a:p>
          <a:p>
            <a:pPr marL="268288" lvl="0" indent="-268288" algn="just" eaLnBrk="0" fontAlgn="base" hangingPunct="0">
              <a:spcBef>
                <a:spcPct val="0"/>
              </a:spcBef>
              <a:spcAft>
                <a:spcPct val="0"/>
              </a:spcAft>
              <a:buFontTx/>
              <a:buChar char="•"/>
            </a:pPr>
            <a:r>
              <a:rPr lang="en-US" sz="2400" dirty="0" smtClean="0">
                <a:latin typeface="Times New Roman" pitchFamily="18" charset="0"/>
                <a:cs typeface="Times New Roman" pitchFamily="18" charset="0"/>
              </a:rPr>
              <a:t>These linguistic pillars help NLP systems understand human language better, which allows for more accurate and meaningful interactions between humans and machines.</a:t>
            </a:r>
          </a:p>
          <a:p>
            <a:pPr marL="268288" lvl="0" indent="-268288" algn="just" eaLnBrk="0" fontAlgn="base" hangingPunct="0">
              <a:spcBef>
                <a:spcPct val="0"/>
              </a:spcBef>
              <a:spcAft>
                <a:spcPct val="0"/>
              </a:spcAft>
            </a:pPr>
            <a:endParaRPr lang="en-US" sz="2400" dirty="0" smtClean="0">
              <a:latin typeface="Times New Roman" pitchFamily="18" charset="0"/>
              <a:cs typeface="Times New Roman" pitchFamily="18" charset="0"/>
            </a:endParaRPr>
          </a:p>
          <a:p>
            <a:pPr marL="268288" lvl="0" indent="-268288" algn="just" eaLnBrk="0" fontAlgn="base" hangingPunct="0">
              <a:spcBef>
                <a:spcPct val="0"/>
              </a:spcBef>
              <a:spcAft>
                <a:spcPct val="0"/>
              </a:spcAft>
              <a:buFontTx/>
              <a:buChar char="•"/>
            </a:pPr>
            <a:r>
              <a:rPr kumimoji="0" lang="en-US" altLang="en-US" sz="2400" b="0" i="0" u="none" strike="noStrike" cap="none" normalizeH="0" baseline="0" dirty="0" smtClean="0">
                <a:ln>
                  <a:noFill/>
                </a:ln>
                <a:solidFill>
                  <a:schemeClr val="tx1"/>
                </a:solidFill>
                <a:effectLst/>
                <a:latin typeface="Times New Roman" pitchFamily="18" charset="0"/>
                <a:cs typeface="Times New Roman" pitchFamily="18" charset="0"/>
              </a:rPr>
              <a:t>Linguistic foundations provide the framework for NLP algorithms and models to bridge the gap between human language and computational processing.</a:t>
            </a:r>
          </a:p>
          <a:p>
            <a:pPr marL="0" marR="0" lvl="0" indent="0" algn="l" defTabSz="914400" rtl="0" eaLnBrk="0" fontAlgn="base" latinLnBrk="0" hangingPunct="0">
              <a:lnSpc>
                <a:spcPct val="100000"/>
              </a:lnSpc>
              <a:spcBef>
                <a:spcPct val="0"/>
              </a:spcBef>
              <a:spcAft>
                <a:spcPct val="0"/>
              </a:spcAft>
              <a:buClrTx/>
              <a:buSzTx/>
              <a:buFontTx/>
              <a:buNone/>
              <a:tabLst/>
            </a:pPr>
            <a:endParaRPr kumimoji="0" lang="en-US" altLang="en-US" sz="24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endParaRPr>
          </a:p>
        </p:txBody>
      </p:sp>
      <p:sp>
        <p:nvSpPr>
          <p:cNvPr id="6" name="Slide Number Placeholder 5"/>
          <p:cNvSpPr>
            <a:spLocks noGrp="1"/>
          </p:cNvSpPr>
          <p:nvPr>
            <p:ph type="sldNum" sz="quarter" idx="12"/>
          </p:nvPr>
        </p:nvSpPr>
        <p:spPr/>
        <p:txBody>
          <a:bodyPr/>
          <a:lstStyle/>
          <a:p>
            <a:fld id="{F3D57A2A-32B0-4562-8BA3-11F0795B7757}" type="slidenum">
              <a:rPr lang="en-IN" smtClean="0"/>
              <a:pPr/>
              <a:t>16</a:t>
            </a:fld>
            <a:endParaRPr lang="en-IN"/>
          </a:p>
        </p:txBody>
      </p:sp>
      <p:sp>
        <p:nvSpPr>
          <p:cNvPr id="7" name="Footer Placeholder 6"/>
          <p:cNvSpPr>
            <a:spLocks noGrp="1"/>
          </p:cNvSpPr>
          <p:nvPr>
            <p:ph type="ftr" sz="quarter" idx="11"/>
          </p:nvPr>
        </p:nvSpPr>
        <p:spPr/>
        <p:txBody>
          <a:bodyPr/>
          <a:lstStyle/>
          <a:p>
            <a:r>
              <a:rPr lang="en-IN" smtClean="0"/>
              <a:t>shalini shrotriya</a:t>
            </a:r>
            <a:endParaRPr lang="en-IN"/>
          </a:p>
        </p:txBody>
      </p:sp>
    </p:spTree>
    <p:extLst>
      <p:ext uri="{BB962C8B-B14F-4D97-AF65-F5344CB8AC3E}">
        <p14:creationId xmlns="" xmlns:p14="http://schemas.microsoft.com/office/powerpoint/2010/main" val="1247598989"/>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 xmlns:a16="http://schemas.microsoft.com/office/drawing/2014/main" id="{B76E1A3A-8325-DB58-B70C-0F4127C2C257}"/>
              </a:ext>
            </a:extLst>
          </p:cNvPr>
          <p:cNvSpPr>
            <a:spLocks noGrp="1"/>
          </p:cNvSpPr>
          <p:nvPr>
            <p:ph type="title"/>
          </p:nvPr>
        </p:nvSpPr>
        <p:spPr>
          <a:xfrm>
            <a:off x="838200" y="314325"/>
            <a:ext cx="10515600" cy="1325563"/>
          </a:xfrm>
        </p:spPr>
        <p:txBody>
          <a:bodyPr/>
          <a:lstStyle/>
          <a:p>
            <a:r>
              <a:rPr lang="en-IN" b="1" dirty="0">
                <a:solidFill>
                  <a:srgbClr val="FF0000"/>
                </a:solidFill>
                <a:latin typeface="Times New Roman" panose="02020603050405020304" pitchFamily="18" charset="0"/>
                <a:cs typeface="Times New Roman" panose="02020603050405020304" pitchFamily="18" charset="0"/>
              </a:rPr>
              <a:t>Morphology</a:t>
            </a:r>
            <a:endParaRPr lang="en-IN" dirty="0">
              <a:solidFill>
                <a:srgbClr val="FF0000"/>
              </a:solidFill>
              <a:latin typeface="Times New Roman" panose="02020603050405020304" pitchFamily="18" charset="0"/>
              <a:cs typeface="Times New Roman" panose="02020603050405020304" pitchFamily="18" charset="0"/>
            </a:endParaRPr>
          </a:p>
        </p:txBody>
      </p:sp>
      <p:sp>
        <p:nvSpPr>
          <p:cNvPr id="3" name="Content Placeholder 2">
            <a:extLst>
              <a:ext uri="{FF2B5EF4-FFF2-40B4-BE49-F238E27FC236}">
                <a16:creationId xmlns="" xmlns:a16="http://schemas.microsoft.com/office/drawing/2014/main" id="{A910F327-597B-2D59-FD83-E86DAEBA3CC9}"/>
              </a:ext>
            </a:extLst>
          </p:cNvPr>
          <p:cNvSpPr>
            <a:spLocks noGrp="1"/>
          </p:cNvSpPr>
          <p:nvPr>
            <p:ph idx="1"/>
          </p:nvPr>
        </p:nvSpPr>
        <p:spPr/>
        <p:txBody>
          <a:bodyPr>
            <a:normAutofit fontScale="92500" lnSpcReduction="10000"/>
          </a:bodyPr>
          <a:lstStyle/>
          <a:p>
            <a:pPr marL="0" indent="0" algn="just">
              <a:buNone/>
            </a:pPr>
            <a:r>
              <a:rPr lang="en-US" b="1" dirty="0">
                <a:latin typeface="Times New Roman" panose="02020603050405020304" pitchFamily="18" charset="0"/>
                <a:cs typeface="Times New Roman" panose="02020603050405020304" pitchFamily="18" charset="0"/>
              </a:rPr>
              <a:t>Definition:</a:t>
            </a:r>
            <a:r>
              <a:rPr lang="en-US" dirty="0">
                <a:latin typeface="Times New Roman" panose="02020603050405020304" pitchFamily="18" charset="0"/>
                <a:cs typeface="Times New Roman" panose="02020603050405020304" pitchFamily="18" charset="0"/>
              </a:rPr>
              <a:t> Morphology is the study of the internal structure of words and how words are formed.</a:t>
            </a:r>
          </a:p>
          <a:p>
            <a:pPr marL="0" indent="0" algn="just">
              <a:buNone/>
            </a:pPr>
            <a:r>
              <a:rPr lang="en-US" dirty="0"/>
              <a:t> </a:t>
            </a:r>
            <a:r>
              <a:rPr lang="en-US" dirty="0">
                <a:latin typeface="Times New Roman" panose="02020603050405020304" pitchFamily="18" charset="0"/>
                <a:cs typeface="Times New Roman" panose="02020603050405020304" pitchFamily="18" charset="0"/>
              </a:rPr>
              <a:t>It focuses on morphemes, which are the smallest units of meaning in a    language</a:t>
            </a:r>
          </a:p>
          <a:p>
            <a:pPr algn="just">
              <a:buFont typeface="Arial" panose="020B0604020202020204" pitchFamily="34" charset="0"/>
              <a:buChar char="•"/>
            </a:pPr>
            <a:r>
              <a:rPr lang="en-US" b="1" dirty="0">
                <a:latin typeface="Times New Roman" panose="02020603050405020304" pitchFamily="18" charset="0"/>
                <a:cs typeface="Times New Roman" panose="02020603050405020304" pitchFamily="18" charset="0"/>
              </a:rPr>
              <a:t>Key Concepts:</a:t>
            </a:r>
            <a:endParaRPr lang="en-US" dirty="0">
              <a:latin typeface="Times New Roman" panose="02020603050405020304" pitchFamily="18" charset="0"/>
              <a:cs typeface="Times New Roman" panose="02020603050405020304" pitchFamily="18" charset="0"/>
            </a:endParaRPr>
          </a:p>
          <a:p>
            <a:pPr marL="742950" lvl="1" indent="-285750" algn="just">
              <a:buFont typeface="Arial" panose="020B0604020202020204" pitchFamily="34" charset="0"/>
              <a:buChar char="•"/>
            </a:pPr>
            <a:r>
              <a:rPr lang="en-US" dirty="0">
                <a:latin typeface="Times New Roman" panose="02020603050405020304" pitchFamily="18" charset="0"/>
                <a:cs typeface="Times New Roman" panose="02020603050405020304" pitchFamily="18" charset="0"/>
              </a:rPr>
              <a:t>Morphemes: The smallest units of meaning in a language (e.g., "un-" and "happiness" in "unhappiness").</a:t>
            </a:r>
          </a:p>
          <a:p>
            <a:pPr marL="742950" lvl="1" indent="-285750" algn="just">
              <a:buFont typeface="Arial" panose="020B0604020202020204" pitchFamily="34" charset="0"/>
              <a:buChar char="•"/>
            </a:pPr>
            <a:r>
              <a:rPr lang="en-US" dirty="0">
                <a:latin typeface="Times New Roman" panose="02020603050405020304" pitchFamily="18" charset="0"/>
                <a:cs typeface="Times New Roman" panose="02020603050405020304" pitchFamily="18" charset="0"/>
              </a:rPr>
              <a:t>Inflection: Changes in word forms to convey grammatical information (e.g., verb conjugations, plural forms).</a:t>
            </a:r>
          </a:p>
          <a:p>
            <a:pPr marL="0" indent="0" algn="just">
              <a:buNone/>
            </a:pPr>
            <a:r>
              <a:rPr lang="en-US" b="1" dirty="0">
                <a:latin typeface="Times New Roman" panose="02020603050405020304" pitchFamily="18" charset="0"/>
                <a:cs typeface="Times New Roman" panose="02020603050405020304" pitchFamily="18" charset="0"/>
              </a:rPr>
              <a:t>Role in NLP:</a:t>
            </a:r>
            <a:endParaRPr lang="en-US" dirty="0">
              <a:latin typeface="Times New Roman" panose="02020603050405020304" pitchFamily="18" charset="0"/>
              <a:cs typeface="Times New Roman" panose="02020603050405020304" pitchFamily="18" charset="0"/>
            </a:endParaRPr>
          </a:p>
          <a:p>
            <a:pPr marL="742950" lvl="1" indent="-285750" algn="just">
              <a:buFont typeface="Arial" panose="020B0604020202020204" pitchFamily="34" charset="0"/>
              <a:buChar char="•"/>
            </a:pPr>
            <a:r>
              <a:rPr lang="en-US" dirty="0">
                <a:latin typeface="Times New Roman" panose="02020603050405020304" pitchFamily="18" charset="0"/>
                <a:cs typeface="Times New Roman" panose="02020603050405020304" pitchFamily="18" charset="0"/>
              </a:rPr>
              <a:t>Understanding morphology helps NLP systems recognize word variations and apply appropriate grammatical rules.</a:t>
            </a:r>
          </a:p>
          <a:p>
            <a:endParaRPr lang="en-IN" dirty="0">
              <a:latin typeface="Times New Roman" panose="02020603050405020304" pitchFamily="18" charset="0"/>
              <a:cs typeface="Times New Roman" panose="02020603050405020304" pitchFamily="18" charset="0"/>
            </a:endParaRPr>
          </a:p>
        </p:txBody>
      </p:sp>
      <p:sp>
        <p:nvSpPr>
          <p:cNvPr id="5" name="Slide Number Placeholder 4"/>
          <p:cNvSpPr>
            <a:spLocks noGrp="1"/>
          </p:cNvSpPr>
          <p:nvPr>
            <p:ph type="sldNum" sz="quarter" idx="12"/>
          </p:nvPr>
        </p:nvSpPr>
        <p:spPr/>
        <p:txBody>
          <a:bodyPr/>
          <a:lstStyle/>
          <a:p>
            <a:fld id="{F3D57A2A-32B0-4562-8BA3-11F0795B7757}" type="slidenum">
              <a:rPr lang="en-IN" smtClean="0"/>
              <a:pPr/>
              <a:t>17</a:t>
            </a:fld>
            <a:endParaRPr lang="en-IN"/>
          </a:p>
        </p:txBody>
      </p:sp>
      <p:sp>
        <p:nvSpPr>
          <p:cNvPr id="6" name="Footer Placeholder 5"/>
          <p:cNvSpPr>
            <a:spLocks noGrp="1"/>
          </p:cNvSpPr>
          <p:nvPr>
            <p:ph type="ftr" sz="quarter" idx="11"/>
          </p:nvPr>
        </p:nvSpPr>
        <p:spPr/>
        <p:txBody>
          <a:bodyPr/>
          <a:lstStyle/>
          <a:p>
            <a:r>
              <a:rPr lang="en-IN" smtClean="0"/>
              <a:t>shalini shrotriya</a:t>
            </a:r>
            <a:endParaRPr lang="en-IN"/>
          </a:p>
        </p:txBody>
      </p:sp>
    </p:spTree>
    <p:extLst>
      <p:ext uri="{BB962C8B-B14F-4D97-AF65-F5344CB8AC3E}">
        <p14:creationId xmlns="" xmlns:p14="http://schemas.microsoft.com/office/powerpoint/2010/main" val="361602391"/>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 xmlns:a16="http://schemas.microsoft.com/office/drawing/2014/main" id="{A58BADA1-7D56-4044-93A0-78F06127F689}"/>
              </a:ext>
            </a:extLst>
          </p:cNvPr>
          <p:cNvSpPr>
            <a:spLocks noGrp="1"/>
          </p:cNvSpPr>
          <p:nvPr>
            <p:ph type="title"/>
          </p:nvPr>
        </p:nvSpPr>
        <p:spPr/>
        <p:txBody>
          <a:bodyPr/>
          <a:lstStyle/>
          <a:p>
            <a:r>
              <a:rPr lang="en-IN" b="1" dirty="0">
                <a:solidFill>
                  <a:srgbClr val="FF0000"/>
                </a:solidFill>
                <a:latin typeface="Times New Roman" panose="02020603050405020304" pitchFamily="18" charset="0"/>
                <a:cs typeface="Times New Roman" panose="02020603050405020304" pitchFamily="18" charset="0"/>
              </a:rPr>
              <a:t>Syntax</a:t>
            </a:r>
            <a:endParaRPr lang="en-IN" dirty="0">
              <a:solidFill>
                <a:srgbClr val="FF0000"/>
              </a:solidFill>
              <a:latin typeface="Times New Roman" panose="02020603050405020304" pitchFamily="18" charset="0"/>
              <a:cs typeface="Times New Roman" panose="02020603050405020304" pitchFamily="18" charset="0"/>
            </a:endParaRPr>
          </a:p>
        </p:txBody>
      </p:sp>
      <p:sp>
        <p:nvSpPr>
          <p:cNvPr id="3" name="Content Placeholder 2">
            <a:extLst>
              <a:ext uri="{FF2B5EF4-FFF2-40B4-BE49-F238E27FC236}">
                <a16:creationId xmlns="" xmlns:a16="http://schemas.microsoft.com/office/drawing/2014/main" id="{C565DAD0-C799-3282-88E6-7C1DF8BC8681}"/>
              </a:ext>
            </a:extLst>
          </p:cNvPr>
          <p:cNvSpPr>
            <a:spLocks noGrp="1"/>
          </p:cNvSpPr>
          <p:nvPr>
            <p:ph idx="1"/>
          </p:nvPr>
        </p:nvSpPr>
        <p:spPr/>
        <p:txBody>
          <a:bodyPr/>
          <a:lstStyle/>
          <a:p>
            <a:pPr>
              <a:buFont typeface="Arial" panose="020B0604020202020204" pitchFamily="34" charset="0"/>
              <a:buChar char="•"/>
            </a:pPr>
            <a:r>
              <a:rPr lang="en-US" dirty="0">
                <a:latin typeface="Times New Roman" panose="02020603050405020304" pitchFamily="18" charset="0"/>
                <a:cs typeface="Times New Roman" panose="02020603050405020304" pitchFamily="18" charset="0"/>
              </a:rPr>
              <a:t> </a:t>
            </a:r>
            <a:r>
              <a:rPr lang="en-US" b="1" dirty="0">
                <a:latin typeface="Times New Roman" panose="02020603050405020304" pitchFamily="18" charset="0"/>
                <a:cs typeface="Times New Roman" panose="02020603050405020304" pitchFamily="18" charset="0"/>
              </a:rPr>
              <a:t>Definition:</a:t>
            </a:r>
            <a:r>
              <a:rPr lang="en-US" dirty="0">
                <a:latin typeface="Times New Roman" panose="02020603050405020304" pitchFamily="18" charset="0"/>
                <a:cs typeface="Times New Roman" panose="02020603050405020304" pitchFamily="18" charset="0"/>
              </a:rPr>
              <a:t> Syntax is the study of the rules governing the structure and ordering of words in sentences.</a:t>
            </a:r>
          </a:p>
          <a:p>
            <a:pPr>
              <a:buFont typeface="Arial" panose="020B0604020202020204" pitchFamily="34" charset="0"/>
              <a:buChar char="•"/>
            </a:pPr>
            <a:r>
              <a:rPr lang="en-US" b="1" dirty="0">
                <a:latin typeface="Times New Roman" panose="02020603050405020304" pitchFamily="18" charset="0"/>
                <a:cs typeface="Times New Roman" panose="02020603050405020304" pitchFamily="18" charset="0"/>
              </a:rPr>
              <a:t>Key Concepts:</a:t>
            </a:r>
            <a:endParaRPr lang="en-US" dirty="0">
              <a:latin typeface="Times New Roman" panose="02020603050405020304" pitchFamily="18" charset="0"/>
              <a:cs typeface="Times New Roman" panose="02020603050405020304" pitchFamily="18" charset="0"/>
            </a:endParaRPr>
          </a:p>
          <a:p>
            <a:pPr marL="742950" lvl="1" indent="-285750">
              <a:buFont typeface="Arial" panose="020B0604020202020204" pitchFamily="34" charset="0"/>
              <a:buChar char="•"/>
            </a:pPr>
            <a:r>
              <a:rPr lang="en-US" dirty="0">
                <a:latin typeface="Times New Roman" panose="02020603050405020304" pitchFamily="18" charset="0"/>
                <a:cs typeface="Times New Roman" panose="02020603050405020304" pitchFamily="18" charset="0"/>
              </a:rPr>
              <a:t>Sentence Structure: How words combine to form sentences (e.g., subject-verb-object).</a:t>
            </a:r>
          </a:p>
          <a:p>
            <a:pPr marL="742950" lvl="1" indent="-285750">
              <a:buFont typeface="Arial" panose="020B0604020202020204" pitchFamily="34" charset="0"/>
              <a:buChar char="•"/>
            </a:pPr>
            <a:r>
              <a:rPr lang="en-US" dirty="0">
                <a:latin typeface="Times New Roman" panose="02020603050405020304" pitchFamily="18" charset="0"/>
                <a:cs typeface="Times New Roman" panose="02020603050405020304" pitchFamily="18" charset="0"/>
              </a:rPr>
              <a:t>Grammatical Roles: Roles like subject, object, and predicate within a sentence.</a:t>
            </a:r>
          </a:p>
          <a:p>
            <a:pPr>
              <a:buFont typeface="Arial" panose="020B0604020202020204" pitchFamily="34" charset="0"/>
              <a:buChar char="•"/>
            </a:pPr>
            <a:r>
              <a:rPr lang="en-US" b="1" dirty="0">
                <a:latin typeface="Times New Roman" panose="02020603050405020304" pitchFamily="18" charset="0"/>
                <a:cs typeface="Times New Roman" panose="02020603050405020304" pitchFamily="18" charset="0"/>
              </a:rPr>
              <a:t>Role in NLP:</a:t>
            </a:r>
            <a:endParaRPr lang="en-US" dirty="0">
              <a:latin typeface="Times New Roman" panose="02020603050405020304" pitchFamily="18" charset="0"/>
              <a:cs typeface="Times New Roman" panose="02020603050405020304" pitchFamily="18" charset="0"/>
            </a:endParaRPr>
          </a:p>
          <a:p>
            <a:pPr marL="742950" lvl="1" indent="-285750">
              <a:buFont typeface="Arial" panose="020B0604020202020204" pitchFamily="34" charset="0"/>
              <a:buChar char="•"/>
            </a:pPr>
            <a:r>
              <a:rPr lang="en-US" dirty="0">
                <a:latin typeface="Times New Roman" panose="02020603050405020304" pitchFamily="18" charset="0"/>
                <a:cs typeface="Times New Roman" panose="02020603050405020304" pitchFamily="18" charset="0"/>
              </a:rPr>
              <a:t>Syntax analysis is crucial for tasks like parsing, machine translation, and grammar checking.</a:t>
            </a:r>
          </a:p>
          <a:p>
            <a:endParaRPr lang="en-IN" dirty="0">
              <a:latin typeface="Times New Roman" panose="02020603050405020304" pitchFamily="18" charset="0"/>
              <a:cs typeface="Times New Roman" panose="02020603050405020304" pitchFamily="18" charset="0"/>
            </a:endParaRPr>
          </a:p>
        </p:txBody>
      </p:sp>
      <p:sp>
        <p:nvSpPr>
          <p:cNvPr id="5" name="Slide Number Placeholder 4"/>
          <p:cNvSpPr>
            <a:spLocks noGrp="1"/>
          </p:cNvSpPr>
          <p:nvPr>
            <p:ph type="sldNum" sz="quarter" idx="12"/>
          </p:nvPr>
        </p:nvSpPr>
        <p:spPr/>
        <p:txBody>
          <a:bodyPr/>
          <a:lstStyle/>
          <a:p>
            <a:fld id="{F3D57A2A-32B0-4562-8BA3-11F0795B7757}" type="slidenum">
              <a:rPr lang="en-IN" smtClean="0"/>
              <a:pPr/>
              <a:t>18</a:t>
            </a:fld>
            <a:endParaRPr lang="en-IN"/>
          </a:p>
        </p:txBody>
      </p:sp>
      <p:sp>
        <p:nvSpPr>
          <p:cNvPr id="6" name="Footer Placeholder 5"/>
          <p:cNvSpPr>
            <a:spLocks noGrp="1"/>
          </p:cNvSpPr>
          <p:nvPr>
            <p:ph type="ftr" sz="quarter" idx="11"/>
          </p:nvPr>
        </p:nvSpPr>
        <p:spPr/>
        <p:txBody>
          <a:bodyPr/>
          <a:lstStyle/>
          <a:p>
            <a:r>
              <a:rPr lang="en-IN" smtClean="0"/>
              <a:t>shalini shrotriya</a:t>
            </a:r>
            <a:endParaRPr lang="en-IN"/>
          </a:p>
        </p:txBody>
      </p:sp>
    </p:spTree>
    <p:extLst>
      <p:ext uri="{BB962C8B-B14F-4D97-AF65-F5344CB8AC3E}">
        <p14:creationId xmlns="" xmlns:p14="http://schemas.microsoft.com/office/powerpoint/2010/main" val="461916889"/>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 xmlns:a16="http://schemas.microsoft.com/office/drawing/2014/main" id="{0297B61D-1DAC-1DDA-E8A2-36C58B9668E5}"/>
              </a:ext>
            </a:extLst>
          </p:cNvPr>
          <p:cNvSpPr>
            <a:spLocks noGrp="1"/>
          </p:cNvSpPr>
          <p:nvPr>
            <p:ph type="title"/>
          </p:nvPr>
        </p:nvSpPr>
        <p:spPr>
          <a:xfrm>
            <a:off x="528917" y="270995"/>
            <a:ext cx="10515600" cy="1325563"/>
          </a:xfrm>
        </p:spPr>
        <p:txBody>
          <a:bodyPr/>
          <a:lstStyle/>
          <a:p>
            <a:r>
              <a:rPr lang="en-IN" b="1" dirty="0">
                <a:solidFill>
                  <a:srgbClr val="FF0000"/>
                </a:solidFill>
                <a:latin typeface="Times New Roman" panose="02020603050405020304" pitchFamily="18" charset="0"/>
                <a:cs typeface="Times New Roman" panose="02020603050405020304" pitchFamily="18" charset="0"/>
              </a:rPr>
              <a:t>Semantics</a:t>
            </a:r>
            <a:endParaRPr lang="en-IN" dirty="0">
              <a:solidFill>
                <a:srgbClr val="FF0000"/>
              </a:solidFill>
              <a:latin typeface="Times New Roman" panose="02020603050405020304" pitchFamily="18" charset="0"/>
              <a:cs typeface="Times New Roman" panose="02020603050405020304" pitchFamily="18" charset="0"/>
            </a:endParaRPr>
          </a:p>
        </p:txBody>
      </p:sp>
      <p:sp>
        <p:nvSpPr>
          <p:cNvPr id="3" name="Content Placeholder 2">
            <a:extLst>
              <a:ext uri="{FF2B5EF4-FFF2-40B4-BE49-F238E27FC236}">
                <a16:creationId xmlns="" xmlns:a16="http://schemas.microsoft.com/office/drawing/2014/main" id="{23947A0C-01BD-5665-A711-50EB8E894640}"/>
              </a:ext>
            </a:extLst>
          </p:cNvPr>
          <p:cNvSpPr>
            <a:spLocks noGrp="1"/>
          </p:cNvSpPr>
          <p:nvPr>
            <p:ph idx="1"/>
          </p:nvPr>
        </p:nvSpPr>
        <p:spPr>
          <a:xfrm flipV="1">
            <a:off x="838200" y="1779906"/>
            <a:ext cx="8833104" cy="45719"/>
          </a:xfrm>
        </p:spPr>
        <p:txBody>
          <a:bodyPr>
            <a:normAutofit fontScale="25000" lnSpcReduction="20000"/>
          </a:bodyPr>
          <a:lstStyle/>
          <a:p>
            <a:r>
              <a:rPr lang="en-US" dirty="0"/>
              <a:t> </a:t>
            </a:r>
            <a:endParaRPr lang="en-IN" dirty="0"/>
          </a:p>
        </p:txBody>
      </p:sp>
      <p:sp>
        <p:nvSpPr>
          <p:cNvPr id="4" name="Rectangle 1">
            <a:extLst>
              <a:ext uri="{FF2B5EF4-FFF2-40B4-BE49-F238E27FC236}">
                <a16:creationId xmlns="" xmlns:a16="http://schemas.microsoft.com/office/drawing/2014/main" id="{C74B36EA-0F1D-AD9C-FD3F-3DAF7915D5CE}"/>
              </a:ext>
            </a:extLst>
          </p:cNvPr>
          <p:cNvSpPr>
            <a:spLocks noChangeArrowheads="1"/>
          </p:cNvSpPr>
          <p:nvPr/>
        </p:nvSpPr>
        <p:spPr bwMode="auto">
          <a:xfrm>
            <a:off x="309282" y="1353610"/>
            <a:ext cx="9931998" cy="3785652"/>
          </a:xfrm>
          <a:prstGeom prst="rect">
            <a:avLst/>
          </a:prstGeom>
          <a:noFill/>
          <a:ln>
            <a:noFill/>
          </a:ln>
          <a:effectLst/>
          <a:extLst>
            <a:ext uri="{909E8E84-426E-40DD-AFC4-6F175D3DCCD1}">
              <a14:hiddenFill xmlns="" xmlns:a14="http://schemas.microsoft.com/office/drawing/2010/main">
                <a:solidFill>
                  <a:schemeClr val="accent1"/>
                </a:solidFill>
              </a14:hiddenFill>
            </a:ext>
            <a:ext uri="{91240B29-F687-4F45-9708-019B960494DF}">
              <a14:hiddenLine xmlns="" xmlns:a14="http://schemas.microsoft.com/office/drawing/2010/main" w="9525">
                <a:solidFill>
                  <a:schemeClr val="tx1"/>
                </a:solidFill>
                <a:miter lim="800000"/>
                <a:headEnd/>
                <a:tailEnd/>
              </a14:hiddenLine>
            </a:ext>
            <a:ext uri="{AF507438-7753-43E0-B8FC-AC1667EBCBE1}">
              <a14:hiddenEffects xmln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marL="0" marR="0" lvl="0" indent="0" algn="just" defTabSz="914400" rtl="0" eaLnBrk="0" fontAlgn="base" latinLnBrk="0" hangingPunct="0">
              <a:lnSpc>
                <a:spcPct val="100000"/>
              </a:lnSpc>
              <a:spcBef>
                <a:spcPct val="0"/>
              </a:spcBef>
              <a:spcAft>
                <a:spcPct val="0"/>
              </a:spcAft>
              <a:buClrTx/>
              <a:buSzTx/>
              <a:buFontTx/>
              <a:buChar char="•"/>
              <a:tabLst/>
            </a:pPr>
            <a:r>
              <a:rPr kumimoji="0" lang="en-US" altLang="en-US" sz="2400" b="1"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Definition:</a:t>
            </a:r>
            <a:r>
              <a:rPr kumimoji="0" lang="en-US" altLang="en-US" sz="24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 Semantics is concerned with the meaning of words, phrases, and sentences.</a:t>
            </a:r>
          </a:p>
          <a:p>
            <a:pPr marL="0" marR="0" lvl="0" indent="0" algn="just" defTabSz="914400" rtl="0" eaLnBrk="0" fontAlgn="base" latinLnBrk="0" hangingPunct="0">
              <a:lnSpc>
                <a:spcPct val="100000"/>
              </a:lnSpc>
              <a:spcBef>
                <a:spcPct val="0"/>
              </a:spcBef>
              <a:spcAft>
                <a:spcPct val="0"/>
              </a:spcAft>
              <a:buClrTx/>
              <a:buSzTx/>
              <a:buFontTx/>
              <a:buChar char="•"/>
              <a:tabLst/>
            </a:pPr>
            <a:r>
              <a:rPr kumimoji="0" lang="en-US" altLang="en-US" sz="2400" b="1"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Key Concepts:</a:t>
            </a:r>
            <a:endParaRPr kumimoji="0" lang="en-US" altLang="en-US" sz="24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endParaRPr>
          </a:p>
          <a:p>
            <a:pPr marL="0" marR="0" lvl="0" indent="0" algn="just" defTabSz="914400" rtl="0" eaLnBrk="0" fontAlgn="base" latinLnBrk="0" hangingPunct="0">
              <a:lnSpc>
                <a:spcPct val="100000"/>
              </a:lnSpc>
              <a:spcBef>
                <a:spcPct val="0"/>
              </a:spcBef>
              <a:spcAft>
                <a:spcPct val="0"/>
              </a:spcAft>
              <a:buClrTx/>
              <a:buSzTx/>
              <a:buFontTx/>
              <a:buChar char="•"/>
              <a:tabLst/>
            </a:pPr>
            <a:r>
              <a:rPr kumimoji="0" lang="en-US" altLang="en-US" sz="24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Word Meanings: Understanding the meaning of individual words and their relationships.</a:t>
            </a:r>
          </a:p>
          <a:p>
            <a:pPr marL="0" marR="0" lvl="0" indent="0" algn="just" defTabSz="914400" rtl="0" eaLnBrk="0" fontAlgn="base" latinLnBrk="0" hangingPunct="0">
              <a:lnSpc>
                <a:spcPct val="100000"/>
              </a:lnSpc>
              <a:spcBef>
                <a:spcPct val="0"/>
              </a:spcBef>
              <a:spcAft>
                <a:spcPct val="0"/>
              </a:spcAft>
              <a:buClrTx/>
              <a:buSzTx/>
              <a:buFontTx/>
              <a:buChar char="•"/>
              <a:tabLst/>
            </a:pPr>
            <a:r>
              <a:rPr kumimoji="0" lang="en-US" altLang="en-US" sz="24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Ambiguity: Dealing with words that have multiple meanings.</a:t>
            </a:r>
          </a:p>
          <a:p>
            <a:pPr marL="0" marR="0" lvl="0" indent="0" algn="just" defTabSz="914400" rtl="0" eaLnBrk="0" fontAlgn="base" latinLnBrk="0" hangingPunct="0">
              <a:lnSpc>
                <a:spcPct val="100000"/>
              </a:lnSpc>
              <a:spcBef>
                <a:spcPct val="0"/>
              </a:spcBef>
              <a:spcAft>
                <a:spcPct val="0"/>
              </a:spcAft>
              <a:buClrTx/>
              <a:buSzTx/>
              <a:buFontTx/>
              <a:buChar char="•"/>
              <a:tabLst/>
            </a:pPr>
            <a:r>
              <a:rPr kumimoji="0" lang="en-US" altLang="en-US" sz="2400" b="1"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Role in NLP:</a:t>
            </a:r>
            <a:endParaRPr kumimoji="0" lang="en-US" altLang="en-US" sz="24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endParaRPr>
          </a:p>
          <a:p>
            <a:pPr marL="0" marR="0" lvl="0" indent="0" algn="just" defTabSz="914400" rtl="0" eaLnBrk="0" fontAlgn="base" latinLnBrk="0" hangingPunct="0">
              <a:lnSpc>
                <a:spcPct val="100000"/>
              </a:lnSpc>
              <a:spcBef>
                <a:spcPct val="0"/>
              </a:spcBef>
              <a:spcAft>
                <a:spcPct val="0"/>
              </a:spcAft>
              <a:buClrTx/>
              <a:buSzTx/>
              <a:buFontTx/>
              <a:buChar char="•"/>
              <a:tabLst/>
            </a:pPr>
            <a:r>
              <a:rPr kumimoji="0" lang="en-US" altLang="en-US" sz="24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Semantics plays a vital role in tasks like sentiment analysis, information retrieval, and machine translation, where understanding meaning is critical</a:t>
            </a:r>
          </a:p>
          <a:p>
            <a:pPr marL="0" marR="0" lvl="0" indent="0" algn="l" defTabSz="914400" rtl="0" eaLnBrk="0" fontAlgn="base" latinLnBrk="0" hangingPunct="0">
              <a:lnSpc>
                <a:spcPct val="100000"/>
              </a:lnSpc>
              <a:spcBef>
                <a:spcPct val="0"/>
              </a:spcBef>
              <a:spcAft>
                <a:spcPct val="0"/>
              </a:spcAft>
              <a:buClrTx/>
              <a:buSzTx/>
              <a:buFontTx/>
              <a:buNone/>
              <a:tabLst/>
            </a:pPr>
            <a:endParaRPr kumimoji="0" lang="en-US" altLang="en-US" sz="24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endParaRPr>
          </a:p>
        </p:txBody>
      </p:sp>
      <p:sp>
        <p:nvSpPr>
          <p:cNvPr id="6" name="Slide Number Placeholder 5"/>
          <p:cNvSpPr>
            <a:spLocks noGrp="1"/>
          </p:cNvSpPr>
          <p:nvPr>
            <p:ph type="sldNum" sz="quarter" idx="12"/>
          </p:nvPr>
        </p:nvSpPr>
        <p:spPr/>
        <p:txBody>
          <a:bodyPr/>
          <a:lstStyle/>
          <a:p>
            <a:fld id="{F3D57A2A-32B0-4562-8BA3-11F0795B7757}" type="slidenum">
              <a:rPr lang="en-IN" smtClean="0"/>
              <a:pPr/>
              <a:t>19</a:t>
            </a:fld>
            <a:endParaRPr lang="en-IN"/>
          </a:p>
        </p:txBody>
      </p:sp>
      <p:sp>
        <p:nvSpPr>
          <p:cNvPr id="7" name="Footer Placeholder 6"/>
          <p:cNvSpPr>
            <a:spLocks noGrp="1"/>
          </p:cNvSpPr>
          <p:nvPr>
            <p:ph type="ftr" sz="quarter" idx="11"/>
          </p:nvPr>
        </p:nvSpPr>
        <p:spPr/>
        <p:txBody>
          <a:bodyPr/>
          <a:lstStyle/>
          <a:p>
            <a:r>
              <a:rPr lang="en-IN" smtClean="0"/>
              <a:t>shalini shrotriya</a:t>
            </a:r>
            <a:endParaRPr lang="en-IN"/>
          </a:p>
        </p:txBody>
      </p:sp>
    </p:spTree>
    <p:extLst>
      <p:ext uri="{BB962C8B-B14F-4D97-AF65-F5344CB8AC3E}">
        <p14:creationId xmlns="" xmlns:p14="http://schemas.microsoft.com/office/powerpoint/2010/main" val="3329746898"/>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 xmlns:a16="http://schemas.microsoft.com/office/drawing/2014/main" id="{50E23740-6DB1-6725-AEEC-A437502C41CB}"/>
              </a:ext>
            </a:extLst>
          </p:cNvPr>
          <p:cNvSpPr>
            <a:spLocks noGrp="1"/>
          </p:cNvSpPr>
          <p:nvPr>
            <p:ph type="title"/>
          </p:nvPr>
        </p:nvSpPr>
        <p:spPr/>
        <p:txBody>
          <a:bodyPr/>
          <a:lstStyle/>
          <a:p>
            <a:r>
              <a:rPr lang="en-IN" b="1" dirty="0">
                <a:solidFill>
                  <a:srgbClr val="FF0000"/>
                </a:solidFill>
                <a:latin typeface="Times New Roman" panose="02020603050405020304" pitchFamily="18" charset="0"/>
                <a:cs typeface="Times New Roman" panose="02020603050405020304" pitchFamily="18" charset="0"/>
              </a:rPr>
              <a:t>Pragmatics</a:t>
            </a:r>
            <a:endParaRPr lang="en-IN" dirty="0"/>
          </a:p>
        </p:txBody>
      </p:sp>
      <p:sp>
        <p:nvSpPr>
          <p:cNvPr id="3" name="Content Placeholder 2">
            <a:extLst>
              <a:ext uri="{FF2B5EF4-FFF2-40B4-BE49-F238E27FC236}">
                <a16:creationId xmlns="" xmlns:a16="http://schemas.microsoft.com/office/drawing/2014/main" id="{E5A70586-5F89-E4D9-934A-0359FC7E9527}"/>
              </a:ext>
            </a:extLst>
          </p:cNvPr>
          <p:cNvSpPr>
            <a:spLocks noGrp="1"/>
          </p:cNvSpPr>
          <p:nvPr>
            <p:ph idx="1"/>
          </p:nvPr>
        </p:nvSpPr>
        <p:spPr/>
        <p:txBody>
          <a:bodyPr/>
          <a:lstStyle/>
          <a:p>
            <a:pPr>
              <a:buFont typeface="Arial" panose="020B0604020202020204" pitchFamily="34" charset="0"/>
              <a:buChar char="•"/>
            </a:pPr>
            <a:r>
              <a:rPr lang="en-US" dirty="0">
                <a:latin typeface="Times New Roman" panose="02020603050405020304" pitchFamily="18" charset="0"/>
                <a:cs typeface="Times New Roman" panose="02020603050405020304" pitchFamily="18" charset="0"/>
              </a:rPr>
              <a:t> </a:t>
            </a:r>
            <a:r>
              <a:rPr lang="en-US" b="1" dirty="0">
                <a:latin typeface="Times New Roman" panose="02020603050405020304" pitchFamily="18" charset="0"/>
                <a:cs typeface="Times New Roman" panose="02020603050405020304" pitchFamily="18" charset="0"/>
              </a:rPr>
              <a:t>Definition:</a:t>
            </a:r>
            <a:r>
              <a:rPr lang="en-US" dirty="0">
                <a:latin typeface="Times New Roman" panose="02020603050405020304" pitchFamily="18" charset="0"/>
                <a:cs typeface="Times New Roman" panose="02020603050405020304" pitchFamily="18" charset="0"/>
              </a:rPr>
              <a:t> Pragmatics deals with language interpretation in context, considering speaker intentions and implied meaning.</a:t>
            </a:r>
          </a:p>
          <a:p>
            <a:pPr>
              <a:buFont typeface="Arial" panose="020B0604020202020204" pitchFamily="34" charset="0"/>
              <a:buChar char="•"/>
            </a:pPr>
            <a:r>
              <a:rPr lang="en-US" b="1" dirty="0">
                <a:latin typeface="Times New Roman" panose="02020603050405020304" pitchFamily="18" charset="0"/>
                <a:cs typeface="Times New Roman" panose="02020603050405020304" pitchFamily="18" charset="0"/>
              </a:rPr>
              <a:t>Key Concepts:</a:t>
            </a:r>
            <a:endParaRPr lang="en-US" dirty="0">
              <a:latin typeface="Times New Roman" panose="02020603050405020304" pitchFamily="18" charset="0"/>
              <a:cs typeface="Times New Roman" panose="02020603050405020304" pitchFamily="18" charset="0"/>
            </a:endParaRPr>
          </a:p>
          <a:p>
            <a:pPr marL="742950" lvl="1" indent="-285750">
              <a:buFont typeface="Arial" panose="020B0604020202020204" pitchFamily="34" charset="0"/>
              <a:buChar char="•"/>
            </a:pPr>
            <a:r>
              <a:rPr lang="en-US" dirty="0">
                <a:latin typeface="Times New Roman" panose="02020603050405020304" pitchFamily="18" charset="0"/>
                <a:cs typeface="Times New Roman" panose="02020603050405020304" pitchFamily="18" charset="0"/>
              </a:rPr>
              <a:t>Speech Acts: Analyzing the intention behind a statement (e.g., request, command, question).</a:t>
            </a:r>
          </a:p>
          <a:p>
            <a:pPr marL="742950" lvl="1" indent="-285750">
              <a:buFont typeface="Arial" panose="020B0604020202020204" pitchFamily="34" charset="0"/>
              <a:buChar char="•"/>
            </a:pPr>
            <a:r>
              <a:rPr lang="en-US" dirty="0">
                <a:latin typeface="Times New Roman" panose="02020603050405020304" pitchFamily="18" charset="0"/>
                <a:cs typeface="Times New Roman" panose="02020603050405020304" pitchFamily="18" charset="0"/>
              </a:rPr>
              <a:t>Grice's Maxims: Guidelines for effective communication (e.g., maxim of relevance).</a:t>
            </a:r>
          </a:p>
          <a:p>
            <a:pPr>
              <a:buFont typeface="Arial" panose="020B0604020202020204" pitchFamily="34" charset="0"/>
              <a:buChar char="•"/>
            </a:pPr>
            <a:r>
              <a:rPr lang="en-US" b="1" dirty="0">
                <a:latin typeface="Times New Roman" panose="02020603050405020304" pitchFamily="18" charset="0"/>
                <a:cs typeface="Times New Roman" panose="02020603050405020304" pitchFamily="18" charset="0"/>
              </a:rPr>
              <a:t>Role in NLP:</a:t>
            </a:r>
            <a:endParaRPr lang="en-US" dirty="0">
              <a:latin typeface="Times New Roman" panose="02020603050405020304" pitchFamily="18" charset="0"/>
              <a:cs typeface="Times New Roman" panose="02020603050405020304" pitchFamily="18" charset="0"/>
            </a:endParaRPr>
          </a:p>
          <a:p>
            <a:pPr marL="742950" lvl="1" indent="-285750">
              <a:buFont typeface="Arial" panose="020B0604020202020204" pitchFamily="34" charset="0"/>
              <a:buChar char="•"/>
            </a:pPr>
            <a:r>
              <a:rPr lang="en-US" dirty="0">
                <a:latin typeface="Times New Roman" panose="02020603050405020304" pitchFamily="18" charset="0"/>
                <a:cs typeface="Times New Roman" panose="02020603050405020304" pitchFamily="18" charset="0"/>
              </a:rPr>
              <a:t>Pragmatics is essential for chatbots, virtual assistants, and context-aware language processing, as it helps systems understand user intent and context.</a:t>
            </a:r>
          </a:p>
          <a:p>
            <a:endParaRPr lang="en-IN" dirty="0">
              <a:latin typeface="Times New Roman" panose="02020603050405020304" pitchFamily="18" charset="0"/>
              <a:cs typeface="Times New Roman" panose="02020603050405020304" pitchFamily="18" charset="0"/>
            </a:endParaRPr>
          </a:p>
        </p:txBody>
      </p:sp>
      <p:sp>
        <p:nvSpPr>
          <p:cNvPr id="5" name="Slide Number Placeholder 4"/>
          <p:cNvSpPr>
            <a:spLocks noGrp="1"/>
          </p:cNvSpPr>
          <p:nvPr>
            <p:ph type="sldNum" sz="quarter" idx="12"/>
          </p:nvPr>
        </p:nvSpPr>
        <p:spPr/>
        <p:txBody>
          <a:bodyPr/>
          <a:lstStyle/>
          <a:p>
            <a:fld id="{F3D57A2A-32B0-4562-8BA3-11F0795B7757}" type="slidenum">
              <a:rPr lang="en-IN" smtClean="0"/>
              <a:pPr/>
              <a:t>20</a:t>
            </a:fld>
            <a:endParaRPr lang="en-IN"/>
          </a:p>
        </p:txBody>
      </p:sp>
      <p:sp>
        <p:nvSpPr>
          <p:cNvPr id="6" name="Footer Placeholder 5"/>
          <p:cNvSpPr>
            <a:spLocks noGrp="1"/>
          </p:cNvSpPr>
          <p:nvPr>
            <p:ph type="ftr" sz="quarter" idx="11"/>
          </p:nvPr>
        </p:nvSpPr>
        <p:spPr/>
        <p:txBody>
          <a:bodyPr/>
          <a:lstStyle/>
          <a:p>
            <a:r>
              <a:rPr lang="en-IN" smtClean="0"/>
              <a:t>shalini shrotriya</a:t>
            </a:r>
            <a:endParaRPr lang="en-IN"/>
          </a:p>
        </p:txBody>
      </p:sp>
    </p:spTree>
    <p:extLst>
      <p:ext uri="{BB962C8B-B14F-4D97-AF65-F5344CB8AC3E}">
        <p14:creationId xmlns="" xmlns:p14="http://schemas.microsoft.com/office/powerpoint/2010/main" val="4273593214"/>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 xmlns:a16="http://schemas.microsoft.com/office/drawing/2014/main" id="{02DA3954-1EAE-787C-E88F-FED4ACE1DC47}"/>
              </a:ext>
            </a:extLst>
          </p:cNvPr>
          <p:cNvSpPr>
            <a:spLocks noGrp="1"/>
          </p:cNvSpPr>
          <p:nvPr>
            <p:ph type="title"/>
          </p:nvPr>
        </p:nvSpPr>
        <p:spPr/>
        <p:txBody>
          <a:bodyPr/>
          <a:lstStyle/>
          <a:p>
            <a:r>
              <a:rPr lang="en-IN" b="1" dirty="0">
                <a:solidFill>
                  <a:srgbClr val="FF0000"/>
                </a:solidFill>
                <a:latin typeface="Times New Roman" panose="02020603050405020304" pitchFamily="18" charset="0"/>
                <a:cs typeface="Times New Roman" panose="02020603050405020304" pitchFamily="18" charset="0"/>
              </a:rPr>
              <a:t>Challenges and Nuances</a:t>
            </a:r>
            <a:endParaRPr lang="en-IN" dirty="0">
              <a:solidFill>
                <a:srgbClr val="FF0000"/>
              </a:solidFill>
              <a:latin typeface="Times New Roman" panose="02020603050405020304" pitchFamily="18" charset="0"/>
              <a:cs typeface="Times New Roman" panose="02020603050405020304" pitchFamily="18" charset="0"/>
            </a:endParaRPr>
          </a:p>
        </p:txBody>
      </p:sp>
      <p:sp>
        <p:nvSpPr>
          <p:cNvPr id="3" name="Content Placeholder 2">
            <a:extLst>
              <a:ext uri="{FF2B5EF4-FFF2-40B4-BE49-F238E27FC236}">
                <a16:creationId xmlns="" xmlns:a16="http://schemas.microsoft.com/office/drawing/2014/main" id="{EEC42DCB-B67D-4113-B939-DAAAD483AC05}"/>
              </a:ext>
            </a:extLst>
          </p:cNvPr>
          <p:cNvSpPr>
            <a:spLocks noGrp="1"/>
          </p:cNvSpPr>
          <p:nvPr>
            <p:ph idx="1"/>
          </p:nvPr>
        </p:nvSpPr>
        <p:spPr/>
        <p:txBody>
          <a:bodyPr/>
          <a:lstStyle/>
          <a:p>
            <a:pPr>
              <a:buFont typeface="Arial" panose="020B0604020202020204" pitchFamily="34" charset="0"/>
              <a:buChar char="•"/>
            </a:pPr>
            <a:r>
              <a:rPr lang="en-US" dirty="0">
                <a:latin typeface="Times New Roman" panose="02020603050405020304" pitchFamily="18" charset="0"/>
                <a:cs typeface="Times New Roman" panose="02020603050405020304" pitchFamily="18" charset="0"/>
              </a:rPr>
              <a:t> </a:t>
            </a:r>
            <a:r>
              <a:rPr lang="en-IN" dirty="0">
                <a:latin typeface="Times New Roman" panose="02020603050405020304" pitchFamily="18" charset="0"/>
                <a:cs typeface="Times New Roman" panose="02020603050405020304" pitchFamily="18" charset="0"/>
              </a:rPr>
              <a:t>Linguistic foundations are complex and can vary across languages, making NLP tasks challenging, especially in multilingual contexts.</a:t>
            </a:r>
          </a:p>
          <a:p>
            <a:pPr>
              <a:buFont typeface="Arial" panose="020B0604020202020204" pitchFamily="34" charset="0"/>
              <a:buChar char="•"/>
            </a:pPr>
            <a:r>
              <a:rPr lang="en-IN" dirty="0">
                <a:latin typeface="Times New Roman" panose="02020603050405020304" pitchFamily="18" charset="0"/>
                <a:cs typeface="Times New Roman" panose="02020603050405020304" pitchFamily="18" charset="0"/>
              </a:rPr>
              <a:t>Handling idiomatic expressions, sarcasm, and cultural nuances adds complexity to understanding language.</a:t>
            </a:r>
          </a:p>
          <a:p>
            <a:endParaRPr lang="en-IN" dirty="0">
              <a:latin typeface="Times New Roman" panose="02020603050405020304" pitchFamily="18" charset="0"/>
              <a:cs typeface="Times New Roman" panose="02020603050405020304" pitchFamily="18" charset="0"/>
            </a:endParaRPr>
          </a:p>
        </p:txBody>
      </p:sp>
      <p:sp>
        <p:nvSpPr>
          <p:cNvPr id="5" name="Slide Number Placeholder 4"/>
          <p:cNvSpPr>
            <a:spLocks noGrp="1"/>
          </p:cNvSpPr>
          <p:nvPr>
            <p:ph type="sldNum" sz="quarter" idx="12"/>
          </p:nvPr>
        </p:nvSpPr>
        <p:spPr/>
        <p:txBody>
          <a:bodyPr/>
          <a:lstStyle/>
          <a:p>
            <a:fld id="{F3D57A2A-32B0-4562-8BA3-11F0795B7757}" type="slidenum">
              <a:rPr lang="en-IN" smtClean="0"/>
              <a:pPr/>
              <a:t>21</a:t>
            </a:fld>
            <a:endParaRPr lang="en-IN"/>
          </a:p>
        </p:txBody>
      </p:sp>
      <p:sp>
        <p:nvSpPr>
          <p:cNvPr id="6" name="Footer Placeholder 5"/>
          <p:cNvSpPr>
            <a:spLocks noGrp="1"/>
          </p:cNvSpPr>
          <p:nvPr>
            <p:ph type="ftr" sz="quarter" idx="11"/>
          </p:nvPr>
        </p:nvSpPr>
        <p:spPr/>
        <p:txBody>
          <a:bodyPr/>
          <a:lstStyle/>
          <a:p>
            <a:r>
              <a:rPr lang="en-IN" smtClean="0"/>
              <a:t>shalini shrotriya</a:t>
            </a:r>
            <a:endParaRPr lang="en-IN"/>
          </a:p>
        </p:txBody>
      </p:sp>
    </p:spTree>
    <p:extLst>
      <p:ext uri="{BB962C8B-B14F-4D97-AF65-F5344CB8AC3E}">
        <p14:creationId xmlns="" xmlns:p14="http://schemas.microsoft.com/office/powerpoint/2010/main" val="1227333604"/>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 xmlns:a16="http://schemas.microsoft.com/office/drawing/2014/main" id="{ECC60680-C7DC-9F34-91BB-1E6295F011C7}"/>
              </a:ext>
            </a:extLst>
          </p:cNvPr>
          <p:cNvSpPr>
            <a:spLocks noGrp="1"/>
          </p:cNvSpPr>
          <p:nvPr>
            <p:ph type="title"/>
          </p:nvPr>
        </p:nvSpPr>
        <p:spPr>
          <a:xfrm>
            <a:off x="596153" y="365125"/>
            <a:ext cx="10515600" cy="439057"/>
          </a:xfrm>
        </p:spPr>
        <p:txBody>
          <a:bodyPr>
            <a:normAutofit fontScale="90000"/>
          </a:bodyPr>
          <a:lstStyle/>
          <a:p>
            <a:r>
              <a:rPr lang="pt-BR" b="1" dirty="0">
                <a:solidFill>
                  <a:srgbClr val="FF0000"/>
                </a:solidFill>
                <a:latin typeface="Times New Roman" panose="02020603050405020304" pitchFamily="18" charset="0"/>
                <a:cs typeface="Times New Roman" panose="02020603050405020304" pitchFamily="18" charset="0"/>
              </a:rPr>
              <a:t>Language Models: Unigram, Bigram, N-grams</a:t>
            </a:r>
            <a:endParaRPr lang="en-IN" dirty="0">
              <a:solidFill>
                <a:srgbClr val="FF0000"/>
              </a:solidFill>
              <a:latin typeface="Times New Roman" panose="02020603050405020304" pitchFamily="18" charset="0"/>
              <a:cs typeface="Times New Roman" panose="02020603050405020304" pitchFamily="18" charset="0"/>
            </a:endParaRPr>
          </a:p>
        </p:txBody>
      </p:sp>
      <p:sp>
        <p:nvSpPr>
          <p:cNvPr id="3" name="Content Placeholder 2">
            <a:extLst>
              <a:ext uri="{FF2B5EF4-FFF2-40B4-BE49-F238E27FC236}">
                <a16:creationId xmlns="" xmlns:a16="http://schemas.microsoft.com/office/drawing/2014/main" id="{22E4CA04-3209-94AA-CD6E-57C03073E5FB}"/>
              </a:ext>
            </a:extLst>
          </p:cNvPr>
          <p:cNvSpPr>
            <a:spLocks noGrp="1"/>
          </p:cNvSpPr>
          <p:nvPr>
            <p:ph idx="1"/>
          </p:nvPr>
        </p:nvSpPr>
        <p:spPr>
          <a:xfrm>
            <a:off x="838199" y="1734186"/>
            <a:ext cx="9139809" cy="84553"/>
          </a:xfrm>
        </p:spPr>
        <p:txBody>
          <a:bodyPr>
            <a:normAutofit fontScale="25000" lnSpcReduction="20000"/>
          </a:bodyPr>
          <a:lstStyle/>
          <a:p>
            <a:r>
              <a:rPr lang="en-US" dirty="0"/>
              <a:t> </a:t>
            </a:r>
            <a:endParaRPr lang="en-IN" dirty="0"/>
          </a:p>
        </p:txBody>
      </p:sp>
      <p:sp>
        <p:nvSpPr>
          <p:cNvPr id="4" name="Rectangle 1">
            <a:extLst>
              <a:ext uri="{FF2B5EF4-FFF2-40B4-BE49-F238E27FC236}">
                <a16:creationId xmlns="" xmlns:a16="http://schemas.microsoft.com/office/drawing/2014/main" id="{24D72FBE-1850-CEE1-53B8-0BE3F2D8FA20}"/>
              </a:ext>
            </a:extLst>
          </p:cNvPr>
          <p:cNvSpPr>
            <a:spLocks noChangeArrowheads="1"/>
          </p:cNvSpPr>
          <p:nvPr/>
        </p:nvSpPr>
        <p:spPr bwMode="auto">
          <a:xfrm>
            <a:off x="349624" y="434850"/>
            <a:ext cx="10247256" cy="5632311"/>
          </a:xfrm>
          <a:prstGeom prst="rect">
            <a:avLst/>
          </a:prstGeom>
          <a:noFill/>
          <a:ln>
            <a:noFill/>
          </a:ln>
          <a:effectLst/>
          <a:extLst>
            <a:ext uri="{909E8E84-426E-40DD-AFC4-6F175D3DCCD1}">
              <a14:hiddenFill xmlns="" xmlns:a14="http://schemas.microsoft.com/office/drawing/2010/main">
                <a:solidFill>
                  <a:schemeClr val="accent1"/>
                </a:solidFill>
              </a14:hiddenFill>
            </a:ext>
            <a:ext uri="{91240B29-F687-4F45-9708-019B960494DF}">
              <a14:hiddenLine xmlns="" xmlns:a14="http://schemas.microsoft.com/office/drawing/2010/main" w="9525">
                <a:solidFill>
                  <a:schemeClr val="tx1"/>
                </a:solidFill>
                <a:miter lim="800000"/>
                <a:headEnd/>
                <a:tailEnd/>
              </a14:hiddenLine>
            </a:ext>
            <a:ext uri="{AF507438-7753-43E0-B8FC-AC1667EBCBE1}">
              <a14:hiddenEffects xmln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marL="0" marR="0" lvl="0" indent="0" algn="l" defTabSz="914400" rtl="0" eaLnBrk="0" fontAlgn="base" latinLnBrk="0" hangingPunct="0">
              <a:lnSpc>
                <a:spcPct val="100000"/>
              </a:lnSpc>
              <a:spcBef>
                <a:spcPct val="0"/>
              </a:spcBef>
              <a:spcAft>
                <a:spcPct val="0"/>
              </a:spcAft>
              <a:buClrTx/>
              <a:buSzTx/>
              <a:tabLst/>
            </a:pPr>
            <a:endParaRPr kumimoji="0" lang="en-US" altLang="en-US" sz="2400" b="1" i="0" u="none" strike="noStrike" cap="none" normalizeH="0" baseline="0" dirty="0">
              <a:ln>
                <a:noFill/>
              </a:ln>
              <a:solidFill>
                <a:srgbClr val="FF0000"/>
              </a:solidFill>
              <a:effectLst/>
              <a:latin typeface="Times New Roman" panose="02020603050405020304" pitchFamily="18" charset="0"/>
              <a:cs typeface="Times New Roman" panose="02020603050405020304" pitchFamily="18" charset="0"/>
            </a:endParaRPr>
          </a:p>
          <a:p>
            <a:pPr marL="0" marR="0" lvl="0" indent="0" algn="l" defTabSz="914400" rtl="0" eaLnBrk="0" fontAlgn="base" latinLnBrk="0" hangingPunct="0">
              <a:lnSpc>
                <a:spcPct val="100000"/>
              </a:lnSpc>
              <a:spcBef>
                <a:spcPct val="0"/>
              </a:spcBef>
              <a:spcAft>
                <a:spcPct val="0"/>
              </a:spcAft>
              <a:buClrTx/>
              <a:buSzTx/>
              <a:tabLst/>
            </a:pPr>
            <a:r>
              <a:rPr kumimoji="0" lang="en-US" altLang="en-US" sz="2400" b="1" i="0" u="none" strike="noStrike" cap="none" normalizeH="0" baseline="0" dirty="0">
                <a:ln>
                  <a:noFill/>
                </a:ln>
                <a:solidFill>
                  <a:srgbClr val="FF0000"/>
                </a:solidFill>
                <a:effectLst/>
                <a:latin typeface="Times New Roman" panose="02020603050405020304" pitchFamily="18" charset="0"/>
                <a:cs typeface="Times New Roman" panose="02020603050405020304" pitchFamily="18" charset="0"/>
              </a:rPr>
              <a:t>What are Language Models?</a:t>
            </a:r>
          </a:p>
          <a:p>
            <a:pPr marL="0" marR="0" lvl="0" indent="0" algn="l" defTabSz="914400" rtl="0" eaLnBrk="0" fontAlgn="base" latinLnBrk="0" hangingPunct="0">
              <a:lnSpc>
                <a:spcPct val="100000"/>
              </a:lnSpc>
              <a:spcBef>
                <a:spcPct val="0"/>
              </a:spcBef>
              <a:spcAft>
                <a:spcPct val="0"/>
              </a:spcAft>
              <a:buClrTx/>
              <a:buSzTx/>
              <a:tabLst/>
            </a:pPr>
            <a:endParaRPr kumimoji="0" lang="en-US" altLang="en-US" sz="2400" b="0" i="0" u="none" strike="noStrike" cap="none" normalizeH="0" baseline="0" dirty="0">
              <a:ln>
                <a:noFill/>
              </a:ln>
              <a:solidFill>
                <a:srgbClr val="FF0000"/>
              </a:solidFill>
              <a:effectLst/>
              <a:latin typeface="Times New Roman" panose="02020603050405020304" pitchFamily="18" charset="0"/>
              <a:cs typeface="Times New Roman" panose="02020603050405020304" pitchFamily="18" charset="0"/>
            </a:endParaRPr>
          </a:p>
          <a:p>
            <a:pPr marL="806450" marR="0" lvl="0" indent="-442913" algn="just" defTabSz="914400" rtl="0" eaLnBrk="0" fontAlgn="base" latinLnBrk="0" hangingPunct="0">
              <a:lnSpc>
                <a:spcPct val="100000"/>
              </a:lnSpc>
              <a:spcBef>
                <a:spcPct val="0"/>
              </a:spcBef>
              <a:spcAft>
                <a:spcPct val="0"/>
              </a:spcAft>
              <a:buClrTx/>
              <a:buSzTx/>
              <a:buFontTx/>
              <a:buChar char="•"/>
              <a:tabLst/>
            </a:pPr>
            <a:r>
              <a:rPr kumimoji="0" lang="en-US" altLang="en-US" sz="24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Language models are statistical models used in Natural Language Processing (NLP) to assign probabilities to sequences of words.</a:t>
            </a:r>
          </a:p>
          <a:p>
            <a:pPr marL="806450" marR="0" lvl="0" indent="-442913" algn="just" defTabSz="914400" rtl="0" eaLnBrk="0" fontAlgn="base" latinLnBrk="0" hangingPunct="0">
              <a:lnSpc>
                <a:spcPct val="100000"/>
              </a:lnSpc>
              <a:spcBef>
                <a:spcPct val="0"/>
              </a:spcBef>
              <a:spcAft>
                <a:spcPct val="0"/>
              </a:spcAft>
              <a:buClrTx/>
              <a:buSzTx/>
              <a:buFontTx/>
              <a:buChar char="•"/>
              <a:tabLst/>
            </a:pPr>
            <a:r>
              <a:rPr kumimoji="0" lang="en-US" altLang="en-US" sz="24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They capture the likelihood of a word or phrase occurring given the context of previous words in a sentence or text.</a:t>
            </a:r>
          </a:p>
          <a:p>
            <a:pPr marL="806450" indent="-442913" algn="just">
              <a:buFont typeface="Arial" panose="020B0604020202020204" pitchFamily="34" charset="0"/>
              <a:buChar char="•"/>
            </a:pPr>
            <a:r>
              <a:rPr lang="en-US" sz="2400" dirty="0" smtClean="0"/>
              <a:t>Language </a:t>
            </a:r>
            <a:r>
              <a:rPr lang="en-US" sz="2400" dirty="0"/>
              <a:t>models are essential </a:t>
            </a:r>
            <a:r>
              <a:rPr lang="en-US" sz="2400" b="1" dirty="0"/>
              <a:t>components </a:t>
            </a:r>
            <a:r>
              <a:rPr lang="en-US" sz="2400" dirty="0"/>
              <a:t>of natural language processing (NLP) systems.</a:t>
            </a:r>
          </a:p>
          <a:p>
            <a:pPr marL="806450" indent="-442913" algn="just">
              <a:buFont typeface="Arial" panose="020B0604020202020204" pitchFamily="34" charset="0"/>
              <a:buChar char="•"/>
            </a:pPr>
            <a:r>
              <a:rPr lang="en-US" sz="2400" dirty="0"/>
              <a:t>They are algorithms or statistical models designed to understand, generate, or predict human language.</a:t>
            </a:r>
          </a:p>
          <a:p>
            <a:pPr marL="806450" indent="-442913" algn="just">
              <a:buFont typeface="Arial" panose="020B0604020202020204" pitchFamily="34" charset="0"/>
              <a:buChar char="•"/>
            </a:pPr>
            <a:r>
              <a:rPr lang="en-US" sz="2400" dirty="0"/>
              <a:t>Language models play a c</a:t>
            </a:r>
            <a:r>
              <a:rPr lang="en-US" sz="2400" b="1" dirty="0"/>
              <a:t>rucial role </a:t>
            </a:r>
            <a:r>
              <a:rPr lang="en-US" sz="2400" dirty="0"/>
              <a:t>in various </a:t>
            </a:r>
            <a:r>
              <a:rPr lang="en-US" sz="2400" b="1" dirty="0"/>
              <a:t>NLP tasks</a:t>
            </a:r>
            <a:r>
              <a:rPr lang="en-US" sz="2400" dirty="0"/>
              <a:t>, such as </a:t>
            </a:r>
            <a:r>
              <a:rPr lang="en-US" sz="2400" b="1" dirty="0"/>
              <a:t>machine</a:t>
            </a:r>
            <a:r>
              <a:rPr lang="en-US" sz="2400" dirty="0"/>
              <a:t> </a:t>
            </a:r>
            <a:r>
              <a:rPr lang="en-US" sz="2400" b="1" dirty="0"/>
              <a:t>translation</a:t>
            </a:r>
            <a:r>
              <a:rPr lang="en-US" sz="2400" dirty="0"/>
              <a:t>, </a:t>
            </a:r>
            <a:r>
              <a:rPr lang="en-US" sz="2400" b="1" dirty="0"/>
              <a:t>speech recognition</a:t>
            </a:r>
            <a:r>
              <a:rPr lang="en-US" sz="2400" dirty="0"/>
              <a:t>, </a:t>
            </a:r>
            <a:r>
              <a:rPr lang="en-US" sz="2400" b="1" dirty="0"/>
              <a:t>sentiment analysis</a:t>
            </a:r>
            <a:r>
              <a:rPr lang="en-US" sz="2400" dirty="0"/>
              <a:t>, and more.</a:t>
            </a:r>
          </a:p>
          <a:p>
            <a:pPr marL="806450" indent="-442913" algn="just">
              <a:buFont typeface="Arial" panose="020B0604020202020204" pitchFamily="34" charset="0"/>
              <a:buChar char="•"/>
            </a:pPr>
            <a:r>
              <a:rPr lang="en-US" sz="2400" dirty="0"/>
              <a:t>These models are essential for making sense of </a:t>
            </a:r>
            <a:r>
              <a:rPr lang="en-US" sz="2400" b="1" dirty="0"/>
              <a:t>textual data</a:t>
            </a:r>
            <a:r>
              <a:rPr lang="en-US" sz="2400" dirty="0"/>
              <a:t>, enabling machines to work with </a:t>
            </a:r>
            <a:r>
              <a:rPr lang="en-US" sz="2400" b="1" dirty="0"/>
              <a:t>human language effectively</a:t>
            </a:r>
            <a:r>
              <a:rPr lang="en-US" sz="2400" dirty="0" smtClean="0"/>
              <a:t>.</a:t>
            </a:r>
            <a:endParaRPr kumimoji="0" lang="en-US" altLang="en-US" sz="24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endParaRPr>
          </a:p>
        </p:txBody>
      </p:sp>
      <p:sp>
        <p:nvSpPr>
          <p:cNvPr id="6" name="Slide Number Placeholder 5"/>
          <p:cNvSpPr>
            <a:spLocks noGrp="1"/>
          </p:cNvSpPr>
          <p:nvPr>
            <p:ph type="sldNum" sz="quarter" idx="12"/>
          </p:nvPr>
        </p:nvSpPr>
        <p:spPr/>
        <p:txBody>
          <a:bodyPr/>
          <a:lstStyle/>
          <a:p>
            <a:fld id="{F3D57A2A-32B0-4562-8BA3-11F0795B7757}" type="slidenum">
              <a:rPr lang="en-IN" smtClean="0"/>
              <a:pPr/>
              <a:t>22</a:t>
            </a:fld>
            <a:endParaRPr lang="en-IN"/>
          </a:p>
        </p:txBody>
      </p:sp>
      <p:sp>
        <p:nvSpPr>
          <p:cNvPr id="7" name="Footer Placeholder 6"/>
          <p:cNvSpPr>
            <a:spLocks noGrp="1"/>
          </p:cNvSpPr>
          <p:nvPr>
            <p:ph type="ftr" sz="quarter" idx="11"/>
          </p:nvPr>
        </p:nvSpPr>
        <p:spPr/>
        <p:txBody>
          <a:bodyPr/>
          <a:lstStyle/>
          <a:p>
            <a:r>
              <a:rPr lang="en-IN" smtClean="0"/>
              <a:t>shalini shrotriya</a:t>
            </a:r>
            <a:endParaRPr lang="en-IN"/>
          </a:p>
        </p:txBody>
      </p:sp>
    </p:spTree>
    <p:extLst>
      <p:ext uri="{BB962C8B-B14F-4D97-AF65-F5344CB8AC3E}">
        <p14:creationId xmlns="" xmlns:p14="http://schemas.microsoft.com/office/powerpoint/2010/main" val="1264091022"/>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 xmlns:a16="http://schemas.microsoft.com/office/drawing/2014/main" id="{3F88D3DD-A946-0A00-D38B-85A01188710C}"/>
              </a:ext>
            </a:extLst>
          </p:cNvPr>
          <p:cNvSpPr>
            <a:spLocks noGrp="1"/>
          </p:cNvSpPr>
          <p:nvPr>
            <p:ph type="title"/>
          </p:nvPr>
        </p:nvSpPr>
        <p:spPr>
          <a:xfrm>
            <a:off x="259978" y="40342"/>
            <a:ext cx="10515600" cy="658906"/>
          </a:xfrm>
        </p:spPr>
        <p:txBody>
          <a:bodyPr>
            <a:normAutofit/>
          </a:bodyPr>
          <a:lstStyle/>
          <a:p>
            <a:r>
              <a:rPr lang="en-IN" sz="2800" b="1" dirty="0" smtClean="0">
                <a:solidFill>
                  <a:srgbClr val="FF0000"/>
                </a:solidFill>
                <a:latin typeface="Times New Roman" panose="02020603050405020304" pitchFamily="18" charset="0"/>
                <a:cs typeface="Times New Roman" panose="02020603050405020304" pitchFamily="18" charset="0"/>
              </a:rPr>
              <a:t>Unigram </a:t>
            </a:r>
            <a:r>
              <a:rPr lang="en-IN" sz="2800" b="1" dirty="0">
                <a:solidFill>
                  <a:srgbClr val="FF0000"/>
                </a:solidFill>
                <a:latin typeface="Times New Roman" panose="02020603050405020304" pitchFamily="18" charset="0"/>
                <a:cs typeface="Times New Roman" panose="02020603050405020304" pitchFamily="18" charset="0"/>
              </a:rPr>
              <a:t>Model</a:t>
            </a:r>
            <a:endParaRPr lang="en-IN" sz="2800" dirty="0">
              <a:solidFill>
                <a:srgbClr val="FF0000"/>
              </a:solidFill>
              <a:latin typeface="Times New Roman" panose="02020603050405020304" pitchFamily="18" charset="0"/>
              <a:cs typeface="Times New Roman" panose="02020603050405020304" pitchFamily="18" charset="0"/>
            </a:endParaRPr>
          </a:p>
        </p:txBody>
      </p:sp>
      <p:sp>
        <p:nvSpPr>
          <p:cNvPr id="3" name="Content Placeholder 2">
            <a:extLst>
              <a:ext uri="{FF2B5EF4-FFF2-40B4-BE49-F238E27FC236}">
                <a16:creationId xmlns="" xmlns:a16="http://schemas.microsoft.com/office/drawing/2014/main" id="{8F5D05D4-84BB-1035-21DC-7C4F4AE66D1C}"/>
              </a:ext>
            </a:extLst>
          </p:cNvPr>
          <p:cNvSpPr>
            <a:spLocks noGrp="1"/>
          </p:cNvSpPr>
          <p:nvPr>
            <p:ph idx="1"/>
          </p:nvPr>
        </p:nvSpPr>
        <p:spPr>
          <a:xfrm>
            <a:off x="605118" y="793376"/>
            <a:ext cx="11026587" cy="5513295"/>
          </a:xfrm>
        </p:spPr>
        <p:txBody>
          <a:bodyPr>
            <a:normAutofit fontScale="77500" lnSpcReduction="20000"/>
          </a:bodyPr>
          <a:lstStyle/>
          <a:p>
            <a:pPr>
              <a:buFont typeface="Arial" panose="020B0604020202020204" pitchFamily="34" charset="0"/>
              <a:buChar char="•"/>
            </a:pPr>
            <a:r>
              <a:rPr lang="en-US" dirty="0">
                <a:latin typeface="Times New Roman" panose="02020603050405020304" pitchFamily="18" charset="0"/>
                <a:cs typeface="Times New Roman" panose="02020603050405020304" pitchFamily="18" charset="0"/>
              </a:rPr>
              <a:t> </a:t>
            </a:r>
            <a:r>
              <a:rPr lang="en-US" b="1" dirty="0">
                <a:latin typeface="Times New Roman" panose="02020603050405020304" pitchFamily="18" charset="0"/>
                <a:cs typeface="Times New Roman" panose="02020603050405020304" pitchFamily="18" charset="0"/>
              </a:rPr>
              <a:t>Explanation:</a:t>
            </a:r>
            <a:endParaRPr lang="en-US" dirty="0">
              <a:latin typeface="Times New Roman" panose="02020603050405020304" pitchFamily="18" charset="0"/>
              <a:cs typeface="Times New Roman" panose="02020603050405020304" pitchFamily="18" charset="0"/>
            </a:endParaRPr>
          </a:p>
          <a:p>
            <a:pPr marL="742950" lvl="1" indent="-285750">
              <a:lnSpc>
                <a:spcPct val="170000"/>
              </a:lnSpc>
            </a:pPr>
            <a:r>
              <a:rPr lang="en-US" sz="2600" dirty="0" smtClean="0">
                <a:latin typeface="Times New Roman" pitchFamily="18" charset="0"/>
                <a:cs typeface="Times New Roman" pitchFamily="18" charset="0"/>
              </a:rPr>
              <a:t>A unigram language model is a language model that assumes that the probability of each word in a sequence is independent of the other words in the sequence</a:t>
            </a:r>
            <a:r>
              <a:rPr lang="en-US" sz="2600" dirty="0" smtClean="0">
                <a:latin typeface="Times New Roman" pitchFamily="18" charset="0"/>
                <a:cs typeface="Times New Roman" pitchFamily="18" charset="0"/>
              </a:rPr>
              <a:t>.</a:t>
            </a:r>
          </a:p>
          <a:p>
            <a:pPr marL="742950" lvl="1" indent="-285750">
              <a:lnSpc>
                <a:spcPct val="170000"/>
              </a:lnSpc>
            </a:pPr>
            <a:r>
              <a:rPr lang="en-US" sz="2600" dirty="0" smtClean="0">
                <a:latin typeface="Times New Roman" pitchFamily="18" charset="0"/>
                <a:cs typeface="Times New Roman" pitchFamily="18" charset="0"/>
              </a:rPr>
              <a:t> In other words, the probability of a word in a sequence is the same as the probability of that word in the entire document</a:t>
            </a:r>
            <a:r>
              <a:rPr lang="en-US" sz="2600" dirty="0" smtClean="0">
                <a:latin typeface="Times New Roman" pitchFamily="18" charset="0"/>
                <a:cs typeface="Times New Roman" pitchFamily="18" charset="0"/>
              </a:rPr>
              <a:t>.</a:t>
            </a:r>
          </a:p>
          <a:p>
            <a:pPr marL="742950" lvl="1" indent="-285750">
              <a:lnSpc>
                <a:spcPct val="170000"/>
              </a:lnSpc>
              <a:buNone/>
            </a:pPr>
            <a:r>
              <a:rPr lang="en-US" sz="2600" b="1" dirty="0" smtClean="0">
                <a:latin typeface="Times New Roman" panose="02020603050405020304" pitchFamily="18" charset="0"/>
                <a:cs typeface="Times New Roman" panose="02020603050405020304" pitchFamily="18" charset="0"/>
              </a:rPr>
              <a:t>Use </a:t>
            </a:r>
            <a:r>
              <a:rPr lang="en-US" sz="2600" b="1" dirty="0">
                <a:latin typeface="Times New Roman" panose="02020603050405020304" pitchFamily="18" charset="0"/>
                <a:cs typeface="Times New Roman" panose="02020603050405020304" pitchFamily="18" charset="0"/>
              </a:rPr>
              <a:t>Cases:</a:t>
            </a:r>
            <a:endParaRPr lang="en-US" sz="2600" dirty="0">
              <a:latin typeface="Times New Roman" panose="02020603050405020304" pitchFamily="18" charset="0"/>
              <a:cs typeface="Times New Roman" panose="02020603050405020304" pitchFamily="18" charset="0"/>
            </a:endParaRPr>
          </a:p>
          <a:p>
            <a:pPr marL="742950" lvl="1" indent="-285750">
              <a:lnSpc>
                <a:spcPct val="170000"/>
              </a:lnSpc>
              <a:buFont typeface="Arial" panose="020B0604020202020204" pitchFamily="34" charset="0"/>
              <a:buChar char="•"/>
            </a:pPr>
            <a:r>
              <a:rPr lang="en-US" sz="2600" dirty="0">
                <a:latin typeface="Times New Roman" panose="02020603050405020304" pitchFamily="18" charset="0"/>
                <a:cs typeface="Times New Roman" panose="02020603050405020304" pitchFamily="18" charset="0"/>
              </a:rPr>
              <a:t>Unigram models are used for basic text analysis tasks like text classification, spam detection, and document retrieval.</a:t>
            </a:r>
          </a:p>
          <a:p>
            <a:pPr>
              <a:buFont typeface="Arial" panose="020B0604020202020204" pitchFamily="34" charset="0"/>
              <a:buChar char="•"/>
            </a:pPr>
            <a:r>
              <a:rPr lang="en-US" sz="2600" b="1" dirty="0">
                <a:latin typeface="Times New Roman" panose="02020603050405020304" pitchFamily="18" charset="0"/>
                <a:cs typeface="Times New Roman" panose="02020603050405020304" pitchFamily="18" charset="0"/>
              </a:rPr>
              <a:t>Example:</a:t>
            </a:r>
            <a:endParaRPr lang="en-US" sz="2600" dirty="0">
              <a:latin typeface="Times New Roman" panose="02020603050405020304" pitchFamily="18" charset="0"/>
              <a:cs typeface="Times New Roman" panose="02020603050405020304" pitchFamily="18" charset="0"/>
            </a:endParaRPr>
          </a:p>
          <a:p>
            <a:pPr marL="742950" lvl="1" indent="-285750">
              <a:buFont typeface="Arial" panose="020B0604020202020204" pitchFamily="34" charset="0"/>
              <a:buChar char="•"/>
            </a:pPr>
            <a:r>
              <a:rPr lang="en-US" sz="2600" dirty="0">
                <a:latin typeface="Times New Roman" panose="02020603050405020304" pitchFamily="18" charset="0"/>
                <a:cs typeface="Times New Roman" panose="02020603050405020304" pitchFamily="18" charset="0"/>
              </a:rPr>
              <a:t>P("apple") = frequency("apple") / total words</a:t>
            </a:r>
          </a:p>
          <a:p>
            <a:pPr>
              <a:buFont typeface="Arial" panose="020B0604020202020204" pitchFamily="34" charset="0"/>
              <a:buChar char="•"/>
            </a:pPr>
            <a:r>
              <a:rPr lang="en-US" sz="2600" b="1" dirty="0">
                <a:latin typeface="Times New Roman" panose="02020603050405020304" pitchFamily="18" charset="0"/>
                <a:cs typeface="Times New Roman" panose="02020603050405020304" pitchFamily="18" charset="0"/>
              </a:rPr>
              <a:t>Limitation:</a:t>
            </a:r>
            <a:endParaRPr lang="en-US" sz="2600" dirty="0">
              <a:latin typeface="Times New Roman" panose="02020603050405020304" pitchFamily="18" charset="0"/>
              <a:cs typeface="Times New Roman" panose="02020603050405020304" pitchFamily="18" charset="0"/>
            </a:endParaRPr>
          </a:p>
          <a:p>
            <a:pPr marL="742950" lvl="1" indent="-285750">
              <a:buFont typeface="Arial" panose="020B0604020202020204" pitchFamily="34" charset="0"/>
              <a:buChar char="•"/>
            </a:pPr>
            <a:r>
              <a:rPr lang="en-US" sz="2600" dirty="0">
                <a:latin typeface="Times New Roman" panose="02020603050405020304" pitchFamily="18" charset="0"/>
                <a:cs typeface="Times New Roman" panose="02020603050405020304" pitchFamily="18" charset="0"/>
              </a:rPr>
              <a:t>Unigram models ignore word dependencies and context, limiting their ability to capture meaning in language.</a:t>
            </a:r>
          </a:p>
          <a:p>
            <a:endParaRPr lang="en-IN" dirty="0">
              <a:latin typeface="Times New Roman" panose="02020603050405020304" pitchFamily="18" charset="0"/>
              <a:cs typeface="Times New Roman" panose="02020603050405020304" pitchFamily="18" charset="0"/>
            </a:endParaRPr>
          </a:p>
        </p:txBody>
      </p:sp>
      <p:sp>
        <p:nvSpPr>
          <p:cNvPr id="5" name="Slide Number Placeholder 4"/>
          <p:cNvSpPr>
            <a:spLocks noGrp="1"/>
          </p:cNvSpPr>
          <p:nvPr>
            <p:ph type="sldNum" sz="quarter" idx="12"/>
          </p:nvPr>
        </p:nvSpPr>
        <p:spPr/>
        <p:txBody>
          <a:bodyPr/>
          <a:lstStyle/>
          <a:p>
            <a:fld id="{F3D57A2A-32B0-4562-8BA3-11F0795B7757}" type="slidenum">
              <a:rPr lang="en-IN" smtClean="0"/>
              <a:pPr/>
              <a:t>23</a:t>
            </a:fld>
            <a:endParaRPr lang="en-IN" dirty="0"/>
          </a:p>
        </p:txBody>
      </p:sp>
      <p:sp>
        <p:nvSpPr>
          <p:cNvPr id="6" name="Footer Placeholder 5"/>
          <p:cNvSpPr>
            <a:spLocks noGrp="1"/>
          </p:cNvSpPr>
          <p:nvPr>
            <p:ph type="ftr" sz="quarter" idx="11"/>
          </p:nvPr>
        </p:nvSpPr>
        <p:spPr/>
        <p:txBody>
          <a:bodyPr/>
          <a:lstStyle/>
          <a:p>
            <a:r>
              <a:rPr lang="en-IN" smtClean="0"/>
              <a:t>shalini shrotriya</a:t>
            </a:r>
            <a:endParaRPr lang="en-IN" dirty="0"/>
          </a:p>
        </p:txBody>
      </p:sp>
    </p:spTree>
    <p:extLst>
      <p:ext uri="{BB962C8B-B14F-4D97-AF65-F5344CB8AC3E}">
        <p14:creationId xmlns="" xmlns:p14="http://schemas.microsoft.com/office/powerpoint/2010/main" val="2340587947"/>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 xmlns:a16="http://schemas.microsoft.com/office/drawing/2014/main" id="{3ADFBADE-57A8-9397-4077-AD7D1B18EA58}"/>
              </a:ext>
            </a:extLst>
          </p:cNvPr>
          <p:cNvSpPr>
            <a:spLocks noGrp="1"/>
          </p:cNvSpPr>
          <p:nvPr>
            <p:ph type="title"/>
          </p:nvPr>
        </p:nvSpPr>
        <p:spPr>
          <a:xfrm>
            <a:off x="838200" y="365126"/>
            <a:ext cx="10515600" cy="589615"/>
          </a:xfrm>
        </p:spPr>
        <p:txBody>
          <a:bodyPr>
            <a:normAutofit fontScale="90000"/>
          </a:bodyPr>
          <a:lstStyle/>
          <a:p>
            <a:r>
              <a:rPr lang="en-US" dirty="0" err="1">
                <a:latin typeface="Times New Roman" pitchFamily="18" charset="0"/>
                <a:cs typeface="Times New Roman" pitchFamily="18" charset="0"/>
              </a:rPr>
              <a:t>Continuee</a:t>
            </a:r>
            <a:r>
              <a:rPr lang="en-US" dirty="0">
                <a:latin typeface="Times New Roman" pitchFamily="18" charset="0"/>
                <a:cs typeface="Times New Roman" pitchFamily="18" charset="0"/>
              </a:rPr>
              <a:t>..</a:t>
            </a:r>
            <a:endParaRPr lang="en-IN" dirty="0">
              <a:latin typeface="Times New Roman" pitchFamily="18" charset="0"/>
              <a:cs typeface="Times New Roman" pitchFamily="18" charset="0"/>
            </a:endParaRPr>
          </a:p>
        </p:txBody>
      </p:sp>
      <p:sp>
        <p:nvSpPr>
          <p:cNvPr id="3" name="Content Placeholder 2">
            <a:extLst>
              <a:ext uri="{FF2B5EF4-FFF2-40B4-BE49-F238E27FC236}">
                <a16:creationId xmlns="" xmlns:a16="http://schemas.microsoft.com/office/drawing/2014/main" id="{1BC9AB45-71D8-EC20-DB12-E61C7D7FBA6C}"/>
              </a:ext>
            </a:extLst>
          </p:cNvPr>
          <p:cNvSpPr>
            <a:spLocks noGrp="1"/>
          </p:cNvSpPr>
          <p:nvPr>
            <p:ph idx="1"/>
          </p:nvPr>
        </p:nvSpPr>
        <p:spPr>
          <a:xfrm>
            <a:off x="838200" y="1290918"/>
            <a:ext cx="10515600" cy="4886045"/>
          </a:xfrm>
        </p:spPr>
        <p:txBody>
          <a:bodyPr>
            <a:normAutofit fontScale="77500" lnSpcReduction="20000"/>
          </a:bodyPr>
          <a:lstStyle/>
          <a:p>
            <a:pPr algn="just">
              <a:lnSpc>
                <a:spcPct val="160000"/>
              </a:lnSpc>
            </a:pPr>
            <a:r>
              <a:rPr lang="en-US" dirty="0">
                <a:latin typeface="Times New Roman" panose="02020603050405020304" pitchFamily="18" charset="0"/>
                <a:cs typeface="Times New Roman" panose="02020603050405020304" pitchFamily="18" charset="0"/>
              </a:rPr>
              <a:t> The formula for calculating the probability of a word in a unigram language model is relatively straightforward. In a unigram model, each word's probability is calculated independently based on its frequency in the training data. The formula is:</a:t>
            </a:r>
          </a:p>
          <a:p>
            <a:pPr>
              <a:lnSpc>
                <a:spcPct val="160000"/>
              </a:lnSpc>
            </a:pPr>
            <a:r>
              <a:rPr lang="en-US" dirty="0">
                <a:latin typeface="Times New Roman" panose="02020603050405020304" pitchFamily="18" charset="0"/>
                <a:cs typeface="Times New Roman" panose="02020603050405020304" pitchFamily="18" charset="0"/>
              </a:rPr>
              <a:t>P(w)=Count(w)/N</a:t>
            </a:r>
          </a:p>
          <a:p>
            <a:pPr>
              <a:lnSpc>
                <a:spcPct val="160000"/>
              </a:lnSpc>
            </a:pPr>
            <a:r>
              <a:rPr lang="en-US" dirty="0">
                <a:latin typeface="Times New Roman" panose="02020603050405020304" pitchFamily="18" charset="0"/>
                <a:cs typeface="Times New Roman" panose="02020603050405020304" pitchFamily="18" charset="0"/>
              </a:rPr>
              <a:t>Where:</a:t>
            </a:r>
          </a:p>
          <a:p>
            <a:pPr>
              <a:lnSpc>
                <a:spcPct val="160000"/>
              </a:lnSpc>
              <a:buFont typeface="Arial" panose="020B0604020202020204" pitchFamily="34" charset="0"/>
              <a:buChar char="•"/>
            </a:pPr>
            <a:r>
              <a:rPr lang="en-US" dirty="0">
                <a:effectLst/>
                <a:latin typeface="Times New Roman" panose="02020603050405020304" pitchFamily="18" charset="0"/>
                <a:cs typeface="Times New Roman" panose="02020603050405020304" pitchFamily="18" charset="0"/>
              </a:rPr>
              <a:t>P</a:t>
            </a:r>
            <a:r>
              <a:rPr lang="en-US" dirty="0">
                <a:latin typeface="Times New Roman" panose="02020603050405020304" pitchFamily="18" charset="0"/>
                <a:cs typeface="Times New Roman" panose="02020603050405020304" pitchFamily="18" charset="0"/>
              </a:rPr>
              <a:t>(</a:t>
            </a:r>
            <a:r>
              <a:rPr lang="en-US" dirty="0">
                <a:effectLst/>
                <a:latin typeface="Times New Roman" panose="02020603050405020304" pitchFamily="18" charset="0"/>
                <a:cs typeface="Times New Roman" panose="02020603050405020304" pitchFamily="18" charset="0"/>
              </a:rPr>
              <a:t>w</a:t>
            </a:r>
            <a:r>
              <a:rPr lang="en-US" dirty="0">
                <a:latin typeface="Times New Roman" panose="02020603050405020304" pitchFamily="18" charset="0"/>
                <a:cs typeface="Times New Roman" panose="02020603050405020304" pitchFamily="18" charset="0"/>
              </a:rPr>
              <a:t>) is the probability of the word </a:t>
            </a:r>
            <a:r>
              <a:rPr lang="en-US" dirty="0">
                <a:effectLst/>
                <a:latin typeface="Times New Roman" panose="02020603050405020304" pitchFamily="18" charset="0"/>
                <a:cs typeface="Times New Roman" panose="02020603050405020304" pitchFamily="18" charset="0"/>
              </a:rPr>
              <a:t>w</a:t>
            </a:r>
            <a:r>
              <a:rPr lang="en-US" dirty="0">
                <a:latin typeface="Times New Roman" panose="02020603050405020304" pitchFamily="18" charset="0"/>
                <a:cs typeface="Times New Roman" panose="02020603050405020304" pitchFamily="18" charset="0"/>
              </a:rPr>
              <a:t>.</a:t>
            </a:r>
          </a:p>
          <a:p>
            <a:pPr>
              <a:lnSpc>
                <a:spcPct val="160000"/>
              </a:lnSpc>
              <a:buFont typeface="Arial" panose="020B0604020202020204" pitchFamily="34" charset="0"/>
              <a:buChar char="•"/>
            </a:pPr>
            <a:r>
              <a:rPr lang="en-US" dirty="0">
                <a:latin typeface="Times New Roman" panose="02020603050405020304" pitchFamily="18" charset="0"/>
                <a:cs typeface="Times New Roman" panose="02020603050405020304" pitchFamily="18" charset="0"/>
              </a:rPr>
              <a:t>Count(</a:t>
            </a:r>
            <a:r>
              <a:rPr lang="en-US" dirty="0">
                <a:effectLst/>
                <a:latin typeface="Times New Roman" panose="02020603050405020304" pitchFamily="18" charset="0"/>
                <a:cs typeface="Times New Roman" panose="02020603050405020304" pitchFamily="18" charset="0"/>
              </a:rPr>
              <a:t>w</a:t>
            </a:r>
            <a:r>
              <a:rPr lang="en-US" dirty="0">
                <a:latin typeface="Times New Roman" panose="02020603050405020304" pitchFamily="18" charset="0"/>
                <a:cs typeface="Times New Roman" panose="02020603050405020304" pitchFamily="18" charset="0"/>
              </a:rPr>
              <a:t>) is the number of times the word </a:t>
            </a:r>
            <a:r>
              <a:rPr lang="en-US" dirty="0">
                <a:effectLst/>
                <a:latin typeface="Times New Roman" panose="02020603050405020304" pitchFamily="18" charset="0"/>
                <a:cs typeface="Times New Roman" panose="02020603050405020304" pitchFamily="18" charset="0"/>
              </a:rPr>
              <a:t>w</a:t>
            </a:r>
            <a:r>
              <a:rPr lang="en-US" dirty="0">
                <a:latin typeface="Times New Roman" panose="02020603050405020304" pitchFamily="18" charset="0"/>
                <a:cs typeface="Times New Roman" panose="02020603050405020304" pitchFamily="18" charset="0"/>
              </a:rPr>
              <a:t> appears in the training data.</a:t>
            </a:r>
          </a:p>
          <a:p>
            <a:pPr>
              <a:lnSpc>
                <a:spcPct val="160000"/>
              </a:lnSpc>
              <a:buFont typeface="Arial" panose="020B0604020202020204" pitchFamily="34" charset="0"/>
              <a:buChar char="•"/>
            </a:pPr>
            <a:r>
              <a:rPr lang="en-US" dirty="0">
                <a:effectLst/>
                <a:latin typeface="Times New Roman" panose="02020603050405020304" pitchFamily="18" charset="0"/>
                <a:cs typeface="Times New Roman" panose="02020603050405020304" pitchFamily="18" charset="0"/>
              </a:rPr>
              <a:t>N</a:t>
            </a:r>
            <a:r>
              <a:rPr lang="en-US" dirty="0">
                <a:latin typeface="Times New Roman" panose="02020603050405020304" pitchFamily="18" charset="0"/>
                <a:cs typeface="Times New Roman" panose="02020603050405020304" pitchFamily="18" charset="0"/>
              </a:rPr>
              <a:t> is the total number of words in the training data.</a:t>
            </a:r>
          </a:p>
          <a:p>
            <a:endParaRPr lang="en-IN" dirty="0">
              <a:latin typeface="Times New Roman" panose="02020603050405020304" pitchFamily="18" charset="0"/>
              <a:cs typeface="Times New Roman" panose="02020603050405020304" pitchFamily="18" charset="0"/>
            </a:endParaRPr>
          </a:p>
        </p:txBody>
      </p:sp>
      <p:sp>
        <p:nvSpPr>
          <p:cNvPr id="5" name="Slide Number Placeholder 4"/>
          <p:cNvSpPr>
            <a:spLocks noGrp="1"/>
          </p:cNvSpPr>
          <p:nvPr>
            <p:ph type="sldNum" sz="quarter" idx="12"/>
          </p:nvPr>
        </p:nvSpPr>
        <p:spPr/>
        <p:txBody>
          <a:bodyPr/>
          <a:lstStyle/>
          <a:p>
            <a:fld id="{F3D57A2A-32B0-4562-8BA3-11F0795B7757}" type="slidenum">
              <a:rPr lang="en-IN" smtClean="0"/>
              <a:pPr/>
              <a:t>24</a:t>
            </a:fld>
            <a:endParaRPr lang="en-IN"/>
          </a:p>
        </p:txBody>
      </p:sp>
      <p:sp>
        <p:nvSpPr>
          <p:cNvPr id="6" name="Footer Placeholder 5"/>
          <p:cNvSpPr>
            <a:spLocks noGrp="1"/>
          </p:cNvSpPr>
          <p:nvPr>
            <p:ph type="ftr" sz="quarter" idx="11"/>
          </p:nvPr>
        </p:nvSpPr>
        <p:spPr/>
        <p:txBody>
          <a:bodyPr/>
          <a:lstStyle/>
          <a:p>
            <a:r>
              <a:rPr lang="en-IN" smtClean="0"/>
              <a:t>shalini shrotriya</a:t>
            </a:r>
            <a:endParaRPr lang="en-IN"/>
          </a:p>
        </p:txBody>
      </p:sp>
    </p:spTree>
    <p:extLst>
      <p:ext uri="{BB962C8B-B14F-4D97-AF65-F5344CB8AC3E}">
        <p14:creationId xmlns="" xmlns:p14="http://schemas.microsoft.com/office/powerpoint/2010/main" val="1888767140"/>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 xmlns:a16="http://schemas.microsoft.com/office/drawing/2014/main" id="{6FFFB1A5-8B67-A921-6E02-B6F5B025A0F5}"/>
              </a:ext>
            </a:extLst>
          </p:cNvPr>
          <p:cNvSpPr>
            <a:spLocks noGrp="1"/>
          </p:cNvSpPr>
          <p:nvPr>
            <p:ph type="title"/>
          </p:nvPr>
        </p:nvSpPr>
        <p:spPr>
          <a:xfrm>
            <a:off x="838200" y="1"/>
            <a:ext cx="10515600" cy="5689600"/>
          </a:xfrm>
        </p:spPr>
        <p:txBody>
          <a:bodyPr>
            <a:normAutofit fontScale="90000"/>
          </a:bodyPr>
          <a:lstStyle/>
          <a:p>
            <a:r>
              <a:rPr lang="en-US" sz="1800" dirty="0">
                <a:latin typeface="Times New Roman" panose="02020603050405020304" pitchFamily="18" charset="0"/>
                <a:cs typeface="Times New Roman" panose="02020603050405020304" pitchFamily="18" charset="0"/>
              </a:rPr>
              <a:t>Let's illustrate this formula with an example sentence: "</a:t>
            </a:r>
            <a:r>
              <a:rPr lang="en-US" sz="1800" dirty="0">
                <a:solidFill>
                  <a:schemeClr val="accent1">
                    <a:lumMod val="75000"/>
                  </a:schemeClr>
                </a:solidFill>
                <a:latin typeface="Times New Roman" panose="02020603050405020304" pitchFamily="18" charset="0"/>
                <a:cs typeface="Times New Roman" panose="02020603050405020304" pitchFamily="18" charset="0"/>
              </a:rPr>
              <a:t>I love to eat ice cream</a:t>
            </a:r>
            <a:r>
              <a:rPr lang="en-US" sz="1800" dirty="0">
                <a:latin typeface="Times New Roman" panose="02020603050405020304" pitchFamily="18" charset="0"/>
                <a:cs typeface="Times New Roman" panose="02020603050405020304" pitchFamily="18" charset="0"/>
              </a:rPr>
              <a:t>." We want to calculate the probability of each word in this sentence using a unigram model.</a:t>
            </a:r>
            <a:br>
              <a:rPr lang="en-US" sz="1800" dirty="0">
                <a:latin typeface="Times New Roman" panose="02020603050405020304" pitchFamily="18" charset="0"/>
                <a:cs typeface="Times New Roman" panose="02020603050405020304" pitchFamily="18" charset="0"/>
              </a:rPr>
            </a:br>
            <a:r>
              <a:rPr lang="en-US" sz="1800" dirty="0">
                <a:latin typeface="Times New Roman" panose="02020603050405020304" pitchFamily="18" charset="0"/>
                <a:cs typeface="Times New Roman" panose="02020603050405020304" pitchFamily="18" charset="0"/>
              </a:rPr>
              <a:t/>
            </a:r>
            <a:br>
              <a:rPr lang="en-US" sz="1800" dirty="0">
                <a:latin typeface="Times New Roman" panose="02020603050405020304" pitchFamily="18" charset="0"/>
                <a:cs typeface="Times New Roman" panose="02020603050405020304" pitchFamily="18" charset="0"/>
              </a:rPr>
            </a:br>
            <a:r>
              <a:rPr lang="en-US" sz="1800" b="1" dirty="0">
                <a:latin typeface="Times New Roman" panose="02020603050405020304" pitchFamily="18" charset="0"/>
                <a:cs typeface="Times New Roman" panose="02020603050405020304" pitchFamily="18" charset="0"/>
              </a:rPr>
              <a:t>Step 1: Calculate Word Frequencies</a:t>
            </a:r>
            <a:r>
              <a:rPr lang="en-US" sz="1800" dirty="0">
                <a:latin typeface="Times New Roman" panose="02020603050405020304" pitchFamily="18" charset="0"/>
                <a:cs typeface="Times New Roman" panose="02020603050405020304" pitchFamily="18" charset="0"/>
              </a:rPr>
              <a:t/>
            </a:r>
            <a:br>
              <a:rPr lang="en-US" sz="1800" dirty="0">
                <a:latin typeface="Times New Roman" panose="02020603050405020304" pitchFamily="18" charset="0"/>
                <a:cs typeface="Times New Roman" panose="02020603050405020304" pitchFamily="18" charset="0"/>
              </a:rPr>
            </a:br>
            <a:r>
              <a:rPr lang="en-US" sz="1800" dirty="0">
                <a:latin typeface="Times New Roman" panose="02020603050405020304" pitchFamily="18" charset="0"/>
                <a:cs typeface="Times New Roman" panose="02020603050405020304" pitchFamily="18" charset="0"/>
              </a:rPr>
              <a:t>Count("I") = 1</a:t>
            </a:r>
            <a:br>
              <a:rPr lang="en-US" sz="1800" dirty="0">
                <a:latin typeface="Times New Roman" panose="02020603050405020304" pitchFamily="18" charset="0"/>
                <a:cs typeface="Times New Roman" panose="02020603050405020304" pitchFamily="18" charset="0"/>
              </a:rPr>
            </a:br>
            <a:r>
              <a:rPr lang="en-US" sz="1800" dirty="0">
                <a:latin typeface="Times New Roman" panose="02020603050405020304" pitchFamily="18" charset="0"/>
                <a:cs typeface="Times New Roman" panose="02020603050405020304" pitchFamily="18" charset="0"/>
              </a:rPr>
              <a:t>Count("love") = 1</a:t>
            </a:r>
            <a:br>
              <a:rPr lang="en-US" sz="1800" dirty="0">
                <a:latin typeface="Times New Roman" panose="02020603050405020304" pitchFamily="18" charset="0"/>
                <a:cs typeface="Times New Roman" panose="02020603050405020304" pitchFamily="18" charset="0"/>
              </a:rPr>
            </a:br>
            <a:r>
              <a:rPr lang="en-US" sz="1800" dirty="0">
                <a:latin typeface="Times New Roman" panose="02020603050405020304" pitchFamily="18" charset="0"/>
                <a:cs typeface="Times New Roman" panose="02020603050405020304" pitchFamily="18" charset="0"/>
              </a:rPr>
              <a:t>Count("to") = 1</a:t>
            </a:r>
            <a:br>
              <a:rPr lang="en-US" sz="1800" dirty="0">
                <a:latin typeface="Times New Roman" panose="02020603050405020304" pitchFamily="18" charset="0"/>
                <a:cs typeface="Times New Roman" panose="02020603050405020304" pitchFamily="18" charset="0"/>
              </a:rPr>
            </a:br>
            <a:r>
              <a:rPr lang="en-US" sz="1800" dirty="0">
                <a:latin typeface="Times New Roman" panose="02020603050405020304" pitchFamily="18" charset="0"/>
                <a:cs typeface="Times New Roman" panose="02020603050405020304" pitchFamily="18" charset="0"/>
              </a:rPr>
              <a:t>Count("eat") = 1</a:t>
            </a:r>
            <a:br>
              <a:rPr lang="en-US" sz="1800" dirty="0">
                <a:latin typeface="Times New Roman" panose="02020603050405020304" pitchFamily="18" charset="0"/>
                <a:cs typeface="Times New Roman" panose="02020603050405020304" pitchFamily="18" charset="0"/>
              </a:rPr>
            </a:br>
            <a:r>
              <a:rPr lang="en-US" sz="1800" dirty="0">
                <a:latin typeface="Times New Roman" panose="02020603050405020304" pitchFamily="18" charset="0"/>
                <a:cs typeface="Times New Roman" panose="02020603050405020304" pitchFamily="18" charset="0"/>
              </a:rPr>
              <a:t>Count("ice") = 1</a:t>
            </a:r>
            <a:br>
              <a:rPr lang="en-US" sz="1800" dirty="0">
                <a:latin typeface="Times New Roman" panose="02020603050405020304" pitchFamily="18" charset="0"/>
                <a:cs typeface="Times New Roman" panose="02020603050405020304" pitchFamily="18" charset="0"/>
              </a:rPr>
            </a:br>
            <a:r>
              <a:rPr lang="en-US" sz="1800" dirty="0">
                <a:latin typeface="Times New Roman" panose="02020603050405020304" pitchFamily="18" charset="0"/>
                <a:cs typeface="Times New Roman" panose="02020603050405020304" pitchFamily="18" charset="0"/>
              </a:rPr>
              <a:t>Count("cream") = 1</a:t>
            </a:r>
            <a:br>
              <a:rPr lang="en-US" sz="1800" dirty="0">
                <a:latin typeface="Times New Roman" panose="02020603050405020304" pitchFamily="18" charset="0"/>
                <a:cs typeface="Times New Roman" panose="02020603050405020304" pitchFamily="18" charset="0"/>
              </a:rPr>
            </a:br>
            <a:r>
              <a:rPr lang="en-US" sz="1800" b="1" dirty="0">
                <a:latin typeface="Times New Roman" panose="02020603050405020304" pitchFamily="18" charset="0"/>
                <a:cs typeface="Times New Roman" panose="02020603050405020304" pitchFamily="18" charset="0"/>
              </a:rPr>
              <a:t>Step 2: Calculate Total Number of Words</a:t>
            </a:r>
            <a:r>
              <a:rPr lang="en-US" sz="1800" dirty="0">
                <a:latin typeface="Times New Roman" panose="02020603050405020304" pitchFamily="18" charset="0"/>
                <a:cs typeface="Times New Roman" panose="02020603050405020304" pitchFamily="18" charset="0"/>
              </a:rPr>
              <a:t/>
            </a:r>
            <a:br>
              <a:rPr lang="en-US" sz="1800" dirty="0">
                <a:latin typeface="Times New Roman" panose="02020603050405020304" pitchFamily="18" charset="0"/>
                <a:cs typeface="Times New Roman" panose="02020603050405020304" pitchFamily="18" charset="0"/>
              </a:rPr>
            </a:br>
            <a:r>
              <a:rPr lang="en-US" sz="1800" dirty="0">
                <a:latin typeface="Times New Roman" panose="02020603050405020304" pitchFamily="18" charset="0"/>
                <a:cs typeface="Times New Roman" panose="02020603050405020304" pitchFamily="18" charset="0"/>
              </a:rPr>
              <a:t>N=6 (total words in the sentence)</a:t>
            </a:r>
            <a:br>
              <a:rPr lang="en-US" sz="1800" dirty="0">
                <a:latin typeface="Times New Roman" panose="02020603050405020304" pitchFamily="18" charset="0"/>
                <a:cs typeface="Times New Roman" panose="02020603050405020304" pitchFamily="18" charset="0"/>
              </a:rPr>
            </a:br>
            <a:r>
              <a:rPr lang="en-US" sz="1800" b="1" dirty="0">
                <a:latin typeface="Times New Roman" panose="02020603050405020304" pitchFamily="18" charset="0"/>
                <a:cs typeface="Times New Roman" panose="02020603050405020304" pitchFamily="18" charset="0"/>
              </a:rPr>
              <a:t>Step 3: Calculate Probabilities</a:t>
            </a:r>
            <a:r>
              <a:rPr lang="en-US" sz="1800" dirty="0">
                <a:latin typeface="Times New Roman" panose="02020603050405020304" pitchFamily="18" charset="0"/>
                <a:cs typeface="Times New Roman" panose="02020603050405020304" pitchFamily="18" charset="0"/>
              </a:rPr>
              <a:t> Now, let's apply the formula to calculate the probabilities for each word:</a:t>
            </a:r>
            <a:br>
              <a:rPr lang="en-US" sz="1800" dirty="0">
                <a:latin typeface="Times New Roman" panose="02020603050405020304" pitchFamily="18" charset="0"/>
                <a:cs typeface="Times New Roman" panose="02020603050405020304" pitchFamily="18" charset="0"/>
              </a:rPr>
            </a:br>
            <a:r>
              <a:rPr lang="en-US" sz="1800" dirty="0">
                <a:latin typeface="Times New Roman" panose="02020603050405020304" pitchFamily="18" charset="0"/>
                <a:cs typeface="Times New Roman" panose="02020603050405020304" pitchFamily="18" charset="0"/>
              </a:rPr>
              <a:t/>
            </a:r>
            <a:br>
              <a:rPr lang="en-US" sz="1800" dirty="0">
                <a:latin typeface="Times New Roman" panose="02020603050405020304" pitchFamily="18" charset="0"/>
                <a:cs typeface="Times New Roman" panose="02020603050405020304" pitchFamily="18" charset="0"/>
              </a:rPr>
            </a:br>
            <a:r>
              <a:rPr lang="en-US" sz="1800" dirty="0">
                <a:solidFill>
                  <a:srgbClr val="C00000"/>
                </a:solidFill>
                <a:latin typeface="Times New Roman" panose="02020603050405020304" pitchFamily="18" charset="0"/>
                <a:cs typeface="Times New Roman" panose="02020603050405020304" pitchFamily="18" charset="0"/>
              </a:rPr>
              <a:t>P("I")=1/6​ ≈ 0.1667</a:t>
            </a:r>
            <a:br>
              <a:rPr lang="en-US" sz="1800" dirty="0">
                <a:solidFill>
                  <a:srgbClr val="C00000"/>
                </a:solidFill>
                <a:latin typeface="Times New Roman" panose="02020603050405020304" pitchFamily="18" charset="0"/>
                <a:cs typeface="Times New Roman" panose="02020603050405020304" pitchFamily="18" charset="0"/>
              </a:rPr>
            </a:br>
            <a:r>
              <a:rPr lang="en-US" sz="1800" dirty="0">
                <a:solidFill>
                  <a:srgbClr val="C00000"/>
                </a:solidFill>
                <a:latin typeface="Times New Roman" panose="02020603050405020304" pitchFamily="18" charset="0"/>
                <a:cs typeface="Times New Roman" panose="02020603050405020304" pitchFamily="18" charset="0"/>
              </a:rPr>
              <a:t>P("love")=1/6​ ≈ 0.1667</a:t>
            </a:r>
            <a:br>
              <a:rPr lang="en-US" sz="1800" dirty="0">
                <a:solidFill>
                  <a:srgbClr val="C00000"/>
                </a:solidFill>
                <a:latin typeface="Times New Roman" panose="02020603050405020304" pitchFamily="18" charset="0"/>
                <a:cs typeface="Times New Roman" panose="02020603050405020304" pitchFamily="18" charset="0"/>
              </a:rPr>
            </a:br>
            <a:r>
              <a:rPr lang="en-US" sz="1800" dirty="0">
                <a:solidFill>
                  <a:srgbClr val="C00000"/>
                </a:solidFill>
                <a:latin typeface="Times New Roman" panose="02020603050405020304" pitchFamily="18" charset="0"/>
                <a:cs typeface="Times New Roman" panose="02020603050405020304" pitchFamily="18" charset="0"/>
              </a:rPr>
              <a:t>P("to")=1/6​ ≈ 0.1667</a:t>
            </a:r>
            <a:br>
              <a:rPr lang="en-US" sz="1800" dirty="0">
                <a:solidFill>
                  <a:srgbClr val="C00000"/>
                </a:solidFill>
                <a:latin typeface="Times New Roman" panose="02020603050405020304" pitchFamily="18" charset="0"/>
                <a:cs typeface="Times New Roman" panose="02020603050405020304" pitchFamily="18" charset="0"/>
              </a:rPr>
            </a:br>
            <a:r>
              <a:rPr lang="en-US" sz="1800" dirty="0">
                <a:solidFill>
                  <a:srgbClr val="C00000"/>
                </a:solidFill>
                <a:latin typeface="Times New Roman" panose="02020603050405020304" pitchFamily="18" charset="0"/>
                <a:cs typeface="Times New Roman" panose="02020603050405020304" pitchFamily="18" charset="0"/>
              </a:rPr>
              <a:t>P("eat")=1/6​ ≈ 0.1667</a:t>
            </a:r>
            <a:br>
              <a:rPr lang="en-US" sz="1800" dirty="0">
                <a:solidFill>
                  <a:srgbClr val="C00000"/>
                </a:solidFill>
                <a:latin typeface="Times New Roman" panose="02020603050405020304" pitchFamily="18" charset="0"/>
                <a:cs typeface="Times New Roman" panose="02020603050405020304" pitchFamily="18" charset="0"/>
              </a:rPr>
            </a:br>
            <a:r>
              <a:rPr lang="en-US" sz="1800" dirty="0">
                <a:solidFill>
                  <a:srgbClr val="C00000"/>
                </a:solidFill>
                <a:latin typeface="Times New Roman" panose="02020603050405020304" pitchFamily="18" charset="0"/>
                <a:cs typeface="Times New Roman" panose="02020603050405020304" pitchFamily="18" charset="0"/>
              </a:rPr>
              <a:t>P("ice")=1/6​ ≈ 0.1667</a:t>
            </a:r>
            <a:br>
              <a:rPr lang="en-US" sz="1800" dirty="0">
                <a:solidFill>
                  <a:srgbClr val="C00000"/>
                </a:solidFill>
                <a:latin typeface="Times New Roman" panose="02020603050405020304" pitchFamily="18" charset="0"/>
                <a:cs typeface="Times New Roman" panose="02020603050405020304" pitchFamily="18" charset="0"/>
              </a:rPr>
            </a:br>
            <a:r>
              <a:rPr lang="en-US" sz="1800" dirty="0">
                <a:solidFill>
                  <a:srgbClr val="C00000"/>
                </a:solidFill>
                <a:latin typeface="Times New Roman" panose="02020603050405020304" pitchFamily="18" charset="0"/>
                <a:cs typeface="Times New Roman" panose="02020603050405020304" pitchFamily="18" charset="0"/>
              </a:rPr>
              <a:t>P("cream")=1/6​ ≈ 0.1667</a:t>
            </a:r>
            <a:r>
              <a:rPr lang="en-US" sz="1800" dirty="0">
                <a:solidFill>
                  <a:schemeClr val="accent1">
                    <a:lumMod val="75000"/>
                  </a:schemeClr>
                </a:solidFill>
                <a:latin typeface="Times New Roman" panose="02020603050405020304" pitchFamily="18" charset="0"/>
                <a:cs typeface="Times New Roman" panose="02020603050405020304" pitchFamily="18" charset="0"/>
              </a:rPr>
              <a:t/>
            </a:r>
            <a:br>
              <a:rPr lang="en-US" sz="1800" dirty="0">
                <a:solidFill>
                  <a:schemeClr val="accent1">
                    <a:lumMod val="75000"/>
                  </a:schemeClr>
                </a:solidFill>
                <a:latin typeface="Times New Roman" panose="02020603050405020304" pitchFamily="18" charset="0"/>
                <a:cs typeface="Times New Roman" panose="02020603050405020304" pitchFamily="18" charset="0"/>
              </a:rPr>
            </a:br>
            <a:r>
              <a:rPr lang="en-US" sz="1800" dirty="0">
                <a:solidFill>
                  <a:schemeClr val="accent1">
                    <a:lumMod val="75000"/>
                  </a:schemeClr>
                </a:solidFill>
                <a:latin typeface="Times New Roman" panose="02020603050405020304" pitchFamily="18" charset="0"/>
                <a:cs typeface="Times New Roman" panose="02020603050405020304" pitchFamily="18" charset="0"/>
              </a:rPr>
              <a:t/>
            </a:r>
            <a:br>
              <a:rPr lang="en-US" sz="1800" dirty="0">
                <a:solidFill>
                  <a:schemeClr val="accent1">
                    <a:lumMod val="75000"/>
                  </a:schemeClr>
                </a:solidFill>
                <a:latin typeface="Times New Roman" panose="02020603050405020304" pitchFamily="18" charset="0"/>
                <a:cs typeface="Times New Roman" panose="02020603050405020304" pitchFamily="18" charset="0"/>
              </a:rPr>
            </a:br>
            <a:r>
              <a:rPr lang="en-US" sz="1800" dirty="0">
                <a:latin typeface="Times New Roman" panose="02020603050405020304" pitchFamily="18" charset="0"/>
                <a:cs typeface="Times New Roman" panose="02020603050405020304" pitchFamily="18" charset="0"/>
              </a:rPr>
              <a:t>So, in this unigram language model, each word in the sentence "</a:t>
            </a:r>
            <a:r>
              <a:rPr lang="en-US" sz="1800" dirty="0">
                <a:solidFill>
                  <a:schemeClr val="accent1">
                    <a:lumMod val="75000"/>
                  </a:schemeClr>
                </a:solidFill>
                <a:latin typeface="Times New Roman" panose="02020603050405020304" pitchFamily="18" charset="0"/>
                <a:cs typeface="Times New Roman" panose="02020603050405020304" pitchFamily="18" charset="0"/>
              </a:rPr>
              <a:t>I love to eat ice cream</a:t>
            </a:r>
            <a:r>
              <a:rPr lang="en-US" sz="1800" dirty="0">
                <a:latin typeface="Times New Roman" panose="02020603050405020304" pitchFamily="18" charset="0"/>
                <a:cs typeface="Times New Roman" panose="02020603050405020304" pitchFamily="18" charset="0"/>
              </a:rPr>
              <a:t>" has an equal probability of approximately 0.1667.</a:t>
            </a:r>
            <a:r>
              <a:rPr lang="en-US" sz="1600" dirty="0">
                <a:latin typeface="Times New Roman" panose="02020603050405020304" pitchFamily="18" charset="0"/>
                <a:cs typeface="Times New Roman" panose="02020603050405020304" pitchFamily="18" charset="0"/>
              </a:rPr>
              <a:t/>
            </a:r>
            <a:br>
              <a:rPr lang="en-US" sz="1600" dirty="0">
                <a:latin typeface="Times New Roman" panose="02020603050405020304" pitchFamily="18" charset="0"/>
                <a:cs typeface="Times New Roman" panose="02020603050405020304" pitchFamily="18" charset="0"/>
              </a:rPr>
            </a:br>
            <a:endParaRPr lang="en-IN" sz="1600" dirty="0">
              <a:latin typeface="Times New Roman" panose="02020603050405020304" pitchFamily="18" charset="0"/>
              <a:cs typeface="Times New Roman" panose="02020603050405020304" pitchFamily="18" charset="0"/>
            </a:endParaRPr>
          </a:p>
        </p:txBody>
      </p:sp>
      <p:sp>
        <p:nvSpPr>
          <p:cNvPr id="4" name="Slide Number Placeholder 3"/>
          <p:cNvSpPr>
            <a:spLocks noGrp="1"/>
          </p:cNvSpPr>
          <p:nvPr>
            <p:ph type="sldNum" sz="quarter" idx="12"/>
          </p:nvPr>
        </p:nvSpPr>
        <p:spPr/>
        <p:txBody>
          <a:bodyPr/>
          <a:lstStyle/>
          <a:p>
            <a:fld id="{F3D57A2A-32B0-4562-8BA3-11F0795B7757}" type="slidenum">
              <a:rPr lang="en-IN" smtClean="0"/>
              <a:pPr/>
              <a:t>25</a:t>
            </a:fld>
            <a:endParaRPr lang="en-IN"/>
          </a:p>
        </p:txBody>
      </p:sp>
      <p:sp>
        <p:nvSpPr>
          <p:cNvPr id="5" name="Footer Placeholder 4"/>
          <p:cNvSpPr>
            <a:spLocks noGrp="1"/>
          </p:cNvSpPr>
          <p:nvPr>
            <p:ph type="ftr" sz="quarter" idx="11"/>
          </p:nvPr>
        </p:nvSpPr>
        <p:spPr/>
        <p:txBody>
          <a:bodyPr/>
          <a:lstStyle/>
          <a:p>
            <a:r>
              <a:rPr lang="en-IN" smtClean="0"/>
              <a:t>shalini shrotriya</a:t>
            </a:r>
            <a:endParaRPr lang="en-IN"/>
          </a:p>
        </p:txBody>
      </p:sp>
    </p:spTree>
    <p:extLst>
      <p:ext uri="{BB962C8B-B14F-4D97-AF65-F5344CB8AC3E}">
        <p14:creationId xmlns="" xmlns:p14="http://schemas.microsoft.com/office/powerpoint/2010/main" val="3834816610"/>
      </p:ext>
    </p:extLst>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 xmlns:a16="http://schemas.microsoft.com/office/drawing/2014/main" id="{00FA2753-0B4B-DB73-6003-92D1E3958CF4}"/>
              </a:ext>
            </a:extLst>
          </p:cNvPr>
          <p:cNvSpPr>
            <a:spLocks noGrp="1"/>
          </p:cNvSpPr>
          <p:nvPr>
            <p:ph type="title"/>
          </p:nvPr>
        </p:nvSpPr>
        <p:spPr>
          <a:xfrm>
            <a:off x="1465728" y="699246"/>
            <a:ext cx="9466731" cy="5069542"/>
          </a:xfrm>
        </p:spPr>
        <p:txBody>
          <a:bodyPr>
            <a:normAutofit/>
          </a:bodyPr>
          <a:lstStyle/>
          <a:p>
            <a:r>
              <a:rPr lang="en-US" sz="2800" b="1" dirty="0">
                <a:solidFill>
                  <a:srgbClr val="FF0000"/>
                </a:solidFill>
                <a:latin typeface="Times New Roman" panose="02020603050405020304" pitchFamily="18" charset="0"/>
                <a:cs typeface="Times New Roman" panose="02020603050405020304" pitchFamily="18" charset="0"/>
              </a:rPr>
              <a:t>Pros of Unigram </a:t>
            </a:r>
            <a:r>
              <a:rPr lang="en-US" sz="2800" b="1" dirty="0" smtClean="0">
                <a:solidFill>
                  <a:srgbClr val="FF0000"/>
                </a:solidFill>
                <a:latin typeface="Times New Roman" panose="02020603050405020304" pitchFamily="18" charset="0"/>
                <a:cs typeface="Times New Roman" panose="02020603050405020304" pitchFamily="18" charset="0"/>
              </a:rPr>
              <a:t>Models</a:t>
            </a:r>
            <a:r>
              <a:rPr lang="en-US" sz="2800" b="1" dirty="0" smtClean="0">
                <a:solidFill>
                  <a:srgbClr val="FF0000"/>
                </a:solidFill>
                <a:latin typeface="Times New Roman" panose="02020603050405020304" pitchFamily="18" charset="0"/>
                <a:cs typeface="Times New Roman" panose="02020603050405020304" pitchFamily="18" charset="0"/>
              </a:rPr>
              <a:t/>
            </a:r>
            <a:br>
              <a:rPr lang="en-US" sz="2800" b="1" dirty="0" smtClean="0">
                <a:solidFill>
                  <a:srgbClr val="FF0000"/>
                </a:solidFill>
                <a:latin typeface="Times New Roman" panose="02020603050405020304" pitchFamily="18" charset="0"/>
                <a:cs typeface="Times New Roman" panose="02020603050405020304" pitchFamily="18" charset="0"/>
              </a:rPr>
            </a:br>
            <a:r>
              <a:rPr lang="en-US" sz="2800" b="1" dirty="0" smtClean="0">
                <a:latin typeface="Times New Roman" panose="02020603050405020304" pitchFamily="18" charset="0"/>
                <a:cs typeface="Times New Roman" panose="02020603050405020304" pitchFamily="18" charset="0"/>
              </a:rPr>
              <a:t/>
            </a:r>
            <a:br>
              <a:rPr lang="en-US" sz="2800" b="1" dirty="0" smtClean="0">
                <a:latin typeface="Times New Roman" panose="02020603050405020304" pitchFamily="18" charset="0"/>
                <a:cs typeface="Times New Roman" panose="02020603050405020304" pitchFamily="18" charset="0"/>
              </a:rPr>
            </a:br>
            <a:r>
              <a:rPr lang="en-US" sz="2800" b="1" dirty="0" smtClean="0">
                <a:latin typeface="Times New Roman" panose="02020603050405020304" pitchFamily="18" charset="0"/>
                <a:cs typeface="Times New Roman" panose="02020603050405020304" pitchFamily="18" charset="0"/>
              </a:rPr>
              <a:t>Simplicity</a:t>
            </a:r>
            <a:r>
              <a:rPr lang="en-US" sz="2800" b="1" dirty="0">
                <a:latin typeface="Times New Roman" panose="02020603050405020304" pitchFamily="18" charset="0"/>
                <a:cs typeface="Times New Roman" panose="02020603050405020304" pitchFamily="18" charset="0"/>
              </a:rPr>
              <a:t>:</a:t>
            </a:r>
            <a:r>
              <a:rPr lang="en-US" sz="2800" dirty="0">
                <a:latin typeface="Times New Roman" panose="02020603050405020304" pitchFamily="18" charset="0"/>
                <a:cs typeface="Times New Roman" panose="02020603050405020304" pitchFamily="18" charset="0"/>
              </a:rPr>
              <a:t> Unigram models are easy to implement and computationally efficient, making them suitable for quick text analysis tasks.</a:t>
            </a:r>
            <a:br>
              <a:rPr lang="en-US" sz="2800" dirty="0">
                <a:latin typeface="Times New Roman" panose="02020603050405020304" pitchFamily="18" charset="0"/>
                <a:cs typeface="Times New Roman" panose="02020603050405020304" pitchFamily="18" charset="0"/>
              </a:rPr>
            </a:br>
            <a:r>
              <a:rPr lang="en-US" sz="2800" b="1" dirty="0">
                <a:latin typeface="Times New Roman" panose="02020603050405020304" pitchFamily="18" charset="0"/>
                <a:cs typeface="Times New Roman" panose="02020603050405020304" pitchFamily="18" charset="0"/>
              </a:rPr>
              <a:t>Scalability:</a:t>
            </a:r>
            <a:r>
              <a:rPr lang="en-US" sz="2800" dirty="0">
                <a:latin typeface="Times New Roman" panose="02020603050405020304" pitchFamily="18" charset="0"/>
                <a:cs typeface="Times New Roman" panose="02020603050405020304" pitchFamily="18" charset="0"/>
              </a:rPr>
              <a:t> They can handle large datasets efficiently due to their simplicity.</a:t>
            </a:r>
            <a:br>
              <a:rPr lang="en-US" sz="2800" dirty="0">
                <a:latin typeface="Times New Roman" panose="02020603050405020304" pitchFamily="18" charset="0"/>
                <a:cs typeface="Times New Roman" panose="02020603050405020304" pitchFamily="18" charset="0"/>
              </a:rPr>
            </a:br>
            <a:r>
              <a:rPr lang="en-US" sz="2800" b="1" dirty="0">
                <a:latin typeface="Times New Roman" panose="02020603050405020304" pitchFamily="18" charset="0"/>
                <a:cs typeface="Times New Roman" panose="02020603050405020304" pitchFamily="18" charset="0"/>
              </a:rPr>
              <a:t>Independence:</a:t>
            </a:r>
            <a:r>
              <a:rPr lang="en-US" sz="2800" dirty="0">
                <a:latin typeface="Times New Roman" panose="02020603050405020304" pitchFamily="18" charset="0"/>
                <a:cs typeface="Times New Roman" panose="02020603050405020304" pitchFamily="18" charset="0"/>
              </a:rPr>
              <a:t> Unigrams are independent of each other, which simplifies calculations and reduces complexity</a:t>
            </a:r>
            <a:r>
              <a:rPr lang="en-US" sz="2800" dirty="0" smtClean="0">
                <a:latin typeface="Times New Roman" panose="02020603050405020304" pitchFamily="18" charset="0"/>
                <a:cs typeface="Times New Roman" panose="02020603050405020304" pitchFamily="18" charset="0"/>
              </a:rPr>
              <a:t>.</a:t>
            </a:r>
            <a:endParaRPr lang="en-IN" sz="2800" dirty="0">
              <a:latin typeface="Times New Roman" panose="02020603050405020304" pitchFamily="18" charset="0"/>
              <a:cs typeface="Times New Roman" panose="02020603050405020304" pitchFamily="18" charset="0"/>
            </a:endParaRPr>
          </a:p>
        </p:txBody>
      </p:sp>
      <p:sp>
        <p:nvSpPr>
          <p:cNvPr id="4" name="Slide Number Placeholder 3"/>
          <p:cNvSpPr>
            <a:spLocks noGrp="1"/>
          </p:cNvSpPr>
          <p:nvPr>
            <p:ph type="sldNum" sz="quarter" idx="12"/>
          </p:nvPr>
        </p:nvSpPr>
        <p:spPr/>
        <p:txBody>
          <a:bodyPr/>
          <a:lstStyle/>
          <a:p>
            <a:fld id="{F3D57A2A-32B0-4562-8BA3-11F0795B7757}" type="slidenum">
              <a:rPr lang="en-IN" smtClean="0"/>
              <a:pPr/>
              <a:t>26</a:t>
            </a:fld>
            <a:endParaRPr lang="en-IN"/>
          </a:p>
        </p:txBody>
      </p:sp>
      <p:sp>
        <p:nvSpPr>
          <p:cNvPr id="5" name="Footer Placeholder 4"/>
          <p:cNvSpPr>
            <a:spLocks noGrp="1"/>
          </p:cNvSpPr>
          <p:nvPr>
            <p:ph type="ftr" sz="quarter" idx="11"/>
          </p:nvPr>
        </p:nvSpPr>
        <p:spPr/>
        <p:txBody>
          <a:bodyPr/>
          <a:lstStyle/>
          <a:p>
            <a:r>
              <a:rPr lang="en-IN" smtClean="0"/>
              <a:t>shalini shrotriya</a:t>
            </a:r>
            <a:endParaRPr lang="en-IN"/>
          </a:p>
        </p:txBody>
      </p:sp>
    </p:spTree>
    <p:extLst>
      <p:ext uri="{BB962C8B-B14F-4D97-AF65-F5344CB8AC3E}">
        <p14:creationId xmlns="" xmlns:p14="http://schemas.microsoft.com/office/powerpoint/2010/main" val="2186819414"/>
      </p:ext>
    </p:extLst>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 xmlns:a16="http://schemas.microsoft.com/office/drawing/2014/main" id="{8A9D2595-4DE3-DB84-E908-BAF2DA7A8FD4}"/>
              </a:ext>
            </a:extLst>
          </p:cNvPr>
          <p:cNvSpPr>
            <a:spLocks noGrp="1"/>
          </p:cNvSpPr>
          <p:nvPr>
            <p:ph type="title"/>
          </p:nvPr>
        </p:nvSpPr>
        <p:spPr>
          <a:xfrm>
            <a:off x="824753" y="322729"/>
            <a:ext cx="10515600" cy="5905649"/>
          </a:xfrm>
        </p:spPr>
        <p:txBody>
          <a:bodyPr anchor="t">
            <a:normAutofit fontScale="90000"/>
          </a:bodyPr>
          <a:lstStyle/>
          <a:p>
            <a:pPr fontAlgn="ctr"/>
            <a:r>
              <a:rPr lang="en-US" sz="2800" b="1" dirty="0">
                <a:solidFill>
                  <a:srgbClr val="FF0000"/>
                </a:solidFill>
                <a:latin typeface="Times New Roman" panose="02020603050405020304" pitchFamily="18" charset="0"/>
                <a:cs typeface="Times New Roman" panose="02020603050405020304" pitchFamily="18" charset="0"/>
              </a:rPr>
              <a:t>Cons of Unigram Models:</a:t>
            </a:r>
            <a:r>
              <a:rPr lang="en-US" dirty="0">
                <a:latin typeface="Times New Roman" panose="02020603050405020304" pitchFamily="18" charset="0"/>
                <a:cs typeface="Times New Roman" panose="02020603050405020304" pitchFamily="18" charset="0"/>
              </a:rPr>
              <a:t/>
            </a:r>
            <a:br>
              <a:rPr lang="en-US" dirty="0">
                <a:latin typeface="Times New Roman" panose="02020603050405020304" pitchFamily="18" charset="0"/>
                <a:cs typeface="Times New Roman" panose="02020603050405020304" pitchFamily="18" charset="0"/>
              </a:rPr>
            </a:br>
            <a:r>
              <a:rPr lang="en-US" sz="2800" b="1" dirty="0">
                <a:latin typeface="Times New Roman" panose="02020603050405020304" pitchFamily="18" charset="0"/>
                <a:cs typeface="Times New Roman" panose="02020603050405020304" pitchFamily="18" charset="0"/>
              </a:rPr>
              <a:t>Loss of Context:</a:t>
            </a:r>
            <a:r>
              <a:rPr lang="en-US" sz="2800" dirty="0">
                <a:latin typeface="Times New Roman" panose="02020603050405020304" pitchFamily="18" charset="0"/>
                <a:cs typeface="Times New Roman" panose="02020603050405020304" pitchFamily="18" charset="0"/>
              </a:rPr>
              <a:t> Since unigram models treat words independently, they completely ignore the context and word relationships within a sentence</a:t>
            </a:r>
            <a:r>
              <a:rPr lang="en-US" sz="2800" dirty="0" smtClean="0">
                <a:latin typeface="Times New Roman" panose="02020603050405020304" pitchFamily="18" charset="0"/>
                <a:cs typeface="Times New Roman" panose="02020603050405020304" pitchFamily="18" charset="0"/>
              </a:rPr>
              <a:t>.</a:t>
            </a:r>
            <a:br>
              <a:rPr lang="en-US" sz="2800" dirty="0" smtClean="0">
                <a:latin typeface="Times New Roman" panose="02020603050405020304" pitchFamily="18" charset="0"/>
                <a:cs typeface="Times New Roman" panose="02020603050405020304" pitchFamily="18" charset="0"/>
              </a:rPr>
            </a:br>
            <a:r>
              <a:rPr lang="en-US" sz="2800" dirty="0">
                <a:latin typeface="Times New Roman" panose="02020603050405020304" pitchFamily="18" charset="0"/>
                <a:cs typeface="Times New Roman" panose="02020603050405020304" pitchFamily="18" charset="0"/>
              </a:rPr>
              <a:t/>
            </a:r>
            <a:br>
              <a:rPr lang="en-US" sz="2800" dirty="0">
                <a:latin typeface="Times New Roman" panose="02020603050405020304" pitchFamily="18" charset="0"/>
                <a:cs typeface="Times New Roman" panose="02020603050405020304" pitchFamily="18" charset="0"/>
              </a:rPr>
            </a:br>
            <a:r>
              <a:rPr lang="en-US" sz="2800" b="1" dirty="0">
                <a:latin typeface="Times New Roman" panose="02020603050405020304" pitchFamily="18" charset="0"/>
                <a:cs typeface="Times New Roman" panose="02020603050405020304" pitchFamily="18" charset="0"/>
              </a:rPr>
              <a:t>Limited Expressiveness:</a:t>
            </a:r>
            <a:r>
              <a:rPr lang="en-US" sz="2800" dirty="0">
                <a:latin typeface="Times New Roman" panose="02020603050405020304" pitchFamily="18" charset="0"/>
                <a:cs typeface="Times New Roman" panose="02020603050405020304" pitchFamily="18" charset="0"/>
              </a:rPr>
              <a:t> Unigram models may struggle with capturing nuances and semantics, especially in complex or ambiguous sentences</a:t>
            </a:r>
            <a:r>
              <a:rPr lang="en-US" sz="2800" dirty="0" smtClean="0">
                <a:latin typeface="Times New Roman" panose="02020603050405020304" pitchFamily="18" charset="0"/>
                <a:cs typeface="Times New Roman" panose="02020603050405020304" pitchFamily="18" charset="0"/>
              </a:rPr>
              <a:t>.</a:t>
            </a:r>
            <a:br>
              <a:rPr lang="en-US" sz="2800" dirty="0" smtClean="0">
                <a:latin typeface="Times New Roman" panose="02020603050405020304" pitchFamily="18" charset="0"/>
                <a:cs typeface="Times New Roman" panose="02020603050405020304" pitchFamily="18" charset="0"/>
              </a:rPr>
            </a:br>
            <a:r>
              <a:rPr lang="en-US" sz="2800" dirty="0">
                <a:latin typeface="Times New Roman" panose="02020603050405020304" pitchFamily="18" charset="0"/>
                <a:cs typeface="Times New Roman" panose="02020603050405020304" pitchFamily="18" charset="0"/>
              </a:rPr>
              <a:t/>
            </a:r>
            <a:br>
              <a:rPr lang="en-US" sz="2800" dirty="0">
                <a:latin typeface="Times New Roman" panose="02020603050405020304" pitchFamily="18" charset="0"/>
                <a:cs typeface="Times New Roman" panose="02020603050405020304" pitchFamily="18" charset="0"/>
              </a:rPr>
            </a:br>
            <a:r>
              <a:rPr lang="en-US" sz="2800" b="1" dirty="0">
                <a:latin typeface="Times New Roman" panose="02020603050405020304" pitchFamily="18" charset="0"/>
                <a:cs typeface="Times New Roman" panose="02020603050405020304" pitchFamily="18" charset="0"/>
              </a:rPr>
              <a:t>Not Ideal for Many NLP Tasks:</a:t>
            </a:r>
            <a:r>
              <a:rPr lang="en-US" sz="2800" dirty="0">
                <a:latin typeface="Times New Roman" panose="02020603050405020304" pitchFamily="18" charset="0"/>
                <a:cs typeface="Times New Roman" panose="02020603050405020304" pitchFamily="18" charset="0"/>
              </a:rPr>
              <a:t> They are less suitable for tasks requiring an understanding of context, such as machine translation or sentiment </a:t>
            </a:r>
            <a:r>
              <a:rPr lang="en-US" sz="2800" dirty="0" smtClean="0">
                <a:latin typeface="Times New Roman" panose="02020603050405020304" pitchFamily="18" charset="0"/>
                <a:cs typeface="Times New Roman" panose="02020603050405020304" pitchFamily="18" charset="0"/>
              </a:rPr>
              <a:t>analysis</a:t>
            </a:r>
            <a:br>
              <a:rPr lang="en-US" sz="2800" dirty="0" smtClean="0">
                <a:latin typeface="Times New Roman" panose="02020603050405020304" pitchFamily="18" charset="0"/>
                <a:cs typeface="Times New Roman" panose="02020603050405020304" pitchFamily="18" charset="0"/>
              </a:rPr>
            </a:br>
            <a:r>
              <a:rPr lang="en-US" sz="2800" dirty="0" smtClean="0">
                <a:latin typeface="Times New Roman" panose="02020603050405020304" pitchFamily="18" charset="0"/>
                <a:cs typeface="Times New Roman" panose="02020603050405020304" pitchFamily="18" charset="0"/>
              </a:rPr>
              <a:t/>
            </a:r>
            <a:br>
              <a:rPr lang="en-US" sz="2800" dirty="0" smtClean="0">
                <a:latin typeface="Times New Roman" panose="02020603050405020304" pitchFamily="18" charset="0"/>
                <a:cs typeface="Times New Roman" panose="02020603050405020304" pitchFamily="18" charset="0"/>
              </a:rPr>
            </a:br>
            <a:r>
              <a:rPr lang="en-US" sz="2800" b="1" dirty="0" smtClean="0">
                <a:latin typeface="Times New Roman" panose="02020603050405020304" pitchFamily="18" charset="0"/>
                <a:cs typeface="Times New Roman" panose="02020603050405020304" pitchFamily="18" charset="0"/>
              </a:rPr>
              <a:t>Calculation:</a:t>
            </a:r>
            <a:r>
              <a:rPr lang="en-US" sz="2800" dirty="0" smtClean="0">
                <a:latin typeface="Times New Roman" panose="02020603050405020304" pitchFamily="18" charset="0"/>
                <a:cs typeface="Times New Roman" panose="02020603050405020304" pitchFamily="18" charset="0"/>
              </a:rPr>
              <a:t> The probability of each word is calculated by dividing the number of times it appears in the training data by the total number of words. </a:t>
            </a:r>
            <a:r>
              <a:rPr lang="en-US" sz="2800" dirty="0" smtClean="0">
                <a:latin typeface="Times New Roman" panose="02020603050405020304" pitchFamily="18" charset="0"/>
                <a:cs typeface="Times New Roman" panose="02020603050405020304" pitchFamily="18" charset="0"/>
              </a:rPr>
              <a:t/>
            </a:r>
            <a:br>
              <a:rPr lang="en-US" sz="2800" dirty="0" smtClean="0">
                <a:latin typeface="Times New Roman" panose="02020603050405020304" pitchFamily="18" charset="0"/>
                <a:cs typeface="Times New Roman" panose="02020603050405020304" pitchFamily="18" charset="0"/>
              </a:rPr>
            </a:br>
            <a:r>
              <a:rPr lang="en-US" sz="2800" dirty="0" smtClean="0">
                <a:latin typeface="Times New Roman" panose="02020603050405020304" pitchFamily="18" charset="0"/>
                <a:cs typeface="Times New Roman" panose="02020603050405020304" pitchFamily="18" charset="0"/>
              </a:rPr>
              <a:t/>
            </a:r>
            <a:br>
              <a:rPr lang="en-US" sz="2800" dirty="0" smtClean="0">
                <a:latin typeface="Times New Roman" panose="02020603050405020304" pitchFamily="18" charset="0"/>
                <a:cs typeface="Times New Roman" panose="02020603050405020304" pitchFamily="18" charset="0"/>
              </a:rPr>
            </a:br>
            <a:r>
              <a:rPr lang="en-US" sz="2800" b="1" dirty="0" smtClean="0">
                <a:latin typeface="Times New Roman" panose="02020603050405020304" pitchFamily="18" charset="0"/>
                <a:cs typeface="Times New Roman" panose="02020603050405020304" pitchFamily="18" charset="0"/>
              </a:rPr>
              <a:t>Problems:</a:t>
            </a:r>
            <a:r>
              <a:rPr lang="en-US" sz="2800" dirty="0" smtClean="0">
                <a:latin typeface="Times New Roman" panose="02020603050405020304" pitchFamily="18" charset="0"/>
                <a:cs typeface="Times New Roman" panose="02020603050405020304" pitchFamily="18" charset="0"/>
              </a:rPr>
              <a:t> Unigram language models have some problems, such as assigning the same probability to phrases that are not equally valid. </a:t>
            </a:r>
            <a:r>
              <a:rPr lang="en-US" sz="2800" dirty="0" smtClean="0">
                <a:latin typeface="Times New Roman" panose="02020603050405020304" pitchFamily="18" charset="0"/>
                <a:cs typeface="Times New Roman" panose="02020603050405020304" pitchFamily="18" charset="0"/>
              </a:rPr>
              <a:t/>
            </a:r>
            <a:br>
              <a:rPr lang="en-US" sz="2800" dirty="0" smtClean="0">
                <a:latin typeface="Times New Roman" panose="02020603050405020304" pitchFamily="18" charset="0"/>
                <a:cs typeface="Times New Roman" panose="02020603050405020304" pitchFamily="18" charset="0"/>
              </a:rPr>
            </a:br>
            <a:r>
              <a:rPr lang="en-US" sz="2800" dirty="0" smtClean="0">
                <a:latin typeface="Times New Roman" panose="02020603050405020304" pitchFamily="18" charset="0"/>
                <a:cs typeface="Times New Roman" panose="02020603050405020304" pitchFamily="18" charset="0"/>
              </a:rPr>
              <a:t>For </a:t>
            </a:r>
            <a:r>
              <a:rPr lang="en-US" sz="2800" dirty="0" smtClean="0">
                <a:latin typeface="Times New Roman" panose="02020603050405020304" pitchFamily="18" charset="0"/>
                <a:cs typeface="Times New Roman" panose="02020603050405020304" pitchFamily="18" charset="0"/>
              </a:rPr>
              <a:t>example, a unigram language model would give the same probability to the phrases "the dog runs" and "dog the runs".</a:t>
            </a:r>
            <a:r>
              <a:rPr lang="en-US" dirty="0" smtClean="0">
                <a:latin typeface="Times New Roman" panose="02020603050405020304" pitchFamily="18" charset="0"/>
                <a:cs typeface="Times New Roman" panose="02020603050405020304" pitchFamily="18" charset="0"/>
              </a:rPr>
              <a:t/>
            </a:r>
            <a:br>
              <a:rPr lang="en-US" dirty="0" smtClean="0">
                <a:latin typeface="Times New Roman" panose="02020603050405020304" pitchFamily="18" charset="0"/>
                <a:cs typeface="Times New Roman" panose="02020603050405020304" pitchFamily="18" charset="0"/>
              </a:rPr>
            </a:br>
            <a:r>
              <a:rPr lang="en-US" dirty="0" smtClean="0">
                <a:latin typeface="Times New Roman" panose="02020603050405020304" pitchFamily="18" charset="0"/>
                <a:cs typeface="Times New Roman" panose="02020603050405020304" pitchFamily="18" charset="0"/>
              </a:rPr>
              <a:t>.</a:t>
            </a:r>
            <a:r>
              <a:rPr lang="en-US" dirty="0">
                <a:latin typeface="Times New Roman" panose="02020603050405020304" pitchFamily="18" charset="0"/>
                <a:cs typeface="Times New Roman" panose="02020603050405020304" pitchFamily="18" charset="0"/>
              </a:rPr>
              <a:t/>
            </a:r>
            <a:br>
              <a:rPr lang="en-US" dirty="0">
                <a:latin typeface="Times New Roman" panose="02020603050405020304" pitchFamily="18" charset="0"/>
                <a:cs typeface="Times New Roman" panose="02020603050405020304" pitchFamily="18" charset="0"/>
              </a:rPr>
            </a:br>
            <a:endParaRPr lang="en-IN" dirty="0">
              <a:latin typeface="Times New Roman" panose="02020603050405020304" pitchFamily="18" charset="0"/>
              <a:cs typeface="Times New Roman" panose="02020603050405020304" pitchFamily="18" charset="0"/>
            </a:endParaRPr>
          </a:p>
        </p:txBody>
      </p:sp>
      <p:sp>
        <p:nvSpPr>
          <p:cNvPr id="4" name="Slide Number Placeholder 3"/>
          <p:cNvSpPr>
            <a:spLocks noGrp="1"/>
          </p:cNvSpPr>
          <p:nvPr>
            <p:ph type="sldNum" sz="quarter" idx="12"/>
          </p:nvPr>
        </p:nvSpPr>
        <p:spPr/>
        <p:txBody>
          <a:bodyPr/>
          <a:lstStyle/>
          <a:p>
            <a:fld id="{F3D57A2A-32B0-4562-8BA3-11F0795B7757}" type="slidenum">
              <a:rPr lang="en-IN" smtClean="0"/>
              <a:pPr/>
              <a:t>27</a:t>
            </a:fld>
            <a:endParaRPr lang="en-IN"/>
          </a:p>
        </p:txBody>
      </p:sp>
      <p:sp>
        <p:nvSpPr>
          <p:cNvPr id="5" name="Footer Placeholder 4"/>
          <p:cNvSpPr>
            <a:spLocks noGrp="1"/>
          </p:cNvSpPr>
          <p:nvPr>
            <p:ph type="ftr" sz="quarter" idx="11"/>
          </p:nvPr>
        </p:nvSpPr>
        <p:spPr/>
        <p:txBody>
          <a:bodyPr/>
          <a:lstStyle/>
          <a:p>
            <a:r>
              <a:rPr lang="en-IN" smtClean="0"/>
              <a:t>shalini shrotriya</a:t>
            </a:r>
            <a:endParaRPr lang="en-IN"/>
          </a:p>
        </p:txBody>
      </p:sp>
    </p:spTree>
    <p:extLst>
      <p:ext uri="{BB962C8B-B14F-4D97-AF65-F5344CB8AC3E}">
        <p14:creationId xmlns="" xmlns:p14="http://schemas.microsoft.com/office/powerpoint/2010/main" val="2720163027"/>
      </p:ext>
    </p:extLst>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 xmlns:a16="http://schemas.microsoft.com/office/drawing/2014/main" id="{651594AD-CC72-D1AA-230D-0C434FB0B256}"/>
              </a:ext>
            </a:extLst>
          </p:cNvPr>
          <p:cNvSpPr>
            <a:spLocks noGrp="1"/>
          </p:cNvSpPr>
          <p:nvPr>
            <p:ph type="title"/>
          </p:nvPr>
        </p:nvSpPr>
        <p:spPr>
          <a:xfrm>
            <a:off x="793376" y="174813"/>
            <a:ext cx="9977718" cy="484093"/>
          </a:xfrm>
        </p:spPr>
        <p:txBody>
          <a:bodyPr anchor="t">
            <a:normAutofit/>
          </a:bodyPr>
          <a:lstStyle/>
          <a:p>
            <a:r>
              <a:rPr lang="en-IN" sz="2800" b="1" dirty="0" smtClean="0">
                <a:solidFill>
                  <a:srgbClr val="FF0000"/>
                </a:solidFill>
                <a:latin typeface="Times New Roman" pitchFamily="18" charset="0"/>
                <a:cs typeface="Times New Roman" pitchFamily="18" charset="0"/>
              </a:rPr>
              <a:t>Bigram Model</a:t>
            </a:r>
            <a:endParaRPr lang="en-IN" sz="2800" dirty="0">
              <a:solidFill>
                <a:srgbClr val="FF0000"/>
              </a:solidFill>
              <a:latin typeface="Times New Roman" pitchFamily="18" charset="0"/>
              <a:cs typeface="Times New Roman" pitchFamily="18" charset="0"/>
            </a:endParaRPr>
          </a:p>
        </p:txBody>
      </p:sp>
      <p:sp>
        <p:nvSpPr>
          <p:cNvPr id="3" name="Content Placeholder 2">
            <a:extLst>
              <a:ext uri="{FF2B5EF4-FFF2-40B4-BE49-F238E27FC236}">
                <a16:creationId xmlns="" xmlns:a16="http://schemas.microsoft.com/office/drawing/2014/main" id="{06833B04-3C59-8E1D-B297-260723711707}"/>
              </a:ext>
            </a:extLst>
          </p:cNvPr>
          <p:cNvSpPr>
            <a:spLocks noGrp="1"/>
          </p:cNvSpPr>
          <p:nvPr>
            <p:ph idx="1"/>
          </p:nvPr>
        </p:nvSpPr>
        <p:spPr>
          <a:xfrm flipV="1">
            <a:off x="838200" y="1779904"/>
            <a:ext cx="9989820" cy="48312"/>
          </a:xfrm>
        </p:spPr>
        <p:txBody>
          <a:bodyPr>
            <a:normAutofit fontScale="25000" lnSpcReduction="20000"/>
          </a:bodyPr>
          <a:lstStyle/>
          <a:p>
            <a:r>
              <a:rPr lang="en-US" dirty="0"/>
              <a:t> </a:t>
            </a:r>
            <a:endParaRPr lang="en-IN" dirty="0"/>
          </a:p>
        </p:txBody>
      </p:sp>
      <p:sp>
        <p:nvSpPr>
          <p:cNvPr id="4" name="Rectangle 1">
            <a:extLst>
              <a:ext uri="{FF2B5EF4-FFF2-40B4-BE49-F238E27FC236}">
                <a16:creationId xmlns="" xmlns:a16="http://schemas.microsoft.com/office/drawing/2014/main" id="{CC291C97-F597-EAB6-58D0-F5C84DD64E41}"/>
              </a:ext>
            </a:extLst>
          </p:cNvPr>
          <p:cNvSpPr>
            <a:spLocks noChangeArrowheads="1"/>
          </p:cNvSpPr>
          <p:nvPr/>
        </p:nvSpPr>
        <p:spPr bwMode="auto">
          <a:xfrm>
            <a:off x="672352" y="16699"/>
            <a:ext cx="10910047" cy="6740307"/>
          </a:xfrm>
          <a:prstGeom prst="rect">
            <a:avLst/>
          </a:prstGeom>
          <a:noFill/>
          <a:ln>
            <a:noFill/>
          </a:ln>
          <a:effectLst/>
          <a:extLst>
            <a:ext uri="{909E8E84-426E-40DD-AFC4-6F175D3DCCD1}">
              <a14:hiddenFill xmlns="" xmlns:a14="http://schemas.microsoft.com/office/drawing/2010/main">
                <a:solidFill>
                  <a:schemeClr val="accent1"/>
                </a:solidFill>
              </a14:hiddenFill>
            </a:ext>
            <a:ext uri="{91240B29-F687-4F45-9708-019B960494DF}">
              <a14:hiddenLine xmlns="" xmlns:a14="http://schemas.microsoft.com/office/drawing/2010/main" w="9525">
                <a:solidFill>
                  <a:schemeClr val="tx1"/>
                </a:solidFill>
                <a:miter lim="800000"/>
                <a:headEnd/>
                <a:tailEnd/>
              </a14:hiddenLine>
            </a:ext>
            <a:ext uri="{AF507438-7753-43E0-B8FC-AC1667EBCBE1}">
              <a14:hiddenEffects xmln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marL="0" marR="0" lvl="0" indent="0" algn="l" defTabSz="914400" rtl="0" eaLnBrk="0" fontAlgn="base" latinLnBrk="0" hangingPunct="0">
              <a:lnSpc>
                <a:spcPct val="100000"/>
              </a:lnSpc>
              <a:spcBef>
                <a:spcPct val="0"/>
              </a:spcBef>
              <a:spcAft>
                <a:spcPct val="0"/>
              </a:spcAft>
              <a:buClrTx/>
              <a:buSzTx/>
              <a:tabLst/>
            </a:pPr>
            <a:endParaRPr kumimoji="0" lang="en-US" altLang="en-US" sz="24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endParaRPr>
          </a:p>
          <a:p>
            <a:pPr marL="0" marR="0" lvl="0" indent="0" algn="l" defTabSz="914400" rtl="0" eaLnBrk="0" fontAlgn="base" latinLnBrk="0" hangingPunct="0">
              <a:lnSpc>
                <a:spcPct val="100000"/>
              </a:lnSpc>
              <a:spcBef>
                <a:spcPct val="0"/>
              </a:spcBef>
              <a:spcAft>
                <a:spcPct val="0"/>
              </a:spcAft>
              <a:buClrTx/>
              <a:buSzTx/>
              <a:tabLst/>
            </a:pPr>
            <a:endParaRPr kumimoji="0" lang="en-US" altLang="en-US" sz="2400" b="1"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endParaRPr>
          </a:p>
          <a:p>
            <a:pPr marL="0" marR="0" lvl="0" indent="0" algn="l" defTabSz="914400" rtl="0" eaLnBrk="0" fontAlgn="base" latinLnBrk="0" hangingPunct="0">
              <a:lnSpc>
                <a:spcPct val="100000"/>
              </a:lnSpc>
              <a:spcBef>
                <a:spcPct val="0"/>
              </a:spcBef>
              <a:spcAft>
                <a:spcPct val="0"/>
              </a:spcAft>
              <a:buClrTx/>
              <a:buSzTx/>
              <a:tabLst/>
            </a:pPr>
            <a:r>
              <a:rPr kumimoji="0" lang="en-US" altLang="en-US" sz="2400" b="1" i="0" u="none" strike="noStrike" cap="none" normalizeH="0" baseline="0" dirty="0" smtClean="0">
                <a:ln>
                  <a:noFill/>
                </a:ln>
                <a:solidFill>
                  <a:schemeClr val="tx1"/>
                </a:solidFill>
                <a:effectLst/>
                <a:latin typeface="Times New Roman" pitchFamily="18" charset="0"/>
                <a:cs typeface="Times New Roman" pitchFamily="18" charset="0"/>
              </a:rPr>
              <a:t>Explanation</a:t>
            </a:r>
            <a:r>
              <a:rPr kumimoji="0" lang="en-US" altLang="en-US" sz="2400" b="1" i="0" u="none" strike="noStrike" cap="none" normalizeH="0" baseline="0" dirty="0">
                <a:ln>
                  <a:noFill/>
                </a:ln>
                <a:solidFill>
                  <a:schemeClr val="tx1"/>
                </a:solidFill>
                <a:effectLst/>
                <a:latin typeface="Times New Roman" pitchFamily="18" charset="0"/>
                <a:cs typeface="Times New Roman" pitchFamily="18" charset="0"/>
              </a:rPr>
              <a:t>:</a:t>
            </a:r>
            <a:endParaRPr kumimoji="0" lang="en-US" altLang="en-US" sz="2400" b="0" i="0" u="none" strike="noStrike" cap="none" normalizeH="0" baseline="0" dirty="0">
              <a:ln>
                <a:noFill/>
              </a:ln>
              <a:solidFill>
                <a:schemeClr val="tx1"/>
              </a:solidFill>
              <a:effectLst/>
              <a:latin typeface="Times New Roman" pitchFamily="18" charset="0"/>
              <a:cs typeface="Times New Roman" pitchFamily="18" charset="0"/>
            </a:endParaRPr>
          </a:p>
          <a:p>
            <a:pPr marL="457200" marR="0" lvl="1" indent="0" algn="just" defTabSz="914400" rtl="0" eaLnBrk="0" fontAlgn="base" latinLnBrk="0" hangingPunct="0">
              <a:lnSpc>
                <a:spcPct val="100000"/>
              </a:lnSpc>
              <a:spcBef>
                <a:spcPct val="0"/>
              </a:spcBef>
              <a:spcAft>
                <a:spcPct val="0"/>
              </a:spcAft>
              <a:buClrTx/>
              <a:buSzTx/>
              <a:tabLst/>
            </a:pPr>
            <a:r>
              <a:rPr kumimoji="0" lang="en-US" altLang="en-US" sz="2400" b="0" i="0" u="none" strike="noStrike" cap="none" normalizeH="0" baseline="0" dirty="0">
                <a:ln>
                  <a:noFill/>
                </a:ln>
                <a:solidFill>
                  <a:schemeClr val="tx1"/>
                </a:solidFill>
                <a:effectLst/>
                <a:latin typeface="Times New Roman" pitchFamily="18" charset="0"/>
                <a:cs typeface="Times New Roman" pitchFamily="18" charset="0"/>
              </a:rPr>
              <a:t>The bigram model considers pairs of </a:t>
            </a:r>
            <a:r>
              <a:rPr kumimoji="0" lang="en-US" altLang="en-US" sz="2400" b="1" i="0" u="none" strike="noStrike" cap="none" normalizeH="0" baseline="0" dirty="0">
                <a:ln>
                  <a:noFill/>
                </a:ln>
                <a:solidFill>
                  <a:schemeClr val="tx1"/>
                </a:solidFill>
                <a:effectLst/>
                <a:latin typeface="Times New Roman" pitchFamily="18" charset="0"/>
                <a:cs typeface="Times New Roman" pitchFamily="18" charset="0"/>
              </a:rPr>
              <a:t>consecutive words </a:t>
            </a:r>
            <a:r>
              <a:rPr kumimoji="0" lang="en-US" altLang="en-US" sz="2400" b="0" i="0" u="none" strike="noStrike" cap="none" normalizeH="0" baseline="0" dirty="0">
                <a:ln>
                  <a:noFill/>
                </a:ln>
                <a:solidFill>
                  <a:schemeClr val="tx1"/>
                </a:solidFill>
                <a:effectLst/>
                <a:latin typeface="Times New Roman" pitchFamily="18" charset="0"/>
                <a:cs typeface="Times New Roman" pitchFamily="18" charset="0"/>
              </a:rPr>
              <a:t>and calculates the </a:t>
            </a:r>
            <a:r>
              <a:rPr kumimoji="0" lang="en-US" altLang="en-US" sz="2400" b="1" i="0" u="none" strike="noStrike" cap="none" normalizeH="0" baseline="0" dirty="0">
                <a:ln>
                  <a:noFill/>
                </a:ln>
                <a:solidFill>
                  <a:schemeClr val="tx1"/>
                </a:solidFill>
                <a:effectLst/>
                <a:latin typeface="Times New Roman" pitchFamily="18" charset="0"/>
                <a:cs typeface="Times New Roman" pitchFamily="18" charset="0"/>
              </a:rPr>
              <a:t>conditional probability </a:t>
            </a:r>
            <a:r>
              <a:rPr kumimoji="0" lang="en-US" altLang="en-US" sz="2400" b="0" i="0" u="none" strike="noStrike" cap="none" normalizeH="0" baseline="0" dirty="0">
                <a:ln>
                  <a:noFill/>
                </a:ln>
                <a:solidFill>
                  <a:schemeClr val="tx1"/>
                </a:solidFill>
                <a:effectLst/>
                <a:latin typeface="Times New Roman" pitchFamily="18" charset="0"/>
                <a:cs typeface="Times New Roman" pitchFamily="18" charset="0"/>
              </a:rPr>
              <a:t>of a word given its previous word.</a:t>
            </a:r>
          </a:p>
          <a:p>
            <a:pPr marL="457200" marR="0" lvl="1" indent="0" algn="just" defTabSz="914400" rtl="0" eaLnBrk="0" fontAlgn="base" latinLnBrk="0" hangingPunct="0">
              <a:lnSpc>
                <a:spcPct val="100000"/>
              </a:lnSpc>
              <a:spcBef>
                <a:spcPct val="0"/>
              </a:spcBef>
              <a:spcAft>
                <a:spcPct val="0"/>
              </a:spcAft>
              <a:buClrTx/>
              <a:buSzTx/>
              <a:tabLst/>
            </a:pPr>
            <a:r>
              <a:rPr lang="en-US" altLang="en-US" sz="2400" dirty="0">
                <a:latin typeface="Times New Roman" pitchFamily="18" charset="0"/>
                <a:cs typeface="Times New Roman" pitchFamily="18" charset="0"/>
              </a:rPr>
              <a:t> </a:t>
            </a:r>
            <a:r>
              <a:rPr lang="en-US" sz="2400" dirty="0">
                <a:latin typeface="Times New Roman" pitchFamily="18" charset="0"/>
                <a:cs typeface="Times New Roman" pitchFamily="18" charset="0"/>
              </a:rPr>
              <a:t>A bigram language model is a type of </a:t>
            </a:r>
            <a:r>
              <a:rPr lang="en-US" sz="2400" b="1" dirty="0">
                <a:latin typeface="Times New Roman" pitchFamily="18" charset="0"/>
                <a:cs typeface="Times New Roman" pitchFamily="18" charset="0"/>
              </a:rPr>
              <a:t>statistical language model </a:t>
            </a:r>
            <a:r>
              <a:rPr lang="en-US" sz="2400" dirty="0">
                <a:latin typeface="Times New Roman" pitchFamily="18" charset="0"/>
                <a:cs typeface="Times New Roman" pitchFamily="18" charset="0"/>
              </a:rPr>
              <a:t>that calculates the </a:t>
            </a:r>
            <a:r>
              <a:rPr lang="en-US" sz="2400" b="1" dirty="0">
                <a:latin typeface="Times New Roman" pitchFamily="18" charset="0"/>
                <a:cs typeface="Times New Roman" pitchFamily="18" charset="0"/>
              </a:rPr>
              <a:t>probability</a:t>
            </a:r>
            <a:r>
              <a:rPr lang="en-US" sz="2400" dirty="0">
                <a:latin typeface="Times New Roman" pitchFamily="18" charset="0"/>
                <a:cs typeface="Times New Roman" pitchFamily="18" charset="0"/>
              </a:rPr>
              <a:t> of </a:t>
            </a:r>
            <a:r>
              <a:rPr lang="en-US" sz="2400" b="1" dirty="0">
                <a:latin typeface="Times New Roman" pitchFamily="18" charset="0"/>
                <a:cs typeface="Times New Roman" pitchFamily="18" charset="0"/>
              </a:rPr>
              <a:t>each word </a:t>
            </a:r>
            <a:r>
              <a:rPr lang="en-US" sz="2400" dirty="0">
                <a:latin typeface="Times New Roman" pitchFamily="18" charset="0"/>
                <a:cs typeface="Times New Roman" pitchFamily="18" charset="0"/>
              </a:rPr>
              <a:t>in a sentence </a:t>
            </a:r>
            <a:r>
              <a:rPr lang="en-US" sz="2400" b="1" dirty="0">
                <a:latin typeface="Times New Roman" pitchFamily="18" charset="0"/>
                <a:cs typeface="Times New Roman" pitchFamily="18" charset="0"/>
              </a:rPr>
              <a:t>based</a:t>
            </a:r>
            <a:r>
              <a:rPr lang="en-US" sz="2400" dirty="0">
                <a:latin typeface="Times New Roman" pitchFamily="18" charset="0"/>
                <a:cs typeface="Times New Roman" pitchFamily="18" charset="0"/>
              </a:rPr>
              <a:t> on the </a:t>
            </a:r>
            <a:r>
              <a:rPr lang="en-US" sz="2400" b="1" dirty="0">
                <a:latin typeface="Times New Roman" pitchFamily="18" charset="0"/>
                <a:cs typeface="Times New Roman" pitchFamily="18" charset="0"/>
              </a:rPr>
              <a:t>probability</a:t>
            </a:r>
            <a:r>
              <a:rPr lang="en-US" sz="2400" dirty="0">
                <a:latin typeface="Times New Roman" pitchFamily="18" charset="0"/>
                <a:cs typeface="Times New Roman" pitchFamily="18" charset="0"/>
              </a:rPr>
              <a:t> of the previous word. It assumes that the probability of a word depends only on its immediate predecessor.</a:t>
            </a:r>
            <a:endParaRPr kumimoji="0" lang="en-US" altLang="en-US" sz="2400" b="0" i="0" u="none" strike="noStrike" cap="none" normalizeH="0" baseline="0" dirty="0">
              <a:ln>
                <a:noFill/>
              </a:ln>
              <a:solidFill>
                <a:schemeClr val="tx1"/>
              </a:solidFill>
              <a:effectLst/>
              <a:latin typeface="Times New Roman" pitchFamily="18" charset="0"/>
              <a:cs typeface="Times New Roman" pitchFamily="18" charset="0"/>
            </a:endParaRPr>
          </a:p>
          <a:p>
            <a:pPr marL="457200" marR="0" lvl="1" indent="0" algn="l" defTabSz="914400" rtl="0" eaLnBrk="0" fontAlgn="base" latinLnBrk="0" hangingPunct="0">
              <a:lnSpc>
                <a:spcPct val="100000"/>
              </a:lnSpc>
              <a:spcBef>
                <a:spcPct val="0"/>
              </a:spcBef>
              <a:spcAft>
                <a:spcPct val="0"/>
              </a:spcAft>
              <a:buClrTx/>
              <a:buSzTx/>
              <a:tabLst/>
            </a:pPr>
            <a:r>
              <a:rPr kumimoji="0" lang="en-US" altLang="en-US" sz="2400" b="0" i="0" u="none" strike="noStrike" cap="none" normalizeH="0" baseline="0" dirty="0">
                <a:ln>
                  <a:noFill/>
                </a:ln>
                <a:solidFill>
                  <a:schemeClr val="tx1"/>
                </a:solidFill>
                <a:effectLst/>
                <a:latin typeface="Times New Roman" pitchFamily="18" charset="0"/>
                <a:cs typeface="Times New Roman" pitchFamily="18" charset="0"/>
              </a:rPr>
              <a:t>It takes into account some level of word order and context.</a:t>
            </a:r>
          </a:p>
          <a:p>
            <a:pPr marL="0" marR="0" lvl="0" indent="0" algn="l" defTabSz="914400" rtl="0" eaLnBrk="0" fontAlgn="base" latinLnBrk="0" hangingPunct="0">
              <a:lnSpc>
                <a:spcPct val="100000"/>
              </a:lnSpc>
              <a:spcBef>
                <a:spcPct val="0"/>
              </a:spcBef>
              <a:spcAft>
                <a:spcPct val="0"/>
              </a:spcAft>
              <a:buClrTx/>
              <a:buSzTx/>
              <a:tabLst/>
            </a:pPr>
            <a:r>
              <a:rPr kumimoji="0" lang="en-US" altLang="en-US" sz="2400" b="1" i="0" u="none" strike="noStrike" cap="none" normalizeH="0" baseline="0" dirty="0">
                <a:ln>
                  <a:noFill/>
                </a:ln>
                <a:solidFill>
                  <a:schemeClr val="tx1"/>
                </a:solidFill>
                <a:effectLst/>
                <a:latin typeface="Times New Roman" pitchFamily="18" charset="0"/>
                <a:cs typeface="Times New Roman" pitchFamily="18" charset="0"/>
              </a:rPr>
              <a:t>Use Cases:</a:t>
            </a:r>
            <a:endParaRPr kumimoji="0" lang="en-US" altLang="en-US" sz="2400" b="0" i="0" u="none" strike="noStrike" cap="none" normalizeH="0" baseline="0" dirty="0">
              <a:ln>
                <a:noFill/>
              </a:ln>
              <a:solidFill>
                <a:schemeClr val="tx1"/>
              </a:solidFill>
              <a:effectLst/>
              <a:latin typeface="Times New Roman" pitchFamily="18" charset="0"/>
              <a:cs typeface="Times New Roman" pitchFamily="18" charset="0"/>
            </a:endParaRPr>
          </a:p>
          <a:p>
            <a:pPr marL="457200" marR="0" lvl="1" indent="0" algn="l" defTabSz="914400" rtl="0" eaLnBrk="0" fontAlgn="base" latinLnBrk="0" hangingPunct="0">
              <a:lnSpc>
                <a:spcPct val="100000"/>
              </a:lnSpc>
              <a:spcBef>
                <a:spcPct val="0"/>
              </a:spcBef>
              <a:spcAft>
                <a:spcPct val="0"/>
              </a:spcAft>
              <a:buClrTx/>
              <a:buSzTx/>
              <a:tabLst/>
            </a:pPr>
            <a:r>
              <a:rPr kumimoji="0" lang="en-US" altLang="en-US" sz="2400" b="0" i="0" u="none" strike="noStrike" cap="none" normalizeH="0" baseline="0" dirty="0">
                <a:ln>
                  <a:noFill/>
                </a:ln>
                <a:solidFill>
                  <a:schemeClr val="tx1"/>
                </a:solidFill>
                <a:effectLst/>
                <a:latin typeface="Times New Roman" pitchFamily="18" charset="0"/>
                <a:cs typeface="Times New Roman" pitchFamily="18" charset="0"/>
              </a:rPr>
              <a:t>Bigram models are used in text prediction, spell checking, and certain machine translation systems.</a:t>
            </a:r>
          </a:p>
          <a:p>
            <a:pPr marL="0" marR="0" lvl="0" indent="0" algn="l" defTabSz="914400" rtl="0" eaLnBrk="0" fontAlgn="base" latinLnBrk="0" hangingPunct="0">
              <a:lnSpc>
                <a:spcPct val="100000"/>
              </a:lnSpc>
              <a:spcBef>
                <a:spcPct val="0"/>
              </a:spcBef>
              <a:spcAft>
                <a:spcPct val="0"/>
              </a:spcAft>
              <a:buClrTx/>
              <a:buSzTx/>
              <a:tabLst/>
            </a:pPr>
            <a:r>
              <a:rPr kumimoji="0" lang="en-US" altLang="en-US" sz="2400" b="1" i="0" u="none" strike="noStrike" cap="none" normalizeH="0" baseline="0" dirty="0">
                <a:ln>
                  <a:noFill/>
                </a:ln>
                <a:solidFill>
                  <a:schemeClr val="tx1"/>
                </a:solidFill>
                <a:effectLst/>
                <a:latin typeface="Times New Roman" pitchFamily="18" charset="0"/>
                <a:cs typeface="Times New Roman" pitchFamily="18" charset="0"/>
              </a:rPr>
              <a:t>Example:</a:t>
            </a:r>
            <a:endParaRPr kumimoji="0" lang="en-US" altLang="en-US" sz="2400" b="0" i="0" u="none" strike="noStrike" cap="none" normalizeH="0" baseline="0" dirty="0">
              <a:ln>
                <a:noFill/>
              </a:ln>
              <a:solidFill>
                <a:schemeClr val="tx1"/>
              </a:solidFill>
              <a:effectLst/>
              <a:latin typeface="Times New Roman" pitchFamily="18" charset="0"/>
              <a:cs typeface="Times New Roman" pitchFamily="18" charset="0"/>
            </a:endParaRPr>
          </a:p>
          <a:p>
            <a:pPr marL="457200" marR="0" lvl="1" indent="0" algn="l" defTabSz="914400" rtl="0" eaLnBrk="0" fontAlgn="base" latinLnBrk="0" hangingPunct="0">
              <a:lnSpc>
                <a:spcPct val="100000"/>
              </a:lnSpc>
              <a:spcBef>
                <a:spcPct val="0"/>
              </a:spcBef>
              <a:spcAft>
                <a:spcPct val="0"/>
              </a:spcAft>
              <a:buClrTx/>
              <a:buSzTx/>
              <a:tabLst/>
            </a:pPr>
            <a:r>
              <a:rPr kumimoji="0" lang="en-US" altLang="en-US" sz="2400" b="0" i="0" u="none" strike="noStrike" cap="none" normalizeH="0" baseline="0" dirty="0">
                <a:ln>
                  <a:noFill/>
                </a:ln>
                <a:solidFill>
                  <a:schemeClr val="tx1"/>
                </a:solidFill>
                <a:effectLst/>
                <a:latin typeface="Times New Roman" pitchFamily="18" charset="0"/>
                <a:cs typeface="Times New Roman" pitchFamily="18" charset="0"/>
              </a:rPr>
              <a:t>P("ate | She") = frequency("She ate") / frequency("She")</a:t>
            </a:r>
          </a:p>
          <a:p>
            <a:pPr marL="0" marR="0" lvl="0" indent="0" algn="l" defTabSz="914400" rtl="0" eaLnBrk="0" fontAlgn="base" latinLnBrk="0" hangingPunct="0">
              <a:lnSpc>
                <a:spcPct val="100000"/>
              </a:lnSpc>
              <a:spcBef>
                <a:spcPct val="0"/>
              </a:spcBef>
              <a:spcAft>
                <a:spcPct val="0"/>
              </a:spcAft>
              <a:buClrTx/>
              <a:buSzTx/>
              <a:tabLst/>
            </a:pPr>
            <a:r>
              <a:rPr kumimoji="0" lang="en-US" altLang="en-US" sz="2400" b="1" i="0" u="none" strike="noStrike" cap="none" normalizeH="0" baseline="0" dirty="0" smtClean="0">
                <a:ln>
                  <a:noFill/>
                </a:ln>
                <a:solidFill>
                  <a:schemeClr val="tx1"/>
                </a:solidFill>
                <a:effectLst/>
                <a:latin typeface="Times New Roman" pitchFamily="18" charset="0"/>
                <a:cs typeface="Times New Roman" pitchFamily="18" charset="0"/>
              </a:rPr>
              <a:t>Limitation:  </a:t>
            </a:r>
            <a:r>
              <a:rPr kumimoji="0" lang="en-US" altLang="en-US" sz="2400" b="0" i="0" u="none" strike="noStrike" cap="none" normalizeH="0" baseline="0" dirty="0" smtClean="0">
                <a:ln>
                  <a:noFill/>
                </a:ln>
                <a:solidFill>
                  <a:schemeClr val="tx1"/>
                </a:solidFill>
                <a:effectLst/>
                <a:latin typeface="Times New Roman" pitchFamily="18" charset="0"/>
                <a:cs typeface="Times New Roman" pitchFamily="18" charset="0"/>
              </a:rPr>
              <a:t>Bigram </a:t>
            </a:r>
            <a:r>
              <a:rPr kumimoji="0" lang="en-US" altLang="en-US" sz="2400" b="0" i="0" u="none" strike="noStrike" cap="none" normalizeH="0" baseline="0" dirty="0">
                <a:ln>
                  <a:noFill/>
                </a:ln>
                <a:solidFill>
                  <a:schemeClr val="tx1"/>
                </a:solidFill>
                <a:effectLst/>
                <a:latin typeface="Times New Roman" pitchFamily="18" charset="0"/>
                <a:cs typeface="Times New Roman" pitchFamily="18" charset="0"/>
              </a:rPr>
              <a:t>models capture only local dependencies and may not capture long-range dependencies in language.</a:t>
            </a:r>
          </a:p>
          <a:p>
            <a:pPr marL="0" marR="0" lvl="0" indent="0" algn="l" defTabSz="914400" rtl="0" eaLnBrk="0" fontAlgn="base" latinLnBrk="0" hangingPunct="0">
              <a:lnSpc>
                <a:spcPct val="100000"/>
              </a:lnSpc>
              <a:spcBef>
                <a:spcPct val="0"/>
              </a:spcBef>
              <a:spcAft>
                <a:spcPct val="0"/>
              </a:spcAft>
              <a:buClrTx/>
              <a:buSzTx/>
              <a:tabLst/>
            </a:pPr>
            <a:endParaRPr kumimoji="0" lang="en-US" altLang="en-US" sz="2400" b="0" i="0" u="none" strike="noStrike" cap="none" normalizeH="0" baseline="0" dirty="0">
              <a:ln>
                <a:noFill/>
              </a:ln>
              <a:solidFill>
                <a:schemeClr val="tx1"/>
              </a:solidFill>
              <a:effectLst/>
              <a:latin typeface="Times New Roman" pitchFamily="18" charset="0"/>
              <a:cs typeface="Times New Roman" pitchFamily="18" charset="0"/>
            </a:endParaRPr>
          </a:p>
        </p:txBody>
      </p:sp>
      <p:sp>
        <p:nvSpPr>
          <p:cNvPr id="6" name="Slide Number Placeholder 5"/>
          <p:cNvSpPr>
            <a:spLocks noGrp="1"/>
          </p:cNvSpPr>
          <p:nvPr>
            <p:ph type="sldNum" sz="quarter" idx="12"/>
          </p:nvPr>
        </p:nvSpPr>
        <p:spPr/>
        <p:txBody>
          <a:bodyPr/>
          <a:lstStyle/>
          <a:p>
            <a:fld id="{F3D57A2A-32B0-4562-8BA3-11F0795B7757}" type="slidenum">
              <a:rPr lang="en-IN" smtClean="0"/>
              <a:pPr/>
              <a:t>28</a:t>
            </a:fld>
            <a:endParaRPr lang="en-IN" dirty="0"/>
          </a:p>
        </p:txBody>
      </p:sp>
      <p:sp>
        <p:nvSpPr>
          <p:cNvPr id="7" name="Footer Placeholder 6"/>
          <p:cNvSpPr>
            <a:spLocks noGrp="1"/>
          </p:cNvSpPr>
          <p:nvPr>
            <p:ph type="ftr" sz="quarter" idx="11"/>
          </p:nvPr>
        </p:nvSpPr>
        <p:spPr/>
        <p:txBody>
          <a:bodyPr/>
          <a:lstStyle/>
          <a:p>
            <a:r>
              <a:rPr lang="en-IN" dirty="0" err="1" smtClean="0"/>
              <a:t>shalini</a:t>
            </a:r>
            <a:r>
              <a:rPr lang="en-IN" dirty="0" smtClean="0"/>
              <a:t> </a:t>
            </a:r>
            <a:r>
              <a:rPr lang="en-IN" dirty="0" err="1" smtClean="0"/>
              <a:t>shrotriya</a:t>
            </a:r>
            <a:endParaRPr lang="en-IN" dirty="0"/>
          </a:p>
        </p:txBody>
      </p:sp>
    </p:spTree>
    <p:extLst>
      <p:ext uri="{BB962C8B-B14F-4D97-AF65-F5344CB8AC3E}">
        <p14:creationId xmlns="" xmlns:p14="http://schemas.microsoft.com/office/powerpoint/2010/main" val="866238266"/>
      </p:ext>
    </p:extLst>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 xmlns:a16="http://schemas.microsoft.com/office/drawing/2014/main" id="{5C8D5D9D-37E4-0A92-93D5-933D7138D0A7}"/>
              </a:ext>
            </a:extLst>
          </p:cNvPr>
          <p:cNvSpPr>
            <a:spLocks noGrp="1"/>
          </p:cNvSpPr>
          <p:nvPr>
            <p:ph type="title"/>
          </p:nvPr>
        </p:nvSpPr>
        <p:spPr>
          <a:xfrm>
            <a:off x="838200" y="365125"/>
            <a:ext cx="10515600" cy="4826635"/>
          </a:xfrm>
        </p:spPr>
        <p:txBody>
          <a:bodyPr>
            <a:normAutofit/>
          </a:bodyPr>
          <a:lstStyle/>
          <a:p>
            <a:endParaRPr lang="en-IN" sz="2800" dirty="0"/>
          </a:p>
        </p:txBody>
      </p:sp>
      <p:pic>
        <p:nvPicPr>
          <p:cNvPr id="4" name="Picture 3">
            <a:extLst>
              <a:ext uri="{FF2B5EF4-FFF2-40B4-BE49-F238E27FC236}">
                <a16:creationId xmlns="" xmlns:a16="http://schemas.microsoft.com/office/drawing/2014/main" id="{2ED83850-6756-AAE7-8510-6C92D1905FCC}"/>
              </a:ext>
            </a:extLst>
          </p:cNvPr>
          <p:cNvPicPr>
            <a:picLocks noChangeAspect="1"/>
          </p:cNvPicPr>
          <p:nvPr/>
        </p:nvPicPr>
        <p:blipFill>
          <a:blip r:embed="rId2"/>
          <a:stretch>
            <a:fillRect/>
          </a:stretch>
        </p:blipFill>
        <p:spPr>
          <a:xfrm>
            <a:off x="975360" y="477520"/>
            <a:ext cx="10180320" cy="4672704"/>
          </a:xfrm>
          <a:prstGeom prst="rect">
            <a:avLst/>
          </a:prstGeom>
        </p:spPr>
      </p:pic>
      <p:sp>
        <p:nvSpPr>
          <p:cNvPr id="6" name="Slide Number Placeholder 5"/>
          <p:cNvSpPr>
            <a:spLocks noGrp="1"/>
          </p:cNvSpPr>
          <p:nvPr>
            <p:ph type="sldNum" sz="quarter" idx="12"/>
          </p:nvPr>
        </p:nvSpPr>
        <p:spPr/>
        <p:txBody>
          <a:bodyPr/>
          <a:lstStyle/>
          <a:p>
            <a:fld id="{F3D57A2A-32B0-4562-8BA3-11F0795B7757}" type="slidenum">
              <a:rPr lang="en-IN" smtClean="0"/>
              <a:pPr/>
              <a:t>29</a:t>
            </a:fld>
            <a:endParaRPr lang="en-IN"/>
          </a:p>
        </p:txBody>
      </p:sp>
      <p:sp>
        <p:nvSpPr>
          <p:cNvPr id="7" name="Footer Placeholder 6"/>
          <p:cNvSpPr>
            <a:spLocks noGrp="1"/>
          </p:cNvSpPr>
          <p:nvPr>
            <p:ph type="ftr" sz="quarter" idx="11"/>
          </p:nvPr>
        </p:nvSpPr>
        <p:spPr/>
        <p:txBody>
          <a:bodyPr/>
          <a:lstStyle/>
          <a:p>
            <a:r>
              <a:rPr lang="en-IN" smtClean="0"/>
              <a:t>shalini shrotriya</a:t>
            </a:r>
            <a:endParaRPr lang="en-IN"/>
          </a:p>
        </p:txBody>
      </p:sp>
    </p:spTree>
    <p:extLst>
      <p:ext uri="{BB962C8B-B14F-4D97-AF65-F5344CB8AC3E}">
        <p14:creationId xmlns="" xmlns:p14="http://schemas.microsoft.com/office/powerpoint/2010/main" val="3786509617"/>
      </p:ext>
    </p:extLst>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 xmlns:a16="http://schemas.microsoft.com/office/drawing/2014/main" id="{75735C5A-76AB-3DC3-648F-F5EE16079B5A}"/>
              </a:ext>
            </a:extLst>
          </p:cNvPr>
          <p:cNvSpPr>
            <a:spLocks noGrp="1"/>
          </p:cNvSpPr>
          <p:nvPr>
            <p:ph type="title"/>
          </p:nvPr>
        </p:nvSpPr>
        <p:spPr>
          <a:xfrm>
            <a:off x="838200" y="365125"/>
            <a:ext cx="10515600" cy="5222875"/>
          </a:xfrm>
        </p:spPr>
        <p:txBody>
          <a:bodyPr>
            <a:normAutofit/>
          </a:bodyPr>
          <a:lstStyle/>
          <a:p>
            <a:endParaRPr lang="en-IN" sz="2400" dirty="0"/>
          </a:p>
        </p:txBody>
      </p:sp>
      <p:pic>
        <p:nvPicPr>
          <p:cNvPr id="4" name="Picture 3">
            <a:extLst>
              <a:ext uri="{FF2B5EF4-FFF2-40B4-BE49-F238E27FC236}">
                <a16:creationId xmlns="" xmlns:a16="http://schemas.microsoft.com/office/drawing/2014/main" id="{E4E0FDF4-1949-8737-1D8C-0BDC69493772}"/>
              </a:ext>
            </a:extLst>
          </p:cNvPr>
          <p:cNvPicPr>
            <a:picLocks noChangeAspect="1"/>
          </p:cNvPicPr>
          <p:nvPr/>
        </p:nvPicPr>
        <p:blipFill>
          <a:blip r:embed="rId2"/>
          <a:stretch>
            <a:fillRect/>
          </a:stretch>
        </p:blipFill>
        <p:spPr>
          <a:xfrm>
            <a:off x="924560" y="477520"/>
            <a:ext cx="10429240" cy="5019040"/>
          </a:xfrm>
          <a:prstGeom prst="rect">
            <a:avLst/>
          </a:prstGeom>
        </p:spPr>
      </p:pic>
      <p:sp>
        <p:nvSpPr>
          <p:cNvPr id="6" name="Slide Number Placeholder 5"/>
          <p:cNvSpPr>
            <a:spLocks noGrp="1"/>
          </p:cNvSpPr>
          <p:nvPr>
            <p:ph type="sldNum" sz="quarter" idx="12"/>
          </p:nvPr>
        </p:nvSpPr>
        <p:spPr/>
        <p:txBody>
          <a:bodyPr/>
          <a:lstStyle/>
          <a:p>
            <a:fld id="{F3D57A2A-32B0-4562-8BA3-11F0795B7757}" type="slidenum">
              <a:rPr lang="en-IN" smtClean="0"/>
              <a:pPr/>
              <a:t>30</a:t>
            </a:fld>
            <a:endParaRPr lang="en-IN"/>
          </a:p>
        </p:txBody>
      </p:sp>
      <p:sp>
        <p:nvSpPr>
          <p:cNvPr id="7" name="Footer Placeholder 6"/>
          <p:cNvSpPr>
            <a:spLocks noGrp="1"/>
          </p:cNvSpPr>
          <p:nvPr>
            <p:ph type="ftr" sz="quarter" idx="11"/>
          </p:nvPr>
        </p:nvSpPr>
        <p:spPr/>
        <p:txBody>
          <a:bodyPr/>
          <a:lstStyle/>
          <a:p>
            <a:r>
              <a:rPr lang="en-IN" smtClean="0"/>
              <a:t>shalini shrotriya</a:t>
            </a:r>
            <a:endParaRPr lang="en-IN"/>
          </a:p>
        </p:txBody>
      </p:sp>
    </p:spTree>
    <p:extLst>
      <p:ext uri="{BB962C8B-B14F-4D97-AF65-F5344CB8AC3E}">
        <p14:creationId xmlns="" xmlns:p14="http://schemas.microsoft.com/office/powerpoint/2010/main" val="4230454344"/>
      </p:ext>
    </p:extLst>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 xmlns:a16="http://schemas.microsoft.com/office/drawing/2014/main" id="{F238877F-6930-C6EB-9A52-517BFC66351C}"/>
              </a:ext>
            </a:extLst>
          </p:cNvPr>
          <p:cNvSpPr>
            <a:spLocks noGrp="1"/>
          </p:cNvSpPr>
          <p:nvPr>
            <p:ph type="title"/>
          </p:nvPr>
        </p:nvSpPr>
        <p:spPr>
          <a:xfrm>
            <a:off x="838199" y="365125"/>
            <a:ext cx="10121154" cy="4938395"/>
          </a:xfrm>
        </p:spPr>
        <p:txBody>
          <a:bodyPr anchor="t"/>
          <a:lstStyle/>
          <a:p>
            <a:r>
              <a:rPr lang="en-US" sz="2800" b="1" dirty="0">
                <a:solidFill>
                  <a:srgbClr val="FF0000"/>
                </a:solidFill>
                <a:latin typeface="Times New Roman" panose="02020603050405020304" pitchFamily="18" charset="0"/>
                <a:cs typeface="Times New Roman" panose="02020603050405020304" pitchFamily="18" charset="0"/>
              </a:rPr>
              <a:t>Pros of Bigram Models</a:t>
            </a:r>
            <a:r>
              <a:rPr lang="en-US" b="1" dirty="0">
                <a:solidFill>
                  <a:srgbClr val="FF0000"/>
                </a:solidFill>
                <a:latin typeface="Times New Roman" panose="02020603050405020304" pitchFamily="18" charset="0"/>
                <a:cs typeface="Times New Roman" panose="02020603050405020304" pitchFamily="18" charset="0"/>
              </a:rPr>
              <a:t>:</a:t>
            </a:r>
            <a:r>
              <a:rPr lang="en-US" dirty="0">
                <a:latin typeface="Times New Roman" panose="02020603050405020304" pitchFamily="18" charset="0"/>
                <a:cs typeface="Times New Roman" panose="02020603050405020304" pitchFamily="18" charset="0"/>
              </a:rPr>
              <a:t/>
            </a:r>
            <a:br>
              <a:rPr lang="en-US" dirty="0">
                <a:latin typeface="Times New Roman" panose="02020603050405020304" pitchFamily="18" charset="0"/>
                <a:cs typeface="Times New Roman" panose="02020603050405020304" pitchFamily="18" charset="0"/>
              </a:rPr>
            </a:br>
            <a:r>
              <a:rPr lang="en-US" sz="2800" b="1" dirty="0">
                <a:latin typeface="Times New Roman" panose="02020603050405020304" pitchFamily="18" charset="0"/>
                <a:cs typeface="Times New Roman" panose="02020603050405020304" pitchFamily="18" charset="0"/>
              </a:rPr>
              <a:t>Consider Local Context:</a:t>
            </a:r>
            <a:r>
              <a:rPr lang="en-US" sz="2800" dirty="0">
                <a:latin typeface="Times New Roman" panose="02020603050405020304" pitchFamily="18" charset="0"/>
                <a:cs typeface="Times New Roman" panose="02020603050405020304" pitchFamily="18" charset="0"/>
              </a:rPr>
              <a:t> Bigram models capture some </a:t>
            </a:r>
            <a:r>
              <a:rPr lang="en-US" sz="2800" dirty="0" smtClean="0">
                <a:latin typeface="Times New Roman" panose="02020603050405020304" pitchFamily="18" charset="0"/>
                <a:cs typeface="Times New Roman" panose="02020603050405020304" pitchFamily="18" charset="0"/>
              </a:rPr>
              <a:t>c</a:t>
            </a:r>
            <a:r>
              <a:rPr lang="en-US" sz="2800" dirty="0" smtClean="0">
                <a:latin typeface="Times New Roman" panose="02020603050405020304" pitchFamily="18" charset="0"/>
                <a:cs typeface="Times New Roman" panose="02020603050405020304" pitchFamily="18" charset="0"/>
              </a:rPr>
              <a:t>ontextual </a:t>
            </a:r>
            <a:r>
              <a:rPr lang="en-US" sz="2800" dirty="0">
                <a:latin typeface="Times New Roman" panose="02020603050405020304" pitchFamily="18" charset="0"/>
                <a:cs typeface="Times New Roman" panose="02020603050405020304" pitchFamily="18" charset="0"/>
              </a:rPr>
              <a:t>information by considering the previous word.</a:t>
            </a:r>
            <a:br>
              <a:rPr lang="en-US" sz="2800" dirty="0">
                <a:latin typeface="Times New Roman" panose="02020603050405020304" pitchFamily="18" charset="0"/>
                <a:cs typeface="Times New Roman" panose="02020603050405020304" pitchFamily="18" charset="0"/>
              </a:rPr>
            </a:br>
            <a:r>
              <a:rPr lang="en-US" sz="2800" dirty="0">
                <a:latin typeface="Times New Roman" panose="02020603050405020304" pitchFamily="18" charset="0"/>
                <a:cs typeface="Times New Roman" panose="02020603050405020304" pitchFamily="18" charset="0"/>
              </a:rPr>
              <a:t/>
            </a:r>
            <a:br>
              <a:rPr lang="en-US" sz="2800" dirty="0">
                <a:latin typeface="Times New Roman" panose="02020603050405020304" pitchFamily="18" charset="0"/>
                <a:cs typeface="Times New Roman" panose="02020603050405020304" pitchFamily="18" charset="0"/>
              </a:rPr>
            </a:br>
            <a:r>
              <a:rPr lang="en-US" sz="2800" b="1" dirty="0">
                <a:latin typeface="Times New Roman" panose="02020603050405020304" pitchFamily="18" charset="0"/>
                <a:cs typeface="Times New Roman" panose="02020603050405020304" pitchFamily="18" charset="0"/>
              </a:rPr>
              <a:t>Simpler than Higher N-grams:</a:t>
            </a:r>
            <a:r>
              <a:rPr lang="en-US" sz="2800" dirty="0">
                <a:latin typeface="Times New Roman" panose="02020603050405020304" pitchFamily="18" charset="0"/>
                <a:cs typeface="Times New Roman" panose="02020603050405020304" pitchFamily="18" charset="0"/>
              </a:rPr>
              <a:t> They are computationally more efficient and less complex than higher-order N-gram models.</a:t>
            </a:r>
            <a:br>
              <a:rPr lang="en-US" sz="2800" dirty="0">
                <a:latin typeface="Times New Roman" panose="02020603050405020304" pitchFamily="18" charset="0"/>
                <a:cs typeface="Times New Roman" panose="02020603050405020304" pitchFamily="18" charset="0"/>
              </a:rPr>
            </a:br>
            <a:endParaRPr lang="en-IN" sz="2800" dirty="0">
              <a:latin typeface="Times New Roman" panose="02020603050405020304" pitchFamily="18" charset="0"/>
              <a:cs typeface="Times New Roman" panose="02020603050405020304" pitchFamily="18" charset="0"/>
            </a:endParaRPr>
          </a:p>
        </p:txBody>
      </p:sp>
      <p:sp>
        <p:nvSpPr>
          <p:cNvPr id="4" name="Slide Number Placeholder 3"/>
          <p:cNvSpPr>
            <a:spLocks noGrp="1"/>
          </p:cNvSpPr>
          <p:nvPr>
            <p:ph type="sldNum" sz="quarter" idx="12"/>
          </p:nvPr>
        </p:nvSpPr>
        <p:spPr/>
        <p:txBody>
          <a:bodyPr/>
          <a:lstStyle/>
          <a:p>
            <a:fld id="{F3D57A2A-32B0-4562-8BA3-11F0795B7757}" type="slidenum">
              <a:rPr lang="en-IN" smtClean="0"/>
              <a:pPr/>
              <a:t>31</a:t>
            </a:fld>
            <a:endParaRPr lang="en-IN"/>
          </a:p>
        </p:txBody>
      </p:sp>
      <p:sp>
        <p:nvSpPr>
          <p:cNvPr id="5" name="Footer Placeholder 4"/>
          <p:cNvSpPr>
            <a:spLocks noGrp="1"/>
          </p:cNvSpPr>
          <p:nvPr>
            <p:ph type="ftr" sz="quarter" idx="11"/>
          </p:nvPr>
        </p:nvSpPr>
        <p:spPr/>
        <p:txBody>
          <a:bodyPr/>
          <a:lstStyle/>
          <a:p>
            <a:r>
              <a:rPr lang="en-IN" smtClean="0"/>
              <a:t>shalini shrotriya</a:t>
            </a:r>
            <a:endParaRPr lang="en-IN"/>
          </a:p>
        </p:txBody>
      </p:sp>
    </p:spTree>
    <p:extLst>
      <p:ext uri="{BB962C8B-B14F-4D97-AF65-F5344CB8AC3E}">
        <p14:creationId xmlns="" xmlns:p14="http://schemas.microsoft.com/office/powerpoint/2010/main" val="564542151"/>
      </p:ext>
    </p:extLst>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 xmlns:a16="http://schemas.microsoft.com/office/drawing/2014/main" id="{9434DCCD-AB2E-8E08-9E02-572935CCFC77}"/>
              </a:ext>
            </a:extLst>
          </p:cNvPr>
          <p:cNvSpPr>
            <a:spLocks noGrp="1"/>
          </p:cNvSpPr>
          <p:nvPr>
            <p:ph type="title"/>
          </p:nvPr>
        </p:nvSpPr>
        <p:spPr>
          <a:xfrm>
            <a:off x="838200" y="314325"/>
            <a:ext cx="10134600" cy="4288155"/>
          </a:xfrm>
        </p:spPr>
        <p:txBody>
          <a:bodyPr anchor="t">
            <a:normAutofit/>
          </a:bodyPr>
          <a:lstStyle/>
          <a:p>
            <a:r>
              <a:rPr lang="en-US" sz="2800" b="1" dirty="0" smtClean="0">
                <a:solidFill>
                  <a:srgbClr val="FF0000"/>
                </a:solidFill>
                <a:latin typeface="Times New Roman" panose="02020603050405020304" pitchFamily="18" charset="0"/>
                <a:cs typeface="Times New Roman" panose="02020603050405020304" pitchFamily="18" charset="0"/>
              </a:rPr>
              <a:t>Cons of Bigram Models:</a:t>
            </a:r>
            <a:br>
              <a:rPr lang="en-US" sz="2800" b="1" dirty="0" smtClean="0">
                <a:solidFill>
                  <a:srgbClr val="FF0000"/>
                </a:solidFill>
                <a:latin typeface="Times New Roman" panose="02020603050405020304" pitchFamily="18" charset="0"/>
                <a:cs typeface="Times New Roman" panose="02020603050405020304" pitchFamily="18" charset="0"/>
              </a:rPr>
            </a:br>
            <a:r>
              <a:rPr lang="en-US" sz="2800" b="1" dirty="0" smtClean="0">
                <a:solidFill>
                  <a:srgbClr val="FF0000"/>
                </a:solidFill>
                <a:latin typeface="Times New Roman" panose="02020603050405020304" pitchFamily="18" charset="0"/>
                <a:cs typeface="Times New Roman" panose="02020603050405020304" pitchFamily="18" charset="0"/>
              </a:rPr>
              <a:t/>
            </a:r>
            <a:br>
              <a:rPr lang="en-US" sz="2800" b="1" dirty="0" smtClean="0">
                <a:solidFill>
                  <a:srgbClr val="FF0000"/>
                </a:solidFill>
                <a:latin typeface="Times New Roman" panose="02020603050405020304" pitchFamily="18" charset="0"/>
                <a:cs typeface="Times New Roman" panose="02020603050405020304" pitchFamily="18" charset="0"/>
              </a:rPr>
            </a:br>
            <a:r>
              <a:rPr lang="en-US" sz="2800" b="1" dirty="0" smtClean="0">
                <a:latin typeface="Times New Roman" panose="02020603050405020304" pitchFamily="18" charset="0"/>
                <a:cs typeface="Times New Roman" panose="02020603050405020304" pitchFamily="18" charset="0"/>
              </a:rPr>
              <a:t>Limited Context:</a:t>
            </a:r>
            <a:r>
              <a:rPr lang="en-US" sz="2800" dirty="0" smtClean="0">
                <a:latin typeface="Times New Roman" panose="02020603050405020304" pitchFamily="18" charset="0"/>
                <a:cs typeface="Times New Roman" panose="02020603050405020304" pitchFamily="18" charset="0"/>
              </a:rPr>
              <a:t> Bigrams only consider the previous word, missing out on more extensive context.</a:t>
            </a:r>
            <a:br>
              <a:rPr lang="en-US" sz="2800" dirty="0" smtClean="0">
                <a:latin typeface="Times New Roman" panose="02020603050405020304" pitchFamily="18" charset="0"/>
                <a:cs typeface="Times New Roman" panose="02020603050405020304" pitchFamily="18" charset="0"/>
              </a:rPr>
            </a:br>
            <a:r>
              <a:rPr lang="en-US" sz="2800" dirty="0" smtClean="0">
                <a:latin typeface="Times New Roman" panose="02020603050405020304" pitchFamily="18" charset="0"/>
                <a:cs typeface="Times New Roman" panose="02020603050405020304" pitchFamily="18" charset="0"/>
              </a:rPr>
              <a:t/>
            </a:r>
            <a:br>
              <a:rPr lang="en-US" sz="2800" dirty="0" smtClean="0">
                <a:latin typeface="Times New Roman" panose="02020603050405020304" pitchFamily="18" charset="0"/>
                <a:cs typeface="Times New Roman" panose="02020603050405020304" pitchFamily="18" charset="0"/>
              </a:rPr>
            </a:br>
            <a:r>
              <a:rPr lang="en-US" sz="2800" b="1" dirty="0" smtClean="0">
                <a:latin typeface="Times New Roman" panose="02020603050405020304" pitchFamily="18" charset="0"/>
                <a:cs typeface="Times New Roman" panose="02020603050405020304" pitchFamily="18" charset="0"/>
              </a:rPr>
              <a:t>Still Limited Semantics:</a:t>
            </a:r>
            <a:r>
              <a:rPr lang="en-US" sz="2800" dirty="0" smtClean="0">
                <a:latin typeface="Times New Roman" panose="02020603050405020304" pitchFamily="18" charset="0"/>
                <a:cs typeface="Times New Roman" panose="02020603050405020304" pitchFamily="18" charset="0"/>
              </a:rPr>
              <a:t> They may struggle with capturing complex semantics and relationships between words.</a:t>
            </a:r>
            <a:br>
              <a:rPr lang="en-US" sz="2800" dirty="0" smtClean="0">
                <a:latin typeface="Times New Roman" panose="02020603050405020304" pitchFamily="18" charset="0"/>
                <a:cs typeface="Times New Roman" panose="02020603050405020304" pitchFamily="18" charset="0"/>
              </a:rPr>
            </a:br>
            <a:endParaRPr lang="en-IN" sz="2800" dirty="0">
              <a:latin typeface="Times New Roman" panose="02020603050405020304" pitchFamily="18" charset="0"/>
              <a:cs typeface="Times New Roman" panose="02020603050405020304" pitchFamily="18" charset="0"/>
            </a:endParaRPr>
          </a:p>
        </p:txBody>
      </p:sp>
      <p:sp>
        <p:nvSpPr>
          <p:cNvPr id="4" name="Slide Number Placeholder 3"/>
          <p:cNvSpPr>
            <a:spLocks noGrp="1"/>
          </p:cNvSpPr>
          <p:nvPr>
            <p:ph type="sldNum" sz="quarter" idx="12"/>
          </p:nvPr>
        </p:nvSpPr>
        <p:spPr/>
        <p:txBody>
          <a:bodyPr/>
          <a:lstStyle/>
          <a:p>
            <a:fld id="{F3D57A2A-32B0-4562-8BA3-11F0795B7757}" type="slidenum">
              <a:rPr lang="en-IN" smtClean="0"/>
              <a:pPr/>
              <a:t>32</a:t>
            </a:fld>
            <a:endParaRPr lang="en-IN"/>
          </a:p>
        </p:txBody>
      </p:sp>
      <p:sp>
        <p:nvSpPr>
          <p:cNvPr id="5" name="Footer Placeholder 4"/>
          <p:cNvSpPr>
            <a:spLocks noGrp="1"/>
          </p:cNvSpPr>
          <p:nvPr>
            <p:ph type="ftr" sz="quarter" idx="11"/>
          </p:nvPr>
        </p:nvSpPr>
        <p:spPr/>
        <p:txBody>
          <a:bodyPr/>
          <a:lstStyle/>
          <a:p>
            <a:r>
              <a:rPr lang="en-IN" smtClean="0"/>
              <a:t>shalini shrotriya</a:t>
            </a:r>
            <a:endParaRPr lang="en-IN"/>
          </a:p>
        </p:txBody>
      </p:sp>
    </p:spTree>
    <p:extLst>
      <p:ext uri="{BB962C8B-B14F-4D97-AF65-F5344CB8AC3E}">
        <p14:creationId xmlns="" xmlns:p14="http://schemas.microsoft.com/office/powerpoint/2010/main" val="2027678012"/>
      </p:ext>
    </p:extLst>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 xmlns:a16="http://schemas.microsoft.com/office/drawing/2014/main" id="{36939034-9F99-C915-B367-35B9775E76C5}"/>
              </a:ext>
            </a:extLst>
          </p:cNvPr>
          <p:cNvSpPr>
            <a:spLocks noGrp="1"/>
          </p:cNvSpPr>
          <p:nvPr>
            <p:ph type="title"/>
          </p:nvPr>
        </p:nvSpPr>
        <p:spPr>
          <a:xfrm>
            <a:off x="407894" y="0"/>
            <a:ext cx="10515600" cy="551329"/>
          </a:xfrm>
        </p:spPr>
        <p:txBody>
          <a:bodyPr anchor="t">
            <a:normAutofit/>
          </a:bodyPr>
          <a:lstStyle/>
          <a:p>
            <a:r>
              <a:rPr lang="en-IN" sz="2800" b="1" dirty="0">
                <a:solidFill>
                  <a:srgbClr val="FF0000"/>
                </a:solidFill>
                <a:latin typeface="Times New Roman" panose="02020603050405020304" pitchFamily="18" charset="0"/>
                <a:cs typeface="Times New Roman" panose="02020603050405020304" pitchFamily="18" charset="0"/>
              </a:rPr>
              <a:t>N-grams Model</a:t>
            </a:r>
            <a:endParaRPr lang="en-IN" sz="2800" dirty="0">
              <a:solidFill>
                <a:srgbClr val="FF0000"/>
              </a:solidFill>
              <a:latin typeface="Times New Roman" panose="02020603050405020304" pitchFamily="18" charset="0"/>
              <a:cs typeface="Times New Roman" panose="02020603050405020304" pitchFamily="18" charset="0"/>
            </a:endParaRPr>
          </a:p>
        </p:txBody>
      </p:sp>
      <p:sp>
        <p:nvSpPr>
          <p:cNvPr id="3" name="Content Placeholder 2">
            <a:extLst>
              <a:ext uri="{FF2B5EF4-FFF2-40B4-BE49-F238E27FC236}">
                <a16:creationId xmlns="" xmlns:a16="http://schemas.microsoft.com/office/drawing/2014/main" id="{F7822F1B-92FC-7175-357A-6592B5F892FC}"/>
              </a:ext>
            </a:extLst>
          </p:cNvPr>
          <p:cNvSpPr>
            <a:spLocks noGrp="1"/>
          </p:cNvSpPr>
          <p:nvPr>
            <p:ph idx="1"/>
          </p:nvPr>
        </p:nvSpPr>
        <p:spPr>
          <a:xfrm>
            <a:off x="838200" y="632012"/>
            <a:ext cx="10515600" cy="5544951"/>
          </a:xfrm>
        </p:spPr>
        <p:txBody>
          <a:bodyPr>
            <a:normAutofit fontScale="47500" lnSpcReduction="20000"/>
          </a:bodyPr>
          <a:lstStyle/>
          <a:p>
            <a:pPr>
              <a:lnSpc>
                <a:spcPct val="120000"/>
              </a:lnSpc>
              <a:buNone/>
            </a:pPr>
            <a:r>
              <a:rPr lang="en-US" dirty="0">
                <a:latin typeface="Times New Roman" panose="02020603050405020304" pitchFamily="18" charset="0"/>
                <a:cs typeface="Times New Roman" panose="02020603050405020304" pitchFamily="18" charset="0"/>
              </a:rPr>
              <a:t> </a:t>
            </a:r>
            <a:r>
              <a:rPr lang="en-US" sz="2900" b="1" dirty="0" smtClean="0">
                <a:latin typeface="Times New Roman" panose="02020603050405020304" pitchFamily="18" charset="0"/>
                <a:cs typeface="Times New Roman" panose="02020603050405020304" pitchFamily="18" charset="0"/>
              </a:rPr>
              <a:t>Explanation</a:t>
            </a:r>
            <a:r>
              <a:rPr lang="en-US" sz="2900" b="1" dirty="0">
                <a:latin typeface="Times New Roman" panose="02020603050405020304" pitchFamily="18" charset="0"/>
                <a:cs typeface="Times New Roman" panose="02020603050405020304" pitchFamily="18" charset="0"/>
              </a:rPr>
              <a:t>:</a:t>
            </a:r>
            <a:endParaRPr lang="en-US" sz="2900" dirty="0">
              <a:latin typeface="Times New Roman" panose="02020603050405020304" pitchFamily="18" charset="0"/>
              <a:cs typeface="Times New Roman" panose="02020603050405020304" pitchFamily="18" charset="0"/>
            </a:endParaRPr>
          </a:p>
          <a:p>
            <a:pPr marL="742950" lvl="1" indent="-285750">
              <a:lnSpc>
                <a:spcPct val="120000"/>
              </a:lnSpc>
              <a:buNone/>
            </a:pPr>
            <a:r>
              <a:rPr lang="en-US" sz="3600" dirty="0">
                <a:latin typeface="Times New Roman" panose="02020603050405020304" pitchFamily="18" charset="0"/>
                <a:cs typeface="Times New Roman" panose="02020603050405020304" pitchFamily="18" charset="0"/>
              </a:rPr>
              <a:t>N-grams extend the concept of bigrams to sequences of N words, capturing longer-range dependencies.</a:t>
            </a:r>
          </a:p>
          <a:p>
            <a:pPr marL="742950" lvl="1" indent="-285750">
              <a:lnSpc>
                <a:spcPct val="120000"/>
              </a:lnSpc>
              <a:buNone/>
            </a:pPr>
            <a:r>
              <a:rPr lang="en-US" sz="3600" dirty="0">
                <a:latin typeface="Times New Roman" panose="02020603050405020304" pitchFamily="18" charset="0"/>
                <a:cs typeface="Times New Roman" panose="02020603050405020304" pitchFamily="18" charset="0"/>
              </a:rPr>
              <a:t>They consider the conditional </a:t>
            </a:r>
            <a:r>
              <a:rPr lang="en-US" sz="3600" b="1" dirty="0">
                <a:latin typeface="Times New Roman" panose="02020603050405020304" pitchFamily="18" charset="0"/>
                <a:cs typeface="Times New Roman" panose="02020603050405020304" pitchFamily="18" charset="0"/>
              </a:rPr>
              <a:t>probability</a:t>
            </a:r>
            <a:r>
              <a:rPr lang="en-US" sz="3600" dirty="0">
                <a:latin typeface="Times New Roman" panose="02020603050405020304" pitchFamily="18" charset="0"/>
                <a:cs typeface="Times New Roman" panose="02020603050405020304" pitchFamily="18" charset="0"/>
              </a:rPr>
              <a:t> of a word given its previous </a:t>
            </a:r>
            <a:r>
              <a:rPr lang="en-US" sz="3600" b="1" dirty="0">
                <a:latin typeface="Times New Roman" panose="02020603050405020304" pitchFamily="18" charset="0"/>
                <a:cs typeface="Times New Roman" panose="02020603050405020304" pitchFamily="18" charset="0"/>
              </a:rPr>
              <a:t>N-1 </a:t>
            </a:r>
            <a:r>
              <a:rPr lang="en-US" sz="3600" dirty="0">
                <a:latin typeface="Times New Roman" panose="02020603050405020304" pitchFamily="18" charset="0"/>
                <a:cs typeface="Times New Roman" panose="02020603050405020304" pitchFamily="18" charset="0"/>
              </a:rPr>
              <a:t>words.</a:t>
            </a:r>
          </a:p>
          <a:p>
            <a:pPr marL="742950" lvl="1" indent="-285750">
              <a:lnSpc>
                <a:spcPct val="120000"/>
              </a:lnSpc>
              <a:buNone/>
            </a:pPr>
            <a:r>
              <a:rPr lang="en-US" sz="3600" dirty="0">
                <a:latin typeface="Times New Roman" panose="02020603050405020304" pitchFamily="18" charset="0"/>
                <a:cs typeface="Times New Roman" panose="02020603050405020304" pitchFamily="18" charset="0"/>
              </a:rPr>
              <a:t> An N-gram language model calculates the </a:t>
            </a:r>
            <a:r>
              <a:rPr lang="en-US" sz="3600" b="1" dirty="0">
                <a:latin typeface="Times New Roman" panose="02020603050405020304" pitchFamily="18" charset="0"/>
                <a:cs typeface="Times New Roman" panose="02020603050405020304" pitchFamily="18" charset="0"/>
              </a:rPr>
              <a:t>probability of each word </a:t>
            </a:r>
            <a:r>
              <a:rPr lang="en-US" sz="3600" dirty="0">
                <a:latin typeface="Times New Roman" panose="02020603050405020304" pitchFamily="18" charset="0"/>
                <a:cs typeface="Times New Roman" panose="02020603050405020304" pitchFamily="18" charset="0"/>
              </a:rPr>
              <a:t>in a sentence based on the probability of the </a:t>
            </a:r>
            <a:r>
              <a:rPr lang="en-US" sz="3600" b="1" dirty="0">
                <a:latin typeface="Times New Roman" panose="02020603050405020304" pitchFamily="18" charset="0"/>
                <a:cs typeface="Times New Roman" panose="02020603050405020304" pitchFamily="18" charset="0"/>
              </a:rPr>
              <a:t>preceding N-1 words</a:t>
            </a:r>
            <a:r>
              <a:rPr lang="en-US" sz="3600" dirty="0">
                <a:latin typeface="Times New Roman" panose="02020603050405020304" pitchFamily="18" charset="0"/>
                <a:cs typeface="Times New Roman" panose="02020603050405020304" pitchFamily="18" charset="0"/>
              </a:rPr>
              <a:t>. It assumes that the probability of a word depends on the previous N-1 words in the </a:t>
            </a:r>
            <a:r>
              <a:rPr lang="en-US" sz="3600" dirty="0" smtClean="0">
                <a:latin typeface="Times New Roman" panose="02020603050405020304" pitchFamily="18" charset="0"/>
                <a:cs typeface="Times New Roman" panose="02020603050405020304" pitchFamily="18" charset="0"/>
              </a:rPr>
              <a:t>sequence.</a:t>
            </a:r>
          </a:p>
          <a:p>
            <a:pPr>
              <a:lnSpc>
                <a:spcPct val="120000"/>
              </a:lnSpc>
              <a:buNone/>
            </a:pPr>
            <a:r>
              <a:rPr lang="en-US" sz="2900" b="1" dirty="0" smtClean="0">
                <a:latin typeface="Times New Roman" panose="02020603050405020304" pitchFamily="18" charset="0"/>
                <a:cs typeface="Times New Roman" panose="02020603050405020304" pitchFamily="18" charset="0"/>
              </a:rPr>
              <a:t>Use Cases:</a:t>
            </a:r>
            <a:endParaRPr lang="en-US" sz="2900" dirty="0" smtClean="0">
              <a:latin typeface="Times New Roman" panose="02020603050405020304" pitchFamily="18" charset="0"/>
              <a:cs typeface="Times New Roman" panose="02020603050405020304" pitchFamily="18" charset="0"/>
            </a:endParaRPr>
          </a:p>
          <a:p>
            <a:pPr marL="742950" lvl="1" indent="-285750">
              <a:lnSpc>
                <a:spcPct val="120000"/>
              </a:lnSpc>
              <a:buNone/>
            </a:pPr>
            <a:r>
              <a:rPr lang="en-US" sz="3400" b="1" dirty="0" smtClean="0">
                <a:latin typeface="Times New Roman" panose="02020603050405020304" pitchFamily="18" charset="0"/>
                <a:cs typeface="Times New Roman" panose="02020603050405020304" pitchFamily="18" charset="0"/>
              </a:rPr>
              <a:t>N-grams </a:t>
            </a:r>
            <a:r>
              <a:rPr lang="en-US" sz="3400" b="1" dirty="0">
                <a:latin typeface="Times New Roman" panose="02020603050405020304" pitchFamily="18" charset="0"/>
                <a:cs typeface="Times New Roman" panose="02020603050405020304" pitchFamily="18" charset="0"/>
              </a:rPr>
              <a:t>are used extensively in:</a:t>
            </a:r>
          </a:p>
          <a:p>
            <a:pPr marL="1143000" lvl="2" indent="-228600">
              <a:lnSpc>
                <a:spcPct val="120000"/>
              </a:lnSpc>
              <a:buNone/>
            </a:pPr>
            <a:r>
              <a:rPr lang="en-US" sz="3400" b="1" dirty="0">
                <a:latin typeface="Times New Roman" panose="02020603050405020304" pitchFamily="18" charset="0"/>
                <a:cs typeface="Times New Roman" panose="02020603050405020304" pitchFamily="18" charset="0"/>
              </a:rPr>
              <a:t>Text prediction and auto-completion (e.g., smartphone keyboards).</a:t>
            </a:r>
          </a:p>
          <a:p>
            <a:pPr marL="1143000" lvl="2" indent="-228600">
              <a:lnSpc>
                <a:spcPct val="120000"/>
              </a:lnSpc>
              <a:buNone/>
            </a:pPr>
            <a:r>
              <a:rPr lang="en-US" sz="3400" b="1" dirty="0">
                <a:latin typeface="Times New Roman" panose="02020603050405020304" pitchFamily="18" charset="0"/>
                <a:cs typeface="Times New Roman" panose="02020603050405020304" pitchFamily="18" charset="0"/>
              </a:rPr>
              <a:t>Speech recognition for modeling spoken language.</a:t>
            </a:r>
          </a:p>
          <a:p>
            <a:pPr marL="1143000" lvl="2" indent="-228600">
              <a:lnSpc>
                <a:spcPct val="120000"/>
              </a:lnSpc>
              <a:buNone/>
            </a:pPr>
            <a:r>
              <a:rPr lang="en-US" sz="3400" b="1" dirty="0">
                <a:latin typeface="Times New Roman" panose="02020603050405020304" pitchFamily="18" charset="0"/>
                <a:cs typeface="Times New Roman" panose="02020603050405020304" pitchFamily="18" charset="0"/>
              </a:rPr>
              <a:t>Language modeling for various NLP tasks</a:t>
            </a:r>
            <a:r>
              <a:rPr lang="en-US" sz="3400" b="1" dirty="0" smtClean="0">
                <a:latin typeface="Times New Roman" panose="02020603050405020304" pitchFamily="18" charset="0"/>
                <a:cs typeface="Times New Roman" panose="02020603050405020304" pitchFamily="18" charset="0"/>
              </a:rPr>
              <a:t>.</a:t>
            </a:r>
            <a:endParaRPr lang="en-US" sz="3400" b="1" dirty="0">
              <a:latin typeface="Times New Roman" panose="02020603050405020304" pitchFamily="18" charset="0"/>
              <a:cs typeface="Times New Roman" panose="02020603050405020304" pitchFamily="18" charset="0"/>
            </a:endParaRPr>
          </a:p>
          <a:p>
            <a:pPr>
              <a:lnSpc>
                <a:spcPct val="120000"/>
              </a:lnSpc>
              <a:buNone/>
            </a:pPr>
            <a:r>
              <a:rPr lang="en-US" sz="2900" b="1" dirty="0">
                <a:latin typeface="Times New Roman" panose="02020603050405020304" pitchFamily="18" charset="0"/>
                <a:cs typeface="Times New Roman" panose="02020603050405020304" pitchFamily="18" charset="0"/>
              </a:rPr>
              <a:t>Example:</a:t>
            </a:r>
            <a:endParaRPr lang="en-US" sz="2900" dirty="0">
              <a:latin typeface="Times New Roman" panose="02020603050405020304" pitchFamily="18" charset="0"/>
              <a:cs typeface="Times New Roman" panose="02020603050405020304" pitchFamily="18" charset="0"/>
            </a:endParaRPr>
          </a:p>
          <a:p>
            <a:pPr marL="742950" lvl="1" indent="-285750">
              <a:lnSpc>
                <a:spcPct val="120000"/>
              </a:lnSpc>
              <a:buNone/>
            </a:pPr>
            <a:r>
              <a:rPr lang="en-US" sz="3400" dirty="0">
                <a:latin typeface="Times New Roman" panose="02020603050405020304" pitchFamily="18" charset="0"/>
                <a:cs typeface="Times New Roman" panose="02020603050405020304" pitchFamily="18" charset="0"/>
              </a:rPr>
              <a:t>Trigram - P("is raining cats | It") = frequency("It is raining cats") / frequency("It is raining</a:t>
            </a:r>
            <a:r>
              <a:rPr lang="en-US" sz="3400" dirty="0" smtClean="0">
                <a:latin typeface="Times New Roman" panose="02020603050405020304" pitchFamily="18" charset="0"/>
                <a:cs typeface="Times New Roman" panose="02020603050405020304" pitchFamily="18" charset="0"/>
              </a:rPr>
              <a:t>")</a:t>
            </a:r>
          </a:p>
          <a:p>
            <a:pPr>
              <a:lnSpc>
                <a:spcPct val="120000"/>
              </a:lnSpc>
              <a:buNone/>
            </a:pPr>
            <a:r>
              <a:rPr lang="en-US" sz="3400" b="1" dirty="0" smtClean="0">
                <a:latin typeface="Times New Roman" panose="02020603050405020304" pitchFamily="18" charset="0"/>
                <a:cs typeface="Times New Roman" panose="02020603050405020304" pitchFamily="18" charset="0"/>
              </a:rPr>
              <a:t>Challenges</a:t>
            </a:r>
            <a:r>
              <a:rPr lang="en-US" sz="3400" b="1" dirty="0">
                <a:latin typeface="Times New Roman" panose="02020603050405020304" pitchFamily="18" charset="0"/>
                <a:cs typeface="Times New Roman" panose="02020603050405020304" pitchFamily="18" charset="0"/>
              </a:rPr>
              <a:t>:</a:t>
            </a:r>
            <a:endParaRPr lang="en-US" sz="3400" dirty="0">
              <a:latin typeface="Times New Roman" panose="02020603050405020304" pitchFamily="18" charset="0"/>
              <a:cs typeface="Times New Roman" panose="02020603050405020304" pitchFamily="18" charset="0"/>
            </a:endParaRPr>
          </a:p>
          <a:p>
            <a:pPr marL="742950" lvl="1" indent="-285750">
              <a:lnSpc>
                <a:spcPct val="120000"/>
              </a:lnSpc>
              <a:buNone/>
            </a:pPr>
            <a:r>
              <a:rPr lang="en-US" sz="3400" dirty="0">
                <a:latin typeface="Times New Roman" panose="02020603050405020304" pitchFamily="18" charset="0"/>
                <a:cs typeface="Times New Roman" panose="02020603050405020304" pitchFamily="18" charset="0"/>
              </a:rPr>
              <a:t>Handling higher-order N-grams (e.g., 5-grams) can lead to data sparsity issues, as the number of possible N-grams grows exponentially with N.</a:t>
            </a:r>
          </a:p>
          <a:p>
            <a:pPr marL="742950" lvl="1" indent="-285750">
              <a:lnSpc>
                <a:spcPct val="120000"/>
              </a:lnSpc>
              <a:buNone/>
            </a:pPr>
            <a:r>
              <a:rPr lang="en-US" sz="3400" dirty="0">
                <a:latin typeface="Times New Roman" panose="02020603050405020304" pitchFamily="18" charset="0"/>
                <a:cs typeface="Times New Roman" panose="02020603050405020304" pitchFamily="18" charset="0"/>
              </a:rPr>
              <a:t>Long-range dependencies in language may not be captured effectively by N-grams alone</a:t>
            </a:r>
            <a:r>
              <a:rPr lang="en-US" sz="3400" dirty="0" smtClean="0">
                <a:latin typeface="Times New Roman" panose="02020603050405020304" pitchFamily="18" charset="0"/>
                <a:cs typeface="Times New Roman" panose="02020603050405020304" pitchFamily="18" charset="0"/>
              </a:rPr>
              <a:t>.</a:t>
            </a:r>
            <a:endParaRPr lang="en-IN" sz="3400" dirty="0">
              <a:latin typeface="Times New Roman" panose="02020603050405020304" pitchFamily="18" charset="0"/>
              <a:cs typeface="Times New Roman" panose="02020603050405020304" pitchFamily="18" charset="0"/>
            </a:endParaRPr>
          </a:p>
        </p:txBody>
      </p:sp>
      <p:sp>
        <p:nvSpPr>
          <p:cNvPr id="5" name="Slide Number Placeholder 4"/>
          <p:cNvSpPr>
            <a:spLocks noGrp="1"/>
          </p:cNvSpPr>
          <p:nvPr>
            <p:ph type="sldNum" sz="quarter" idx="12"/>
          </p:nvPr>
        </p:nvSpPr>
        <p:spPr/>
        <p:txBody>
          <a:bodyPr/>
          <a:lstStyle/>
          <a:p>
            <a:fld id="{F3D57A2A-32B0-4562-8BA3-11F0795B7757}" type="slidenum">
              <a:rPr lang="en-IN" smtClean="0"/>
              <a:pPr/>
              <a:t>33</a:t>
            </a:fld>
            <a:endParaRPr lang="en-IN"/>
          </a:p>
        </p:txBody>
      </p:sp>
      <p:sp>
        <p:nvSpPr>
          <p:cNvPr id="6" name="Footer Placeholder 5"/>
          <p:cNvSpPr>
            <a:spLocks noGrp="1"/>
          </p:cNvSpPr>
          <p:nvPr>
            <p:ph type="ftr" sz="quarter" idx="11"/>
          </p:nvPr>
        </p:nvSpPr>
        <p:spPr/>
        <p:txBody>
          <a:bodyPr/>
          <a:lstStyle/>
          <a:p>
            <a:r>
              <a:rPr lang="en-IN" smtClean="0"/>
              <a:t>shalini shrotriya</a:t>
            </a:r>
            <a:endParaRPr lang="en-IN"/>
          </a:p>
        </p:txBody>
      </p:sp>
    </p:spTree>
    <p:extLst>
      <p:ext uri="{BB962C8B-B14F-4D97-AF65-F5344CB8AC3E}">
        <p14:creationId xmlns="" xmlns:p14="http://schemas.microsoft.com/office/powerpoint/2010/main" val="2125622870"/>
      </p:ext>
    </p:extLst>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 xmlns:a16="http://schemas.microsoft.com/office/drawing/2014/main" id="{B7435973-21D8-4312-2276-A1A3707F4383}"/>
              </a:ext>
            </a:extLst>
          </p:cNvPr>
          <p:cNvSpPr>
            <a:spLocks noGrp="1"/>
          </p:cNvSpPr>
          <p:nvPr>
            <p:ph type="title"/>
          </p:nvPr>
        </p:nvSpPr>
        <p:spPr>
          <a:xfrm>
            <a:off x="838200" y="365125"/>
            <a:ext cx="10515600" cy="5233035"/>
          </a:xfrm>
        </p:spPr>
        <p:txBody>
          <a:bodyPr/>
          <a:lstStyle/>
          <a:p>
            <a:endParaRPr lang="en-IN" dirty="0"/>
          </a:p>
        </p:txBody>
      </p:sp>
      <p:pic>
        <p:nvPicPr>
          <p:cNvPr id="4" name="Picture 3">
            <a:extLst>
              <a:ext uri="{FF2B5EF4-FFF2-40B4-BE49-F238E27FC236}">
                <a16:creationId xmlns="" xmlns:a16="http://schemas.microsoft.com/office/drawing/2014/main" id="{3EDB0F27-8F5F-7EFA-27D3-1D095079AE3F}"/>
              </a:ext>
            </a:extLst>
          </p:cNvPr>
          <p:cNvPicPr>
            <a:picLocks noChangeAspect="1"/>
          </p:cNvPicPr>
          <p:nvPr/>
        </p:nvPicPr>
        <p:blipFill>
          <a:blip r:embed="rId2"/>
          <a:stretch>
            <a:fillRect/>
          </a:stretch>
        </p:blipFill>
        <p:spPr>
          <a:xfrm>
            <a:off x="751840" y="599440"/>
            <a:ext cx="10200640" cy="4998720"/>
          </a:xfrm>
          <a:prstGeom prst="rect">
            <a:avLst/>
          </a:prstGeom>
        </p:spPr>
      </p:pic>
      <p:sp>
        <p:nvSpPr>
          <p:cNvPr id="6" name="Slide Number Placeholder 5"/>
          <p:cNvSpPr>
            <a:spLocks noGrp="1"/>
          </p:cNvSpPr>
          <p:nvPr>
            <p:ph type="sldNum" sz="quarter" idx="12"/>
          </p:nvPr>
        </p:nvSpPr>
        <p:spPr/>
        <p:txBody>
          <a:bodyPr/>
          <a:lstStyle/>
          <a:p>
            <a:fld id="{F3D57A2A-32B0-4562-8BA3-11F0795B7757}" type="slidenum">
              <a:rPr lang="en-IN" smtClean="0"/>
              <a:pPr/>
              <a:t>34</a:t>
            </a:fld>
            <a:endParaRPr lang="en-IN"/>
          </a:p>
        </p:txBody>
      </p:sp>
      <p:sp>
        <p:nvSpPr>
          <p:cNvPr id="7" name="Footer Placeholder 6"/>
          <p:cNvSpPr>
            <a:spLocks noGrp="1"/>
          </p:cNvSpPr>
          <p:nvPr>
            <p:ph type="ftr" sz="quarter" idx="11"/>
          </p:nvPr>
        </p:nvSpPr>
        <p:spPr/>
        <p:txBody>
          <a:bodyPr/>
          <a:lstStyle/>
          <a:p>
            <a:r>
              <a:rPr lang="en-IN" smtClean="0"/>
              <a:t>shalini shrotriya</a:t>
            </a:r>
            <a:endParaRPr lang="en-IN"/>
          </a:p>
        </p:txBody>
      </p:sp>
    </p:spTree>
    <p:extLst>
      <p:ext uri="{BB962C8B-B14F-4D97-AF65-F5344CB8AC3E}">
        <p14:creationId xmlns="" xmlns:p14="http://schemas.microsoft.com/office/powerpoint/2010/main" val="2715461128"/>
      </p:ext>
    </p:extLst>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 xmlns:a16="http://schemas.microsoft.com/office/drawing/2014/main" id="{79A80A77-01FC-8C18-F6C8-34542FF852EB}"/>
              </a:ext>
            </a:extLst>
          </p:cNvPr>
          <p:cNvSpPr>
            <a:spLocks noGrp="1"/>
          </p:cNvSpPr>
          <p:nvPr>
            <p:ph type="title"/>
          </p:nvPr>
        </p:nvSpPr>
        <p:spPr>
          <a:xfrm>
            <a:off x="838200" y="365125"/>
            <a:ext cx="10515600" cy="5791835"/>
          </a:xfrm>
        </p:spPr>
        <p:txBody>
          <a:bodyPr/>
          <a:lstStyle/>
          <a:p>
            <a:endParaRPr lang="en-IN" dirty="0"/>
          </a:p>
        </p:txBody>
      </p:sp>
      <p:pic>
        <p:nvPicPr>
          <p:cNvPr id="4" name="Picture 3">
            <a:extLst>
              <a:ext uri="{FF2B5EF4-FFF2-40B4-BE49-F238E27FC236}">
                <a16:creationId xmlns="" xmlns:a16="http://schemas.microsoft.com/office/drawing/2014/main" id="{A495347C-9FB5-BA30-2484-55FB49108795}"/>
              </a:ext>
            </a:extLst>
          </p:cNvPr>
          <p:cNvPicPr>
            <a:picLocks noChangeAspect="1"/>
          </p:cNvPicPr>
          <p:nvPr/>
        </p:nvPicPr>
        <p:blipFill>
          <a:blip r:embed="rId2"/>
          <a:stretch>
            <a:fillRect/>
          </a:stretch>
        </p:blipFill>
        <p:spPr>
          <a:xfrm>
            <a:off x="838200" y="629920"/>
            <a:ext cx="10632440" cy="5415280"/>
          </a:xfrm>
          <a:prstGeom prst="rect">
            <a:avLst/>
          </a:prstGeom>
        </p:spPr>
      </p:pic>
      <p:sp>
        <p:nvSpPr>
          <p:cNvPr id="6" name="Slide Number Placeholder 5"/>
          <p:cNvSpPr>
            <a:spLocks noGrp="1"/>
          </p:cNvSpPr>
          <p:nvPr>
            <p:ph type="sldNum" sz="quarter" idx="12"/>
          </p:nvPr>
        </p:nvSpPr>
        <p:spPr/>
        <p:txBody>
          <a:bodyPr/>
          <a:lstStyle/>
          <a:p>
            <a:fld id="{F3D57A2A-32B0-4562-8BA3-11F0795B7757}" type="slidenum">
              <a:rPr lang="en-IN" smtClean="0"/>
              <a:pPr/>
              <a:t>35</a:t>
            </a:fld>
            <a:endParaRPr lang="en-IN"/>
          </a:p>
        </p:txBody>
      </p:sp>
      <p:sp>
        <p:nvSpPr>
          <p:cNvPr id="7" name="Footer Placeholder 6"/>
          <p:cNvSpPr>
            <a:spLocks noGrp="1"/>
          </p:cNvSpPr>
          <p:nvPr>
            <p:ph type="ftr" sz="quarter" idx="11"/>
          </p:nvPr>
        </p:nvSpPr>
        <p:spPr/>
        <p:txBody>
          <a:bodyPr/>
          <a:lstStyle/>
          <a:p>
            <a:r>
              <a:rPr lang="en-IN" smtClean="0"/>
              <a:t>shalini shrotriya</a:t>
            </a:r>
            <a:endParaRPr lang="en-IN"/>
          </a:p>
        </p:txBody>
      </p:sp>
    </p:spTree>
    <p:extLst>
      <p:ext uri="{BB962C8B-B14F-4D97-AF65-F5344CB8AC3E}">
        <p14:creationId xmlns="" xmlns:p14="http://schemas.microsoft.com/office/powerpoint/2010/main" val="3128755265"/>
      </p:ext>
    </p:extLst>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 xmlns:a16="http://schemas.microsoft.com/office/drawing/2014/main" id="{571C1BDD-58FC-1B62-6E33-594BBAFC5765}"/>
              </a:ext>
            </a:extLst>
          </p:cNvPr>
          <p:cNvSpPr>
            <a:spLocks noGrp="1"/>
          </p:cNvSpPr>
          <p:nvPr>
            <p:ph type="title"/>
          </p:nvPr>
        </p:nvSpPr>
        <p:spPr>
          <a:xfrm>
            <a:off x="838200" y="365125"/>
            <a:ext cx="10515600" cy="6188075"/>
          </a:xfrm>
        </p:spPr>
        <p:txBody>
          <a:bodyPr>
            <a:normAutofit/>
          </a:bodyPr>
          <a:lstStyle/>
          <a:p>
            <a:r>
              <a:rPr lang="en-US" sz="3200" b="1" dirty="0">
                <a:solidFill>
                  <a:srgbClr val="FF0000"/>
                </a:solidFill>
                <a:latin typeface="Times New Roman" panose="02020603050405020304" pitchFamily="18" charset="0"/>
                <a:cs typeface="Times New Roman" panose="02020603050405020304" pitchFamily="18" charset="0"/>
              </a:rPr>
              <a:t>Pros of N-gram Models:</a:t>
            </a:r>
            <a:br>
              <a:rPr lang="en-US" sz="3200" b="1" dirty="0">
                <a:solidFill>
                  <a:srgbClr val="FF0000"/>
                </a:solidFill>
                <a:latin typeface="Times New Roman" panose="02020603050405020304" pitchFamily="18" charset="0"/>
                <a:cs typeface="Times New Roman" panose="02020603050405020304" pitchFamily="18" charset="0"/>
              </a:rPr>
            </a:br>
            <a:r>
              <a:rPr lang="en-US" sz="2400" dirty="0">
                <a:latin typeface="Times New Roman" panose="02020603050405020304" pitchFamily="18" charset="0"/>
                <a:cs typeface="Times New Roman" panose="02020603050405020304" pitchFamily="18" charset="0"/>
              </a:rPr>
              <a:t/>
            </a:r>
            <a:br>
              <a:rPr lang="en-US" sz="2400" dirty="0">
                <a:latin typeface="Times New Roman" panose="02020603050405020304" pitchFamily="18" charset="0"/>
                <a:cs typeface="Times New Roman" panose="02020603050405020304" pitchFamily="18" charset="0"/>
              </a:rPr>
            </a:br>
            <a:r>
              <a:rPr lang="en-US" sz="2400" b="1" dirty="0">
                <a:latin typeface="Times New Roman" panose="02020603050405020304" pitchFamily="18" charset="0"/>
                <a:cs typeface="Times New Roman" panose="02020603050405020304" pitchFamily="18" charset="0"/>
              </a:rPr>
              <a:t>Consider Increasing Context:</a:t>
            </a:r>
            <a:r>
              <a:rPr lang="en-US" sz="2400" dirty="0">
                <a:latin typeface="Times New Roman" panose="02020603050405020304" pitchFamily="18" charset="0"/>
                <a:cs typeface="Times New Roman" panose="02020603050405020304" pitchFamily="18" charset="0"/>
              </a:rPr>
              <a:t> As N increases, N-gram models capture more extensive contextual information, allowing for better language understanding.</a:t>
            </a:r>
            <a:br>
              <a:rPr lang="en-US" sz="2400" dirty="0">
                <a:latin typeface="Times New Roman" panose="02020603050405020304" pitchFamily="18" charset="0"/>
                <a:cs typeface="Times New Roman" panose="02020603050405020304" pitchFamily="18" charset="0"/>
              </a:rPr>
            </a:br>
            <a:r>
              <a:rPr lang="en-US" sz="2400" dirty="0">
                <a:latin typeface="Times New Roman" panose="02020603050405020304" pitchFamily="18" charset="0"/>
                <a:cs typeface="Times New Roman" panose="02020603050405020304" pitchFamily="18" charset="0"/>
              </a:rPr>
              <a:t/>
            </a:r>
            <a:br>
              <a:rPr lang="en-US" sz="2400" dirty="0">
                <a:latin typeface="Times New Roman" panose="02020603050405020304" pitchFamily="18" charset="0"/>
                <a:cs typeface="Times New Roman" panose="02020603050405020304" pitchFamily="18" charset="0"/>
              </a:rPr>
            </a:br>
            <a:r>
              <a:rPr lang="en-US" sz="2400" b="1" dirty="0">
                <a:latin typeface="Times New Roman" panose="02020603050405020304" pitchFamily="18" charset="0"/>
                <a:cs typeface="Times New Roman" panose="02020603050405020304" pitchFamily="18" charset="0"/>
              </a:rPr>
              <a:t>Flexibility:</a:t>
            </a:r>
            <a:r>
              <a:rPr lang="en-US" sz="2400" dirty="0">
                <a:latin typeface="Times New Roman" panose="02020603050405020304" pitchFamily="18" charset="0"/>
                <a:cs typeface="Times New Roman" panose="02020603050405020304" pitchFamily="18" charset="0"/>
              </a:rPr>
              <a:t> N-gram models can be adjusted to capture varying degrees of context, making them adaptable to different NLP tasks.</a:t>
            </a:r>
            <a:br>
              <a:rPr lang="en-US" sz="2400" dirty="0">
                <a:latin typeface="Times New Roman" panose="02020603050405020304" pitchFamily="18" charset="0"/>
                <a:cs typeface="Times New Roman" panose="02020603050405020304" pitchFamily="18" charset="0"/>
              </a:rPr>
            </a:br>
            <a:r>
              <a:rPr lang="en-US" sz="2400" dirty="0">
                <a:latin typeface="Times New Roman" panose="02020603050405020304" pitchFamily="18" charset="0"/>
                <a:cs typeface="Times New Roman" panose="02020603050405020304" pitchFamily="18" charset="0"/>
              </a:rPr>
              <a:t/>
            </a:r>
            <a:br>
              <a:rPr lang="en-US" sz="2400" dirty="0">
                <a:latin typeface="Times New Roman" panose="02020603050405020304" pitchFamily="18" charset="0"/>
                <a:cs typeface="Times New Roman" panose="02020603050405020304" pitchFamily="18" charset="0"/>
              </a:rPr>
            </a:br>
            <a:r>
              <a:rPr lang="en-US" sz="2400" b="1" dirty="0">
                <a:solidFill>
                  <a:srgbClr val="FF0000"/>
                </a:solidFill>
                <a:latin typeface="Times New Roman" panose="02020603050405020304" pitchFamily="18" charset="0"/>
                <a:cs typeface="Times New Roman" panose="02020603050405020304" pitchFamily="18" charset="0"/>
              </a:rPr>
              <a:t>Cons of N-gram Models:</a:t>
            </a:r>
            <a:br>
              <a:rPr lang="en-US" sz="2400" b="1" dirty="0">
                <a:solidFill>
                  <a:srgbClr val="FF0000"/>
                </a:solidFill>
                <a:latin typeface="Times New Roman" panose="02020603050405020304" pitchFamily="18" charset="0"/>
                <a:cs typeface="Times New Roman" panose="02020603050405020304" pitchFamily="18" charset="0"/>
              </a:rPr>
            </a:br>
            <a:r>
              <a:rPr lang="en-US" sz="2400" dirty="0">
                <a:latin typeface="Times New Roman" panose="02020603050405020304" pitchFamily="18" charset="0"/>
                <a:cs typeface="Times New Roman" panose="02020603050405020304" pitchFamily="18" charset="0"/>
              </a:rPr>
              <a:t/>
            </a:r>
            <a:br>
              <a:rPr lang="en-US" sz="2400" dirty="0">
                <a:latin typeface="Times New Roman" panose="02020603050405020304" pitchFamily="18" charset="0"/>
                <a:cs typeface="Times New Roman" panose="02020603050405020304" pitchFamily="18" charset="0"/>
              </a:rPr>
            </a:br>
            <a:r>
              <a:rPr lang="en-US" sz="2400" b="1" dirty="0">
                <a:latin typeface="Times New Roman" panose="02020603050405020304" pitchFamily="18" charset="0"/>
                <a:cs typeface="Times New Roman" panose="02020603050405020304" pitchFamily="18" charset="0"/>
              </a:rPr>
              <a:t>Data Sparsity:</a:t>
            </a:r>
            <a:r>
              <a:rPr lang="en-US" sz="2400" dirty="0">
                <a:latin typeface="Times New Roman" panose="02020603050405020304" pitchFamily="18" charset="0"/>
                <a:cs typeface="Times New Roman" panose="02020603050405020304" pitchFamily="18" charset="0"/>
              </a:rPr>
              <a:t> As N increases, data sparsity becomes a challenge because not all N-grams are observed in the training data.</a:t>
            </a:r>
            <a:br>
              <a:rPr lang="en-US" sz="2400" dirty="0">
                <a:latin typeface="Times New Roman" panose="02020603050405020304" pitchFamily="18" charset="0"/>
                <a:cs typeface="Times New Roman" panose="02020603050405020304" pitchFamily="18" charset="0"/>
              </a:rPr>
            </a:br>
            <a:r>
              <a:rPr lang="en-US" sz="2400" dirty="0">
                <a:latin typeface="Times New Roman" panose="02020603050405020304" pitchFamily="18" charset="0"/>
                <a:cs typeface="Times New Roman" panose="02020603050405020304" pitchFamily="18" charset="0"/>
              </a:rPr>
              <a:t/>
            </a:r>
            <a:br>
              <a:rPr lang="en-US" sz="2400" dirty="0">
                <a:latin typeface="Times New Roman" panose="02020603050405020304" pitchFamily="18" charset="0"/>
                <a:cs typeface="Times New Roman" panose="02020603050405020304" pitchFamily="18" charset="0"/>
              </a:rPr>
            </a:br>
            <a:r>
              <a:rPr lang="en-US" sz="2400" b="1" dirty="0">
                <a:latin typeface="Times New Roman" panose="02020603050405020304" pitchFamily="18" charset="0"/>
                <a:cs typeface="Times New Roman" panose="02020603050405020304" pitchFamily="18" charset="0"/>
              </a:rPr>
              <a:t>Limited Long-Term Dependencies:</a:t>
            </a:r>
            <a:r>
              <a:rPr lang="en-US" sz="2400" dirty="0">
                <a:latin typeface="Times New Roman" panose="02020603050405020304" pitchFamily="18" charset="0"/>
                <a:cs typeface="Times New Roman" panose="02020603050405020304" pitchFamily="18" charset="0"/>
              </a:rPr>
              <a:t> Even with higher N values, N-gram models struggle to capture very long-term dependencies in language.</a:t>
            </a:r>
            <a:br>
              <a:rPr lang="en-US" sz="2400" dirty="0">
                <a:latin typeface="Times New Roman" panose="02020603050405020304" pitchFamily="18" charset="0"/>
                <a:cs typeface="Times New Roman" panose="02020603050405020304" pitchFamily="18" charset="0"/>
              </a:rPr>
            </a:br>
            <a:endParaRPr lang="en-IN" sz="2400" dirty="0">
              <a:latin typeface="Times New Roman" panose="02020603050405020304" pitchFamily="18" charset="0"/>
              <a:cs typeface="Times New Roman" panose="02020603050405020304" pitchFamily="18" charset="0"/>
            </a:endParaRPr>
          </a:p>
        </p:txBody>
      </p:sp>
      <p:sp>
        <p:nvSpPr>
          <p:cNvPr id="4" name="Slide Number Placeholder 3"/>
          <p:cNvSpPr>
            <a:spLocks noGrp="1"/>
          </p:cNvSpPr>
          <p:nvPr>
            <p:ph type="sldNum" sz="quarter" idx="12"/>
          </p:nvPr>
        </p:nvSpPr>
        <p:spPr/>
        <p:txBody>
          <a:bodyPr/>
          <a:lstStyle/>
          <a:p>
            <a:fld id="{F3D57A2A-32B0-4562-8BA3-11F0795B7757}" type="slidenum">
              <a:rPr lang="en-IN" smtClean="0"/>
              <a:pPr/>
              <a:t>36</a:t>
            </a:fld>
            <a:endParaRPr lang="en-IN"/>
          </a:p>
        </p:txBody>
      </p:sp>
      <p:sp>
        <p:nvSpPr>
          <p:cNvPr id="5" name="Footer Placeholder 4"/>
          <p:cNvSpPr>
            <a:spLocks noGrp="1"/>
          </p:cNvSpPr>
          <p:nvPr>
            <p:ph type="ftr" sz="quarter" idx="11"/>
          </p:nvPr>
        </p:nvSpPr>
        <p:spPr/>
        <p:txBody>
          <a:bodyPr/>
          <a:lstStyle/>
          <a:p>
            <a:r>
              <a:rPr lang="en-IN" smtClean="0"/>
              <a:t>shalini shrotriya</a:t>
            </a:r>
            <a:endParaRPr lang="en-IN"/>
          </a:p>
        </p:txBody>
      </p:sp>
    </p:spTree>
    <p:extLst>
      <p:ext uri="{BB962C8B-B14F-4D97-AF65-F5344CB8AC3E}">
        <p14:creationId xmlns="" xmlns:p14="http://schemas.microsoft.com/office/powerpoint/2010/main" val="2100260157"/>
      </p:ext>
    </p:extLst>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 xmlns:a16="http://schemas.microsoft.com/office/drawing/2014/main" id="{0B431938-F9A7-7305-7BE3-1F4C8E5DC3A9}"/>
              </a:ext>
            </a:extLst>
          </p:cNvPr>
          <p:cNvSpPr>
            <a:spLocks noGrp="1"/>
          </p:cNvSpPr>
          <p:nvPr>
            <p:ph type="title"/>
          </p:nvPr>
        </p:nvSpPr>
        <p:spPr/>
        <p:txBody>
          <a:bodyPr/>
          <a:lstStyle/>
          <a:p>
            <a:r>
              <a:rPr lang="en-IN" b="1" dirty="0">
                <a:solidFill>
                  <a:srgbClr val="FF0000"/>
                </a:solidFill>
                <a:latin typeface="Times New Roman" panose="02020603050405020304" pitchFamily="18" charset="0"/>
                <a:cs typeface="Times New Roman" panose="02020603050405020304" pitchFamily="18" charset="0"/>
              </a:rPr>
              <a:t>Adaptive N-grams</a:t>
            </a:r>
            <a:endParaRPr lang="en-IN" dirty="0">
              <a:solidFill>
                <a:srgbClr val="FF0000"/>
              </a:solidFill>
              <a:latin typeface="Times New Roman" panose="02020603050405020304" pitchFamily="18" charset="0"/>
              <a:cs typeface="Times New Roman" panose="02020603050405020304" pitchFamily="18" charset="0"/>
            </a:endParaRPr>
          </a:p>
        </p:txBody>
      </p:sp>
      <p:sp>
        <p:nvSpPr>
          <p:cNvPr id="3" name="Content Placeholder 2">
            <a:extLst>
              <a:ext uri="{FF2B5EF4-FFF2-40B4-BE49-F238E27FC236}">
                <a16:creationId xmlns="" xmlns:a16="http://schemas.microsoft.com/office/drawing/2014/main" id="{DB5D41EF-7E02-BC8E-A1BE-538194E5E4F2}"/>
              </a:ext>
            </a:extLst>
          </p:cNvPr>
          <p:cNvSpPr>
            <a:spLocks noGrp="1"/>
          </p:cNvSpPr>
          <p:nvPr>
            <p:ph idx="1"/>
          </p:nvPr>
        </p:nvSpPr>
        <p:spPr/>
        <p:txBody>
          <a:bodyPr/>
          <a:lstStyle/>
          <a:p>
            <a:pPr>
              <a:buFont typeface="Arial" panose="020B0604020202020204" pitchFamily="34" charset="0"/>
              <a:buChar char="•"/>
            </a:pPr>
            <a:r>
              <a:rPr lang="en-US" dirty="0">
                <a:latin typeface="Times New Roman" panose="02020603050405020304" pitchFamily="18" charset="0"/>
                <a:cs typeface="Times New Roman" panose="02020603050405020304" pitchFamily="18" charset="0"/>
              </a:rPr>
              <a:t> Some language models use adaptive N-grams, which dynamically adjust the N-gram order based on the context.</a:t>
            </a:r>
          </a:p>
          <a:p>
            <a:pPr>
              <a:buFont typeface="Arial" panose="020B0604020202020204" pitchFamily="34" charset="0"/>
              <a:buChar char="•"/>
            </a:pPr>
            <a:r>
              <a:rPr lang="en-US" dirty="0">
                <a:latin typeface="Times New Roman" panose="02020603050405020304" pitchFamily="18" charset="0"/>
                <a:cs typeface="Times New Roman" panose="02020603050405020304" pitchFamily="18" charset="0"/>
              </a:rPr>
              <a:t>This adaptive approach balances model accuracy and computational efficiency.</a:t>
            </a:r>
          </a:p>
          <a:p>
            <a:pPr marL="0" indent="0">
              <a:buNone/>
            </a:pPr>
            <a:endParaRPr lang="en-IN" dirty="0">
              <a:latin typeface="Times New Roman" panose="02020603050405020304" pitchFamily="18" charset="0"/>
              <a:cs typeface="Times New Roman" panose="02020603050405020304" pitchFamily="18" charset="0"/>
            </a:endParaRPr>
          </a:p>
        </p:txBody>
      </p:sp>
      <p:sp>
        <p:nvSpPr>
          <p:cNvPr id="5" name="Slide Number Placeholder 4"/>
          <p:cNvSpPr>
            <a:spLocks noGrp="1"/>
          </p:cNvSpPr>
          <p:nvPr>
            <p:ph type="sldNum" sz="quarter" idx="12"/>
          </p:nvPr>
        </p:nvSpPr>
        <p:spPr/>
        <p:txBody>
          <a:bodyPr/>
          <a:lstStyle/>
          <a:p>
            <a:fld id="{F3D57A2A-32B0-4562-8BA3-11F0795B7757}" type="slidenum">
              <a:rPr lang="en-IN" smtClean="0"/>
              <a:pPr/>
              <a:t>37</a:t>
            </a:fld>
            <a:endParaRPr lang="en-IN"/>
          </a:p>
        </p:txBody>
      </p:sp>
      <p:sp>
        <p:nvSpPr>
          <p:cNvPr id="6" name="Footer Placeholder 5"/>
          <p:cNvSpPr>
            <a:spLocks noGrp="1"/>
          </p:cNvSpPr>
          <p:nvPr>
            <p:ph type="ftr" sz="quarter" idx="11"/>
          </p:nvPr>
        </p:nvSpPr>
        <p:spPr/>
        <p:txBody>
          <a:bodyPr/>
          <a:lstStyle/>
          <a:p>
            <a:r>
              <a:rPr lang="en-IN" smtClean="0"/>
              <a:t>shalini shrotriya</a:t>
            </a:r>
            <a:endParaRPr lang="en-IN"/>
          </a:p>
        </p:txBody>
      </p:sp>
    </p:spTree>
    <p:extLst>
      <p:ext uri="{BB962C8B-B14F-4D97-AF65-F5344CB8AC3E}">
        <p14:creationId xmlns="" xmlns:p14="http://schemas.microsoft.com/office/powerpoint/2010/main" val="1006686597"/>
      </p:ext>
    </p:extLst>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 xmlns:a16="http://schemas.microsoft.com/office/drawing/2014/main" id="{18F586DA-49FD-BCD2-F415-4D54555F273D}"/>
              </a:ext>
            </a:extLst>
          </p:cNvPr>
          <p:cNvSpPr>
            <a:spLocks noGrp="1"/>
          </p:cNvSpPr>
          <p:nvPr>
            <p:ph type="title"/>
          </p:nvPr>
        </p:nvSpPr>
        <p:spPr/>
        <p:txBody>
          <a:bodyPr/>
          <a:lstStyle/>
          <a:p>
            <a:r>
              <a:rPr lang="en-US" b="1" dirty="0">
                <a:solidFill>
                  <a:srgbClr val="FF0000"/>
                </a:solidFill>
                <a:latin typeface="Times New Roman" panose="02020603050405020304" pitchFamily="18" charset="0"/>
                <a:cs typeface="Times New Roman" panose="02020603050405020304" pitchFamily="18" charset="0"/>
              </a:rPr>
              <a:t>Comparing Unigram and Bigram Models</a:t>
            </a:r>
            <a:endParaRPr lang="en-IN" dirty="0">
              <a:solidFill>
                <a:srgbClr val="FF0000"/>
              </a:solidFill>
              <a:latin typeface="Times New Roman" panose="02020603050405020304" pitchFamily="18" charset="0"/>
              <a:cs typeface="Times New Roman" panose="02020603050405020304" pitchFamily="18" charset="0"/>
            </a:endParaRPr>
          </a:p>
        </p:txBody>
      </p:sp>
      <p:sp>
        <p:nvSpPr>
          <p:cNvPr id="3" name="Content Placeholder 2">
            <a:extLst>
              <a:ext uri="{FF2B5EF4-FFF2-40B4-BE49-F238E27FC236}">
                <a16:creationId xmlns="" xmlns:a16="http://schemas.microsoft.com/office/drawing/2014/main" id="{9F661A6D-5EFA-D175-E57A-8FB145BC39E3}"/>
              </a:ext>
            </a:extLst>
          </p:cNvPr>
          <p:cNvSpPr>
            <a:spLocks noGrp="1"/>
          </p:cNvSpPr>
          <p:nvPr>
            <p:ph idx="1"/>
          </p:nvPr>
        </p:nvSpPr>
        <p:spPr>
          <a:xfrm flipV="1">
            <a:off x="838200" y="1779905"/>
            <a:ext cx="10278999" cy="45719"/>
          </a:xfrm>
        </p:spPr>
        <p:txBody>
          <a:bodyPr>
            <a:normAutofit fontScale="25000" lnSpcReduction="20000"/>
          </a:bodyPr>
          <a:lstStyle/>
          <a:p>
            <a:r>
              <a:rPr lang="en-US" dirty="0"/>
              <a:t> </a:t>
            </a:r>
            <a:endParaRPr lang="en-IN" dirty="0"/>
          </a:p>
        </p:txBody>
      </p:sp>
      <p:sp>
        <p:nvSpPr>
          <p:cNvPr id="4" name="Rectangle 1">
            <a:extLst>
              <a:ext uri="{FF2B5EF4-FFF2-40B4-BE49-F238E27FC236}">
                <a16:creationId xmlns="" xmlns:a16="http://schemas.microsoft.com/office/drawing/2014/main" id="{7FE6E872-6C2C-2C05-AB7A-7948636A30CF}"/>
              </a:ext>
            </a:extLst>
          </p:cNvPr>
          <p:cNvSpPr>
            <a:spLocks noChangeArrowheads="1"/>
          </p:cNvSpPr>
          <p:nvPr/>
        </p:nvSpPr>
        <p:spPr bwMode="auto">
          <a:xfrm>
            <a:off x="645460" y="1207206"/>
            <a:ext cx="10394576" cy="4801314"/>
          </a:xfrm>
          <a:prstGeom prst="rect">
            <a:avLst/>
          </a:prstGeom>
          <a:noFill/>
          <a:ln>
            <a:noFill/>
          </a:ln>
          <a:effectLst/>
          <a:extLst>
            <a:ext uri="{909E8E84-426E-40DD-AFC4-6F175D3DCCD1}">
              <a14:hiddenFill xmlns="" xmlns:a14="http://schemas.microsoft.com/office/drawing/2010/main">
                <a:solidFill>
                  <a:schemeClr val="accent1"/>
                </a:solidFill>
              </a14:hiddenFill>
            </a:ext>
            <a:ext uri="{91240B29-F687-4F45-9708-019B960494DF}">
              <a14:hiddenLine xmlns="" xmlns:a14="http://schemas.microsoft.com/office/drawing/2010/main" w="9525">
                <a:solidFill>
                  <a:schemeClr val="tx1"/>
                </a:solidFill>
                <a:miter lim="800000"/>
                <a:headEnd/>
                <a:tailEnd/>
              </a14:hiddenLine>
            </a:ext>
            <a:ext uri="{AF507438-7753-43E0-B8FC-AC1667EBCBE1}">
              <a14:hiddenEffects xmln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t" anchorCtr="0" compatLnSpc="1">
            <a:prstTxWarp prst="textNoShape">
              <a:avLst/>
            </a:prstTxWarp>
            <a:spAutoFit/>
          </a:bodyPr>
          <a:lstStyle/>
          <a:p>
            <a:pPr marL="0" marR="0" lvl="0" indent="0" algn="l" defTabSz="914400" rtl="0" eaLnBrk="0" fontAlgn="base" latinLnBrk="0" hangingPunct="0">
              <a:lnSpc>
                <a:spcPct val="100000"/>
              </a:lnSpc>
              <a:spcBef>
                <a:spcPct val="0"/>
              </a:spcBef>
              <a:spcAft>
                <a:spcPct val="0"/>
              </a:spcAft>
              <a:buClrTx/>
              <a:buSzTx/>
              <a:tabLst/>
            </a:pPr>
            <a:endParaRPr kumimoji="0" lang="en-US" altLang="en-US" sz="1800" b="0" i="0" u="none" strike="noStrike" cap="none" normalizeH="0" baseline="0" dirty="0">
              <a:ln>
                <a:noFill/>
              </a:ln>
              <a:solidFill>
                <a:schemeClr val="tx1"/>
              </a:solidFill>
              <a:effectLst/>
              <a:latin typeface="Arial" panose="020B0604020202020204" pitchFamily="34" charset="0"/>
            </a:endParaRPr>
          </a:p>
          <a:p>
            <a:pPr marL="0" marR="0" lvl="0" indent="0" algn="just" defTabSz="914400" rtl="0" eaLnBrk="0" fontAlgn="base" latinLnBrk="0" hangingPunct="0">
              <a:lnSpc>
                <a:spcPct val="100000"/>
              </a:lnSpc>
              <a:spcBef>
                <a:spcPct val="0"/>
              </a:spcBef>
              <a:spcAft>
                <a:spcPct val="0"/>
              </a:spcAft>
              <a:buClrTx/>
              <a:buSzTx/>
              <a:tabLst/>
            </a:pPr>
            <a:r>
              <a:rPr kumimoji="0" lang="en-US" altLang="en-US" sz="1800" b="1" i="0" u="none" strike="noStrike" cap="none" normalizeH="0" baseline="0" dirty="0">
                <a:ln>
                  <a:noFill/>
                </a:ln>
                <a:solidFill>
                  <a:schemeClr val="tx1"/>
                </a:solidFill>
                <a:effectLst/>
                <a:latin typeface="Times New Roman" pitchFamily="18" charset="0"/>
                <a:cs typeface="Times New Roman" pitchFamily="18" charset="0"/>
              </a:rPr>
              <a:t>Differences:</a:t>
            </a:r>
          </a:p>
          <a:p>
            <a:pPr marL="457200" marR="0" lvl="1" indent="0" algn="just" defTabSz="914400" rtl="0" eaLnBrk="0" fontAlgn="base" latinLnBrk="0" hangingPunct="0">
              <a:lnSpc>
                <a:spcPct val="100000"/>
              </a:lnSpc>
              <a:spcBef>
                <a:spcPct val="0"/>
              </a:spcBef>
              <a:spcAft>
                <a:spcPct val="0"/>
              </a:spcAft>
              <a:buClrTx/>
              <a:buSzTx/>
              <a:buFontTx/>
              <a:buChar char="•"/>
              <a:tabLst/>
            </a:pPr>
            <a:r>
              <a:rPr kumimoji="0" lang="en-US" altLang="en-US" sz="1800" b="0" i="0" u="none" strike="noStrike" cap="none" normalizeH="0" baseline="0" dirty="0" smtClean="0">
                <a:ln>
                  <a:noFill/>
                </a:ln>
                <a:solidFill>
                  <a:schemeClr val="tx1"/>
                </a:solidFill>
                <a:effectLst/>
                <a:latin typeface="Times New Roman" pitchFamily="18" charset="0"/>
                <a:cs typeface="Times New Roman" pitchFamily="18" charset="0"/>
              </a:rPr>
              <a:t>Unigram </a:t>
            </a:r>
            <a:r>
              <a:rPr kumimoji="0" lang="en-US" altLang="en-US" sz="1800" b="0" i="0" u="none" strike="noStrike" cap="none" normalizeH="0" baseline="0" dirty="0">
                <a:ln>
                  <a:noFill/>
                </a:ln>
                <a:solidFill>
                  <a:schemeClr val="tx1"/>
                </a:solidFill>
                <a:effectLst/>
                <a:latin typeface="Times New Roman" pitchFamily="18" charset="0"/>
                <a:cs typeface="Times New Roman" pitchFamily="18" charset="0"/>
              </a:rPr>
              <a:t>models treat words as independent, while bigram models consider pairs of words.</a:t>
            </a:r>
          </a:p>
          <a:p>
            <a:pPr marL="457200" marR="0" lvl="1" indent="0" algn="just" defTabSz="914400" rtl="0" eaLnBrk="0" fontAlgn="base" latinLnBrk="0" hangingPunct="0">
              <a:lnSpc>
                <a:spcPct val="100000"/>
              </a:lnSpc>
              <a:spcBef>
                <a:spcPct val="0"/>
              </a:spcBef>
              <a:spcAft>
                <a:spcPct val="0"/>
              </a:spcAft>
              <a:buClrTx/>
              <a:buSzTx/>
              <a:buFontTx/>
              <a:buChar char="•"/>
              <a:tabLst/>
            </a:pPr>
            <a:r>
              <a:rPr kumimoji="0" lang="en-US" altLang="en-US" sz="1800" b="0" i="0" u="none" strike="noStrike" cap="none" normalizeH="0" baseline="0" dirty="0">
                <a:ln>
                  <a:noFill/>
                </a:ln>
                <a:solidFill>
                  <a:schemeClr val="tx1"/>
                </a:solidFill>
                <a:effectLst/>
                <a:latin typeface="Times New Roman" pitchFamily="18" charset="0"/>
                <a:cs typeface="Times New Roman" pitchFamily="18" charset="0"/>
              </a:rPr>
              <a:t>Bigram models provide more context but still have limitations in capturing complex language dependencies</a:t>
            </a:r>
            <a:r>
              <a:rPr kumimoji="0" lang="en-US" altLang="en-US" sz="1800" b="0" i="0" u="none" strike="noStrike" cap="none" normalizeH="0" baseline="0" dirty="0" smtClean="0">
                <a:ln>
                  <a:noFill/>
                </a:ln>
                <a:solidFill>
                  <a:schemeClr val="tx1"/>
                </a:solidFill>
                <a:effectLst/>
                <a:latin typeface="Times New Roman" pitchFamily="18" charset="0"/>
                <a:cs typeface="Times New Roman" pitchFamily="18" charset="0"/>
              </a:rPr>
              <a:t>.</a:t>
            </a:r>
          </a:p>
          <a:p>
            <a:pPr marL="457200" marR="0" lvl="1" indent="0" algn="just" defTabSz="914400" rtl="0" eaLnBrk="0" fontAlgn="base" latinLnBrk="0" hangingPunct="0">
              <a:lnSpc>
                <a:spcPct val="100000"/>
              </a:lnSpc>
              <a:spcBef>
                <a:spcPct val="0"/>
              </a:spcBef>
              <a:spcAft>
                <a:spcPct val="0"/>
              </a:spcAft>
              <a:buClrTx/>
              <a:buSzTx/>
              <a:buFontTx/>
              <a:buChar char="•"/>
              <a:tabLst/>
            </a:pPr>
            <a:endParaRPr kumimoji="0" lang="en-US" altLang="en-US" sz="1800" b="0" i="0" u="none" strike="noStrike" cap="none" normalizeH="0" baseline="0" dirty="0">
              <a:ln>
                <a:noFill/>
              </a:ln>
              <a:solidFill>
                <a:schemeClr val="tx1"/>
              </a:solidFill>
              <a:effectLst/>
              <a:latin typeface="Times New Roman" pitchFamily="18" charset="0"/>
              <a:cs typeface="Times New Roman" pitchFamily="18" charset="0"/>
            </a:endParaRPr>
          </a:p>
          <a:p>
            <a:pPr marL="0" marR="0" lvl="0" indent="0" algn="just" defTabSz="914400" rtl="0" eaLnBrk="0" fontAlgn="base" latinLnBrk="0" hangingPunct="0">
              <a:lnSpc>
                <a:spcPct val="100000"/>
              </a:lnSpc>
              <a:spcBef>
                <a:spcPct val="0"/>
              </a:spcBef>
              <a:spcAft>
                <a:spcPct val="0"/>
              </a:spcAft>
              <a:buClrTx/>
              <a:buSzTx/>
              <a:tabLst/>
            </a:pPr>
            <a:r>
              <a:rPr kumimoji="0" lang="en-US" altLang="en-US" sz="1800" b="1" i="0" u="none" strike="noStrike" cap="none" normalizeH="0" baseline="0" dirty="0">
                <a:ln>
                  <a:noFill/>
                </a:ln>
                <a:solidFill>
                  <a:schemeClr val="tx1"/>
                </a:solidFill>
                <a:effectLst/>
                <a:latin typeface="Times New Roman" pitchFamily="18" charset="0"/>
                <a:cs typeface="Times New Roman" pitchFamily="18" charset="0"/>
              </a:rPr>
              <a:t>Use Case Selection:</a:t>
            </a:r>
          </a:p>
          <a:p>
            <a:pPr marL="457200" marR="0" lvl="1" indent="0" algn="just" defTabSz="914400" rtl="0" eaLnBrk="0" fontAlgn="base" latinLnBrk="0" hangingPunct="0">
              <a:lnSpc>
                <a:spcPct val="100000"/>
              </a:lnSpc>
              <a:spcBef>
                <a:spcPct val="0"/>
              </a:spcBef>
              <a:spcAft>
                <a:spcPct val="0"/>
              </a:spcAft>
              <a:buClrTx/>
              <a:buSzTx/>
              <a:buFontTx/>
              <a:buChar char="•"/>
              <a:tabLst/>
            </a:pPr>
            <a:r>
              <a:rPr kumimoji="0" lang="en-US" altLang="en-US" sz="1800" b="0" i="0" u="none" strike="noStrike" cap="none" normalizeH="0" baseline="0" dirty="0" smtClean="0">
                <a:ln>
                  <a:noFill/>
                </a:ln>
                <a:solidFill>
                  <a:schemeClr val="tx1"/>
                </a:solidFill>
                <a:effectLst/>
                <a:latin typeface="Times New Roman" pitchFamily="18" charset="0"/>
                <a:cs typeface="Times New Roman" pitchFamily="18" charset="0"/>
              </a:rPr>
              <a:t>Choose </a:t>
            </a:r>
            <a:r>
              <a:rPr kumimoji="0" lang="en-US" altLang="en-US" sz="1800" b="0" i="0" u="none" strike="noStrike" cap="none" normalizeH="0" baseline="0" dirty="0">
                <a:ln>
                  <a:noFill/>
                </a:ln>
                <a:solidFill>
                  <a:schemeClr val="tx1"/>
                </a:solidFill>
                <a:effectLst/>
                <a:latin typeface="Times New Roman" pitchFamily="18" charset="0"/>
                <a:cs typeface="Times New Roman" pitchFamily="18" charset="0"/>
              </a:rPr>
              <a:t>between unigram and bigram models based on the specific NLP task and the desired level of context and complexity.</a:t>
            </a:r>
          </a:p>
          <a:p>
            <a:pPr marL="0" marR="0" lvl="0" indent="0" algn="just" defTabSz="914400" rtl="0" eaLnBrk="0" fontAlgn="base" latinLnBrk="0" hangingPunct="0">
              <a:lnSpc>
                <a:spcPct val="100000"/>
              </a:lnSpc>
              <a:spcBef>
                <a:spcPct val="0"/>
              </a:spcBef>
              <a:spcAft>
                <a:spcPct val="0"/>
              </a:spcAft>
              <a:buClrTx/>
              <a:buSzTx/>
              <a:tabLst/>
            </a:pPr>
            <a:r>
              <a:rPr kumimoji="0" lang="en-US" altLang="en-US" sz="1800" b="1" i="0" u="none" strike="noStrike" cap="none" normalizeH="0" baseline="0" dirty="0">
                <a:ln>
                  <a:noFill/>
                </a:ln>
                <a:solidFill>
                  <a:schemeClr val="tx1"/>
                </a:solidFill>
                <a:effectLst/>
                <a:latin typeface="Times New Roman" pitchFamily="18" charset="0"/>
                <a:cs typeface="Times New Roman" pitchFamily="18" charset="0"/>
              </a:rPr>
              <a:t>Practical Applications:</a:t>
            </a:r>
          </a:p>
          <a:p>
            <a:pPr marL="0" marR="0" lvl="0" indent="0" algn="just" defTabSz="914400" rtl="0" eaLnBrk="0" fontAlgn="base" latinLnBrk="0" hangingPunct="0">
              <a:lnSpc>
                <a:spcPct val="100000"/>
              </a:lnSpc>
              <a:spcBef>
                <a:spcPct val="0"/>
              </a:spcBef>
              <a:spcAft>
                <a:spcPct val="0"/>
              </a:spcAft>
              <a:buClrTx/>
              <a:buSzTx/>
              <a:tabLst/>
            </a:pPr>
            <a:r>
              <a:rPr kumimoji="0" lang="en-US" altLang="en-US" sz="1800" b="1" i="0" u="none" strike="noStrike" cap="none" normalizeH="0" baseline="0" dirty="0" smtClean="0">
                <a:ln>
                  <a:noFill/>
                </a:ln>
                <a:solidFill>
                  <a:schemeClr val="tx1"/>
                </a:solidFill>
                <a:effectLst/>
                <a:latin typeface="Times New Roman" pitchFamily="18" charset="0"/>
                <a:cs typeface="Times New Roman" pitchFamily="18" charset="0"/>
              </a:rPr>
              <a:t>Unigram </a:t>
            </a:r>
            <a:r>
              <a:rPr kumimoji="0" lang="en-US" altLang="en-US" sz="1800" b="1" i="0" u="none" strike="noStrike" cap="none" normalizeH="0" baseline="0" dirty="0">
                <a:ln>
                  <a:noFill/>
                </a:ln>
                <a:solidFill>
                  <a:schemeClr val="tx1"/>
                </a:solidFill>
                <a:effectLst/>
                <a:latin typeface="Times New Roman" pitchFamily="18" charset="0"/>
                <a:cs typeface="Times New Roman" pitchFamily="18" charset="0"/>
              </a:rPr>
              <a:t>Models:</a:t>
            </a:r>
          </a:p>
          <a:p>
            <a:pPr marL="457200" marR="0" lvl="1" indent="0" algn="just" defTabSz="914400" rtl="0" eaLnBrk="0" fontAlgn="base" latinLnBrk="0" hangingPunct="0">
              <a:lnSpc>
                <a:spcPct val="100000"/>
              </a:lnSpc>
              <a:spcBef>
                <a:spcPct val="0"/>
              </a:spcBef>
              <a:spcAft>
                <a:spcPct val="0"/>
              </a:spcAft>
              <a:buClrTx/>
              <a:buSzTx/>
              <a:buFontTx/>
              <a:buChar char="•"/>
              <a:tabLst/>
            </a:pPr>
            <a:r>
              <a:rPr kumimoji="0" lang="en-US" altLang="en-US" sz="1800" b="0" i="0" u="none" strike="noStrike" cap="none" normalizeH="0" baseline="0" dirty="0" smtClean="0">
                <a:ln>
                  <a:noFill/>
                </a:ln>
                <a:solidFill>
                  <a:schemeClr val="tx1"/>
                </a:solidFill>
                <a:effectLst/>
                <a:latin typeface="Times New Roman" pitchFamily="18" charset="0"/>
                <a:cs typeface="Times New Roman" pitchFamily="18" charset="0"/>
              </a:rPr>
              <a:t>Basic </a:t>
            </a:r>
            <a:r>
              <a:rPr kumimoji="0" lang="en-US" altLang="en-US" sz="1800" b="1" i="0" u="none" strike="noStrike" cap="none" normalizeH="0" baseline="0" dirty="0">
                <a:ln>
                  <a:noFill/>
                </a:ln>
                <a:solidFill>
                  <a:schemeClr val="tx1"/>
                </a:solidFill>
                <a:effectLst/>
                <a:latin typeface="Times New Roman" pitchFamily="18" charset="0"/>
                <a:cs typeface="Times New Roman" pitchFamily="18" charset="0"/>
              </a:rPr>
              <a:t>text analysis </a:t>
            </a:r>
            <a:r>
              <a:rPr kumimoji="0" lang="en-US" altLang="en-US" sz="1800" b="0" i="0" u="none" strike="noStrike" cap="none" normalizeH="0" baseline="0" dirty="0">
                <a:ln>
                  <a:noFill/>
                </a:ln>
                <a:solidFill>
                  <a:schemeClr val="tx1"/>
                </a:solidFill>
                <a:effectLst/>
                <a:latin typeface="Times New Roman" pitchFamily="18" charset="0"/>
                <a:cs typeface="Times New Roman" pitchFamily="18" charset="0"/>
              </a:rPr>
              <a:t>and word frequency calculations.</a:t>
            </a:r>
          </a:p>
          <a:p>
            <a:pPr marL="457200" marR="0" lvl="1" indent="0" algn="just" defTabSz="914400" rtl="0" eaLnBrk="0" fontAlgn="base" latinLnBrk="0" hangingPunct="0">
              <a:lnSpc>
                <a:spcPct val="100000"/>
              </a:lnSpc>
              <a:spcBef>
                <a:spcPct val="0"/>
              </a:spcBef>
              <a:spcAft>
                <a:spcPct val="0"/>
              </a:spcAft>
              <a:buClrTx/>
              <a:buSzTx/>
              <a:buFontTx/>
              <a:buChar char="•"/>
              <a:tabLst/>
            </a:pPr>
            <a:r>
              <a:rPr kumimoji="0" lang="en-US" altLang="en-US" sz="1800" b="0" i="0" u="none" strike="noStrike" cap="none" normalizeH="0" baseline="0" dirty="0">
                <a:ln>
                  <a:noFill/>
                </a:ln>
                <a:solidFill>
                  <a:schemeClr val="tx1"/>
                </a:solidFill>
                <a:effectLst/>
                <a:latin typeface="Times New Roman" pitchFamily="18" charset="0"/>
                <a:cs typeface="Times New Roman" pitchFamily="18" charset="0"/>
              </a:rPr>
              <a:t>Information </a:t>
            </a:r>
            <a:r>
              <a:rPr kumimoji="0" lang="en-US" altLang="en-US" sz="1800" b="1" i="0" u="none" strike="noStrike" cap="none" normalizeH="0" baseline="0" dirty="0">
                <a:ln>
                  <a:noFill/>
                </a:ln>
                <a:solidFill>
                  <a:schemeClr val="tx1"/>
                </a:solidFill>
                <a:effectLst/>
                <a:latin typeface="Times New Roman" pitchFamily="18" charset="0"/>
                <a:cs typeface="Times New Roman" pitchFamily="18" charset="0"/>
              </a:rPr>
              <a:t>retrieval</a:t>
            </a:r>
            <a:r>
              <a:rPr kumimoji="0" lang="en-US" altLang="en-US" sz="1800" b="0" i="0" u="none" strike="noStrike" cap="none" normalizeH="0" baseline="0" dirty="0">
                <a:ln>
                  <a:noFill/>
                </a:ln>
                <a:solidFill>
                  <a:schemeClr val="tx1"/>
                </a:solidFill>
                <a:effectLst/>
                <a:latin typeface="Times New Roman" pitchFamily="18" charset="0"/>
                <a:cs typeface="Times New Roman" pitchFamily="18" charset="0"/>
              </a:rPr>
              <a:t> where </a:t>
            </a:r>
            <a:r>
              <a:rPr kumimoji="0" lang="en-US" altLang="en-US" sz="1800" b="1" i="0" u="none" strike="noStrike" cap="none" normalizeH="0" baseline="0" dirty="0">
                <a:ln>
                  <a:noFill/>
                </a:ln>
                <a:solidFill>
                  <a:schemeClr val="tx1"/>
                </a:solidFill>
                <a:effectLst/>
                <a:latin typeface="Times New Roman" pitchFamily="18" charset="0"/>
                <a:cs typeface="Times New Roman" pitchFamily="18" charset="0"/>
              </a:rPr>
              <a:t>individual word</a:t>
            </a:r>
            <a:r>
              <a:rPr kumimoji="0" lang="en-US" altLang="en-US" sz="1800" b="0" i="0" u="none" strike="noStrike" cap="none" normalizeH="0" baseline="0" dirty="0">
                <a:ln>
                  <a:noFill/>
                </a:ln>
                <a:solidFill>
                  <a:schemeClr val="tx1"/>
                </a:solidFill>
                <a:effectLst/>
                <a:latin typeface="Times New Roman" pitchFamily="18" charset="0"/>
                <a:cs typeface="Times New Roman" pitchFamily="18" charset="0"/>
              </a:rPr>
              <a:t> presence is crucial.</a:t>
            </a:r>
          </a:p>
          <a:p>
            <a:pPr marL="0" marR="0" lvl="0" indent="0" algn="just" defTabSz="914400" rtl="0" eaLnBrk="0" fontAlgn="base" latinLnBrk="0" hangingPunct="0">
              <a:lnSpc>
                <a:spcPct val="100000"/>
              </a:lnSpc>
              <a:spcBef>
                <a:spcPct val="0"/>
              </a:spcBef>
              <a:spcAft>
                <a:spcPct val="0"/>
              </a:spcAft>
              <a:buClrTx/>
              <a:buSzTx/>
              <a:tabLst/>
            </a:pPr>
            <a:r>
              <a:rPr kumimoji="0" lang="en-US" altLang="en-US" sz="1800" b="1" i="0" u="none" strike="noStrike" cap="none" normalizeH="0" baseline="0" dirty="0">
                <a:ln>
                  <a:noFill/>
                </a:ln>
                <a:solidFill>
                  <a:schemeClr val="tx1"/>
                </a:solidFill>
                <a:effectLst/>
                <a:latin typeface="Times New Roman" pitchFamily="18" charset="0"/>
                <a:cs typeface="Times New Roman" pitchFamily="18" charset="0"/>
              </a:rPr>
              <a:t>Bigram Models:</a:t>
            </a:r>
          </a:p>
          <a:p>
            <a:pPr marL="457200" marR="0" lvl="1" indent="0" algn="just" defTabSz="914400" rtl="0" eaLnBrk="0" fontAlgn="base" latinLnBrk="0" hangingPunct="0">
              <a:lnSpc>
                <a:spcPct val="100000"/>
              </a:lnSpc>
              <a:spcBef>
                <a:spcPct val="0"/>
              </a:spcBef>
              <a:spcAft>
                <a:spcPct val="0"/>
              </a:spcAft>
              <a:buClrTx/>
              <a:buSzTx/>
              <a:buFontTx/>
              <a:buChar char="•"/>
              <a:tabLst/>
            </a:pPr>
            <a:r>
              <a:rPr kumimoji="0" lang="en-US" altLang="en-US" sz="1800" b="0" i="0" u="none" strike="noStrike" cap="none" normalizeH="0" baseline="0" dirty="0" smtClean="0">
                <a:ln>
                  <a:noFill/>
                </a:ln>
                <a:solidFill>
                  <a:schemeClr val="tx1"/>
                </a:solidFill>
                <a:effectLst/>
                <a:latin typeface="Times New Roman" pitchFamily="18" charset="0"/>
                <a:cs typeface="Times New Roman" pitchFamily="18" charset="0"/>
              </a:rPr>
              <a:t>Text </a:t>
            </a:r>
            <a:r>
              <a:rPr kumimoji="0" lang="en-US" altLang="en-US" sz="1800" b="0" i="0" u="none" strike="noStrike" cap="none" normalizeH="0" baseline="0" dirty="0">
                <a:ln>
                  <a:noFill/>
                </a:ln>
                <a:solidFill>
                  <a:schemeClr val="tx1"/>
                </a:solidFill>
                <a:effectLst/>
                <a:latin typeface="Times New Roman" pitchFamily="18" charset="0"/>
                <a:cs typeface="Times New Roman" pitchFamily="18" charset="0"/>
              </a:rPr>
              <a:t>prediction and a</a:t>
            </a:r>
            <a:r>
              <a:rPr kumimoji="0" lang="en-US" altLang="en-US" sz="1800" b="1" i="0" u="none" strike="noStrike" cap="none" normalizeH="0" baseline="0" dirty="0">
                <a:ln>
                  <a:noFill/>
                </a:ln>
                <a:solidFill>
                  <a:schemeClr val="tx1"/>
                </a:solidFill>
                <a:effectLst/>
                <a:latin typeface="Times New Roman" pitchFamily="18" charset="0"/>
                <a:cs typeface="Times New Roman" pitchFamily="18" charset="0"/>
              </a:rPr>
              <a:t>uto-completion</a:t>
            </a:r>
            <a:r>
              <a:rPr kumimoji="0" lang="en-US" altLang="en-US" sz="1800" b="0" i="0" u="none" strike="noStrike" cap="none" normalizeH="0" baseline="0" dirty="0">
                <a:ln>
                  <a:noFill/>
                </a:ln>
                <a:solidFill>
                  <a:schemeClr val="tx1"/>
                </a:solidFill>
                <a:effectLst/>
                <a:latin typeface="Times New Roman" pitchFamily="18" charset="0"/>
                <a:cs typeface="Times New Roman" pitchFamily="18" charset="0"/>
              </a:rPr>
              <a:t> systems.</a:t>
            </a:r>
          </a:p>
          <a:p>
            <a:pPr marL="457200" marR="0" lvl="1" indent="0" algn="just" defTabSz="914400" rtl="0" eaLnBrk="0" fontAlgn="base" latinLnBrk="0" hangingPunct="0">
              <a:lnSpc>
                <a:spcPct val="100000"/>
              </a:lnSpc>
              <a:spcBef>
                <a:spcPct val="0"/>
              </a:spcBef>
              <a:spcAft>
                <a:spcPct val="0"/>
              </a:spcAft>
              <a:buClrTx/>
              <a:buSzTx/>
              <a:buFontTx/>
              <a:buChar char="•"/>
              <a:tabLst/>
            </a:pPr>
            <a:r>
              <a:rPr kumimoji="0" lang="en-US" altLang="en-US" sz="1800" b="1" i="0" u="none" strike="noStrike" cap="none" normalizeH="0" baseline="0" dirty="0">
                <a:ln>
                  <a:noFill/>
                </a:ln>
                <a:solidFill>
                  <a:schemeClr val="tx1"/>
                </a:solidFill>
                <a:effectLst/>
                <a:latin typeface="Times New Roman" pitchFamily="18" charset="0"/>
                <a:cs typeface="Times New Roman" pitchFamily="18" charset="0"/>
              </a:rPr>
              <a:t>Simple</a:t>
            </a:r>
            <a:r>
              <a:rPr kumimoji="0" lang="en-US" altLang="en-US" sz="1800" b="0" i="0" u="none" strike="noStrike" cap="none" normalizeH="0" baseline="0" dirty="0">
                <a:ln>
                  <a:noFill/>
                </a:ln>
                <a:solidFill>
                  <a:schemeClr val="tx1"/>
                </a:solidFill>
                <a:effectLst/>
                <a:latin typeface="Times New Roman" pitchFamily="18" charset="0"/>
                <a:cs typeface="Times New Roman" pitchFamily="18" charset="0"/>
              </a:rPr>
              <a:t> language </a:t>
            </a:r>
            <a:r>
              <a:rPr kumimoji="0" lang="en-US" altLang="en-US" sz="1800" b="1" i="0" u="none" strike="noStrike" cap="none" normalizeH="0" baseline="0" dirty="0">
                <a:ln>
                  <a:noFill/>
                </a:ln>
                <a:solidFill>
                  <a:schemeClr val="tx1"/>
                </a:solidFill>
                <a:effectLst/>
                <a:latin typeface="Times New Roman" pitchFamily="18" charset="0"/>
                <a:cs typeface="Times New Roman" pitchFamily="18" charset="0"/>
              </a:rPr>
              <a:t>generation</a:t>
            </a:r>
            <a:r>
              <a:rPr kumimoji="0" lang="en-US" altLang="en-US" sz="1800" b="0" i="0" u="none" strike="noStrike" cap="none" normalizeH="0" baseline="0" dirty="0">
                <a:ln>
                  <a:noFill/>
                </a:ln>
                <a:solidFill>
                  <a:schemeClr val="tx1"/>
                </a:solidFill>
                <a:effectLst/>
                <a:latin typeface="Times New Roman" pitchFamily="18" charset="0"/>
                <a:cs typeface="Times New Roman" pitchFamily="18" charset="0"/>
              </a:rPr>
              <a:t> tasks</a:t>
            </a:r>
          </a:p>
          <a:p>
            <a:pPr marL="0" marR="0" lvl="0" indent="0" algn="l" defTabSz="914400" rtl="0" eaLnBrk="0" fontAlgn="base" latinLnBrk="0" hangingPunct="0">
              <a:lnSpc>
                <a:spcPct val="100000"/>
              </a:lnSpc>
              <a:spcBef>
                <a:spcPct val="0"/>
              </a:spcBef>
              <a:spcAft>
                <a:spcPct val="0"/>
              </a:spcAft>
              <a:buClrTx/>
              <a:buSzTx/>
              <a:buFontTx/>
              <a:buNone/>
              <a:tabLst/>
            </a:pPr>
            <a:endParaRPr kumimoji="0" lang="en-US" altLang="en-US" sz="1800" b="0" i="0" u="none" strike="noStrike" cap="none" normalizeH="0" baseline="0" dirty="0">
              <a:ln>
                <a:noFill/>
              </a:ln>
              <a:solidFill>
                <a:schemeClr val="tx1"/>
              </a:solidFill>
              <a:effectLst/>
              <a:latin typeface="Arial" panose="020B0604020202020204" pitchFamily="34" charset="0"/>
            </a:endParaRPr>
          </a:p>
        </p:txBody>
      </p:sp>
      <p:sp>
        <p:nvSpPr>
          <p:cNvPr id="6" name="Slide Number Placeholder 5"/>
          <p:cNvSpPr>
            <a:spLocks noGrp="1"/>
          </p:cNvSpPr>
          <p:nvPr>
            <p:ph type="sldNum" sz="quarter" idx="12"/>
          </p:nvPr>
        </p:nvSpPr>
        <p:spPr/>
        <p:txBody>
          <a:bodyPr/>
          <a:lstStyle/>
          <a:p>
            <a:fld id="{F3D57A2A-32B0-4562-8BA3-11F0795B7757}" type="slidenum">
              <a:rPr lang="en-IN" smtClean="0"/>
              <a:pPr/>
              <a:t>38</a:t>
            </a:fld>
            <a:endParaRPr lang="en-IN"/>
          </a:p>
        </p:txBody>
      </p:sp>
      <p:sp>
        <p:nvSpPr>
          <p:cNvPr id="7" name="Footer Placeholder 6"/>
          <p:cNvSpPr>
            <a:spLocks noGrp="1"/>
          </p:cNvSpPr>
          <p:nvPr>
            <p:ph type="ftr" sz="quarter" idx="11"/>
          </p:nvPr>
        </p:nvSpPr>
        <p:spPr/>
        <p:txBody>
          <a:bodyPr/>
          <a:lstStyle/>
          <a:p>
            <a:r>
              <a:rPr lang="en-IN" smtClean="0"/>
              <a:t>shalini shrotriya</a:t>
            </a:r>
            <a:endParaRPr lang="en-IN"/>
          </a:p>
        </p:txBody>
      </p:sp>
    </p:spTree>
    <p:extLst>
      <p:ext uri="{BB962C8B-B14F-4D97-AF65-F5344CB8AC3E}">
        <p14:creationId xmlns="" xmlns:p14="http://schemas.microsoft.com/office/powerpoint/2010/main" val="1012085280"/>
      </p:ext>
    </p:extLst>
  </p:cSld>
  <p:clrMapOvr>
    <a:masterClrMapping/>
  </p:clrMapOvr>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 xmlns:a16="http://schemas.microsoft.com/office/drawing/2014/main" id="{BDF92D5E-66E3-8432-A521-B0222B68737F}"/>
              </a:ext>
            </a:extLst>
          </p:cNvPr>
          <p:cNvSpPr>
            <a:spLocks noGrp="1"/>
          </p:cNvSpPr>
          <p:nvPr>
            <p:ph type="title"/>
          </p:nvPr>
        </p:nvSpPr>
        <p:spPr/>
        <p:txBody>
          <a:bodyPr/>
          <a:lstStyle/>
          <a:p>
            <a:r>
              <a:rPr lang="en-US" b="1" dirty="0">
                <a:solidFill>
                  <a:srgbClr val="FF0000"/>
                </a:solidFill>
                <a:latin typeface="Times New Roman" panose="02020603050405020304" pitchFamily="18" charset="0"/>
                <a:cs typeface="Times New Roman" panose="02020603050405020304" pitchFamily="18" charset="0"/>
              </a:rPr>
              <a:t>Applications of Unigram, Bigram, and N-gram Models</a:t>
            </a:r>
            <a:endParaRPr lang="en-IN" dirty="0">
              <a:solidFill>
                <a:srgbClr val="FF0000"/>
              </a:solidFill>
              <a:latin typeface="Times New Roman" panose="02020603050405020304" pitchFamily="18" charset="0"/>
              <a:cs typeface="Times New Roman" panose="02020603050405020304" pitchFamily="18" charset="0"/>
            </a:endParaRPr>
          </a:p>
        </p:txBody>
      </p:sp>
      <p:sp>
        <p:nvSpPr>
          <p:cNvPr id="3" name="Content Placeholder 2">
            <a:extLst>
              <a:ext uri="{FF2B5EF4-FFF2-40B4-BE49-F238E27FC236}">
                <a16:creationId xmlns="" xmlns:a16="http://schemas.microsoft.com/office/drawing/2014/main" id="{558FAF07-24A8-840F-A718-EAEC58E30B7A}"/>
              </a:ext>
            </a:extLst>
          </p:cNvPr>
          <p:cNvSpPr>
            <a:spLocks noGrp="1"/>
          </p:cNvSpPr>
          <p:nvPr>
            <p:ph idx="1"/>
          </p:nvPr>
        </p:nvSpPr>
        <p:spPr/>
        <p:txBody>
          <a:bodyPr/>
          <a:lstStyle/>
          <a:p>
            <a:pPr marL="0" indent="0">
              <a:buNone/>
            </a:pPr>
            <a:r>
              <a:rPr lang="en-US" dirty="0">
                <a:latin typeface="Times New Roman" panose="02020603050405020304" pitchFamily="18" charset="0"/>
                <a:cs typeface="Times New Roman" panose="02020603050405020304" pitchFamily="18" charset="0"/>
              </a:rPr>
              <a:t> </a:t>
            </a:r>
            <a:r>
              <a:rPr lang="en-US" b="1" dirty="0">
                <a:solidFill>
                  <a:srgbClr val="FF0000"/>
                </a:solidFill>
                <a:latin typeface="Times New Roman" panose="02020603050405020304" pitchFamily="18" charset="0"/>
                <a:cs typeface="Times New Roman" panose="02020603050405020304" pitchFamily="18" charset="0"/>
              </a:rPr>
              <a:t>Unigram Models:</a:t>
            </a:r>
            <a:endParaRPr lang="en-US" dirty="0">
              <a:solidFill>
                <a:srgbClr val="FF0000"/>
              </a:solidFill>
              <a:latin typeface="Times New Roman" panose="02020603050405020304" pitchFamily="18" charset="0"/>
              <a:cs typeface="Times New Roman" panose="02020603050405020304" pitchFamily="18" charset="0"/>
            </a:endParaRPr>
          </a:p>
          <a:p>
            <a:pPr>
              <a:buFont typeface="+mj-lt"/>
              <a:buAutoNum type="arabicPeriod"/>
            </a:pPr>
            <a:r>
              <a:rPr lang="en-US" b="1" dirty="0">
                <a:latin typeface="Times New Roman" panose="02020603050405020304" pitchFamily="18" charset="0"/>
                <a:cs typeface="Times New Roman" panose="02020603050405020304" pitchFamily="18" charset="0"/>
              </a:rPr>
              <a:t>Basic Text Classification:</a:t>
            </a:r>
            <a:r>
              <a:rPr lang="en-US" dirty="0">
                <a:latin typeface="Times New Roman" panose="02020603050405020304" pitchFamily="18" charset="0"/>
                <a:cs typeface="Times New Roman" panose="02020603050405020304" pitchFamily="18" charset="0"/>
              </a:rPr>
              <a:t> Unigram models are often used as a starting point for text classification tasks, such as </a:t>
            </a:r>
            <a:r>
              <a:rPr lang="en-US" b="1" dirty="0">
                <a:latin typeface="Times New Roman" panose="02020603050405020304" pitchFamily="18" charset="0"/>
                <a:cs typeface="Times New Roman" panose="02020603050405020304" pitchFamily="18" charset="0"/>
              </a:rPr>
              <a:t>spam detection</a:t>
            </a:r>
            <a:r>
              <a:rPr lang="en-US" dirty="0">
                <a:latin typeface="Times New Roman" panose="02020603050405020304" pitchFamily="18" charset="0"/>
                <a:cs typeface="Times New Roman" panose="02020603050405020304" pitchFamily="18" charset="0"/>
              </a:rPr>
              <a:t>. Each </a:t>
            </a:r>
            <a:r>
              <a:rPr lang="en-US" b="1" dirty="0">
                <a:latin typeface="Times New Roman" panose="02020603050405020304" pitchFamily="18" charset="0"/>
                <a:cs typeface="Times New Roman" panose="02020603050405020304" pitchFamily="18" charset="0"/>
              </a:rPr>
              <a:t>word's presence or absence </a:t>
            </a:r>
            <a:r>
              <a:rPr lang="en-US" dirty="0">
                <a:latin typeface="Times New Roman" panose="02020603050405020304" pitchFamily="18" charset="0"/>
                <a:cs typeface="Times New Roman" panose="02020603050405020304" pitchFamily="18" charset="0"/>
              </a:rPr>
              <a:t>is treated independently.</a:t>
            </a:r>
          </a:p>
          <a:p>
            <a:pPr marL="742950" lvl="1" indent="-285750">
              <a:buFont typeface="+mj-lt"/>
              <a:buAutoNum type="arabicPeriod"/>
            </a:pPr>
            <a:r>
              <a:rPr lang="en-US" dirty="0">
                <a:latin typeface="Times New Roman" panose="02020603050405020304" pitchFamily="18" charset="0"/>
                <a:cs typeface="Times New Roman" panose="02020603050405020304" pitchFamily="18" charset="0"/>
              </a:rPr>
              <a:t>Example: Classifying emails as spam or not based on the occurrence of certain words like "free," "discount," or "money."</a:t>
            </a:r>
          </a:p>
          <a:p>
            <a:pPr>
              <a:buFont typeface="+mj-lt"/>
              <a:buAutoNum type="arabicPeriod"/>
            </a:pPr>
            <a:r>
              <a:rPr lang="en-US" b="1" dirty="0">
                <a:latin typeface="Times New Roman" panose="02020603050405020304" pitchFamily="18" charset="0"/>
                <a:cs typeface="Times New Roman" panose="02020603050405020304" pitchFamily="18" charset="0"/>
              </a:rPr>
              <a:t>Keyword Extraction:</a:t>
            </a:r>
            <a:r>
              <a:rPr lang="en-US" dirty="0">
                <a:latin typeface="Times New Roman" panose="02020603050405020304" pitchFamily="18" charset="0"/>
                <a:cs typeface="Times New Roman" panose="02020603050405020304" pitchFamily="18" charset="0"/>
              </a:rPr>
              <a:t> Identifying key terms in a document based on word frequency.</a:t>
            </a:r>
          </a:p>
          <a:p>
            <a:pPr marL="742950" lvl="1" indent="-285750">
              <a:buFont typeface="+mj-lt"/>
              <a:buAutoNum type="arabicPeriod"/>
            </a:pPr>
            <a:r>
              <a:rPr lang="en-US" dirty="0">
                <a:latin typeface="Times New Roman" panose="02020603050405020304" pitchFamily="18" charset="0"/>
                <a:cs typeface="Times New Roman" panose="02020603050405020304" pitchFamily="18" charset="0"/>
              </a:rPr>
              <a:t>Example: Identifying important terms in a research paper's abstract.</a:t>
            </a:r>
          </a:p>
          <a:p>
            <a:endParaRPr lang="en-IN" dirty="0">
              <a:latin typeface="Times New Roman" panose="02020603050405020304" pitchFamily="18" charset="0"/>
              <a:cs typeface="Times New Roman" panose="02020603050405020304" pitchFamily="18" charset="0"/>
            </a:endParaRPr>
          </a:p>
        </p:txBody>
      </p:sp>
      <p:sp>
        <p:nvSpPr>
          <p:cNvPr id="5" name="Slide Number Placeholder 4"/>
          <p:cNvSpPr>
            <a:spLocks noGrp="1"/>
          </p:cNvSpPr>
          <p:nvPr>
            <p:ph type="sldNum" sz="quarter" idx="12"/>
          </p:nvPr>
        </p:nvSpPr>
        <p:spPr/>
        <p:txBody>
          <a:bodyPr/>
          <a:lstStyle/>
          <a:p>
            <a:fld id="{F3D57A2A-32B0-4562-8BA3-11F0795B7757}" type="slidenum">
              <a:rPr lang="en-IN" smtClean="0"/>
              <a:pPr/>
              <a:t>39</a:t>
            </a:fld>
            <a:endParaRPr lang="en-IN"/>
          </a:p>
        </p:txBody>
      </p:sp>
      <p:sp>
        <p:nvSpPr>
          <p:cNvPr id="6" name="Footer Placeholder 5"/>
          <p:cNvSpPr>
            <a:spLocks noGrp="1"/>
          </p:cNvSpPr>
          <p:nvPr>
            <p:ph type="ftr" sz="quarter" idx="11"/>
          </p:nvPr>
        </p:nvSpPr>
        <p:spPr/>
        <p:txBody>
          <a:bodyPr/>
          <a:lstStyle/>
          <a:p>
            <a:r>
              <a:rPr lang="en-IN" smtClean="0"/>
              <a:t>shalini shrotriya</a:t>
            </a:r>
            <a:endParaRPr lang="en-IN"/>
          </a:p>
        </p:txBody>
      </p:sp>
    </p:spTree>
    <p:extLst>
      <p:ext uri="{BB962C8B-B14F-4D97-AF65-F5344CB8AC3E}">
        <p14:creationId xmlns="" xmlns:p14="http://schemas.microsoft.com/office/powerpoint/2010/main" val="3508614695"/>
      </p:ext>
    </p:extLst>
  </p:cSld>
  <p:clrMapOvr>
    <a:masterClrMapping/>
  </p:clrMapOvr>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 xmlns:a16="http://schemas.microsoft.com/office/drawing/2014/main" id="{688F9980-5B93-9CBB-D2E3-29FF0405FD98}"/>
              </a:ext>
            </a:extLst>
          </p:cNvPr>
          <p:cNvSpPr>
            <a:spLocks noGrp="1"/>
          </p:cNvSpPr>
          <p:nvPr>
            <p:ph type="title"/>
          </p:nvPr>
        </p:nvSpPr>
        <p:spPr>
          <a:xfrm>
            <a:off x="838200" y="365125"/>
            <a:ext cx="10094259" cy="3695887"/>
          </a:xfrm>
        </p:spPr>
        <p:txBody>
          <a:bodyPr anchor="t">
            <a:normAutofit fontScale="90000"/>
          </a:bodyPr>
          <a:lstStyle/>
          <a:p>
            <a:pPr>
              <a:lnSpc>
                <a:spcPct val="100000"/>
              </a:lnSpc>
            </a:pPr>
            <a:r>
              <a:rPr lang="en-US" sz="3200" b="1" dirty="0">
                <a:solidFill>
                  <a:srgbClr val="FF0000"/>
                </a:solidFill>
                <a:latin typeface="Times New Roman" panose="02020603050405020304" pitchFamily="18" charset="0"/>
                <a:cs typeface="Times New Roman" panose="02020603050405020304" pitchFamily="18" charset="0"/>
              </a:rPr>
              <a:t>Bigram Models</a:t>
            </a:r>
            <a:r>
              <a:rPr lang="en-US" sz="3200" b="1" dirty="0" smtClean="0">
                <a:solidFill>
                  <a:srgbClr val="FF0000"/>
                </a:solidFill>
                <a:latin typeface="Times New Roman" panose="02020603050405020304" pitchFamily="18" charset="0"/>
                <a:cs typeface="Times New Roman" panose="02020603050405020304" pitchFamily="18" charset="0"/>
              </a:rPr>
              <a:t>:</a:t>
            </a:r>
            <a:br>
              <a:rPr lang="en-US" sz="3200" b="1" dirty="0" smtClean="0">
                <a:solidFill>
                  <a:srgbClr val="FF0000"/>
                </a:solidFill>
                <a:latin typeface="Times New Roman" panose="02020603050405020304" pitchFamily="18" charset="0"/>
                <a:cs typeface="Times New Roman" panose="02020603050405020304" pitchFamily="18" charset="0"/>
              </a:rPr>
            </a:br>
            <a:r>
              <a:rPr lang="en-US" sz="2400" dirty="0">
                <a:latin typeface="Times New Roman" panose="02020603050405020304" pitchFamily="18" charset="0"/>
                <a:cs typeface="Times New Roman" panose="02020603050405020304" pitchFamily="18" charset="0"/>
              </a:rPr>
              <a:t/>
            </a:r>
            <a:br>
              <a:rPr lang="en-US" sz="2400" dirty="0">
                <a:latin typeface="Times New Roman" panose="02020603050405020304" pitchFamily="18" charset="0"/>
                <a:cs typeface="Times New Roman" panose="02020603050405020304" pitchFamily="18" charset="0"/>
              </a:rPr>
            </a:br>
            <a:r>
              <a:rPr lang="en-US" sz="2400" b="1" dirty="0">
                <a:latin typeface="Times New Roman" panose="02020603050405020304" pitchFamily="18" charset="0"/>
                <a:cs typeface="Times New Roman" panose="02020603050405020304" pitchFamily="18" charset="0"/>
              </a:rPr>
              <a:t>Text Generation:</a:t>
            </a:r>
            <a:r>
              <a:rPr lang="en-US" sz="2400" dirty="0">
                <a:latin typeface="Times New Roman" panose="02020603050405020304" pitchFamily="18" charset="0"/>
                <a:cs typeface="Times New Roman" panose="02020603050405020304" pitchFamily="18" charset="0"/>
              </a:rPr>
              <a:t> Bigram models are used for </a:t>
            </a:r>
            <a:r>
              <a:rPr lang="en-US" sz="2400" b="1" dirty="0">
                <a:latin typeface="Times New Roman" panose="02020603050405020304" pitchFamily="18" charset="0"/>
                <a:cs typeface="Times New Roman" panose="02020603050405020304" pitchFamily="18" charset="0"/>
              </a:rPr>
              <a:t>generating</a:t>
            </a:r>
            <a:r>
              <a:rPr lang="en-US" sz="2400" dirty="0">
                <a:latin typeface="Times New Roman" panose="02020603050405020304" pitchFamily="18" charset="0"/>
                <a:cs typeface="Times New Roman" panose="02020603050405020304" pitchFamily="18" charset="0"/>
              </a:rPr>
              <a:t> </a:t>
            </a:r>
            <a:r>
              <a:rPr lang="en-US" sz="2400" b="1" dirty="0">
                <a:latin typeface="Times New Roman" panose="02020603050405020304" pitchFamily="18" charset="0"/>
                <a:cs typeface="Times New Roman" panose="02020603050405020304" pitchFamily="18" charset="0"/>
              </a:rPr>
              <a:t>text sequences </a:t>
            </a:r>
            <a:r>
              <a:rPr lang="en-US" sz="2400" dirty="0">
                <a:latin typeface="Times New Roman" panose="02020603050405020304" pitchFamily="18" charset="0"/>
                <a:cs typeface="Times New Roman" panose="02020603050405020304" pitchFamily="18" charset="0"/>
              </a:rPr>
              <a:t>based on the previous word in the sequence. This is commonly used in </a:t>
            </a:r>
            <a:r>
              <a:rPr lang="en-US" sz="2400" b="1" dirty="0">
                <a:latin typeface="Times New Roman" panose="02020603050405020304" pitchFamily="18" charset="0"/>
                <a:cs typeface="Times New Roman" panose="02020603050405020304" pitchFamily="18" charset="0"/>
              </a:rPr>
              <a:t>chatbots and text completion</a:t>
            </a:r>
            <a:r>
              <a:rPr lang="en-US" sz="2400" dirty="0">
                <a:latin typeface="Times New Roman" panose="02020603050405020304" pitchFamily="18" charset="0"/>
                <a:cs typeface="Times New Roman" panose="02020603050405020304" pitchFamily="18" charset="0"/>
              </a:rPr>
              <a:t>.</a:t>
            </a:r>
            <a:br>
              <a:rPr lang="en-US" sz="2400" dirty="0">
                <a:latin typeface="Times New Roman" panose="02020603050405020304" pitchFamily="18" charset="0"/>
                <a:cs typeface="Times New Roman" panose="02020603050405020304" pitchFamily="18" charset="0"/>
              </a:rPr>
            </a:br>
            <a:r>
              <a:rPr lang="en-US" sz="2400" dirty="0">
                <a:latin typeface="Times New Roman" panose="02020603050405020304" pitchFamily="18" charset="0"/>
                <a:cs typeface="Times New Roman" panose="02020603050405020304" pitchFamily="18" charset="0"/>
              </a:rPr>
              <a:t>Example: Predicting the next word in a sentence as a user types in a </a:t>
            </a:r>
            <a:r>
              <a:rPr lang="en-US" sz="2400" b="1" dirty="0">
                <a:latin typeface="Times New Roman" panose="02020603050405020304" pitchFamily="18" charset="0"/>
                <a:cs typeface="Times New Roman" panose="02020603050405020304" pitchFamily="18" charset="0"/>
              </a:rPr>
              <a:t>messaging</a:t>
            </a:r>
            <a:r>
              <a:rPr lang="en-US" sz="2400" dirty="0">
                <a:latin typeface="Times New Roman" panose="02020603050405020304" pitchFamily="18" charset="0"/>
                <a:cs typeface="Times New Roman" panose="02020603050405020304" pitchFamily="18" charset="0"/>
              </a:rPr>
              <a:t> app.</a:t>
            </a:r>
            <a:br>
              <a:rPr lang="en-US" sz="2400" dirty="0">
                <a:latin typeface="Times New Roman" panose="02020603050405020304" pitchFamily="18" charset="0"/>
                <a:cs typeface="Times New Roman" panose="02020603050405020304" pitchFamily="18" charset="0"/>
              </a:rPr>
            </a:br>
            <a:r>
              <a:rPr lang="en-US" sz="2400" dirty="0">
                <a:latin typeface="Times New Roman" panose="02020603050405020304" pitchFamily="18" charset="0"/>
                <a:cs typeface="Times New Roman" panose="02020603050405020304" pitchFamily="18" charset="0"/>
              </a:rPr>
              <a:t/>
            </a:r>
            <a:br>
              <a:rPr lang="en-US" sz="2400" dirty="0">
                <a:latin typeface="Times New Roman" panose="02020603050405020304" pitchFamily="18" charset="0"/>
                <a:cs typeface="Times New Roman" panose="02020603050405020304" pitchFamily="18" charset="0"/>
              </a:rPr>
            </a:br>
            <a:r>
              <a:rPr lang="en-US" sz="2400" b="1" dirty="0">
                <a:latin typeface="Times New Roman" panose="02020603050405020304" pitchFamily="18" charset="0"/>
                <a:cs typeface="Times New Roman" panose="02020603050405020304" pitchFamily="18" charset="0"/>
              </a:rPr>
              <a:t>Speech Recognition:</a:t>
            </a:r>
            <a:r>
              <a:rPr lang="en-US" sz="2400" dirty="0">
                <a:latin typeface="Times New Roman" panose="02020603050405020304" pitchFamily="18" charset="0"/>
                <a:cs typeface="Times New Roman" panose="02020603050405020304" pitchFamily="18" charset="0"/>
              </a:rPr>
              <a:t> In speech recognition systems, </a:t>
            </a:r>
            <a:r>
              <a:rPr lang="en-US" sz="2400" b="1" dirty="0">
                <a:latin typeface="Times New Roman" panose="02020603050405020304" pitchFamily="18" charset="0"/>
                <a:cs typeface="Times New Roman" panose="02020603050405020304" pitchFamily="18" charset="0"/>
              </a:rPr>
              <a:t>bigram models </a:t>
            </a:r>
            <a:r>
              <a:rPr lang="en-US" sz="2400" dirty="0">
                <a:latin typeface="Times New Roman" panose="02020603050405020304" pitchFamily="18" charset="0"/>
                <a:cs typeface="Times New Roman" panose="02020603050405020304" pitchFamily="18" charset="0"/>
              </a:rPr>
              <a:t>can help identify the most likely word based on the previous word in a spoken sentence.</a:t>
            </a:r>
            <a:br>
              <a:rPr lang="en-US" sz="2400" dirty="0">
                <a:latin typeface="Times New Roman" panose="02020603050405020304" pitchFamily="18" charset="0"/>
                <a:cs typeface="Times New Roman" panose="02020603050405020304" pitchFamily="18" charset="0"/>
              </a:rPr>
            </a:br>
            <a:r>
              <a:rPr lang="en-US" sz="2400" dirty="0">
                <a:latin typeface="Times New Roman" panose="02020603050405020304" pitchFamily="18" charset="0"/>
                <a:cs typeface="Times New Roman" panose="02020603050405020304" pitchFamily="18" charset="0"/>
              </a:rPr>
              <a:t>Example: Converting spoken language to text in </a:t>
            </a:r>
            <a:r>
              <a:rPr lang="en-US" sz="2400" b="1" dirty="0">
                <a:latin typeface="Times New Roman" panose="02020603050405020304" pitchFamily="18" charset="0"/>
                <a:cs typeface="Times New Roman" panose="02020603050405020304" pitchFamily="18" charset="0"/>
              </a:rPr>
              <a:t>voice assistants </a:t>
            </a:r>
            <a:r>
              <a:rPr lang="en-US" sz="2400" dirty="0">
                <a:latin typeface="Times New Roman" panose="02020603050405020304" pitchFamily="18" charset="0"/>
                <a:cs typeface="Times New Roman" panose="02020603050405020304" pitchFamily="18" charset="0"/>
              </a:rPr>
              <a:t>like </a:t>
            </a:r>
            <a:r>
              <a:rPr lang="en-US" sz="2400" b="1" dirty="0">
                <a:latin typeface="Times New Roman" panose="02020603050405020304" pitchFamily="18" charset="0"/>
                <a:cs typeface="Times New Roman" panose="02020603050405020304" pitchFamily="18" charset="0"/>
              </a:rPr>
              <a:t>Siri or Alexa</a:t>
            </a:r>
            <a:r>
              <a:rPr lang="en-US" sz="2400" dirty="0">
                <a:latin typeface="Times New Roman" panose="02020603050405020304" pitchFamily="18" charset="0"/>
                <a:cs typeface="Times New Roman" panose="02020603050405020304" pitchFamily="18" charset="0"/>
              </a:rPr>
              <a:t>.</a:t>
            </a:r>
            <a:br>
              <a:rPr lang="en-US" sz="2400" dirty="0">
                <a:latin typeface="Times New Roman" panose="02020603050405020304" pitchFamily="18" charset="0"/>
                <a:cs typeface="Times New Roman" panose="02020603050405020304" pitchFamily="18" charset="0"/>
              </a:rPr>
            </a:br>
            <a:endParaRPr lang="en-IN" sz="2400" dirty="0">
              <a:latin typeface="Times New Roman" panose="02020603050405020304" pitchFamily="18" charset="0"/>
              <a:cs typeface="Times New Roman" panose="02020603050405020304" pitchFamily="18" charset="0"/>
            </a:endParaRPr>
          </a:p>
        </p:txBody>
      </p:sp>
      <p:sp>
        <p:nvSpPr>
          <p:cNvPr id="4" name="Slide Number Placeholder 3"/>
          <p:cNvSpPr>
            <a:spLocks noGrp="1"/>
          </p:cNvSpPr>
          <p:nvPr>
            <p:ph type="sldNum" sz="quarter" idx="12"/>
          </p:nvPr>
        </p:nvSpPr>
        <p:spPr/>
        <p:txBody>
          <a:bodyPr/>
          <a:lstStyle/>
          <a:p>
            <a:fld id="{F3D57A2A-32B0-4562-8BA3-11F0795B7757}" type="slidenum">
              <a:rPr lang="en-IN" smtClean="0"/>
              <a:pPr/>
              <a:t>40</a:t>
            </a:fld>
            <a:endParaRPr lang="en-IN"/>
          </a:p>
        </p:txBody>
      </p:sp>
      <p:sp>
        <p:nvSpPr>
          <p:cNvPr id="5" name="Footer Placeholder 4"/>
          <p:cNvSpPr>
            <a:spLocks noGrp="1"/>
          </p:cNvSpPr>
          <p:nvPr>
            <p:ph type="ftr" sz="quarter" idx="11"/>
          </p:nvPr>
        </p:nvSpPr>
        <p:spPr/>
        <p:txBody>
          <a:bodyPr/>
          <a:lstStyle/>
          <a:p>
            <a:r>
              <a:rPr lang="en-IN" smtClean="0"/>
              <a:t>shalini shrotriya</a:t>
            </a:r>
            <a:endParaRPr lang="en-IN"/>
          </a:p>
        </p:txBody>
      </p:sp>
    </p:spTree>
    <p:extLst>
      <p:ext uri="{BB962C8B-B14F-4D97-AF65-F5344CB8AC3E}">
        <p14:creationId xmlns="" xmlns:p14="http://schemas.microsoft.com/office/powerpoint/2010/main" val="2539616229"/>
      </p:ext>
    </p:extLst>
  </p:cSld>
  <p:clrMapOvr>
    <a:masterClrMapping/>
  </p:clrMapOvr>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 xmlns:a16="http://schemas.microsoft.com/office/drawing/2014/main" id="{C78A53FA-233C-F04E-22F9-5922146AF5CA}"/>
              </a:ext>
            </a:extLst>
          </p:cNvPr>
          <p:cNvSpPr>
            <a:spLocks noGrp="1"/>
          </p:cNvSpPr>
          <p:nvPr>
            <p:ph type="title"/>
          </p:nvPr>
        </p:nvSpPr>
        <p:spPr>
          <a:xfrm>
            <a:off x="838200" y="365125"/>
            <a:ext cx="10515600" cy="5619115"/>
          </a:xfrm>
        </p:spPr>
        <p:txBody>
          <a:bodyPr>
            <a:normAutofit fontScale="90000"/>
          </a:bodyPr>
          <a:lstStyle/>
          <a:p>
            <a:r>
              <a:rPr lang="en-US" sz="2800" b="1" dirty="0">
                <a:solidFill>
                  <a:srgbClr val="FF0000"/>
                </a:solidFill>
                <a:latin typeface="Times New Roman" panose="02020603050405020304" pitchFamily="18" charset="0"/>
                <a:cs typeface="Times New Roman" panose="02020603050405020304" pitchFamily="18" charset="0"/>
              </a:rPr>
              <a:t>N-gram Models:</a:t>
            </a:r>
            <a:br>
              <a:rPr lang="en-US" sz="2800" b="1" dirty="0">
                <a:solidFill>
                  <a:srgbClr val="FF0000"/>
                </a:solidFill>
                <a:latin typeface="Times New Roman" panose="02020603050405020304" pitchFamily="18" charset="0"/>
                <a:cs typeface="Times New Roman" panose="02020603050405020304" pitchFamily="18" charset="0"/>
              </a:rPr>
            </a:br>
            <a:r>
              <a:rPr lang="en-US" sz="2400" dirty="0">
                <a:latin typeface="Times New Roman" panose="02020603050405020304" pitchFamily="18" charset="0"/>
                <a:cs typeface="Times New Roman" panose="02020603050405020304" pitchFamily="18" charset="0"/>
              </a:rPr>
              <a:t/>
            </a:r>
            <a:br>
              <a:rPr lang="en-US" sz="2400" dirty="0">
                <a:latin typeface="Times New Roman" panose="02020603050405020304" pitchFamily="18" charset="0"/>
                <a:cs typeface="Times New Roman" panose="02020603050405020304" pitchFamily="18" charset="0"/>
              </a:rPr>
            </a:br>
            <a:r>
              <a:rPr lang="en-US" sz="2400" b="1" dirty="0">
                <a:solidFill>
                  <a:srgbClr val="FF0000"/>
                </a:solidFill>
                <a:latin typeface="Times New Roman" panose="02020603050405020304" pitchFamily="18" charset="0"/>
                <a:cs typeface="Times New Roman" panose="02020603050405020304" pitchFamily="18" charset="0"/>
              </a:rPr>
              <a:t>Machine Translation</a:t>
            </a:r>
            <a:r>
              <a:rPr lang="en-US" sz="2400" b="1" dirty="0">
                <a:latin typeface="Times New Roman" panose="02020603050405020304" pitchFamily="18" charset="0"/>
                <a:cs typeface="Times New Roman" panose="02020603050405020304" pitchFamily="18" charset="0"/>
              </a:rPr>
              <a:t>:</a:t>
            </a:r>
            <a:r>
              <a:rPr lang="en-US" sz="2400" dirty="0">
                <a:latin typeface="Times New Roman" panose="02020603050405020304" pitchFamily="18" charset="0"/>
                <a:cs typeface="Times New Roman" panose="02020603050405020304" pitchFamily="18" charset="0"/>
              </a:rPr>
              <a:t> N-gram models, especially </a:t>
            </a:r>
            <a:r>
              <a:rPr lang="en-US" sz="2400" b="1" dirty="0">
                <a:latin typeface="Times New Roman" panose="02020603050405020304" pitchFamily="18" charset="0"/>
                <a:cs typeface="Times New Roman" panose="02020603050405020304" pitchFamily="18" charset="0"/>
              </a:rPr>
              <a:t>higher-order N-grams </a:t>
            </a:r>
            <a:r>
              <a:rPr lang="en-US" sz="2400" dirty="0">
                <a:latin typeface="Times New Roman" panose="02020603050405020304" pitchFamily="18" charset="0"/>
                <a:cs typeface="Times New Roman" panose="02020603050405020304" pitchFamily="18" charset="0"/>
              </a:rPr>
              <a:t>like trigrams or 4-grams, are used in machine translation systems to predict the next word in the translated sentence.</a:t>
            </a:r>
            <a:br>
              <a:rPr lang="en-US" sz="2400" dirty="0">
                <a:latin typeface="Times New Roman" panose="02020603050405020304" pitchFamily="18" charset="0"/>
                <a:cs typeface="Times New Roman" panose="02020603050405020304" pitchFamily="18" charset="0"/>
              </a:rPr>
            </a:br>
            <a:r>
              <a:rPr lang="en-US" sz="2400" b="1" dirty="0">
                <a:latin typeface="Times New Roman" panose="02020603050405020304" pitchFamily="18" charset="0"/>
                <a:cs typeface="Times New Roman" panose="02020603050405020304" pitchFamily="18" charset="0"/>
              </a:rPr>
              <a:t>Example</a:t>
            </a:r>
            <a:r>
              <a:rPr lang="en-US" sz="2400" dirty="0">
                <a:latin typeface="Times New Roman" panose="02020603050405020304" pitchFamily="18" charset="0"/>
                <a:cs typeface="Times New Roman" panose="02020603050405020304" pitchFamily="18" charset="0"/>
              </a:rPr>
              <a:t>: </a:t>
            </a:r>
            <a:r>
              <a:rPr lang="en-US" sz="2400" b="1" dirty="0">
                <a:latin typeface="Times New Roman" panose="02020603050405020304" pitchFamily="18" charset="0"/>
                <a:cs typeface="Times New Roman" panose="02020603050405020304" pitchFamily="18" charset="0"/>
              </a:rPr>
              <a:t>Translating English to French </a:t>
            </a:r>
            <a:r>
              <a:rPr lang="en-US" sz="2400" dirty="0">
                <a:latin typeface="Times New Roman" panose="02020603050405020304" pitchFamily="18" charset="0"/>
                <a:cs typeface="Times New Roman" panose="02020603050405020304" pitchFamily="18" charset="0"/>
              </a:rPr>
              <a:t>by considering the context of the previous words in a sentence.</a:t>
            </a:r>
            <a:br>
              <a:rPr lang="en-US" sz="2400" dirty="0">
                <a:latin typeface="Times New Roman" panose="02020603050405020304" pitchFamily="18" charset="0"/>
                <a:cs typeface="Times New Roman" panose="02020603050405020304" pitchFamily="18" charset="0"/>
              </a:rPr>
            </a:br>
            <a:r>
              <a:rPr lang="en-US" sz="2400" dirty="0">
                <a:latin typeface="Times New Roman" panose="02020603050405020304" pitchFamily="18" charset="0"/>
                <a:cs typeface="Times New Roman" panose="02020603050405020304" pitchFamily="18" charset="0"/>
              </a:rPr>
              <a:t/>
            </a:r>
            <a:br>
              <a:rPr lang="en-US" sz="2400" dirty="0">
                <a:latin typeface="Times New Roman" panose="02020603050405020304" pitchFamily="18" charset="0"/>
                <a:cs typeface="Times New Roman" panose="02020603050405020304" pitchFamily="18" charset="0"/>
              </a:rPr>
            </a:br>
            <a:r>
              <a:rPr lang="en-US" sz="2400" b="1" dirty="0">
                <a:solidFill>
                  <a:srgbClr val="FF0000"/>
                </a:solidFill>
                <a:latin typeface="Times New Roman" panose="02020603050405020304" pitchFamily="18" charset="0"/>
                <a:cs typeface="Times New Roman" panose="02020603050405020304" pitchFamily="18" charset="0"/>
              </a:rPr>
              <a:t>Language Modeling</a:t>
            </a:r>
            <a:r>
              <a:rPr lang="en-US" sz="2400" b="1" dirty="0">
                <a:latin typeface="Times New Roman" panose="02020603050405020304" pitchFamily="18" charset="0"/>
                <a:cs typeface="Times New Roman" panose="02020603050405020304" pitchFamily="18" charset="0"/>
              </a:rPr>
              <a:t>:</a:t>
            </a:r>
            <a:r>
              <a:rPr lang="en-US" sz="2400" dirty="0">
                <a:latin typeface="Times New Roman" panose="02020603050405020304" pitchFamily="18" charset="0"/>
                <a:cs typeface="Times New Roman" panose="02020603050405020304" pitchFamily="18" charset="0"/>
              </a:rPr>
              <a:t> N-gram models are used as the basis for more advanced language models like </a:t>
            </a:r>
            <a:r>
              <a:rPr lang="en-US" sz="2400" b="1" dirty="0">
                <a:latin typeface="Times New Roman" panose="02020603050405020304" pitchFamily="18" charset="0"/>
                <a:cs typeface="Times New Roman" panose="02020603050405020304" pitchFamily="18" charset="0"/>
              </a:rPr>
              <a:t>LSTM and Transformer models</a:t>
            </a:r>
            <a:r>
              <a:rPr lang="en-US" sz="2400" dirty="0">
                <a:latin typeface="Times New Roman" panose="02020603050405020304" pitchFamily="18" charset="0"/>
                <a:cs typeface="Times New Roman" panose="02020603050405020304" pitchFamily="18" charset="0"/>
              </a:rPr>
              <a:t>. They help in understanding and generating coherent sentences.</a:t>
            </a:r>
            <a:br>
              <a:rPr lang="en-US" sz="2400" dirty="0">
                <a:latin typeface="Times New Roman" panose="02020603050405020304" pitchFamily="18" charset="0"/>
                <a:cs typeface="Times New Roman" panose="02020603050405020304" pitchFamily="18" charset="0"/>
              </a:rPr>
            </a:br>
            <a:r>
              <a:rPr lang="en-US" sz="2400" b="1" dirty="0">
                <a:latin typeface="Times New Roman" panose="02020603050405020304" pitchFamily="18" charset="0"/>
                <a:cs typeface="Times New Roman" panose="02020603050405020304" pitchFamily="18" charset="0"/>
              </a:rPr>
              <a:t>Example</a:t>
            </a:r>
            <a:r>
              <a:rPr lang="en-US" sz="2400" dirty="0">
                <a:latin typeface="Times New Roman" panose="02020603050405020304" pitchFamily="18" charset="0"/>
                <a:cs typeface="Times New Roman" panose="02020603050405020304" pitchFamily="18" charset="0"/>
              </a:rPr>
              <a:t>: Generating natural-sounding text for chatbots or virtual assistants.</a:t>
            </a:r>
            <a:br>
              <a:rPr lang="en-US" sz="2400" dirty="0">
                <a:latin typeface="Times New Roman" panose="02020603050405020304" pitchFamily="18" charset="0"/>
                <a:cs typeface="Times New Roman" panose="02020603050405020304" pitchFamily="18" charset="0"/>
              </a:rPr>
            </a:br>
            <a:r>
              <a:rPr lang="en-US" sz="2400" dirty="0">
                <a:latin typeface="Times New Roman" panose="02020603050405020304" pitchFamily="18" charset="0"/>
                <a:cs typeface="Times New Roman" panose="02020603050405020304" pitchFamily="18" charset="0"/>
              </a:rPr>
              <a:t/>
            </a:r>
            <a:br>
              <a:rPr lang="en-US" sz="2400" dirty="0">
                <a:latin typeface="Times New Roman" panose="02020603050405020304" pitchFamily="18" charset="0"/>
                <a:cs typeface="Times New Roman" panose="02020603050405020304" pitchFamily="18" charset="0"/>
              </a:rPr>
            </a:br>
            <a:r>
              <a:rPr lang="en-US" sz="2400" b="1" dirty="0">
                <a:solidFill>
                  <a:srgbClr val="FF0000"/>
                </a:solidFill>
                <a:latin typeface="Times New Roman" panose="02020603050405020304" pitchFamily="18" charset="0"/>
                <a:cs typeface="Times New Roman" panose="02020603050405020304" pitchFamily="18" charset="0"/>
              </a:rPr>
              <a:t>Spell Check and Auto-Correction</a:t>
            </a:r>
            <a:r>
              <a:rPr lang="en-US" sz="2400" b="1" dirty="0">
                <a:latin typeface="Times New Roman" panose="02020603050405020304" pitchFamily="18" charset="0"/>
                <a:cs typeface="Times New Roman" panose="02020603050405020304" pitchFamily="18" charset="0"/>
              </a:rPr>
              <a:t>:</a:t>
            </a:r>
            <a:r>
              <a:rPr lang="en-US" sz="2400" dirty="0">
                <a:latin typeface="Times New Roman" panose="02020603050405020304" pitchFamily="18" charset="0"/>
                <a:cs typeface="Times New Roman" panose="02020603050405020304" pitchFamily="18" charset="0"/>
              </a:rPr>
              <a:t> </a:t>
            </a:r>
            <a:r>
              <a:rPr lang="en-US" sz="2400" b="1" dirty="0">
                <a:latin typeface="Times New Roman" panose="02020603050405020304" pitchFamily="18" charset="0"/>
                <a:cs typeface="Times New Roman" panose="02020603050405020304" pitchFamily="18" charset="0"/>
              </a:rPr>
              <a:t>N-gram models </a:t>
            </a:r>
            <a:r>
              <a:rPr lang="en-US" sz="2400" dirty="0">
                <a:latin typeface="Times New Roman" panose="02020603050405020304" pitchFamily="18" charset="0"/>
                <a:cs typeface="Times New Roman" panose="02020603050405020304" pitchFamily="18" charset="0"/>
              </a:rPr>
              <a:t>are used to suggest corrections for misspelled words based on the surrounding context.</a:t>
            </a:r>
            <a:br>
              <a:rPr lang="en-US" sz="2400" dirty="0">
                <a:latin typeface="Times New Roman" panose="02020603050405020304" pitchFamily="18" charset="0"/>
                <a:cs typeface="Times New Roman" panose="02020603050405020304" pitchFamily="18" charset="0"/>
              </a:rPr>
            </a:br>
            <a:r>
              <a:rPr lang="en-US" sz="2400" b="1" dirty="0">
                <a:latin typeface="Times New Roman" panose="02020603050405020304" pitchFamily="18" charset="0"/>
                <a:cs typeface="Times New Roman" panose="02020603050405020304" pitchFamily="18" charset="0"/>
              </a:rPr>
              <a:t>Example</a:t>
            </a:r>
            <a:r>
              <a:rPr lang="en-US" sz="2400" dirty="0">
                <a:latin typeface="Times New Roman" panose="02020603050405020304" pitchFamily="18" charset="0"/>
                <a:cs typeface="Times New Roman" panose="02020603050405020304" pitchFamily="18" charset="0"/>
              </a:rPr>
              <a:t>: Suggesting the correct word "their" when a user mistakenly types "there.</a:t>
            </a:r>
            <a:br>
              <a:rPr lang="en-US" sz="2400" dirty="0">
                <a:latin typeface="Times New Roman" panose="02020603050405020304" pitchFamily="18" charset="0"/>
                <a:cs typeface="Times New Roman" panose="02020603050405020304" pitchFamily="18" charset="0"/>
              </a:rPr>
            </a:br>
            <a:endParaRPr lang="en-IN" sz="2400" dirty="0">
              <a:latin typeface="Times New Roman" panose="02020603050405020304" pitchFamily="18" charset="0"/>
              <a:cs typeface="Times New Roman" panose="02020603050405020304" pitchFamily="18" charset="0"/>
            </a:endParaRPr>
          </a:p>
        </p:txBody>
      </p:sp>
      <p:sp>
        <p:nvSpPr>
          <p:cNvPr id="4" name="Slide Number Placeholder 3"/>
          <p:cNvSpPr>
            <a:spLocks noGrp="1"/>
          </p:cNvSpPr>
          <p:nvPr>
            <p:ph type="sldNum" sz="quarter" idx="12"/>
          </p:nvPr>
        </p:nvSpPr>
        <p:spPr/>
        <p:txBody>
          <a:bodyPr/>
          <a:lstStyle/>
          <a:p>
            <a:fld id="{F3D57A2A-32B0-4562-8BA3-11F0795B7757}" type="slidenum">
              <a:rPr lang="en-IN" smtClean="0"/>
              <a:pPr/>
              <a:t>41</a:t>
            </a:fld>
            <a:endParaRPr lang="en-IN"/>
          </a:p>
        </p:txBody>
      </p:sp>
      <p:sp>
        <p:nvSpPr>
          <p:cNvPr id="5" name="Footer Placeholder 4"/>
          <p:cNvSpPr>
            <a:spLocks noGrp="1"/>
          </p:cNvSpPr>
          <p:nvPr>
            <p:ph type="ftr" sz="quarter" idx="11"/>
          </p:nvPr>
        </p:nvSpPr>
        <p:spPr/>
        <p:txBody>
          <a:bodyPr/>
          <a:lstStyle/>
          <a:p>
            <a:r>
              <a:rPr lang="en-IN" smtClean="0"/>
              <a:t>shalini shrotriya</a:t>
            </a:r>
            <a:endParaRPr lang="en-IN"/>
          </a:p>
        </p:txBody>
      </p:sp>
    </p:spTree>
    <p:extLst>
      <p:ext uri="{BB962C8B-B14F-4D97-AF65-F5344CB8AC3E}">
        <p14:creationId xmlns="" xmlns:p14="http://schemas.microsoft.com/office/powerpoint/2010/main" val="1563024820"/>
      </p:ext>
    </p:extLst>
  </p:cSld>
  <p:clrMapOvr>
    <a:masterClrMapping/>
  </p:clrMapOvr>
</p:sld>
</file>

<file path=ppt/slides/slide4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 xmlns:a16="http://schemas.microsoft.com/office/drawing/2014/main" id="{7EE66D70-CD2D-DE06-A8E9-4EB45B0E0D08}"/>
              </a:ext>
            </a:extLst>
          </p:cNvPr>
          <p:cNvSpPr>
            <a:spLocks noGrp="1"/>
          </p:cNvSpPr>
          <p:nvPr>
            <p:ph type="title"/>
          </p:nvPr>
        </p:nvSpPr>
        <p:spPr>
          <a:xfrm>
            <a:off x="838200" y="365125"/>
            <a:ext cx="10515600" cy="6096635"/>
          </a:xfrm>
        </p:spPr>
        <p:txBody>
          <a:bodyPr>
            <a:normAutofit/>
          </a:bodyPr>
          <a:lstStyle/>
          <a:p>
            <a:r>
              <a:rPr lang="en-US" sz="3200" b="1" dirty="0">
                <a:solidFill>
                  <a:srgbClr val="FF0000"/>
                </a:solidFill>
                <a:latin typeface="Times New Roman" panose="02020603050405020304" pitchFamily="18" charset="0"/>
                <a:cs typeface="Times New Roman" panose="02020603050405020304" pitchFamily="18" charset="0"/>
              </a:rPr>
              <a:t>Hybrid Models</a:t>
            </a:r>
            <a:r>
              <a:rPr lang="en-US" sz="3200" b="1" dirty="0" smtClean="0">
                <a:solidFill>
                  <a:srgbClr val="FF0000"/>
                </a:solidFill>
                <a:latin typeface="Times New Roman" panose="02020603050405020304" pitchFamily="18" charset="0"/>
                <a:cs typeface="Times New Roman" panose="02020603050405020304" pitchFamily="18" charset="0"/>
              </a:rPr>
              <a:t>:</a:t>
            </a:r>
            <a:r>
              <a:rPr lang="en-US" sz="2800" b="1" dirty="0" smtClean="0">
                <a:latin typeface="Times New Roman" panose="02020603050405020304" pitchFamily="18" charset="0"/>
                <a:cs typeface="Times New Roman" panose="02020603050405020304" pitchFamily="18" charset="0"/>
              </a:rPr>
              <a:t/>
            </a:r>
            <a:br>
              <a:rPr lang="en-US" sz="2800" b="1" dirty="0" smtClean="0">
                <a:latin typeface="Times New Roman" panose="02020603050405020304" pitchFamily="18" charset="0"/>
                <a:cs typeface="Times New Roman" panose="02020603050405020304" pitchFamily="18" charset="0"/>
              </a:rPr>
            </a:br>
            <a:r>
              <a:rPr lang="en-US" sz="2800" dirty="0">
                <a:latin typeface="Times New Roman" panose="02020603050405020304" pitchFamily="18" charset="0"/>
                <a:cs typeface="Times New Roman" panose="02020603050405020304" pitchFamily="18" charset="0"/>
              </a:rPr>
              <a:t/>
            </a:r>
            <a:br>
              <a:rPr lang="en-US" sz="2800" dirty="0">
                <a:latin typeface="Times New Roman" panose="02020603050405020304" pitchFamily="18" charset="0"/>
                <a:cs typeface="Times New Roman" panose="02020603050405020304" pitchFamily="18" charset="0"/>
              </a:rPr>
            </a:br>
            <a:r>
              <a:rPr lang="en-US" sz="2800" b="1" dirty="0">
                <a:solidFill>
                  <a:srgbClr val="FF0000"/>
                </a:solidFill>
                <a:latin typeface="Times New Roman" panose="02020603050405020304" pitchFamily="18" charset="0"/>
                <a:cs typeface="Times New Roman" panose="02020603050405020304" pitchFamily="18" charset="0"/>
              </a:rPr>
              <a:t>Predictive Text Input</a:t>
            </a:r>
            <a:r>
              <a:rPr lang="en-US" sz="2800" b="1" dirty="0">
                <a:latin typeface="Times New Roman" panose="02020603050405020304" pitchFamily="18" charset="0"/>
                <a:cs typeface="Times New Roman" panose="02020603050405020304" pitchFamily="18" charset="0"/>
              </a:rPr>
              <a:t>:</a:t>
            </a:r>
            <a:r>
              <a:rPr lang="en-US" sz="2800" dirty="0">
                <a:latin typeface="Times New Roman" panose="02020603050405020304" pitchFamily="18" charset="0"/>
                <a:cs typeface="Times New Roman" panose="02020603050405020304" pitchFamily="18" charset="0"/>
              </a:rPr>
              <a:t> Combining both </a:t>
            </a:r>
            <a:r>
              <a:rPr lang="en-US" sz="2800" b="1" dirty="0">
                <a:latin typeface="Times New Roman" panose="02020603050405020304" pitchFamily="18" charset="0"/>
                <a:cs typeface="Times New Roman" panose="02020603050405020304" pitchFamily="18" charset="0"/>
              </a:rPr>
              <a:t>bigram and unigram </a:t>
            </a:r>
            <a:r>
              <a:rPr lang="en-US" sz="2800" dirty="0">
                <a:latin typeface="Times New Roman" panose="02020603050405020304" pitchFamily="18" charset="0"/>
                <a:cs typeface="Times New Roman" panose="02020603050405020304" pitchFamily="18" charset="0"/>
              </a:rPr>
              <a:t>models can provide predictive text input suggestions on </a:t>
            </a:r>
            <a:r>
              <a:rPr lang="en-US" sz="2800" b="1" dirty="0">
                <a:latin typeface="Times New Roman" panose="02020603050405020304" pitchFamily="18" charset="0"/>
                <a:cs typeface="Times New Roman" panose="02020603050405020304" pitchFamily="18" charset="0"/>
              </a:rPr>
              <a:t>smartphones</a:t>
            </a:r>
            <a:r>
              <a:rPr lang="en-US" sz="2800" dirty="0">
                <a:latin typeface="Times New Roman" panose="02020603050405020304" pitchFamily="18" charset="0"/>
                <a:cs typeface="Times New Roman" panose="02020603050405020304" pitchFamily="18" charset="0"/>
              </a:rPr>
              <a:t> and </a:t>
            </a:r>
            <a:r>
              <a:rPr lang="en-US" sz="2800" b="1" dirty="0">
                <a:latin typeface="Times New Roman" panose="02020603050405020304" pitchFamily="18" charset="0"/>
                <a:cs typeface="Times New Roman" panose="02020603050405020304" pitchFamily="18" charset="0"/>
              </a:rPr>
              <a:t>keyboards</a:t>
            </a:r>
            <a:r>
              <a:rPr lang="en-US" sz="2800" dirty="0">
                <a:latin typeface="Times New Roman" panose="02020603050405020304" pitchFamily="18" charset="0"/>
                <a:cs typeface="Times New Roman" panose="02020603050405020304" pitchFamily="18" charset="0"/>
              </a:rPr>
              <a:t>.</a:t>
            </a:r>
            <a:br>
              <a:rPr lang="en-US" sz="2800" dirty="0">
                <a:latin typeface="Times New Roman" panose="02020603050405020304" pitchFamily="18" charset="0"/>
                <a:cs typeface="Times New Roman" panose="02020603050405020304" pitchFamily="18" charset="0"/>
              </a:rPr>
            </a:br>
            <a:r>
              <a:rPr lang="en-US" sz="2800" b="1" dirty="0">
                <a:latin typeface="Times New Roman" panose="02020603050405020304" pitchFamily="18" charset="0"/>
                <a:cs typeface="Times New Roman" panose="02020603050405020304" pitchFamily="18" charset="0"/>
              </a:rPr>
              <a:t>Example</a:t>
            </a:r>
            <a:r>
              <a:rPr lang="en-US" sz="2800" dirty="0">
                <a:latin typeface="Times New Roman" panose="02020603050405020304" pitchFamily="18" charset="0"/>
                <a:cs typeface="Times New Roman" panose="02020603050405020304" pitchFamily="18" charset="0"/>
              </a:rPr>
              <a:t>: </a:t>
            </a:r>
            <a:r>
              <a:rPr lang="en-US" sz="2800" b="1" dirty="0">
                <a:latin typeface="Times New Roman" panose="02020603050405020304" pitchFamily="18" charset="0"/>
                <a:cs typeface="Times New Roman" panose="02020603050405020304" pitchFamily="18" charset="0"/>
              </a:rPr>
              <a:t>Predicting</a:t>
            </a:r>
            <a:r>
              <a:rPr lang="en-US" sz="2800" dirty="0">
                <a:latin typeface="Times New Roman" panose="02020603050405020304" pitchFamily="18" charset="0"/>
                <a:cs typeface="Times New Roman" panose="02020603050405020304" pitchFamily="18" charset="0"/>
              </a:rPr>
              <a:t> the </a:t>
            </a:r>
            <a:r>
              <a:rPr lang="en-US" sz="2800" b="1" dirty="0">
                <a:latin typeface="Times New Roman" panose="02020603050405020304" pitchFamily="18" charset="0"/>
                <a:cs typeface="Times New Roman" panose="02020603050405020304" pitchFamily="18" charset="0"/>
              </a:rPr>
              <a:t>next</a:t>
            </a:r>
            <a:r>
              <a:rPr lang="en-US" sz="2800" dirty="0">
                <a:latin typeface="Times New Roman" panose="02020603050405020304" pitchFamily="18" charset="0"/>
                <a:cs typeface="Times New Roman" panose="02020603050405020304" pitchFamily="18" charset="0"/>
              </a:rPr>
              <a:t> word or phrase as a user types a message on a </a:t>
            </a:r>
            <a:r>
              <a:rPr lang="en-US" sz="2800" b="1" dirty="0">
                <a:latin typeface="Times New Roman" panose="02020603050405020304" pitchFamily="18" charset="0"/>
                <a:cs typeface="Times New Roman" panose="02020603050405020304" pitchFamily="18" charset="0"/>
              </a:rPr>
              <a:t>mobile device</a:t>
            </a:r>
            <a:r>
              <a:rPr lang="en-US" sz="2800" dirty="0">
                <a:latin typeface="Times New Roman" panose="02020603050405020304" pitchFamily="18" charset="0"/>
                <a:cs typeface="Times New Roman" panose="02020603050405020304" pitchFamily="18" charset="0"/>
              </a:rPr>
              <a:t>.</a:t>
            </a:r>
            <a:br>
              <a:rPr lang="en-US" sz="2800" dirty="0">
                <a:latin typeface="Times New Roman" panose="02020603050405020304" pitchFamily="18" charset="0"/>
                <a:cs typeface="Times New Roman" panose="02020603050405020304" pitchFamily="18" charset="0"/>
              </a:rPr>
            </a:br>
            <a:r>
              <a:rPr lang="en-US" sz="2800" dirty="0">
                <a:latin typeface="Times New Roman" panose="02020603050405020304" pitchFamily="18" charset="0"/>
                <a:cs typeface="Times New Roman" panose="02020603050405020304" pitchFamily="18" charset="0"/>
              </a:rPr>
              <a:t/>
            </a:r>
            <a:br>
              <a:rPr lang="en-US" sz="2800" dirty="0">
                <a:latin typeface="Times New Roman" panose="02020603050405020304" pitchFamily="18" charset="0"/>
                <a:cs typeface="Times New Roman" panose="02020603050405020304" pitchFamily="18" charset="0"/>
              </a:rPr>
            </a:br>
            <a:r>
              <a:rPr lang="en-US" sz="2800" b="1" dirty="0">
                <a:solidFill>
                  <a:srgbClr val="FF0000"/>
                </a:solidFill>
                <a:latin typeface="Times New Roman" panose="02020603050405020304" pitchFamily="18" charset="0"/>
                <a:cs typeface="Times New Roman" panose="02020603050405020304" pitchFamily="18" charset="0"/>
              </a:rPr>
              <a:t>Search Engines</a:t>
            </a:r>
            <a:r>
              <a:rPr lang="en-US" sz="2800" b="1" dirty="0">
                <a:latin typeface="Times New Roman" panose="02020603050405020304" pitchFamily="18" charset="0"/>
                <a:cs typeface="Times New Roman" panose="02020603050405020304" pitchFamily="18" charset="0"/>
              </a:rPr>
              <a:t>:</a:t>
            </a:r>
            <a:r>
              <a:rPr lang="en-US" sz="2800" dirty="0">
                <a:latin typeface="Times New Roman" panose="02020603050405020304" pitchFamily="18" charset="0"/>
                <a:cs typeface="Times New Roman" panose="02020603050405020304" pitchFamily="18" charset="0"/>
              </a:rPr>
              <a:t> Search engines often employ a combination of N-grams and more advanced language models to understand user queries and retrieve relevant search results.</a:t>
            </a:r>
            <a:br>
              <a:rPr lang="en-US" sz="2800" dirty="0">
                <a:latin typeface="Times New Roman" panose="02020603050405020304" pitchFamily="18" charset="0"/>
                <a:cs typeface="Times New Roman" panose="02020603050405020304" pitchFamily="18" charset="0"/>
              </a:rPr>
            </a:br>
            <a:r>
              <a:rPr lang="en-US" sz="2800" b="1" dirty="0">
                <a:latin typeface="Times New Roman" panose="02020603050405020304" pitchFamily="18" charset="0"/>
                <a:cs typeface="Times New Roman" panose="02020603050405020304" pitchFamily="18" charset="0"/>
              </a:rPr>
              <a:t>Example</a:t>
            </a:r>
            <a:r>
              <a:rPr lang="en-US" sz="2800" dirty="0">
                <a:latin typeface="Times New Roman" panose="02020603050405020304" pitchFamily="18" charset="0"/>
                <a:cs typeface="Times New Roman" panose="02020603050405020304" pitchFamily="18" charset="0"/>
              </a:rPr>
              <a:t>: Google using language models to understand search intent and provide accurate results</a:t>
            </a:r>
            <a:r>
              <a:rPr lang="en-US" sz="2800" dirty="0" smtClean="0">
                <a:latin typeface="Times New Roman" panose="02020603050405020304" pitchFamily="18" charset="0"/>
                <a:cs typeface="Times New Roman" panose="02020603050405020304" pitchFamily="18" charset="0"/>
              </a:rPr>
              <a:t>.</a:t>
            </a:r>
            <a:endParaRPr lang="en-IN" sz="2800" dirty="0">
              <a:latin typeface="Times New Roman" panose="02020603050405020304" pitchFamily="18" charset="0"/>
              <a:cs typeface="Times New Roman" panose="02020603050405020304" pitchFamily="18" charset="0"/>
            </a:endParaRPr>
          </a:p>
        </p:txBody>
      </p:sp>
      <p:sp>
        <p:nvSpPr>
          <p:cNvPr id="4" name="Slide Number Placeholder 3"/>
          <p:cNvSpPr>
            <a:spLocks noGrp="1"/>
          </p:cNvSpPr>
          <p:nvPr>
            <p:ph type="sldNum" sz="quarter" idx="12"/>
          </p:nvPr>
        </p:nvSpPr>
        <p:spPr/>
        <p:txBody>
          <a:bodyPr/>
          <a:lstStyle/>
          <a:p>
            <a:fld id="{F3D57A2A-32B0-4562-8BA3-11F0795B7757}" type="slidenum">
              <a:rPr lang="en-IN" smtClean="0"/>
              <a:pPr/>
              <a:t>42</a:t>
            </a:fld>
            <a:endParaRPr lang="en-IN"/>
          </a:p>
        </p:txBody>
      </p:sp>
      <p:sp>
        <p:nvSpPr>
          <p:cNvPr id="5" name="Footer Placeholder 4"/>
          <p:cNvSpPr>
            <a:spLocks noGrp="1"/>
          </p:cNvSpPr>
          <p:nvPr>
            <p:ph type="ftr" sz="quarter" idx="11"/>
          </p:nvPr>
        </p:nvSpPr>
        <p:spPr/>
        <p:txBody>
          <a:bodyPr/>
          <a:lstStyle/>
          <a:p>
            <a:r>
              <a:rPr lang="en-IN" smtClean="0"/>
              <a:t>shalini shrotriya</a:t>
            </a:r>
            <a:endParaRPr lang="en-IN"/>
          </a:p>
        </p:txBody>
      </p:sp>
    </p:spTree>
    <p:extLst>
      <p:ext uri="{BB962C8B-B14F-4D97-AF65-F5344CB8AC3E}">
        <p14:creationId xmlns="" xmlns:p14="http://schemas.microsoft.com/office/powerpoint/2010/main" val="1464944825"/>
      </p:ext>
    </p:extLst>
  </p:cSld>
  <p:clrMapOvr>
    <a:masterClrMapping/>
  </p:clrMapOvr>
</p:sld>
</file>

<file path=ppt/slides/slide4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 xmlns:a16="http://schemas.microsoft.com/office/drawing/2014/main" id="{207D2154-989C-DCB4-8B97-7D4403F08238}"/>
              </a:ext>
            </a:extLst>
          </p:cNvPr>
          <p:cNvSpPr>
            <a:spLocks noGrp="1"/>
          </p:cNvSpPr>
          <p:nvPr>
            <p:ph type="title"/>
          </p:nvPr>
        </p:nvSpPr>
        <p:spPr>
          <a:xfrm>
            <a:off x="838200" y="365125"/>
            <a:ext cx="10515600" cy="670299"/>
          </a:xfrm>
        </p:spPr>
        <p:txBody>
          <a:bodyPr anchor="t">
            <a:normAutofit fontScale="90000"/>
          </a:bodyPr>
          <a:lstStyle/>
          <a:p>
            <a:r>
              <a:rPr lang="en-IN" b="1" dirty="0">
                <a:solidFill>
                  <a:srgbClr val="FF0000"/>
                </a:solidFill>
                <a:latin typeface="Times New Roman" panose="02020603050405020304" pitchFamily="18" charset="0"/>
                <a:cs typeface="Times New Roman" panose="02020603050405020304" pitchFamily="18" charset="0"/>
              </a:rPr>
              <a:t>Challenges and Limitations</a:t>
            </a:r>
            <a:endParaRPr lang="en-IN" dirty="0">
              <a:solidFill>
                <a:srgbClr val="FF0000"/>
              </a:solidFill>
              <a:latin typeface="Times New Roman" panose="02020603050405020304" pitchFamily="18" charset="0"/>
              <a:cs typeface="Times New Roman" panose="02020603050405020304" pitchFamily="18" charset="0"/>
            </a:endParaRPr>
          </a:p>
        </p:txBody>
      </p:sp>
      <p:sp>
        <p:nvSpPr>
          <p:cNvPr id="3" name="Content Placeholder 2">
            <a:extLst>
              <a:ext uri="{FF2B5EF4-FFF2-40B4-BE49-F238E27FC236}">
                <a16:creationId xmlns="" xmlns:a16="http://schemas.microsoft.com/office/drawing/2014/main" id="{2BF8F424-145D-A46E-70E3-07E9D2223DC6}"/>
              </a:ext>
            </a:extLst>
          </p:cNvPr>
          <p:cNvSpPr>
            <a:spLocks noGrp="1"/>
          </p:cNvSpPr>
          <p:nvPr>
            <p:ph idx="1"/>
          </p:nvPr>
        </p:nvSpPr>
        <p:spPr>
          <a:xfrm>
            <a:off x="824753" y="1193613"/>
            <a:ext cx="10515600" cy="4844116"/>
          </a:xfrm>
        </p:spPr>
        <p:txBody>
          <a:bodyPr>
            <a:normAutofit fontScale="62500" lnSpcReduction="20000"/>
          </a:bodyPr>
          <a:lstStyle/>
          <a:p>
            <a:pPr>
              <a:buNone/>
            </a:pPr>
            <a:r>
              <a:rPr lang="en-US" dirty="0">
                <a:latin typeface="Times New Roman" panose="02020603050405020304" pitchFamily="18" charset="0"/>
                <a:cs typeface="Times New Roman" panose="02020603050405020304" pitchFamily="18" charset="0"/>
              </a:rPr>
              <a:t> </a:t>
            </a:r>
            <a:r>
              <a:rPr lang="en-US" b="1" dirty="0">
                <a:solidFill>
                  <a:srgbClr val="FF0000"/>
                </a:solidFill>
                <a:latin typeface="Times New Roman" panose="02020603050405020304" pitchFamily="18" charset="0"/>
                <a:cs typeface="Times New Roman" panose="02020603050405020304" pitchFamily="18" charset="0"/>
              </a:rPr>
              <a:t>Challenges:</a:t>
            </a:r>
            <a:endParaRPr lang="en-US" dirty="0">
              <a:solidFill>
                <a:srgbClr val="FF0000"/>
              </a:solidFill>
              <a:latin typeface="Times New Roman" panose="02020603050405020304" pitchFamily="18" charset="0"/>
              <a:cs typeface="Times New Roman" panose="02020603050405020304" pitchFamily="18" charset="0"/>
            </a:endParaRPr>
          </a:p>
          <a:p>
            <a:pPr>
              <a:lnSpc>
                <a:spcPct val="120000"/>
              </a:lnSpc>
              <a:buFont typeface="+mj-lt"/>
              <a:buAutoNum type="arabicPeriod"/>
            </a:pPr>
            <a:r>
              <a:rPr lang="en-US" b="1" dirty="0">
                <a:solidFill>
                  <a:srgbClr val="FF0000"/>
                </a:solidFill>
                <a:latin typeface="Times New Roman" panose="02020603050405020304" pitchFamily="18" charset="0"/>
                <a:cs typeface="Times New Roman" panose="02020603050405020304" pitchFamily="18" charset="0"/>
              </a:rPr>
              <a:t>Data Sparsity</a:t>
            </a:r>
            <a:r>
              <a:rPr lang="en-US" b="1" dirty="0">
                <a:latin typeface="Times New Roman" panose="02020603050405020304" pitchFamily="18" charset="0"/>
                <a:cs typeface="Times New Roman" panose="02020603050405020304" pitchFamily="18" charset="0"/>
              </a:rPr>
              <a:t>:</a:t>
            </a:r>
            <a:r>
              <a:rPr lang="en-US" dirty="0">
                <a:latin typeface="Times New Roman" panose="02020603050405020304" pitchFamily="18" charset="0"/>
                <a:cs typeface="Times New Roman" panose="02020603050405020304" pitchFamily="18" charset="0"/>
              </a:rPr>
              <a:t> One of the primary challenges, especially for higher-order N-grams, is data sparsity. In large text corpora, not all possible N-grams are observed, leading to unreliable probability estimates for unseen N-grams.</a:t>
            </a:r>
          </a:p>
          <a:p>
            <a:pPr marL="742950" lvl="1" indent="-285750">
              <a:lnSpc>
                <a:spcPct val="120000"/>
              </a:lnSpc>
              <a:buFont typeface="+mj-lt"/>
              <a:buAutoNum type="arabicPeriod"/>
            </a:pPr>
            <a:r>
              <a:rPr lang="en-US" dirty="0">
                <a:latin typeface="Times New Roman" panose="02020603050405020304" pitchFamily="18" charset="0"/>
                <a:cs typeface="Times New Roman" panose="02020603050405020304" pitchFamily="18" charset="0"/>
              </a:rPr>
              <a:t>Solution: Smoothing techniques, such as add-one (Laplace) smoothing or back-off methods, help mitigate data sparsity issues.</a:t>
            </a:r>
          </a:p>
          <a:p>
            <a:pPr>
              <a:lnSpc>
                <a:spcPct val="120000"/>
              </a:lnSpc>
              <a:buFont typeface="+mj-lt"/>
              <a:buAutoNum type="arabicPeriod"/>
            </a:pPr>
            <a:r>
              <a:rPr lang="en-US" b="1" dirty="0">
                <a:solidFill>
                  <a:srgbClr val="FF0000"/>
                </a:solidFill>
                <a:latin typeface="Times New Roman" panose="02020603050405020304" pitchFamily="18" charset="0"/>
                <a:cs typeface="Times New Roman" panose="02020603050405020304" pitchFamily="18" charset="0"/>
              </a:rPr>
              <a:t>Lack of Semantic Understanding</a:t>
            </a:r>
            <a:r>
              <a:rPr lang="en-US" b="1" dirty="0">
                <a:latin typeface="Times New Roman" panose="02020603050405020304" pitchFamily="18" charset="0"/>
                <a:cs typeface="Times New Roman" panose="02020603050405020304" pitchFamily="18" charset="0"/>
              </a:rPr>
              <a:t>:</a:t>
            </a:r>
            <a:r>
              <a:rPr lang="en-US" dirty="0">
                <a:latin typeface="Times New Roman" panose="02020603050405020304" pitchFamily="18" charset="0"/>
                <a:cs typeface="Times New Roman" panose="02020603050405020304" pitchFamily="18" charset="0"/>
              </a:rPr>
              <a:t> Unigram and N-gram models do not possess a deep understanding of semantics or meaning. They rely solely on word frequency and co-occurrence patterns.</a:t>
            </a:r>
          </a:p>
          <a:p>
            <a:pPr marL="742950" lvl="1" indent="-285750">
              <a:lnSpc>
                <a:spcPct val="120000"/>
              </a:lnSpc>
              <a:buFont typeface="+mj-lt"/>
              <a:buAutoNum type="arabicPeriod"/>
            </a:pPr>
            <a:r>
              <a:rPr lang="en-US" dirty="0">
                <a:latin typeface="Times New Roman" panose="02020603050405020304" pitchFamily="18" charset="0"/>
                <a:cs typeface="Times New Roman" panose="02020603050405020304" pitchFamily="18" charset="0"/>
              </a:rPr>
              <a:t>Solution: Advanced models like word embeddings (e.g., Word2Vec or </a:t>
            </a:r>
            <a:r>
              <a:rPr lang="en-US" dirty="0" err="1">
                <a:latin typeface="Times New Roman" panose="02020603050405020304" pitchFamily="18" charset="0"/>
                <a:cs typeface="Times New Roman" panose="02020603050405020304" pitchFamily="18" charset="0"/>
              </a:rPr>
              <a:t>GloVe</a:t>
            </a:r>
            <a:r>
              <a:rPr lang="en-US" dirty="0">
                <a:latin typeface="Times New Roman" panose="02020603050405020304" pitchFamily="18" charset="0"/>
                <a:cs typeface="Times New Roman" panose="02020603050405020304" pitchFamily="18" charset="0"/>
              </a:rPr>
              <a:t>) and transformer-based models (e.g., BERT) capture semantic information more effectively.</a:t>
            </a:r>
          </a:p>
          <a:p>
            <a:pPr>
              <a:lnSpc>
                <a:spcPct val="120000"/>
              </a:lnSpc>
              <a:buFont typeface="+mj-lt"/>
              <a:buAutoNum type="arabicPeriod"/>
            </a:pPr>
            <a:r>
              <a:rPr lang="en-US" b="1" dirty="0">
                <a:solidFill>
                  <a:srgbClr val="FF0000"/>
                </a:solidFill>
                <a:latin typeface="Times New Roman" panose="02020603050405020304" pitchFamily="18" charset="0"/>
                <a:cs typeface="Times New Roman" panose="02020603050405020304" pitchFamily="18" charset="0"/>
              </a:rPr>
              <a:t>Fixed Context Window</a:t>
            </a:r>
            <a:r>
              <a:rPr lang="en-US" b="1" dirty="0">
                <a:latin typeface="Times New Roman" panose="02020603050405020304" pitchFamily="18" charset="0"/>
                <a:cs typeface="Times New Roman" panose="02020603050405020304" pitchFamily="18" charset="0"/>
              </a:rPr>
              <a:t>:</a:t>
            </a:r>
            <a:r>
              <a:rPr lang="en-US" dirty="0">
                <a:latin typeface="Times New Roman" panose="02020603050405020304" pitchFamily="18" charset="0"/>
                <a:cs typeface="Times New Roman" panose="02020603050405020304" pitchFamily="18" charset="0"/>
              </a:rPr>
              <a:t> Bigram and N-gram models have a fixed context window, which limits their ability to capture long-range dependencies between words.</a:t>
            </a:r>
          </a:p>
          <a:p>
            <a:pPr marL="742950" lvl="1" indent="-285750">
              <a:lnSpc>
                <a:spcPct val="120000"/>
              </a:lnSpc>
              <a:buFont typeface="+mj-lt"/>
              <a:buAutoNum type="arabicPeriod"/>
            </a:pPr>
            <a:r>
              <a:rPr lang="en-US" dirty="0">
                <a:latin typeface="Times New Roman" panose="02020603050405020304" pitchFamily="18" charset="0"/>
                <a:cs typeface="Times New Roman" panose="02020603050405020304" pitchFamily="18" charset="0"/>
              </a:rPr>
              <a:t>Solution: Higher-order N-grams can capture longer dependencies to some extent, but models like transformers offer more flexibility.</a:t>
            </a:r>
          </a:p>
          <a:p>
            <a:endParaRPr lang="en-IN" dirty="0">
              <a:latin typeface="Times New Roman" panose="02020603050405020304" pitchFamily="18" charset="0"/>
              <a:cs typeface="Times New Roman" panose="02020603050405020304" pitchFamily="18" charset="0"/>
            </a:endParaRPr>
          </a:p>
        </p:txBody>
      </p:sp>
      <p:sp>
        <p:nvSpPr>
          <p:cNvPr id="5" name="Slide Number Placeholder 4"/>
          <p:cNvSpPr>
            <a:spLocks noGrp="1"/>
          </p:cNvSpPr>
          <p:nvPr>
            <p:ph type="sldNum" sz="quarter" idx="12"/>
          </p:nvPr>
        </p:nvSpPr>
        <p:spPr/>
        <p:txBody>
          <a:bodyPr/>
          <a:lstStyle/>
          <a:p>
            <a:fld id="{F3D57A2A-32B0-4562-8BA3-11F0795B7757}" type="slidenum">
              <a:rPr lang="en-IN" smtClean="0"/>
              <a:pPr/>
              <a:t>43</a:t>
            </a:fld>
            <a:endParaRPr lang="en-IN"/>
          </a:p>
        </p:txBody>
      </p:sp>
      <p:sp>
        <p:nvSpPr>
          <p:cNvPr id="6" name="Footer Placeholder 5"/>
          <p:cNvSpPr>
            <a:spLocks noGrp="1"/>
          </p:cNvSpPr>
          <p:nvPr>
            <p:ph type="ftr" sz="quarter" idx="11"/>
          </p:nvPr>
        </p:nvSpPr>
        <p:spPr/>
        <p:txBody>
          <a:bodyPr/>
          <a:lstStyle/>
          <a:p>
            <a:r>
              <a:rPr lang="en-IN" smtClean="0"/>
              <a:t>shalini shrotriya</a:t>
            </a:r>
            <a:endParaRPr lang="en-IN"/>
          </a:p>
        </p:txBody>
      </p:sp>
    </p:spTree>
    <p:extLst>
      <p:ext uri="{BB962C8B-B14F-4D97-AF65-F5344CB8AC3E}">
        <p14:creationId xmlns="" xmlns:p14="http://schemas.microsoft.com/office/powerpoint/2010/main" val="1761703915"/>
      </p:ext>
    </p:extLst>
  </p:cSld>
  <p:clrMapOvr>
    <a:masterClrMapping/>
  </p:clrMapOvr>
</p:sld>
</file>

<file path=ppt/slides/slide4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 xmlns:a16="http://schemas.microsoft.com/office/drawing/2014/main" id="{DD801A53-0974-1767-D611-80C6F68251F5}"/>
              </a:ext>
            </a:extLst>
          </p:cNvPr>
          <p:cNvSpPr>
            <a:spLocks noGrp="1"/>
          </p:cNvSpPr>
          <p:nvPr>
            <p:ph type="title"/>
          </p:nvPr>
        </p:nvSpPr>
        <p:spPr>
          <a:xfrm>
            <a:off x="838200" y="188259"/>
            <a:ext cx="10515600" cy="6161741"/>
          </a:xfrm>
        </p:spPr>
        <p:txBody>
          <a:bodyPr>
            <a:noAutofit/>
          </a:bodyPr>
          <a:lstStyle/>
          <a:p>
            <a:r>
              <a:rPr lang="en-US" sz="3200" b="1" dirty="0">
                <a:solidFill>
                  <a:srgbClr val="FF0000"/>
                </a:solidFill>
                <a:latin typeface="Times New Roman" panose="02020603050405020304" pitchFamily="18" charset="0"/>
                <a:cs typeface="Times New Roman" panose="02020603050405020304" pitchFamily="18" charset="0"/>
              </a:rPr>
              <a:t>Limitations:</a:t>
            </a:r>
            <a:r>
              <a:rPr lang="en-US" sz="2400" dirty="0">
                <a:latin typeface="Times New Roman" panose="02020603050405020304" pitchFamily="18" charset="0"/>
                <a:cs typeface="Times New Roman" panose="02020603050405020304" pitchFamily="18" charset="0"/>
              </a:rPr>
              <a:t/>
            </a:r>
            <a:br>
              <a:rPr lang="en-US" sz="2400" dirty="0">
                <a:latin typeface="Times New Roman" panose="02020603050405020304" pitchFamily="18" charset="0"/>
                <a:cs typeface="Times New Roman" panose="02020603050405020304" pitchFamily="18" charset="0"/>
              </a:rPr>
            </a:br>
            <a:r>
              <a:rPr lang="en-US" sz="2400" b="1" dirty="0">
                <a:solidFill>
                  <a:srgbClr val="FF0000"/>
                </a:solidFill>
                <a:latin typeface="Times New Roman" panose="02020603050405020304" pitchFamily="18" charset="0"/>
                <a:cs typeface="Times New Roman" panose="02020603050405020304" pitchFamily="18" charset="0"/>
              </a:rPr>
              <a:t>Contextual Constraints</a:t>
            </a:r>
            <a:r>
              <a:rPr lang="en-US" sz="2400" b="1" dirty="0">
                <a:latin typeface="Times New Roman" panose="02020603050405020304" pitchFamily="18" charset="0"/>
                <a:cs typeface="Times New Roman" panose="02020603050405020304" pitchFamily="18" charset="0"/>
              </a:rPr>
              <a:t>:</a:t>
            </a:r>
            <a:r>
              <a:rPr lang="en-US" sz="2400" dirty="0">
                <a:latin typeface="Times New Roman" panose="02020603050405020304" pitchFamily="18" charset="0"/>
                <a:cs typeface="Times New Roman" panose="02020603050405020304" pitchFamily="18" charset="0"/>
              </a:rPr>
              <a:t> Unigram models treat words as independent entities, ignoring context. Bigram models consider only the previous word, and N-gram models have fixed context lengths. These limitations can lead to a lack of context sensitivity.</a:t>
            </a:r>
            <a:br>
              <a:rPr lang="en-US" sz="2400" dirty="0">
                <a:latin typeface="Times New Roman" panose="02020603050405020304" pitchFamily="18" charset="0"/>
                <a:cs typeface="Times New Roman" panose="02020603050405020304" pitchFamily="18" charset="0"/>
              </a:rPr>
            </a:br>
            <a:r>
              <a:rPr lang="en-US" sz="2400" dirty="0">
                <a:latin typeface="Times New Roman" panose="02020603050405020304" pitchFamily="18" charset="0"/>
                <a:cs typeface="Times New Roman" panose="02020603050405020304" pitchFamily="18" charset="0"/>
              </a:rPr>
              <a:t>Limitation Mitigation: Using more advanced models like transformers with attention mechanisms enables capturing broader and more dynamic context.</a:t>
            </a:r>
            <a:br>
              <a:rPr lang="en-US" sz="2400" dirty="0">
                <a:latin typeface="Times New Roman" panose="02020603050405020304" pitchFamily="18" charset="0"/>
                <a:cs typeface="Times New Roman" panose="02020603050405020304" pitchFamily="18" charset="0"/>
              </a:rPr>
            </a:br>
            <a:r>
              <a:rPr lang="en-US" sz="2400" dirty="0">
                <a:latin typeface="Times New Roman" panose="02020603050405020304" pitchFamily="18" charset="0"/>
                <a:cs typeface="Times New Roman" panose="02020603050405020304" pitchFamily="18" charset="0"/>
              </a:rPr>
              <a:t/>
            </a:r>
            <a:br>
              <a:rPr lang="en-US" sz="2400" dirty="0">
                <a:latin typeface="Times New Roman" panose="02020603050405020304" pitchFamily="18" charset="0"/>
                <a:cs typeface="Times New Roman" panose="02020603050405020304" pitchFamily="18" charset="0"/>
              </a:rPr>
            </a:br>
            <a:r>
              <a:rPr lang="en-US" sz="2400" b="1" dirty="0">
                <a:solidFill>
                  <a:srgbClr val="FF0000"/>
                </a:solidFill>
                <a:latin typeface="Times New Roman" panose="02020603050405020304" pitchFamily="18" charset="0"/>
                <a:cs typeface="Times New Roman" panose="02020603050405020304" pitchFamily="18" charset="0"/>
              </a:rPr>
              <a:t>Handling Out-of-Vocabulary (OOV) Words</a:t>
            </a:r>
            <a:r>
              <a:rPr lang="en-US" sz="2400" b="1" dirty="0">
                <a:latin typeface="Times New Roman" panose="02020603050405020304" pitchFamily="18" charset="0"/>
                <a:cs typeface="Times New Roman" panose="02020603050405020304" pitchFamily="18" charset="0"/>
              </a:rPr>
              <a:t>:</a:t>
            </a:r>
            <a:r>
              <a:rPr lang="en-US" sz="2400" dirty="0">
                <a:latin typeface="Times New Roman" panose="02020603050405020304" pitchFamily="18" charset="0"/>
                <a:cs typeface="Times New Roman" panose="02020603050405020304" pitchFamily="18" charset="0"/>
              </a:rPr>
              <a:t> Unigram and N-gram models struggle to handle OOV words, as they rely on the observed vocabulary in the training data.</a:t>
            </a:r>
            <a:br>
              <a:rPr lang="en-US" sz="2400" dirty="0">
                <a:latin typeface="Times New Roman" panose="02020603050405020304" pitchFamily="18" charset="0"/>
                <a:cs typeface="Times New Roman" panose="02020603050405020304" pitchFamily="18" charset="0"/>
              </a:rPr>
            </a:br>
            <a:r>
              <a:rPr lang="en-US" sz="2400" dirty="0">
                <a:latin typeface="Times New Roman" panose="02020603050405020304" pitchFamily="18" charset="0"/>
                <a:cs typeface="Times New Roman" panose="02020603050405020304" pitchFamily="18" charset="0"/>
              </a:rPr>
              <a:t>Limitation Mitigation: Preprocessing techniques like </a:t>
            </a:r>
            <a:r>
              <a:rPr lang="en-US" sz="2400" dirty="0" err="1">
                <a:latin typeface="Times New Roman" panose="02020603050405020304" pitchFamily="18" charset="0"/>
                <a:cs typeface="Times New Roman" panose="02020603050405020304" pitchFamily="18" charset="0"/>
              </a:rPr>
              <a:t>subword</a:t>
            </a:r>
            <a:r>
              <a:rPr lang="en-US" sz="2400" dirty="0">
                <a:latin typeface="Times New Roman" panose="02020603050405020304" pitchFamily="18" charset="0"/>
                <a:cs typeface="Times New Roman" panose="02020603050405020304" pitchFamily="18" charset="0"/>
              </a:rPr>
              <a:t> tokenization and using larger vocabularies can help address OOV issues.</a:t>
            </a:r>
            <a:br>
              <a:rPr lang="en-US" sz="2400" dirty="0">
                <a:latin typeface="Times New Roman" panose="02020603050405020304" pitchFamily="18" charset="0"/>
                <a:cs typeface="Times New Roman" panose="02020603050405020304" pitchFamily="18" charset="0"/>
              </a:rPr>
            </a:br>
            <a:r>
              <a:rPr lang="en-US" sz="2400" dirty="0">
                <a:latin typeface="Times New Roman" panose="02020603050405020304" pitchFamily="18" charset="0"/>
                <a:cs typeface="Times New Roman" panose="02020603050405020304" pitchFamily="18" charset="0"/>
              </a:rPr>
              <a:t/>
            </a:r>
            <a:br>
              <a:rPr lang="en-US" sz="2400" dirty="0">
                <a:latin typeface="Times New Roman" panose="02020603050405020304" pitchFamily="18" charset="0"/>
                <a:cs typeface="Times New Roman" panose="02020603050405020304" pitchFamily="18" charset="0"/>
              </a:rPr>
            </a:br>
            <a:r>
              <a:rPr lang="en-US" sz="2400" b="1" dirty="0">
                <a:solidFill>
                  <a:srgbClr val="FF0000"/>
                </a:solidFill>
                <a:latin typeface="Times New Roman" panose="02020603050405020304" pitchFamily="18" charset="0"/>
                <a:cs typeface="Times New Roman" panose="02020603050405020304" pitchFamily="18" charset="0"/>
              </a:rPr>
              <a:t>Limited Generalization</a:t>
            </a:r>
            <a:r>
              <a:rPr lang="en-US" sz="2400" b="1" dirty="0">
                <a:latin typeface="Times New Roman" panose="02020603050405020304" pitchFamily="18" charset="0"/>
                <a:cs typeface="Times New Roman" panose="02020603050405020304" pitchFamily="18" charset="0"/>
              </a:rPr>
              <a:t>:</a:t>
            </a:r>
            <a:r>
              <a:rPr lang="en-US" sz="2400" dirty="0">
                <a:latin typeface="Times New Roman" panose="02020603050405020304" pitchFamily="18" charset="0"/>
                <a:cs typeface="Times New Roman" panose="02020603050405020304" pitchFamily="18" charset="0"/>
              </a:rPr>
              <a:t> Unigram and N-gram models might not generalize well to unseen or complex language patterns.</a:t>
            </a:r>
            <a:br>
              <a:rPr lang="en-US" sz="2400" dirty="0">
                <a:latin typeface="Times New Roman" panose="02020603050405020304" pitchFamily="18" charset="0"/>
                <a:cs typeface="Times New Roman" panose="02020603050405020304" pitchFamily="18" charset="0"/>
              </a:rPr>
            </a:br>
            <a:r>
              <a:rPr lang="en-US" sz="2400" dirty="0">
                <a:latin typeface="Times New Roman" panose="02020603050405020304" pitchFamily="18" charset="0"/>
                <a:cs typeface="Times New Roman" panose="02020603050405020304" pitchFamily="18" charset="0"/>
              </a:rPr>
              <a:t>Limitation Mitigation: Transfer learning and fine-tuning on large pre-trained models (e.g., GPT-3) can improve generalization.</a:t>
            </a:r>
            <a:br>
              <a:rPr lang="en-US" sz="2400" dirty="0">
                <a:latin typeface="Times New Roman" panose="02020603050405020304" pitchFamily="18" charset="0"/>
                <a:cs typeface="Times New Roman" panose="02020603050405020304" pitchFamily="18" charset="0"/>
              </a:rPr>
            </a:br>
            <a:endParaRPr lang="en-IN" sz="2400" dirty="0">
              <a:latin typeface="Times New Roman" panose="02020603050405020304" pitchFamily="18" charset="0"/>
              <a:cs typeface="Times New Roman" panose="02020603050405020304" pitchFamily="18" charset="0"/>
            </a:endParaRPr>
          </a:p>
        </p:txBody>
      </p:sp>
      <p:sp>
        <p:nvSpPr>
          <p:cNvPr id="4" name="Slide Number Placeholder 3"/>
          <p:cNvSpPr>
            <a:spLocks noGrp="1"/>
          </p:cNvSpPr>
          <p:nvPr>
            <p:ph type="sldNum" sz="quarter" idx="12"/>
          </p:nvPr>
        </p:nvSpPr>
        <p:spPr/>
        <p:txBody>
          <a:bodyPr/>
          <a:lstStyle/>
          <a:p>
            <a:fld id="{F3D57A2A-32B0-4562-8BA3-11F0795B7757}" type="slidenum">
              <a:rPr lang="en-IN" smtClean="0"/>
              <a:pPr/>
              <a:t>44</a:t>
            </a:fld>
            <a:endParaRPr lang="en-IN"/>
          </a:p>
        </p:txBody>
      </p:sp>
      <p:sp>
        <p:nvSpPr>
          <p:cNvPr id="5" name="Footer Placeholder 4"/>
          <p:cNvSpPr>
            <a:spLocks noGrp="1"/>
          </p:cNvSpPr>
          <p:nvPr>
            <p:ph type="ftr" sz="quarter" idx="11"/>
          </p:nvPr>
        </p:nvSpPr>
        <p:spPr/>
        <p:txBody>
          <a:bodyPr/>
          <a:lstStyle/>
          <a:p>
            <a:r>
              <a:rPr lang="en-IN" smtClean="0"/>
              <a:t>shalini shrotriya</a:t>
            </a:r>
            <a:endParaRPr lang="en-IN"/>
          </a:p>
        </p:txBody>
      </p:sp>
    </p:spTree>
    <p:extLst>
      <p:ext uri="{BB962C8B-B14F-4D97-AF65-F5344CB8AC3E}">
        <p14:creationId xmlns="" xmlns:p14="http://schemas.microsoft.com/office/powerpoint/2010/main" val="2840382063"/>
      </p:ext>
    </p:extLst>
  </p:cSld>
  <p:clrMapOvr>
    <a:masterClrMapping/>
  </p:clrMapOvr>
</p:sld>
</file>

<file path=ppt/slides/slide4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 xmlns:a16="http://schemas.microsoft.com/office/drawing/2014/main" id="{D9708C68-5D1E-65EF-47CC-1DA0FBAD5146}"/>
              </a:ext>
            </a:extLst>
          </p:cNvPr>
          <p:cNvSpPr>
            <a:spLocks noGrp="1"/>
          </p:cNvSpPr>
          <p:nvPr>
            <p:ph type="title"/>
          </p:nvPr>
        </p:nvSpPr>
        <p:spPr>
          <a:xfrm>
            <a:off x="838200" y="365125"/>
            <a:ext cx="10515600" cy="366395"/>
          </a:xfrm>
        </p:spPr>
        <p:txBody>
          <a:bodyPr>
            <a:normAutofit fontScale="90000"/>
          </a:bodyPr>
          <a:lstStyle/>
          <a:p>
            <a:r>
              <a:rPr lang="en-IN" b="1" dirty="0">
                <a:solidFill>
                  <a:srgbClr val="FF0000"/>
                </a:solidFill>
                <a:latin typeface="Times New Roman" panose="02020603050405020304" pitchFamily="18" charset="0"/>
                <a:cs typeface="Times New Roman" panose="02020603050405020304" pitchFamily="18" charset="0"/>
              </a:rPr>
              <a:t>Conclusion</a:t>
            </a:r>
            <a:endParaRPr lang="en-IN" dirty="0">
              <a:solidFill>
                <a:srgbClr val="FF0000"/>
              </a:solidFill>
              <a:latin typeface="Times New Roman" panose="02020603050405020304" pitchFamily="18" charset="0"/>
              <a:cs typeface="Times New Roman" panose="02020603050405020304" pitchFamily="18" charset="0"/>
            </a:endParaRPr>
          </a:p>
        </p:txBody>
      </p:sp>
      <p:sp>
        <p:nvSpPr>
          <p:cNvPr id="3" name="Content Placeholder 2">
            <a:extLst>
              <a:ext uri="{FF2B5EF4-FFF2-40B4-BE49-F238E27FC236}">
                <a16:creationId xmlns="" xmlns:a16="http://schemas.microsoft.com/office/drawing/2014/main" id="{09DD6846-BC8B-82E0-DA3B-25864D4A5944}"/>
              </a:ext>
            </a:extLst>
          </p:cNvPr>
          <p:cNvSpPr>
            <a:spLocks noGrp="1"/>
          </p:cNvSpPr>
          <p:nvPr>
            <p:ph idx="1"/>
          </p:nvPr>
        </p:nvSpPr>
        <p:spPr>
          <a:xfrm>
            <a:off x="838200" y="853440"/>
            <a:ext cx="10515600" cy="6380480"/>
          </a:xfrm>
        </p:spPr>
        <p:txBody>
          <a:bodyPr>
            <a:noAutofit/>
          </a:bodyPr>
          <a:lstStyle/>
          <a:p>
            <a:pPr>
              <a:buFont typeface="+mj-lt"/>
              <a:buAutoNum type="arabicPeriod"/>
            </a:pPr>
            <a:r>
              <a:rPr lang="en-US" sz="1600" dirty="0">
                <a:latin typeface="Times New Roman" panose="02020603050405020304" pitchFamily="18" charset="0"/>
                <a:cs typeface="Times New Roman" panose="02020603050405020304" pitchFamily="18" charset="0"/>
              </a:rPr>
              <a:t> </a:t>
            </a:r>
            <a:r>
              <a:rPr lang="en-US" sz="1600" b="1" dirty="0">
                <a:solidFill>
                  <a:srgbClr val="FF0000"/>
                </a:solidFill>
                <a:latin typeface="Times New Roman" panose="02020603050405020304" pitchFamily="18" charset="0"/>
                <a:cs typeface="Times New Roman" panose="02020603050405020304" pitchFamily="18" charset="0"/>
              </a:rPr>
              <a:t>NLP Techniques and Tools:</a:t>
            </a:r>
            <a:endParaRPr lang="en-US" sz="1600" dirty="0">
              <a:solidFill>
                <a:srgbClr val="FF0000"/>
              </a:solidFill>
              <a:latin typeface="Times New Roman" panose="02020603050405020304" pitchFamily="18" charset="0"/>
              <a:cs typeface="Times New Roman" panose="02020603050405020304" pitchFamily="18" charset="0"/>
            </a:endParaRPr>
          </a:p>
          <a:p>
            <a:pPr marL="742950" lvl="1" indent="-285750">
              <a:buFont typeface="+mj-lt"/>
              <a:buAutoNum type="arabicPeriod"/>
            </a:pPr>
            <a:r>
              <a:rPr lang="en-US" sz="1600" dirty="0">
                <a:latin typeface="Times New Roman" panose="02020603050405020304" pitchFamily="18" charset="0"/>
                <a:cs typeface="Times New Roman" panose="02020603050405020304" pitchFamily="18" charset="0"/>
              </a:rPr>
              <a:t>Natural Language Processing (NLP) encompasses a wide range of techniques and tools for analyzing and generating human language.</a:t>
            </a:r>
          </a:p>
          <a:p>
            <a:pPr marL="742950" lvl="1" indent="-285750">
              <a:buFont typeface="+mj-lt"/>
              <a:buAutoNum type="arabicPeriod"/>
            </a:pPr>
            <a:r>
              <a:rPr lang="en-US" sz="1600" dirty="0">
                <a:latin typeface="Times New Roman" panose="02020603050405020304" pitchFamily="18" charset="0"/>
                <a:cs typeface="Times New Roman" panose="02020603050405020304" pitchFamily="18" charset="0"/>
              </a:rPr>
              <a:t>From regular expressions to advanced language models, NLP offers a toolbox for understanding and manipulating text data.</a:t>
            </a:r>
          </a:p>
          <a:p>
            <a:pPr>
              <a:buFont typeface="+mj-lt"/>
              <a:buAutoNum type="arabicPeriod"/>
            </a:pPr>
            <a:r>
              <a:rPr lang="en-US" sz="1600" b="1" dirty="0">
                <a:solidFill>
                  <a:srgbClr val="FF0000"/>
                </a:solidFill>
                <a:latin typeface="Times New Roman" panose="02020603050405020304" pitchFamily="18" charset="0"/>
                <a:cs typeface="Times New Roman" panose="02020603050405020304" pitchFamily="18" charset="0"/>
              </a:rPr>
              <a:t>Data Preprocessing:</a:t>
            </a:r>
            <a:endParaRPr lang="en-US" sz="1600" dirty="0">
              <a:solidFill>
                <a:srgbClr val="FF0000"/>
              </a:solidFill>
              <a:latin typeface="Times New Roman" panose="02020603050405020304" pitchFamily="18" charset="0"/>
              <a:cs typeface="Times New Roman" panose="02020603050405020304" pitchFamily="18" charset="0"/>
            </a:endParaRPr>
          </a:p>
          <a:p>
            <a:pPr marL="742950" lvl="1" indent="-285750">
              <a:buFont typeface="+mj-lt"/>
              <a:buAutoNum type="arabicPeriod"/>
            </a:pPr>
            <a:r>
              <a:rPr lang="en-US" sz="1600" dirty="0">
                <a:latin typeface="Times New Roman" panose="02020603050405020304" pitchFamily="18" charset="0"/>
                <a:cs typeface="Times New Roman" panose="02020603050405020304" pitchFamily="18" charset="0"/>
              </a:rPr>
              <a:t>Data preprocessing is a foundational step in NLP, involving tasks like lowercasing, handling special characters, and normalizing text.</a:t>
            </a:r>
          </a:p>
          <a:p>
            <a:pPr marL="742950" lvl="1" indent="-285750">
              <a:buFont typeface="+mj-lt"/>
              <a:buAutoNum type="arabicPeriod"/>
            </a:pPr>
            <a:r>
              <a:rPr lang="en-US" sz="1600" dirty="0">
                <a:latin typeface="Times New Roman" panose="02020603050405020304" pitchFamily="18" charset="0"/>
                <a:cs typeface="Times New Roman" panose="02020603050405020304" pitchFamily="18" charset="0"/>
              </a:rPr>
              <a:t>Clean and well-preprocessed data is essential for accurate analysis and modeling.</a:t>
            </a:r>
          </a:p>
          <a:p>
            <a:pPr>
              <a:buFont typeface="+mj-lt"/>
              <a:buAutoNum type="arabicPeriod"/>
            </a:pPr>
            <a:r>
              <a:rPr lang="en-US" sz="1600" b="1" dirty="0">
                <a:solidFill>
                  <a:srgbClr val="FF0000"/>
                </a:solidFill>
                <a:latin typeface="Times New Roman" panose="02020603050405020304" pitchFamily="18" charset="0"/>
                <a:cs typeface="Times New Roman" panose="02020603050405020304" pitchFamily="18" charset="0"/>
              </a:rPr>
              <a:t>Linguistic Resources:</a:t>
            </a:r>
            <a:endParaRPr lang="en-US" sz="1600" dirty="0">
              <a:solidFill>
                <a:srgbClr val="FF0000"/>
              </a:solidFill>
              <a:latin typeface="Times New Roman" panose="02020603050405020304" pitchFamily="18" charset="0"/>
              <a:cs typeface="Times New Roman" panose="02020603050405020304" pitchFamily="18" charset="0"/>
            </a:endParaRPr>
          </a:p>
          <a:p>
            <a:pPr marL="742950" lvl="1" indent="-285750">
              <a:buFont typeface="+mj-lt"/>
              <a:buAutoNum type="arabicPeriod"/>
            </a:pPr>
            <a:r>
              <a:rPr lang="en-US" sz="1600" dirty="0">
                <a:latin typeface="Times New Roman" panose="02020603050405020304" pitchFamily="18" charset="0"/>
                <a:cs typeface="Times New Roman" panose="02020603050405020304" pitchFamily="18" charset="0"/>
              </a:rPr>
              <a:t>Vocabulary, corpora, and linguistic resources provide the building blocks for language understanding and generation.</a:t>
            </a:r>
          </a:p>
          <a:p>
            <a:pPr marL="742950" lvl="1" indent="-285750">
              <a:buFont typeface="+mj-lt"/>
              <a:buAutoNum type="arabicPeriod"/>
            </a:pPr>
            <a:r>
              <a:rPr lang="en-US" sz="1600" dirty="0">
                <a:latin typeface="Times New Roman" panose="02020603050405020304" pitchFamily="18" charset="0"/>
                <a:cs typeface="Times New Roman" panose="02020603050405020304" pitchFamily="18" charset="0"/>
              </a:rPr>
              <a:t>They enable applications ranging from machine translation to sentiment analysis.</a:t>
            </a:r>
          </a:p>
          <a:p>
            <a:pPr>
              <a:buFont typeface="+mj-lt"/>
              <a:buAutoNum type="arabicPeriod"/>
            </a:pPr>
            <a:r>
              <a:rPr lang="en-US" sz="1600" b="1" dirty="0">
                <a:solidFill>
                  <a:srgbClr val="FF0000"/>
                </a:solidFill>
                <a:latin typeface="Times New Roman" panose="02020603050405020304" pitchFamily="18" charset="0"/>
                <a:cs typeface="Times New Roman" panose="02020603050405020304" pitchFamily="18" charset="0"/>
              </a:rPr>
              <a:t>Linguistic Foundations:</a:t>
            </a:r>
            <a:endParaRPr lang="en-US" sz="1600" dirty="0">
              <a:solidFill>
                <a:srgbClr val="FF0000"/>
              </a:solidFill>
              <a:latin typeface="Times New Roman" panose="02020603050405020304" pitchFamily="18" charset="0"/>
              <a:cs typeface="Times New Roman" panose="02020603050405020304" pitchFamily="18" charset="0"/>
            </a:endParaRPr>
          </a:p>
          <a:p>
            <a:pPr marL="742950" lvl="1" indent="-285750">
              <a:buFont typeface="+mj-lt"/>
              <a:buAutoNum type="arabicPeriod"/>
            </a:pPr>
            <a:r>
              <a:rPr lang="en-US" sz="1600" dirty="0">
                <a:latin typeface="Times New Roman" panose="02020603050405020304" pitchFamily="18" charset="0"/>
                <a:cs typeface="Times New Roman" panose="02020603050405020304" pitchFamily="18" charset="0"/>
              </a:rPr>
              <a:t>Morphology, syntax, semantics, and pragmatics form the basis of language analysis.</a:t>
            </a:r>
          </a:p>
          <a:p>
            <a:pPr marL="742950" lvl="1" indent="-285750">
              <a:buFont typeface="+mj-lt"/>
              <a:buAutoNum type="arabicPeriod"/>
            </a:pPr>
            <a:r>
              <a:rPr lang="en-US" sz="1600" dirty="0">
                <a:latin typeface="Times New Roman" panose="02020603050405020304" pitchFamily="18" charset="0"/>
                <a:cs typeface="Times New Roman" panose="02020603050405020304" pitchFamily="18" charset="0"/>
              </a:rPr>
              <a:t>Understanding these foundations is critical for effective NLP, as they provide context and structure to language.</a:t>
            </a:r>
          </a:p>
          <a:p>
            <a:pPr>
              <a:buFont typeface="+mj-lt"/>
              <a:buAutoNum type="arabicPeriod"/>
            </a:pPr>
            <a:r>
              <a:rPr lang="en-US" sz="1600" b="1" dirty="0">
                <a:solidFill>
                  <a:srgbClr val="FF0000"/>
                </a:solidFill>
                <a:latin typeface="Times New Roman" panose="02020603050405020304" pitchFamily="18" charset="0"/>
                <a:cs typeface="Times New Roman" panose="02020603050405020304" pitchFamily="18" charset="0"/>
              </a:rPr>
              <a:t>Language Models:</a:t>
            </a:r>
            <a:endParaRPr lang="en-US" sz="1600" dirty="0">
              <a:solidFill>
                <a:srgbClr val="FF0000"/>
              </a:solidFill>
              <a:latin typeface="Times New Roman" panose="02020603050405020304" pitchFamily="18" charset="0"/>
              <a:cs typeface="Times New Roman" panose="02020603050405020304" pitchFamily="18" charset="0"/>
            </a:endParaRPr>
          </a:p>
          <a:p>
            <a:pPr marL="742950" lvl="1" indent="-285750">
              <a:buFont typeface="+mj-lt"/>
              <a:buAutoNum type="arabicPeriod"/>
            </a:pPr>
            <a:r>
              <a:rPr lang="en-US" sz="1600" dirty="0">
                <a:latin typeface="Times New Roman" panose="02020603050405020304" pitchFamily="18" charset="0"/>
                <a:cs typeface="Times New Roman" panose="02020603050405020304" pitchFamily="18" charset="0"/>
              </a:rPr>
              <a:t>Language models like unigrams, bigrams, and N-grams are essential for probabilistic language modeling.</a:t>
            </a:r>
          </a:p>
          <a:p>
            <a:pPr marL="742950" lvl="1" indent="-285750">
              <a:buFont typeface="+mj-lt"/>
              <a:buAutoNum type="arabicPeriod"/>
            </a:pPr>
            <a:r>
              <a:rPr lang="en-US" sz="1600" dirty="0">
                <a:latin typeface="Times New Roman" panose="02020603050405020304" pitchFamily="18" charset="0"/>
                <a:cs typeface="Times New Roman" panose="02020603050405020304" pitchFamily="18" charset="0"/>
              </a:rPr>
              <a:t>They find applications in text prediction, speech recognition, and more.</a:t>
            </a:r>
          </a:p>
          <a:p>
            <a:endParaRPr lang="en-IN" sz="1600" dirty="0">
              <a:latin typeface="Times New Roman" panose="02020603050405020304" pitchFamily="18" charset="0"/>
              <a:cs typeface="Times New Roman" panose="02020603050405020304" pitchFamily="18" charset="0"/>
            </a:endParaRPr>
          </a:p>
        </p:txBody>
      </p:sp>
      <p:sp>
        <p:nvSpPr>
          <p:cNvPr id="5" name="Slide Number Placeholder 4"/>
          <p:cNvSpPr>
            <a:spLocks noGrp="1"/>
          </p:cNvSpPr>
          <p:nvPr>
            <p:ph type="sldNum" sz="quarter" idx="12"/>
          </p:nvPr>
        </p:nvSpPr>
        <p:spPr/>
        <p:txBody>
          <a:bodyPr/>
          <a:lstStyle/>
          <a:p>
            <a:fld id="{F3D57A2A-32B0-4562-8BA3-11F0795B7757}" type="slidenum">
              <a:rPr lang="en-IN" smtClean="0"/>
              <a:pPr/>
              <a:t>45</a:t>
            </a:fld>
            <a:endParaRPr lang="en-IN"/>
          </a:p>
        </p:txBody>
      </p:sp>
      <p:sp>
        <p:nvSpPr>
          <p:cNvPr id="6" name="Footer Placeholder 5"/>
          <p:cNvSpPr>
            <a:spLocks noGrp="1"/>
          </p:cNvSpPr>
          <p:nvPr>
            <p:ph type="ftr" sz="quarter" idx="11"/>
          </p:nvPr>
        </p:nvSpPr>
        <p:spPr/>
        <p:txBody>
          <a:bodyPr/>
          <a:lstStyle/>
          <a:p>
            <a:r>
              <a:rPr lang="en-IN" smtClean="0"/>
              <a:t>shalini shrotriya</a:t>
            </a:r>
            <a:endParaRPr lang="en-IN"/>
          </a:p>
        </p:txBody>
      </p:sp>
    </p:spTree>
    <p:extLst>
      <p:ext uri="{BB962C8B-B14F-4D97-AF65-F5344CB8AC3E}">
        <p14:creationId xmlns="" xmlns:p14="http://schemas.microsoft.com/office/powerpoint/2010/main" val="1794957934"/>
      </p:ext>
    </p:extLst>
  </p:cSld>
  <p:clrMapOvr>
    <a:masterClrMapping/>
  </p:clrMapOvr>
</p:sld>
</file>

<file path=ppt/slides/slide4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 xmlns:a16="http://schemas.microsoft.com/office/drawing/2014/main" id="{FCADC478-3612-7CE3-EF1D-D2F7B9E99D8D}"/>
              </a:ext>
            </a:extLst>
          </p:cNvPr>
          <p:cNvSpPr>
            <a:spLocks noGrp="1"/>
          </p:cNvSpPr>
          <p:nvPr>
            <p:ph type="title"/>
          </p:nvPr>
        </p:nvSpPr>
        <p:spPr>
          <a:xfrm>
            <a:off x="838200" y="365125"/>
            <a:ext cx="10515600" cy="4633595"/>
          </a:xfrm>
        </p:spPr>
        <p:txBody>
          <a:bodyPr>
            <a:normAutofit/>
          </a:bodyPr>
          <a:lstStyle/>
          <a:p>
            <a:pPr algn="ctr"/>
            <a:r>
              <a:rPr lang="en-US" sz="4800" b="1" dirty="0">
                <a:solidFill>
                  <a:srgbClr val="FF0000"/>
                </a:solidFill>
                <a:latin typeface="Times New Roman" panose="02020603050405020304" pitchFamily="18" charset="0"/>
                <a:cs typeface="Times New Roman" panose="02020603050405020304" pitchFamily="18" charset="0"/>
              </a:rPr>
              <a:t>THANK YOU!</a:t>
            </a:r>
            <a:endParaRPr lang="en-IN" sz="4800" b="1" dirty="0">
              <a:solidFill>
                <a:srgbClr val="FF0000"/>
              </a:solidFill>
              <a:latin typeface="Times New Roman" panose="02020603050405020304" pitchFamily="18" charset="0"/>
              <a:cs typeface="Times New Roman" panose="02020603050405020304" pitchFamily="18" charset="0"/>
            </a:endParaRPr>
          </a:p>
        </p:txBody>
      </p:sp>
      <p:sp>
        <p:nvSpPr>
          <p:cNvPr id="4" name="Slide Number Placeholder 3"/>
          <p:cNvSpPr>
            <a:spLocks noGrp="1"/>
          </p:cNvSpPr>
          <p:nvPr>
            <p:ph type="sldNum" sz="quarter" idx="12"/>
          </p:nvPr>
        </p:nvSpPr>
        <p:spPr/>
        <p:txBody>
          <a:bodyPr/>
          <a:lstStyle/>
          <a:p>
            <a:fld id="{F3D57A2A-32B0-4562-8BA3-11F0795B7757}" type="slidenum">
              <a:rPr lang="en-IN" smtClean="0"/>
              <a:pPr/>
              <a:t>46</a:t>
            </a:fld>
            <a:endParaRPr lang="en-IN"/>
          </a:p>
        </p:txBody>
      </p:sp>
      <p:sp>
        <p:nvSpPr>
          <p:cNvPr id="5" name="Footer Placeholder 4"/>
          <p:cNvSpPr>
            <a:spLocks noGrp="1"/>
          </p:cNvSpPr>
          <p:nvPr>
            <p:ph type="ftr" sz="quarter" idx="11"/>
          </p:nvPr>
        </p:nvSpPr>
        <p:spPr/>
        <p:txBody>
          <a:bodyPr/>
          <a:lstStyle/>
          <a:p>
            <a:r>
              <a:rPr lang="en-IN" smtClean="0"/>
              <a:t>shalini shrotriya</a:t>
            </a:r>
            <a:endParaRPr lang="en-IN"/>
          </a:p>
        </p:txBody>
      </p:sp>
    </p:spTree>
    <p:extLst>
      <p:ext uri="{BB962C8B-B14F-4D97-AF65-F5344CB8AC3E}">
        <p14:creationId xmlns="" xmlns:p14="http://schemas.microsoft.com/office/powerpoint/2010/main" val="2001341891"/>
      </p:ext>
    </p:extLst>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557</TotalTime>
  <Words>2487</Words>
  <Application>Microsoft Office PowerPoint</Application>
  <PresentationFormat>Custom</PresentationFormat>
  <Paragraphs>354</Paragraphs>
  <Slides>46</Slides>
  <Notes>0</Notes>
  <HiddenSlides>0</HiddenSlides>
  <MMClips>0</MMClips>
  <ScaleCrop>false</ScaleCrop>
  <HeadingPairs>
    <vt:vector size="4" baseType="variant">
      <vt:variant>
        <vt:lpstr>Theme</vt:lpstr>
      </vt:variant>
      <vt:variant>
        <vt:i4>1</vt:i4>
      </vt:variant>
      <vt:variant>
        <vt:lpstr>Slide Titles</vt:lpstr>
      </vt:variant>
      <vt:variant>
        <vt:i4>46</vt:i4>
      </vt:variant>
    </vt:vector>
  </HeadingPairs>
  <TitlesOfParts>
    <vt:vector size="47" baseType="lpstr">
      <vt:lpstr>Office Theme</vt:lpstr>
      <vt:lpstr>Natural Language Processing(NLP)</vt:lpstr>
      <vt:lpstr>Outline :</vt:lpstr>
      <vt:lpstr>Regular Expressions (Regex)</vt:lpstr>
      <vt:lpstr>Role in Text Processing:</vt:lpstr>
      <vt:lpstr>Regex Syntax and Metacharacters:</vt:lpstr>
      <vt:lpstr>Slide 6</vt:lpstr>
      <vt:lpstr>Data Preprocessing in NLP</vt:lpstr>
      <vt:lpstr>Common Data Preprocessing Steps in NLP:</vt:lpstr>
      <vt:lpstr>4. Handling URLs:  Explanation: Replace URLs with a placeholder or remove them. Purpose: Prevents URLs from interfering with text analysis. Example: "Visit our website at https://example.com" → "Visit our website at [URL]“  5. Emojis and Special Characters: Explanation: Handle emojis, special characters, or symbols appropriately. Purpose: Ensures consistent treatment of these elements. Example: "I love 😃 NLP!" → "I love happy face NLP!“  6. Dealing with Repeated Characters: Explanation: Normalize repeated characters. Purpose: Reduces noise in the data caused by repeated characters. Example: "loooove" → "love“  7. Normalization of Data: Explanation: Normalize text by handling contractions (e.g., "I'm" → "I am") and standardizing spellings. Purpose: Ensures consistent representations of words, making them more suitable for analysis. </vt:lpstr>
      <vt:lpstr>Python Libraries for Data Preprocessing:  Python offers a range of libraries for efficient text data preprocessing, including: NLTK (Natural Language Toolkit) spaCy regex </vt:lpstr>
      <vt:lpstr>Vocabulary, Corpora, and Linguistic Resources</vt:lpstr>
      <vt:lpstr>What is a Corpus?      A corpus is a structured collection of text documents or spoken language transcripts.     Corpora (plural of corpus) serve as foundational resources for linguistic analysis and NLP tasks.     They can be general-purpose or domain-specific and are essential for various research and practical applications.</vt:lpstr>
      <vt:lpstr>Linguistic Resources  Linguistic resources encompass datasets, tools, and references used for linguistic analysis and NLP tasks. Examples of linguistic resources include: WordNet: A lexical database that links words by their meanings and semantic relationships. GloVe (Global Vectors for Word Representation): Word embeddings that represent words as vectors in high-dimensional space. ConceptNet: A knowledge graph that connects words and phrases with their meanings and relationships. </vt:lpstr>
      <vt:lpstr>Why Vocabulary and Corpora Matter      A rich vocabulary enables machines to understand and generate human language more effectively. It allows for better recognition of words, their meanings, and their context.     Corpora provide valuable data for training language models, conducting linguistic research, and enhancing the accuracy of NLP tasks such as machine translation, sentiment analysis, and speech recognition.</vt:lpstr>
      <vt:lpstr>Collecting and Building Corpora Creating a specialized corpus may involve collecting and annotating text data from various sources, including books, websites, social media, and domain-specific documents.     Annotated corpora are valuable for training and evaluating machine learning models in tasks like part-of-speech tagging and entity recognition.</vt:lpstr>
      <vt:lpstr>Linguistic Foundations: Morphology, Syntax, Semantics, and Pragmatics</vt:lpstr>
      <vt:lpstr>Morphology</vt:lpstr>
      <vt:lpstr>Syntax</vt:lpstr>
      <vt:lpstr>Semantics</vt:lpstr>
      <vt:lpstr>Pragmatics</vt:lpstr>
      <vt:lpstr>Challenges and Nuances</vt:lpstr>
      <vt:lpstr>Language Models: Unigram, Bigram, N-grams</vt:lpstr>
      <vt:lpstr>Unigram Model</vt:lpstr>
      <vt:lpstr>Continuee..</vt:lpstr>
      <vt:lpstr>Let's illustrate this formula with an example sentence: "I love to eat ice cream." We want to calculate the probability of each word in this sentence using a unigram model.  Step 1: Calculate Word Frequencies Count("I") = 1 Count("love") = 1 Count("to") = 1 Count("eat") = 1 Count("ice") = 1 Count("cream") = 1 Step 2: Calculate Total Number of Words N=6 (total words in the sentence) Step 3: Calculate Probabilities Now, let's apply the formula to calculate the probabilities for each word:  P("I")=1/6​ ≈ 0.1667 P("love")=1/6​ ≈ 0.1667 P("to")=1/6​ ≈ 0.1667 P("eat")=1/6​ ≈ 0.1667 P("ice")=1/6​ ≈ 0.1667 P("cream")=1/6​ ≈ 0.1667  So, in this unigram language model, each word in the sentence "I love to eat ice cream" has an equal probability of approximately 0.1667. </vt:lpstr>
      <vt:lpstr>Pros of Unigram Models  Simplicity: Unigram models are easy to implement and computationally efficient, making them suitable for quick text analysis tasks. Scalability: They can handle large datasets efficiently due to their simplicity. Independence: Unigrams are independent of each other, which simplifies calculations and reduces complexity.</vt:lpstr>
      <vt:lpstr>Cons of Unigram Models: Loss of Context: Since unigram models treat words independently, they completely ignore the context and word relationships within a sentence.  Limited Expressiveness: Unigram models may struggle with capturing nuances and semantics, especially in complex or ambiguous sentences.  Not Ideal for Many NLP Tasks: They are less suitable for tasks requiring an understanding of context, such as machine translation or sentiment analysis  Calculation: The probability of each word is calculated by dividing the number of times it appears in the training data by the total number of words.   Problems: Unigram language models have some problems, such as assigning the same probability to phrases that are not equally valid.  For example, a unigram language model would give the same probability to the phrases "the dog runs" and "dog the runs". . </vt:lpstr>
      <vt:lpstr>Bigram Model</vt:lpstr>
      <vt:lpstr>Slide 29</vt:lpstr>
      <vt:lpstr>Slide 30</vt:lpstr>
      <vt:lpstr>Pros of Bigram Models: Consider Local Context: Bigram models capture some contextual information by considering the previous word.  Simpler than Higher N-grams: They are computationally more efficient and less complex than higher-order N-gram models. </vt:lpstr>
      <vt:lpstr>Cons of Bigram Models:  Limited Context: Bigrams only consider the previous word, missing out on more extensive context.  Still Limited Semantics: They may struggle with capturing complex semantics and relationships between words. </vt:lpstr>
      <vt:lpstr>N-grams Model</vt:lpstr>
      <vt:lpstr>Slide 34</vt:lpstr>
      <vt:lpstr>Slide 35</vt:lpstr>
      <vt:lpstr>Pros of N-gram Models:  Consider Increasing Context: As N increases, N-gram models capture more extensive contextual information, allowing for better language understanding.  Flexibility: N-gram models can be adjusted to capture varying degrees of context, making them adaptable to different NLP tasks.  Cons of N-gram Models:  Data Sparsity: As N increases, data sparsity becomes a challenge because not all N-grams are observed in the training data.  Limited Long-Term Dependencies: Even with higher N values, N-gram models struggle to capture very long-term dependencies in language. </vt:lpstr>
      <vt:lpstr>Adaptive N-grams</vt:lpstr>
      <vt:lpstr>Comparing Unigram and Bigram Models</vt:lpstr>
      <vt:lpstr>Applications of Unigram, Bigram, and N-gram Models</vt:lpstr>
      <vt:lpstr>Bigram Models:  Text Generation: Bigram models are used for generating text sequences based on the previous word in the sequence. This is commonly used in chatbots and text completion. Example: Predicting the next word in a sentence as a user types in a messaging app.  Speech Recognition: In speech recognition systems, bigram models can help identify the most likely word based on the previous word in a spoken sentence. Example: Converting spoken language to text in voice assistants like Siri or Alexa. </vt:lpstr>
      <vt:lpstr>N-gram Models:  Machine Translation: N-gram models, especially higher-order N-grams like trigrams or 4-grams, are used in machine translation systems to predict the next word in the translated sentence. Example: Translating English to French by considering the context of the previous words in a sentence.  Language Modeling: N-gram models are used as the basis for more advanced language models like LSTM and Transformer models. They help in understanding and generating coherent sentences. Example: Generating natural-sounding text for chatbots or virtual assistants.  Spell Check and Auto-Correction: N-gram models are used to suggest corrections for misspelled words based on the surrounding context. Example: Suggesting the correct word "their" when a user mistakenly types "there. </vt:lpstr>
      <vt:lpstr>Hybrid Models:  Predictive Text Input: Combining both bigram and unigram models can provide predictive text input suggestions on smartphones and keyboards. Example: Predicting the next word or phrase as a user types a message on a mobile device.  Search Engines: Search engines often employ a combination of N-grams and more advanced language models to understand user queries and retrieve relevant search results. Example: Google using language models to understand search intent and provide accurate results.</vt:lpstr>
      <vt:lpstr>Challenges and Limitations</vt:lpstr>
      <vt:lpstr>Limitations: Contextual Constraints: Unigram models treat words as independent entities, ignoring context. Bigram models consider only the previous word, and N-gram models have fixed context lengths. These limitations can lead to a lack of context sensitivity. Limitation Mitigation: Using more advanced models like transformers with attention mechanisms enables capturing broader and more dynamic context.  Handling Out-of-Vocabulary (OOV) Words: Unigram and N-gram models struggle to handle OOV words, as they rely on the observed vocabulary in the training data. Limitation Mitigation: Preprocessing techniques like subword tokenization and using larger vocabularies can help address OOV issues.  Limited Generalization: Unigram and N-gram models might not generalize well to unseen or complex language patterns. Limitation Mitigation: Transfer learning and fine-tuning on large pre-trained models (e.g., GPT-3) can improve generalization. </vt:lpstr>
      <vt:lpstr>Conclusion</vt:lpstr>
      <vt:lpstr>THANK YOU!</vt:lpstr>
    </vt:vector>
  </TitlesOfParts>
  <LinksUpToDate>false</LinksUpToDate>
  <SharedDoc>false</SharedDoc>
  <HyperlinksChanged>false</HyperlinksChanged>
  <AppVersion>12.0000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Natural Language Processing(NLP)</dc:title>
  <dc:creator>dan khan</dc:creator>
  <cp:lastModifiedBy>Shalini</cp:lastModifiedBy>
  <cp:revision>12</cp:revision>
  <dcterms:created xsi:type="dcterms:W3CDTF">2023-09-03T18:18:26Z</dcterms:created>
  <dcterms:modified xsi:type="dcterms:W3CDTF">2024-10-08T16:44:34Z</dcterms:modified>
</cp:coreProperties>
</file>