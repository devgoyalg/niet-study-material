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theme/themeOverride2.xml" ContentType="application/vnd.openxmlformats-officedocument.themeOverr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ink/ink1.xml" ContentType="application/inkml+xml"/>
  <Override PartName="/ppt/ink/ink2.xml" ContentType="application/inkml+xml"/>
  <Override PartName="/ppt/ink/ink3.xml" ContentType="application/inkml+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ink/ink4.xml" ContentType="application/inkml+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ink/ink5.xml" ContentType="application/inkml+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ink/ink6.xml" ContentType="application/inkml+xml"/>
  <Override PartName="/ppt/ink/ink7.xml" ContentType="application/inkml+xml"/>
  <Override PartName="/ppt/ink/ink8.xml" ContentType="application/inkml+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theme/themeOverride3.xml" ContentType="application/vnd.openxmlformats-officedocument.themeOverr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theme/themeOverride4.xml" ContentType="application/vnd.openxmlformats-officedocument.themeOverr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handoutMasterIdLst>
    <p:handoutMasterId r:id="rId48"/>
  </p:handoutMasterIdLst>
  <p:sldIdLst>
    <p:sldId id="256" r:id="rId2"/>
    <p:sldId id="267" r:id="rId3"/>
    <p:sldId id="269" r:id="rId4"/>
    <p:sldId id="270" r:id="rId5"/>
    <p:sldId id="1382" r:id="rId6"/>
    <p:sldId id="272" r:id="rId7"/>
    <p:sldId id="273" r:id="rId8"/>
    <p:sldId id="274" r:id="rId9"/>
    <p:sldId id="1389" r:id="rId10"/>
    <p:sldId id="1381" r:id="rId11"/>
    <p:sldId id="1390" r:id="rId12"/>
    <p:sldId id="279" r:id="rId13"/>
    <p:sldId id="281" r:id="rId14"/>
    <p:sldId id="1560" r:id="rId15"/>
    <p:sldId id="1602" r:id="rId16"/>
    <p:sldId id="1605" r:id="rId17"/>
    <p:sldId id="1604" r:id="rId18"/>
    <p:sldId id="1603" r:id="rId19"/>
    <p:sldId id="1606" r:id="rId20"/>
    <p:sldId id="1607" r:id="rId21"/>
    <p:sldId id="1608" r:id="rId22"/>
    <p:sldId id="1609" r:id="rId23"/>
    <p:sldId id="1611" r:id="rId24"/>
    <p:sldId id="1610" r:id="rId25"/>
    <p:sldId id="1612" r:id="rId26"/>
    <p:sldId id="1613" r:id="rId27"/>
    <p:sldId id="1615" r:id="rId28"/>
    <p:sldId id="1614" r:id="rId29"/>
    <p:sldId id="1616" r:id="rId30"/>
    <p:sldId id="1617" r:id="rId31"/>
    <p:sldId id="1618" r:id="rId32"/>
    <p:sldId id="1619" r:id="rId33"/>
    <p:sldId id="1620" r:id="rId34"/>
    <p:sldId id="1621" r:id="rId35"/>
    <p:sldId id="1622" r:id="rId36"/>
    <p:sldId id="1623" r:id="rId37"/>
    <p:sldId id="1624" r:id="rId38"/>
    <p:sldId id="1625" r:id="rId39"/>
    <p:sldId id="1626" r:id="rId40"/>
    <p:sldId id="1627" r:id="rId41"/>
    <p:sldId id="1628" r:id="rId42"/>
    <p:sldId id="1629" r:id="rId43"/>
    <p:sldId id="1630" r:id="rId44"/>
    <p:sldId id="1631" r:id="rId45"/>
    <p:sldId id="332" r:id="rId4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C9C"/>
    <a:srgbClr val="0066FF"/>
    <a:srgbClr val="CBF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C13EA6-F00E-4A22-B00F-6F8694EDBE6B}" v="53" dt="2023-10-04T04:00:18.906"/>
    <p1510:client id="{11092429-62C6-43B0-82AD-D0162A1C50B3}" v="92" dt="2023-08-23T04:15:00.470"/>
    <p1510:client id="{17A0E2E3-9CA2-C975-38E0-6CA120B7656C}" v="86" dt="2023-09-08T10:12:12.375"/>
    <p1510:client id="{24B6CF88-50E6-AD1E-3A17-1FF34733D8EF}" v="144" dt="2023-08-22T07:39:32.095"/>
    <p1510:client id="{314DF113-DEFA-5200-AC94-CE3AF55FB404}" v="137" dt="2023-08-22T08:41:03.310"/>
    <p1510:client id="{32683770-8880-4559-98EF-CD6ED0897CD0}" v="107" dt="2023-09-05T04:21:16.012"/>
    <p1510:client id="{37F25F49-305A-5ABC-7387-8EE01DDEC523}" v="173" dt="2023-09-02T10:30:11.929"/>
    <p1510:client id="{382BE158-941A-E9A6-0BB6-CF9EDB08CD91}" v="2" dt="2023-09-04T06:36:29.207"/>
    <p1510:client id="{3F243914-9A1E-DCF7-7E5F-3AE966E6FA10}" v="300" dt="2023-09-04T11:07:52.739"/>
    <p1510:client id="{5BAAF0DA-74C9-4AD1-84AD-D9BE74280E54}" v="59" dt="2023-10-16T06:03:55.177"/>
    <p1510:client id="{6281522C-7E6F-529C-2A1E-8D8EB592BDE8}" v="16" dt="2023-10-04T04:22:03.305"/>
    <p1510:client id="{679FD096-6A17-F560-234F-281B2969DF71}" v="137" dt="2023-09-25T04:28:35.665"/>
    <p1510:client id="{687C5E9E-EA70-7F60-0F73-6A13D528796D}" v="260" dt="2023-09-12T09:09:06.022"/>
    <p1510:client id="{6B0B12BF-768C-BCA1-41EE-748C06158B21}" v="84" dt="2023-10-09T06:56:18.316"/>
    <p1510:client id="{89676F4E-627F-4BD4-956C-58FEE723C2B3}" v="245" dt="2023-10-11T04:15:48.169"/>
    <p1510:client id="{9B253117-5525-9C38-5080-87AA603007A9}" v="4" dt="2023-08-22T04:00:25.649"/>
    <p1510:client id="{B4AB676F-2D03-2C58-0FDC-1D5749CA1545}" v="314" dt="2023-08-29T06:33:27.486"/>
    <p1510:client id="{B7206FBC-3717-F983-ED3D-838EF64C2D4E}" v="71" dt="2023-09-02T10:04:24.008"/>
    <p1510:client id="{B7806D42-A0CB-9980-92C3-76DCDFFD9970}" v="102" dt="2023-09-11T04:40:13.867"/>
    <p1510:client id="{BD9B034B-ADF0-4CF5-BD55-20BA486BAA37}" v="27" dt="2023-09-18T04:54:43.511"/>
    <p1510:client id="{C2DB9CCB-6F58-4AD1-91BC-D5335A6B77D8}" v="10" dt="2023-08-30T04:12:15.698"/>
    <p1510:client id="{C3C58A7B-486C-1DDA-F148-07AB932DA0EE}" v="2" dt="2023-09-11T04:44:03.628"/>
    <p1510:client id="{DBD9E93B-85D2-593E-8A2C-EA755D93B1D7}" v="219" dt="2023-09-04T04:06:08.693"/>
    <p1510:client id="{DF2D1929-F79C-41FA-B4AC-6567ADE46609}" v="240" dt="2023-10-08T14:35:32.043"/>
    <p1510:client id="{E2A95BBF-7372-4155-8F56-EA5D3A5D83C3}" v="47" dt="2023-09-19T05:01:16.447"/>
    <p1510:client id="{E7089051-CBBB-4764-362C-3A5DCE6224C6}" v="49" dt="2023-10-06T05:23:29.556"/>
    <p1510:client id="{F35547D1-FE30-44CF-8033-C8E759F08C79}" v="127" dt="2023-09-06T04:08:26.59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3" d="100"/>
          <a:sy n="83" d="100"/>
        </p:scale>
        <p:origin x="1203" y="54"/>
      </p:cViewPr>
      <p:guideLst>
        <p:guide orient="horz" pos="2160"/>
        <p:guide pos="2880"/>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r. Sumit Sharma" userId="S::sumitsharma.cse@niet.co.in::0287a0e3-d7f5-4815-a5d5-4670a436bb9e" providerId="AD" clId="Web-{E2A95BBF-7372-4155-8F56-EA5D3A5D83C3}"/>
    <pc:docChg chg="modSld">
      <pc:chgData name="Mr. Sumit Sharma" userId="S::sumitsharma.cse@niet.co.in::0287a0e3-d7f5-4815-a5d5-4670a436bb9e" providerId="AD" clId="Web-{E2A95BBF-7372-4155-8F56-EA5D3A5D83C3}" dt="2023-09-19T05:01:16.447" v="47" actId="20577"/>
      <pc:docMkLst>
        <pc:docMk/>
      </pc:docMkLst>
      <pc:sldChg chg="modSp">
        <pc:chgData name="Mr. Sumit Sharma" userId="S::sumitsharma.cse@niet.co.in::0287a0e3-d7f5-4815-a5d5-4670a436bb9e" providerId="AD" clId="Web-{E2A95BBF-7372-4155-8F56-EA5D3A5D83C3}" dt="2023-09-19T05:01:16.447" v="47" actId="20577"/>
        <pc:sldMkLst>
          <pc:docMk/>
          <pc:sldMk cId="719459484" sldId="1625"/>
        </pc:sldMkLst>
        <pc:spChg chg="mod">
          <ac:chgData name="Mr. Sumit Sharma" userId="S::sumitsharma.cse@niet.co.in::0287a0e3-d7f5-4815-a5d5-4670a436bb9e" providerId="AD" clId="Web-{E2A95BBF-7372-4155-8F56-EA5D3A5D83C3}" dt="2023-09-19T05:01:16.447" v="47" actId="20577"/>
          <ac:spMkLst>
            <pc:docMk/>
            <pc:sldMk cId="719459484" sldId="1625"/>
            <ac:spMk id="182" creationId="{FDC1A734-1528-FC7A-7C7C-B49C8922968A}"/>
          </ac:spMkLst>
        </pc:spChg>
      </pc:sldChg>
      <pc:sldChg chg="modSp">
        <pc:chgData name="Mr. Sumit Sharma" userId="S::sumitsharma.cse@niet.co.in::0287a0e3-d7f5-4815-a5d5-4670a436bb9e" providerId="AD" clId="Web-{E2A95BBF-7372-4155-8F56-EA5D3A5D83C3}" dt="2023-09-19T04:05:08.064" v="2" actId="20577"/>
        <pc:sldMkLst>
          <pc:docMk/>
          <pc:sldMk cId="1556240971" sldId="1626"/>
        </pc:sldMkLst>
        <pc:spChg chg="mod">
          <ac:chgData name="Mr. Sumit Sharma" userId="S::sumitsharma.cse@niet.co.in::0287a0e3-d7f5-4815-a5d5-4670a436bb9e" providerId="AD" clId="Web-{E2A95BBF-7372-4155-8F56-EA5D3A5D83C3}" dt="2023-09-19T04:05:08.064" v="2" actId="20577"/>
          <ac:spMkLst>
            <pc:docMk/>
            <pc:sldMk cId="1556240971" sldId="1626"/>
            <ac:spMk id="182" creationId="{FDC1A734-1528-FC7A-7C7C-B49C8922968A}"/>
          </ac:spMkLst>
        </pc:spChg>
      </pc:sldChg>
    </pc:docChg>
  </pc:docChgLst>
  <pc:docChgLst>
    <pc:chgData name="Mr. Sumit Sharma" userId="S::sumitsharma.cse@niet.co.in::0287a0e3-d7f5-4815-a5d5-4670a436bb9e" providerId="AD" clId="Web-{5E282818-7906-71E9-9D93-54DCF77B464D}"/>
    <pc:docChg chg="modSld">
      <pc:chgData name="Mr. Sumit Sharma" userId="S::sumitsharma.cse@niet.co.in::0287a0e3-d7f5-4815-a5d5-4670a436bb9e" providerId="AD" clId="Web-{5E282818-7906-71E9-9D93-54DCF77B464D}" dt="2023-10-03T14:34:27.465" v="0" actId="20577"/>
      <pc:docMkLst>
        <pc:docMk/>
      </pc:docMkLst>
      <pc:sldChg chg="modSp">
        <pc:chgData name="Mr. Sumit Sharma" userId="S::sumitsharma.cse@niet.co.in::0287a0e3-d7f5-4815-a5d5-4670a436bb9e" providerId="AD" clId="Web-{5E282818-7906-71E9-9D93-54DCF77B464D}" dt="2023-10-03T14:34:27.465" v="0" actId="20577"/>
        <pc:sldMkLst>
          <pc:docMk/>
          <pc:sldMk cId="1147002948" sldId="1602"/>
        </pc:sldMkLst>
        <pc:graphicFrameChg chg="modGraphic">
          <ac:chgData name="Mr. Sumit Sharma" userId="S::sumitsharma.cse@niet.co.in::0287a0e3-d7f5-4815-a5d5-4670a436bb9e" providerId="AD" clId="Web-{5E282818-7906-71E9-9D93-54DCF77B464D}" dt="2023-10-03T14:34:27.465" v="0" actId="20577"/>
          <ac:graphicFrameMkLst>
            <pc:docMk/>
            <pc:sldMk cId="1147002948" sldId="1602"/>
            <ac:graphicFrameMk id="28" creationId="{7911BCD3-FD89-BC16-4A6F-1F614AC172FE}"/>
          </ac:graphicFrameMkLst>
        </pc:graphicFrameChg>
      </pc:sldChg>
    </pc:docChg>
  </pc:docChgLst>
  <pc:docChgLst>
    <pc:chgData name="Mr. Sumit Sharma" userId="S::sumitsharma.cse@niet.co.in::0287a0e3-d7f5-4815-a5d5-4670a436bb9e" providerId="AD" clId="Web-{F35547D1-FE30-44CF-8033-C8E759F08C79}"/>
    <pc:docChg chg="addSld modSld">
      <pc:chgData name="Mr. Sumit Sharma" userId="S::sumitsharma.cse@niet.co.in::0287a0e3-d7f5-4815-a5d5-4670a436bb9e" providerId="AD" clId="Web-{F35547D1-FE30-44CF-8033-C8E759F08C79}" dt="2023-09-06T04:07:54.576" v="140" actId="20577"/>
      <pc:docMkLst>
        <pc:docMk/>
      </pc:docMkLst>
      <pc:sldChg chg="addSp delSp modSp add replId">
        <pc:chgData name="Mr. Sumit Sharma" userId="S::sumitsharma.cse@niet.co.in::0287a0e3-d7f5-4815-a5d5-4670a436bb9e" providerId="AD" clId="Web-{F35547D1-FE30-44CF-8033-C8E759F08C79}" dt="2023-09-06T03:59:50.998" v="25"/>
        <pc:sldMkLst>
          <pc:docMk/>
          <pc:sldMk cId="187815721" sldId="1609"/>
        </pc:sldMkLst>
        <pc:spChg chg="add del mod">
          <ac:chgData name="Mr. Sumit Sharma" userId="S::sumitsharma.cse@niet.co.in::0287a0e3-d7f5-4815-a5d5-4670a436bb9e" providerId="AD" clId="Web-{F35547D1-FE30-44CF-8033-C8E759F08C79}" dt="2023-09-06T03:59:50.998" v="25"/>
          <ac:spMkLst>
            <pc:docMk/>
            <pc:sldMk cId="187815721" sldId="1609"/>
            <ac:spMk id="2" creationId="{DB1F3465-1D03-BB1A-7D7B-4852E214BEC1}"/>
          </ac:spMkLst>
        </pc:spChg>
        <pc:spChg chg="mod">
          <ac:chgData name="Mr. Sumit Sharma" userId="S::sumitsharma.cse@niet.co.in::0287a0e3-d7f5-4815-a5d5-4670a436bb9e" providerId="AD" clId="Web-{F35547D1-FE30-44CF-8033-C8E759F08C79}" dt="2023-09-06T03:57:44.790" v="8" actId="20577"/>
          <ac:spMkLst>
            <pc:docMk/>
            <pc:sldMk cId="187815721" sldId="1609"/>
            <ac:spMk id="7" creationId="{00000000-0000-0000-0000-000000000000}"/>
          </ac:spMkLst>
        </pc:spChg>
        <pc:spChg chg="mod">
          <ac:chgData name="Mr. Sumit Sharma" userId="S::sumitsharma.cse@niet.co.in::0287a0e3-d7f5-4815-a5d5-4670a436bb9e" providerId="AD" clId="Web-{F35547D1-FE30-44CF-8033-C8E759F08C79}" dt="2023-09-06T03:59:38.951" v="22" actId="20577"/>
          <ac:spMkLst>
            <pc:docMk/>
            <pc:sldMk cId="187815721" sldId="1609"/>
            <ac:spMk id="182" creationId="{FDC1A734-1528-FC7A-7C7C-B49C8922968A}"/>
          </ac:spMkLst>
        </pc:spChg>
      </pc:sldChg>
      <pc:sldChg chg="modSp add replId">
        <pc:chgData name="Mr. Sumit Sharma" userId="S::sumitsharma.cse@niet.co.in::0287a0e3-d7f5-4815-a5d5-4670a436bb9e" providerId="AD" clId="Web-{F35547D1-FE30-44CF-8033-C8E759F08C79}" dt="2023-09-06T04:02:09.255" v="49" actId="20577"/>
        <pc:sldMkLst>
          <pc:docMk/>
          <pc:sldMk cId="3928331190" sldId="1610"/>
        </pc:sldMkLst>
        <pc:spChg chg="mod">
          <ac:chgData name="Mr. Sumit Sharma" userId="S::sumitsharma.cse@niet.co.in::0287a0e3-d7f5-4815-a5d5-4670a436bb9e" providerId="AD" clId="Web-{F35547D1-FE30-44CF-8033-C8E759F08C79}" dt="2023-09-06T04:00:28.515" v="33" actId="20577"/>
          <ac:spMkLst>
            <pc:docMk/>
            <pc:sldMk cId="3928331190" sldId="1610"/>
            <ac:spMk id="7" creationId="{00000000-0000-0000-0000-000000000000}"/>
          </ac:spMkLst>
        </pc:spChg>
        <pc:spChg chg="mod">
          <ac:chgData name="Mr. Sumit Sharma" userId="S::sumitsharma.cse@niet.co.in::0287a0e3-d7f5-4815-a5d5-4670a436bb9e" providerId="AD" clId="Web-{F35547D1-FE30-44CF-8033-C8E759F08C79}" dt="2023-09-06T04:02:09.255" v="49" actId="20577"/>
          <ac:spMkLst>
            <pc:docMk/>
            <pc:sldMk cId="3928331190" sldId="1610"/>
            <ac:spMk id="182" creationId="{FDC1A734-1528-FC7A-7C7C-B49C8922968A}"/>
          </ac:spMkLst>
        </pc:spChg>
      </pc:sldChg>
      <pc:sldChg chg="addSp delSp modSp add replId">
        <pc:chgData name="Mr. Sumit Sharma" userId="S::sumitsharma.cse@niet.co.in::0287a0e3-d7f5-4815-a5d5-4670a436bb9e" providerId="AD" clId="Web-{F35547D1-FE30-44CF-8033-C8E759F08C79}" dt="2023-09-06T04:04:03.898" v="76"/>
        <pc:sldMkLst>
          <pc:docMk/>
          <pc:sldMk cId="1877501331" sldId="1611"/>
        </pc:sldMkLst>
        <pc:spChg chg="add del mod">
          <ac:chgData name="Mr. Sumit Sharma" userId="S::sumitsharma.cse@niet.co.in::0287a0e3-d7f5-4815-a5d5-4670a436bb9e" providerId="AD" clId="Web-{F35547D1-FE30-44CF-8033-C8E759F08C79}" dt="2023-09-06T04:04:03.898" v="76"/>
          <ac:spMkLst>
            <pc:docMk/>
            <pc:sldMk cId="1877501331" sldId="1611"/>
            <ac:spMk id="2" creationId="{4D9491A2-78C4-E5B8-B158-38B50300EEC7}"/>
          </ac:spMkLst>
        </pc:spChg>
        <pc:spChg chg="mod">
          <ac:chgData name="Mr. Sumit Sharma" userId="S::sumitsharma.cse@niet.co.in::0287a0e3-d7f5-4815-a5d5-4670a436bb9e" providerId="AD" clId="Web-{F35547D1-FE30-44CF-8033-C8E759F08C79}" dt="2023-09-06T04:02:45.474" v="63" actId="20577"/>
          <ac:spMkLst>
            <pc:docMk/>
            <pc:sldMk cId="1877501331" sldId="1611"/>
            <ac:spMk id="7" creationId="{00000000-0000-0000-0000-000000000000}"/>
          </ac:spMkLst>
        </pc:spChg>
        <pc:spChg chg="mod">
          <ac:chgData name="Mr. Sumit Sharma" userId="S::sumitsharma.cse@niet.co.in::0287a0e3-d7f5-4815-a5d5-4670a436bb9e" providerId="AD" clId="Web-{F35547D1-FE30-44CF-8033-C8E759F08C79}" dt="2023-09-06T04:03:34.179" v="72" actId="20577"/>
          <ac:spMkLst>
            <pc:docMk/>
            <pc:sldMk cId="1877501331" sldId="1611"/>
            <ac:spMk id="182" creationId="{FDC1A734-1528-FC7A-7C7C-B49C8922968A}"/>
          </ac:spMkLst>
        </pc:spChg>
      </pc:sldChg>
      <pc:sldChg chg="modSp add replId">
        <pc:chgData name="Mr. Sumit Sharma" userId="S::sumitsharma.cse@niet.co.in::0287a0e3-d7f5-4815-a5d5-4670a436bb9e" providerId="AD" clId="Web-{F35547D1-FE30-44CF-8033-C8E759F08C79}" dt="2023-09-06T04:07:54.576" v="140" actId="20577"/>
        <pc:sldMkLst>
          <pc:docMk/>
          <pc:sldMk cId="717088700" sldId="1612"/>
        </pc:sldMkLst>
        <pc:spChg chg="mod">
          <ac:chgData name="Mr. Sumit Sharma" userId="S::sumitsharma.cse@niet.co.in::0287a0e3-d7f5-4815-a5d5-4670a436bb9e" providerId="AD" clId="Web-{F35547D1-FE30-44CF-8033-C8E759F08C79}" dt="2023-09-06T04:04:20.618" v="100" actId="20577"/>
          <ac:spMkLst>
            <pc:docMk/>
            <pc:sldMk cId="717088700" sldId="1612"/>
            <ac:spMk id="7" creationId="{00000000-0000-0000-0000-000000000000}"/>
          </ac:spMkLst>
        </pc:spChg>
        <pc:spChg chg="mod">
          <ac:chgData name="Mr. Sumit Sharma" userId="S::sumitsharma.cse@niet.co.in::0287a0e3-d7f5-4815-a5d5-4670a436bb9e" providerId="AD" clId="Web-{F35547D1-FE30-44CF-8033-C8E759F08C79}" dt="2023-09-06T04:07:54.576" v="140" actId="20577"/>
          <ac:spMkLst>
            <pc:docMk/>
            <pc:sldMk cId="717088700" sldId="1612"/>
            <ac:spMk id="182" creationId="{FDC1A734-1528-FC7A-7C7C-B49C8922968A}"/>
          </ac:spMkLst>
        </pc:spChg>
      </pc:sldChg>
    </pc:docChg>
  </pc:docChgLst>
  <pc:docChgLst>
    <pc:chgData name="Mr. Sumit Sharma" userId="S::sumitsharma.cse@niet.co.in::0287a0e3-d7f5-4815-a5d5-4670a436bb9e" providerId="AD" clId="Web-{BD9B034B-ADF0-4CF5-BD55-20BA486BAA37}"/>
    <pc:docChg chg="modSld">
      <pc:chgData name="Mr. Sumit Sharma" userId="S::sumitsharma.cse@niet.co.in::0287a0e3-d7f5-4815-a5d5-4670a436bb9e" providerId="AD" clId="Web-{BD9B034B-ADF0-4CF5-BD55-20BA486BAA37}" dt="2023-09-18T04:53:50.057" v="22" actId="20577"/>
      <pc:docMkLst>
        <pc:docMk/>
      </pc:docMkLst>
      <pc:sldChg chg="modSp">
        <pc:chgData name="Mr. Sumit Sharma" userId="S::sumitsharma.cse@niet.co.in::0287a0e3-d7f5-4815-a5d5-4670a436bb9e" providerId="AD" clId="Web-{BD9B034B-ADF0-4CF5-BD55-20BA486BAA37}" dt="2023-09-18T04:06:57.897" v="3" actId="14100"/>
        <pc:sldMkLst>
          <pc:docMk/>
          <pc:sldMk cId="4093949934" sldId="1618"/>
        </pc:sldMkLst>
        <pc:spChg chg="mod">
          <ac:chgData name="Mr. Sumit Sharma" userId="S::sumitsharma.cse@niet.co.in::0287a0e3-d7f5-4815-a5d5-4670a436bb9e" providerId="AD" clId="Web-{BD9B034B-ADF0-4CF5-BD55-20BA486BAA37}" dt="2023-09-18T04:06:57.897" v="3" actId="14100"/>
          <ac:spMkLst>
            <pc:docMk/>
            <pc:sldMk cId="4093949934" sldId="1618"/>
            <ac:spMk id="182" creationId="{FDC1A734-1528-FC7A-7C7C-B49C8922968A}"/>
          </ac:spMkLst>
        </pc:spChg>
      </pc:sldChg>
      <pc:sldChg chg="modSp">
        <pc:chgData name="Mr. Sumit Sharma" userId="S::sumitsharma.cse@niet.co.in::0287a0e3-d7f5-4815-a5d5-4670a436bb9e" providerId="AD" clId="Web-{BD9B034B-ADF0-4CF5-BD55-20BA486BAA37}" dt="2023-09-18T04:23:48.389" v="12" actId="14100"/>
        <pc:sldMkLst>
          <pc:docMk/>
          <pc:sldMk cId="2160946289" sldId="1620"/>
        </pc:sldMkLst>
        <pc:spChg chg="mod">
          <ac:chgData name="Mr. Sumit Sharma" userId="S::sumitsharma.cse@niet.co.in::0287a0e3-d7f5-4815-a5d5-4670a436bb9e" providerId="AD" clId="Web-{BD9B034B-ADF0-4CF5-BD55-20BA486BAA37}" dt="2023-09-18T04:23:48.389" v="12" actId="14100"/>
          <ac:spMkLst>
            <pc:docMk/>
            <pc:sldMk cId="2160946289" sldId="1620"/>
            <ac:spMk id="182" creationId="{FDC1A734-1528-FC7A-7C7C-B49C8922968A}"/>
          </ac:spMkLst>
        </pc:spChg>
      </pc:sldChg>
      <pc:sldChg chg="modSp">
        <pc:chgData name="Mr. Sumit Sharma" userId="S::sumitsharma.cse@niet.co.in::0287a0e3-d7f5-4815-a5d5-4670a436bb9e" providerId="AD" clId="Web-{BD9B034B-ADF0-4CF5-BD55-20BA486BAA37}" dt="2023-09-18T04:53:50.057" v="22" actId="20577"/>
        <pc:sldMkLst>
          <pc:docMk/>
          <pc:sldMk cId="3568023145" sldId="1623"/>
        </pc:sldMkLst>
        <pc:spChg chg="mod">
          <ac:chgData name="Mr. Sumit Sharma" userId="S::sumitsharma.cse@niet.co.in::0287a0e3-d7f5-4815-a5d5-4670a436bb9e" providerId="AD" clId="Web-{BD9B034B-ADF0-4CF5-BD55-20BA486BAA37}" dt="2023-09-18T04:53:50.057" v="22" actId="20577"/>
          <ac:spMkLst>
            <pc:docMk/>
            <pc:sldMk cId="3568023145" sldId="1623"/>
            <ac:spMk id="182" creationId="{FDC1A734-1528-FC7A-7C7C-B49C8922968A}"/>
          </ac:spMkLst>
        </pc:spChg>
      </pc:sldChg>
      <pc:sldChg chg="modSp">
        <pc:chgData name="Mr. Sumit Sharma" userId="S::sumitsharma.cse@niet.co.in::0287a0e3-d7f5-4815-a5d5-4670a436bb9e" providerId="AD" clId="Web-{BD9B034B-ADF0-4CF5-BD55-20BA486BAA37}" dt="2023-09-18T04:42:49.166" v="18" actId="14100"/>
        <pc:sldMkLst>
          <pc:docMk/>
          <pc:sldMk cId="1044315574" sldId="1624"/>
        </pc:sldMkLst>
        <pc:spChg chg="mod">
          <ac:chgData name="Mr. Sumit Sharma" userId="S::sumitsharma.cse@niet.co.in::0287a0e3-d7f5-4815-a5d5-4670a436bb9e" providerId="AD" clId="Web-{BD9B034B-ADF0-4CF5-BD55-20BA486BAA37}" dt="2023-09-18T04:42:49.166" v="18" actId="14100"/>
          <ac:spMkLst>
            <pc:docMk/>
            <pc:sldMk cId="1044315574" sldId="1624"/>
            <ac:spMk id="182" creationId="{FDC1A734-1528-FC7A-7C7C-B49C8922968A}"/>
          </ac:spMkLst>
        </pc:spChg>
      </pc:sldChg>
    </pc:docChg>
  </pc:docChgLst>
  <pc:docChgLst>
    <pc:chgData name="Mr. Sumit Sharma" userId="S::sumitsharma.cse@niet.co.in::0287a0e3-d7f5-4815-a5d5-4670a436bb9e" providerId="AD" clId="Web-{37F25F49-305A-5ABC-7387-8EE01DDEC523}"/>
    <pc:docChg chg="addSld modSld">
      <pc:chgData name="Mr. Sumit Sharma" userId="S::sumitsharma.cse@niet.co.in::0287a0e3-d7f5-4815-a5d5-4670a436bb9e" providerId="AD" clId="Web-{37F25F49-305A-5ABC-7387-8EE01DDEC523}" dt="2023-09-02T10:30:04.631" v="178" actId="20577"/>
      <pc:docMkLst>
        <pc:docMk/>
      </pc:docMkLst>
      <pc:sldChg chg="addSp delSp modSp">
        <pc:chgData name="Mr. Sumit Sharma" userId="S::sumitsharma.cse@niet.co.in::0287a0e3-d7f5-4815-a5d5-4670a436bb9e" providerId="AD" clId="Web-{37F25F49-305A-5ABC-7387-8EE01DDEC523}" dt="2023-09-02T10:13:54.029" v="29" actId="1076"/>
        <pc:sldMkLst>
          <pc:docMk/>
          <pc:sldMk cId="1962279143" sldId="1592"/>
        </pc:sldMkLst>
        <pc:spChg chg="del">
          <ac:chgData name="Mr. Sumit Sharma" userId="S::sumitsharma.cse@niet.co.in::0287a0e3-d7f5-4815-a5d5-4670a436bb9e" providerId="AD" clId="Web-{37F25F49-305A-5ABC-7387-8EE01DDEC523}" dt="2023-09-02T10:05:54.573" v="0"/>
          <ac:spMkLst>
            <pc:docMk/>
            <pc:sldMk cId="1962279143" sldId="1592"/>
            <ac:spMk id="122" creationId="{B50AB553-2A96-4A92-96F2-93548E096954}"/>
          </ac:spMkLst>
        </pc:spChg>
        <pc:spChg chg="add">
          <ac:chgData name="Mr. Sumit Sharma" userId="S::sumitsharma.cse@niet.co.in::0287a0e3-d7f5-4815-a5d5-4670a436bb9e" providerId="AD" clId="Web-{37F25F49-305A-5ABC-7387-8EE01DDEC523}" dt="2023-09-02T10:05:54.573" v="0"/>
          <ac:spMkLst>
            <pc:docMk/>
            <pc:sldMk cId="1962279143" sldId="1592"/>
            <ac:spMk id="127" creationId="{B50AB553-2A96-4A92-96F2-93548E096954}"/>
          </ac:spMkLst>
        </pc:spChg>
        <pc:graphicFrameChg chg="mod modGraphic">
          <ac:chgData name="Mr. Sumit Sharma" userId="S::sumitsharma.cse@niet.co.in::0287a0e3-d7f5-4815-a5d5-4670a436bb9e" providerId="AD" clId="Web-{37F25F49-305A-5ABC-7387-8EE01DDEC523}" dt="2023-09-02T10:13:54.029" v="29" actId="1076"/>
          <ac:graphicFrameMkLst>
            <pc:docMk/>
            <pc:sldMk cId="1962279143" sldId="1592"/>
            <ac:graphicFrameMk id="115" creationId="{5E7B02D7-812F-8FB5-ACDD-4128603C06A6}"/>
          </ac:graphicFrameMkLst>
        </pc:graphicFrameChg>
      </pc:sldChg>
      <pc:sldChg chg="addSp delSp modSp add replId">
        <pc:chgData name="Mr. Sumit Sharma" userId="S::sumitsharma.cse@niet.co.in::0287a0e3-d7f5-4815-a5d5-4670a436bb9e" providerId="AD" clId="Web-{37F25F49-305A-5ABC-7387-8EE01DDEC523}" dt="2023-09-02T10:13:26.528" v="26" actId="14100"/>
        <pc:sldMkLst>
          <pc:docMk/>
          <pc:sldMk cId="326434851" sldId="1593"/>
        </pc:sldMkLst>
        <pc:spChg chg="del mod">
          <ac:chgData name="Mr. Sumit Sharma" userId="S::sumitsharma.cse@niet.co.in::0287a0e3-d7f5-4815-a5d5-4670a436bb9e" providerId="AD" clId="Web-{37F25F49-305A-5ABC-7387-8EE01DDEC523}" dt="2023-09-02T10:06:26.168" v="3"/>
          <ac:spMkLst>
            <pc:docMk/>
            <pc:sldMk cId="326434851" sldId="1593"/>
            <ac:spMk id="3" creationId="{F8CC24E1-E4CB-4555-AAFE-79673E88E287}"/>
          </ac:spMkLst>
        </pc:spChg>
        <pc:spChg chg="add mod">
          <ac:chgData name="Mr. Sumit Sharma" userId="S::sumitsharma.cse@niet.co.in::0287a0e3-d7f5-4815-a5d5-4670a436bb9e" providerId="AD" clId="Web-{37F25F49-305A-5ABC-7387-8EE01DDEC523}" dt="2023-09-02T10:13:26.528" v="26" actId="14100"/>
          <ac:spMkLst>
            <pc:docMk/>
            <pc:sldMk cId="326434851" sldId="1593"/>
            <ac:spMk id="4" creationId="{7FA8EF7C-98A4-19B1-DF88-0AA67459A072}"/>
          </ac:spMkLst>
        </pc:spChg>
      </pc:sldChg>
      <pc:sldChg chg="modSp add replId">
        <pc:chgData name="Mr. Sumit Sharma" userId="S::sumitsharma.cse@niet.co.in::0287a0e3-d7f5-4815-a5d5-4670a436bb9e" providerId="AD" clId="Web-{37F25F49-305A-5ABC-7387-8EE01DDEC523}" dt="2023-09-02T10:17:41.506" v="42" actId="20577"/>
        <pc:sldMkLst>
          <pc:docMk/>
          <pc:sldMk cId="3257631459" sldId="1594"/>
        </pc:sldMkLst>
        <pc:spChg chg="mod">
          <ac:chgData name="Mr. Sumit Sharma" userId="S::sumitsharma.cse@niet.co.in::0287a0e3-d7f5-4815-a5d5-4670a436bb9e" providerId="AD" clId="Web-{37F25F49-305A-5ABC-7387-8EE01DDEC523}" dt="2023-09-02T10:17:41.506" v="42" actId="20577"/>
          <ac:spMkLst>
            <pc:docMk/>
            <pc:sldMk cId="3257631459" sldId="1594"/>
            <ac:spMk id="4" creationId="{7FA8EF7C-98A4-19B1-DF88-0AA67459A072}"/>
          </ac:spMkLst>
        </pc:spChg>
      </pc:sldChg>
      <pc:sldChg chg="modSp add replId">
        <pc:chgData name="Mr. Sumit Sharma" userId="S::sumitsharma.cse@niet.co.in::0287a0e3-d7f5-4815-a5d5-4670a436bb9e" providerId="AD" clId="Web-{37F25F49-305A-5ABC-7387-8EE01DDEC523}" dt="2023-09-02T10:19:17.994" v="55" actId="20577"/>
        <pc:sldMkLst>
          <pc:docMk/>
          <pc:sldMk cId="2120114595" sldId="1595"/>
        </pc:sldMkLst>
        <pc:spChg chg="mod">
          <ac:chgData name="Mr. Sumit Sharma" userId="S::sumitsharma.cse@niet.co.in::0287a0e3-d7f5-4815-a5d5-4670a436bb9e" providerId="AD" clId="Web-{37F25F49-305A-5ABC-7387-8EE01DDEC523}" dt="2023-09-02T10:19:17.994" v="55" actId="20577"/>
          <ac:spMkLst>
            <pc:docMk/>
            <pc:sldMk cId="2120114595" sldId="1595"/>
            <ac:spMk id="4" creationId="{7FA8EF7C-98A4-19B1-DF88-0AA67459A072}"/>
          </ac:spMkLst>
        </pc:spChg>
      </pc:sldChg>
      <pc:sldChg chg="modSp add replId">
        <pc:chgData name="Mr. Sumit Sharma" userId="S::sumitsharma.cse@niet.co.in::0287a0e3-d7f5-4815-a5d5-4670a436bb9e" providerId="AD" clId="Web-{37F25F49-305A-5ABC-7387-8EE01DDEC523}" dt="2023-09-02T10:21:11.092" v="77" actId="14100"/>
        <pc:sldMkLst>
          <pc:docMk/>
          <pc:sldMk cId="402774072" sldId="1596"/>
        </pc:sldMkLst>
        <pc:spChg chg="mod">
          <ac:chgData name="Mr. Sumit Sharma" userId="S::sumitsharma.cse@niet.co.in::0287a0e3-d7f5-4815-a5d5-4670a436bb9e" providerId="AD" clId="Web-{37F25F49-305A-5ABC-7387-8EE01DDEC523}" dt="2023-09-02T10:21:11.092" v="77" actId="14100"/>
          <ac:spMkLst>
            <pc:docMk/>
            <pc:sldMk cId="402774072" sldId="1596"/>
            <ac:spMk id="4" creationId="{7FA8EF7C-98A4-19B1-DF88-0AA67459A072}"/>
          </ac:spMkLst>
        </pc:spChg>
      </pc:sldChg>
      <pc:sldChg chg="modSp add replId">
        <pc:chgData name="Mr. Sumit Sharma" userId="S::sumitsharma.cse@niet.co.in::0287a0e3-d7f5-4815-a5d5-4670a436bb9e" providerId="AD" clId="Web-{37F25F49-305A-5ABC-7387-8EE01DDEC523}" dt="2023-09-02T10:22:30.767" v="92" actId="20577"/>
        <pc:sldMkLst>
          <pc:docMk/>
          <pc:sldMk cId="333784858" sldId="1597"/>
        </pc:sldMkLst>
        <pc:spChg chg="mod">
          <ac:chgData name="Mr. Sumit Sharma" userId="S::sumitsharma.cse@niet.co.in::0287a0e3-d7f5-4815-a5d5-4670a436bb9e" providerId="AD" clId="Web-{37F25F49-305A-5ABC-7387-8EE01DDEC523}" dt="2023-09-02T10:22:30.767" v="92" actId="20577"/>
          <ac:spMkLst>
            <pc:docMk/>
            <pc:sldMk cId="333784858" sldId="1597"/>
            <ac:spMk id="4" creationId="{7FA8EF7C-98A4-19B1-DF88-0AA67459A072}"/>
          </ac:spMkLst>
        </pc:spChg>
      </pc:sldChg>
      <pc:sldChg chg="modSp add replId">
        <pc:chgData name="Mr. Sumit Sharma" userId="S::sumitsharma.cse@niet.co.in::0287a0e3-d7f5-4815-a5d5-4670a436bb9e" providerId="AD" clId="Web-{37F25F49-305A-5ABC-7387-8EE01DDEC523}" dt="2023-09-02T10:23:37.411" v="118" actId="14100"/>
        <pc:sldMkLst>
          <pc:docMk/>
          <pc:sldMk cId="3283346478" sldId="1598"/>
        </pc:sldMkLst>
        <pc:spChg chg="mod">
          <ac:chgData name="Mr. Sumit Sharma" userId="S::sumitsharma.cse@niet.co.in::0287a0e3-d7f5-4815-a5d5-4670a436bb9e" providerId="AD" clId="Web-{37F25F49-305A-5ABC-7387-8EE01DDEC523}" dt="2023-09-02T10:23:37.411" v="118" actId="14100"/>
          <ac:spMkLst>
            <pc:docMk/>
            <pc:sldMk cId="3283346478" sldId="1598"/>
            <ac:spMk id="4" creationId="{7FA8EF7C-98A4-19B1-DF88-0AA67459A072}"/>
          </ac:spMkLst>
        </pc:spChg>
      </pc:sldChg>
      <pc:sldChg chg="modSp add replId">
        <pc:chgData name="Mr. Sumit Sharma" userId="S::sumitsharma.cse@niet.co.in::0287a0e3-d7f5-4815-a5d5-4670a436bb9e" providerId="AD" clId="Web-{37F25F49-305A-5ABC-7387-8EE01DDEC523}" dt="2023-09-02T10:27:29.954" v="150" actId="20577"/>
        <pc:sldMkLst>
          <pc:docMk/>
          <pc:sldMk cId="2149703403" sldId="1599"/>
        </pc:sldMkLst>
        <pc:spChg chg="mod">
          <ac:chgData name="Mr. Sumit Sharma" userId="S::sumitsharma.cse@niet.co.in::0287a0e3-d7f5-4815-a5d5-4670a436bb9e" providerId="AD" clId="Web-{37F25F49-305A-5ABC-7387-8EE01DDEC523}" dt="2023-09-02T10:27:29.954" v="150" actId="20577"/>
          <ac:spMkLst>
            <pc:docMk/>
            <pc:sldMk cId="2149703403" sldId="1599"/>
            <ac:spMk id="4" creationId="{7FA8EF7C-98A4-19B1-DF88-0AA67459A072}"/>
          </ac:spMkLst>
        </pc:spChg>
      </pc:sldChg>
      <pc:sldChg chg="modSp add replId">
        <pc:chgData name="Mr. Sumit Sharma" userId="S::sumitsharma.cse@niet.co.in::0287a0e3-d7f5-4815-a5d5-4670a436bb9e" providerId="AD" clId="Web-{37F25F49-305A-5ABC-7387-8EE01DDEC523}" dt="2023-09-02T10:30:04.631" v="178" actId="20577"/>
        <pc:sldMkLst>
          <pc:docMk/>
          <pc:sldMk cId="2382672243" sldId="1600"/>
        </pc:sldMkLst>
        <pc:spChg chg="mod">
          <ac:chgData name="Mr. Sumit Sharma" userId="S::sumitsharma.cse@niet.co.in::0287a0e3-d7f5-4815-a5d5-4670a436bb9e" providerId="AD" clId="Web-{37F25F49-305A-5ABC-7387-8EE01DDEC523}" dt="2023-09-02T10:30:04.631" v="178" actId="20577"/>
          <ac:spMkLst>
            <pc:docMk/>
            <pc:sldMk cId="2382672243" sldId="1600"/>
            <ac:spMk id="4" creationId="{7FA8EF7C-98A4-19B1-DF88-0AA67459A072}"/>
          </ac:spMkLst>
        </pc:spChg>
      </pc:sldChg>
    </pc:docChg>
  </pc:docChgLst>
  <pc:docChgLst>
    <pc:chgData name="Mr. Sumit Sharma" userId="S::sumitsharma.cse@niet.co.in::0287a0e3-d7f5-4815-a5d5-4670a436bb9e" providerId="AD" clId="Web-{05C13EA6-F00E-4A22-B00F-6F8694EDBE6B}"/>
    <pc:docChg chg="addSld modSld">
      <pc:chgData name="Mr. Sumit Sharma" userId="S::sumitsharma.cse@niet.co.in::0287a0e3-d7f5-4815-a5d5-4670a436bb9e" providerId="AD" clId="Web-{05C13EA6-F00E-4A22-B00F-6F8694EDBE6B}" dt="2023-10-04T04:00:18.906" v="61" actId="20577"/>
      <pc:docMkLst>
        <pc:docMk/>
      </pc:docMkLst>
      <pc:sldChg chg="modSp">
        <pc:chgData name="Mr. Sumit Sharma" userId="S::sumitsharma.cse@niet.co.in::0287a0e3-d7f5-4815-a5d5-4670a436bb9e" providerId="AD" clId="Web-{05C13EA6-F00E-4A22-B00F-6F8694EDBE6B}" dt="2023-10-04T03:54:53.162" v="4" actId="20577"/>
        <pc:sldMkLst>
          <pc:docMk/>
          <pc:sldMk cId="1147002948" sldId="1602"/>
        </pc:sldMkLst>
        <pc:graphicFrameChg chg="modGraphic">
          <ac:chgData name="Mr. Sumit Sharma" userId="S::sumitsharma.cse@niet.co.in::0287a0e3-d7f5-4815-a5d5-4670a436bb9e" providerId="AD" clId="Web-{05C13EA6-F00E-4A22-B00F-6F8694EDBE6B}" dt="2023-10-04T03:54:53.162" v="4" actId="20577"/>
          <ac:graphicFrameMkLst>
            <pc:docMk/>
            <pc:sldMk cId="1147002948" sldId="1602"/>
            <ac:graphicFrameMk id="28" creationId="{7911BCD3-FD89-BC16-4A6F-1F614AC172FE}"/>
          </ac:graphicFrameMkLst>
        </pc:graphicFrameChg>
      </pc:sldChg>
      <pc:sldChg chg="addSp delSp modSp">
        <pc:chgData name="Mr. Sumit Sharma" userId="S::sumitsharma.cse@niet.co.in::0287a0e3-d7f5-4815-a5d5-4670a436bb9e" providerId="AD" clId="Web-{05C13EA6-F00E-4A22-B00F-6F8694EDBE6B}" dt="2023-10-04T03:58:40.638" v="29" actId="20577"/>
        <pc:sldMkLst>
          <pc:docMk/>
          <pc:sldMk cId="2762524818" sldId="1603"/>
        </pc:sldMkLst>
        <pc:spChg chg="mod">
          <ac:chgData name="Mr. Sumit Sharma" userId="S::sumitsharma.cse@niet.co.in::0287a0e3-d7f5-4815-a5d5-4670a436bb9e" providerId="AD" clId="Web-{05C13EA6-F00E-4A22-B00F-6F8694EDBE6B}" dt="2023-10-04T03:58:40.638" v="29" actId="20577"/>
          <ac:spMkLst>
            <pc:docMk/>
            <pc:sldMk cId="2762524818" sldId="1603"/>
            <ac:spMk id="7" creationId="{00000000-0000-0000-0000-000000000000}"/>
          </ac:spMkLst>
        </pc:spChg>
        <pc:spChg chg="add del">
          <ac:chgData name="Mr. Sumit Sharma" userId="S::sumitsharma.cse@niet.co.in::0287a0e3-d7f5-4815-a5d5-4670a436bb9e" providerId="AD" clId="Web-{05C13EA6-F00E-4A22-B00F-6F8694EDBE6B}" dt="2023-10-04T03:58:36.372" v="28"/>
          <ac:spMkLst>
            <pc:docMk/>
            <pc:sldMk cId="2762524818" sldId="1603"/>
            <ac:spMk id="15" creationId="{53B021B3-DE93-4AB7-8A18-CF5F1CED88B8}"/>
          </ac:spMkLst>
        </pc:spChg>
        <pc:spChg chg="add del">
          <ac:chgData name="Mr. Sumit Sharma" userId="S::sumitsharma.cse@niet.co.in::0287a0e3-d7f5-4815-a5d5-4670a436bb9e" providerId="AD" clId="Web-{05C13EA6-F00E-4A22-B00F-6F8694EDBE6B}" dt="2023-10-04T03:58:36.372" v="28"/>
          <ac:spMkLst>
            <pc:docMk/>
            <pc:sldMk cId="2762524818" sldId="1603"/>
            <ac:spMk id="17" creationId="{52D502E5-F6B4-4D58-B4AE-FC466FF15EE8}"/>
          </ac:spMkLst>
        </pc:spChg>
        <pc:spChg chg="add del">
          <ac:chgData name="Mr. Sumit Sharma" userId="S::sumitsharma.cse@niet.co.in::0287a0e3-d7f5-4815-a5d5-4670a436bb9e" providerId="AD" clId="Web-{05C13EA6-F00E-4A22-B00F-6F8694EDBE6B}" dt="2023-10-04T03:58:36.372" v="28"/>
          <ac:spMkLst>
            <pc:docMk/>
            <pc:sldMk cId="2762524818" sldId="1603"/>
            <ac:spMk id="19" creationId="{9DECDBF4-02B6-4BB4-B65B-B8107AD6A9E8}"/>
          </ac:spMkLst>
        </pc:spChg>
        <pc:spChg chg="add del mod">
          <ac:chgData name="Mr. Sumit Sharma" userId="S::sumitsharma.cse@niet.co.in::0287a0e3-d7f5-4815-a5d5-4670a436bb9e" providerId="AD" clId="Web-{05C13EA6-F00E-4A22-B00F-6F8694EDBE6B}" dt="2023-10-04T03:58:36.372" v="28"/>
          <ac:spMkLst>
            <pc:docMk/>
            <pc:sldMk cId="2762524818" sldId="1603"/>
            <ac:spMk id="182" creationId="{FDC1A734-1528-FC7A-7C7C-B49C8922968A}"/>
          </ac:spMkLst>
        </pc:spChg>
        <pc:spChg chg="add">
          <ac:chgData name="Mr. Sumit Sharma" userId="S::sumitsharma.cse@niet.co.in::0287a0e3-d7f5-4815-a5d5-4670a436bb9e" providerId="AD" clId="Web-{05C13EA6-F00E-4A22-B00F-6F8694EDBE6B}" dt="2023-10-04T03:58:36.372" v="28"/>
          <ac:spMkLst>
            <pc:docMk/>
            <pc:sldMk cId="2762524818" sldId="1603"/>
            <ac:spMk id="185" creationId="{53B021B3-DE93-4AB7-8A18-CF5F1CED88B8}"/>
          </ac:spMkLst>
        </pc:spChg>
        <pc:spChg chg="add">
          <ac:chgData name="Mr. Sumit Sharma" userId="S::sumitsharma.cse@niet.co.in::0287a0e3-d7f5-4815-a5d5-4670a436bb9e" providerId="AD" clId="Web-{05C13EA6-F00E-4A22-B00F-6F8694EDBE6B}" dt="2023-10-04T03:58:36.372" v="28"/>
          <ac:spMkLst>
            <pc:docMk/>
            <pc:sldMk cId="2762524818" sldId="1603"/>
            <ac:spMk id="186" creationId="{52D502E5-F6B4-4D58-B4AE-FC466FF15EE8}"/>
          </ac:spMkLst>
        </pc:spChg>
        <pc:spChg chg="add">
          <ac:chgData name="Mr. Sumit Sharma" userId="S::sumitsharma.cse@niet.co.in::0287a0e3-d7f5-4815-a5d5-4670a436bb9e" providerId="AD" clId="Web-{05C13EA6-F00E-4A22-B00F-6F8694EDBE6B}" dt="2023-10-04T03:58:36.372" v="28"/>
          <ac:spMkLst>
            <pc:docMk/>
            <pc:sldMk cId="2762524818" sldId="1603"/>
            <ac:spMk id="187" creationId="{9DECDBF4-02B6-4BB4-B65B-B8107AD6A9E8}"/>
          </ac:spMkLst>
        </pc:spChg>
        <pc:spChg chg="add del">
          <ac:chgData name="Mr. Sumit Sharma" userId="S::sumitsharma.cse@niet.co.in::0287a0e3-d7f5-4815-a5d5-4670a436bb9e" providerId="AD" clId="Web-{05C13EA6-F00E-4A22-B00F-6F8694EDBE6B}" dt="2023-10-04T03:58:25.747" v="26"/>
          <ac:spMkLst>
            <pc:docMk/>
            <pc:sldMk cId="2762524818" sldId="1603"/>
            <ac:spMk id="188" creationId="{53B021B3-DE93-4AB7-8A18-CF5F1CED88B8}"/>
          </ac:spMkLst>
        </pc:spChg>
        <pc:spChg chg="add del">
          <ac:chgData name="Mr. Sumit Sharma" userId="S::sumitsharma.cse@niet.co.in::0287a0e3-d7f5-4815-a5d5-4670a436bb9e" providerId="AD" clId="Web-{05C13EA6-F00E-4A22-B00F-6F8694EDBE6B}" dt="2023-10-04T03:58:25.747" v="26"/>
          <ac:spMkLst>
            <pc:docMk/>
            <pc:sldMk cId="2762524818" sldId="1603"/>
            <ac:spMk id="190" creationId="{52D502E5-F6B4-4D58-B4AE-FC466FF15EE8}"/>
          </ac:spMkLst>
        </pc:spChg>
        <pc:spChg chg="add del">
          <ac:chgData name="Mr. Sumit Sharma" userId="S::sumitsharma.cse@niet.co.in::0287a0e3-d7f5-4815-a5d5-4670a436bb9e" providerId="AD" clId="Web-{05C13EA6-F00E-4A22-B00F-6F8694EDBE6B}" dt="2023-10-04T03:58:25.747" v="26"/>
          <ac:spMkLst>
            <pc:docMk/>
            <pc:sldMk cId="2762524818" sldId="1603"/>
            <ac:spMk id="192" creationId="{9DECDBF4-02B6-4BB4-B65B-B8107AD6A9E8}"/>
          </ac:spMkLst>
        </pc:spChg>
        <pc:graphicFrameChg chg="add del">
          <ac:chgData name="Mr. Sumit Sharma" userId="S::sumitsharma.cse@niet.co.in::0287a0e3-d7f5-4815-a5d5-4670a436bb9e" providerId="AD" clId="Web-{05C13EA6-F00E-4A22-B00F-6F8694EDBE6B}" dt="2023-10-04T03:58:25.747" v="26"/>
          <ac:graphicFrameMkLst>
            <pc:docMk/>
            <pc:sldMk cId="2762524818" sldId="1603"/>
            <ac:graphicFrameMk id="184" creationId="{847FA389-B682-D491-3EC1-6D0C1A486357}"/>
          </ac:graphicFrameMkLst>
        </pc:graphicFrameChg>
        <pc:graphicFrameChg chg="add">
          <ac:chgData name="Mr. Sumit Sharma" userId="S::sumitsharma.cse@niet.co.in::0287a0e3-d7f5-4815-a5d5-4670a436bb9e" providerId="AD" clId="Web-{05C13EA6-F00E-4A22-B00F-6F8694EDBE6B}" dt="2023-10-04T03:58:36.372" v="28"/>
          <ac:graphicFrameMkLst>
            <pc:docMk/>
            <pc:sldMk cId="2762524818" sldId="1603"/>
            <ac:graphicFrameMk id="189" creationId="{EAEE85EF-0E78-BC41-6940-948F160FCB8D}"/>
          </ac:graphicFrameMkLst>
        </pc:graphicFrameChg>
      </pc:sldChg>
      <pc:sldChg chg="modSp add replId">
        <pc:chgData name="Mr. Sumit Sharma" userId="S::sumitsharma.cse@niet.co.in::0287a0e3-d7f5-4815-a5d5-4670a436bb9e" providerId="AD" clId="Web-{05C13EA6-F00E-4A22-B00F-6F8694EDBE6B}" dt="2023-10-04T03:55:39.241" v="7" actId="20577"/>
        <pc:sldMkLst>
          <pc:docMk/>
          <pc:sldMk cId="2020227136" sldId="1605"/>
        </pc:sldMkLst>
        <pc:graphicFrameChg chg="modGraphic">
          <ac:chgData name="Mr. Sumit Sharma" userId="S::sumitsharma.cse@niet.co.in::0287a0e3-d7f5-4815-a5d5-4670a436bb9e" providerId="AD" clId="Web-{05C13EA6-F00E-4A22-B00F-6F8694EDBE6B}" dt="2023-10-04T03:55:39.241" v="7" actId="20577"/>
          <ac:graphicFrameMkLst>
            <pc:docMk/>
            <pc:sldMk cId="2020227136" sldId="1605"/>
            <ac:graphicFrameMk id="28" creationId="{7911BCD3-FD89-BC16-4A6F-1F614AC172FE}"/>
          </ac:graphicFrameMkLst>
        </pc:graphicFrameChg>
      </pc:sldChg>
      <pc:sldChg chg="modSp add replId">
        <pc:chgData name="Mr. Sumit Sharma" userId="S::sumitsharma.cse@niet.co.in::0287a0e3-d7f5-4815-a5d5-4670a436bb9e" providerId="AD" clId="Web-{05C13EA6-F00E-4A22-B00F-6F8694EDBE6B}" dt="2023-10-04T04:00:18.906" v="61" actId="20577"/>
        <pc:sldMkLst>
          <pc:docMk/>
          <pc:sldMk cId="2751998733" sldId="1606"/>
        </pc:sldMkLst>
        <pc:spChg chg="mod">
          <ac:chgData name="Mr. Sumit Sharma" userId="S::sumitsharma.cse@niet.co.in::0287a0e3-d7f5-4815-a5d5-4670a436bb9e" providerId="AD" clId="Web-{05C13EA6-F00E-4A22-B00F-6F8694EDBE6B}" dt="2023-10-04T03:59:03.326" v="34" actId="20577"/>
          <ac:spMkLst>
            <pc:docMk/>
            <pc:sldMk cId="2751998733" sldId="1606"/>
            <ac:spMk id="7" creationId="{00000000-0000-0000-0000-000000000000}"/>
          </ac:spMkLst>
        </pc:spChg>
        <pc:spChg chg="mod">
          <ac:chgData name="Mr. Sumit Sharma" userId="S::sumitsharma.cse@niet.co.in::0287a0e3-d7f5-4815-a5d5-4670a436bb9e" providerId="AD" clId="Web-{05C13EA6-F00E-4A22-B00F-6F8694EDBE6B}" dt="2023-10-04T04:00:18.906" v="61" actId="20577"/>
          <ac:spMkLst>
            <pc:docMk/>
            <pc:sldMk cId="2751998733" sldId="1606"/>
            <ac:spMk id="182" creationId="{FDC1A734-1528-FC7A-7C7C-B49C8922968A}"/>
          </ac:spMkLst>
        </pc:spChg>
      </pc:sldChg>
    </pc:docChg>
  </pc:docChgLst>
  <pc:docChgLst>
    <pc:chgData name="Mr. Sumit Sharma" userId="S::sumitsharma.cse@niet.co.in::0287a0e3-d7f5-4815-a5d5-4670a436bb9e" providerId="AD" clId="Web-{5BAAF0DA-74C9-4AD1-84AD-D9BE74280E54}"/>
    <pc:docChg chg="modSld">
      <pc:chgData name="Mr. Sumit Sharma" userId="S::sumitsharma.cse@niet.co.in::0287a0e3-d7f5-4815-a5d5-4670a436bb9e" providerId="AD" clId="Web-{5BAAF0DA-74C9-4AD1-84AD-D9BE74280E54}" dt="2023-10-16T06:03:55.177" v="58" actId="20577"/>
      <pc:docMkLst>
        <pc:docMk/>
      </pc:docMkLst>
      <pc:sldChg chg="modSp">
        <pc:chgData name="Mr. Sumit Sharma" userId="S::sumitsharma.cse@niet.co.in::0287a0e3-d7f5-4815-a5d5-4670a436bb9e" providerId="AD" clId="Web-{5BAAF0DA-74C9-4AD1-84AD-D9BE74280E54}" dt="2023-10-16T05:42:11.830" v="42" actId="20577"/>
        <pc:sldMkLst>
          <pc:docMk/>
          <pc:sldMk cId="195056096" sldId="1614"/>
        </pc:sldMkLst>
        <pc:spChg chg="mod">
          <ac:chgData name="Mr. Sumit Sharma" userId="S::sumitsharma.cse@niet.co.in::0287a0e3-d7f5-4815-a5d5-4670a436bb9e" providerId="AD" clId="Web-{5BAAF0DA-74C9-4AD1-84AD-D9BE74280E54}" dt="2023-10-16T05:42:11.830" v="42" actId="20577"/>
          <ac:spMkLst>
            <pc:docMk/>
            <pc:sldMk cId="195056096" sldId="1614"/>
            <ac:spMk id="182" creationId="{FDC1A734-1528-FC7A-7C7C-B49C8922968A}"/>
          </ac:spMkLst>
        </pc:spChg>
      </pc:sldChg>
      <pc:sldChg chg="modSp">
        <pc:chgData name="Mr. Sumit Sharma" userId="S::sumitsharma.cse@niet.co.in::0287a0e3-d7f5-4815-a5d5-4670a436bb9e" providerId="AD" clId="Web-{5BAAF0DA-74C9-4AD1-84AD-D9BE74280E54}" dt="2023-10-16T06:03:55.177" v="58" actId="20577"/>
        <pc:sldMkLst>
          <pc:docMk/>
          <pc:sldMk cId="3259819603" sldId="1622"/>
        </pc:sldMkLst>
        <pc:spChg chg="mod">
          <ac:chgData name="Mr. Sumit Sharma" userId="S::sumitsharma.cse@niet.co.in::0287a0e3-d7f5-4815-a5d5-4670a436bb9e" providerId="AD" clId="Web-{5BAAF0DA-74C9-4AD1-84AD-D9BE74280E54}" dt="2023-10-16T06:03:55.177" v="58" actId="20577"/>
          <ac:spMkLst>
            <pc:docMk/>
            <pc:sldMk cId="3259819603" sldId="1622"/>
            <ac:spMk id="182" creationId="{FDC1A734-1528-FC7A-7C7C-B49C8922968A}"/>
          </ac:spMkLst>
        </pc:spChg>
      </pc:sldChg>
    </pc:docChg>
  </pc:docChgLst>
  <pc:docChgLst>
    <pc:chgData name="Mr. Sumit Sharma" userId="S::sumitsharma.cse@niet.co.in::0287a0e3-d7f5-4815-a5d5-4670a436bb9e" providerId="AD" clId="Web-{B4AB676F-2D03-2C58-0FDC-1D5749CA1545}"/>
    <pc:docChg chg="addSld delSld modSld">
      <pc:chgData name="Mr. Sumit Sharma" userId="S::sumitsharma.cse@niet.co.in::0287a0e3-d7f5-4815-a5d5-4670a436bb9e" providerId="AD" clId="Web-{B4AB676F-2D03-2C58-0FDC-1D5749CA1545}" dt="2023-08-29T06:33:27.486" v="336" actId="20577"/>
      <pc:docMkLst>
        <pc:docMk/>
      </pc:docMkLst>
      <pc:sldChg chg="addSp delSp modSp add replId">
        <pc:chgData name="Mr. Sumit Sharma" userId="S::sumitsharma.cse@niet.co.in::0287a0e3-d7f5-4815-a5d5-4670a436bb9e" providerId="AD" clId="Web-{B4AB676F-2D03-2C58-0FDC-1D5749CA1545}" dt="2023-08-29T06:07:59.578" v="16" actId="14100"/>
        <pc:sldMkLst>
          <pc:docMk/>
          <pc:sldMk cId="1985676765" sldId="1583"/>
        </pc:sldMkLst>
        <pc:spChg chg="del mod">
          <ac:chgData name="Mr. Sumit Sharma" userId="S::sumitsharma.cse@niet.co.in::0287a0e3-d7f5-4815-a5d5-4670a436bb9e" providerId="AD" clId="Web-{B4AB676F-2D03-2C58-0FDC-1D5749CA1545}" dt="2023-08-29T06:06:44.545" v="3"/>
          <ac:spMkLst>
            <pc:docMk/>
            <pc:sldMk cId="1985676765" sldId="1583"/>
            <ac:spMk id="3" creationId="{F8CC24E1-E4CB-4555-AAFE-79673E88E287}"/>
          </ac:spMkLst>
        </pc:spChg>
        <pc:spChg chg="add del mod">
          <ac:chgData name="Mr. Sumit Sharma" userId="S::sumitsharma.cse@niet.co.in::0287a0e3-d7f5-4815-a5d5-4670a436bb9e" providerId="AD" clId="Web-{B4AB676F-2D03-2C58-0FDC-1D5749CA1545}" dt="2023-08-29T06:06:48.014" v="4"/>
          <ac:spMkLst>
            <pc:docMk/>
            <pc:sldMk cId="1985676765" sldId="1583"/>
            <ac:spMk id="4" creationId="{4EC34E13-6DFC-518F-F579-5FBF71C7FD1E}"/>
          </ac:spMkLst>
        </pc:spChg>
        <pc:spChg chg="mod">
          <ac:chgData name="Mr. Sumit Sharma" userId="S::sumitsharma.cse@niet.co.in::0287a0e3-d7f5-4815-a5d5-4670a436bb9e" providerId="AD" clId="Web-{B4AB676F-2D03-2C58-0FDC-1D5749CA1545}" dt="2023-08-29T06:07:53.468" v="13"/>
          <ac:spMkLst>
            <pc:docMk/>
            <pc:sldMk cId="1985676765" sldId="1583"/>
            <ac:spMk id="6" creationId="{00000000-0000-0000-0000-000000000000}"/>
          </ac:spMkLst>
        </pc:spChg>
        <pc:spChg chg="del">
          <ac:chgData name="Mr. Sumit Sharma" userId="S::sumitsharma.cse@niet.co.in::0287a0e3-d7f5-4815-a5d5-4670a436bb9e" providerId="AD" clId="Web-{B4AB676F-2D03-2C58-0FDC-1D5749CA1545}" dt="2023-08-29T06:06:42.482" v="1"/>
          <ac:spMkLst>
            <pc:docMk/>
            <pc:sldMk cId="1985676765" sldId="1583"/>
            <ac:spMk id="7" creationId="{00000000-0000-0000-0000-000000000000}"/>
          </ac:spMkLst>
        </pc:spChg>
        <pc:spChg chg="add del">
          <ac:chgData name="Mr. Sumit Sharma" userId="S::sumitsharma.cse@niet.co.in::0287a0e3-d7f5-4815-a5d5-4670a436bb9e" providerId="AD" clId="Web-{B4AB676F-2D03-2C58-0FDC-1D5749CA1545}" dt="2023-08-29T06:07:31.983" v="9"/>
          <ac:spMkLst>
            <pc:docMk/>
            <pc:sldMk cId="1985676765" sldId="1583"/>
            <ac:spMk id="54" creationId="{907EF6B7-1338-4443-8C46-6A318D952DFD}"/>
          </ac:spMkLst>
        </pc:spChg>
        <pc:spChg chg="add del">
          <ac:chgData name="Mr. Sumit Sharma" userId="S::sumitsharma.cse@niet.co.in::0287a0e3-d7f5-4815-a5d5-4670a436bb9e" providerId="AD" clId="Web-{B4AB676F-2D03-2C58-0FDC-1D5749CA1545}" dt="2023-08-29T06:07:31.983" v="9"/>
          <ac:spMkLst>
            <pc:docMk/>
            <pc:sldMk cId="1985676765" sldId="1583"/>
            <ac:spMk id="56" creationId="{DAAE4CDD-124C-4DCF-9584-B6033B545DD5}"/>
          </ac:spMkLst>
        </pc:spChg>
        <pc:spChg chg="add del">
          <ac:chgData name="Mr. Sumit Sharma" userId="S::sumitsharma.cse@niet.co.in::0287a0e3-d7f5-4815-a5d5-4670a436bb9e" providerId="AD" clId="Web-{B4AB676F-2D03-2C58-0FDC-1D5749CA1545}" dt="2023-08-29T06:07:31.983" v="9"/>
          <ac:spMkLst>
            <pc:docMk/>
            <pc:sldMk cId="1985676765" sldId="1583"/>
            <ac:spMk id="58" creationId="{081E4A58-353D-44AE-B2FC-2A74E2E400F7}"/>
          </ac:spMkLst>
        </pc:spChg>
        <pc:spChg chg="add del">
          <ac:chgData name="Mr. Sumit Sharma" userId="S::sumitsharma.cse@niet.co.in::0287a0e3-d7f5-4815-a5d5-4670a436bb9e" providerId="AD" clId="Web-{B4AB676F-2D03-2C58-0FDC-1D5749CA1545}" dt="2023-08-29T06:07:53.468" v="14"/>
          <ac:spMkLst>
            <pc:docMk/>
            <pc:sldMk cId="1985676765" sldId="1583"/>
            <ac:spMk id="63" creationId="{AB8C311F-7253-4AED-9701-7FC0708C41C7}"/>
          </ac:spMkLst>
        </pc:spChg>
        <pc:spChg chg="add del">
          <ac:chgData name="Mr. Sumit Sharma" userId="S::sumitsharma.cse@niet.co.in::0287a0e3-d7f5-4815-a5d5-4670a436bb9e" providerId="AD" clId="Web-{B4AB676F-2D03-2C58-0FDC-1D5749CA1545}" dt="2023-08-29T06:07:53.468" v="14"/>
          <ac:spMkLst>
            <pc:docMk/>
            <pc:sldMk cId="1985676765" sldId="1583"/>
            <ac:spMk id="65" creationId="{E2384209-CB15-4CDF-9D31-C44FD9A3F20D}"/>
          </ac:spMkLst>
        </pc:spChg>
        <pc:spChg chg="add del">
          <ac:chgData name="Mr. Sumit Sharma" userId="S::sumitsharma.cse@niet.co.in::0287a0e3-d7f5-4815-a5d5-4670a436bb9e" providerId="AD" clId="Web-{B4AB676F-2D03-2C58-0FDC-1D5749CA1545}" dt="2023-08-29T06:07:53.468" v="14"/>
          <ac:spMkLst>
            <pc:docMk/>
            <pc:sldMk cId="1985676765" sldId="1583"/>
            <ac:spMk id="67" creationId="{2633B3B5-CC90-43F0-8714-D31D1F3F0209}"/>
          </ac:spMkLst>
        </pc:spChg>
        <pc:spChg chg="add del">
          <ac:chgData name="Mr. Sumit Sharma" userId="S::sumitsharma.cse@niet.co.in::0287a0e3-d7f5-4815-a5d5-4670a436bb9e" providerId="AD" clId="Web-{B4AB676F-2D03-2C58-0FDC-1D5749CA1545}" dt="2023-08-29T06:07:53.468" v="14"/>
          <ac:spMkLst>
            <pc:docMk/>
            <pc:sldMk cId="1985676765" sldId="1583"/>
            <ac:spMk id="69" creationId="{A8D57A06-A426-446D-B02C-A2DC6B62E45E}"/>
          </ac:spMkLst>
        </pc:spChg>
        <pc:spChg chg="add del">
          <ac:chgData name="Mr. Sumit Sharma" userId="S::sumitsharma.cse@niet.co.in::0287a0e3-d7f5-4815-a5d5-4670a436bb9e" providerId="AD" clId="Web-{B4AB676F-2D03-2C58-0FDC-1D5749CA1545}" dt="2023-08-29T06:07:53.468" v="13"/>
          <ac:spMkLst>
            <pc:docMk/>
            <pc:sldMk cId="1985676765" sldId="1583"/>
            <ac:spMk id="74" creationId="{42A4FC2C-047E-45A5-965D-8E1E3BF09BC6}"/>
          </ac:spMkLst>
        </pc:spChg>
        <pc:spChg chg="add">
          <ac:chgData name="Mr. Sumit Sharma" userId="S::sumitsharma.cse@niet.co.in::0287a0e3-d7f5-4815-a5d5-4670a436bb9e" providerId="AD" clId="Web-{B4AB676F-2D03-2C58-0FDC-1D5749CA1545}" dt="2023-08-29T06:07:53.468" v="14"/>
          <ac:spMkLst>
            <pc:docMk/>
            <pc:sldMk cId="1985676765" sldId="1583"/>
            <ac:spMk id="76" creationId="{E2384209-CB15-4CDF-9D31-C44FD9A3F20D}"/>
          </ac:spMkLst>
        </pc:spChg>
        <pc:spChg chg="add">
          <ac:chgData name="Mr. Sumit Sharma" userId="S::sumitsharma.cse@niet.co.in::0287a0e3-d7f5-4815-a5d5-4670a436bb9e" providerId="AD" clId="Web-{B4AB676F-2D03-2C58-0FDC-1D5749CA1545}" dt="2023-08-29T06:07:53.468" v="14"/>
          <ac:spMkLst>
            <pc:docMk/>
            <pc:sldMk cId="1985676765" sldId="1583"/>
            <ac:spMk id="77" creationId="{AB8C311F-7253-4AED-9701-7FC0708C41C7}"/>
          </ac:spMkLst>
        </pc:spChg>
        <pc:spChg chg="add">
          <ac:chgData name="Mr. Sumit Sharma" userId="S::sumitsharma.cse@niet.co.in::0287a0e3-d7f5-4815-a5d5-4670a436bb9e" providerId="AD" clId="Web-{B4AB676F-2D03-2C58-0FDC-1D5749CA1545}" dt="2023-08-29T06:07:53.468" v="14"/>
          <ac:spMkLst>
            <pc:docMk/>
            <pc:sldMk cId="1985676765" sldId="1583"/>
            <ac:spMk id="78" creationId="{2633B3B5-CC90-43F0-8714-D31D1F3F0209}"/>
          </ac:spMkLst>
        </pc:spChg>
        <pc:spChg chg="add">
          <ac:chgData name="Mr. Sumit Sharma" userId="S::sumitsharma.cse@niet.co.in::0287a0e3-d7f5-4815-a5d5-4670a436bb9e" providerId="AD" clId="Web-{B4AB676F-2D03-2C58-0FDC-1D5749CA1545}" dt="2023-08-29T06:07:53.468" v="14"/>
          <ac:spMkLst>
            <pc:docMk/>
            <pc:sldMk cId="1985676765" sldId="1583"/>
            <ac:spMk id="80" creationId="{A8D57A06-A426-446D-B02C-A2DC6B62E45E}"/>
          </ac:spMkLst>
        </pc:spChg>
        <pc:picChg chg="add mod ord">
          <ac:chgData name="Mr. Sumit Sharma" userId="S::sumitsharma.cse@niet.co.in::0287a0e3-d7f5-4815-a5d5-4670a436bb9e" providerId="AD" clId="Web-{B4AB676F-2D03-2C58-0FDC-1D5749CA1545}" dt="2023-08-29T06:07:59.578" v="16" actId="14100"/>
          <ac:picMkLst>
            <pc:docMk/>
            <pc:sldMk cId="1985676765" sldId="1583"/>
            <ac:picMk id="5" creationId="{2AAE6229-A22A-40BE-3FEF-391D82DC4A90}"/>
          </ac:picMkLst>
        </pc:picChg>
      </pc:sldChg>
      <pc:sldChg chg="addSp delSp modSp add del replId">
        <pc:chgData name="Mr. Sumit Sharma" userId="S::sumitsharma.cse@niet.co.in::0287a0e3-d7f5-4815-a5d5-4670a436bb9e" providerId="AD" clId="Web-{B4AB676F-2D03-2C58-0FDC-1D5749CA1545}" dt="2023-08-29T06:10:59.691" v="25"/>
        <pc:sldMkLst>
          <pc:docMk/>
          <pc:sldMk cId="567769167" sldId="1584"/>
        </pc:sldMkLst>
        <pc:spChg chg="del">
          <ac:chgData name="Mr. Sumit Sharma" userId="S::sumitsharma.cse@niet.co.in::0287a0e3-d7f5-4815-a5d5-4670a436bb9e" providerId="AD" clId="Web-{B4AB676F-2D03-2C58-0FDC-1D5749CA1545}" dt="2023-08-29T06:08:37.969" v="22"/>
          <ac:spMkLst>
            <pc:docMk/>
            <pc:sldMk cId="567769167" sldId="1584"/>
            <ac:spMk id="3" creationId="{F8CC24E1-E4CB-4555-AAFE-79673E88E287}"/>
          </ac:spMkLst>
        </pc:spChg>
        <pc:spChg chg="add del mod">
          <ac:chgData name="Mr. Sumit Sharma" userId="S::sumitsharma.cse@niet.co.in::0287a0e3-d7f5-4815-a5d5-4670a436bb9e" providerId="AD" clId="Web-{B4AB676F-2D03-2C58-0FDC-1D5749CA1545}" dt="2023-08-29T06:08:43.376" v="23"/>
          <ac:spMkLst>
            <pc:docMk/>
            <pc:sldMk cId="567769167" sldId="1584"/>
            <ac:spMk id="4" creationId="{69AA62FF-F446-4672-F957-400D6833FDE6}"/>
          </ac:spMkLst>
        </pc:spChg>
        <pc:spChg chg="del">
          <ac:chgData name="Mr. Sumit Sharma" userId="S::sumitsharma.cse@niet.co.in::0287a0e3-d7f5-4815-a5d5-4670a436bb9e" providerId="AD" clId="Web-{B4AB676F-2D03-2C58-0FDC-1D5749CA1545}" dt="2023-08-29T06:08:35.782" v="21"/>
          <ac:spMkLst>
            <pc:docMk/>
            <pc:sldMk cId="567769167" sldId="1584"/>
            <ac:spMk id="7" creationId="{00000000-0000-0000-0000-000000000000}"/>
          </ac:spMkLst>
        </pc:spChg>
        <pc:picChg chg="mod">
          <ac:chgData name="Mr. Sumit Sharma" userId="S::sumitsharma.cse@niet.co.in::0287a0e3-d7f5-4815-a5d5-4670a436bb9e" providerId="AD" clId="Web-{B4AB676F-2D03-2C58-0FDC-1D5749CA1545}" dt="2023-08-29T06:08:48.266" v="24" actId="1076"/>
          <ac:picMkLst>
            <pc:docMk/>
            <pc:sldMk cId="567769167" sldId="1584"/>
            <ac:picMk id="9" creationId="{C927257E-084A-415B-BF9B-22EABE25ABE7}"/>
          </ac:picMkLst>
        </pc:picChg>
      </pc:sldChg>
      <pc:sldChg chg="delSp add del replId">
        <pc:chgData name="Mr. Sumit Sharma" userId="S::sumitsharma.cse@niet.co.in::0287a0e3-d7f5-4815-a5d5-4670a436bb9e" providerId="AD" clId="Web-{B4AB676F-2D03-2C58-0FDC-1D5749CA1545}" dt="2023-08-29T06:08:26.328" v="19"/>
        <pc:sldMkLst>
          <pc:docMk/>
          <pc:sldMk cId="583062153" sldId="1584"/>
        </pc:sldMkLst>
        <pc:picChg chg="del">
          <ac:chgData name="Mr. Sumit Sharma" userId="S::sumitsharma.cse@niet.co.in::0287a0e3-d7f5-4815-a5d5-4670a436bb9e" providerId="AD" clId="Web-{B4AB676F-2D03-2C58-0FDC-1D5749CA1545}" dt="2023-08-29T06:08:21.735" v="18"/>
          <ac:picMkLst>
            <pc:docMk/>
            <pc:sldMk cId="583062153" sldId="1584"/>
            <ac:picMk id="5" creationId="{2AAE6229-A22A-40BE-3FEF-391D82DC4A90}"/>
          </ac:picMkLst>
        </pc:picChg>
      </pc:sldChg>
      <pc:sldChg chg="addSp modSp add mod replId setBg">
        <pc:chgData name="Mr. Sumit Sharma" userId="S::sumitsharma.cse@niet.co.in::0287a0e3-d7f5-4815-a5d5-4670a436bb9e" providerId="AD" clId="Web-{B4AB676F-2D03-2C58-0FDC-1D5749CA1545}" dt="2023-08-29T06:18:30.685" v="104" actId="14100"/>
        <pc:sldMkLst>
          <pc:docMk/>
          <pc:sldMk cId="3311729789" sldId="1584"/>
        </pc:sldMkLst>
        <pc:spChg chg="mod">
          <ac:chgData name="Mr. Sumit Sharma" userId="S::sumitsharma.cse@niet.co.in::0287a0e3-d7f5-4815-a5d5-4670a436bb9e" providerId="AD" clId="Web-{B4AB676F-2D03-2C58-0FDC-1D5749CA1545}" dt="2023-08-29T06:18:30.685" v="104" actId="14100"/>
          <ac:spMkLst>
            <pc:docMk/>
            <pc:sldMk cId="3311729789" sldId="1584"/>
            <ac:spMk id="3" creationId="{F8CC24E1-E4CB-4555-AAFE-79673E88E287}"/>
          </ac:spMkLst>
        </pc:spChg>
        <pc:spChg chg="mod ord">
          <ac:chgData name="Mr. Sumit Sharma" userId="S::sumitsharma.cse@niet.co.in::0287a0e3-d7f5-4815-a5d5-4670a436bb9e" providerId="AD" clId="Web-{B4AB676F-2D03-2C58-0FDC-1D5749CA1545}" dt="2023-08-29T06:17:43.387" v="99"/>
          <ac:spMkLst>
            <pc:docMk/>
            <pc:sldMk cId="3311729789" sldId="1584"/>
            <ac:spMk id="6" creationId="{00000000-0000-0000-0000-000000000000}"/>
          </ac:spMkLst>
        </pc:spChg>
        <pc:spChg chg="mod">
          <ac:chgData name="Mr. Sumit Sharma" userId="S::sumitsharma.cse@niet.co.in::0287a0e3-d7f5-4815-a5d5-4670a436bb9e" providerId="AD" clId="Web-{B4AB676F-2D03-2C58-0FDC-1D5749CA1545}" dt="2023-08-29T06:17:43.387" v="99"/>
          <ac:spMkLst>
            <pc:docMk/>
            <pc:sldMk cId="3311729789" sldId="1584"/>
            <ac:spMk id="7" creationId="{00000000-0000-0000-0000-000000000000}"/>
          </ac:spMkLst>
        </pc:spChg>
        <pc:spChg chg="add">
          <ac:chgData name="Mr. Sumit Sharma" userId="S::sumitsharma.cse@niet.co.in::0287a0e3-d7f5-4815-a5d5-4670a436bb9e" providerId="AD" clId="Web-{B4AB676F-2D03-2C58-0FDC-1D5749CA1545}" dt="2023-08-29T06:17:43.387" v="99"/>
          <ac:spMkLst>
            <pc:docMk/>
            <pc:sldMk cId="3311729789" sldId="1584"/>
            <ac:spMk id="16" creationId="{AFA67CD3-AB4E-4A7A-BEB8-53C445D8C44E}"/>
          </ac:spMkLst>
        </pc:spChg>
        <pc:spChg chg="add">
          <ac:chgData name="Mr. Sumit Sharma" userId="S::sumitsharma.cse@niet.co.in::0287a0e3-d7f5-4815-a5d5-4670a436bb9e" providerId="AD" clId="Web-{B4AB676F-2D03-2C58-0FDC-1D5749CA1545}" dt="2023-08-29T06:17:43.387" v="99"/>
          <ac:spMkLst>
            <pc:docMk/>
            <pc:sldMk cId="3311729789" sldId="1584"/>
            <ac:spMk id="20" creationId="{339C8D78-A644-462F-B674-F440635E5353}"/>
          </ac:spMkLst>
        </pc:spChg>
        <pc:picChg chg="ord">
          <ac:chgData name="Mr. Sumit Sharma" userId="S::sumitsharma.cse@niet.co.in::0287a0e3-d7f5-4815-a5d5-4670a436bb9e" providerId="AD" clId="Web-{B4AB676F-2D03-2C58-0FDC-1D5749CA1545}" dt="2023-08-29T06:17:43.387" v="99"/>
          <ac:picMkLst>
            <pc:docMk/>
            <pc:sldMk cId="3311729789" sldId="1584"/>
            <ac:picMk id="9" creationId="{C927257E-084A-415B-BF9B-22EABE25ABE7}"/>
          </ac:picMkLst>
        </pc:picChg>
        <pc:picChg chg="add">
          <ac:chgData name="Mr. Sumit Sharma" userId="S::sumitsharma.cse@niet.co.in::0287a0e3-d7f5-4815-a5d5-4670a436bb9e" providerId="AD" clId="Web-{B4AB676F-2D03-2C58-0FDC-1D5749CA1545}" dt="2023-08-29T06:17:43.387" v="99"/>
          <ac:picMkLst>
            <pc:docMk/>
            <pc:sldMk cId="3311729789" sldId="1584"/>
            <ac:picMk id="13" creationId="{B4A6B947-9921-48E1-F1A5-4553D097EB3F}"/>
          </ac:picMkLst>
        </pc:picChg>
        <pc:picChg chg="add">
          <ac:chgData name="Mr. Sumit Sharma" userId="S::sumitsharma.cse@niet.co.in::0287a0e3-d7f5-4815-a5d5-4670a436bb9e" providerId="AD" clId="Web-{B4AB676F-2D03-2C58-0FDC-1D5749CA1545}" dt="2023-08-29T06:17:43.387" v="99"/>
          <ac:picMkLst>
            <pc:docMk/>
            <pc:sldMk cId="3311729789" sldId="1584"/>
            <ac:picMk id="18" creationId="{07CF545F-9C2E-4446-97CD-AD92990C2B68}"/>
          </ac:picMkLst>
        </pc:picChg>
      </pc:sldChg>
      <pc:sldChg chg="addSp delSp modSp add replId">
        <pc:chgData name="Mr. Sumit Sharma" userId="S::sumitsharma.cse@niet.co.in::0287a0e3-d7f5-4815-a5d5-4670a436bb9e" providerId="AD" clId="Web-{B4AB676F-2D03-2C58-0FDC-1D5749CA1545}" dt="2023-08-29T06:22:55.175" v="158"/>
        <pc:sldMkLst>
          <pc:docMk/>
          <pc:sldMk cId="1501446876" sldId="1585"/>
        </pc:sldMkLst>
        <pc:spChg chg="mod ord">
          <ac:chgData name="Mr. Sumit Sharma" userId="S::sumitsharma.cse@niet.co.in::0287a0e3-d7f5-4815-a5d5-4670a436bb9e" providerId="AD" clId="Web-{B4AB676F-2D03-2C58-0FDC-1D5749CA1545}" dt="2023-08-29T06:22:55.175" v="158"/>
          <ac:spMkLst>
            <pc:docMk/>
            <pc:sldMk cId="1501446876" sldId="1585"/>
            <ac:spMk id="3" creationId="{F8CC24E1-E4CB-4555-AAFE-79673E88E287}"/>
          </ac:spMkLst>
        </pc:spChg>
        <pc:spChg chg="mod">
          <ac:chgData name="Mr. Sumit Sharma" userId="S::sumitsharma.cse@niet.co.in::0287a0e3-d7f5-4815-a5d5-4670a436bb9e" providerId="AD" clId="Web-{B4AB676F-2D03-2C58-0FDC-1D5749CA1545}" dt="2023-08-29T06:22:55.175" v="158"/>
          <ac:spMkLst>
            <pc:docMk/>
            <pc:sldMk cId="1501446876" sldId="1585"/>
            <ac:spMk id="6" creationId="{00000000-0000-0000-0000-000000000000}"/>
          </ac:spMkLst>
        </pc:spChg>
        <pc:spChg chg="del">
          <ac:chgData name="Mr. Sumit Sharma" userId="S::sumitsharma.cse@niet.co.in::0287a0e3-d7f5-4815-a5d5-4670a436bb9e" providerId="AD" clId="Web-{B4AB676F-2D03-2C58-0FDC-1D5749CA1545}" dt="2023-08-29T06:18:55.233" v="106"/>
          <ac:spMkLst>
            <pc:docMk/>
            <pc:sldMk cId="1501446876" sldId="1585"/>
            <ac:spMk id="7" creationId="{00000000-0000-0000-0000-000000000000}"/>
          </ac:spMkLst>
        </pc:spChg>
        <pc:spChg chg="add del">
          <ac:chgData name="Mr. Sumit Sharma" userId="S::sumitsharma.cse@niet.co.in::0287a0e3-d7f5-4815-a5d5-4670a436bb9e" providerId="AD" clId="Web-{B4AB676F-2D03-2C58-0FDC-1D5749CA1545}" dt="2023-08-29T06:19:50.859" v="115"/>
          <ac:spMkLst>
            <pc:docMk/>
            <pc:sldMk cId="1501446876" sldId="1585"/>
            <ac:spMk id="16" creationId="{AFA67CD3-AB4E-4A7A-BEB8-53C445D8C44E}"/>
          </ac:spMkLst>
        </pc:spChg>
        <pc:spChg chg="add del">
          <ac:chgData name="Mr. Sumit Sharma" userId="S::sumitsharma.cse@niet.co.in::0287a0e3-d7f5-4815-a5d5-4670a436bb9e" providerId="AD" clId="Web-{B4AB676F-2D03-2C58-0FDC-1D5749CA1545}" dt="2023-08-29T06:19:50.859" v="115"/>
          <ac:spMkLst>
            <pc:docMk/>
            <pc:sldMk cId="1501446876" sldId="1585"/>
            <ac:spMk id="20" creationId="{339C8D78-A644-462F-B674-F440635E5353}"/>
          </ac:spMkLst>
        </pc:spChg>
        <pc:spChg chg="add del">
          <ac:chgData name="Mr. Sumit Sharma" userId="S::sumitsharma.cse@niet.co.in::0287a0e3-d7f5-4815-a5d5-4670a436bb9e" providerId="AD" clId="Web-{B4AB676F-2D03-2C58-0FDC-1D5749CA1545}" dt="2023-08-29T06:19:50.843" v="114"/>
          <ac:spMkLst>
            <pc:docMk/>
            <pc:sldMk cId="1501446876" sldId="1585"/>
            <ac:spMk id="25" creationId="{7B831B6F-405A-4B47-B9BB-5CA88F285844}"/>
          </ac:spMkLst>
        </pc:spChg>
        <pc:spChg chg="add del">
          <ac:chgData name="Mr. Sumit Sharma" userId="S::sumitsharma.cse@niet.co.in::0287a0e3-d7f5-4815-a5d5-4670a436bb9e" providerId="AD" clId="Web-{B4AB676F-2D03-2C58-0FDC-1D5749CA1545}" dt="2023-08-29T06:19:50.843" v="114"/>
          <ac:spMkLst>
            <pc:docMk/>
            <pc:sldMk cId="1501446876" sldId="1585"/>
            <ac:spMk id="27" creationId="{15109354-9C5D-4F8C-B0E6-D1043C7BF20A}"/>
          </ac:spMkLst>
        </pc:spChg>
        <pc:spChg chg="add del">
          <ac:chgData name="Mr. Sumit Sharma" userId="S::sumitsharma.cse@niet.co.in::0287a0e3-d7f5-4815-a5d5-4670a436bb9e" providerId="AD" clId="Web-{B4AB676F-2D03-2C58-0FDC-1D5749CA1545}" dt="2023-08-29T06:19:50.843" v="114"/>
          <ac:spMkLst>
            <pc:docMk/>
            <pc:sldMk cId="1501446876" sldId="1585"/>
            <ac:spMk id="29" creationId="{49B530FE-A87D-41A0-A920-ADC6539EAA44}"/>
          </ac:spMkLst>
        </pc:spChg>
        <pc:spChg chg="add del">
          <ac:chgData name="Mr. Sumit Sharma" userId="S::sumitsharma.cse@niet.co.in::0287a0e3-d7f5-4815-a5d5-4670a436bb9e" providerId="AD" clId="Web-{B4AB676F-2D03-2C58-0FDC-1D5749CA1545}" dt="2023-08-29T06:20:15.516" v="120"/>
          <ac:spMkLst>
            <pc:docMk/>
            <pc:sldMk cId="1501446876" sldId="1585"/>
            <ac:spMk id="31" creationId="{2813A4FA-24A5-41ED-A534-3807D1B2F344}"/>
          </ac:spMkLst>
        </pc:spChg>
        <pc:spChg chg="add del">
          <ac:chgData name="Mr. Sumit Sharma" userId="S::sumitsharma.cse@niet.co.in::0287a0e3-d7f5-4815-a5d5-4670a436bb9e" providerId="AD" clId="Web-{B4AB676F-2D03-2C58-0FDC-1D5749CA1545}" dt="2023-08-29T06:20:15.516" v="120"/>
          <ac:spMkLst>
            <pc:docMk/>
            <pc:sldMk cId="1501446876" sldId="1585"/>
            <ac:spMk id="32" creationId="{12609869-9E80-471B-A487-A53288E0E791}"/>
          </ac:spMkLst>
        </pc:spChg>
        <pc:spChg chg="add del">
          <ac:chgData name="Mr. Sumit Sharma" userId="S::sumitsharma.cse@niet.co.in::0287a0e3-d7f5-4815-a5d5-4670a436bb9e" providerId="AD" clId="Web-{B4AB676F-2D03-2C58-0FDC-1D5749CA1545}" dt="2023-08-29T06:20:15.516" v="120"/>
          <ac:spMkLst>
            <pc:docMk/>
            <pc:sldMk cId="1501446876" sldId="1585"/>
            <ac:spMk id="33" creationId="{C3944F27-CA70-4E84-A51A-E6BF89558979}"/>
          </ac:spMkLst>
        </pc:spChg>
        <pc:spChg chg="add del">
          <ac:chgData name="Mr. Sumit Sharma" userId="S::sumitsharma.cse@niet.co.in::0287a0e3-d7f5-4815-a5d5-4670a436bb9e" providerId="AD" clId="Web-{B4AB676F-2D03-2C58-0FDC-1D5749CA1545}" dt="2023-08-29T06:20:15.516" v="120"/>
          <ac:spMkLst>
            <pc:docMk/>
            <pc:sldMk cId="1501446876" sldId="1585"/>
            <ac:spMk id="34" creationId="{7004738A-9D34-43E8-97D2-CA0EED4F8BE0}"/>
          </ac:spMkLst>
        </pc:spChg>
        <pc:spChg chg="add del">
          <ac:chgData name="Mr. Sumit Sharma" userId="S::sumitsharma.cse@niet.co.in::0287a0e3-d7f5-4815-a5d5-4670a436bb9e" providerId="AD" clId="Web-{B4AB676F-2D03-2C58-0FDC-1D5749CA1545}" dt="2023-08-29T06:20:15.516" v="120"/>
          <ac:spMkLst>
            <pc:docMk/>
            <pc:sldMk cId="1501446876" sldId="1585"/>
            <ac:spMk id="35" creationId="{B8B8D07F-F13E-443E-BA68-2D26672D76B9}"/>
          </ac:spMkLst>
        </pc:spChg>
        <pc:spChg chg="add del">
          <ac:chgData name="Mr. Sumit Sharma" userId="S::sumitsharma.cse@niet.co.in::0287a0e3-d7f5-4815-a5d5-4670a436bb9e" providerId="AD" clId="Web-{B4AB676F-2D03-2C58-0FDC-1D5749CA1545}" dt="2023-08-29T06:20:45.063" v="132"/>
          <ac:spMkLst>
            <pc:docMk/>
            <pc:sldMk cId="1501446876" sldId="1585"/>
            <ac:spMk id="40" creationId="{2EB492CD-616E-47F8-933B-5E2D952A0593}"/>
          </ac:spMkLst>
        </pc:spChg>
        <pc:spChg chg="add del">
          <ac:chgData name="Mr. Sumit Sharma" userId="S::sumitsharma.cse@niet.co.in::0287a0e3-d7f5-4815-a5d5-4670a436bb9e" providerId="AD" clId="Web-{B4AB676F-2D03-2C58-0FDC-1D5749CA1545}" dt="2023-08-29T06:20:45.063" v="132"/>
          <ac:spMkLst>
            <pc:docMk/>
            <pc:sldMk cId="1501446876" sldId="1585"/>
            <ac:spMk id="42" creationId="{59383CF9-23B5-4335-9B21-1791C4CF1C75}"/>
          </ac:spMkLst>
        </pc:spChg>
        <pc:spChg chg="add del">
          <ac:chgData name="Mr. Sumit Sharma" userId="S::sumitsharma.cse@niet.co.in::0287a0e3-d7f5-4815-a5d5-4670a436bb9e" providerId="AD" clId="Web-{B4AB676F-2D03-2C58-0FDC-1D5749CA1545}" dt="2023-08-29T06:20:45.063" v="132"/>
          <ac:spMkLst>
            <pc:docMk/>
            <pc:sldMk cId="1501446876" sldId="1585"/>
            <ac:spMk id="44" creationId="{0007FE00-9498-4706-B255-6437B0252C02}"/>
          </ac:spMkLst>
        </pc:spChg>
        <pc:spChg chg="add del">
          <ac:chgData name="Mr. Sumit Sharma" userId="S::sumitsharma.cse@niet.co.in::0287a0e3-d7f5-4815-a5d5-4670a436bb9e" providerId="AD" clId="Web-{B4AB676F-2D03-2C58-0FDC-1D5749CA1545}" dt="2023-08-29T06:22:55.175" v="158"/>
          <ac:spMkLst>
            <pc:docMk/>
            <pc:sldMk cId="1501446876" sldId="1585"/>
            <ac:spMk id="49" creationId="{12609869-9E80-471B-A487-A53288E0E791}"/>
          </ac:spMkLst>
        </pc:spChg>
        <pc:spChg chg="add del">
          <ac:chgData name="Mr. Sumit Sharma" userId="S::sumitsharma.cse@niet.co.in::0287a0e3-d7f5-4815-a5d5-4670a436bb9e" providerId="AD" clId="Web-{B4AB676F-2D03-2C58-0FDC-1D5749CA1545}" dt="2023-08-29T06:22:55.175" v="158"/>
          <ac:spMkLst>
            <pc:docMk/>
            <pc:sldMk cId="1501446876" sldId="1585"/>
            <ac:spMk id="51" creationId="{7004738A-9D34-43E8-97D2-CA0EED4F8BE0}"/>
          </ac:spMkLst>
        </pc:spChg>
        <pc:spChg chg="add del">
          <ac:chgData name="Mr. Sumit Sharma" userId="S::sumitsharma.cse@niet.co.in::0287a0e3-d7f5-4815-a5d5-4670a436bb9e" providerId="AD" clId="Web-{B4AB676F-2D03-2C58-0FDC-1D5749CA1545}" dt="2023-08-29T06:22:55.175" v="158"/>
          <ac:spMkLst>
            <pc:docMk/>
            <pc:sldMk cId="1501446876" sldId="1585"/>
            <ac:spMk id="53" creationId="{B8B8D07F-F13E-443E-BA68-2D26672D76B9}"/>
          </ac:spMkLst>
        </pc:spChg>
        <pc:spChg chg="add del">
          <ac:chgData name="Mr. Sumit Sharma" userId="S::sumitsharma.cse@niet.co.in::0287a0e3-d7f5-4815-a5d5-4670a436bb9e" providerId="AD" clId="Web-{B4AB676F-2D03-2C58-0FDC-1D5749CA1545}" dt="2023-08-29T06:22:55.175" v="158"/>
          <ac:spMkLst>
            <pc:docMk/>
            <pc:sldMk cId="1501446876" sldId="1585"/>
            <ac:spMk id="55" creationId="{2813A4FA-24A5-41ED-A534-3807D1B2F344}"/>
          </ac:spMkLst>
        </pc:spChg>
        <pc:spChg chg="add del">
          <ac:chgData name="Mr. Sumit Sharma" userId="S::sumitsharma.cse@niet.co.in::0287a0e3-d7f5-4815-a5d5-4670a436bb9e" providerId="AD" clId="Web-{B4AB676F-2D03-2C58-0FDC-1D5749CA1545}" dt="2023-08-29T06:22:55.175" v="158"/>
          <ac:spMkLst>
            <pc:docMk/>
            <pc:sldMk cId="1501446876" sldId="1585"/>
            <ac:spMk id="57" creationId="{C3944F27-CA70-4E84-A51A-E6BF89558979}"/>
          </ac:spMkLst>
        </pc:spChg>
        <pc:spChg chg="add del">
          <ac:chgData name="Mr. Sumit Sharma" userId="S::sumitsharma.cse@niet.co.in::0287a0e3-d7f5-4815-a5d5-4670a436bb9e" providerId="AD" clId="Web-{B4AB676F-2D03-2C58-0FDC-1D5749CA1545}" dt="2023-08-29T06:22:55.175" v="158"/>
          <ac:spMkLst>
            <pc:docMk/>
            <pc:sldMk cId="1501446876" sldId="1585"/>
            <ac:spMk id="62" creationId="{743AA782-23D1-4521-8CAD-47662984AA08}"/>
          </ac:spMkLst>
        </pc:spChg>
        <pc:spChg chg="add del">
          <ac:chgData name="Mr. Sumit Sharma" userId="S::sumitsharma.cse@niet.co.in::0287a0e3-d7f5-4815-a5d5-4670a436bb9e" providerId="AD" clId="Web-{B4AB676F-2D03-2C58-0FDC-1D5749CA1545}" dt="2023-08-29T06:22:55.175" v="158"/>
          <ac:spMkLst>
            <pc:docMk/>
            <pc:sldMk cId="1501446876" sldId="1585"/>
            <ac:spMk id="64" creationId="{71877DBC-BB60-40F0-AC93-2ACDBAAE60CE}"/>
          </ac:spMkLst>
        </pc:spChg>
        <pc:picChg chg="add mod ord">
          <ac:chgData name="Mr. Sumit Sharma" userId="S::sumitsharma.cse@niet.co.in::0287a0e3-d7f5-4815-a5d5-4670a436bb9e" providerId="AD" clId="Web-{B4AB676F-2D03-2C58-0FDC-1D5749CA1545}" dt="2023-08-29T06:22:55.175" v="158"/>
          <ac:picMkLst>
            <pc:docMk/>
            <pc:sldMk cId="1501446876" sldId="1585"/>
            <ac:picMk id="2" creationId="{249DD00E-0EDD-909A-2C70-09B765B5AC61}"/>
          </ac:picMkLst>
        </pc:picChg>
        <pc:picChg chg="del">
          <ac:chgData name="Mr. Sumit Sharma" userId="S::sumitsharma.cse@niet.co.in::0287a0e3-d7f5-4815-a5d5-4670a436bb9e" providerId="AD" clId="Web-{B4AB676F-2D03-2C58-0FDC-1D5749CA1545}" dt="2023-08-29T06:19:43.562" v="112"/>
          <ac:picMkLst>
            <pc:docMk/>
            <pc:sldMk cId="1501446876" sldId="1585"/>
            <ac:picMk id="13" creationId="{B4A6B947-9921-48E1-F1A5-4553D097EB3F}"/>
          </ac:picMkLst>
        </pc:picChg>
        <pc:picChg chg="add del">
          <ac:chgData name="Mr. Sumit Sharma" userId="S::sumitsharma.cse@niet.co.in::0287a0e3-d7f5-4815-a5d5-4670a436bb9e" providerId="AD" clId="Web-{B4AB676F-2D03-2C58-0FDC-1D5749CA1545}" dt="2023-08-29T06:19:50.859" v="115"/>
          <ac:picMkLst>
            <pc:docMk/>
            <pc:sldMk cId="1501446876" sldId="1585"/>
            <ac:picMk id="18" creationId="{07CF545F-9C2E-4446-97CD-AD92990C2B68}"/>
          </ac:picMkLst>
        </pc:picChg>
      </pc:sldChg>
      <pc:sldChg chg="addSp delSp modSp add replId">
        <pc:chgData name="Mr. Sumit Sharma" userId="S::sumitsharma.cse@niet.co.in::0287a0e3-d7f5-4815-a5d5-4670a436bb9e" providerId="AD" clId="Web-{B4AB676F-2D03-2C58-0FDC-1D5749CA1545}" dt="2023-08-29T06:25:15.522" v="191" actId="20577"/>
        <pc:sldMkLst>
          <pc:docMk/>
          <pc:sldMk cId="2503656626" sldId="1586"/>
        </pc:sldMkLst>
        <pc:spChg chg="mod">
          <ac:chgData name="Mr. Sumit Sharma" userId="S::sumitsharma.cse@niet.co.in::0287a0e3-d7f5-4815-a5d5-4670a436bb9e" providerId="AD" clId="Web-{B4AB676F-2D03-2C58-0FDC-1D5749CA1545}" dt="2023-08-29T06:25:15.522" v="191" actId="20577"/>
          <ac:spMkLst>
            <pc:docMk/>
            <pc:sldMk cId="2503656626" sldId="1586"/>
            <ac:spMk id="3" creationId="{F8CC24E1-E4CB-4555-AAFE-79673E88E287}"/>
          </ac:spMkLst>
        </pc:spChg>
        <pc:spChg chg="mod">
          <ac:chgData name="Mr. Sumit Sharma" userId="S::sumitsharma.cse@niet.co.in::0287a0e3-d7f5-4815-a5d5-4670a436bb9e" providerId="AD" clId="Web-{B4AB676F-2D03-2C58-0FDC-1D5749CA1545}" dt="2023-08-29T06:23:49.661" v="176"/>
          <ac:spMkLst>
            <pc:docMk/>
            <pc:sldMk cId="2503656626" sldId="1586"/>
            <ac:spMk id="6" creationId="{00000000-0000-0000-0000-000000000000}"/>
          </ac:spMkLst>
        </pc:spChg>
        <pc:spChg chg="del">
          <ac:chgData name="Mr. Sumit Sharma" userId="S::sumitsharma.cse@niet.co.in::0287a0e3-d7f5-4815-a5d5-4670a436bb9e" providerId="AD" clId="Web-{B4AB676F-2D03-2C58-0FDC-1D5749CA1545}" dt="2023-08-29T06:23:49.661" v="176"/>
          <ac:spMkLst>
            <pc:docMk/>
            <pc:sldMk cId="2503656626" sldId="1586"/>
            <ac:spMk id="49" creationId="{12609869-9E80-471B-A487-A53288E0E791}"/>
          </ac:spMkLst>
        </pc:spChg>
        <pc:spChg chg="del">
          <ac:chgData name="Mr. Sumit Sharma" userId="S::sumitsharma.cse@niet.co.in::0287a0e3-d7f5-4815-a5d5-4670a436bb9e" providerId="AD" clId="Web-{B4AB676F-2D03-2C58-0FDC-1D5749CA1545}" dt="2023-08-29T06:23:49.661" v="176"/>
          <ac:spMkLst>
            <pc:docMk/>
            <pc:sldMk cId="2503656626" sldId="1586"/>
            <ac:spMk id="51" creationId="{7004738A-9D34-43E8-97D2-CA0EED4F8BE0}"/>
          </ac:spMkLst>
        </pc:spChg>
        <pc:spChg chg="del">
          <ac:chgData name="Mr. Sumit Sharma" userId="S::sumitsharma.cse@niet.co.in::0287a0e3-d7f5-4815-a5d5-4670a436bb9e" providerId="AD" clId="Web-{B4AB676F-2D03-2C58-0FDC-1D5749CA1545}" dt="2023-08-29T06:23:49.661" v="176"/>
          <ac:spMkLst>
            <pc:docMk/>
            <pc:sldMk cId="2503656626" sldId="1586"/>
            <ac:spMk id="53" creationId="{B8B8D07F-F13E-443E-BA68-2D26672D76B9}"/>
          </ac:spMkLst>
        </pc:spChg>
        <pc:spChg chg="del">
          <ac:chgData name="Mr. Sumit Sharma" userId="S::sumitsharma.cse@niet.co.in::0287a0e3-d7f5-4815-a5d5-4670a436bb9e" providerId="AD" clId="Web-{B4AB676F-2D03-2C58-0FDC-1D5749CA1545}" dt="2023-08-29T06:23:49.661" v="176"/>
          <ac:spMkLst>
            <pc:docMk/>
            <pc:sldMk cId="2503656626" sldId="1586"/>
            <ac:spMk id="55" creationId="{2813A4FA-24A5-41ED-A534-3807D1B2F344}"/>
          </ac:spMkLst>
        </pc:spChg>
        <pc:spChg chg="del">
          <ac:chgData name="Mr. Sumit Sharma" userId="S::sumitsharma.cse@niet.co.in::0287a0e3-d7f5-4815-a5d5-4670a436bb9e" providerId="AD" clId="Web-{B4AB676F-2D03-2C58-0FDC-1D5749CA1545}" dt="2023-08-29T06:23:49.661" v="176"/>
          <ac:spMkLst>
            <pc:docMk/>
            <pc:sldMk cId="2503656626" sldId="1586"/>
            <ac:spMk id="57" creationId="{C3944F27-CA70-4E84-A51A-E6BF89558979}"/>
          </ac:spMkLst>
        </pc:spChg>
        <pc:spChg chg="add del">
          <ac:chgData name="Mr. Sumit Sharma" userId="S::sumitsharma.cse@niet.co.in::0287a0e3-d7f5-4815-a5d5-4670a436bb9e" providerId="AD" clId="Web-{B4AB676F-2D03-2C58-0FDC-1D5749CA1545}" dt="2023-08-29T06:24:53.944" v="188"/>
          <ac:spMkLst>
            <pc:docMk/>
            <pc:sldMk cId="2503656626" sldId="1586"/>
            <ac:spMk id="62" creationId="{2EB492CD-616E-47F8-933B-5E2D952A0593}"/>
          </ac:spMkLst>
        </pc:spChg>
        <pc:spChg chg="add del">
          <ac:chgData name="Mr. Sumit Sharma" userId="S::sumitsharma.cse@niet.co.in::0287a0e3-d7f5-4815-a5d5-4670a436bb9e" providerId="AD" clId="Web-{B4AB676F-2D03-2C58-0FDC-1D5749CA1545}" dt="2023-08-29T06:24:53.944" v="188"/>
          <ac:spMkLst>
            <pc:docMk/>
            <pc:sldMk cId="2503656626" sldId="1586"/>
            <ac:spMk id="64" creationId="{59383CF9-23B5-4335-9B21-1791C4CF1C75}"/>
          </ac:spMkLst>
        </pc:spChg>
        <pc:spChg chg="add del">
          <ac:chgData name="Mr. Sumit Sharma" userId="S::sumitsharma.cse@niet.co.in::0287a0e3-d7f5-4815-a5d5-4670a436bb9e" providerId="AD" clId="Web-{B4AB676F-2D03-2C58-0FDC-1D5749CA1545}" dt="2023-08-29T06:24:53.944" v="188"/>
          <ac:spMkLst>
            <pc:docMk/>
            <pc:sldMk cId="2503656626" sldId="1586"/>
            <ac:spMk id="66" creationId="{0007FE00-9498-4706-B255-6437B0252C02}"/>
          </ac:spMkLst>
        </pc:spChg>
        <pc:spChg chg="add">
          <ac:chgData name="Mr. Sumit Sharma" userId="S::sumitsharma.cse@niet.co.in::0287a0e3-d7f5-4815-a5d5-4670a436bb9e" providerId="AD" clId="Web-{B4AB676F-2D03-2C58-0FDC-1D5749CA1545}" dt="2023-08-29T06:24:53.944" v="188"/>
          <ac:spMkLst>
            <pc:docMk/>
            <pc:sldMk cId="2503656626" sldId="1586"/>
            <ac:spMk id="71" creationId="{2EB492CD-616E-47F8-933B-5E2D952A0593}"/>
          </ac:spMkLst>
        </pc:spChg>
        <pc:spChg chg="add">
          <ac:chgData name="Mr. Sumit Sharma" userId="S::sumitsharma.cse@niet.co.in::0287a0e3-d7f5-4815-a5d5-4670a436bb9e" providerId="AD" clId="Web-{B4AB676F-2D03-2C58-0FDC-1D5749CA1545}" dt="2023-08-29T06:24:53.944" v="188"/>
          <ac:spMkLst>
            <pc:docMk/>
            <pc:sldMk cId="2503656626" sldId="1586"/>
            <ac:spMk id="73" creationId="{59383CF9-23B5-4335-9B21-1791C4CF1C75}"/>
          </ac:spMkLst>
        </pc:spChg>
        <pc:spChg chg="add">
          <ac:chgData name="Mr. Sumit Sharma" userId="S::sumitsharma.cse@niet.co.in::0287a0e3-d7f5-4815-a5d5-4670a436bb9e" providerId="AD" clId="Web-{B4AB676F-2D03-2C58-0FDC-1D5749CA1545}" dt="2023-08-29T06:24:53.944" v="188"/>
          <ac:spMkLst>
            <pc:docMk/>
            <pc:sldMk cId="2503656626" sldId="1586"/>
            <ac:spMk id="75" creationId="{0007FE00-9498-4706-B255-6437B0252C02}"/>
          </ac:spMkLst>
        </pc:spChg>
        <pc:picChg chg="del">
          <ac:chgData name="Mr. Sumit Sharma" userId="S::sumitsharma.cse@niet.co.in::0287a0e3-d7f5-4815-a5d5-4670a436bb9e" providerId="AD" clId="Web-{B4AB676F-2D03-2C58-0FDC-1D5749CA1545}" dt="2023-08-29T06:23:09.910" v="160"/>
          <ac:picMkLst>
            <pc:docMk/>
            <pc:sldMk cId="2503656626" sldId="1586"/>
            <ac:picMk id="2" creationId="{249DD00E-0EDD-909A-2C70-09B765B5AC61}"/>
          </ac:picMkLst>
        </pc:picChg>
        <pc:picChg chg="add mod ord">
          <ac:chgData name="Mr. Sumit Sharma" userId="S::sumitsharma.cse@niet.co.in::0287a0e3-d7f5-4815-a5d5-4670a436bb9e" providerId="AD" clId="Web-{B4AB676F-2D03-2C58-0FDC-1D5749CA1545}" dt="2023-08-29T06:23:49.661" v="176"/>
          <ac:picMkLst>
            <pc:docMk/>
            <pc:sldMk cId="2503656626" sldId="1586"/>
            <ac:picMk id="4" creationId="{5332998D-E295-D0AF-8754-D5D751AF3A47}"/>
          </ac:picMkLst>
        </pc:picChg>
      </pc:sldChg>
      <pc:sldChg chg="addSp delSp modSp add replId">
        <pc:chgData name="Mr. Sumit Sharma" userId="S::sumitsharma.cse@niet.co.in::0287a0e3-d7f5-4815-a5d5-4670a436bb9e" providerId="AD" clId="Web-{B4AB676F-2D03-2C58-0FDC-1D5749CA1545}" dt="2023-08-29T06:27:33.650" v="251" actId="20577"/>
        <pc:sldMkLst>
          <pc:docMk/>
          <pc:sldMk cId="330888047" sldId="1587"/>
        </pc:sldMkLst>
        <pc:spChg chg="mod">
          <ac:chgData name="Mr. Sumit Sharma" userId="S::sumitsharma.cse@niet.co.in::0287a0e3-d7f5-4815-a5d5-4670a436bb9e" providerId="AD" clId="Web-{B4AB676F-2D03-2C58-0FDC-1D5749CA1545}" dt="2023-08-29T06:27:33.650" v="251" actId="20577"/>
          <ac:spMkLst>
            <pc:docMk/>
            <pc:sldMk cId="330888047" sldId="1587"/>
            <ac:spMk id="3" creationId="{F8CC24E1-E4CB-4555-AAFE-79673E88E287}"/>
          </ac:spMkLst>
        </pc:spChg>
        <pc:picChg chg="add mod">
          <ac:chgData name="Mr. Sumit Sharma" userId="S::sumitsharma.cse@niet.co.in::0287a0e3-d7f5-4815-a5d5-4670a436bb9e" providerId="AD" clId="Web-{B4AB676F-2D03-2C58-0FDC-1D5749CA1545}" dt="2023-08-29T06:26:47.555" v="218" actId="1076"/>
          <ac:picMkLst>
            <pc:docMk/>
            <pc:sldMk cId="330888047" sldId="1587"/>
            <ac:picMk id="2" creationId="{3CB22A0F-0678-F35A-7D73-65CCFE619E9F}"/>
          </ac:picMkLst>
        </pc:picChg>
        <pc:picChg chg="del">
          <ac:chgData name="Mr. Sumit Sharma" userId="S::sumitsharma.cse@niet.co.in::0287a0e3-d7f5-4815-a5d5-4670a436bb9e" providerId="AD" clId="Web-{B4AB676F-2D03-2C58-0FDC-1D5749CA1545}" dt="2023-08-29T06:25:29.069" v="193"/>
          <ac:picMkLst>
            <pc:docMk/>
            <pc:sldMk cId="330888047" sldId="1587"/>
            <ac:picMk id="4" creationId="{5332998D-E295-D0AF-8754-D5D751AF3A47}"/>
          </ac:picMkLst>
        </pc:picChg>
      </pc:sldChg>
      <pc:sldChg chg="addSp delSp modSp add replId">
        <pc:chgData name="Mr. Sumit Sharma" userId="S::sumitsharma.cse@niet.co.in::0287a0e3-d7f5-4815-a5d5-4670a436bb9e" providerId="AD" clId="Web-{B4AB676F-2D03-2C58-0FDC-1D5749CA1545}" dt="2023-08-29T06:30:13.450" v="283" actId="20577"/>
        <pc:sldMkLst>
          <pc:docMk/>
          <pc:sldMk cId="1585696966" sldId="1588"/>
        </pc:sldMkLst>
        <pc:spChg chg="mod ord">
          <ac:chgData name="Mr. Sumit Sharma" userId="S::sumitsharma.cse@niet.co.in::0287a0e3-d7f5-4815-a5d5-4670a436bb9e" providerId="AD" clId="Web-{B4AB676F-2D03-2C58-0FDC-1D5749CA1545}" dt="2023-08-29T06:30:13.450" v="283" actId="20577"/>
          <ac:spMkLst>
            <pc:docMk/>
            <pc:sldMk cId="1585696966" sldId="1588"/>
            <ac:spMk id="3" creationId="{F8CC24E1-E4CB-4555-AAFE-79673E88E287}"/>
          </ac:spMkLst>
        </pc:spChg>
        <pc:spChg chg="del mod">
          <ac:chgData name="Mr. Sumit Sharma" userId="S::sumitsharma.cse@niet.co.in::0287a0e3-d7f5-4815-a5d5-4670a436bb9e" providerId="AD" clId="Web-{B4AB676F-2D03-2C58-0FDC-1D5749CA1545}" dt="2023-08-29T06:29:52.122" v="280"/>
          <ac:spMkLst>
            <pc:docMk/>
            <pc:sldMk cId="1585696966" sldId="1588"/>
            <ac:spMk id="6" creationId="{00000000-0000-0000-0000-000000000000}"/>
          </ac:spMkLst>
        </pc:spChg>
        <pc:spChg chg="del">
          <ac:chgData name="Mr. Sumit Sharma" userId="S::sumitsharma.cse@niet.co.in::0287a0e3-d7f5-4815-a5d5-4670a436bb9e" providerId="AD" clId="Web-{B4AB676F-2D03-2C58-0FDC-1D5749CA1545}" dt="2023-08-29T06:29:43.575" v="279"/>
          <ac:spMkLst>
            <pc:docMk/>
            <pc:sldMk cId="1585696966" sldId="1588"/>
            <ac:spMk id="71" creationId="{2EB492CD-616E-47F8-933B-5E2D952A0593}"/>
          </ac:spMkLst>
        </pc:spChg>
        <pc:spChg chg="del">
          <ac:chgData name="Mr. Sumit Sharma" userId="S::sumitsharma.cse@niet.co.in::0287a0e3-d7f5-4815-a5d5-4670a436bb9e" providerId="AD" clId="Web-{B4AB676F-2D03-2C58-0FDC-1D5749CA1545}" dt="2023-08-29T06:29:43.575" v="279"/>
          <ac:spMkLst>
            <pc:docMk/>
            <pc:sldMk cId="1585696966" sldId="1588"/>
            <ac:spMk id="73" creationId="{59383CF9-23B5-4335-9B21-1791C4CF1C75}"/>
          </ac:spMkLst>
        </pc:spChg>
        <pc:spChg chg="del">
          <ac:chgData name="Mr. Sumit Sharma" userId="S::sumitsharma.cse@niet.co.in::0287a0e3-d7f5-4815-a5d5-4670a436bb9e" providerId="AD" clId="Web-{B4AB676F-2D03-2C58-0FDC-1D5749CA1545}" dt="2023-08-29T06:29:43.575" v="279"/>
          <ac:spMkLst>
            <pc:docMk/>
            <pc:sldMk cId="1585696966" sldId="1588"/>
            <ac:spMk id="75" creationId="{0007FE00-9498-4706-B255-6437B0252C02}"/>
          </ac:spMkLst>
        </pc:spChg>
        <pc:spChg chg="add del">
          <ac:chgData name="Mr. Sumit Sharma" userId="S::sumitsharma.cse@niet.co.in::0287a0e3-d7f5-4815-a5d5-4670a436bb9e" providerId="AD" clId="Web-{B4AB676F-2D03-2C58-0FDC-1D5749CA1545}" dt="2023-08-29T06:29:59.341" v="281"/>
          <ac:spMkLst>
            <pc:docMk/>
            <pc:sldMk cId="1585696966" sldId="1588"/>
            <ac:spMk id="80" creationId="{70DFC902-7D23-471A-B557-B6B6917D7A0D}"/>
          </ac:spMkLst>
        </pc:spChg>
        <pc:spChg chg="add del">
          <ac:chgData name="Mr. Sumit Sharma" userId="S::sumitsharma.cse@niet.co.in::0287a0e3-d7f5-4815-a5d5-4670a436bb9e" providerId="AD" clId="Web-{B4AB676F-2D03-2C58-0FDC-1D5749CA1545}" dt="2023-08-29T06:29:59.341" v="281"/>
          <ac:spMkLst>
            <pc:docMk/>
            <pc:sldMk cId="1585696966" sldId="1588"/>
            <ac:spMk id="82" creationId="{A55D5633-D557-4DCA-982C-FF36EB7A1C00}"/>
          </ac:spMkLst>
        </pc:spChg>
        <pc:spChg chg="add del">
          <ac:chgData name="Mr. Sumit Sharma" userId="S::sumitsharma.cse@niet.co.in::0287a0e3-d7f5-4815-a5d5-4670a436bb9e" providerId="AD" clId="Web-{B4AB676F-2D03-2C58-0FDC-1D5749CA1545}" dt="2023-08-29T06:29:59.341" v="281"/>
          <ac:spMkLst>
            <pc:docMk/>
            <pc:sldMk cId="1585696966" sldId="1588"/>
            <ac:spMk id="84" creationId="{450D3AD2-FA80-415F-A9CE-54D884561CD7}"/>
          </ac:spMkLst>
        </pc:spChg>
        <pc:spChg chg="add">
          <ac:chgData name="Mr. Sumit Sharma" userId="S::sumitsharma.cse@niet.co.in::0287a0e3-d7f5-4815-a5d5-4670a436bb9e" providerId="AD" clId="Web-{B4AB676F-2D03-2C58-0FDC-1D5749CA1545}" dt="2023-08-29T06:29:59.341" v="281"/>
          <ac:spMkLst>
            <pc:docMk/>
            <pc:sldMk cId="1585696966" sldId="1588"/>
            <ac:spMk id="89" creationId="{907EF6B7-1338-4443-8C46-6A318D952DFD}"/>
          </ac:spMkLst>
        </pc:spChg>
        <pc:spChg chg="add">
          <ac:chgData name="Mr. Sumit Sharma" userId="S::sumitsharma.cse@niet.co.in::0287a0e3-d7f5-4815-a5d5-4670a436bb9e" providerId="AD" clId="Web-{B4AB676F-2D03-2C58-0FDC-1D5749CA1545}" dt="2023-08-29T06:29:59.341" v="281"/>
          <ac:spMkLst>
            <pc:docMk/>
            <pc:sldMk cId="1585696966" sldId="1588"/>
            <ac:spMk id="91" creationId="{DAAE4CDD-124C-4DCF-9584-B6033B545DD5}"/>
          </ac:spMkLst>
        </pc:spChg>
        <pc:spChg chg="add">
          <ac:chgData name="Mr. Sumit Sharma" userId="S::sumitsharma.cse@niet.co.in::0287a0e3-d7f5-4815-a5d5-4670a436bb9e" providerId="AD" clId="Web-{B4AB676F-2D03-2C58-0FDC-1D5749CA1545}" dt="2023-08-29T06:29:59.341" v="281"/>
          <ac:spMkLst>
            <pc:docMk/>
            <pc:sldMk cId="1585696966" sldId="1588"/>
            <ac:spMk id="93" creationId="{081E4A58-353D-44AE-B2FC-2A74E2E400F7}"/>
          </ac:spMkLst>
        </pc:spChg>
        <pc:picChg chg="del">
          <ac:chgData name="Mr. Sumit Sharma" userId="S::sumitsharma.cse@niet.co.in::0287a0e3-d7f5-4815-a5d5-4670a436bb9e" providerId="AD" clId="Web-{B4AB676F-2D03-2C58-0FDC-1D5749CA1545}" dt="2023-08-29T06:27:51.322" v="253"/>
          <ac:picMkLst>
            <pc:docMk/>
            <pc:sldMk cId="1585696966" sldId="1588"/>
            <ac:picMk id="2" creationId="{3CB22A0F-0678-F35A-7D73-65CCFE619E9F}"/>
          </ac:picMkLst>
        </pc:picChg>
      </pc:sldChg>
      <pc:sldChg chg="addSp delSp modSp add replId">
        <pc:chgData name="Mr. Sumit Sharma" userId="S::sumitsharma.cse@niet.co.in::0287a0e3-d7f5-4815-a5d5-4670a436bb9e" providerId="AD" clId="Web-{B4AB676F-2D03-2C58-0FDC-1D5749CA1545}" dt="2023-08-29T06:32:03.140" v="312"/>
        <pc:sldMkLst>
          <pc:docMk/>
          <pc:sldMk cId="1590766498" sldId="1589"/>
        </pc:sldMkLst>
        <pc:spChg chg="mod">
          <ac:chgData name="Mr. Sumit Sharma" userId="S::sumitsharma.cse@niet.co.in::0287a0e3-d7f5-4815-a5d5-4670a436bb9e" providerId="AD" clId="Web-{B4AB676F-2D03-2C58-0FDC-1D5749CA1545}" dt="2023-08-29T06:32:03.140" v="312"/>
          <ac:spMkLst>
            <pc:docMk/>
            <pc:sldMk cId="1590766498" sldId="1589"/>
            <ac:spMk id="3" creationId="{F8CC24E1-E4CB-4555-AAFE-79673E88E287}"/>
          </ac:spMkLst>
        </pc:spChg>
        <pc:spChg chg="mod">
          <ac:chgData name="Mr. Sumit Sharma" userId="S::sumitsharma.cse@niet.co.in::0287a0e3-d7f5-4815-a5d5-4670a436bb9e" providerId="AD" clId="Web-{B4AB676F-2D03-2C58-0FDC-1D5749CA1545}" dt="2023-08-29T06:32:03.140" v="311"/>
          <ac:spMkLst>
            <pc:docMk/>
            <pc:sldMk cId="1590766498" sldId="1589"/>
            <ac:spMk id="6" creationId="{00000000-0000-0000-0000-000000000000}"/>
          </ac:spMkLst>
        </pc:spChg>
        <pc:spChg chg="add del">
          <ac:chgData name="Mr. Sumit Sharma" userId="S::sumitsharma.cse@niet.co.in::0287a0e3-d7f5-4815-a5d5-4670a436bb9e" providerId="AD" clId="Web-{B4AB676F-2D03-2C58-0FDC-1D5749CA1545}" dt="2023-08-29T06:32:03.140" v="312"/>
          <ac:spMkLst>
            <pc:docMk/>
            <pc:sldMk cId="1590766498" sldId="1589"/>
            <ac:spMk id="71" creationId="{2EB492CD-616E-47F8-933B-5E2D952A0593}"/>
          </ac:spMkLst>
        </pc:spChg>
        <pc:spChg chg="add del">
          <ac:chgData name="Mr. Sumit Sharma" userId="S::sumitsharma.cse@niet.co.in::0287a0e3-d7f5-4815-a5d5-4670a436bb9e" providerId="AD" clId="Web-{B4AB676F-2D03-2C58-0FDC-1D5749CA1545}" dt="2023-08-29T06:32:03.140" v="312"/>
          <ac:spMkLst>
            <pc:docMk/>
            <pc:sldMk cId="1590766498" sldId="1589"/>
            <ac:spMk id="73" creationId="{59383CF9-23B5-4335-9B21-1791C4CF1C75}"/>
          </ac:spMkLst>
        </pc:spChg>
        <pc:spChg chg="add del">
          <ac:chgData name="Mr. Sumit Sharma" userId="S::sumitsharma.cse@niet.co.in::0287a0e3-d7f5-4815-a5d5-4670a436bb9e" providerId="AD" clId="Web-{B4AB676F-2D03-2C58-0FDC-1D5749CA1545}" dt="2023-08-29T06:32:03.140" v="312"/>
          <ac:spMkLst>
            <pc:docMk/>
            <pc:sldMk cId="1590766498" sldId="1589"/>
            <ac:spMk id="75" creationId="{0007FE00-9498-4706-B255-6437B0252C02}"/>
          </ac:spMkLst>
        </pc:spChg>
        <pc:spChg chg="add del">
          <ac:chgData name="Mr. Sumit Sharma" userId="S::sumitsharma.cse@niet.co.in::0287a0e3-d7f5-4815-a5d5-4670a436bb9e" providerId="AD" clId="Web-{B4AB676F-2D03-2C58-0FDC-1D5749CA1545}" dt="2023-08-29T06:32:03.140" v="311"/>
          <ac:spMkLst>
            <pc:docMk/>
            <pc:sldMk cId="1590766498" sldId="1589"/>
            <ac:spMk id="80" creationId="{E8A8EAB8-D2FF-444D-B34B-7D32F106AD0E}"/>
          </ac:spMkLst>
        </pc:spChg>
        <pc:spChg chg="add">
          <ac:chgData name="Mr. Sumit Sharma" userId="S::sumitsharma.cse@niet.co.in::0287a0e3-d7f5-4815-a5d5-4670a436bb9e" providerId="AD" clId="Web-{B4AB676F-2D03-2C58-0FDC-1D5749CA1545}" dt="2023-08-29T06:32:03.140" v="312"/>
          <ac:spMkLst>
            <pc:docMk/>
            <pc:sldMk cId="1590766498" sldId="1589"/>
            <ac:spMk id="86" creationId="{2EB492CD-616E-47F8-933B-5E2D952A0593}"/>
          </ac:spMkLst>
        </pc:spChg>
        <pc:spChg chg="add">
          <ac:chgData name="Mr. Sumit Sharma" userId="S::sumitsharma.cse@niet.co.in::0287a0e3-d7f5-4815-a5d5-4670a436bb9e" providerId="AD" clId="Web-{B4AB676F-2D03-2C58-0FDC-1D5749CA1545}" dt="2023-08-29T06:32:03.140" v="312"/>
          <ac:spMkLst>
            <pc:docMk/>
            <pc:sldMk cId="1590766498" sldId="1589"/>
            <ac:spMk id="87" creationId="{59383CF9-23B5-4335-9B21-1791C4CF1C75}"/>
          </ac:spMkLst>
        </pc:spChg>
        <pc:spChg chg="add">
          <ac:chgData name="Mr. Sumit Sharma" userId="S::sumitsharma.cse@niet.co.in::0287a0e3-d7f5-4815-a5d5-4670a436bb9e" providerId="AD" clId="Web-{B4AB676F-2D03-2C58-0FDC-1D5749CA1545}" dt="2023-08-29T06:32:03.140" v="312"/>
          <ac:spMkLst>
            <pc:docMk/>
            <pc:sldMk cId="1590766498" sldId="1589"/>
            <ac:spMk id="88" creationId="{0007FE00-9498-4706-B255-6437B0252C02}"/>
          </ac:spMkLst>
        </pc:spChg>
        <pc:picChg chg="del">
          <ac:chgData name="Mr. Sumit Sharma" userId="S::sumitsharma.cse@niet.co.in::0287a0e3-d7f5-4815-a5d5-4670a436bb9e" providerId="AD" clId="Web-{B4AB676F-2D03-2C58-0FDC-1D5749CA1545}" dt="2023-08-29T06:30:34.201" v="285"/>
          <ac:picMkLst>
            <pc:docMk/>
            <pc:sldMk cId="1590766498" sldId="1589"/>
            <ac:picMk id="2" creationId="{3CB22A0F-0678-F35A-7D73-65CCFE619E9F}"/>
          </ac:picMkLst>
        </pc:picChg>
        <pc:picChg chg="add mod ord">
          <ac:chgData name="Mr. Sumit Sharma" userId="S::sumitsharma.cse@niet.co.in::0287a0e3-d7f5-4815-a5d5-4670a436bb9e" providerId="AD" clId="Web-{B4AB676F-2D03-2C58-0FDC-1D5749CA1545}" dt="2023-08-29T06:32:03.140" v="312"/>
          <ac:picMkLst>
            <pc:docMk/>
            <pc:sldMk cId="1590766498" sldId="1589"/>
            <ac:picMk id="4" creationId="{8019D9AF-830D-C840-30FE-EFC27F292A9D}"/>
          </ac:picMkLst>
        </pc:picChg>
        <pc:cxnChg chg="add del">
          <ac:chgData name="Mr. Sumit Sharma" userId="S::sumitsharma.cse@niet.co.in::0287a0e3-d7f5-4815-a5d5-4670a436bb9e" providerId="AD" clId="Web-{B4AB676F-2D03-2C58-0FDC-1D5749CA1545}" dt="2023-08-29T06:32:03.140" v="311"/>
          <ac:cxnSpMkLst>
            <pc:docMk/>
            <pc:sldMk cId="1590766498" sldId="1589"/>
            <ac:cxnSpMk id="82" creationId="{EEA38897-7BA3-4408-8083-3235339C4A60}"/>
          </ac:cxnSpMkLst>
        </pc:cxnChg>
        <pc:cxnChg chg="add del">
          <ac:chgData name="Mr. Sumit Sharma" userId="S::sumitsharma.cse@niet.co.in::0287a0e3-d7f5-4815-a5d5-4670a436bb9e" providerId="AD" clId="Web-{B4AB676F-2D03-2C58-0FDC-1D5749CA1545}" dt="2023-08-29T06:32:03.140" v="311"/>
          <ac:cxnSpMkLst>
            <pc:docMk/>
            <pc:sldMk cId="1590766498" sldId="1589"/>
            <ac:cxnSpMk id="84" creationId="{F11AD06B-AB20-4097-8606-5DA00DBACE88}"/>
          </ac:cxnSpMkLst>
        </pc:cxnChg>
      </pc:sldChg>
      <pc:sldChg chg="addSp delSp modSp add replId">
        <pc:chgData name="Mr. Sumit Sharma" userId="S::sumitsharma.cse@niet.co.in::0287a0e3-d7f5-4815-a5d5-4670a436bb9e" providerId="AD" clId="Web-{B4AB676F-2D03-2C58-0FDC-1D5749CA1545}" dt="2023-08-29T06:33:27.486" v="336" actId="20577"/>
        <pc:sldMkLst>
          <pc:docMk/>
          <pc:sldMk cId="672710708" sldId="1590"/>
        </pc:sldMkLst>
        <pc:spChg chg="mod">
          <ac:chgData name="Mr. Sumit Sharma" userId="S::sumitsharma.cse@niet.co.in::0287a0e3-d7f5-4815-a5d5-4670a436bb9e" providerId="AD" clId="Web-{B4AB676F-2D03-2C58-0FDC-1D5749CA1545}" dt="2023-08-29T06:33:27.486" v="336" actId="20577"/>
          <ac:spMkLst>
            <pc:docMk/>
            <pc:sldMk cId="672710708" sldId="1590"/>
            <ac:spMk id="3" creationId="{F8CC24E1-E4CB-4555-AAFE-79673E88E287}"/>
          </ac:spMkLst>
        </pc:spChg>
        <pc:picChg chg="add mod">
          <ac:chgData name="Mr. Sumit Sharma" userId="S::sumitsharma.cse@niet.co.in::0287a0e3-d7f5-4815-a5d5-4670a436bb9e" providerId="AD" clId="Web-{B4AB676F-2D03-2C58-0FDC-1D5749CA1545}" dt="2023-08-29T06:32:33.282" v="318" actId="14100"/>
          <ac:picMkLst>
            <pc:docMk/>
            <pc:sldMk cId="672710708" sldId="1590"/>
            <ac:picMk id="2" creationId="{EB37C7B9-24F2-3FFF-154F-BF07BE73F984}"/>
          </ac:picMkLst>
        </pc:picChg>
        <pc:picChg chg="del">
          <ac:chgData name="Mr. Sumit Sharma" userId="S::sumitsharma.cse@niet.co.in::0287a0e3-d7f5-4815-a5d5-4670a436bb9e" providerId="AD" clId="Web-{B4AB676F-2D03-2C58-0FDC-1D5749CA1545}" dt="2023-08-29T06:32:23.234" v="314"/>
          <ac:picMkLst>
            <pc:docMk/>
            <pc:sldMk cId="672710708" sldId="1590"/>
            <ac:picMk id="4" creationId="{8019D9AF-830D-C840-30FE-EFC27F292A9D}"/>
          </ac:picMkLst>
        </pc:picChg>
      </pc:sldChg>
    </pc:docChg>
  </pc:docChgLst>
  <pc:docChgLst>
    <pc:chgData name="Mr. Sumit Sharma" userId="S::sumitsharma.cse@niet.co.in::0287a0e3-d7f5-4815-a5d5-4670a436bb9e" providerId="AD" clId="Web-{687C5E9E-EA70-7F60-0F73-6A13D528796D}"/>
    <pc:docChg chg="addSld modSld">
      <pc:chgData name="Mr. Sumit Sharma" userId="S::sumitsharma.cse@niet.co.in::0287a0e3-d7f5-4815-a5d5-4670a436bb9e" providerId="AD" clId="Web-{687C5E9E-EA70-7F60-0F73-6A13D528796D}" dt="2023-09-12T09:09:06.022" v="227" actId="20577"/>
      <pc:docMkLst>
        <pc:docMk/>
      </pc:docMkLst>
      <pc:sldChg chg="modSp add replId">
        <pc:chgData name="Mr. Sumit Sharma" userId="S::sumitsharma.cse@niet.co.in::0287a0e3-d7f5-4815-a5d5-4670a436bb9e" providerId="AD" clId="Web-{687C5E9E-EA70-7F60-0F73-6A13D528796D}" dt="2023-09-12T08:49:56.616" v="42" actId="20577"/>
        <pc:sldMkLst>
          <pc:docMk/>
          <pc:sldMk cId="2160946289" sldId="1620"/>
        </pc:sldMkLst>
        <pc:spChg chg="mod">
          <ac:chgData name="Mr. Sumit Sharma" userId="S::sumitsharma.cse@niet.co.in::0287a0e3-d7f5-4815-a5d5-4670a436bb9e" providerId="AD" clId="Web-{687C5E9E-EA70-7F60-0F73-6A13D528796D}" dt="2023-09-12T08:49:56.616" v="42" actId="20577"/>
          <ac:spMkLst>
            <pc:docMk/>
            <pc:sldMk cId="2160946289" sldId="1620"/>
            <ac:spMk id="7" creationId="{00000000-0000-0000-0000-000000000000}"/>
          </ac:spMkLst>
        </pc:spChg>
        <pc:spChg chg="mod">
          <ac:chgData name="Mr. Sumit Sharma" userId="S::sumitsharma.cse@niet.co.in::0287a0e3-d7f5-4815-a5d5-4670a436bb9e" providerId="AD" clId="Web-{687C5E9E-EA70-7F60-0F73-6A13D528796D}" dt="2023-09-12T08:32:37.697" v="22" actId="20577"/>
          <ac:spMkLst>
            <pc:docMk/>
            <pc:sldMk cId="2160946289" sldId="1620"/>
            <ac:spMk id="182" creationId="{FDC1A734-1528-FC7A-7C7C-B49C8922968A}"/>
          </ac:spMkLst>
        </pc:spChg>
      </pc:sldChg>
      <pc:sldChg chg="modSp add replId">
        <pc:chgData name="Mr. Sumit Sharma" userId="S::sumitsharma.cse@niet.co.in::0287a0e3-d7f5-4815-a5d5-4670a436bb9e" providerId="AD" clId="Web-{687C5E9E-EA70-7F60-0F73-6A13D528796D}" dt="2023-09-12T08:49:49.741" v="41" actId="20577"/>
        <pc:sldMkLst>
          <pc:docMk/>
          <pc:sldMk cId="2931088248" sldId="1621"/>
        </pc:sldMkLst>
        <pc:spChg chg="mod">
          <ac:chgData name="Mr. Sumit Sharma" userId="S::sumitsharma.cse@niet.co.in::0287a0e3-d7f5-4815-a5d5-4670a436bb9e" providerId="AD" clId="Web-{687C5E9E-EA70-7F60-0F73-6A13D528796D}" dt="2023-09-12T08:49:49.741" v="41" actId="20577"/>
          <ac:spMkLst>
            <pc:docMk/>
            <pc:sldMk cId="2931088248" sldId="1621"/>
            <ac:spMk id="7" creationId="{00000000-0000-0000-0000-000000000000}"/>
          </ac:spMkLst>
        </pc:spChg>
        <pc:spChg chg="mod">
          <ac:chgData name="Mr. Sumit Sharma" userId="S::sumitsharma.cse@niet.co.in::0287a0e3-d7f5-4815-a5d5-4670a436bb9e" providerId="AD" clId="Web-{687C5E9E-EA70-7F60-0F73-6A13D528796D}" dt="2023-09-12T08:48:29.926" v="31" actId="14100"/>
          <ac:spMkLst>
            <pc:docMk/>
            <pc:sldMk cId="2931088248" sldId="1621"/>
            <ac:spMk id="182" creationId="{FDC1A734-1528-FC7A-7C7C-B49C8922968A}"/>
          </ac:spMkLst>
        </pc:spChg>
      </pc:sldChg>
      <pc:sldChg chg="modSp add replId">
        <pc:chgData name="Mr. Sumit Sharma" userId="S::sumitsharma.cse@niet.co.in::0287a0e3-d7f5-4815-a5d5-4670a436bb9e" providerId="AD" clId="Web-{687C5E9E-EA70-7F60-0F73-6A13D528796D}" dt="2023-09-12T08:51:51.978" v="66" actId="14100"/>
        <pc:sldMkLst>
          <pc:docMk/>
          <pc:sldMk cId="2795272576" sldId="1622"/>
        </pc:sldMkLst>
        <pc:spChg chg="mod">
          <ac:chgData name="Mr. Sumit Sharma" userId="S::sumitsharma.cse@niet.co.in::0287a0e3-d7f5-4815-a5d5-4670a436bb9e" providerId="AD" clId="Web-{687C5E9E-EA70-7F60-0F73-6A13D528796D}" dt="2023-09-12T08:49:46.397" v="40" actId="20577"/>
          <ac:spMkLst>
            <pc:docMk/>
            <pc:sldMk cId="2795272576" sldId="1622"/>
            <ac:spMk id="7" creationId="{00000000-0000-0000-0000-000000000000}"/>
          </ac:spMkLst>
        </pc:spChg>
        <pc:spChg chg="mod">
          <ac:chgData name="Mr. Sumit Sharma" userId="S::sumitsharma.cse@niet.co.in::0287a0e3-d7f5-4815-a5d5-4670a436bb9e" providerId="AD" clId="Web-{687C5E9E-EA70-7F60-0F73-6A13D528796D}" dt="2023-09-12T08:51:51.978" v="66" actId="14100"/>
          <ac:spMkLst>
            <pc:docMk/>
            <pc:sldMk cId="2795272576" sldId="1622"/>
            <ac:spMk id="182" creationId="{FDC1A734-1528-FC7A-7C7C-B49C8922968A}"/>
          </ac:spMkLst>
        </pc:spChg>
      </pc:sldChg>
      <pc:sldChg chg="modSp add replId">
        <pc:chgData name="Mr. Sumit Sharma" userId="S::sumitsharma.cse@niet.co.in::0287a0e3-d7f5-4815-a5d5-4670a436bb9e" providerId="AD" clId="Web-{687C5E9E-EA70-7F60-0F73-6A13D528796D}" dt="2023-09-12T08:53:30.247" v="86" actId="14100"/>
        <pc:sldMkLst>
          <pc:docMk/>
          <pc:sldMk cId="3568023145" sldId="1623"/>
        </pc:sldMkLst>
        <pc:spChg chg="mod">
          <ac:chgData name="Mr. Sumit Sharma" userId="S::sumitsharma.cse@niet.co.in::0287a0e3-d7f5-4815-a5d5-4670a436bb9e" providerId="AD" clId="Web-{687C5E9E-EA70-7F60-0F73-6A13D528796D}" dt="2023-09-12T08:52:14.979" v="74" actId="20577"/>
          <ac:spMkLst>
            <pc:docMk/>
            <pc:sldMk cId="3568023145" sldId="1623"/>
            <ac:spMk id="7" creationId="{00000000-0000-0000-0000-000000000000}"/>
          </ac:spMkLst>
        </pc:spChg>
        <pc:spChg chg="mod">
          <ac:chgData name="Mr. Sumit Sharma" userId="S::sumitsharma.cse@niet.co.in::0287a0e3-d7f5-4815-a5d5-4670a436bb9e" providerId="AD" clId="Web-{687C5E9E-EA70-7F60-0F73-6A13D528796D}" dt="2023-09-12T08:53:30.247" v="86" actId="14100"/>
          <ac:spMkLst>
            <pc:docMk/>
            <pc:sldMk cId="3568023145" sldId="1623"/>
            <ac:spMk id="182" creationId="{FDC1A734-1528-FC7A-7C7C-B49C8922968A}"/>
          </ac:spMkLst>
        </pc:spChg>
      </pc:sldChg>
      <pc:sldChg chg="modSp add replId">
        <pc:chgData name="Mr. Sumit Sharma" userId="S::sumitsharma.cse@niet.co.in::0287a0e3-d7f5-4815-a5d5-4670a436bb9e" providerId="AD" clId="Web-{687C5E9E-EA70-7F60-0F73-6A13D528796D}" dt="2023-09-12T08:54:10.201" v="92" actId="20577"/>
        <pc:sldMkLst>
          <pc:docMk/>
          <pc:sldMk cId="1044315574" sldId="1624"/>
        </pc:sldMkLst>
        <pc:spChg chg="mod">
          <ac:chgData name="Mr. Sumit Sharma" userId="S::sumitsharma.cse@niet.co.in::0287a0e3-d7f5-4815-a5d5-4670a436bb9e" providerId="AD" clId="Web-{687C5E9E-EA70-7F60-0F73-6A13D528796D}" dt="2023-09-12T08:54:10.201" v="92" actId="20577"/>
          <ac:spMkLst>
            <pc:docMk/>
            <pc:sldMk cId="1044315574" sldId="1624"/>
            <ac:spMk id="182" creationId="{FDC1A734-1528-FC7A-7C7C-B49C8922968A}"/>
          </ac:spMkLst>
        </pc:spChg>
      </pc:sldChg>
      <pc:sldChg chg="modSp add replId">
        <pc:chgData name="Mr. Sumit Sharma" userId="S::sumitsharma.cse@niet.co.in::0287a0e3-d7f5-4815-a5d5-4670a436bb9e" providerId="AD" clId="Web-{687C5E9E-EA70-7F60-0F73-6A13D528796D}" dt="2023-09-12T09:00:01.851" v="118" actId="20577"/>
        <pc:sldMkLst>
          <pc:docMk/>
          <pc:sldMk cId="719459484" sldId="1625"/>
        </pc:sldMkLst>
        <pc:spChg chg="mod">
          <ac:chgData name="Mr. Sumit Sharma" userId="S::sumitsharma.cse@niet.co.in::0287a0e3-d7f5-4815-a5d5-4670a436bb9e" providerId="AD" clId="Web-{687C5E9E-EA70-7F60-0F73-6A13D528796D}" dt="2023-09-12T08:59:18.116" v="106" actId="20577"/>
          <ac:spMkLst>
            <pc:docMk/>
            <pc:sldMk cId="719459484" sldId="1625"/>
            <ac:spMk id="7" creationId="{00000000-0000-0000-0000-000000000000}"/>
          </ac:spMkLst>
        </pc:spChg>
        <pc:spChg chg="mod">
          <ac:chgData name="Mr. Sumit Sharma" userId="S::sumitsharma.cse@niet.co.in::0287a0e3-d7f5-4815-a5d5-4670a436bb9e" providerId="AD" clId="Web-{687C5E9E-EA70-7F60-0F73-6A13D528796D}" dt="2023-09-12T09:00:01.851" v="118" actId="20577"/>
          <ac:spMkLst>
            <pc:docMk/>
            <pc:sldMk cId="719459484" sldId="1625"/>
            <ac:spMk id="182" creationId="{FDC1A734-1528-FC7A-7C7C-B49C8922968A}"/>
          </ac:spMkLst>
        </pc:spChg>
      </pc:sldChg>
      <pc:sldChg chg="modSp add replId">
        <pc:chgData name="Mr. Sumit Sharma" userId="S::sumitsharma.cse@niet.co.in::0287a0e3-d7f5-4815-a5d5-4670a436bb9e" providerId="AD" clId="Web-{687C5E9E-EA70-7F60-0F73-6A13D528796D}" dt="2023-09-12T09:00:57.259" v="133" actId="20577"/>
        <pc:sldMkLst>
          <pc:docMk/>
          <pc:sldMk cId="1556240971" sldId="1626"/>
        </pc:sldMkLst>
        <pc:spChg chg="mod">
          <ac:chgData name="Mr. Sumit Sharma" userId="S::sumitsharma.cse@niet.co.in::0287a0e3-d7f5-4815-a5d5-4670a436bb9e" providerId="AD" clId="Web-{687C5E9E-EA70-7F60-0F73-6A13D528796D}" dt="2023-09-12T09:00:57.259" v="133" actId="20577"/>
          <ac:spMkLst>
            <pc:docMk/>
            <pc:sldMk cId="1556240971" sldId="1626"/>
            <ac:spMk id="182" creationId="{FDC1A734-1528-FC7A-7C7C-B49C8922968A}"/>
          </ac:spMkLst>
        </pc:spChg>
      </pc:sldChg>
      <pc:sldChg chg="modSp add replId">
        <pc:chgData name="Mr. Sumit Sharma" userId="S::sumitsharma.cse@niet.co.in::0287a0e3-d7f5-4815-a5d5-4670a436bb9e" providerId="AD" clId="Web-{687C5E9E-EA70-7F60-0F73-6A13D528796D}" dt="2023-09-12T09:08:07.817" v="217" actId="14100"/>
        <pc:sldMkLst>
          <pc:docMk/>
          <pc:sldMk cId="3976822806" sldId="1627"/>
        </pc:sldMkLst>
        <pc:spChg chg="mod">
          <ac:chgData name="Mr. Sumit Sharma" userId="S::sumitsharma.cse@niet.co.in::0287a0e3-d7f5-4815-a5d5-4670a436bb9e" providerId="AD" clId="Web-{687C5E9E-EA70-7F60-0F73-6A13D528796D}" dt="2023-09-12T09:01:19.713" v="136" actId="20577"/>
          <ac:spMkLst>
            <pc:docMk/>
            <pc:sldMk cId="3976822806" sldId="1627"/>
            <ac:spMk id="7" creationId="{00000000-0000-0000-0000-000000000000}"/>
          </ac:spMkLst>
        </pc:spChg>
        <pc:spChg chg="mod">
          <ac:chgData name="Mr. Sumit Sharma" userId="S::sumitsharma.cse@niet.co.in::0287a0e3-d7f5-4815-a5d5-4670a436bb9e" providerId="AD" clId="Web-{687C5E9E-EA70-7F60-0F73-6A13D528796D}" dt="2023-09-12T09:08:07.817" v="217" actId="14100"/>
          <ac:spMkLst>
            <pc:docMk/>
            <pc:sldMk cId="3976822806" sldId="1627"/>
            <ac:spMk id="182" creationId="{FDC1A734-1528-FC7A-7C7C-B49C8922968A}"/>
          </ac:spMkLst>
        </pc:spChg>
      </pc:sldChg>
      <pc:sldChg chg="modSp add replId">
        <pc:chgData name="Mr. Sumit Sharma" userId="S::sumitsharma.cse@niet.co.in::0287a0e3-d7f5-4815-a5d5-4670a436bb9e" providerId="AD" clId="Web-{687C5E9E-EA70-7F60-0F73-6A13D528796D}" dt="2023-09-12T09:07:05.050" v="204" actId="20577"/>
        <pc:sldMkLst>
          <pc:docMk/>
          <pc:sldMk cId="3368049691" sldId="1628"/>
        </pc:sldMkLst>
        <pc:spChg chg="mod">
          <ac:chgData name="Mr. Sumit Sharma" userId="S::sumitsharma.cse@niet.co.in::0287a0e3-d7f5-4815-a5d5-4670a436bb9e" providerId="AD" clId="Web-{687C5E9E-EA70-7F60-0F73-6A13D528796D}" dt="2023-09-12T09:04:09.077" v="159" actId="20577"/>
          <ac:spMkLst>
            <pc:docMk/>
            <pc:sldMk cId="3368049691" sldId="1628"/>
            <ac:spMk id="7" creationId="{00000000-0000-0000-0000-000000000000}"/>
          </ac:spMkLst>
        </pc:spChg>
        <pc:spChg chg="mod">
          <ac:chgData name="Mr. Sumit Sharma" userId="S::sumitsharma.cse@niet.co.in::0287a0e3-d7f5-4815-a5d5-4670a436bb9e" providerId="AD" clId="Web-{687C5E9E-EA70-7F60-0F73-6A13D528796D}" dt="2023-09-12T09:07:05.050" v="204" actId="20577"/>
          <ac:spMkLst>
            <pc:docMk/>
            <pc:sldMk cId="3368049691" sldId="1628"/>
            <ac:spMk id="182" creationId="{FDC1A734-1528-FC7A-7C7C-B49C8922968A}"/>
          </ac:spMkLst>
        </pc:spChg>
      </pc:sldChg>
      <pc:sldChg chg="modSp add replId">
        <pc:chgData name="Mr. Sumit Sharma" userId="S::sumitsharma.cse@niet.co.in::0287a0e3-d7f5-4815-a5d5-4670a436bb9e" providerId="AD" clId="Web-{687C5E9E-EA70-7F60-0F73-6A13D528796D}" dt="2023-09-12T09:06:23.283" v="184" actId="20577"/>
        <pc:sldMkLst>
          <pc:docMk/>
          <pc:sldMk cId="821847592" sldId="1629"/>
        </pc:sldMkLst>
        <pc:spChg chg="mod">
          <ac:chgData name="Mr. Sumit Sharma" userId="S::sumitsharma.cse@niet.co.in::0287a0e3-d7f5-4815-a5d5-4670a436bb9e" providerId="AD" clId="Web-{687C5E9E-EA70-7F60-0F73-6A13D528796D}" dt="2023-09-12T09:05:56.939" v="176" actId="20577"/>
          <ac:spMkLst>
            <pc:docMk/>
            <pc:sldMk cId="821847592" sldId="1629"/>
            <ac:spMk id="7" creationId="{00000000-0000-0000-0000-000000000000}"/>
          </ac:spMkLst>
        </pc:spChg>
        <pc:spChg chg="mod">
          <ac:chgData name="Mr. Sumit Sharma" userId="S::sumitsharma.cse@niet.co.in::0287a0e3-d7f5-4815-a5d5-4670a436bb9e" providerId="AD" clId="Web-{687C5E9E-EA70-7F60-0F73-6A13D528796D}" dt="2023-09-12T09:06:23.283" v="184" actId="20577"/>
          <ac:spMkLst>
            <pc:docMk/>
            <pc:sldMk cId="821847592" sldId="1629"/>
            <ac:spMk id="182" creationId="{FDC1A734-1528-FC7A-7C7C-B49C8922968A}"/>
          </ac:spMkLst>
        </pc:spChg>
      </pc:sldChg>
      <pc:sldChg chg="modSp add replId">
        <pc:chgData name="Mr. Sumit Sharma" userId="S::sumitsharma.cse@niet.co.in::0287a0e3-d7f5-4815-a5d5-4670a436bb9e" providerId="AD" clId="Web-{687C5E9E-EA70-7F60-0F73-6A13D528796D}" dt="2023-09-12T09:09:06.022" v="227" actId="20577"/>
        <pc:sldMkLst>
          <pc:docMk/>
          <pc:sldMk cId="720429055" sldId="1630"/>
        </pc:sldMkLst>
        <pc:spChg chg="mod">
          <ac:chgData name="Mr. Sumit Sharma" userId="S::sumitsharma.cse@niet.co.in::0287a0e3-d7f5-4815-a5d5-4670a436bb9e" providerId="AD" clId="Web-{687C5E9E-EA70-7F60-0F73-6A13D528796D}" dt="2023-09-12T09:09:06.022" v="227" actId="20577"/>
          <ac:spMkLst>
            <pc:docMk/>
            <pc:sldMk cId="720429055" sldId="1630"/>
            <ac:spMk id="182" creationId="{FDC1A734-1528-FC7A-7C7C-B49C8922968A}"/>
          </ac:spMkLst>
        </pc:spChg>
      </pc:sldChg>
    </pc:docChg>
  </pc:docChgLst>
  <pc:docChgLst>
    <pc:chgData name="Mr. Sumit Sharma" userId="S::sumitsharma.cse@niet.co.in::0287a0e3-d7f5-4815-a5d5-4670a436bb9e" providerId="AD" clId="Web-{679FD096-6A17-F560-234F-281B2969DF71}"/>
    <pc:docChg chg="addSld delSld modSld sldOrd">
      <pc:chgData name="Mr. Sumit Sharma" userId="S::sumitsharma.cse@niet.co.in::0287a0e3-d7f5-4815-a5d5-4670a436bb9e" providerId="AD" clId="Web-{679FD096-6A17-F560-234F-281B2969DF71}" dt="2023-09-25T04:29:07.322" v="175" actId="20577"/>
      <pc:docMkLst>
        <pc:docMk/>
      </pc:docMkLst>
      <pc:sldChg chg="modSp ord">
        <pc:chgData name="Mr. Sumit Sharma" userId="S::sumitsharma.cse@niet.co.in::0287a0e3-d7f5-4815-a5d5-4670a436bb9e" providerId="AD" clId="Web-{679FD096-6A17-F560-234F-281B2969DF71}" dt="2023-09-25T04:23:05.299" v="94"/>
        <pc:sldMkLst>
          <pc:docMk/>
          <pc:sldMk cId="2717630238" sldId="281"/>
        </pc:sldMkLst>
        <pc:spChg chg="mod">
          <ac:chgData name="Mr. Sumit Sharma" userId="S::sumitsharma.cse@niet.co.in::0287a0e3-d7f5-4815-a5d5-4670a436bb9e" providerId="AD" clId="Web-{679FD096-6A17-F560-234F-281B2969DF71}" dt="2023-09-25T04:16:37.353" v="1" actId="20577"/>
          <ac:spMkLst>
            <pc:docMk/>
            <pc:sldMk cId="2717630238" sldId="281"/>
            <ac:spMk id="7" creationId="{00000000-0000-0000-0000-000000000000}"/>
          </ac:spMkLst>
        </pc:spChg>
        <pc:spChg chg="mod">
          <ac:chgData name="Mr. Sumit Sharma" userId="S::sumitsharma.cse@niet.co.in::0287a0e3-d7f5-4815-a5d5-4670a436bb9e" providerId="AD" clId="Web-{679FD096-6A17-F560-234F-281B2969DF71}" dt="2023-09-25T04:21:16.281" v="72" actId="14100"/>
          <ac:spMkLst>
            <pc:docMk/>
            <pc:sldMk cId="2717630238" sldId="281"/>
            <ac:spMk id="8" creationId="{D7F71052-C096-41E2-9234-43D568F9BDDA}"/>
          </ac:spMkLst>
        </pc:spChg>
      </pc:sldChg>
      <pc:sldChg chg="modSp">
        <pc:chgData name="Mr. Sumit Sharma" userId="S::sumitsharma.cse@niet.co.in::0287a0e3-d7f5-4815-a5d5-4670a436bb9e" providerId="AD" clId="Web-{679FD096-6A17-F560-234F-281B2969DF71}" dt="2023-09-25T04:22:55.892" v="92" actId="20577"/>
        <pc:sldMkLst>
          <pc:docMk/>
          <pc:sldMk cId="14382847" sldId="1560"/>
        </pc:sldMkLst>
        <pc:spChg chg="mod">
          <ac:chgData name="Mr. Sumit Sharma" userId="S::sumitsharma.cse@niet.co.in::0287a0e3-d7f5-4815-a5d5-4670a436bb9e" providerId="AD" clId="Web-{679FD096-6A17-F560-234F-281B2969DF71}" dt="2023-09-25T04:22:11.985" v="81" actId="20577"/>
          <ac:spMkLst>
            <pc:docMk/>
            <pc:sldMk cId="14382847" sldId="1560"/>
            <ac:spMk id="7" creationId="{00000000-0000-0000-0000-000000000000}"/>
          </ac:spMkLst>
        </pc:spChg>
        <pc:graphicFrameChg chg="modGraphic">
          <ac:chgData name="Mr. Sumit Sharma" userId="S::sumitsharma.cse@niet.co.in::0287a0e3-d7f5-4815-a5d5-4670a436bb9e" providerId="AD" clId="Web-{679FD096-6A17-F560-234F-281B2969DF71}" dt="2023-09-25T04:22:55.892" v="92" actId="20577"/>
          <ac:graphicFrameMkLst>
            <pc:docMk/>
            <pc:sldMk cId="14382847" sldId="1560"/>
            <ac:graphicFrameMk id="28" creationId="{7911BCD3-FD89-BC16-4A6F-1F614AC172FE}"/>
          </ac:graphicFrameMkLst>
        </pc:graphicFrameChg>
      </pc:sldChg>
      <pc:sldChg chg="del">
        <pc:chgData name="Mr. Sumit Sharma" userId="S::sumitsharma.cse@niet.co.in::0287a0e3-d7f5-4815-a5d5-4670a436bb9e" providerId="AD" clId="Web-{679FD096-6A17-F560-234F-281B2969DF71}" dt="2023-09-25T04:26:38.428" v="131"/>
        <pc:sldMkLst>
          <pc:docMk/>
          <pc:sldMk cId="472746572" sldId="1562"/>
        </pc:sldMkLst>
      </pc:sldChg>
      <pc:sldChg chg="del">
        <pc:chgData name="Mr. Sumit Sharma" userId="S::sumitsharma.cse@niet.co.in::0287a0e3-d7f5-4815-a5d5-4670a436bb9e" providerId="AD" clId="Web-{679FD096-6A17-F560-234F-281B2969DF71}" dt="2023-09-25T04:23:26.252" v="95"/>
        <pc:sldMkLst>
          <pc:docMk/>
          <pc:sldMk cId="560792800" sldId="1601"/>
        </pc:sldMkLst>
      </pc:sldChg>
      <pc:sldChg chg="modSp">
        <pc:chgData name="Mr. Sumit Sharma" userId="S::sumitsharma.cse@niet.co.in::0287a0e3-d7f5-4815-a5d5-4670a436bb9e" providerId="AD" clId="Web-{679FD096-6A17-F560-234F-281B2969DF71}" dt="2023-09-25T04:26:09.318" v="130" actId="20577"/>
        <pc:sldMkLst>
          <pc:docMk/>
          <pc:sldMk cId="1147002948" sldId="1602"/>
        </pc:sldMkLst>
        <pc:spChg chg="mod">
          <ac:chgData name="Mr. Sumit Sharma" userId="S::sumitsharma.cse@niet.co.in::0287a0e3-d7f5-4815-a5d5-4670a436bb9e" providerId="AD" clId="Web-{679FD096-6A17-F560-234F-281B2969DF71}" dt="2023-09-25T04:24:25.441" v="104" actId="20577"/>
          <ac:spMkLst>
            <pc:docMk/>
            <pc:sldMk cId="1147002948" sldId="1602"/>
            <ac:spMk id="7" creationId="{00000000-0000-0000-0000-000000000000}"/>
          </ac:spMkLst>
        </pc:spChg>
        <pc:graphicFrameChg chg="modGraphic">
          <ac:chgData name="Mr. Sumit Sharma" userId="S::sumitsharma.cse@niet.co.in::0287a0e3-d7f5-4815-a5d5-4670a436bb9e" providerId="AD" clId="Web-{679FD096-6A17-F560-234F-281B2969DF71}" dt="2023-09-25T04:26:09.318" v="130" actId="20577"/>
          <ac:graphicFrameMkLst>
            <pc:docMk/>
            <pc:sldMk cId="1147002948" sldId="1602"/>
            <ac:graphicFrameMk id="28" creationId="{7911BCD3-FD89-BC16-4A6F-1F614AC172FE}"/>
          </ac:graphicFrameMkLst>
        </pc:graphicFrameChg>
      </pc:sldChg>
      <pc:sldChg chg="del">
        <pc:chgData name="Mr. Sumit Sharma" userId="S::sumitsharma.cse@niet.co.in::0287a0e3-d7f5-4815-a5d5-4670a436bb9e" providerId="AD" clId="Web-{679FD096-6A17-F560-234F-281B2969DF71}" dt="2023-09-25T04:26:43.006" v="158"/>
        <pc:sldMkLst>
          <pc:docMk/>
          <pc:sldMk cId="770435180" sldId="1604"/>
        </pc:sldMkLst>
      </pc:sldChg>
      <pc:sldChg chg="modSp add replId">
        <pc:chgData name="Mr. Sumit Sharma" userId="S::sumitsharma.cse@niet.co.in::0287a0e3-d7f5-4815-a5d5-4670a436bb9e" providerId="AD" clId="Web-{679FD096-6A17-F560-234F-281B2969DF71}" dt="2023-09-25T04:29:07.322" v="175" actId="20577"/>
        <pc:sldMkLst>
          <pc:docMk/>
          <pc:sldMk cId="1040383172" sldId="1604"/>
        </pc:sldMkLst>
        <pc:spChg chg="mod">
          <ac:chgData name="Mr. Sumit Sharma" userId="S::sumitsharma.cse@niet.co.in::0287a0e3-d7f5-4815-a5d5-4670a436bb9e" providerId="AD" clId="Web-{679FD096-6A17-F560-234F-281B2969DF71}" dt="2023-09-25T04:28:27.883" v="168" actId="20577"/>
          <ac:spMkLst>
            <pc:docMk/>
            <pc:sldMk cId="1040383172" sldId="1604"/>
            <ac:spMk id="7" creationId="{00000000-0000-0000-0000-000000000000}"/>
          </ac:spMkLst>
        </pc:spChg>
        <pc:graphicFrameChg chg="modGraphic">
          <ac:chgData name="Mr. Sumit Sharma" userId="S::sumitsharma.cse@niet.co.in::0287a0e3-d7f5-4815-a5d5-4670a436bb9e" providerId="AD" clId="Web-{679FD096-6A17-F560-234F-281B2969DF71}" dt="2023-09-25T04:29:07.322" v="175" actId="20577"/>
          <ac:graphicFrameMkLst>
            <pc:docMk/>
            <pc:sldMk cId="1040383172" sldId="1604"/>
            <ac:graphicFrameMk id="28" creationId="{7911BCD3-FD89-BC16-4A6F-1F614AC172FE}"/>
          </ac:graphicFrameMkLst>
        </pc:graphicFrameChg>
      </pc:sldChg>
      <pc:sldChg chg="del">
        <pc:chgData name="Mr. Sumit Sharma" userId="S::sumitsharma.cse@niet.co.in::0287a0e3-d7f5-4815-a5d5-4670a436bb9e" providerId="AD" clId="Web-{679FD096-6A17-F560-234F-281B2969DF71}" dt="2023-09-25T04:26:42.991" v="157"/>
        <pc:sldMkLst>
          <pc:docMk/>
          <pc:sldMk cId="3501026821" sldId="1605"/>
        </pc:sldMkLst>
      </pc:sldChg>
      <pc:sldChg chg="del">
        <pc:chgData name="Mr. Sumit Sharma" userId="S::sumitsharma.cse@niet.co.in::0287a0e3-d7f5-4815-a5d5-4670a436bb9e" providerId="AD" clId="Web-{679FD096-6A17-F560-234F-281B2969DF71}" dt="2023-09-25T04:26:42.991" v="156"/>
        <pc:sldMkLst>
          <pc:docMk/>
          <pc:sldMk cId="342949744" sldId="1606"/>
        </pc:sldMkLst>
      </pc:sldChg>
      <pc:sldChg chg="del">
        <pc:chgData name="Mr. Sumit Sharma" userId="S::sumitsharma.cse@niet.co.in::0287a0e3-d7f5-4815-a5d5-4670a436bb9e" providerId="AD" clId="Web-{679FD096-6A17-F560-234F-281B2969DF71}" dt="2023-09-25T04:26:42.991" v="155"/>
        <pc:sldMkLst>
          <pc:docMk/>
          <pc:sldMk cId="4199993203" sldId="1607"/>
        </pc:sldMkLst>
      </pc:sldChg>
      <pc:sldChg chg="del">
        <pc:chgData name="Mr. Sumit Sharma" userId="S::sumitsharma.cse@niet.co.in::0287a0e3-d7f5-4815-a5d5-4670a436bb9e" providerId="AD" clId="Web-{679FD096-6A17-F560-234F-281B2969DF71}" dt="2023-09-25T04:26:42.991" v="154"/>
        <pc:sldMkLst>
          <pc:docMk/>
          <pc:sldMk cId="2337258122" sldId="1608"/>
        </pc:sldMkLst>
      </pc:sldChg>
      <pc:sldChg chg="del">
        <pc:chgData name="Mr. Sumit Sharma" userId="S::sumitsharma.cse@niet.co.in::0287a0e3-d7f5-4815-a5d5-4670a436bb9e" providerId="AD" clId="Web-{679FD096-6A17-F560-234F-281B2969DF71}" dt="2023-09-25T04:26:42.991" v="153"/>
        <pc:sldMkLst>
          <pc:docMk/>
          <pc:sldMk cId="187815721" sldId="1609"/>
        </pc:sldMkLst>
      </pc:sldChg>
      <pc:sldChg chg="del">
        <pc:chgData name="Mr. Sumit Sharma" userId="S::sumitsharma.cse@niet.co.in::0287a0e3-d7f5-4815-a5d5-4670a436bb9e" providerId="AD" clId="Web-{679FD096-6A17-F560-234F-281B2969DF71}" dt="2023-09-25T04:26:42.991" v="152"/>
        <pc:sldMkLst>
          <pc:docMk/>
          <pc:sldMk cId="3928331190" sldId="1610"/>
        </pc:sldMkLst>
      </pc:sldChg>
      <pc:sldChg chg="del">
        <pc:chgData name="Mr. Sumit Sharma" userId="S::sumitsharma.cse@niet.co.in::0287a0e3-d7f5-4815-a5d5-4670a436bb9e" providerId="AD" clId="Web-{679FD096-6A17-F560-234F-281B2969DF71}" dt="2023-09-25T04:26:42.991" v="151"/>
        <pc:sldMkLst>
          <pc:docMk/>
          <pc:sldMk cId="1877501331" sldId="1611"/>
        </pc:sldMkLst>
      </pc:sldChg>
      <pc:sldChg chg="del">
        <pc:chgData name="Mr. Sumit Sharma" userId="S::sumitsharma.cse@niet.co.in::0287a0e3-d7f5-4815-a5d5-4670a436bb9e" providerId="AD" clId="Web-{679FD096-6A17-F560-234F-281B2969DF71}" dt="2023-09-25T04:26:42.991" v="150"/>
        <pc:sldMkLst>
          <pc:docMk/>
          <pc:sldMk cId="717088700" sldId="1612"/>
        </pc:sldMkLst>
      </pc:sldChg>
      <pc:sldChg chg="del">
        <pc:chgData name="Mr. Sumit Sharma" userId="S::sumitsharma.cse@niet.co.in::0287a0e3-d7f5-4815-a5d5-4670a436bb9e" providerId="AD" clId="Web-{679FD096-6A17-F560-234F-281B2969DF71}" dt="2023-09-25T04:26:42.991" v="149"/>
        <pc:sldMkLst>
          <pc:docMk/>
          <pc:sldMk cId="514159642" sldId="1613"/>
        </pc:sldMkLst>
      </pc:sldChg>
      <pc:sldChg chg="del">
        <pc:chgData name="Mr. Sumit Sharma" userId="S::sumitsharma.cse@niet.co.in::0287a0e3-d7f5-4815-a5d5-4670a436bb9e" providerId="AD" clId="Web-{679FD096-6A17-F560-234F-281B2969DF71}" dt="2023-09-25T04:26:42.991" v="148"/>
        <pc:sldMkLst>
          <pc:docMk/>
          <pc:sldMk cId="3570345156" sldId="1614"/>
        </pc:sldMkLst>
      </pc:sldChg>
      <pc:sldChg chg="del">
        <pc:chgData name="Mr. Sumit Sharma" userId="S::sumitsharma.cse@niet.co.in::0287a0e3-d7f5-4815-a5d5-4670a436bb9e" providerId="AD" clId="Web-{679FD096-6A17-F560-234F-281B2969DF71}" dt="2023-09-25T04:26:42.975" v="147"/>
        <pc:sldMkLst>
          <pc:docMk/>
          <pc:sldMk cId="2515123753" sldId="1615"/>
        </pc:sldMkLst>
      </pc:sldChg>
      <pc:sldChg chg="del">
        <pc:chgData name="Mr. Sumit Sharma" userId="S::sumitsharma.cse@niet.co.in::0287a0e3-d7f5-4815-a5d5-4670a436bb9e" providerId="AD" clId="Web-{679FD096-6A17-F560-234F-281B2969DF71}" dt="2023-09-25T04:26:42.975" v="146"/>
        <pc:sldMkLst>
          <pc:docMk/>
          <pc:sldMk cId="745149550" sldId="1616"/>
        </pc:sldMkLst>
      </pc:sldChg>
      <pc:sldChg chg="del">
        <pc:chgData name="Mr. Sumit Sharma" userId="S::sumitsharma.cse@niet.co.in::0287a0e3-d7f5-4815-a5d5-4670a436bb9e" providerId="AD" clId="Web-{679FD096-6A17-F560-234F-281B2969DF71}" dt="2023-09-25T04:26:42.975" v="145"/>
        <pc:sldMkLst>
          <pc:docMk/>
          <pc:sldMk cId="612255534" sldId="1617"/>
        </pc:sldMkLst>
      </pc:sldChg>
      <pc:sldChg chg="del">
        <pc:chgData name="Mr. Sumit Sharma" userId="S::sumitsharma.cse@niet.co.in::0287a0e3-d7f5-4815-a5d5-4670a436bb9e" providerId="AD" clId="Web-{679FD096-6A17-F560-234F-281B2969DF71}" dt="2023-09-25T04:26:42.975" v="144"/>
        <pc:sldMkLst>
          <pc:docMk/>
          <pc:sldMk cId="4093949934" sldId="1618"/>
        </pc:sldMkLst>
      </pc:sldChg>
      <pc:sldChg chg="del">
        <pc:chgData name="Mr. Sumit Sharma" userId="S::sumitsharma.cse@niet.co.in::0287a0e3-d7f5-4815-a5d5-4670a436bb9e" providerId="AD" clId="Web-{679FD096-6A17-F560-234F-281B2969DF71}" dt="2023-09-25T04:26:42.975" v="143"/>
        <pc:sldMkLst>
          <pc:docMk/>
          <pc:sldMk cId="1339190433" sldId="1619"/>
        </pc:sldMkLst>
      </pc:sldChg>
      <pc:sldChg chg="del">
        <pc:chgData name="Mr. Sumit Sharma" userId="S::sumitsharma.cse@niet.co.in::0287a0e3-d7f5-4815-a5d5-4670a436bb9e" providerId="AD" clId="Web-{679FD096-6A17-F560-234F-281B2969DF71}" dt="2023-09-25T04:26:42.975" v="142"/>
        <pc:sldMkLst>
          <pc:docMk/>
          <pc:sldMk cId="2160946289" sldId="1620"/>
        </pc:sldMkLst>
      </pc:sldChg>
      <pc:sldChg chg="del">
        <pc:chgData name="Mr. Sumit Sharma" userId="S::sumitsharma.cse@niet.co.in::0287a0e3-d7f5-4815-a5d5-4670a436bb9e" providerId="AD" clId="Web-{679FD096-6A17-F560-234F-281B2969DF71}" dt="2023-09-25T04:26:42.975" v="141"/>
        <pc:sldMkLst>
          <pc:docMk/>
          <pc:sldMk cId="2931088248" sldId="1621"/>
        </pc:sldMkLst>
      </pc:sldChg>
      <pc:sldChg chg="del">
        <pc:chgData name="Mr. Sumit Sharma" userId="S::sumitsharma.cse@niet.co.in::0287a0e3-d7f5-4815-a5d5-4670a436bb9e" providerId="AD" clId="Web-{679FD096-6A17-F560-234F-281B2969DF71}" dt="2023-09-25T04:26:42.975" v="140"/>
        <pc:sldMkLst>
          <pc:docMk/>
          <pc:sldMk cId="2795272576" sldId="1622"/>
        </pc:sldMkLst>
      </pc:sldChg>
      <pc:sldChg chg="del">
        <pc:chgData name="Mr. Sumit Sharma" userId="S::sumitsharma.cse@niet.co.in::0287a0e3-d7f5-4815-a5d5-4670a436bb9e" providerId="AD" clId="Web-{679FD096-6A17-F560-234F-281B2969DF71}" dt="2023-09-25T04:26:42.975" v="139"/>
        <pc:sldMkLst>
          <pc:docMk/>
          <pc:sldMk cId="3568023145" sldId="1623"/>
        </pc:sldMkLst>
      </pc:sldChg>
      <pc:sldChg chg="del">
        <pc:chgData name="Mr. Sumit Sharma" userId="S::sumitsharma.cse@niet.co.in::0287a0e3-d7f5-4815-a5d5-4670a436bb9e" providerId="AD" clId="Web-{679FD096-6A17-F560-234F-281B2969DF71}" dt="2023-09-25T04:26:42.975" v="138"/>
        <pc:sldMkLst>
          <pc:docMk/>
          <pc:sldMk cId="1044315574" sldId="1624"/>
        </pc:sldMkLst>
      </pc:sldChg>
      <pc:sldChg chg="del">
        <pc:chgData name="Mr. Sumit Sharma" userId="S::sumitsharma.cse@niet.co.in::0287a0e3-d7f5-4815-a5d5-4670a436bb9e" providerId="AD" clId="Web-{679FD096-6A17-F560-234F-281B2969DF71}" dt="2023-09-25T04:26:42.959" v="137"/>
        <pc:sldMkLst>
          <pc:docMk/>
          <pc:sldMk cId="719459484" sldId="1625"/>
        </pc:sldMkLst>
      </pc:sldChg>
      <pc:sldChg chg="del">
        <pc:chgData name="Mr. Sumit Sharma" userId="S::sumitsharma.cse@niet.co.in::0287a0e3-d7f5-4815-a5d5-4670a436bb9e" providerId="AD" clId="Web-{679FD096-6A17-F560-234F-281B2969DF71}" dt="2023-09-25T04:26:42.959" v="136"/>
        <pc:sldMkLst>
          <pc:docMk/>
          <pc:sldMk cId="1556240971" sldId="1626"/>
        </pc:sldMkLst>
      </pc:sldChg>
      <pc:sldChg chg="del">
        <pc:chgData name="Mr. Sumit Sharma" userId="S::sumitsharma.cse@niet.co.in::0287a0e3-d7f5-4815-a5d5-4670a436bb9e" providerId="AD" clId="Web-{679FD096-6A17-F560-234F-281B2969DF71}" dt="2023-09-25T04:26:42.959" v="135"/>
        <pc:sldMkLst>
          <pc:docMk/>
          <pc:sldMk cId="3976822806" sldId="1627"/>
        </pc:sldMkLst>
      </pc:sldChg>
      <pc:sldChg chg="del">
        <pc:chgData name="Mr. Sumit Sharma" userId="S::sumitsharma.cse@niet.co.in::0287a0e3-d7f5-4815-a5d5-4670a436bb9e" providerId="AD" clId="Web-{679FD096-6A17-F560-234F-281B2969DF71}" dt="2023-09-25T04:26:42.959" v="134"/>
        <pc:sldMkLst>
          <pc:docMk/>
          <pc:sldMk cId="3368049691" sldId="1628"/>
        </pc:sldMkLst>
      </pc:sldChg>
      <pc:sldChg chg="del">
        <pc:chgData name="Mr. Sumit Sharma" userId="S::sumitsharma.cse@niet.co.in::0287a0e3-d7f5-4815-a5d5-4670a436bb9e" providerId="AD" clId="Web-{679FD096-6A17-F560-234F-281B2969DF71}" dt="2023-09-25T04:26:42.959" v="133"/>
        <pc:sldMkLst>
          <pc:docMk/>
          <pc:sldMk cId="821847592" sldId="1629"/>
        </pc:sldMkLst>
      </pc:sldChg>
      <pc:sldChg chg="del">
        <pc:chgData name="Mr. Sumit Sharma" userId="S::sumitsharma.cse@niet.co.in::0287a0e3-d7f5-4815-a5d5-4670a436bb9e" providerId="AD" clId="Web-{679FD096-6A17-F560-234F-281B2969DF71}" dt="2023-09-25T04:26:42.959" v="132"/>
        <pc:sldMkLst>
          <pc:docMk/>
          <pc:sldMk cId="720429055" sldId="1630"/>
        </pc:sldMkLst>
      </pc:sldChg>
    </pc:docChg>
  </pc:docChgLst>
  <pc:docChgLst>
    <pc:chgData name="Mr. Sumit Sharma" userId="S::sumitsharma.cse@niet.co.in::0287a0e3-d7f5-4815-a5d5-4670a436bb9e" providerId="AD" clId="Web-{11092429-62C6-43B0-82AD-D0162A1C50B3}"/>
    <pc:docChg chg="modSld">
      <pc:chgData name="Mr. Sumit Sharma" userId="S::sumitsharma.cse@niet.co.in::0287a0e3-d7f5-4815-a5d5-4670a436bb9e" providerId="AD" clId="Web-{11092429-62C6-43B0-82AD-D0162A1C50B3}" dt="2023-08-23T04:15:00.470" v="96" actId="20577"/>
      <pc:docMkLst>
        <pc:docMk/>
      </pc:docMkLst>
      <pc:sldChg chg="modSp">
        <pc:chgData name="Mr. Sumit Sharma" userId="S::sumitsharma.cse@niet.co.in::0287a0e3-d7f5-4815-a5d5-4670a436bb9e" providerId="AD" clId="Web-{11092429-62C6-43B0-82AD-D0162A1C50B3}" dt="2023-08-23T04:02:11.652" v="7" actId="20577"/>
        <pc:sldMkLst>
          <pc:docMk/>
          <pc:sldMk cId="3419601306" sldId="1566"/>
        </pc:sldMkLst>
        <pc:spChg chg="mod">
          <ac:chgData name="Mr. Sumit Sharma" userId="S::sumitsharma.cse@niet.co.in::0287a0e3-d7f5-4815-a5d5-4670a436bb9e" providerId="AD" clId="Web-{11092429-62C6-43B0-82AD-D0162A1C50B3}" dt="2023-08-23T04:02:11.652" v="7" actId="20577"/>
          <ac:spMkLst>
            <pc:docMk/>
            <pc:sldMk cId="3419601306" sldId="1566"/>
            <ac:spMk id="3" creationId="{F8CC24E1-E4CB-4555-AAFE-79673E88E287}"/>
          </ac:spMkLst>
        </pc:spChg>
      </pc:sldChg>
      <pc:sldChg chg="modSp">
        <pc:chgData name="Mr. Sumit Sharma" userId="S::sumitsharma.cse@niet.co.in::0287a0e3-d7f5-4815-a5d5-4670a436bb9e" providerId="AD" clId="Web-{11092429-62C6-43B0-82AD-D0162A1C50B3}" dt="2023-08-23T04:03:02.232" v="12" actId="20577"/>
        <pc:sldMkLst>
          <pc:docMk/>
          <pc:sldMk cId="900405711" sldId="1567"/>
        </pc:sldMkLst>
        <pc:spChg chg="mod">
          <ac:chgData name="Mr. Sumit Sharma" userId="S::sumitsharma.cse@niet.co.in::0287a0e3-d7f5-4815-a5d5-4670a436bb9e" providerId="AD" clId="Web-{11092429-62C6-43B0-82AD-D0162A1C50B3}" dt="2023-08-23T04:03:02.232" v="12" actId="20577"/>
          <ac:spMkLst>
            <pc:docMk/>
            <pc:sldMk cId="900405711" sldId="1567"/>
            <ac:spMk id="3" creationId="{F8CC24E1-E4CB-4555-AAFE-79673E88E287}"/>
          </ac:spMkLst>
        </pc:spChg>
      </pc:sldChg>
      <pc:sldChg chg="modSp">
        <pc:chgData name="Mr. Sumit Sharma" userId="S::sumitsharma.cse@niet.co.in::0287a0e3-d7f5-4815-a5d5-4670a436bb9e" providerId="AD" clId="Web-{11092429-62C6-43B0-82AD-D0162A1C50B3}" dt="2023-08-23T04:03:56.921" v="21" actId="20577"/>
        <pc:sldMkLst>
          <pc:docMk/>
          <pc:sldMk cId="1404751568" sldId="1568"/>
        </pc:sldMkLst>
        <pc:spChg chg="mod">
          <ac:chgData name="Mr. Sumit Sharma" userId="S::sumitsharma.cse@niet.co.in::0287a0e3-d7f5-4815-a5d5-4670a436bb9e" providerId="AD" clId="Web-{11092429-62C6-43B0-82AD-D0162A1C50B3}" dt="2023-08-23T04:03:56.921" v="21" actId="20577"/>
          <ac:spMkLst>
            <pc:docMk/>
            <pc:sldMk cId="1404751568" sldId="1568"/>
            <ac:spMk id="3" creationId="{F8CC24E1-E4CB-4555-AAFE-79673E88E287}"/>
          </ac:spMkLst>
        </pc:spChg>
      </pc:sldChg>
      <pc:sldChg chg="modSp">
        <pc:chgData name="Mr. Sumit Sharma" userId="S::sumitsharma.cse@niet.co.in::0287a0e3-d7f5-4815-a5d5-4670a436bb9e" providerId="AD" clId="Web-{11092429-62C6-43B0-82AD-D0162A1C50B3}" dt="2023-08-23T04:04:54.735" v="28" actId="20577"/>
        <pc:sldMkLst>
          <pc:docMk/>
          <pc:sldMk cId="1981118964" sldId="1569"/>
        </pc:sldMkLst>
        <pc:spChg chg="mod">
          <ac:chgData name="Mr. Sumit Sharma" userId="S::sumitsharma.cse@niet.co.in::0287a0e3-d7f5-4815-a5d5-4670a436bb9e" providerId="AD" clId="Web-{11092429-62C6-43B0-82AD-D0162A1C50B3}" dt="2023-08-23T04:04:54.735" v="28" actId="20577"/>
          <ac:spMkLst>
            <pc:docMk/>
            <pc:sldMk cId="1981118964" sldId="1569"/>
            <ac:spMk id="3" creationId="{F8CC24E1-E4CB-4555-AAFE-79673E88E287}"/>
          </ac:spMkLst>
        </pc:spChg>
      </pc:sldChg>
      <pc:sldChg chg="modSp">
        <pc:chgData name="Mr. Sumit Sharma" userId="S::sumitsharma.cse@niet.co.in::0287a0e3-d7f5-4815-a5d5-4670a436bb9e" providerId="AD" clId="Web-{11092429-62C6-43B0-82AD-D0162A1C50B3}" dt="2023-08-23T04:07:42.927" v="33" actId="20577"/>
        <pc:sldMkLst>
          <pc:docMk/>
          <pc:sldMk cId="2095559441" sldId="1570"/>
        </pc:sldMkLst>
        <pc:spChg chg="mod">
          <ac:chgData name="Mr. Sumit Sharma" userId="S::sumitsharma.cse@niet.co.in::0287a0e3-d7f5-4815-a5d5-4670a436bb9e" providerId="AD" clId="Web-{11092429-62C6-43B0-82AD-D0162A1C50B3}" dt="2023-08-23T04:07:42.927" v="33" actId="20577"/>
          <ac:spMkLst>
            <pc:docMk/>
            <pc:sldMk cId="2095559441" sldId="1570"/>
            <ac:spMk id="3" creationId="{F8CC24E1-E4CB-4555-AAFE-79673E88E287}"/>
          </ac:spMkLst>
        </pc:spChg>
      </pc:sldChg>
      <pc:sldChg chg="modSp">
        <pc:chgData name="Mr. Sumit Sharma" userId="S::sumitsharma.cse@niet.co.in::0287a0e3-d7f5-4815-a5d5-4670a436bb9e" providerId="AD" clId="Web-{11092429-62C6-43B0-82AD-D0162A1C50B3}" dt="2023-08-23T04:08:29.506" v="40" actId="20577"/>
        <pc:sldMkLst>
          <pc:docMk/>
          <pc:sldMk cId="2191441077" sldId="1571"/>
        </pc:sldMkLst>
        <pc:spChg chg="mod">
          <ac:chgData name="Mr. Sumit Sharma" userId="S::sumitsharma.cse@niet.co.in::0287a0e3-d7f5-4815-a5d5-4670a436bb9e" providerId="AD" clId="Web-{11092429-62C6-43B0-82AD-D0162A1C50B3}" dt="2023-08-23T04:08:29.506" v="40" actId="20577"/>
          <ac:spMkLst>
            <pc:docMk/>
            <pc:sldMk cId="2191441077" sldId="1571"/>
            <ac:spMk id="3" creationId="{F8CC24E1-E4CB-4555-AAFE-79673E88E287}"/>
          </ac:spMkLst>
        </pc:spChg>
      </pc:sldChg>
      <pc:sldChg chg="modSp">
        <pc:chgData name="Mr. Sumit Sharma" userId="S::sumitsharma.cse@niet.co.in::0287a0e3-d7f5-4815-a5d5-4670a436bb9e" providerId="AD" clId="Web-{11092429-62C6-43B0-82AD-D0162A1C50B3}" dt="2023-08-23T04:09:16.867" v="45" actId="20577"/>
        <pc:sldMkLst>
          <pc:docMk/>
          <pc:sldMk cId="713500298" sldId="1572"/>
        </pc:sldMkLst>
        <pc:spChg chg="mod">
          <ac:chgData name="Mr. Sumit Sharma" userId="S::sumitsharma.cse@niet.co.in::0287a0e3-d7f5-4815-a5d5-4670a436bb9e" providerId="AD" clId="Web-{11092429-62C6-43B0-82AD-D0162A1C50B3}" dt="2023-08-23T04:09:16.867" v="45" actId="20577"/>
          <ac:spMkLst>
            <pc:docMk/>
            <pc:sldMk cId="713500298" sldId="1572"/>
            <ac:spMk id="3" creationId="{F8CC24E1-E4CB-4555-AAFE-79673E88E287}"/>
          </ac:spMkLst>
        </pc:spChg>
      </pc:sldChg>
      <pc:sldChg chg="modSp">
        <pc:chgData name="Mr. Sumit Sharma" userId="S::sumitsharma.cse@niet.co.in::0287a0e3-d7f5-4815-a5d5-4670a436bb9e" providerId="AD" clId="Web-{11092429-62C6-43B0-82AD-D0162A1C50B3}" dt="2023-08-23T04:10:12.634" v="53" actId="20577"/>
        <pc:sldMkLst>
          <pc:docMk/>
          <pc:sldMk cId="3739601138" sldId="1574"/>
        </pc:sldMkLst>
        <pc:spChg chg="mod">
          <ac:chgData name="Mr. Sumit Sharma" userId="S::sumitsharma.cse@niet.co.in::0287a0e3-d7f5-4815-a5d5-4670a436bb9e" providerId="AD" clId="Web-{11092429-62C6-43B0-82AD-D0162A1C50B3}" dt="2023-08-23T04:10:12.634" v="53" actId="20577"/>
          <ac:spMkLst>
            <pc:docMk/>
            <pc:sldMk cId="3739601138" sldId="1574"/>
            <ac:spMk id="3" creationId="{F8CC24E1-E4CB-4555-AAFE-79673E88E287}"/>
          </ac:spMkLst>
        </pc:spChg>
      </pc:sldChg>
      <pc:sldChg chg="modSp">
        <pc:chgData name="Mr. Sumit Sharma" userId="S::sumitsharma.cse@niet.co.in::0287a0e3-d7f5-4815-a5d5-4670a436bb9e" providerId="AD" clId="Web-{11092429-62C6-43B0-82AD-D0162A1C50B3}" dt="2023-08-23T04:10:56.885" v="58" actId="20577"/>
        <pc:sldMkLst>
          <pc:docMk/>
          <pc:sldMk cId="2718036721" sldId="1575"/>
        </pc:sldMkLst>
        <pc:spChg chg="mod">
          <ac:chgData name="Mr. Sumit Sharma" userId="S::sumitsharma.cse@niet.co.in::0287a0e3-d7f5-4815-a5d5-4670a436bb9e" providerId="AD" clId="Web-{11092429-62C6-43B0-82AD-D0162A1C50B3}" dt="2023-08-23T04:10:56.885" v="58" actId="20577"/>
          <ac:spMkLst>
            <pc:docMk/>
            <pc:sldMk cId="2718036721" sldId="1575"/>
            <ac:spMk id="3" creationId="{F8CC24E1-E4CB-4555-AAFE-79673E88E287}"/>
          </ac:spMkLst>
        </pc:spChg>
      </pc:sldChg>
      <pc:sldChg chg="modSp">
        <pc:chgData name="Mr. Sumit Sharma" userId="S::sumitsharma.cse@niet.co.in::0287a0e3-d7f5-4815-a5d5-4670a436bb9e" providerId="AD" clId="Web-{11092429-62C6-43B0-82AD-D0162A1C50B3}" dt="2023-08-23T04:11:28.355" v="62" actId="20577"/>
        <pc:sldMkLst>
          <pc:docMk/>
          <pc:sldMk cId="3848627097" sldId="1576"/>
        </pc:sldMkLst>
        <pc:spChg chg="mod">
          <ac:chgData name="Mr. Sumit Sharma" userId="S::sumitsharma.cse@niet.co.in::0287a0e3-d7f5-4815-a5d5-4670a436bb9e" providerId="AD" clId="Web-{11092429-62C6-43B0-82AD-D0162A1C50B3}" dt="2023-08-23T04:11:28.355" v="62" actId="20577"/>
          <ac:spMkLst>
            <pc:docMk/>
            <pc:sldMk cId="3848627097" sldId="1576"/>
            <ac:spMk id="3" creationId="{F8CC24E1-E4CB-4555-AAFE-79673E88E287}"/>
          </ac:spMkLst>
        </pc:spChg>
      </pc:sldChg>
      <pc:sldChg chg="modSp">
        <pc:chgData name="Mr. Sumit Sharma" userId="S::sumitsharma.cse@niet.co.in::0287a0e3-d7f5-4815-a5d5-4670a436bb9e" providerId="AD" clId="Web-{11092429-62C6-43B0-82AD-D0162A1C50B3}" dt="2023-08-23T04:12:07.559" v="69" actId="20577"/>
        <pc:sldMkLst>
          <pc:docMk/>
          <pc:sldMk cId="1492801541" sldId="1577"/>
        </pc:sldMkLst>
        <pc:spChg chg="mod">
          <ac:chgData name="Mr. Sumit Sharma" userId="S::sumitsharma.cse@niet.co.in::0287a0e3-d7f5-4815-a5d5-4670a436bb9e" providerId="AD" clId="Web-{11092429-62C6-43B0-82AD-D0162A1C50B3}" dt="2023-08-23T04:12:07.559" v="69" actId="20577"/>
          <ac:spMkLst>
            <pc:docMk/>
            <pc:sldMk cId="1492801541" sldId="1577"/>
            <ac:spMk id="3" creationId="{F8CC24E1-E4CB-4555-AAFE-79673E88E287}"/>
          </ac:spMkLst>
        </pc:spChg>
      </pc:sldChg>
      <pc:sldChg chg="modSp">
        <pc:chgData name="Mr. Sumit Sharma" userId="S::sumitsharma.cse@niet.co.in::0287a0e3-d7f5-4815-a5d5-4670a436bb9e" providerId="AD" clId="Web-{11092429-62C6-43B0-82AD-D0162A1C50B3}" dt="2023-08-23T04:12:38.279" v="73" actId="20577"/>
        <pc:sldMkLst>
          <pc:docMk/>
          <pc:sldMk cId="3238797891" sldId="1578"/>
        </pc:sldMkLst>
        <pc:spChg chg="mod">
          <ac:chgData name="Mr. Sumit Sharma" userId="S::sumitsharma.cse@niet.co.in::0287a0e3-d7f5-4815-a5d5-4670a436bb9e" providerId="AD" clId="Web-{11092429-62C6-43B0-82AD-D0162A1C50B3}" dt="2023-08-23T04:12:38.279" v="73" actId="20577"/>
          <ac:spMkLst>
            <pc:docMk/>
            <pc:sldMk cId="3238797891" sldId="1578"/>
            <ac:spMk id="3" creationId="{F8CC24E1-E4CB-4555-AAFE-79673E88E287}"/>
          </ac:spMkLst>
        </pc:spChg>
      </pc:sldChg>
      <pc:sldChg chg="modSp">
        <pc:chgData name="Mr. Sumit Sharma" userId="S::sumitsharma.cse@niet.co.in::0287a0e3-d7f5-4815-a5d5-4670a436bb9e" providerId="AD" clId="Web-{11092429-62C6-43B0-82AD-D0162A1C50B3}" dt="2023-08-23T04:13:11.108" v="78" actId="20577"/>
        <pc:sldMkLst>
          <pc:docMk/>
          <pc:sldMk cId="1196681734" sldId="1579"/>
        </pc:sldMkLst>
        <pc:spChg chg="mod">
          <ac:chgData name="Mr. Sumit Sharma" userId="S::sumitsharma.cse@niet.co.in::0287a0e3-d7f5-4815-a5d5-4670a436bb9e" providerId="AD" clId="Web-{11092429-62C6-43B0-82AD-D0162A1C50B3}" dt="2023-08-23T04:13:11.108" v="78" actId="20577"/>
          <ac:spMkLst>
            <pc:docMk/>
            <pc:sldMk cId="1196681734" sldId="1579"/>
            <ac:spMk id="3" creationId="{F8CC24E1-E4CB-4555-AAFE-79673E88E287}"/>
          </ac:spMkLst>
        </pc:spChg>
      </pc:sldChg>
      <pc:sldChg chg="modSp">
        <pc:chgData name="Mr. Sumit Sharma" userId="S::sumitsharma.cse@niet.co.in::0287a0e3-d7f5-4815-a5d5-4670a436bb9e" providerId="AD" clId="Web-{11092429-62C6-43B0-82AD-D0162A1C50B3}" dt="2023-08-23T04:13:48.827" v="84" actId="20577"/>
        <pc:sldMkLst>
          <pc:docMk/>
          <pc:sldMk cId="1080364002" sldId="1580"/>
        </pc:sldMkLst>
        <pc:spChg chg="mod">
          <ac:chgData name="Mr. Sumit Sharma" userId="S::sumitsharma.cse@niet.co.in::0287a0e3-d7f5-4815-a5d5-4670a436bb9e" providerId="AD" clId="Web-{11092429-62C6-43B0-82AD-D0162A1C50B3}" dt="2023-08-23T04:13:48.827" v="84" actId="20577"/>
          <ac:spMkLst>
            <pc:docMk/>
            <pc:sldMk cId="1080364002" sldId="1580"/>
            <ac:spMk id="3" creationId="{F8CC24E1-E4CB-4555-AAFE-79673E88E287}"/>
          </ac:spMkLst>
        </pc:spChg>
      </pc:sldChg>
      <pc:sldChg chg="modSp">
        <pc:chgData name="Mr. Sumit Sharma" userId="S::sumitsharma.cse@niet.co.in::0287a0e3-d7f5-4815-a5d5-4670a436bb9e" providerId="AD" clId="Web-{11092429-62C6-43B0-82AD-D0162A1C50B3}" dt="2023-08-23T04:14:24.797" v="90" actId="20577"/>
        <pc:sldMkLst>
          <pc:docMk/>
          <pc:sldMk cId="3382127065" sldId="1581"/>
        </pc:sldMkLst>
        <pc:spChg chg="mod">
          <ac:chgData name="Mr. Sumit Sharma" userId="S::sumitsharma.cse@niet.co.in::0287a0e3-d7f5-4815-a5d5-4670a436bb9e" providerId="AD" clId="Web-{11092429-62C6-43B0-82AD-D0162A1C50B3}" dt="2023-08-23T04:14:24.797" v="90" actId="20577"/>
          <ac:spMkLst>
            <pc:docMk/>
            <pc:sldMk cId="3382127065" sldId="1581"/>
            <ac:spMk id="3" creationId="{F8CC24E1-E4CB-4555-AAFE-79673E88E287}"/>
          </ac:spMkLst>
        </pc:spChg>
      </pc:sldChg>
      <pc:sldChg chg="modSp">
        <pc:chgData name="Mr. Sumit Sharma" userId="S::sumitsharma.cse@niet.co.in::0287a0e3-d7f5-4815-a5d5-4670a436bb9e" providerId="AD" clId="Web-{11092429-62C6-43B0-82AD-D0162A1C50B3}" dt="2023-08-23T04:15:00.470" v="96" actId="20577"/>
        <pc:sldMkLst>
          <pc:docMk/>
          <pc:sldMk cId="240637688" sldId="1582"/>
        </pc:sldMkLst>
        <pc:spChg chg="mod">
          <ac:chgData name="Mr. Sumit Sharma" userId="S::sumitsharma.cse@niet.co.in::0287a0e3-d7f5-4815-a5d5-4670a436bb9e" providerId="AD" clId="Web-{11092429-62C6-43B0-82AD-D0162A1C50B3}" dt="2023-08-23T04:15:00.470" v="96" actId="20577"/>
          <ac:spMkLst>
            <pc:docMk/>
            <pc:sldMk cId="240637688" sldId="1582"/>
            <ac:spMk id="3" creationId="{F8CC24E1-E4CB-4555-AAFE-79673E88E287}"/>
          </ac:spMkLst>
        </pc:spChg>
      </pc:sldChg>
    </pc:docChg>
  </pc:docChgLst>
  <pc:docChgLst>
    <pc:chgData name="Mr. Sumit Sharma" userId="S::sumitsharma.cse@niet.co.in::0287a0e3-d7f5-4815-a5d5-4670a436bb9e" providerId="AD" clId="Web-{E7089051-CBBB-4764-362C-3A5DCE6224C6}"/>
    <pc:docChg chg="addSld modSld">
      <pc:chgData name="Mr. Sumit Sharma" userId="S::sumitsharma.cse@niet.co.in::0287a0e3-d7f5-4815-a5d5-4670a436bb9e" providerId="AD" clId="Web-{E7089051-CBBB-4764-362C-3A5DCE6224C6}" dt="2023-10-06T05:23:29.556" v="67" actId="20577"/>
      <pc:docMkLst>
        <pc:docMk/>
      </pc:docMkLst>
      <pc:sldChg chg="modSp add replId">
        <pc:chgData name="Mr. Sumit Sharma" userId="S::sumitsharma.cse@niet.co.in::0287a0e3-d7f5-4815-a5d5-4670a436bb9e" providerId="AD" clId="Web-{E7089051-CBBB-4764-362C-3A5DCE6224C6}" dt="2023-10-06T05:21:42.833" v="22" actId="20577"/>
        <pc:sldMkLst>
          <pc:docMk/>
          <pc:sldMk cId="3845583446" sldId="1608"/>
        </pc:sldMkLst>
        <pc:spChg chg="mod">
          <ac:chgData name="Mr. Sumit Sharma" userId="S::sumitsharma.cse@niet.co.in::0287a0e3-d7f5-4815-a5d5-4670a436bb9e" providerId="AD" clId="Web-{E7089051-CBBB-4764-362C-3A5DCE6224C6}" dt="2023-10-06T05:20:27.082" v="1" actId="20577"/>
          <ac:spMkLst>
            <pc:docMk/>
            <pc:sldMk cId="3845583446" sldId="1608"/>
            <ac:spMk id="7" creationId="{00000000-0000-0000-0000-000000000000}"/>
          </ac:spMkLst>
        </pc:spChg>
        <pc:graphicFrameChg chg="modGraphic">
          <ac:chgData name="Mr. Sumit Sharma" userId="S::sumitsharma.cse@niet.co.in::0287a0e3-d7f5-4815-a5d5-4670a436bb9e" providerId="AD" clId="Web-{E7089051-CBBB-4764-362C-3A5DCE6224C6}" dt="2023-10-06T05:21:42.833" v="22" actId="20577"/>
          <ac:graphicFrameMkLst>
            <pc:docMk/>
            <pc:sldMk cId="3845583446" sldId="1608"/>
            <ac:graphicFrameMk id="189" creationId="{EAEE85EF-0E78-BC41-6940-948F160FCB8D}"/>
          </ac:graphicFrameMkLst>
        </pc:graphicFrameChg>
      </pc:sldChg>
      <pc:sldChg chg="modSp add replId">
        <pc:chgData name="Mr. Sumit Sharma" userId="S::sumitsharma.cse@niet.co.in::0287a0e3-d7f5-4815-a5d5-4670a436bb9e" providerId="AD" clId="Web-{E7089051-CBBB-4764-362C-3A5DCE6224C6}" dt="2023-10-06T05:23:29.556" v="67" actId="20577"/>
        <pc:sldMkLst>
          <pc:docMk/>
          <pc:sldMk cId="1151873637" sldId="1609"/>
        </pc:sldMkLst>
        <pc:spChg chg="mod">
          <ac:chgData name="Mr. Sumit Sharma" userId="S::sumitsharma.cse@niet.co.in::0287a0e3-d7f5-4815-a5d5-4670a436bb9e" providerId="AD" clId="Web-{E7089051-CBBB-4764-362C-3A5DCE6224C6}" dt="2023-10-06T05:21:53.599" v="31" actId="20577"/>
          <ac:spMkLst>
            <pc:docMk/>
            <pc:sldMk cId="1151873637" sldId="1609"/>
            <ac:spMk id="7" creationId="{00000000-0000-0000-0000-000000000000}"/>
          </ac:spMkLst>
        </pc:spChg>
        <pc:spChg chg="mod">
          <ac:chgData name="Mr. Sumit Sharma" userId="S::sumitsharma.cse@niet.co.in::0287a0e3-d7f5-4815-a5d5-4670a436bb9e" providerId="AD" clId="Web-{E7089051-CBBB-4764-362C-3A5DCE6224C6}" dt="2023-10-06T05:23:29.556" v="67" actId="20577"/>
          <ac:spMkLst>
            <pc:docMk/>
            <pc:sldMk cId="1151873637" sldId="1609"/>
            <ac:spMk id="182" creationId="{FDC1A734-1528-FC7A-7C7C-B49C8922968A}"/>
          </ac:spMkLst>
        </pc:spChg>
      </pc:sldChg>
    </pc:docChg>
  </pc:docChgLst>
  <pc:docChgLst>
    <pc:chgData name="Mr. Sumit Sharma" userId="S::sumitsharma.cse@niet.co.in::0287a0e3-d7f5-4815-a5d5-4670a436bb9e" providerId="AD" clId="Web-{89676F4E-627F-4BD4-956C-58FEE723C2B3}"/>
    <pc:docChg chg="addSld delSld modSld">
      <pc:chgData name="Mr. Sumit Sharma" userId="S::sumitsharma.cse@niet.co.in::0287a0e3-d7f5-4815-a5d5-4670a436bb9e" providerId="AD" clId="Web-{89676F4E-627F-4BD4-956C-58FEE723C2B3}" dt="2023-10-11T04:16:28.249" v="412" actId="20577"/>
      <pc:docMkLst>
        <pc:docMk/>
      </pc:docMkLst>
      <pc:sldChg chg="modSp">
        <pc:chgData name="Mr. Sumit Sharma" userId="S::sumitsharma.cse@niet.co.in::0287a0e3-d7f5-4815-a5d5-4670a436bb9e" providerId="AD" clId="Web-{89676F4E-627F-4BD4-956C-58FEE723C2B3}" dt="2023-10-11T04:07:10.575" v="231" actId="20577"/>
        <pc:sldMkLst>
          <pc:docMk/>
          <pc:sldMk cId="2717630238" sldId="281"/>
        </pc:sldMkLst>
        <pc:spChg chg="mod">
          <ac:chgData name="Mr. Sumit Sharma" userId="S::sumitsharma.cse@niet.co.in::0287a0e3-d7f5-4815-a5d5-4670a436bb9e" providerId="AD" clId="Web-{89676F4E-627F-4BD4-956C-58FEE723C2B3}" dt="2023-10-11T04:07:10.575" v="231" actId="20577"/>
          <ac:spMkLst>
            <pc:docMk/>
            <pc:sldMk cId="2717630238" sldId="281"/>
            <ac:spMk id="8" creationId="{D7F71052-C096-41E2-9234-43D568F9BDDA}"/>
          </ac:spMkLst>
        </pc:spChg>
      </pc:sldChg>
      <pc:sldChg chg="modSp add replId">
        <pc:chgData name="Mr. Sumit Sharma" userId="S::sumitsharma.cse@niet.co.in::0287a0e3-d7f5-4815-a5d5-4670a436bb9e" providerId="AD" clId="Web-{89676F4E-627F-4BD4-956C-58FEE723C2B3}" dt="2023-10-11T04:00:12.452" v="106" actId="20577"/>
        <pc:sldMkLst>
          <pc:docMk/>
          <pc:sldMk cId="1181824695" sldId="1618"/>
        </pc:sldMkLst>
        <pc:spChg chg="mod">
          <ac:chgData name="Mr. Sumit Sharma" userId="S::sumitsharma.cse@niet.co.in::0287a0e3-d7f5-4815-a5d5-4670a436bb9e" providerId="AD" clId="Web-{89676F4E-627F-4BD4-956C-58FEE723C2B3}" dt="2023-10-11T03:56:11.601" v="9" actId="20577"/>
          <ac:spMkLst>
            <pc:docMk/>
            <pc:sldMk cId="1181824695" sldId="1618"/>
            <ac:spMk id="7" creationId="{00000000-0000-0000-0000-000000000000}"/>
          </ac:spMkLst>
        </pc:spChg>
        <pc:graphicFrameChg chg="modGraphic">
          <ac:chgData name="Mr. Sumit Sharma" userId="S::sumitsharma.cse@niet.co.in::0287a0e3-d7f5-4815-a5d5-4670a436bb9e" providerId="AD" clId="Web-{89676F4E-627F-4BD4-956C-58FEE723C2B3}" dt="2023-10-11T04:00:12.452" v="106" actId="20577"/>
          <ac:graphicFrameMkLst>
            <pc:docMk/>
            <pc:sldMk cId="1181824695" sldId="1618"/>
            <ac:graphicFrameMk id="28" creationId="{7911BCD3-FD89-BC16-4A6F-1F614AC172FE}"/>
          </ac:graphicFrameMkLst>
        </pc:graphicFrameChg>
      </pc:sldChg>
      <pc:sldChg chg="add del replId">
        <pc:chgData name="Mr. Sumit Sharma" userId="S::sumitsharma.cse@niet.co.in::0287a0e3-d7f5-4815-a5d5-4670a436bb9e" providerId="AD" clId="Web-{89676F4E-627F-4BD4-956C-58FEE723C2B3}" dt="2023-10-11T03:57:06.400" v="20"/>
        <pc:sldMkLst>
          <pc:docMk/>
          <pc:sldMk cId="241971042" sldId="1619"/>
        </pc:sldMkLst>
      </pc:sldChg>
      <pc:sldChg chg="modSp add replId">
        <pc:chgData name="Mr. Sumit Sharma" userId="S::sumitsharma.cse@niet.co.in::0287a0e3-d7f5-4815-a5d5-4670a436bb9e" providerId="AD" clId="Web-{89676F4E-627F-4BD4-956C-58FEE723C2B3}" dt="2023-10-11T03:59:41.420" v="103" actId="20577"/>
        <pc:sldMkLst>
          <pc:docMk/>
          <pc:sldMk cId="3062228744" sldId="1619"/>
        </pc:sldMkLst>
        <pc:spChg chg="mod">
          <ac:chgData name="Mr. Sumit Sharma" userId="S::sumitsharma.cse@niet.co.in::0287a0e3-d7f5-4815-a5d5-4670a436bb9e" providerId="AD" clId="Web-{89676F4E-627F-4BD4-956C-58FEE723C2B3}" dt="2023-10-11T03:57:56.464" v="55" actId="20577"/>
          <ac:spMkLst>
            <pc:docMk/>
            <pc:sldMk cId="3062228744" sldId="1619"/>
            <ac:spMk id="7" creationId="{00000000-0000-0000-0000-000000000000}"/>
          </ac:spMkLst>
        </pc:spChg>
        <pc:graphicFrameChg chg="modGraphic">
          <ac:chgData name="Mr. Sumit Sharma" userId="S::sumitsharma.cse@niet.co.in::0287a0e3-d7f5-4815-a5d5-4670a436bb9e" providerId="AD" clId="Web-{89676F4E-627F-4BD4-956C-58FEE723C2B3}" dt="2023-10-11T03:59:41.420" v="103" actId="20577"/>
          <ac:graphicFrameMkLst>
            <pc:docMk/>
            <pc:sldMk cId="3062228744" sldId="1619"/>
            <ac:graphicFrameMk id="28" creationId="{7911BCD3-FD89-BC16-4A6F-1F614AC172FE}"/>
          </ac:graphicFrameMkLst>
        </pc:graphicFrameChg>
      </pc:sldChg>
      <pc:sldChg chg="modSp add replId">
        <pc:chgData name="Mr. Sumit Sharma" userId="S::sumitsharma.cse@niet.co.in::0287a0e3-d7f5-4815-a5d5-4670a436bb9e" providerId="AD" clId="Web-{89676F4E-627F-4BD4-956C-58FEE723C2B3}" dt="2023-10-11T03:59:25.170" v="100" actId="20577"/>
        <pc:sldMkLst>
          <pc:docMk/>
          <pc:sldMk cId="2874807112" sldId="1620"/>
        </pc:sldMkLst>
        <pc:graphicFrameChg chg="modGraphic">
          <ac:chgData name="Mr. Sumit Sharma" userId="S::sumitsharma.cse@niet.co.in::0287a0e3-d7f5-4815-a5d5-4670a436bb9e" providerId="AD" clId="Web-{89676F4E-627F-4BD4-956C-58FEE723C2B3}" dt="2023-10-11T03:59:25.170" v="100" actId="20577"/>
          <ac:graphicFrameMkLst>
            <pc:docMk/>
            <pc:sldMk cId="2874807112" sldId="1620"/>
            <ac:graphicFrameMk id="28" creationId="{7911BCD3-FD89-BC16-4A6F-1F614AC172FE}"/>
          </ac:graphicFrameMkLst>
        </pc:graphicFrameChg>
      </pc:sldChg>
      <pc:sldChg chg="modSp add replId">
        <pc:chgData name="Mr. Sumit Sharma" userId="S::sumitsharma.cse@niet.co.in::0287a0e3-d7f5-4815-a5d5-4670a436bb9e" providerId="AD" clId="Web-{89676F4E-627F-4BD4-956C-58FEE723C2B3}" dt="2023-10-11T04:02:54.614" v="124" actId="20577"/>
        <pc:sldMkLst>
          <pc:docMk/>
          <pc:sldMk cId="845788628" sldId="1621"/>
        </pc:sldMkLst>
        <pc:spChg chg="mod">
          <ac:chgData name="Mr. Sumit Sharma" userId="S::sumitsharma.cse@niet.co.in::0287a0e3-d7f5-4815-a5d5-4670a436bb9e" providerId="AD" clId="Web-{89676F4E-627F-4BD4-956C-58FEE723C2B3}" dt="2023-10-11T04:01:31.330" v="111" actId="20577"/>
          <ac:spMkLst>
            <pc:docMk/>
            <pc:sldMk cId="845788628" sldId="1621"/>
            <ac:spMk id="7" creationId="{00000000-0000-0000-0000-000000000000}"/>
          </ac:spMkLst>
        </pc:spChg>
        <pc:graphicFrameChg chg="modGraphic">
          <ac:chgData name="Mr. Sumit Sharma" userId="S::sumitsharma.cse@niet.co.in::0287a0e3-d7f5-4815-a5d5-4670a436bb9e" providerId="AD" clId="Web-{89676F4E-627F-4BD4-956C-58FEE723C2B3}" dt="2023-10-11T04:02:54.614" v="124" actId="20577"/>
          <ac:graphicFrameMkLst>
            <pc:docMk/>
            <pc:sldMk cId="845788628" sldId="1621"/>
            <ac:graphicFrameMk id="28" creationId="{7911BCD3-FD89-BC16-4A6F-1F614AC172FE}"/>
          </ac:graphicFrameMkLst>
        </pc:graphicFrameChg>
      </pc:sldChg>
      <pc:sldChg chg="modSp add replId">
        <pc:chgData name="Mr. Sumit Sharma" userId="S::sumitsharma.cse@niet.co.in::0287a0e3-d7f5-4815-a5d5-4670a436bb9e" providerId="AD" clId="Web-{89676F4E-627F-4BD4-956C-58FEE723C2B3}" dt="2023-10-11T04:04:10.538" v="153" actId="20577"/>
        <pc:sldMkLst>
          <pc:docMk/>
          <pc:sldMk cId="3259819603" sldId="1622"/>
        </pc:sldMkLst>
        <pc:spChg chg="mod">
          <ac:chgData name="Mr. Sumit Sharma" userId="S::sumitsharma.cse@niet.co.in::0287a0e3-d7f5-4815-a5d5-4670a436bb9e" providerId="AD" clId="Web-{89676F4E-627F-4BD4-956C-58FEE723C2B3}" dt="2023-10-11T04:03:27.443" v="136" actId="20577"/>
          <ac:spMkLst>
            <pc:docMk/>
            <pc:sldMk cId="3259819603" sldId="1622"/>
            <ac:spMk id="7" creationId="{00000000-0000-0000-0000-000000000000}"/>
          </ac:spMkLst>
        </pc:spChg>
        <pc:spChg chg="mod">
          <ac:chgData name="Mr. Sumit Sharma" userId="S::sumitsharma.cse@niet.co.in::0287a0e3-d7f5-4815-a5d5-4670a436bb9e" providerId="AD" clId="Web-{89676F4E-627F-4BD4-956C-58FEE723C2B3}" dt="2023-10-11T04:04:10.538" v="153" actId="20577"/>
          <ac:spMkLst>
            <pc:docMk/>
            <pc:sldMk cId="3259819603" sldId="1622"/>
            <ac:spMk id="182" creationId="{FDC1A734-1528-FC7A-7C7C-B49C8922968A}"/>
          </ac:spMkLst>
        </pc:spChg>
      </pc:sldChg>
      <pc:sldChg chg="modSp add replId">
        <pc:chgData name="Mr. Sumit Sharma" userId="S::sumitsharma.cse@niet.co.in::0287a0e3-d7f5-4815-a5d5-4670a436bb9e" providerId="AD" clId="Web-{89676F4E-627F-4BD4-956C-58FEE723C2B3}" dt="2023-10-11T04:05:26.931" v="177" actId="20577"/>
        <pc:sldMkLst>
          <pc:docMk/>
          <pc:sldMk cId="1254964747" sldId="1623"/>
        </pc:sldMkLst>
        <pc:spChg chg="mod">
          <ac:chgData name="Mr. Sumit Sharma" userId="S::sumitsharma.cse@niet.co.in::0287a0e3-d7f5-4815-a5d5-4670a436bb9e" providerId="AD" clId="Web-{89676F4E-627F-4BD4-956C-58FEE723C2B3}" dt="2023-10-11T04:04:29.554" v="167" actId="20577"/>
          <ac:spMkLst>
            <pc:docMk/>
            <pc:sldMk cId="1254964747" sldId="1623"/>
            <ac:spMk id="7" creationId="{00000000-0000-0000-0000-000000000000}"/>
          </ac:spMkLst>
        </pc:spChg>
        <pc:graphicFrameChg chg="modGraphic">
          <ac:chgData name="Mr. Sumit Sharma" userId="S::sumitsharma.cse@niet.co.in::0287a0e3-d7f5-4815-a5d5-4670a436bb9e" providerId="AD" clId="Web-{89676F4E-627F-4BD4-956C-58FEE723C2B3}" dt="2023-10-11T04:05:26.931" v="177" actId="20577"/>
          <ac:graphicFrameMkLst>
            <pc:docMk/>
            <pc:sldMk cId="1254964747" sldId="1623"/>
            <ac:graphicFrameMk id="28" creationId="{7911BCD3-FD89-BC16-4A6F-1F614AC172FE}"/>
          </ac:graphicFrameMkLst>
        </pc:graphicFrameChg>
      </pc:sldChg>
      <pc:sldChg chg="modSp add replId">
        <pc:chgData name="Mr. Sumit Sharma" userId="S::sumitsharma.cse@niet.co.in::0287a0e3-d7f5-4815-a5d5-4670a436bb9e" providerId="AD" clId="Web-{89676F4E-627F-4BD4-956C-58FEE723C2B3}" dt="2023-10-11T04:06:35.574" v="209" actId="20577"/>
        <pc:sldMkLst>
          <pc:docMk/>
          <pc:sldMk cId="1375850411" sldId="1624"/>
        </pc:sldMkLst>
        <pc:spChg chg="mod">
          <ac:chgData name="Mr. Sumit Sharma" userId="S::sumitsharma.cse@niet.co.in::0287a0e3-d7f5-4815-a5d5-4670a436bb9e" providerId="AD" clId="Web-{89676F4E-627F-4BD4-956C-58FEE723C2B3}" dt="2023-10-11T04:05:46.338" v="183" actId="20577"/>
          <ac:spMkLst>
            <pc:docMk/>
            <pc:sldMk cId="1375850411" sldId="1624"/>
            <ac:spMk id="7" creationId="{00000000-0000-0000-0000-000000000000}"/>
          </ac:spMkLst>
        </pc:spChg>
        <pc:spChg chg="mod">
          <ac:chgData name="Mr. Sumit Sharma" userId="S::sumitsharma.cse@niet.co.in::0287a0e3-d7f5-4815-a5d5-4670a436bb9e" providerId="AD" clId="Web-{89676F4E-627F-4BD4-956C-58FEE723C2B3}" dt="2023-10-11T04:06:35.574" v="209" actId="20577"/>
          <ac:spMkLst>
            <pc:docMk/>
            <pc:sldMk cId="1375850411" sldId="1624"/>
            <ac:spMk id="182" creationId="{FDC1A734-1528-FC7A-7C7C-B49C8922968A}"/>
          </ac:spMkLst>
        </pc:spChg>
      </pc:sldChg>
      <pc:sldChg chg="modSp add replId">
        <pc:chgData name="Mr. Sumit Sharma" userId="S::sumitsharma.cse@niet.co.in::0287a0e3-d7f5-4815-a5d5-4670a436bb9e" providerId="AD" clId="Web-{89676F4E-627F-4BD4-956C-58FEE723C2B3}" dt="2023-10-11T04:08:31.671" v="251" actId="20577"/>
        <pc:sldMkLst>
          <pc:docMk/>
          <pc:sldMk cId="1260156050" sldId="1625"/>
        </pc:sldMkLst>
        <pc:spChg chg="mod">
          <ac:chgData name="Mr. Sumit Sharma" userId="S::sumitsharma.cse@niet.co.in::0287a0e3-d7f5-4815-a5d5-4670a436bb9e" providerId="AD" clId="Web-{89676F4E-627F-4BD4-956C-58FEE723C2B3}" dt="2023-10-11T04:07:43.639" v="238" actId="20577"/>
          <ac:spMkLst>
            <pc:docMk/>
            <pc:sldMk cId="1260156050" sldId="1625"/>
            <ac:spMk id="7" creationId="{00000000-0000-0000-0000-000000000000}"/>
          </ac:spMkLst>
        </pc:spChg>
        <pc:graphicFrameChg chg="modGraphic">
          <ac:chgData name="Mr. Sumit Sharma" userId="S::sumitsharma.cse@niet.co.in::0287a0e3-d7f5-4815-a5d5-4670a436bb9e" providerId="AD" clId="Web-{89676F4E-627F-4BD4-956C-58FEE723C2B3}" dt="2023-10-11T04:08:31.671" v="251" actId="20577"/>
          <ac:graphicFrameMkLst>
            <pc:docMk/>
            <pc:sldMk cId="1260156050" sldId="1625"/>
            <ac:graphicFrameMk id="28" creationId="{7911BCD3-FD89-BC16-4A6F-1F614AC172FE}"/>
          </ac:graphicFrameMkLst>
        </pc:graphicFrameChg>
      </pc:sldChg>
      <pc:sldChg chg="modSp add replId">
        <pc:chgData name="Mr. Sumit Sharma" userId="S::sumitsharma.cse@niet.co.in::0287a0e3-d7f5-4815-a5d5-4670a436bb9e" providerId="AD" clId="Web-{89676F4E-627F-4BD4-956C-58FEE723C2B3}" dt="2023-10-11T04:10:17.487" v="291" actId="20577"/>
        <pc:sldMkLst>
          <pc:docMk/>
          <pc:sldMk cId="3623729405" sldId="1626"/>
        </pc:sldMkLst>
        <pc:spChg chg="mod">
          <ac:chgData name="Mr. Sumit Sharma" userId="S::sumitsharma.cse@niet.co.in::0287a0e3-d7f5-4815-a5d5-4670a436bb9e" providerId="AD" clId="Web-{89676F4E-627F-4BD4-956C-58FEE723C2B3}" dt="2023-10-11T04:09:30.079" v="272" actId="20577"/>
          <ac:spMkLst>
            <pc:docMk/>
            <pc:sldMk cId="3623729405" sldId="1626"/>
            <ac:spMk id="7" creationId="{00000000-0000-0000-0000-000000000000}"/>
          </ac:spMkLst>
        </pc:spChg>
        <pc:graphicFrameChg chg="modGraphic">
          <ac:chgData name="Mr. Sumit Sharma" userId="S::sumitsharma.cse@niet.co.in::0287a0e3-d7f5-4815-a5d5-4670a436bb9e" providerId="AD" clId="Web-{89676F4E-627F-4BD4-956C-58FEE723C2B3}" dt="2023-10-11T04:10:17.487" v="291" actId="20577"/>
          <ac:graphicFrameMkLst>
            <pc:docMk/>
            <pc:sldMk cId="3623729405" sldId="1626"/>
            <ac:graphicFrameMk id="28" creationId="{7911BCD3-FD89-BC16-4A6F-1F614AC172FE}"/>
          </ac:graphicFrameMkLst>
        </pc:graphicFrameChg>
      </pc:sldChg>
      <pc:sldChg chg="modSp add replId">
        <pc:chgData name="Mr. Sumit Sharma" userId="S::sumitsharma.cse@niet.co.in::0287a0e3-d7f5-4815-a5d5-4670a436bb9e" providerId="AD" clId="Web-{89676F4E-627F-4BD4-956C-58FEE723C2B3}" dt="2023-10-11T04:11:02.489" v="310" actId="20577"/>
        <pc:sldMkLst>
          <pc:docMk/>
          <pc:sldMk cId="1392179109" sldId="1627"/>
        </pc:sldMkLst>
        <pc:graphicFrameChg chg="modGraphic">
          <ac:chgData name="Mr. Sumit Sharma" userId="S::sumitsharma.cse@niet.co.in::0287a0e3-d7f5-4815-a5d5-4670a436bb9e" providerId="AD" clId="Web-{89676F4E-627F-4BD4-956C-58FEE723C2B3}" dt="2023-10-11T04:11:02.489" v="310" actId="20577"/>
          <ac:graphicFrameMkLst>
            <pc:docMk/>
            <pc:sldMk cId="1392179109" sldId="1627"/>
            <ac:graphicFrameMk id="28" creationId="{7911BCD3-FD89-BC16-4A6F-1F614AC172FE}"/>
          </ac:graphicFrameMkLst>
        </pc:graphicFrameChg>
      </pc:sldChg>
      <pc:sldChg chg="modSp add replId">
        <pc:chgData name="Mr. Sumit Sharma" userId="S::sumitsharma.cse@niet.co.in::0287a0e3-d7f5-4815-a5d5-4670a436bb9e" providerId="AD" clId="Web-{89676F4E-627F-4BD4-956C-58FEE723C2B3}" dt="2023-10-11T04:12:34.366" v="328" actId="20577"/>
        <pc:sldMkLst>
          <pc:docMk/>
          <pc:sldMk cId="1501226893" sldId="1628"/>
        </pc:sldMkLst>
        <pc:spChg chg="mod">
          <ac:chgData name="Mr. Sumit Sharma" userId="S::sumitsharma.cse@niet.co.in::0287a0e3-d7f5-4815-a5d5-4670a436bb9e" providerId="AD" clId="Web-{89676F4E-627F-4BD4-956C-58FEE723C2B3}" dt="2023-10-11T04:11:35.161" v="313"/>
          <ac:spMkLst>
            <pc:docMk/>
            <pc:sldMk cId="1501226893" sldId="1628"/>
            <ac:spMk id="7" creationId="{00000000-0000-0000-0000-000000000000}"/>
          </ac:spMkLst>
        </pc:spChg>
        <pc:graphicFrameChg chg="modGraphic">
          <ac:chgData name="Mr. Sumit Sharma" userId="S::sumitsharma.cse@niet.co.in::0287a0e3-d7f5-4815-a5d5-4670a436bb9e" providerId="AD" clId="Web-{89676F4E-627F-4BD4-956C-58FEE723C2B3}" dt="2023-10-11T04:12:34.366" v="328" actId="20577"/>
          <ac:graphicFrameMkLst>
            <pc:docMk/>
            <pc:sldMk cId="1501226893" sldId="1628"/>
            <ac:graphicFrameMk id="28" creationId="{7911BCD3-FD89-BC16-4A6F-1F614AC172FE}"/>
          </ac:graphicFrameMkLst>
        </pc:graphicFrameChg>
      </pc:sldChg>
      <pc:sldChg chg="modSp add replId">
        <pc:chgData name="Mr. Sumit Sharma" userId="S::sumitsharma.cse@niet.co.in::0287a0e3-d7f5-4815-a5d5-4670a436bb9e" providerId="AD" clId="Web-{89676F4E-627F-4BD4-956C-58FEE723C2B3}" dt="2023-10-11T04:14:18.854" v="364" actId="20577"/>
        <pc:sldMkLst>
          <pc:docMk/>
          <pc:sldMk cId="3898563862" sldId="1629"/>
        </pc:sldMkLst>
        <pc:spChg chg="mod">
          <ac:chgData name="Mr. Sumit Sharma" userId="S::sumitsharma.cse@niet.co.in::0287a0e3-d7f5-4815-a5d5-4670a436bb9e" providerId="AD" clId="Web-{89676F4E-627F-4BD4-956C-58FEE723C2B3}" dt="2023-10-11T04:12:53.742" v="332" actId="20577"/>
          <ac:spMkLst>
            <pc:docMk/>
            <pc:sldMk cId="3898563862" sldId="1629"/>
            <ac:spMk id="7" creationId="{00000000-0000-0000-0000-000000000000}"/>
          </ac:spMkLst>
        </pc:spChg>
        <pc:spChg chg="mod">
          <ac:chgData name="Mr. Sumit Sharma" userId="S::sumitsharma.cse@niet.co.in::0287a0e3-d7f5-4815-a5d5-4670a436bb9e" providerId="AD" clId="Web-{89676F4E-627F-4BD4-956C-58FEE723C2B3}" dt="2023-10-11T04:14:18.854" v="364" actId="20577"/>
          <ac:spMkLst>
            <pc:docMk/>
            <pc:sldMk cId="3898563862" sldId="1629"/>
            <ac:spMk id="182" creationId="{FDC1A734-1528-FC7A-7C7C-B49C8922968A}"/>
          </ac:spMkLst>
        </pc:spChg>
      </pc:sldChg>
      <pc:sldChg chg="modSp add replId">
        <pc:chgData name="Mr. Sumit Sharma" userId="S::sumitsharma.cse@niet.co.in::0287a0e3-d7f5-4815-a5d5-4670a436bb9e" providerId="AD" clId="Web-{89676F4E-627F-4BD4-956C-58FEE723C2B3}" dt="2023-10-11T04:15:16.106" v="375" actId="20577"/>
        <pc:sldMkLst>
          <pc:docMk/>
          <pc:sldMk cId="3943910330" sldId="1630"/>
        </pc:sldMkLst>
        <pc:spChg chg="mod">
          <ac:chgData name="Mr. Sumit Sharma" userId="S::sumitsharma.cse@niet.co.in::0287a0e3-d7f5-4815-a5d5-4670a436bb9e" providerId="AD" clId="Web-{89676F4E-627F-4BD4-956C-58FEE723C2B3}" dt="2023-10-11T04:14:43.980" v="368" actId="20577"/>
          <ac:spMkLst>
            <pc:docMk/>
            <pc:sldMk cId="3943910330" sldId="1630"/>
            <ac:spMk id="7" creationId="{00000000-0000-0000-0000-000000000000}"/>
          </ac:spMkLst>
        </pc:spChg>
        <pc:graphicFrameChg chg="modGraphic">
          <ac:chgData name="Mr. Sumit Sharma" userId="S::sumitsharma.cse@niet.co.in::0287a0e3-d7f5-4815-a5d5-4670a436bb9e" providerId="AD" clId="Web-{89676F4E-627F-4BD4-956C-58FEE723C2B3}" dt="2023-10-11T04:15:16.106" v="375" actId="20577"/>
          <ac:graphicFrameMkLst>
            <pc:docMk/>
            <pc:sldMk cId="3943910330" sldId="1630"/>
            <ac:graphicFrameMk id="28" creationId="{7911BCD3-FD89-BC16-4A6F-1F614AC172FE}"/>
          </ac:graphicFrameMkLst>
        </pc:graphicFrameChg>
      </pc:sldChg>
      <pc:sldChg chg="modSp add replId">
        <pc:chgData name="Mr. Sumit Sharma" userId="S::sumitsharma.cse@niet.co.in::0287a0e3-d7f5-4815-a5d5-4670a436bb9e" providerId="AD" clId="Web-{89676F4E-627F-4BD4-956C-58FEE723C2B3}" dt="2023-10-11T04:16:28.249" v="412" actId="20577"/>
        <pc:sldMkLst>
          <pc:docMk/>
          <pc:sldMk cId="2208778934" sldId="1631"/>
        </pc:sldMkLst>
        <pc:spChg chg="mod">
          <ac:chgData name="Mr. Sumit Sharma" userId="S::sumitsharma.cse@niet.co.in::0287a0e3-d7f5-4815-a5d5-4670a436bb9e" providerId="AD" clId="Web-{89676F4E-627F-4BD4-956C-58FEE723C2B3}" dt="2023-10-11T04:15:48.169" v="387" actId="20577"/>
          <ac:spMkLst>
            <pc:docMk/>
            <pc:sldMk cId="2208778934" sldId="1631"/>
            <ac:spMk id="7" creationId="{00000000-0000-0000-0000-000000000000}"/>
          </ac:spMkLst>
        </pc:spChg>
        <pc:graphicFrameChg chg="modGraphic">
          <ac:chgData name="Mr. Sumit Sharma" userId="S::sumitsharma.cse@niet.co.in::0287a0e3-d7f5-4815-a5d5-4670a436bb9e" providerId="AD" clId="Web-{89676F4E-627F-4BD4-956C-58FEE723C2B3}" dt="2023-10-11T04:16:28.249" v="412" actId="20577"/>
          <ac:graphicFrameMkLst>
            <pc:docMk/>
            <pc:sldMk cId="2208778934" sldId="1631"/>
            <ac:graphicFrameMk id="28" creationId="{7911BCD3-FD89-BC16-4A6F-1F614AC172FE}"/>
          </ac:graphicFrameMkLst>
        </pc:graphicFrameChg>
      </pc:sldChg>
    </pc:docChg>
  </pc:docChgLst>
  <pc:docChgLst>
    <pc:chgData name="Mr. Sumit Sharma" userId="S::sumitsharma.cse@niet.co.in::0287a0e3-d7f5-4815-a5d5-4670a436bb9e" providerId="AD" clId="Web-{382BE158-941A-E9A6-0BB6-CF9EDB08CD91}"/>
    <pc:docChg chg="modSld">
      <pc:chgData name="Mr. Sumit Sharma" userId="S::sumitsharma.cse@niet.co.in::0287a0e3-d7f5-4815-a5d5-4670a436bb9e" providerId="AD" clId="Web-{382BE158-941A-E9A6-0BB6-CF9EDB08CD91}" dt="2023-09-04T06:36:29.207" v="1" actId="20577"/>
      <pc:docMkLst>
        <pc:docMk/>
      </pc:docMkLst>
      <pc:sldChg chg="modSp">
        <pc:chgData name="Mr. Sumit Sharma" userId="S::sumitsharma.cse@niet.co.in::0287a0e3-d7f5-4815-a5d5-4670a436bb9e" providerId="AD" clId="Web-{382BE158-941A-E9A6-0BB6-CF9EDB08CD91}" dt="2023-09-04T06:36:29.207" v="1" actId="20577"/>
        <pc:sldMkLst>
          <pc:docMk/>
          <pc:sldMk cId="2717630238" sldId="281"/>
        </pc:sldMkLst>
        <pc:spChg chg="mod">
          <ac:chgData name="Mr. Sumit Sharma" userId="S::sumitsharma.cse@niet.co.in::0287a0e3-d7f5-4815-a5d5-4670a436bb9e" providerId="AD" clId="Web-{382BE158-941A-E9A6-0BB6-CF9EDB08CD91}" dt="2023-09-04T06:36:29.207" v="1" actId="20577"/>
          <ac:spMkLst>
            <pc:docMk/>
            <pc:sldMk cId="2717630238" sldId="281"/>
            <ac:spMk id="7" creationId="{00000000-0000-0000-0000-000000000000}"/>
          </ac:spMkLst>
        </pc:spChg>
      </pc:sldChg>
    </pc:docChg>
  </pc:docChgLst>
  <pc:docChgLst>
    <pc:chgData name="Mr. Sumit Sharma" userId="S::sumitsharma.cse@niet.co.in::0287a0e3-d7f5-4815-a5d5-4670a436bb9e" providerId="AD" clId="Web-{9B253117-5525-9C38-5080-87AA603007A9}"/>
    <pc:docChg chg="modSld">
      <pc:chgData name="Mr. Sumit Sharma" userId="S::sumitsharma.cse@niet.co.in::0287a0e3-d7f5-4815-a5d5-4670a436bb9e" providerId="AD" clId="Web-{9B253117-5525-9C38-5080-87AA603007A9}" dt="2023-08-22T03:59:52.383" v="2" actId="20577"/>
      <pc:docMkLst>
        <pc:docMk/>
      </pc:docMkLst>
      <pc:sldChg chg="modSp">
        <pc:chgData name="Mr. Sumit Sharma" userId="S::sumitsharma.cse@niet.co.in::0287a0e3-d7f5-4815-a5d5-4670a436bb9e" providerId="AD" clId="Web-{9B253117-5525-9C38-5080-87AA603007A9}" dt="2023-08-22T03:59:52.383" v="2" actId="20577"/>
        <pc:sldMkLst>
          <pc:docMk/>
          <pc:sldMk cId="472746572" sldId="1562"/>
        </pc:sldMkLst>
        <pc:spChg chg="mod">
          <ac:chgData name="Mr. Sumit Sharma" userId="S::sumitsharma.cse@niet.co.in::0287a0e3-d7f5-4815-a5d5-4670a436bb9e" providerId="AD" clId="Web-{9B253117-5525-9C38-5080-87AA603007A9}" dt="2023-08-22T03:59:52.383" v="2" actId="20577"/>
          <ac:spMkLst>
            <pc:docMk/>
            <pc:sldMk cId="472746572" sldId="1562"/>
            <ac:spMk id="3" creationId="{F8CC24E1-E4CB-4555-AAFE-79673E88E287}"/>
          </ac:spMkLst>
        </pc:spChg>
      </pc:sldChg>
    </pc:docChg>
  </pc:docChgLst>
  <pc:docChgLst>
    <pc:chgData name="Mr. Sumit Sharma" userId="S::sumitsharma.cse@niet.co.in::0287a0e3-d7f5-4815-a5d5-4670a436bb9e" providerId="AD" clId="Web-{DBD9E93B-85D2-593E-8A2C-EA755D93B1D7}"/>
    <pc:docChg chg="modSld">
      <pc:chgData name="Mr. Sumit Sharma" userId="S::sumitsharma.cse@niet.co.in::0287a0e3-d7f5-4815-a5d5-4670a436bb9e" providerId="AD" clId="Web-{DBD9E93B-85D2-593E-8A2C-EA755D93B1D7}" dt="2023-09-04T04:07:34.120" v="241" actId="20577"/>
      <pc:docMkLst>
        <pc:docMk/>
      </pc:docMkLst>
      <pc:sldChg chg="addSp delSp modSp">
        <pc:chgData name="Mr. Sumit Sharma" userId="S::sumitsharma.cse@niet.co.in::0287a0e3-d7f5-4815-a5d5-4670a436bb9e" providerId="AD" clId="Web-{DBD9E93B-85D2-593E-8A2C-EA755D93B1D7}" dt="2023-09-04T04:05:17.315" v="204" actId="20577"/>
        <pc:sldMkLst>
          <pc:docMk/>
          <pc:sldMk cId="2717630238" sldId="281"/>
        </pc:sldMkLst>
        <pc:spChg chg="del">
          <ac:chgData name="Mr. Sumit Sharma" userId="S::sumitsharma.cse@niet.co.in::0287a0e3-d7f5-4815-a5d5-4670a436bb9e" providerId="AD" clId="Web-{DBD9E93B-85D2-593E-8A2C-EA755D93B1D7}" dt="2023-09-04T04:01:06.003" v="13"/>
          <ac:spMkLst>
            <pc:docMk/>
            <pc:sldMk cId="2717630238" sldId="281"/>
            <ac:spMk id="3" creationId="{00000000-0000-0000-0000-000000000000}"/>
          </ac:spMkLst>
        </pc:spChg>
        <pc:spChg chg="add del mod">
          <ac:chgData name="Mr. Sumit Sharma" userId="S::sumitsharma.cse@niet.co.in::0287a0e3-d7f5-4815-a5d5-4670a436bb9e" providerId="AD" clId="Web-{DBD9E93B-85D2-593E-8A2C-EA755D93B1D7}" dt="2023-09-04T04:01:09.753" v="14"/>
          <ac:spMkLst>
            <pc:docMk/>
            <pc:sldMk cId="2717630238" sldId="281"/>
            <ac:spMk id="4" creationId="{22307E7A-902B-EE65-D169-7BBD216C4808}"/>
          </ac:spMkLst>
        </pc:spChg>
        <pc:spChg chg="mod">
          <ac:chgData name="Mr. Sumit Sharma" userId="S::sumitsharma.cse@niet.co.in::0287a0e3-d7f5-4815-a5d5-4670a436bb9e" providerId="AD" clId="Web-{DBD9E93B-85D2-593E-8A2C-EA755D93B1D7}" dt="2023-09-04T04:05:17.315" v="204" actId="20577"/>
          <ac:spMkLst>
            <pc:docMk/>
            <pc:sldMk cId="2717630238" sldId="281"/>
            <ac:spMk id="8" creationId="{D7F71052-C096-41E2-9234-43D568F9BDDA}"/>
          </ac:spMkLst>
        </pc:spChg>
      </pc:sldChg>
      <pc:sldChg chg="modSp">
        <pc:chgData name="Mr. Sumit Sharma" userId="S::sumitsharma.cse@niet.co.in::0287a0e3-d7f5-4815-a5d5-4670a436bb9e" providerId="AD" clId="Web-{DBD9E93B-85D2-593E-8A2C-EA755D93B1D7}" dt="2023-09-04T04:07:34.120" v="241" actId="20577"/>
        <pc:sldMkLst>
          <pc:docMk/>
          <pc:sldMk cId="14382847" sldId="1560"/>
        </pc:sldMkLst>
        <pc:spChg chg="mod">
          <ac:chgData name="Mr. Sumit Sharma" userId="S::sumitsharma.cse@niet.co.in::0287a0e3-d7f5-4815-a5d5-4670a436bb9e" providerId="AD" clId="Web-{DBD9E93B-85D2-593E-8A2C-EA755D93B1D7}" dt="2023-09-04T04:06:08.693" v="217" actId="20577"/>
          <ac:spMkLst>
            <pc:docMk/>
            <pc:sldMk cId="14382847" sldId="1560"/>
            <ac:spMk id="7" creationId="{00000000-0000-0000-0000-000000000000}"/>
          </ac:spMkLst>
        </pc:spChg>
        <pc:graphicFrameChg chg="modGraphic">
          <ac:chgData name="Mr. Sumit Sharma" userId="S::sumitsharma.cse@niet.co.in::0287a0e3-d7f5-4815-a5d5-4670a436bb9e" providerId="AD" clId="Web-{DBD9E93B-85D2-593E-8A2C-EA755D93B1D7}" dt="2023-09-04T04:07:34.120" v="241" actId="20577"/>
          <ac:graphicFrameMkLst>
            <pc:docMk/>
            <pc:sldMk cId="14382847" sldId="1560"/>
            <ac:graphicFrameMk id="28" creationId="{7911BCD3-FD89-BC16-4A6F-1F614AC172FE}"/>
          </ac:graphicFrameMkLst>
        </pc:graphicFrameChg>
      </pc:sldChg>
    </pc:docChg>
  </pc:docChgLst>
  <pc:docChgLst>
    <pc:chgData name="Mr. Sumit Sharma" userId="S::sumitsharma.cse@niet.co.in::0287a0e3-d7f5-4815-a5d5-4670a436bb9e" providerId="AD" clId="Web-{17A0E2E3-9CA2-C975-38E0-6CA120B7656C}"/>
    <pc:docChg chg="addSld modSld">
      <pc:chgData name="Mr. Sumit Sharma" userId="S::sumitsharma.cse@niet.co.in::0287a0e3-d7f5-4815-a5d5-4670a436bb9e" providerId="AD" clId="Web-{17A0E2E3-9CA2-C975-38E0-6CA120B7656C}" dt="2023-09-08T10:12:12.375" v="96" actId="20577"/>
      <pc:docMkLst>
        <pc:docMk/>
      </pc:docMkLst>
      <pc:sldChg chg="modSp add replId">
        <pc:chgData name="Mr. Sumit Sharma" userId="S::sumitsharma.cse@niet.co.in::0287a0e3-d7f5-4815-a5d5-4670a436bb9e" providerId="AD" clId="Web-{17A0E2E3-9CA2-C975-38E0-6CA120B7656C}" dt="2023-09-08T09:49:25.712" v="33" actId="20577"/>
        <pc:sldMkLst>
          <pc:docMk/>
          <pc:sldMk cId="514159642" sldId="1613"/>
        </pc:sldMkLst>
        <pc:spChg chg="mod">
          <ac:chgData name="Mr. Sumit Sharma" userId="S::sumitsharma.cse@niet.co.in::0287a0e3-d7f5-4815-a5d5-4670a436bb9e" providerId="AD" clId="Web-{17A0E2E3-9CA2-C975-38E0-6CA120B7656C}" dt="2023-09-08T09:48:05.256" v="24" actId="20577"/>
          <ac:spMkLst>
            <pc:docMk/>
            <pc:sldMk cId="514159642" sldId="1613"/>
            <ac:spMk id="7" creationId="{00000000-0000-0000-0000-000000000000}"/>
          </ac:spMkLst>
        </pc:spChg>
        <pc:spChg chg="mod">
          <ac:chgData name="Mr. Sumit Sharma" userId="S::sumitsharma.cse@niet.co.in::0287a0e3-d7f5-4815-a5d5-4670a436bb9e" providerId="AD" clId="Web-{17A0E2E3-9CA2-C975-38E0-6CA120B7656C}" dt="2023-09-08T09:49:25.712" v="33" actId="20577"/>
          <ac:spMkLst>
            <pc:docMk/>
            <pc:sldMk cId="514159642" sldId="1613"/>
            <ac:spMk id="182" creationId="{FDC1A734-1528-FC7A-7C7C-B49C8922968A}"/>
          </ac:spMkLst>
        </pc:spChg>
      </pc:sldChg>
      <pc:sldChg chg="modSp add replId">
        <pc:chgData name="Mr. Sumit Sharma" userId="S::sumitsharma.cse@niet.co.in::0287a0e3-d7f5-4815-a5d5-4670a436bb9e" providerId="AD" clId="Web-{17A0E2E3-9CA2-C975-38E0-6CA120B7656C}" dt="2023-09-08T09:50:47.496" v="47" actId="20577"/>
        <pc:sldMkLst>
          <pc:docMk/>
          <pc:sldMk cId="3570345156" sldId="1614"/>
        </pc:sldMkLst>
        <pc:spChg chg="mod">
          <ac:chgData name="Mr. Sumit Sharma" userId="S::sumitsharma.cse@niet.co.in::0287a0e3-d7f5-4815-a5d5-4670a436bb9e" providerId="AD" clId="Web-{17A0E2E3-9CA2-C975-38E0-6CA120B7656C}" dt="2023-09-08T09:49:38.306" v="36" actId="20577"/>
          <ac:spMkLst>
            <pc:docMk/>
            <pc:sldMk cId="3570345156" sldId="1614"/>
            <ac:spMk id="7" creationId="{00000000-0000-0000-0000-000000000000}"/>
          </ac:spMkLst>
        </pc:spChg>
        <pc:spChg chg="mod">
          <ac:chgData name="Mr. Sumit Sharma" userId="S::sumitsharma.cse@niet.co.in::0287a0e3-d7f5-4815-a5d5-4670a436bb9e" providerId="AD" clId="Web-{17A0E2E3-9CA2-C975-38E0-6CA120B7656C}" dt="2023-09-08T09:50:47.496" v="47" actId="20577"/>
          <ac:spMkLst>
            <pc:docMk/>
            <pc:sldMk cId="3570345156" sldId="1614"/>
            <ac:spMk id="182" creationId="{FDC1A734-1528-FC7A-7C7C-B49C8922968A}"/>
          </ac:spMkLst>
        </pc:spChg>
      </pc:sldChg>
      <pc:sldChg chg="modSp add replId">
        <pc:chgData name="Mr. Sumit Sharma" userId="S::sumitsharma.cse@niet.co.in::0287a0e3-d7f5-4815-a5d5-4670a436bb9e" providerId="AD" clId="Web-{17A0E2E3-9CA2-C975-38E0-6CA120B7656C}" dt="2023-09-08T10:10:54.842" v="76" actId="20577"/>
        <pc:sldMkLst>
          <pc:docMk/>
          <pc:sldMk cId="2515123753" sldId="1615"/>
        </pc:sldMkLst>
        <pc:spChg chg="mod">
          <ac:chgData name="Mr. Sumit Sharma" userId="S::sumitsharma.cse@niet.co.in::0287a0e3-d7f5-4815-a5d5-4670a436bb9e" providerId="AD" clId="Web-{17A0E2E3-9CA2-C975-38E0-6CA120B7656C}" dt="2023-09-08T10:09:15.621" v="57" actId="20577"/>
          <ac:spMkLst>
            <pc:docMk/>
            <pc:sldMk cId="2515123753" sldId="1615"/>
            <ac:spMk id="7" creationId="{00000000-0000-0000-0000-000000000000}"/>
          </ac:spMkLst>
        </pc:spChg>
        <pc:spChg chg="mod">
          <ac:chgData name="Mr. Sumit Sharma" userId="S::sumitsharma.cse@niet.co.in::0287a0e3-d7f5-4815-a5d5-4670a436bb9e" providerId="AD" clId="Web-{17A0E2E3-9CA2-C975-38E0-6CA120B7656C}" dt="2023-09-08T10:10:54.842" v="76" actId="20577"/>
          <ac:spMkLst>
            <pc:docMk/>
            <pc:sldMk cId="2515123753" sldId="1615"/>
            <ac:spMk id="182" creationId="{FDC1A734-1528-FC7A-7C7C-B49C8922968A}"/>
          </ac:spMkLst>
        </pc:spChg>
      </pc:sldChg>
      <pc:sldChg chg="modSp add replId">
        <pc:chgData name="Mr. Sumit Sharma" userId="S::sumitsharma.cse@niet.co.in::0287a0e3-d7f5-4815-a5d5-4670a436bb9e" providerId="AD" clId="Web-{17A0E2E3-9CA2-C975-38E0-6CA120B7656C}" dt="2023-09-08T10:12:12.375" v="96" actId="20577"/>
        <pc:sldMkLst>
          <pc:docMk/>
          <pc:sldMk cId="745149550" sldId="1616"/>
        </pc:sldMkLst>
        <pc:spChg chg="mod">
          <ac:chgData name="Mr. Sumit Sharma" userId="S::sumitsharma.cse@niet.co.in::0287a0e3-d7f5-4815-a5d5-4670a436bb9e" providerId="AD" clId="Web-{17A0E2E3-9CA2-C975-38E0-6CA120B7656C}" dt="2023-09-08T10:11:33.296" v="85" actId="20577"/>
          <ac:spMkLst>
            <pc:docMk/>
            <pc:sldMk cId="745149550" sldId="1616"/>
            <ac:spMk id="7" creationId="{00000000-0000-0000-0000-000000000000}"/>
          </ac:spMkLst>
        </pc:spChg>
        <pc:spChg chg="mod">
          <ac:chgData name="Mr. Sumit Sharma" userId="S::sumitsharma.cse@niet.co.in::0287a0e3-d7f5-4815-a5d5-4670a436bb9e" providerId="AD" clId="Web-{17A0E2E3-9CA2-C975-38E0-6CA120B7656C}" dt="2023-09-08T10:12:12.375" v="96" actId="20577"/>
          <ac:spMkLst>
            <pc:docMk/>
            <pc:sldMk cId="745149550" sldId="1616"/>
            <ac:spMk id="182" creationId="{FDC1A734-1528-FC7A-7C7C-B49C8922968A}"/>
          </ac:spMkLst>
        </pc:spChg>
      </pc:sldChg>
    </pc:docChg>
  </pc:docChgLst>
  <pc:docChgLst>
    <pc:chgData name="Mr. Sumit Sharma" userId="S::sumitsharma.cse@niet.co.in::0287a0e3-d7f5-4815-a5d5-4670a436bb9e" providerId="AD" clId="Web-{32683770-8880-4559-98EF-CD6ED0897CD0}"/>
    <pc:docChg chg="addSld modSld">
      <pc:chgData name="Mr. Sumit Sharma" userId="S::sumitsharma.cse@niet.co.in::0287a0e3-d7f5-4815-a5d5-4670a436bb9e" providerId="AD" clId="Web-{32683770-8880-4559-98EF-CD6ED0897CD0}" dt="2023-09-05T04:20:58.839" v="99" actId="20577"/>
      <pc:docMkLst>
        <pc:docMk/>
      </pc:docMkLst>
      <pc:sldChg chg="modSp">
        <pc:chgData name="Mr. Sumit Sharma" userId="S::sumitsharma.cse@niet.co.in::0287a0e3-d7f5-4815-a5d5-4670a436bb9e" providerId="AD" clId="Web-{32683770-8880-4559-98EF-CD6ED0897CD0}" dt="2023-09-05T03:55:50.181" v="8" actId="20577"/>
        <pc:sldMkLst>
          <pc:docMk/>
          <pc:sldMk cId="3501026821" sldId="1605"/>
        </pc:sldMkLst>
        <pc:spChg chg="mod">
          <ac:chgData name="Mr. Sumit Sharma" userId="S::sumitsharma.cse@niet.co.in::0287a0e3-d7f5-4815-a5d5-4670a436bb9e" providerId="AD" clId="Web-{32683770-8880-4559-98EF-CD6ED0897CD0}" dt="2023-09-05T03:55:50.181" v="8" actId="20577"/>
          <ac:spMkLst>
            <pc:docMk/>
            <pc:sldMk cId="3501026821" sldId="1605"/>
            <ac:spMk id="182" creationId="{FDC1A734-1528-FC7A-7C7C-B49C8922968A}"/>
          </ac:spMkLst>
        </pc:spChg>
      </pc:sldChg>
      <pc:sldChg chg="modSp add replId">
        <pc:chgData name="Mr. Sumit Sharma" userId="S::sumitsharma.cse@niet.co.in::0287a0e3-d7f5-4815-a5d5-4670a436bb9e" providerId="AD" clId="Web-{32683770-8880-4559-98EF-CD6ED0897CD0}" dt="2023-09-05T04:20:58.839" v="99" actId="20577"/>
        <pc:sldMkLst>
          <pc:docMk/>
          <pc:sldMk cId="342949744" sldId="1606"/>
        </pc:sldMkLst>
        <pc:spChg chg="mod">
          <ac:chgData name="Mr. Sumit Sharma" userId="S::sumitsharma.cse@niet.co.in::0287a0e3-d7f5-4815-a5d5-4670a436bb9e" providerId="AD" clId="Web-{32683770-8880-4559-98EF-CD6ED0897CD0}" dt="2023-09-05T04:20:58.839" v="99" actId="20577"/>
          <ac:spMkLst>
            <pc:docMk/>
            <pc:sldMk cId="342949744" sldId="1606"/>
            <ac:spMk id="182" creationId="{FDC1A734-1528-FC7A-7C7C-B49C8922968A}"/>
          </ac:spMkLst>
        </pc:spChg>
      </pc:sldChg>
      <pc:sldChg chg="modSp add replId">
        <pc:chgData name="Mr. Sumit Sharma" userId="S::sumitsharma.cse@niet.co.in::0287a0e3-d7f5-4815-a5d5-4670a436bb9e" providerId="AD" clId="Web-{32683770-8880-4559-98EF-CD6ED0897CD0}" dt="2023-09-05T04:00:04.108" v="82" actId="20577"/>
        <pc:sldMkLst>
          <pc:docMk/>
          <pc:sldMk cId="4199993203" sldId="1607"/>
        </pc:sldMkLst>
        <pc:spChg chg="mod">
          <ac:chgData name="Mr. Sumit Sharma" userId="S::sumitsharma.cse@niet.co.in::0287a0e3-d7f5-4815-a5d5-4670a436bb9e" providerId="AD" clId="Web-{32683770-8880-4559-98EF-CD6ED0897CD0}" dt="2023-09-05T03:59:27.596" v="75" actId="20577"/>
          <ac:spMkLst>
            <pc:docMk/>
            <pc:sldMk cId="4199993203" sldId="1607"/>
            <ac:spMk id="7" creationId="{00000000-0000-0000-0000-000000000000}"/>
          </ac:spMkLst>
        </pc:spChg>
        <pc:spChg chg="mod">
          <ac:chgData name="Mr. Sumit Sharma" userId="S::sumitsharma.cse@niet.co.in::0287a0e3-d7f5-4815-a5d5-4670a436bb9e" providerId="AD" clId="Web-{32683770-8880-4559-98EF-CD6ED0897CD0}" dt="2023-09-05T04:00:04.108" v="82" actId="20577"/>
          <ac:spMkLst>
            <pc:docMk/>
            <pc:sldMk cId="4199993203" sldId="1607"/>
            <ac:spMk id="182" creationId="{FDC1A734-1528-FC7A-7C7C-B49C8922968A}"/>
          </ac:spMkLst>
        </pc:spChg>
      </pc:sldChg>
      <pc:sldChg chg="modSp add replId">
        <pc:chgData name="Mr. Sumit Sharma" userId="S::sumitsharma.cse@niet.co.in::0287a0e3-d7f5-4815-a5d5-4670a436bb9e" providerId="AD" clId="Web-{32683770-8880-4559-98EF-CD6ED0897CD0}" dt="2023-09-05T04:01:10.469" v="94" actId="20577"/>
        <pc:sldMkLst>
          <pc:docMk/>
          <pc:sldMk cId="2337258122" sldId="1608"/>
        </pc:sldMkLst>
        <pc:spChg chg="mod">
          <ac:chgData name="Mr. Sumit Sharma" userId="S::sumitsharma.cse@niet.co.in::0287a0e3-d7f5-4815-a5d5-4670a436bb9e" providerId="AD" clId="Web-{32683770-8880-4559-98EF-CD6ED0897CD0}" dt="2023-09-05T04:01:10.469" v="94" actId="20577"/>
          <ac:spMkLst>
            <pc:docMk/>
            <pc:sldMk cId="2337258122" sldId="1608"/>
            <ac:spMk id="182" creationId="{FDC1A734-1528-FC7A-7C7C-B49C8922968A}"/>
          </ac:spMkLst>
        </pc:spChg>
      </pc:sldChg>
    </pc:docChg>
  </pc:docChgLst>
  <pc:docChgLst>
    <pc:chgData name="Mr. Sumit Sharma" userId="S::sumitsharma.cse@niet.co.in::0287a0e3-d7f5-4815-a5d5-4670a436bb9e" providerId="AD" clId="Web-{24B6CF88-50E6-AD1E-3A17-1FF34733D8EF}"/>
    <pc:docChg chg="addSld modSld">
      <pc:chgData name="Mr. Sumit Sharma" userId="S::sumitsharma.cse@niet.co.in::0287a0e3-d7f5-4815-a5d5-4670a436bb9e" providerId="AD" clId="Web-{24B6CF88-50E6-AD1E-3A17-1FF34733D8EF}" dt="2023-08-22T07:39:31.954" v="152" actId="14100"/>
      <pc:docMkLst>
        <pc:docMk/>
      </pc:docMkLst>
      <pc:sldChg chg="addSp delSp modSp mod setBg">
        <pc:chgData name="Mr. Sumit Sharma" userId="S::sumitsharma.cse@niet.co.in::0287a0e3-d7f5-4815-a5d5-4670a436bb9e" providerId="AD" clId="Web-{24B6CF88-50E6-AD1E-3A17-1FF34733D8EF}" dt="2023-08-22T07:36:27.057" v="107" actId="20577"/>
        <pc:sldMkLst>
          <pc:docMk/>
          <pc:sldMk cId="698163909" sldId="279"/>
        </pc:sldMkLst>
        <pc:spChg chg="add del">
          <ac:chgData name="Mr. Sumit Sharma" userId="S::sumitsharma.cse@niet.co.in::0287a0e3-d7f5-4815-a5d5-4670a436bb9e" providerId="AD" clId="Web-{24B6CF88-50E6-AD1E-3A17-1FF34733D8EF}" dt="2023-08-22T07:33:47.412" v="75"/>
          <ac:spMkLst>
            <pc:docMk/>
            <pc:sldMk cId="698163909" sldId="279"/>
            <ac:spMk id="3" creationId="{00000000-0000-0000-0000-000000000000}"/>
          </ac:spMkLst>
        </pc:spChg>
        <pc:spChg chg="mod ord">
          <ac:chgData name="Mr. Sumit Sharma" userId="S::sumitsharma.cse@niet.co.in::0287a0e3-d7f5-4815-a5d5-4670a436bb9e" providerId="AD" clId="Web-{24B6CF88-50E6-AD1E-3A17-1FF34733D8EF}" dt="2023-08-22T07:33:47.412" v="75"/>
          <ac:spMkLst>
            <pc:docMk/>
            <pc:sldMk cId="698163909" sldId="279"/>
            <ac:spMk id="6" creationId="{00000000-0000-0000-0000-000000000000}"/>
          </ac:spMkLst>
        </pc:spChg>
        <pc:spChg chg="mod">
          <ac:chgData name="Mr. Sumit Sharma" userId="S::sumitsharma.cse@niet.co.in::0287a0e3-d7f5-4815-a5d5-4670a436bb9e" providerId="AD" clId="Web-{24B6CF88-50E6-AD1E-3A17-1FF34733D8EF}" dt="2023-08-22T07:36:27.057" v="107" actId="20577"/>
          <ac:spMkLst>
            <pc:docMk/>
            <pc:sldMk cId="698163909" sldId="279"/>
            <ac:spMk id="7" creationId="{00000000-0000-0000-0000-000000000000}"/>
          </ac:spMkLst>
        </pc:spChg>
        <pc:spChg chg="add del">
          <ac:chgData name="Mr. Sumit Sharma" userId="S::sumitsharma.cse@niet.co.in::0287a0e3-d7f5-4815-a5d5-4670a436bb9e" providerId="AD" clId="Web-{24B6CF88-50E6-AD1E-3A17-1FF34733D8EF}" dt="2023-08-22T07:33:47.380" v="74"/>
          <ac:spMkLst>
            <pc:docMk/>
            <pc:sldMk cId="698163909" sldId="279"/>
            <ac:spMk id="15" creationId="{7301F447-EEF7-48F5-AF73-7566EE7F64AD}"/>
          </ac:spMkLst>
        </pc:spChg>
        <pc:spChg chg="add del">
          <ac:chgData name="Mr. Sumit Sharma" userId="S::sumitsharma.cse@niet.co.in::0287a0e3-d7f5-4815-a5d5-4670a436bb9e" providerId="AD" clId="Web-{24B6CF88-50E6-AD1E-3A17-1FF34733D8EF}" dt="2023-08-22T07:33:47.380" v="74"/>
          <ac:spMkLst>
            <pc:docMk/>
            <pc:sldMk cId="698163909" sldId="279"/>
            <ac:spMk id="17" creationId="{F7117410-A2A4-4085-9ADC-46744551DBDE}"/>
          </ac:spMkLst>
        </pc:spChg>
        <pc:spChg chg="add del">
          <ac:chgData name="Mr. Sumit Sharma" userId="S::sumitsharma.cse@niet.co.in::0287a0e3-d7f5-4815-a5d5-4670a436bb9e" providerId="AD" clId="Web-{24B6CF88-50E6-AD1E-3A17-1FF34733D8EF}" dt="2023-08-22T07:33:47.380" v="74"/>
          <ac:spMkLst>
            <pc:docMk/>
            <pc:sldMk cId="698163909" sldId="279"/>
            <ac:spMk id="19" creationId="{99F74EB5-E547-4FB4-95F5-BCC788F3C4A0}"/>
          </ac:spMkLst>
        </pc:spChg>
        <pc:spChg chg="add">
          <ac:chgData name="Mr. Sumit Sharma" userId="S::sumitsharma.cse@niet.co.in::0287a0e3-d7f5-4815-a5d5-4670a436bb9e" providerId="AD" clId="Web-{24B6CF88-50E6-AD1E-3A17-1FF34733D8EF}" dt="2023-08-22T07:33:47.412" v="75"/>
          <ac:spMkLst>
            <pc:docMk/>
            <pc:sldMk cId="698163909" sldId="279"/>
            <ac:spMk id="21" creationId="{7301F447-EEF7-48F5-AF73-7566EE7F64AD}"/>
          </ac:spMkLst>
        </pc:spChg>
        <pc:spChg chg="add">
          <ac:chgData name="Mr. Sumit Sharma" userId="S::sumitsharma.cse@niet.co.in::0287a0e3-d7f5-4815-a5d5-4670a436bb9e" providerId="AD" clId="Web-{24B6CF88-50E6-AD1E-3A17-1FF34733D8EF}" dt="2023-08-22T07:33:47.412" v="75"/>
          <ac:spMkLst>
            <pc:docMk/>
            <pc:sldMk cId="698163909" sldId="279"/>
            <ac:spMk id="22" creationId="{F7117410-A2A4-4085-9ADC-46744551DBDE}"/>
          </ac:spMkLst>
        </pc:spChg>
        <pc:spChg chg="add">
          <ac:chgData name="Mr. Sumit Sharma" userId="S::sumitsharma.cse@niet.co.in::0287a0e3-d7f5-4815-a5d5-4670a436bb9e" providerId="AD" clId="Web-{24B6CF88-50E6-AD1E-3A17-1FF34733D8EF}" dt="2023-08-22T07:33:47.412" v="75"/>
          <ac:spMkLst>
            <pc:docMk/>
            <pc:sldMk cId="698163909" sldId="279"/>
            <ac:spMk id="23" creationId="{99F74EB5-E547-4FB4-95F5-BCC788F3C4A0}"/>
          </ac:spMkLst>
        </pc:spChg>
        <pc:graphicFrameChg chg="add del">
          <ac:chgData name="Mr. Sumit Sharma" userId="S::sumitsharma.cse@niet.co.in::0287a0e3-d7f5-4815-a5d5-4670a436bb9e" providerId="AD" clId="Web-{24B6CF88-50E6-AD1E-3A17-1FF34733D8EF}" dt="2023-08-22T07:33:47.380" v="74"/>
          <ac:graphicFrameMkLst>
            <pc:docMk/>
            <pc:sldMk cId="698163909" sldId="279"/>
            <ac:graphicFrameMk id="11" creationId="{8F560B62-30F2-C69A-62BD-D137BAD50390}"/>
          </ac:graphicFrameMkLst>
        </pc:graphicFrameChg>
        <pc:graphicFrameChg chg="add">
          <ac:chgData name="Mr. Sumit Sharma" userId="S::sumitsharma.cse@niet.co.in::0287a0e3-d7f5-4815-a5d5-4670a436bb9e" providerId="AD" clId="Web-{24B6CF88-50E6-AD1E-3A17-1FF34733D8EF}" dt="2023-08-22T07:33:47.412" v="75"/>
          <ac:graphicFrameMkLst>
            <pc:docMk/>
            <pc:sldMk cId="698163909" sldId="279"/>
            <ac:graphicFrameMk id="24" creationId="{8F4F919B-59A8-DAD7-D9C2-9442BD3B1827}"/>
          </ac:graphicFrameMkLst>
        </pc:graphicFrameChg>
      </pc:sldChg>
      <pc:sldChg chg="addSp delSp modSp mod setBg">
        <pc:chgData name="Mr. Sumit Sharma" userId="S::sumitsharma.cse@niet.co.in::0287a0e3-d7f5-4815-a5d5-4670a436bb9e" providerId="AD" clId="Web-{24B6CF88-50E6-AD1E-3A17-1FF34733D8EF}" dt="2023-08-22T07:36:20.010" v="105" actId="20577"/>
        <pc:sldMkLst>
          <pc:docMk/>
          <pc:sldMk cId="14382847" sldId="1560"/>
        </pc:sldMkLst>
        <pc:spChg chg="add del">
          <ac:chgData name="Mr. Sumit Sharma" userId="S::sumitsharma.cse@niet.co.in::0287a0e3-d7f5-4815-a5d5-4670a436bb9e" providerId="AD" clId="Web-{24B6CF88-50E6-AD1E-3A17-1FF34733D8EF}" dt="2023-08-22T07:33:17.458" v="72"/>
          <ac:spMkLst>
            <pc:docMk/>
            <pc:sldMk cId="14382847" sldId="1560"/>
            <ac:spMk id="3" creationId="{F8CC24E1-E4CB-4555-AAFE-79673E88E287}"/>
          </ac:spMkLst>
        </pc:spChg>
        <pc:spChg chg="mod ord">
          <ac:chgData name="Mr. Sumit Sharma" userId="S::sumitsharma.cse@niet.co.in::0287a0e3-d7f5-4815-a5d5-4670a436bb9e" providerId="AD" clId="Web-{24B6CF88-50E6-AD1E-3A17-1FF34733D8EF}" dt="2023-08-22T07:33:17.458" v="72"/>
          <ac:spMkLst>
            <pc:docMk/>
            <pc:sldMk cId="14382847" sldId="1560"/>
            <ac:spMk id="6" creationId="{00000000-0000-0000-0000-000000000000}"/>
          </ac:spMkLst>
        </pc:spChg>
        <pc:spChg chg="mod">
          <ac:chgData name="Mr. Sumit Sharma" userId="S::sumitsharma.cse@niet.co.in::0287a0e3-d7f5-4815-a5d5-4670a436bb9e" providerId="AD" clId="Web-{24B6CF88-50E6-AD1E-3A17-1FF34733D8EF}" dt="2023-08-22T07:36:20.010" v="105" actId="20577"/>
          <ac:spMkLst>
            <pc:docMk/>
            <pc:sldMk cId="14382847" sldId="1560"/>
            <ac:spMk id="7" creationId="{00000000-0000-0000-0000-000000000000}"/>
          </ac:spMkLst>
        </pc:spChg>
        <pc:spChg chg="add del">
          <ac:chgData name="Mr. Sumit Sharma" userId="S::sumitsharma.cse@niet.co.in::0287a0e3-d7f5-4815-a5d5-4670a436bb9e" providerId="AD" clId="Web-{24B6CF88-50E6-AD1E-3A17-1FF34733D8EF}" dt="2023-08-22T07:33:12.926" v="69"/>
          <ac:spMkLst>
            <pc:docMk/>
            <pc:sldMk cId="14382847" sldId="1560"/>
            <ac:spMk id="15" creationId="{BACC6370-2D7E-4714-9D71-7542949D7D5D}"/>
          </ac:spMkLst>
        </pc:spChg>
        <pc:spChg chg="add del">
          <ac:chgData name="Mr. Sumit Sharma" userId="S::sumitsharma.cse@niet.co.in::0287a0e3-d7f5-4815-a5d5-4670a436bb9e" providerId="AD" clId="Web-{24B6CF88-50E6-AD1E-3A17-1FF34733D8EF}" dt="2023-08-22T07:33:17.442" v="71"/>
          <ac:spMkLst>
            <pc:docMk/>
            <pc:sldMk cId="14382847" sldId="1560"/>
            <ac:spMk id="16" creationId="{4F7EBAE4-9945-4473-9E34-B2C66EA0F03D}"/>
          </ac:spMkLst>
        </pc:spChg>
        <pc:spChg chg="add del">
          <ac:chgData name="Mr. Sumit Sharma" userId="S::sumitsharma.cse@niet.co.in::0287a0e3-d7f5-4815-a5d5-4670a436bb9e" providerId="AD" clId="Web-{24B6CF88-50E6-AD1E-3A17-1FF34733D8EF}" dt="2023-08-22T07:33:12.926" v="69"/>
          <ac:spMkLst>
            <pc:docMk/>
            <pc:sldMk cId="14382847" sldId="1560"/>
            <ac:spMk id="17" creationId="{F68B3F68-107C-434F-AA38-110D5EA91B85}"/>
          </ac:spMkLst>
        </pc:spChg>
        <pc:spChg chg="add del">
          <ac:chgData name="Mr. Sumit Sharma" userId="S::sumitsharma.cse@niet.co.in::0287a0e3-d7f5-4815-a5d5-4670a436bb9e" providerId="AD" clId="Web-{24B6CF88-50E6-AD1E-3A17-1FF34733D8EF}" dt="2023-08-22T07:33:17.442" v="71"/>
          <ac:spMkLst>
            <pc:docMk/>
            <pc:sldMk cId="14382847" sldId="1560"/>
            <ac:spMk id="18" creationId="{70BEB1E7-2F88-40BC-B73D-42E5B6F80BFC}"/>
          </ac:spMkLst>
        </pc:spChg>
        <pc:spChg chg="add del">
          <ac:chgData name="Mr. Sumit Sharma" userId="S::sumitsharma.cse@niet.co.in::0287a0e3-d7f5-4815-a5d5-4670a436bb9e" providerId="AD" clId="Web-{24B6CF88-50E6-AD1E-3A17-1FF34733D8EF}" dt="2023-08-22T07:33:12.926" v="69"/>
          <ac:spMkLst>
            <pc:docMk/>
            <pc:sldMk cId="14382847" sldId="1560"/>
            <ac:spMk id="19" creationId="{AAD0DBB9-1A4B-4391-81D4-CB19F9AB918A}"/>
          </ac:spMkLst>
        </pc:spChg>
        <pc:spChg chg="add del">
          <ac:chgData name="Mr. Sumit Sharma" userId="S::sumitsharma.cse@niet.co.in::0287a0e3-d7f5-4815-a5d5-4670a436bb9e" providerId="AD" clId="Web-{24B6CF88-50E6-AD1E-3A17-1FF34733D8EF}" dt="2023-08-22T07:33:17.442" v="71"/>
          <ac:spMkLst>
            <pc:docMk/>
            <pc:sldMk cId="14382847" sldId="1560"/>
            <ac:spMk id="20" creationId="{A7B99495-F43F-4D80-A44F-2CB4764EB90B}"/>
          </ac:spMkLst>
        </pc:spChg>
        <pc:spChg chg="add del">
          <ac:chgData name="Mr. Sumit Sharma" userId="S::sumitsharma.cse@niet.co.in::0287a0e3-d7f5-4815-a5d5-4670a436bb9e" providerId="AD" clId="Web-{24B6CF88-50E6-AD1E-3A17-1FF34733D8EF}" dt="2023-08-22T07:33:12.926" v="69"/>
          <ac:spMkLst>
            <pc:docMk/>
            <pc:sldMk cId="14382847" sldId="1560"/>
            <ac:spMk id="21" creationId="{063BBA22-50EA-4C4D-BE05-F1CE4E63AA56}"/>
          </ac:spMkLst>
        </pc:spChg>
        <pc:spChg chg="add">
          <ac:chgData name="Mr. Sumit Sharma" userId="S::sumitsharma.cse@niet.co.in::0287a0e3-d7f5-4815-a5d5-4670a436bb9e" providerId="AD" clId="Web-{24B6CF88-50E6-AD1E-3A17-1FF34733D8EF}" dt="2023-08-22T07:33:17.458" v="72"/>
          <ac:spMkLst>
            <pc:docMk/>
            <pc:sldMk cId="14382847" sldId="1560"/>
            <ac:spMk id="25" creationId="{7301F447-EEF7-48F5-AF73-7566EE7F64AD}"/>
          </ac:spMkLst>
        </pc:spChg>
        <pc:spChg chg="add">
          <ac:chgData name="Mr. Sumit Sharma" userId="S::sumitsharma.cse@niet.co.in::0287a0e3-d7f5-4815-a5d5-4670a436bb9e" providerId="AD" clId="Web-{24B6CF88-50E6-AD1E-3A17-1FF34733D8EF}" dt="2023-08-22T07:33:17.458" v="72"/>
          <ac:spMkLst>
            <pc:docMk/>
            <pc:sldMk cId="14382847" sldId="1560"/>
            <ac:spMk id="26" creationId="{F7117410-A2A4-4085-9ADC-46744551DBDE}"/>
          </ac:spMkLst>
        </pc:spChg>
        <pc:spChg chg="add">
          <ac:chgData name="Mr. Sumit Sharma" userId="S::sumitsharma.cse@niet.co.in::0287a0e3-d7f5-4815-a5d5-4670a436bb9e" providerId="AD" clId="Web-{24B6CF88-50E6-AD1E-3A17-1FF34733D8EF}" dt="2023-08-22T07:33:17.458" v="72"/>
          <ac:spMkLst>
            <pc:docMk/>
            <pc:sldMk cId="14382847" sldId="1560"/>
            <ac:spMk id="27" creationId="{99F74EB5-E547-4FB4-95F5-BCC788F3C4A0}"/>
          </ac:spMkLst>
        </pc:spChg>
        <pc:graphicFrameChg chg="add del">
          <ac:chgData name="Mr. Sumit Sharma" userId="S::sumitsharma.cse@niet.co.in::0287a0e3-d7f5-4815-a5d5-4670a436bb9e" providerId="AD" clId="Web-{24B6CF88-50E6-AD1E-3A17-1FF34733D8EF}" dt="2023-08-22T07:33:12.926" v="69"/>
          <ac:graphicFrameMkLst>
            <pc:docMk/>
            <pc:sldMk cId="14382847" sldId="1560"/>
            <ac:graphicFrameMk id="11" creationId="{1E3C8F7B-EDAF-AD2C-17A7-5FE5C59CAF47}"/>
          </ac:graphicFrameMkLst>
        </pc:graphicFrameChg>
        <pc:graphicFrameChg chg="add del">
          <ac:chgData name="Mr. Sumit Sharma" userId="S::sumitsharma.cse@niet.co.in::0287a0e3-d7f5-4815-a5d5-4670a436bb9e" providerId="AD" clId="Web-{24B6CF88-50E6-AD1E-3A17-1FF34733D8EF}" dt="2023-08-22T07:33:17.442" v="71"/>
          <ac:graphicFrameMkLst>
            <pc:docMk/>
            <pc:sldMk cId="14382847" sldId="1560"/>
            <ac:graphicFrameMk id="23" creationId="{A9833820-75EA-225F-140B-FC61775DE725}"/>
          </ac:graphicFrameMkLst>
        </pc:graphicFrameChg>
        <pc:graphicFrameChg chg="add">
          <ac:chgData name="Mr. Sumit Sharma" userId="S::sumitsharma.cse@niet.co.in::0287a0e3-d7f5-4815-a5d5-4670a436bb9e" providerId="AD" clId="Web-{24B6CF88-50E6-AD1E-3A17-1FF34733D8EF}" dt="2023-08-22T07:33:17.458" v="72"/>
          <ac:graphicFrameMkLst>
            <pc:docMk/>
            <pc:sldMk cId="14382847" sldId="1560"/>
            <ac:graphicFrameMk id="28" creationId="{7911BCD3-FD89-BC16-4A6F-1F614AC172FE}"/>
          </ac:graphicFrameMkLst>
        </pc:graphicFrameChg>
        <pc:picChg chg="add del">
          <ac:chgData name="Mr. Sumit Sharma" userId="S::sumitsharma.cse@niet.co.in::0287a0e3-d7f5-4815-a5d5-4670a436bb9e" providerId="AD" clId="Web-{24B6CF88-50E6-AD1E-3A17-1FF34733D8EF}" dt="2023-08-22T07:33:17.442" v="71"/>
          <ac:picMkLst>
            <pc:docMk/>
            <pc:sldMk cId="14382847" sldId="1560"/>
            <ac:picMk id="12" creationId="{B5272F72-0CDF-997F-8B91-3076FF78B443}"/>
          </ac:picMkLst>
        </pc:picChg>
      </pc:sldChg>
      <pc:sldChg chg="addSp delSp modSp mod setBg">
        <pc:chgData name="Mr. Sumit Sharma" userId="S::sumitsharma.cse@niet.co.in::0287a0e3-d7f5-4815-a5d5-4670a436bb9e" providerId="AD" clId="Web-{24B6CF88-50E6-AD1E-3A17-1FF34733D8EF}" dt="2023-08-22T07:36:11.807" v="103" actId="20577"/>
        <pc:sldMkLst>
          <pc:docMk/>
          <pc:sldMk cId="472746572" sldId="1562"/>
        </pc:sldMkLst>
        <pc:spChg chg="del">
          <ac:chgData name="Mr. Sumit Sharma" userId="S::sumitsharma.cse@niet.co.in::0287a0e3-d7f5-4815-a5d5-4670a436bb9e" providerId="AD" clId="Web-{24B6CF88-50E6-AD1E-3A17-1FF34733D8EF}" dt="2023-08-22T07:32:50.972" v="67"/>
          <ac:spMkLst>
            <pc:docMk/>
            <pc:sldMk cId="472746572" sldId="1562"/>
            <ac:spMk id="3" creationId="{F8CC24E1-E4CB-4555-AAFE-79673E88E287}"/>
          </ac:spMkLst>
        </pc:spChg>
        <pc:spChg chg="mod ord">
          <ac:chgData name="Mr. Sumit Sharma" userId="S::sumitsharma.cse@niet.co.in::0287a0e3-d7f5-4815-a5d5-4670a436bb9e" providerId="AD" clId="Web-{24B6CF88-50E6-AD1E-3A17-1FF34733D8EF}" dt="2023-08-22T07:32:50.972" v="67"/>
          <ac:spMkLst>
            <pc:docMk/>
            <pc:sldMk cId="472746572" sldId="1562"/>
            <ac:spMk id="6" creationId="{00000000-0000-0000-0000-000000000000}"/>
          </ac:spMkLst>
        </pc:spChg>
        <pc:spChg chg="mod">
          <ac:chgData name="Mr. Sumit Sharma" userId="S::sumitsharma.cse@niet.co.in::0287a0e3-d7f5-4815-a5d5-4670a436bb9e" providerId="AD" clId="Web-{24B6CF88-50E6-AD1E-3A17-1FF34733D8EF}" dt="2023-08-22T07:36:11.807" v="103" actId="20577"/>
          <ac:spMkLst>
            <pc:docMk/>
            <pc:sldMk cId="472746572" sldId="1562"/>
            <ac:spMk id="7" creationId="{00000000-0000-0000-0000-000000000000}"/>
          </ac:spMkLst>
        </pc:spChg>
        <pc:spChg chg="add">
          <ac:chgData name="Mr. Sumit Sharma" userId="S::sumitsharma.cse@niet.co.in::0287a0e3-d7f5-4815-a5d5-4670a436bb9e" providerId="AD" clId="Web-{24B6CF88-50E6-AD1E-3A17-1FF34733D8EF}" dt="2023-08-22T07:32:50.972" v="67"/>
          <ac:spMkLst>
            <pc:docMk/>
            <pc:sldMk cId="472746572" sldId="1562"/>
            <ac:spMk id="15" creationId="{53B021B3-DE93-4AB7-8A18-CF5F1CED88B8}"/>
          </ac:spMkLst>
        </pc:spChg>
        <pc:spChg chg="add">
          <ac:chgData name="Mr. Sumit Sharma" userId="S::sumitsharma.cse@niet.co.in::0287a0e3-d7f5-4815-a5d5-4670a436bb9e" providerId="AD" clId="Web-{24B6CF88-50E6-AD1E-3A17-1FF34733D8EF}" dt="2023-08-22T07:32:50.972" v="67"/>
          <ac:spMkLst>
            <pc:docMk/>
            <pc:sldMk cId="472746572" sldId="1562"/>
            <ac:spMk id="17" creationId="{52D502E5-F6B4-4D58-B4AE-FC466FF15EE8}"/>
          </ac:spMkLst>
        </pc:spChg>
        <pc:spChg chg="add">
          <ac:chgData name="Mr. Sumit Sharma" userId="S::sumitsharma.cse@niet.co.in::0287a0e3-d7f5-4815-a5d5-4670a436bb9e" providerId="AD" clId="Web-{24B6CF88-50E6-AD1E-3A17-1FF34733D8EF}" dt="2023-08-22T07:32:50.972" v="67"/>
          <ac:spMkLst>
            <pc:docMk/>
            <pc:sldMk cId="472746572" sldId="1562"/>
            <ac:spMk id="19" creationId="{9DECDBF4-02B6-4BB4-B65B-B8107AD6A9E8}"/>
          </ac:spMkLst>
        </pc:spChg>
        <pc:graphicFrameChg chg="add">
          <ac:chgData name="Mr. Sumit Sharma" userId="S::sumitsharma.cse@niet.co.in::0287a0e3-d7f5-4815-a5d5-4670a436bb9e" providerId="AD" clId="Web-{24B6CF88-50E6-AD1E-3A17-1FF34733D8EF}" dt="2023-08-22T07:32:50.972" v="67"/>
          <ac:graphicFrameMkLst>
            <pc:docMk/>
            <pc:sldMk cId="472746572" sldId="1562"/>
            <ac:graphicFrameMk id="11" creationId="{42CF0600-DCB4-95C4-BDCE-24FB1F21F471}"/>
          </ac:graphicFrameMkLst>
        </pc:graphicFrameChg>
      </pc:sldChg>
      <pc:sldChg chg="addSp delSp modSp mod setBg">
        <pc:chgData name="Mr. Sumit Sharma" userId="S::sumitsharma.cse@niet.co.in::0287a0e3-d7f5-4815-a5d5-4670a436bb9e" providerId="AD" clId="Web-{24B6CF88-50E6-AD1E-3A17-1FF34733D8EF}" dt="2023-08-22T07:36:06.291" v="102" actId="20577"/>
        <pc:sldMkLst>
          <pc:docMk/>
          <pc:sldMk cId="3443822419" sldId="1563"/>
        </pc:sldMkLst>
        <pc:spChg chg="del">
          <ac:chgData name="Mr. Sumit Sharma" userId="S::sumitsharma.cse@niet.co.in::0287a0e3-d7f5-4815-a5d5-4670a436bb9e" providerId="AD" clId="Web-{24B6CF88-50E6-AD1E-3A17-1FF34733D8EF}" dt="2023-08-22T07:31:39.595" v="61"/>
          <ac:spMkLst>
            <pc:docMk/>
            <pc:sldMk cId="3443822419" sldId="1563"/>
            <ac:spMk id="3" creationId="{F8CC24E1-E4CB-4555-AAFE-79673E88E287}"/>
          </ac:spMkLst>
        </pc:spChg>
        <pc:spChg chg="mod ord">
          <ac:chgData name="Mr. Sumit Sharma" userId="S::sumitsharma.cse@niet.co.in::0287a0e3-d7f5-4815-a5d5-4670a436bb9e" providerId="AD" clId="Web-{24B6CF88-50E6-AD1E-3A17-1FF34733D8EF}" dt="2023-08-22T07:31:39.595" v="61"/>
          <ac:spMkLst>
            <pc:docMk/>
            <pc:sldMk cId="3443822419" sldId="1563"/>
            <ac:spMk id="6" creationId="{00000000-0000-0000-0000-000000000000}"/>
          </ac:spMkLst>
        </pc:spChg>
        <pc:spChg chg="mod">
          <ac:chgData name="Mr. Sumit Sharma" userId="S::sumitsharma.cse@niet.co.in::0287a0e3-d7f5-4815-a5d5-4670a436bb9e" providerId="AD" clId="Web-{24B6CF88-50E6-AD1E-3A17-1FF34733D8EF}" dt="2023-08-22T07:36:06.291" v="102" actId="20577"/>
          <ac:spMkLst>
            <pc:docMk/>
            <pc:sldMk cId="3443822419" sldId="1563"/>
            <ac:spMk id="7" creationId="{00000000-0000-0000-0000-000000000000}"/>
          </ac:spMkLst>
        </pc:spChg>
        <pc:spChg chg="add">
          <ac:chgData name="Mr. Sumit Sharma" userId="S::sumitsharma.cse@niet.co.in::0287a0e3-d7f5-4815-a5d5-4670a436bb9e" providerId="AD" clId="Web-{24B6CF88-50E6-AD1E-3A17-1FF34733D8EF}" dt="2023-08-22T07:31:39.595" v="61"/>
          <ac:spMkLst>
            <pc:docMk/>
            <pc:sldMk cId="3443822419" sldId="1563"/>
            <ac:spMk id="16" creationId="{4F7EBAE4-9945-4473-9E34-B2C66EA0F03D}"/>
          </ac:spMkLst>
        </pc:spChg>
        <pc:spChg chg="add">
          <ac:chgData name="Mr. Sumit Sharma" userId="S::sumitsharma.cse@niet.co.in::0287a0e3-d7f5-4815-a5d5-4670a436bb9e" providerId="AD" clId="Web-{24B6CF88-50E6-AD1E-3A17-1FF34733D8EF}" dt="2023-08-22T07:31:39.595" v="61"/>
          <ac:spMkLst>
            <pc:docMk/>
            <pc:sldMk cId="3443822419" sldId="1563"/>
            <ac:spMk id="18" creationId="{70BEB1E7-2F88-40BC-B73D-42E5B6F80BFC}"/>
          </ac:spMkLst>
        </pc:spChg>
        <pc:spChg chg="add">
          <ac:chgData name="Mr. Sumit Sharma" userId="S::sumitsharma.cse@niet.co.in::0287a0e3-d7f5-4815-a5d5-4670a436bb9e" providerId="AD" clId="Web-{24B6CF88-50E6-AD1E-3A17-1FF34733D8EF}" dt="2023-08-22T07:31:39.595" v="61"/>
          <ac:spMkLst>
            <pc:docMk/>
            <pc:sldMk cId="3443822419" sldId="1563"/>
            <ac:spMk id="20" creationId="{A7B99495-F43F-4D80-A44F-2CB4764EB90B}"/>
          </ac:spMkLst>
        </pc:spChg>
        <pc:graphicFrameChg chg="add">
          <ac:chgData name="Mr. Sumit Sharma" userId="S::sumitsharma.cse@niet.co.in::0287a0e3-d7f5-4815-a5d5-4670a436bb9e" providerId="AD" clId="Web-{24B6CF88-50E6-AD1E-3A17-1FF34733D8EF}" dt="2023-08-22T07:31:39.595" v="61"/>
          <ac:graphicFrameMkLst>
            <pc:docMk/>
            <pc:sldMk cId="3443822419" sldId="1563"/>
            <ac:graphicFrameMk id="11" creationId="{24BA501C-EB44-03E6-1049-0FFE201F1C8E}"/>
          </ac:graphicFrameMkLst>
        </pc:graphicFrameChg>
        <pc:picChg chg="add">
          <ac:chgData name="Mr. Sumit Sharma" userId="S::sumitsharma.cse@niet.co.in::0287a0e3-d7f5-4815-a5d5-4670a436bb9e" providerId="AD" clId="Web-{24B6CF88-50E6-AD1E-3A17-1FF34733D8EF}" dt="2023-08-22T07:31:39.595" v="61"/>
          <ac:picMkLst>
            <pc:docMk/>
            <pc:sldMk cId="3443822419" sldId="1563"/>
            <ac:picMk id="12" creationId="{E946BC32-6359-C00A-B8BB-959B945D5B3D}"/>
          </ac:picMkLst>
        </pc:picChg>
      </pc:sldChg>
      <pc:sldChg chg="addSp delSp modSp add mod replId setBg">
        <pc:chgData name="Mr. Sumit Sharma" userId="S::sumitsharma.cse@niet.co.in::0287a0e3-d7f5-4815-a5d5-4670a436bb9e" providerId="AD" clId="Web-{24B6CF88-50E6-AD1E-3A17-1FF34733D8EF}" dt="2023-08-22T07:32:40.191" v="66"/>
        <pc:sldMkLst>
          <pc:docMk/>
          <pc:sldMk cId="169948392" sldId="1564"/>
        </pc:sldMkLst>
        <pc:spChg chg="del mod">
          <ac:chgData name="Mr. Sumit Sharma" userId="S::sumitsharma.cse@niet.co.in::0287a0e3-d7f5-4815-a5d5-4670a436bb9e" providerId="AD" clId="Web-{24B6CF88-50E6-AD1E-3A17-1FF34733D8EF}" dt="2023-08-22T07:22:33.765" v="3"/>
          <ac:spMkLst>
            <pc:docMk/>
            <pc:sldMk cId="169948392" sldId="1564"/>
            <ac:spMk id="3" creationId="{F8CC24E1-E4CB-4555-AAFE-79673E88E287}"/>
          </ac:spMkLst>
        </pc:spChg>
        <pc:spChg chg="mod ord">
          <ac:chgData name="Mr. Sumit Sharma" userId="S::sumitsharma.cse@niet.co.in::0287a0e3-d7f5-4815-a5d5-4670a436bb9e" providerId="AD" clId="Web-{24B6CF88-50E6-AD1E-3A17-1FF34733D8EF}" dt="2023-08-22T07:32:40.191" v="66"/>
          <ac:spMkLst>
            <pc:docMk/>
            <pc:sldMk cId="169948392" sldId="1564"/>
            <ac:spMk id="6" creationId="{00000000-0000-0000-0000-000000000000}"/>
          </ac:spMkLst>
        </pc:spChg>
        <pc:spChg chg="mod">
          <ac:chgData name="Mr. Sumit Sharma" userId="S::sumitsharma.cse@niet.co.in::0287a0e3-d7f5-4815-a5d5-4670a436bb9e" providerId="AD" clId="Web-{24B6CF88-50E6-AD1E-3A17-1FF34733D8EF}" dt="2023-08-22T07:32:40.191" v="66"/>
          <ac:spMkLst>
            <pc:docMk/>
            <pc:sldMk cId="169948392" sldId="1564"/>
            <ac:spMk id="7" creationId="{00000000-0000-0000-0000-000000000000}"/>
          </ac:spMkLst>
        </pc:spChg>
        <pc:spChg chg="add del">
          <ac:chgData name="Mr. Sumit Sharma" userId="S::sumitsharma.cse@niet.co.in::0287a0e3-d7f5-4815-a5d5-4670a436bb9e" providerId="AD" clId="Web-{24B6CF88-50E6-AD1E-3A17-1FF34733D8EF}" dt="2023-08-22T07:32:40.191" v="66"/>
          <ac:spMkLst>
            <pc:docMk/>
            <pc:sldMk cId="169948392" sldId="1564"/>
            <ac:spMk id="14" creationId="{870A1295-61BC-4214-AA3E-D396673024D0}"/>
          </ac:spMkLst>
        </pc:spChg>
        <pc:spChg chg="add del">
          <ac:chgData name="Mr. Sumit Sharma" userId="S::sumitsharma.cse@niet.co.in::0287a0e3-d7f5-4815-a5d5-4670a436bb9e" providerId="AD" clId="Web-{24B6CF88-50E6-AD1E-3A17-1FF34733D8EF}" dt="2023-08-22T07:32:40.191" v="66"/>
          <ac:spMkLst>
            <pc:docMk/>
            <pc:sldMk cId="169948392" sldId="1564"/>
            <ac:spMk id="25" creationId="{854DEE1C-7FD6-4FA0-A96A-BDF952F199AB}"/>
          </ac:spMkLst>
        </pc:spChg>
        <pc:grpChg chg="add del">
          <ac:chgData name="Mr. Sumit Sharma" userId="S::sumitsharma.cse@niet.co.in::0287a0e3-d7f5-4815-a5d5-4670a436bb9e" providerId="AD" clId="Web-{24B6CF88-50E6-AD1E-3A17-1FF34733D8EF}" dt="2023-08-22T07:32:40.191" v="66"/>
          <ac:grpSpMkLst>
            <pc:docMk/>
            <pc:sldMk cId="169948392" sldId="1564"/>
            <ac:grpSpMk id="16" creationId="{0B139475-2B26-4CA9-9413-DE741E49F7BB}"/>
          </ac:grpSpMkLst>
        </pc:grpChg>
        <pc:picChg chg="add mod">
          <ac:chgData name="Mr. Sumit Sharma" userId="S::sumitsharma.cse@niet.co.in::0287a0e3-d7f5-4815-a5d5-4670a436bb9e" providerId="AD" clId="Web-{24B6CF88-50E6-AD1E-3A17-1FF34733D8EF}" dt="2023-08-22T07:32:40.191" v="66"/>
          <ac:picMkLst>
            <pc:docMk/>
            <pc:sldMk cId="169948392" sldId="1564"/>
            <ac:picMk id="2" creationId="{95319325-3529-A8A1-1DAF-5A30C6B102F4}"/>
          </ac:picMkLst>
        </pc:picChg>
        <pc:picChg chg="ord">
          <ac:chgData name="Mr. Sumit Sharma" userId="S::sumitsharma.cse@niet.co.in::0287a0e3-d7f5-4815-a5d5-4670a436bb9e" providerId="AD" clId="Web-{24B6CF88-50E6-AD1E-3A17-1FF34733D8EF}" dt="2023-08-22T07:32:10.127" v="62"/>
          <ac:picMkLst>
            <pc:docMk/>
            <pc:sldMk cId="169948392" sldId="1564"/>
            <ac:picMk id="9" creationId="{C927257E-084A-415B-BF9B-22EABE25ABE7}"/>
          </ac:picMkLst>
        </pc:picChg>
      </pc:sldChg>
      <pc:sldChg chg="modSp add replId">
        <pc:chgData name="Mr. Sumit Sharma" userId="S::sumitsharma.cse@niet.co.in::0287a0e3-d7f5-4815-a5d5-4670a436bb9e" providerId="AD" clId="Web-{24B6CF88-50E6-AD1E-3A17-1FF34733D8EF}" dt="2023-08-22T07:25:32.083" v="47" actId="14100"/>
        <pc:sldMkLst>
          <pc:docMk/>
          <pc:sldMk cId="2117730215" sldId="1565"/>
        </pc:sldMkLst>
        <pc:spChg chg="mod">
          <ac:chgData name="Mr. Sumit Sharma" userId="S::sumitsharma.cse@niet.co.in::0287a0e3-d7f5-4815-a5d5-4670a436bb9e" providerId="AD" clId="Web-{24B6CF88-50E6-AD1E-3A17-1FF34733D8EF}" dt="2023-08-22T07:25:32.083" v="47" actId="14100"/>
          <ac:spMkLst>
            <pc:docMk/>
            <pc:sldMk cId="2117730215" sldId="1565"/>
            <ac:spMk id="3" creationId="{F8CC24E1-E4CB-4555-AAFE-79673E88E287}"/>
          </ac:spMkLst>
        </pc:spChg>
        <pc:spChg chg="mod">
          <ac:chgData name="Mr. Sumit Sharma" userId="S::sumitsharma.cse@niet.co.in::0287a0e3-d7f5-4815-a5d5-4670a436bb9e" providerId="AD" clId="Web-{24B6CF88-50E6-AD1E-3A17-1FF34733D8EF}" dt="2023-08-22T07:23:40.799" v="13" actId="20577"/>
          <ac:spMkLst>
            <pc:docMk/>
            <pc:sldMk cId="2117730215" sldId="1565"/>
            <ac:spMk id="7" creationId="{00000000-0000-0000-0000-000000000000}"/>
          </ac:spMkLst>
        </pc:spChg>
      </pc:sldChg>
      <pc:sldChg chg="addSp modSp add mod replId setBg">
        <pc:chgData name="Mr. Sumit Sharma" userId="S::sumitsharma.cse@niet.co.in::0287a0e3-d7f5-4815-a5d5-4670a436bb9e" providerId="AD" clId="Web-{24B6CF88-50E6-AD1E-3A17-1FF34733D8EF}" dt="2023-08-22T07:35:59.182" v="101" actId="20577"/>
        <pc:sldMkLst>
          <pc:docMk/>
          <pc:sldMk cId="3419601306" sldId="1566"/>
        </pc:sldMkLst>
        <pc:spChg chg="mod">
          <ac:chgData name="Mr. Sumit Sharma" userId="S::sumitsharma.cse@niet.co.in::0287a0e3-d7f5-4815-a5d5-4670a436bb9e" providerId="AD" clId="Web-{24B6CF88-50E6-AD1E-3A17-1FF34733D8EF}" dt="2023-08-22T07:31:14.485" v="60"/>
          <ac:spMkLst>
            <pc:docMk/>
            <pc:sldMk cId="3419601306" sldId="1566"/>
            <ac:spMk id="3" creationId="{F8CC24E1-E4CB-4555-AAFE-79673E88E287}"/>
          </ac:spMkLst>
        </pc:spChg>
        <pc:spChg chg="mod ord">
          <ac:chgData name="Mr. Sumit Sharma" userId="S::sumitsharma.cse@niet.co.in::0287a0e3-d7f5-4815-a5d5-4670a436bb9e" providerId="AD" clId="Web-{24B6CF88-50E6-AD1E-3A17-1FF34733D8EF}" dt="2023-08-22T07:31:14.485" v="60"/>
          <ac:spMkLst>
            <pc:docMk/>
            <pc:sldMk cId="3419601306" sldId="1566"/>
            <ac:spMk id="6" creationId="{00000000-0000-0000-0000-000000000000}"/>
          </ac:spMkLst>
        </pc:spChg>
        <pc:spChg chg="mod">
          <ac:chgData name="Mr. Sumit Sharma" userId="S::sumitsharma.cse@niet.co.in::0287a0e3-d7f5-4815-a5d5-4670a436bb9e" providerId="AD" clId="Web-{24B6CF88-50E6-AD1E-3A17-1FF34733D8EF}" dt="2023-08-22T07:35:59.182" v="101" actId="20577"/>
          <ac:spMkLst>
            <pc:docMk/>
            <pc:sldMk cId="3419601306" sldId="1566"/>
            <ac:spMk id="7" creationId="{00000000-0000-0000-0000-000000000000}"/>
          </ac:spMkLst>
        </pc:spChg>
        <pc:spChg chg="add">
          <ac:chgData name="Mr. Sumit Sharma" userId="S::sumitsharma.cse@niet.co.in::0287a0e3-d7f5-4815-a5d5-4670a436bb9e" providerId="AD" clId="Web-{24B6CF88-50E6-AD1E-3A17-1FF34733D8EF}" dt="2023-08-22T07:31:14.485" v="60"/>
          <ac:spMkLst>
            <pc:docMk/>
            <pc:sldMk cId="3419601306" sldId="1566"/>
            <ac:spMk id="14" creationId="{1BB867FF-FC45-48F7-8104-F89BE54909F1}"/>
          </ac:spMkLst>
        </pc:spChg>
        <pc:spChg chg="add">
          <ac:chgData name="Mr. Sumit Sharma" userId="S::sumitsharma.cse@niet.co.in::0287a0e3-d7f5-4815-a5d5-4670a436bb9e" providerId="AD" clId="Web-{24B6CF88-50E6-AD1E-3A17-1FF34733D8EF}" dt="2023-08-22T07:31:14.485" v="60"/>
          <ac:spMkLst>
            <pc:docMk/>
            <pc:sldMk cId="3419601306" sldId="1566"/>
            <ac:spMk id="16" creationId="{8BB56887-D0D5-4F0C-9E19-7247EB83C8B7}"/>
          </ac:spMkLst>
        </pc:spChg>
        <pc:spChg chg="add">
          <ac:chgData name="Mr. Sumit Sharma" userId="S::sumitsharma.cse@niet.co.in::0287a0e3-d7f5-4815-a5d5-4670a436bb9e" providerId="AD" clId="Web-{24B6CF88-50E6-AD1E-3A17-1FF34733D8EF}" dt="2023-08-22T07:31:14.485" v="60"/>
          <ac:spMkLst>
            <pc:docMk/>
            <pc:sldMk cId="3419601306" sldId="1566"/>
            <ac:spMk id="18" creationId="{081E4A58-353D-44AE-B2FC-2A74E2E400F7}"/>
          </ac:spMkLst>
        </pc:spChg>
        <pc:picChg chg="ord">
          <ac:chgData name="Mr. Sumit Sharma" userId="S::sumitsharma.cse@niet.co.in::0287a0e3-d7f5-4815-a5d5-4670a436bb9e" providerId="AD" clId="Web-{24B6CF88-50E6-AD1E-3A17-1FF34733D8EF}" dt="2023-08-22T07:31:14.485" v="60"/>
          <ac:picMkLst>
            <pc:docMk/>
            <pc:sldMk cId="3419601306" sldId="1566"/>
            <ac:picMk id="9" creationId="{C927257E-084A-415B-BF9B-22EABE25ABE7}"/>
          </ac:picMkLst>
        </pc:picChg>
      </pc:sldChg>
      <pc:sldChg chg="addSp delSp modSp add replId">
        <pc:chgData name="Mr. Sumit Sharma" userId="S::sumitsharma.cse@niet.co.in::0287a0e3-d7f5-4815-a5d5-4670a436bb9e" providerId="AD" clId="Web-{24B6CF88-50E6-AD1E-3A17-1FF34733D8EF}" dt="2023-08-22T07:35:54.525" v="99" actId="20577"/>
        <pc:sldMkLst>
          <pc:docMk/>
          <pc:sldMk cId="900405711" sldId="1567"/>
        </pc:sldMkLst>
        <pc:spChg chg="mod">
          <ac:chgData name="Mr. Sumit Sharma" userId="S::sumitsharma.cse@niet.co.in::0287a0e3-d7f5-4815-a5d5-4670a436bb9e" providerId="AD" clId="Web-{24B6CF88-50E6-AD1E-3A17-1FF34733D8EF}" dt="2023-08-22T07:35:04.242" v="87"/>
          <ac:spMkLst>
            <pc:docMk/>
            <pc:sldMk cId="900405711" sldId="1567"/>
            <ac:spMk id="3" creationId="{F8CC24E1-E4CB-4555-AAFE-79673E88E287}"/>
          </ac:spMkLst>
        </pc:spChg>
        <pc:spChg chg="mod">
          <ac:chgData name="Mr. Sumit Sharma" userId="S::sumitsharma.cse@niet.co.in::0287a0e3-d7f5-4815-a5d5-4670a436bb9e" providerId="AD" clId="Web-{24B6CF88-50E6-AD1E-3A17-1FF34733D8EF}" dt="2023-08-22T07:35:04.242" v="87"/>
          <ac:spMkLst>
            <pc:docMk/>
            <pc:sldMk cId="900405711" sldId="1567"/>
            <ac:spMk id="6" creationId="{00000000-0000-0000-0000-000000000000}"/>
          </ac:spMkLst>
        </pc:spChg>
        <pc:spChg chg="mod">
          <ac:chgData name="Mr. Sumit Sharma" userId="S::sumitsharma.cse@niet.co.in::0287a0e3-d7f5-4815-a5d5-4670a436bb9e" providerId="AD" clId="Web-{24B6CF88-50E6-AD1E-3A17-1FF34733D8EF}" dt="2023-08-22T07:35:54.525" v="99" actId="20577"/>
          <ac:spMkLst>
            <pc:docMk/>
            <pc:sldMk cId="900405711" sldId="1567"/>
            <ac:spMk id="7" creationId="{00000000-0000-0000-0000-000000000000}"/>
          </ac:spMkLst>
        </pc:spChg>
        <pc:spChg chg="del">
          <ac:chgData name="Mr. Sumit Sharma" userId="S::sumitsharma.cse@niet.co.in::0287a0e3-d7f5-4815-a5d5-4670a436bb9e" providerId="AD" clId="Web-{24B6CF88-50E6-AD1E-3A17-1FF34733D8EF}" dt="2023-08-22T07:34:41.695" v="84"/>
          <ac:spMkLst>
            <pc:docMk/>
            <pc:sldMk cId="900405711" sldId="1567"/>
            <ac:spMk id="14" creationId="{1BB867FF-FC45-48F7-8104-F89BE54909F1}"/>
          </ac:spMkLst>
        </pc:spChg>
        <pc:spChg chg="del">
          <ac:chgData name="Mr. Sumit Sharma" userId="S::sumitsharma.cse@niet.co.in::0287a0e3-d7f5-4815-a5d5-4670a436bb9e" providerId="AD" clId="Web-{24B6CF88-50E6-AD1E-3A17-1FF34733D8EF}" dt="2023-08-22T07:34:41.695" v="84"/>
          <ac:spMkLst>
            <pc:docMk/>
            <pc:sldMk cId="900405711" sldId="1567"/>
            <ac:spMk id="16" creationId="{8BB56887-D0D5-4F0C-9E19-7247EB83C8B7}"/>
          </ac:spMkLst>
        </pc:spChg>
        <pc:spChg chg="del">
          <ac:chgData name="Mr. Sumit Sharma" userId="S::sumitsharma.cse@niet.co.in::0287a0e3-d7f5-4815-a5d5-4670a436bb9e" providerId="AD" clId="Web-{24B6CF88-50E6-AD1E-3A17-1FF34733D8EF}" dt="2023-08-22T07:34:41.695" v="84"/>
          <ac:spMkLst>
            <pc:docMk/>
            <pc:sldMk cId="900405711" sldId="1567"/>
            <ac:spMk id="18" creationId="{081E4A58-353D-44AE-B2FC-2A74E2E400F7}"/>
          </ac:spMkLst>
        </pc:spChg>
        <pc:spChg chg="add del">
          <ac:chgData name="Mr. Sumit Sharma" userId="S::sumitsharma.cse@niet.co.in::0287a0e3-d7f5-4815-a5d5-4670a436bb9e" providerId="AD" clId="Web-{24B6CF88-50E6-AD1E-3A17-1FF34733D8EF}" dt="2023-08-22T07:35:04.242" v="87"/>
          <ac:spMkLst>
            <pc:docMk/>
            <pc:sldMk cId="900405711" sldId="1567"/>
            <ac:spMk id="23" creationId="{907EF6B7-1338-4443-8C46-6A318D952DFD}"/>
          </ac:spMkLst>
        </pc:spChg>
        <pc:spChg chg="add del">
          <ac:chgData name="Mr. Sumit Sharma" userId="S::sumitsharma.cse@niet.co.in::0287a0e3-d7f5-4815-a5d5-4670a436bb9e" providerId="AD" clId="Web-{24B6CF88-50E6-AD1E-3A17-1FF34733D8EF}" dt="2023-08-22T07:35:04.242" v="87"/>
          <ac:spMkLst>
            <pc:docMk/>
            <pc:sldMk cId="900405711" sldId="1567"/>
            <ac:spMk id="25" creationId="{DAAE4CDD-124C-4DCF-9584-B6033B545DD5}"/>
          </ac:spMkLst>
        </pc:spChg>
        <pc:spChg chg="add del">
          <ac:chgData name="Mr. Sumit Sharma" userId="S::sumitsharma.cse@niet.co.in::0287a0e3-d7f5-4815-a5d5-4670a436bb9e" providerId="AD" clId="Web-{24B6CF88-50E6-AD1E-3A17-1FF34733D8EF}" dt="2023-08-22T07:35:04.242" v="87"/>
          <ac:spMkLst>
            <pc:docMk/>
            <pc:sldMk cId="900405711" sldId="1567"/>
            <ac:spMk id="27" creationId="{081E4A58-353D-44AE-B2FC-2A74E2E400F7}"/>
          </ac:spMkLst>
        </pc:spChg>
        <pc:spChg chg="add">
          <ac:chgData name="Mr. Sumit Sharma" userId="S::sumitsharma.cse@niet.co.in::0287a0e3-d7f5-4815-a5d5-4670a436bb9e" providerId="AD" clId="Web-{24B6CF88-50E6-AD1E-3A17-1FF34733D8EF}" dt="2023-08-22T07:35:04.242" v="87"/>
          <ac:spMkLst>
            <pc:docMk/>
            <pc:sldMk cId="900405711" sldId="1567"/>
            <ac:spMk id="32" creationId="{DAF1966E-FD40-4A4A-B61B-C4DF7FA05F06}"/>
          </ac:spMkLst>
        </pc:spChg>
        <pc:spChg chg="add">
          <ac:chgData name="Mr. Sumit Sharma" userId="S::sumitsharma.cse@niet.co.in::0287a0e3-d7f5-4815-a5d5-4670a436bb9e" providerId="AD" clId="Web-{24B6CF88-50E6-AD1E-3A17-1FF34733D8EF}" dt="2023-08-22T07:35:04.242" v="87"/>
          <ac:spMkLst>
            <pc:docMk/>
            <pc:sldMk cId="900405711" sldId="1567"/>
            <ac:spMk id="34" creationId="{047BFA19-D45E-416B-A404-7AF2F3F27017}"/>
          </ac:spMkLst>
        </pc:spChg>
        <pc:spChg chg="add">
          <ac:chgData name="Mr. Sumit Sharma" userId="S::sumitsharma.cse@niet.co.in::0287a0e3-d7f5-4815-a5d5-4670a436bb9e" providerId="AD" clId="Web-{24B6CF88-50E6-AD1E-3A17-1FF34733D8EF}" dt="2023-08-22T07:35:04.242" v="87"/>
          <ac:spMkLst>
            <pc:docMk/>
            <pc:sldMk cId="900405711" sldId="1567"/>
            <ac:spMk id="36" creationId="{8E0105E7-23DB-4CF2-8258-FF47C7620F6E}"/>
          </ac:spMkLst>
        </pc:spChg>
        <pc:spChg chg="add">
          <ac:chgData name="Mr. Sumit Sharma" userId="S::sumitsharma.cse@niet.co.in::0287a0e3-d7f5-4815-a5d5-4670a436bb9e" providerId="AD" clId="Web-{24B6CF88-50E6-AD1E-3A17-1FF34733D8EF}" dt="2023-08-22T07:35:04.242" v="87"/>
          <ac:spMkLst>
            <pc:docMk/>
            <pc:sldMk cId="900405711" sldId="1567"/>
            <ac:spMk id="38" creationId="{074B4F7D-14B2-478B-8BF5-01E4E0C5D263}"/>
          </ac:spMkLst>
        </pc:spChg>
      </pc:sldChg>
      <pc:sldChg chg="addSp delSp modSp add replId">
        <pc:chgData name="Mr. Sumit Sharma" userId="S::sumitsharma.cse@niet.co.in::0287a0e3-d7f5-4815-a5d5-4670a436bb9e" providerId="AD" clId="Web-{24B6CF88-50E6-AD1E-3A17-1FF34733D8EF}" dt="2023-08-22T07:35:49.400" v="98" actId="20577"/>
        <pc:sldMkLst>
          <pc:docMk/>
          <pc:sldMk cId="1404751568" sldId="1568"/>
        </pc:sldMkLst>
        <pc:spChg chg="mod">
          <ac:chgData name="Mr. Sumit Sharma" userId="S::sumitsharma.cse@niet.co.in::0287a0e3-d7f5-4815-a5d5-4670a436bb9e" providerId="AD" clId="Web-{24B6CF88-50E6-AD1E-3A17-1FF34733D8EF}" dt="2023-08-22T07:35:45.197" v="97"/>
          <ac:spMkLst>
            <pc:docMk/>
            <pc:sldMk cId="1404751568" sldId="1568"/>
            <ac:spMk id="3" creationId="{F8CC24E1-E4CB-4555-AAFE-79673E88E287}"/>
          </ac:spMkLst>
        </pc:spChg>
        <pc:spChg chg="mod">
          <ac:chgData name="Mr. Sumit Sharma" userId="S::sumitsharma.cse@niet.co.in::0287a0e3-d7f5-4815-a5d5-4670a436bb9e" providerId="AD" clId="Web-{24B6CF88-50E6-AD1E-3A17-1FF34733D8EF}" dt="2023-08-22T07:35:45.197" v="97"/>
          <ac:spMkLst>
            <pc:docMk/>
            <pc:sldMk cId="1404751568" sldId="1568"/>
            <ac:spMk id="6" creationId="{00000000-0000-0000-0000-000000000000}"/>
          </ac:spMkLst>
        </pc:spChg>
        <pc:spChg chg="mod">
          <ac:chgData name="Mr. Sumit Sharma" userId="S::sumitsharma.cse@niet.co.in::0287a0e3-d7f5-4815-a5d5-4670a436bb9e" providerId="AD" clId="Web-{24B6CF88-50E6-AD1E-3A17-1FF34733D8EF}" dt="2023-08-22T07:35:49.400" v="98" actId="20577"/>
          <ac:spMkLst>
            <pc:docMk/>
            <pc:sldMk cId="1404751568" sldId="1568"/>
            <ac:spMk id="7" creationId="{00000000-0000-0000-0000-000000000000}"/>
          </ac:spMkLst>
        </pc:spChg>
        <pc:spChg chg="del">
          <ac:chgData name="Mr. Sumit Sharma" userId="S::sumitsharma.cse@niet.co.in::0287a0e3-d7f5-4815-a5d5-4670a436bb9e" providerId="AD" clId="Web-{24B6CF88-50E6-AD1E-3A17-1FF34733D8EF}" dt="2023-08-22T07:35:45.197" v="97"/>
          <ac:spMkLst>
            <pc:docMk/>
            <pc:sldMk cId="1404751568" sldId="1568"/>
            <ac:spMk id="32" creationId="{DAF1966E-FD40-4A4A-B61B-C4DF7FA05F06}"/>
          </ac:spMkLst>
        </pc:spChg>
        <pc:spChg chg="del">
          <ac:chgData name="Mr. Sumit Sharma" userId="S::sumitsharma.cse@niet.co.in::0287a0e3-d7f5-4815-a5d5-4670a436bb9e" providerId="AD" clId="Web-{24B6CF88-50E6-AD1E-3A17-1FF34733D8EF}" dt="2023-08-22T07:35:45.197" v="97"/>
          <ac:spMkLst>
            <pc:docMk/>
            <pc:sldMk cId="1404751568" sldId="1568"/>
            <ac:spMk id="34" creationId="{047BFA19-D45E-416B-A404-7AF2F3F27017}"/>
          </ac:spMkLst>
        </pc:spChg>
        <pc:spChg chg="del">
          <ac:chgData name="Mr. Sumit Sharma" userId="S::sumitsharma.cse@niet.co.in::0287a0e3-d7f5-4815-a5d5-4670a436bb9e" providerId="AD" clId="Web-{24B6CF88-50E6-AD1E-3A17-1FF34733D8EF}" dt="2023-08-22T07:35:45.197" v="97"/>
          <ac:spMkLst>
            <pc:docMk/>
            <pc:sldMk cId="1404751568" sldId="1568"/>
            <ac:spMk id="36" creationId="{8E0105E7-23DB-4CF2-8258-FF47C7620F6E}"/>
          </ac:spMkLst>
        </pc:spChg>
        <pc:spChg chg="del">
          <ac:chgData name="Mr. Sumit Sharma" userId="S::sumitsharma.cse@niet.co.in::0287a0e3-d7f5-4815-a5d5-4670a436bb9e" providerId="AD" clId="Web-{24B6CF88-50E6-AD1E-3A17-1FF34733D8EF}" dt="2023-08-22T07:35:45.197" v="97"/>
          <ac:spMkLst>
            <pc:docMk/>
            <pc:sldMk cId="1404751568" sldId="1568"/>
            <ac:spMk id="38" creationId="{074B4F7D-14B2-478B-8BF5-01E4E0C5D263}"/>
          </ac:spMkLst>
        </pc:spChg>
        <pc:spChg chg="add">
          <ac:chgData name="Mr. Sumit Sharma" userId="S::sumitsharma.cse@niet.co.in::0287a0e3-d7f5-4815-a5d5-4670a436bb9e" providerId="AD" clId="Web-{24B6CF88-50E6-AD1E-3A17-1FF34733D8EF}" dt="2023-08-22T07:35:45.197" v="97"/>
          <ac:spMkLst>
            <pc:docMk/>
            <pc:sldMk cId="1404751568" sldId="1568"/>
            <ac:spMk id="43" creationId="{1C799903-48D5-4A31-A1A2-541072D9771E}"/>
          </ac:spMkLst>
        </pc:spChg>
        <pc:spChg chg="add">
          <ac:chgData name="Mr. Sumit Sharma" userId="S::sumitsharma.cse@niet.co.in::0287a0e3-d7f5-4815-a5d5-4670a436bb9e" providerId="AD" clId="Web-{24B6CF88-50E6-AD1E-3A17-1FF34733D8EF}" dt="2023-08-22T07:35:45.197" v="97"/>
          <ac:spMkLst>
            <pc:docMk/>
            <pc:sldMk cId="1404751568" sldId="1568"/>
            <ac:spMk id="45" creationId="{8EFFF109-FC58-4FD3-BE05-9775A1310F55}"/>
          </ac:spMkLst>
        </pc:spChg>
        <pc:spChg chg="add">
          <ac:chgData name="Mr. Sumit Sharma" userId="S::sumitsharma.cse@niet.co.in::0287a0e3-d7f5-4815-a5d5-4670a436bb9e" providerId="AD" clId="Web-{24B6CF88-50E6-AD1E-3A17-1FF34733D8EF}" dt="2023-08-22T07:35:45.197" v="97"/>
          <ac:spMkLst>
            <pc:docMk/>
            <pc:sldMk cId="1404751568" sldId="1568"/>
            <ac:spMk id="47" creationId="{E1B96AD6-92A9-4273-A62B-96A1C3E0BA95}"/>
          </ac:spMkLst>
        </pc:spChg>
        <pc:spChg chg="add">
          <ac:chgData name="Mr. Sumit Sharma" userId="S::sumitsharma.cse@niet.co.in::0287a0e3-d7f5-4815-a5d5-4670a436bb9e" providerId="AD" clId="Web-{24B6CF88-50E6-AD1E-3A17-1FF34733D8EF}" dt="2023-08-22T07:35:45.197" v="97"/>
          <ac:spMkLst>
            <pc:docMk/>
            <pc:sldMk cId="1404751568" sldId="1568"/>
            <ac:spMk id="49" creationId="{463EEC44-1BA3-44ED-81FC-A644B04B2A44}"/>
          </ac:spMkLst>
        </pc:spChg>
      </pc:sldChg>
      <pc:sldChg chg="addSp delSp modSp add replId">
        <pc:chgData name="Mr. Sumit Sharma" userId="S::sumitsharma.cse@niet.co.in::0287a0e3-d7f5-4815-a5d5-4670a436bb9e" providerId="AD" clId="Web-{24B6CF88-50E6-AD1E-3A17-1FF34733D8EF}" dt="2023-08-22T07:37:14.887" v="116"/>
        <pc:sldMkLst>
          <pc:docMk/>
          <pc:sldMk cId="1981118964" sldId="1569"/>
        </pc:sldMkLst>
        <pc:spChg chg="mod">
          <ac:chgData name="Mr. Sumit Sharma" userId="S::sumitsharma.cse@niet.co.in::0287a0e3-d7f5-4815-a5d5-4670a436bb9e" providerId="AD" clId="Web-{24B6CF88-50E6-AD1E-3A17-1FF34733D8EF}" dt="2023-08-22T07:37:14.887" v="116"/>
          <ac:spMkLst>
            <pc:docMk/>
            <pc:sldMk cId="1981118964" sldId="1569"/>
            <ac:spMk id="3" creationId="{F8CC24E1-E4CB-4555-AAFE-79673E88E287}"/>
          </ac:spMkLst>
        </pc:spChg>
        <pc:spChg chg="mod">
          <ac:chgData name="Mr. Sumit Sharma" userId="S::sumitsharma.cse@niet.co.in::0287a0e3-d7f5-4815-a5d5-4670a436bb9e" providerId="AD" clId="Web-{24B6CF88-50E6-AD1E-3A17-1FF34733D8EF}" dt="2023-08-22T07:37:14.887" v="116"/>
          <ac:spMkLst>
            <pc:docMk/>
            <pc:sldMk cId="1981118964" sldId="1569"/>
            <ac:spMk id="6" creationId="{00000000-0000-0000-0000-000000000000}"/>
          </ac:spMkLst>
        </pc:spChg>
        <pc:spChg chg="mod">
          <ac:chgData name="Mr. Sumit Sharma" userId="S::sumitsharma.cse@niet.co.in::0287a0e3-d7f5-4815-a5d5-4670a436bb9e" providerId="AD" clId="Web-{24B6CF88-50E6-AD1E-3A17-1FF34733D8EF}" dt="2023-08-22T07:37:14.887" v="116"/>
          <ac:spMkLst>
            <pc:docMk/>
            <pc:sldMk cId="1981118964" sldId="1569"/>
            <ac:spMk id="7" creationId="{00000000-0000-0000-0000-000000000000}"/>
          </ac:spMkLst>
        </pc:spChg>
        <pc:spChg chg="add del">
          <ac:chgData name="Mr. Sumit Sharma" userId="S::sumitsharma.cse@niet.co.in::0287a0e3-d7f5-4815-a5d5-4670a436bb9e" providerId="AD" clId="Web-{24B6CF88-50E6-AD1E-3A17-1FF34733D8EF}" dt="2023-08-22T07:37:14.887" v="116"/>
          <ac:spMkLst>
            <pc:docMk/>
            <pc:sldMk cId="1981118964" sldId="1569"/>
            <ac:spMk id="43" creationId="{1C799903-48D5-4A31-A1A2-541072D9771E}"/>
          </ac:spMkLst>
        </pc:spChg>
        <pc:spChg chg="add del">
          <ac:chgData name="Mr. Sumit Sharma" userId="S::sumitsharma.cse@niet.co.in::0287a0e3-d7f5-4815-a5d5-4670a436bb9e" providerId="AD" clId="Web-{24B6CF88-50E6-AD1E-3A17-1FF34733D8EF}" dt="2023-08-22T07:37:14.887" v="116"/>
          <ac:spMkLst>
            <pc:docMk/>
            <pc:sldMk cId="1981118964" sldId="1569"/>
            <ac:spMk id="45" creationId="{8EFFF109-FC58-4FD3-BE05-9775A1310F55}"/>
          </ac:spMkLst>
        </pc:spChg>
        <pc:spChg chg="add del">
          <ac:chgData name="Mr. Sumit Sharma" userId="S::sumitsharma.cse@niet.co.in::0287a0e3-d7f5-4815-a5d5-4670a436bb9e" providerId="AD" clId="Web-{24B6CF88-50E6-AD1E-3A17-1FF34733D8EF}" dt="2023-08-22T07:37:14.887" v="116"/>
          <ac:spMkLst>
            <pc:docMk/>
            <pc:sldMk cId="1981118964" sldId="1569"/>
            <ac:spMk id="47" creationId="{E1B96AD6-92A9-4273-A62B-96A1C3E0BA95}"/>
          </ac:spMkLst>
        </pc:spChg>
        <pc:spChg chg="add del">
          <ac:chgData name="Mr. Sumit Sharma" userId="S::sumitsharma.cse@niet.co.in::0287a0e3-d7f5-4815-a5d5-4670a436bb9e" providerId="AD" clId="Web-{24B6CF88-50E6-AD1E-3A17-1FF34733D8EF}" dt="2023-08-22T07:37:14.887" v="116"/>
          <ac:spMkLst>
            <pc:docMk/>
            <pc:sldMk cId="1981118964" sldId="1569"/>
            <ac:spMk id="49" creationId="{463EEC44-1BA3-44ED-81FC-A644B04B2A44}"/>
          </ac:spMkLst>
        </pc:spChg>
        <pc:spChg chg="add del">
          <ac:chgData name="Mr. Sumit Sharma" userId="S::sumitsharma.cse@niet.co.in::0287a0e3-d7f5-4815-a5d5-4670a436bb9e" providerId="AD" clId="Web-{24B6CF88-50E6-AD1E-3A17-1FF34733D8EF}" dt="2023-08-22T07:37:14.887" v="116"/>
          <ac:spMkLst>
            <pc:docMk/>
            <pc:sldMk cId="1981118964" sldId="1569"/>
            <ac:spMk id="54" creationId="{09588DA8-065E-4F6F-8EFD-43104AB2E0CF}"/>
          </ac:spMkLst>
        </pc:spChg>
        <pc:spChg chg="add del">
          <ac:chgData name="Mr. Sumit Sharma" userId="S::sumitsharma.cse@niet.co.in::0287a0e3-d7f5-4815-a5d5-4670a436bb9e" providerId="AD" clId="Web-{24B6CF88-50E6-AD1E-3A17-1FF34733D8EF}" dt="2023-08-22T07:37:14.887" v="116"/>
          <ac:spMkLst>
            <pc:docMk/>
            <pc:sldMk cId="1981118964" sldId="1569"/>
            <ac:spMk id="56" creationId="{C4285719-470E-454C-AF62-8323075F1F5B}"/>
          </ac:spMkLst>
        </pc:spChg>
        <pc:spChg chg="add del">
          <ac:chgData name="Mr. Sumit Sharma" userId="S::sumitsharma.cse@niet.co.in::0287a0e3-d7f5-4815-a5d5-4670a436bb9e" providerId="AD" clId="Web-{24B6CF88-50E6-AD1E-3A17-1FF34733D8EF}" dt="2023-08-22T07:37:14.887" v="116"/>
          <ac:spMkLst>
            <pc:docMk/>
            <pc:sldMk cId="1981118964" sldId="1569"/>
            <ac:spMk id="58" creationId="{CD9FE4EF-C4D8-49A0-B2FF-81D8DB7D8A24}"/>
          </ac:spMkLst>
        </pc:spChg>
        <pc:spChg chg="add del">
          <ac:chgData name="Mr. Sumit Sharma" userId="S::sumitsharma.cse@niet.co.in::0287a0e3-d7f5-4815-a5d5-4670a436bb9e" providerId="AD" clId="Web-{24B6CF88-50E6-AD1E-3A17-1FF34733D8EF}" dt="2023-08-22T07:37:14.887" v="116"/>
          <ac:spMkLst>
            <pc:docMk/>
            <pc:sldMk cId="1981118964" sldId="1569"/>
            <ac:spMk id="60" creationId="{4300840D-0A0B-4512-BACA-B439D5B9C57C}"/>
          </ac:spMkLst>
        </pc:spChg>
        <pc:spChg chg="add del">
          <ac:chgData name="Mr. Sumit Sharma" userId="S::sumitsharma.cse@niet.co.in::0287a0e3-d7f5-4815-a5d5-4670a436bb9e" providerId="AD" clId="Web-{24B6CF88-50E6-AD1E-3A17-1FF34733D8EF}" dt="2023-08-22T07:37:14.887" v="116"/>
          <ac:spMkLst>
            <pc:docMk/>
            <pc:sldMk cId="1981118964" sldId="1569"/>
            <ac:spMk id="62" creationId="{D2B78728-A580-49A7-84F9-6EF6F583ADE0}"/>
          </ac:spMkLst>
        </pc:spChg>
        <pc:spChg chg="add del">
          <ac:chgData name="Mr. Sumit Sharma" userId="S::sumitsharma.cse@niet.co.in::0287a0e3-d7f5-4815-a5d5-4670a436bb9e" providerId="AD" clId="Web-{24B6CF88-50E6-AD1E-3A17-1FF34733D8EF}" dt="2023-08-22T07:37:14.887" v="116"/>
          <ac:spMkLst>
            <pc:docMk/>
            <pc:sldMk cId="1981118964" sldId="1569"/>
            <ac:spMk id="64" creationId="{38FAA1A1-D861-433F-88FA-1E9D6FD31D11}"/>
          </ac:spMkLst>
        </pc:spChg>
        <pc:spChg chg="add del">
          <ac:chgData name="Mr. Sumit Sharma" userId="S::sumitsharma.cse@niet.co.in::0287a0e3-d7f5-4815-a5d5-4670a436bb9e" providerId="AD" clId="Web-{24B6CF88-50E6-AD1E-3A17-1FF34733D8EF}" dt="2023-08-22T07:37:14.887" v="116"/>
          <ac:spMkLst>
            <pc:docMk/>
            <pc:sldMk cId="1981118964" sldId="1569"/>
            <ac:spMk id="66" creationId="{8D71EDA1-87BF-4D5D-AB79-F346FD19278A}"/>
          </ac:spMkLst>
        </pc:spChg>
      </pc:sldChg>
      <pc:sldChg chg="addSp delSp modSp add replId">
        <pc:chgData name="Mr. Sumit Sharma" userId="S::sumitsharma.cse@niet.co.in::0287a0e3-d7f5-4815-a5d5-4670a436bb9e" providerId="AD" clId="Web-{24B6CF88-50E6-AD1E-3A17-1FF34733D8EF}" dt="2023-08-22T07:38:01.670" v="127" actId="20577"/>
        <pc:sldMkLst>
          <pc:docMk/>
          <pc:sldMk cId="2095559441" sldId="1570"/>
        </pc:sldMkLst>
        <pc:spChg chg="mod">
          <ac:chgData name="Mr. Sumit Sharma" userId="S::sumitsharma.cse@niet.co.in::0287a0e3-d7f5-4815-a5d5-4670a436bb9e" providerId="AD" clId="Web-{24B6CF88-50E6-AD1E-3A17-1FF34733D8EF}" dt="2023-08-22T07:37:47.919" v="124"/>
          <ac:spMkLst>
            <pc:docMk/>
            <pc:sldMk cId="2095559441" sldId="1570"/>
            <ac:spMk id="3" creationId="{F8CC24E1-E4CB-4555-AAFE-79673E88E287}"/>
          </ac:spMkLst>
        </pc:spChg>
        <pc:spChg chg="mod">
          <ac:chgData name="Mr. Sumit Sharma" userId="S::sumitsharma.cse@niet.co.in::0287a0e3-d7f5-4815-a5d5-4670a436bb9e" providerId="AD" clId="Web-{24B6CF88-50E6-AD1E-3A17-1FF34733D8EF}" dt="2023-08-22T07:37:47.919" v="124"/>
          <ac:spMkLst>
            <pc:docMk/>
            <pc:sldMk cId="2095559441" sldId="1570"/>
            <ac:spMk id="6" creationId="{00000000-0000-0000-0000-000000000000}"/>
          </ac:spMkLst>
        </pc:spChg>
        <pc:spChg chg="mod">
          <ac:chgData name="Mr. Sumit Sharma" userId="S::sumitsharma.cse@niet.co.in::0287a0e3-d7f5-4815-a5d5-4670a436bb9e" providerId="AD" clId="Web-{24B6CF88-50E6-AD1E-3A17-1FF34733D8EF}" dt="2023-08-22T07:38:01.670" v="127" actId="20577"/>
          <ac:spMkLst>
            <pc:docMk/>
            <pc:sldMk cId="2095559441" sldId="1570"/>
            <ac:spMk id="7" creationId="{00000000-0000-0000-0000-000000000000}"/>
          </ac:spMkLst>
        </pc:spChg>
        <pc:spChg chg="del">
          <ac:chgData name="Mr. Sumit Sharma" userId="S::sumitsharma.cse@niet.co.in::0287a0e3-d7f5-4815-a5d5-4670a436bb9e" providerId="AD" clId="Web-{24B6CF88-50E6-AD1E-3A17-1FF34733D8EF}" dt="2023-08-22T07:37:47.919" v="124"/>
          <ac:spMkLst>
            <pc:docMk/>
            <pc:sldMk cId="2095559441" sldId="1570"/>
            <ac:spMk id="43" creationId="{1C799903-48D5-4A31-A1A2-541072D9771E}"/>
          </ac:spMkLst>
        </pc:spChg>
        <pc:spChg chg="del">
          <ac:chgData name="Mr. Sumit Sharma" userId="S::sumitsharma.cse@niet.co.in::0287a0e3-d7f5-4815-a5d5-4670a436bb9e" providerId="AD" clId="Web-{24B6CF88-50E6-AD1E-3A17-1FF34733D8EF}" dt="2023-08-22T07:37:47.919" v="124"/>
          <ac:spMkLst>
            <pc:docMk/>
            <pc:sldMk cId="2095559441" sldId="1570"/>
            <ac:spMk id="45" creationId="{8EFFF109-FC58-4FD3-BE05-9775A1310F55}"/>
          </ac:spMkLst>
        </pc:spChg>
        <pc:spChg chg="del">
          <ac:chgData name="Mr. Sumit Sharma" userId="S::sumitsharma.cse@niet.co.in::0287a0e3-d7f5-4815-a5d5-4670a436bb9e" providerId="AD" clId="Web-{24B6CF88-50E6-AD1E-3A17-1FF34733D8EF}" dt="2023-08-22T07:37:47.919" v="124"/>
          <ac:spMkLst>
            <pc:docMk/>
            <pc:sldMk cId="2095559441" sldId="1570"/>
            <ac:spMk id="47" creationId="{E1B96AD6-92A9-4273-A62B-96A1C3E0BA95}"/>
          </ac:spMkLst>
        </pc:spChg>
        <pc:spChg chg="del">
          <ac:chgData name="Mr. Sumit Sharma" userId="S::sumitsharma.cse@niet.co.in::0287a0e3-d7f5-4815-a5d5-4670a436bb9e" providerId="AD" clId="Web-{24B6CF88-50E6-AD1E-3A17-1FF34733D8EF}" dt="2023-08-22T07:37:47.919" v="124"/>
          <ac:spMkLst>
            <pc:docMk/>
            <pc:sldMk cId="2095559441" sldId="1570"/>
            <ac:spMk id="49" creationId="{463EEC44-1BA3-44ED-81FC-A644B04B2A44}"/>
          </ac:spMkLst>
        </pc:spChg>
        <pc:spChg chg="add">
          <ac:chgData name="Mr. Sumit Sharma" userId="S::sumitsharma.cse@niet.co.in::0287a0e3-d7f5-4815-a5d5-4670a436bb9e" providerId="AD" clId="Web-{24B6CF88-50E6-AD1E-3A17-1FF34733D8EF}" dt="2023-08-22T07:37:47.919" v="124"/>
          <ac:spMkLst>
            <pc:docMk/>
            <pc:sldMk cId="2095559441" sldId="1570"/>
            <ac:spMk id="54" creationId="{907EF6B7-1338-4443-8C46-6A318D952DFD}"/>
          </ac:spMkLst>
        </pc:spChg>
        <pc:spChg chg="add">
          <ac:chgData name="Mr. Sumit Sharma" userId="S::sumitsharma.cse@niet.co.in::0287a0e3-d7f5-4815-a5d5-4670a436bb9e" providerId="AD" clId="Web-{24B6CF88-50E6-AD1E-3A17-1FF34733D8EF}" dt="2023-08-22T07:37:47.919" v="124"/>
          <ac:spMkLst>
            <pc:docMk/>
            <pc:sldMk cId="2095559441" sldId="1570"/>
            <ac:spMk id="56" creationId="{DAAE4CDD-124C-4DCF-9584-B6033B545DD5}"/>
          </ac:spMkLst>
        </pc:spChg>
        <pc:spChg chg="add">
          <ac:chgData name="Mr. Sumit Sharma" userId="S::sumitsharma.cse@niet.co.in::0287a0e3-d7f5-4815-a5d5-4670a436bb9e" providerId="AD" clId="Web-{24B6CF88-50E6-AD1E-3A17-1FF34733D8EF}" dt="2023-08-22T07:37:47.919" v="124"/>
          <ac:spMkLst>
            <pc:docMk/>
            <pc:sldMk cId="2095559441" sldId="1570"/>
            <ac:spMk id="58" creationId="{081E4A58-353D-44AE-B2FC-2A74E2E400F7}"/>
          </ac:spMkLst>
        </pc:spChg>
      </pc:sldChg>
      <pc:sldChg chg="addSp delSp modSp add replId">
        <pc:chgData name="Mr. Sumit Sharma" userId="S::sumitsharma.cse@niet.co.in::0287a0e3-d7f5-4815-a5d5-4670a436bb9e" providerId="AD" clId="Web-{24B6CF88-50E6-AD1E-3A17-1FF34733D8EF}" dt="2023-08-22T07:38:45.984" v="139"/>
        <pc:sldMkLst>
          <pc:docMk/>
          <pc:sldMk cId="2191441077" sldId="1571"/>
        </pc:sldMkLst>
        <pc:spChg chg="mod">
          <ac:chgData name="Mr. Sumit Sharma" userId="S::sumitsharma.cse@niet.co.in::0287a0e3-d7f5-4815-a5d5-4670a436bb9e" providerId="AD" clId="Web-{24B6CF88-50E6-AD1E-3A17-1FF34733D8EF}" dt="2023-08-22T07:38:45.984" v="139"/>
          <ac:spMkLst>
            <pc:docMk/>
            <pc:sldMk cId="2191441077" sldId="1571"/>
            <ac:spMk id="3" creationId="{F8CC24E1-E4CB-4555-AAFE-79673E88E287}"/>
          </ac:spMkLst>
        </pc:spChg>
        <pc:spChg chg="mod">
          <ac:chgData name="Mr. Sumit Sharma" userId="S::sumitsharma.cse@niet.co.in::0287a0e3-d7f5-4815-a5d5-4670a436bb9e" providerId="AD" clId="Web-{24B6CF88-50E6-AD1E-3A17-1FF34733D8EF}" dt="2023-08-22T07:38:45.984" v="139"/>
          <ac:spMkLst>
            <pc:docMk/>
            <pc:sldMk cId="2191441077" sldId="1571"/>
            <ac:spMk id="6" creationId="{00000000-0000-0000-0000-000000000000}"/>
          </ac:spMkLst>
        </pc:spChg>
        <pc:spChg chg="mod">
          <ac:chgData name="Mr. Sumit Sharma" userId="S::sumitsharma.cse@niet.co.in::0287a0e3-d7f5-4815-a5d5-4670a436bb9e" providerId="AD" clId="Web-{24B6CF88-50E6-AD1E-3A17-1FF34733D8EF}" dt="2023-08-22T07:38:45.984" v="139"/>
          <ac:spMkLst>
            <pc:docMk/>
            <pc:sldMk cId="2191441077" sldId="1571"/>
            <ac:spMk id="7" creationId="{00000000-0000-0000-0000-000000000000}"/>
          </ac:spMkLst>
        </pc:spChg>
        <pc:spChg chg="add del">
          <ac:chgData name="Mr. Sumit Sharma" userId="S::sumitsharma.cse@niet.co.in::0287a0e3-d7f5-4815-a5d5-4670a436bb9e" providerId="AD" clId="Web-{24B6CF88-50E6-AD1E-3A17-1FF34733D8EF}" dt="2023-08-22T07:38:45.984" v="139"/>
          <ac:spMkLst>
            <pc:docMk/>
            <pc:sldMk cId="2191441077" sldId="1571"/>
            <ac:spMk id="54" creationId="{907EF6B7-1338-4443-8C46-6A318D952DFD}"/>
          </ac:spMkLst>
        </pc:spChg>
        <pc:spChg chg="add del">
          <ac:chgData name="Mr. Sumit Sharma" userId="S::sumitsharma.cse@niet.co.in::0287a0e3-d7f5-4815-a5d5-4670a436bb9e" providerId="AD" clId="Web-{24B6CF88-50E6-AD1E-3A17-1FF34733D8EF}" dt="2023-08-22T07:38:45.984" v="139"/>
          <ac:spMkLst>
            <pc:docMk/>
            <pc:sldMk cId="2191441077" sldId="1571"/>
            <ac:spMk id="56" creationId="{DAAE4CDD-124C-4DCF-9584-B6033B545DD5}"/>
          </ac:spMkLst>
        </pc:spChg>
        <pc:spChg chg="add del">
          <ac:chgData name="Mr. Sumit Sharma" userId="S::sumitsharma.cse@niet.co.in::0287a0e3-d7f5-4815-a5d5-4670a436bb9e" providerId="AD" clId="Web-{24B6CF88-50E6-AD1E-3A17-1FF34733D8EF}" dt="2023-08-22T07:38:45.984" v="139"/>
          <ac:spMkLst>
            <pc:docMk/>
            <pc:sldMk cId="2191441077" sldId="1571"/>
            <ac:spMk id="58" creationId="{081E4A58-353D-44AE-B2FC-2A74E2E400F7}"/>
          </ac:spMkLst>
        </pc:spChg>
        <pc:spChg chg="add del">
          <ac:chgData name="Mr. Sumit Sharma" userId="S::sumitsharma.cse@niet.co.in::0287a0e3-d7f5-4815-a5d5-4670a436bb9e" providerId="AD" clId="Web-{24B6CF88-50E6-AD1E-3A17-1FF34733D8EF}" dt="2023-08-22T07:38:45.984" v="139"/>
          <ac:spMkLst>
            <pc:docMk/>
            <pc:sldMk cId="2191441077" sldId="1571"/>
            <ac:spMk id="63" creationId="{E92FEB64-6EEA-4759-B4A4-BD2C1E660BA8}"/>
          </ac:spMkLst>
        </pc:spChg>
        <pc:spChg chg="add del">
          <ac:chgData name="Mr. Sumit Sharma" userId="S::sumitsharma.cse@niet.co.in::0287a0e3-d7f5-4815-a5d5-4670a436bb9e" providerId="AD" clId="Web-{24B6CF88-50E6-AD1E-3A17-1FF34733D8EF}" dt="2023-08-22T07:38:45.984" v="139"/>
          <ac:spMkLst>
            <pc:docMk/>
            <pc:sldMk cId="2191441077" sldId="1571"/>
            <ac:spMk id="65" creationId="{B10BB131-AC8E-4A8E-A5D1-36260F720C3B}"/>
          </ac:spMkLst>
        </pc:spChg>
        <pc:spChg chg="add del">
          <ac:chgData name="Mr. Sumit Sharma" userId="S::sumitsharma.cse@niet.co.in::0287a0e3-d7f5-4815-a5d5-4670a436bb9e" providerId="AD" clId="Web-{24B6CF88-50E6-AD1E-3A17-1FF34733D8EF}" dt="2023-08-22T07:38:45.984" v="139"/>
          <ac:spMkLst>
            <pc:docMk/>
            <pc:sldMk cId="2191441077" sldId="1571"/>
            <ac:spMk id="67" creationId="{14847E93-7DC1-4D4B-8829-B19AA7137C50}"/>
          </ac:spMkLst>
        </pc:spChg>
        <pc:spChg chg="add del">
          <ac:chgData name="Mr. Sumit Sharma" userId="S::sumitsharma.cse@niet.co.in::0287a0e3-d7f5-4815-a5d5-4670a436bb9e" providerId="AD" clId="Web-{24B6CF88-50E6-AD1E-3A17-1FF34733D8EF}" dt="2023-08-22T07:38:45.984" v="139"/>
          <ac:spMkLst>
            <pc:docMk/>
            <pc:sldMk cId="2191441077" sldId="1571"/>
            <ac:spMk id="69" creationId="{5566D6E1-03A1-4D73-A4E0-35D74D568A04}"/>
          </ac:spMkLst>
        </pc:spChg>
        <pc:spChg chg="add del">
          <ac:chgData name="Mr. Sumit Sharma" userId="S::sumitsharma.cse@niet.co.in::0287a0e3-d7f5-4815-a5d5-4670a436bb9e" providerId="AD" clId="Web-{24B6CF88-50E6-AD1E-3A17-1FF34733D8EF}" dt="2023-08-22T07:38:45.984" v="139"/>
          <ac:spMkLst>
            <pc:docMk/>
            <pc:sldMk cId="2191441077" sldId="1571"/>
            <ac:spMk id="71" creationId="{9F835A99-04AC-494A-A572-AFE8413CC938}"/>
          </ac:spMkLst>
        </pc:spChg>
        <pc:spChg chg="add del">
          <ac:chgData name="Mr. Sumit Sharma" userId="S::sumitsharma.cse@niet.co.in::0287a0e3-d7f5-4815-a5d5-4670a436bb9e" providerId="AD" clId="Web-{24B6CF88-50E6-AD1E-3A17-1FF34733D8EF}" dt="2023-08-22T07:38:45.984" v="139"/>
          <ac:spMkLst>
            <pc:docMk/>
            <pc:sldMk cId="2191441077" sldId="1571"/>
            <ac:spMk id="73" creationId="{7B786209-1B0B-4CA9-9BDD-F7327066A84D}"/>
          </ac:spMkLst>
        </pc:spChg>
        <pc:spChg chg="add del">
          <ac:chgData name="Mr. Sumit Sharma" userId="S::sumitsharma.cse@niet.co.in::0287a0e3-d7f5-4815-a5d5-4670a436bb9e" providerId="AD" clId="Web-{24B6CF88-50E6-AD1E-3A17-1FF34733D8EF}" dt="2023-08-22T07:38:45.984" v="139"/>
          <ac:spMkLst>
            <pc:docMk/>
            <pc:sldMk cId="2191441077" sldId="1571"/>
            <ac:spMk id="75" creationId="{2D2964BB-484D-45AE-AD66-D407D0629652}"/>
          </ac:spMkLst>
        </pc:spChg>
        <pc:spChg chg="add del">
          <ac:chgData name="Mr. Sumit Sharma" userId="S::sumitsharma.cse@niet.co.in::0287a0e3-d7f5-4815-a5d5-4670a436bb9e" providerId="AD" clId="Web-{24B6CF88-50E6-AD1E-3A17-1FF34733D8EF}" dt="2023-08-22T07:38:45.984" v="139"/>
          <ac:spMkLst>
            <pc:docMk/>
            <pc:sldMk cId="2191441077" sldId="1571"/>
            <ac:spMk id="77" creationId="{6691AC69-A76E-4DAB-B565-468B6B87ACF3}"/>
          </ac:spMkLst>
        </pc:spChg>
      </pc:sldChg>
      <pc:sldChg chg="modSp add replId">
        <pc:chgData name="Mr. Sumit Sharma" userId="S::sumitsharma.cse@niet.co.in::0287a0e3-d7f5-4815-a5d5-4670a436bb9e" providerId="AD" clId="Web-{24B6CF88-50E6-AD1E-3A17-1FF34733D8EF}" dt="2023-08-22T07:39:31.954" v="152" actId="14100"/>
        <pc:sldMkLst>
          <pc:docMk/>
          <pc:sldMk cId="713500298" sldId="1572"/>
        </pc:sldMkLst>
        <pc:spChg chg="mod">
          <ac:chgData name="Mr. Sumit Sharma" userId="S::sumitsharma.cse@niet.co.in::0287a0e3-d7f5-4815-a5d5-4670a436bb9e" providerId="AD" clId="Web-{24B6CF88-50E6-AD1E-3A17-1FF34733D8EF}" dt="2023-08-22T07:39:31.954" v="152" actId="14100"/>
          <ac:spMkLst>
            <pc:docMk/>
            <pc:sldMk cId="713500298" sldId="1572"/>
            <ac:spMk id="3" creationId="{F8CC24E1-E4CB-4555-AAFE-79673E88E287}"/>
          </ac:spMkLst>
        </pc:spChg>
        <pc:spChg chg="mod">
          <ac:chgData name="Mr. Sumit Sharma" userId="S::sumitsharma.cse@niet.co.in::0287a0e3-d7f5-4815-a5d5-4670a436bb9e" providerId="AD" clId="Web-{24B6CF88-50E6-AD1E-3A17-1FF34733D8EF}" dt="2023-08-22T07:39:20.641" v="150" actId="14100"/>
          <ac:spMkLst>
            <pc:docMk/>
            <pc:sldMk cId="713500298" sldId="1572"/>
            <ac:spMk id="7" creationId="{00000000-0000-0000-0000-000000000000}"/>
          </ac:spMkLst>
        </pc:spChg>
      </pc:sldChg>
    </pc:docChg>
  </pc:docChgLst>
  <pc:docChgLst>
    <pc:chgData name="Mr. Sumit Sharma" userId="S::sumitsharma.cse@niet.co.in::0287a0e3-d7f5-4815-a5d5-4670a436bb9e" providerId="AD" clId="Web-{C2DB9CCB-6F58-4AD1-91BC-D5335A6B77D8}"/>
    <pc:docChg chg="modSld">
      <pc:chgData name="Mr. Sumit Sharma" userId="S::sumitsharma.cse@niet.co.in::0287a0e3-d7f5-4815-a5d5-4670a436bb9e" providerId="AD" clId="Web-{C2DB9CCB-6F58-4AD1-91BC-D5335A6B77D8}" dt="2023-08-30T04:12:15.698" v="8" actId="1076"/>
      <pc:docMkLst>
        <pc:docMk/>
      </pc:docMkLst>
      <pc:sldChg chg="modSp">
        <pc:chgData name="Mr. Sumit Sharma" userId="S::sumitsharma.cse@niet.co.in::0287a0e3-d7f5-4815-a5d5-4670a436bb9e" providerId="AD" clId="Web-{C2DB9CCB-6F58-4AD1-91BC-D5335A6B77D8}" dt="2023-08-30T04:10:35.084" v="4" actId="20577"/>
        <pc:sldMkLst>
          <pc:docMk/>
          <pc:sldMk cId="1501446876" sldId="1585"/>
        </pc:sldMkLst>
        <pc:spChg chg="mod">
          <ac:chgData name="Mr. Sumit Sharma" userId="S::sumitsharma.cse@niet.co.in::0287a0e3-d7f5-4815-a5d5-4670a436bb9e" providerId="AD" clId="Web-{C2DB9CCB-6F58-4AD1-91BC-D5335A6B77D8}" dt="2023-08-30T04:10:35.084" v="4" actId="20577"/>
          <ac:spMkLst>
            <pc:docMk/>
            <pc:sldMk cId="1501446876" sldId="1585"/>
            <ac:spMk id="3" creationId="{F8CC24E1-E4CB-4555-AAFE-79673E88E287}"/>
          </ac:spMkLst>
        </pc:spChg>
      </pc:sldChg>
      <pc:sldChg chg="modSp">
        <pc:chgData name="Mr. Sumit Sharma" userId="S::sumitsharma.cse@niet.co.in::0287a0e3-d7f5-4815-a5d5-4670a436bb9e" providerId="AD" clId="Web-{C2DB9CCB-6F58-4AD1-91BC-D5335A6B77D8}" dt="2023-08-30T04:12:15.698" v="8" actId="1076"/>
        <pc:sldMkLst>
          <pc:docMk/>
          <pc:sldMk cId="330888047" sldId="1587"/>
        </pc:sldMkLst>
        <pc:spChg chg="mod">
          <ac:chgData name="Mr. Sumit Sharma" userId="S::sumitsharma.cse@niet.co.in::0287a0e3-d7f5-4815-a5d5-4670a436bb9e" providerId="AD" clId="Web-{C2DB9CCB-6F58-4AD1-91BC-D5335A6B77D8}" dt="2023-08-30T04:12:15.698" v="8" actId="1076"/>
          <ac:spMkLst>
            <pc:docMk/>
            <pc:sldMk cId="330888047" sldId="1587"/>
            <ac:spMk id="3" creationId="{F8CC24E1-E4CB-4555-AAFE-79673E88E287}"/>
          </ac:spMkLst>
        </pc:spChg>
      </pc:sldChg>
    </pc:docChg>
  </pc:docChgLst>
  <pc:docChgLst>
    <pc:chgData name="Mr. Sumit Sharma" userId="S::sumitsharma.cse@niet.co.in::0287a0e3-d7f5-4815-a5d5-4670a436bb9e" providerId="AD" clId="Web-{3F243914-9A1E-DCF7-7E5F-3AE966E6FA10}"/>
    <pc:docChg chg="addSld delSld modSld">
      <pc:chgData name="Mr. Sumit Sharma" userId="S::sumitsharma.cse@niet.co.in::0287a0e3-d7f5-4815-a5d5-4670a436bb9e" providerId="AD" clId="Web-{3F243914-9A1E-DCF7-7E5F-3AE966E6FA10}" dt="2023-09-04T11:07:52.739" v="453" actId="20577"/>
      <pc:docMkLst>
        <pc:docMk/>
      </pc:docMkLst>
      <pc:sldChg chg="del">
        <pc:chgData name="Mr. Sumit Sharma" userId="S::sumitsharma.cse@niet.co.in::0287a0e3-d7f5-4815-a5d5-4670a436bb9e" providerId="AD" clId="Web-{3F243914-9A1E-DCF7-7E5F-3AE966E6FA10}" dt="2023-09-04T11:05:52.049" v="383"/>
        <pc:sldMkLst>
          <pc:docMk/>
          <pc:sldMk cId="3464124454" sldId="1561"/>
        </pc:sldMkLst>
      </pc:sldChg>
      <pc:sldChg chg="modSp">
        <pc:chgData name="Mr. Sumit Sharma" userId="S::sumitsharma.cse@niet.co.in::0287a0e3-d7f5-4815-a5d5-4670a436bb9e" providerId="AD" clId="Web-{3F243914-9A1E-DCF7-7E5F-3AE966E6FA10}" dt="2023-09-04T11:05:27.939" v="380" actId="20577"/>
        <pc:sldMkLst>
          <pc:docMk/>
          <pc:sldMk cId="472746572" sldId="1562"/>
        </pc:sldMkLst>
        <pc:spChg chg="mod">
          <ac:chgData name="Mr. Sumit Sharma" userId="S::sumitsharma.cse@niet.co.in::0287a0e3-d7f5-4815-a5d5-4670a436bb9e" providerId="AD" clId="Web-{3F243914-9A1E-DCF7-7E5F-3AE966E6FA10}" dt="2023-09-04T11:05:27.939" v="380" actId="20577"/>
          <ac:spMkLst>
            <pc:docMk/>
            <pc:sldMk cId="472746572" sldId="1562"/>
            <ac:spMk id="7" creationId="{00000000-0000-0000-0000-000000000000}"/>
          </ac:spMkLst>
        </pc:spChg>
        <pc:graphicFrameChg chg="modGraphic">
          <ac:chgData name="Mr. Sumit Sharma" userId="S::sumitsharma.cse@niet.co.in::0287a0e3-d7f5-4815-a5d5-4670a436bb9e" providerId="AD" clId="Web-{3F243914-9A1E-DCF7-7E5F-3AE966E6FA10}" dt="2023-09-04T10:39:41.415" v="193" actId="20577"/>
          <ac:graphicFrameMkLst>
            <pc:docMk/>
            <pc:sldMk cId="472746572" sldId="1562"/>
            <ac:graphicFrameMk id="11" creationId="{42CF0600-DCB4-95C4-BDCE-24FB1F21F471}"/>
          </ac:graphicFrameMkLst>
        </pc:graphicFrameChg>
      </pc:sldChg>
      <pc:sldChg chg="del">
        <pc:chgData name="Mr. Sumit Sharma" userId="S::sumitsharma.cse@niet.co.in::0287a0e3-d7f5-4815-a5d5-4670a436bb9e" providerId="AD" clId="Web-{3F243914-9A1E-DCF7-7E5F-3AE966E6FA10}" dt="2023-09-04T11:05:53.533" v="384"/>
        <pc:sldMkLst>
          <pc:docMk/>
          <pc:sldMk cId="3443822419" sldId="1563"/>
        </pc:sldMkLst>
      </pc:sldChg>
      <pc:sldChg chg="del">
        <pc:chgData name="Mr. Sumit Sharma" userId="S::sumitsharma.cse@niet.co.in::0287a0e3-d7f5-4815-a5d5-4670a436bb9e" providerId="AD" clId="Web-{3F243914-9A1E-DCF7-7E5F-3AE966E6FA10}" dt="2023-09-04T11:05:54.205" v="385"/>
        <pc:sldMkLst>
          <pc:docMk/>
          <pc:sldMk cId="169948392" sldId="1564"/>
        </pc:sldMkLst>
      </pc:sldChg>
      <pc:sldChg chg="del">
        <pc:chgData name="Mr. Sumit Sharma" userId="S::sumitsharma.cse@niet.co.in::0287a0e3-d7f5-4815-a5d5-4670a436bb9e" providerId="AD" clId="Web-{3F243914-9A1E-DCF7-7E5F-3AE966E6FA10}" dt="2023-09-04T11:05:55.580" v="386"/>
        <pc:sldMkLst>
          <pc:docMk/>
          <pc:sldMk cId="2117730215" sldId="1565"/>
        </pc:sldMkLst>
      </pc:sldChg>
      <pc:sldChg chg="del">
        <pc:chgData name="Mr. Sumit Sharma" userId="S::sumitsharma.cse@niet.co.in::0287a0e3-d7f5-4815-a5d5-4670a436bb9e" providerId="AD" clId="Web-{3F243914-9A1E-DCF7-7E5F-3AE966E6FA10}" dt="2023-09-04T11:05:56.580" v="387"/>
        <pc:sldMkLst>
          <pc:docMk/>
          <pc:sldMk cId="3419601306" sldId="1566"/>
        </pc:sldMkLst>
      </pc:sldChg>
      <pc:sldChg chg="del">
        <pc:chgData name="Mr. Sumit Sharma" userId="S::sumitsharma.cse@niet.co.in::0287a0e3-d7f5-4815-a5d5-4670a436bb9e" providerId="AD" clId="Web-{3F243914-9A1E-DCF7-7E5F-3AE966E6FA10}" dt="2023-09-04T11:05:57.783" v="388"/>
        <pc:sldMkLst>
          <pc:docMk/>
          <pc:sldMk cId="900405711" sldId="1567"/>
        </pc:sldMkLst>
      </pc:sldChg>
      <pc:sldChg chg="del">
        <pc:chgData name="Mr. Sumit Sharma" userId="S::sumitsharma.cse@niet.co.in::0287a0e3-d7f5-4815-a5d5-4670a436bb9e" providerId="AD" clId="Web-{3F243914-9A1E-DCF7-7E5F-3AE966E6FA10}" dt="2023-09-04T11:05:58.893" v="389"/>
        <pc:sldMkLst>
          <pc:docMk/>
          <pc:sldMk cId="1404751568" sldId="1568"/>
        </pc:sldMkLst>
      </pc:sldChg>
      <pc:sldChg chg="del">
        <pc:chgData name="Mr. Sumit Sharma" userId="S::sumitsharma.cse@niet.co.in::0287a0e3-d7f5-4815-a5d5-4670a436bb9e" providerId="AD" clId="Web-{3F243914-9A1E-DCF7-7E5F-3AE966E6FA10}" dt="2023-09-04T11:05:59.705" v="390"/>
        <pc:sldMkLst>
          <pc:docMk/>
          <pc:sldMk cId="1981118964" sldId="1569"/>
        </pc:sldMkLst>
      </pc:sldChg>
      <pc:sldChg chg="del">
        <pc:chgData name="Mr. Sumit Sharma" userId="S::sumitsharma.cse@niet.co.in::0287a0e3-d7f5-4815-a5d5-4670a436bb9e" providerId="AD" clId="Web-{3F243914-9A1E-DCF7-7E5F-3AE966E6FA10}" dt="2023-09-04T11:06:05.143" v="394"/>
        <pc:sldMkLst>
          <pc:docMk/>
          <pc:sldMk cId="2095559441" sldId="1570"/>
        </pc:sldMkLst>
      </pc:sldChg>
      <pc:sldChg chg="del">
        <pc:chgData name="Mr. Sumit Sharma" userId="S::sumitsharma.cse@niet.co.in::0287a0e3-d7f5-4815-a5d5-4670a436bb9e" providerId="AD" clId="Web-{3F243914-9A1E-DCF7-7E5F-3AE966E6FA10}" dt="2023-09-04T11:06:01.252" v="391"/>
        <pc:sldMkLst>
          <pc:docMk/>
          <pc:sldMk cId="2191441077" sldId="1571"/>
        </pc:sldMkLst>
      </pc:sldChg>
      <pc:sldChg chg="del">
        <pc:chgData name="Mr. Sumit Sharma" userId="S::sumitsharma.cse@niet.co.in::0287a0e3-d7f5-4815-a5d5-4670a436bb9e" providerId="AD" clId="Web-{3F243914-9A1E-DCF7-7E5F-3AE966E6FA10}" dt="2023-09-04T11:06:02.987" v="392"/>
        <pc:sldMkLst>
          <pc:docMk/>
          <pc:sldMk cId="713500298" sldId="1572"/>
        </pc:sldMkLst>
      </pc:sldChg>
      <pc:sldChg chg="del">
        <pc:chgData name="Mr. Sumit Sharma" userId="S::sumitsharma.cse@niet.co.in::0287a0e3-d7f5-4815-a5d5-4670a436bb9e" providerId="AD" clId="Web-{3F243914-9A1E-DCF7-7E5F-3AE966E6FA10}" dt="2023-09-04T11:06:03.877" v="393"/>
        <pc:sldMkLst>
          <pc:docMk/>
          <pc:sldMk cId="3804570781" sldId="1573"/>
        </pc:sldMkLst>
      </pc:sldChg>
      <pc:sldChg chg="del">
        <pc:chgData name="Mr. Sumit Sharma" userId="S::sumitsharma.cse@niet.co.in::0287a0e3-d7f5-4815-a5d5-4670a436bb9e" providerId="AD" clId="Web-{3F243914-9A1E-DCF7-7E5F-3AE966E6FA10}" dt="2023-09-04T11:06:06.377" v="395"/>
        <pc:sldMkLst>
          <pc:docMk/>
          <pc:sldMk cId="3739601138" sldId="1574"/>
        </pc:sldMkLst>
      </pc:sldChg>
      <pc:sldChg chg="del">
        <pc:chgData name="Mr. Sumit Sharma" userId="S::sumitsharma.cse@niet.co.in::0287a0e3-d7f5-4815-a5d5-4670a436bb9e" providerId="AD" clId="Web-{3F243914-9A1E-DCF7-7E5F-3AE966E6FA10}" dt="2023-09-04T11:06:07.268" v="396"/>
        <pc:sldMkLst>
          <pc:docMk/>
          <pc:sldMk cId="2718036721" sldId="1575"/>
        </pc:sldMkLst>
      </pc:sldChg>
      <pc:sldChg chg="del">
        <pc:chgData name="Mr. Sumit Sharma" userId="S::sumitsharma.cse@niet.co.in::0287a0e3-d7f5-4815-a5d5-4670a436bb9e" providerId="AD" clId="Web-{3F243914-9A1E-DCF7-7E5F-3AE966E6FA10}" dt="2023-09-04T11:06:07.846" v="397"/>
        <pc:sldMkLst>
          <pc:docMk/>
          <pc:sldMk cId="3848627097" sldId="1576"/>
        </pc:sldMkLst>
      </pc:sldChg>
      <pc:sldChg chg="del">
        <pc:chgData name="Mr. Sumit Sharma" userId="S::sumitsharma.cse@niet.co.in::0287a0e3-d7f5-4815-a5d5-4670a436bb9e" providerId="AD" clId="Web-{3F243914-9A1E-DCF7-7E5F-3AE966E6FA10}" dt="2023-09-04T11:06:08.221" v="398"/>
        <pc:sldMkLst>
          <pc:docMk/>
          <pc:sldMk cId="1492801541" sldId="1577"/>
        </pc:sldMkLst>
      </pc:sldChg>
      <pc:sldChg chg="del">
        <pc:chgData name="Mr. Sumit Sharma" userId="S::sumitsharma.cse@niet.co.in::0287a0e3-d7f5-4815-a5d5-4670a436bb9e" providerId="AD" clId="Web-{3F243914-9A1E-DCF7-7E5F-3AE966E6FA10}" dt="2023-09-04T11:06:08.315" v="399"/>
        <pc:sldMkLst>
          <pc:docMk/>
          <pc:sldMk cId="3238797891" sldId="1578"/>
        </pc:sldMkLst>
      </pc:sldChg>
      <pc:sldChg chg="del">
        <pc:chgData name="Mr. Sumit Sharma" userId="S::sumitsharma.cse@niet.co.in::0287a0e3-d7f5-4815-a5d5-4670a436bb9e" providerId="AD" clId="Web-{3F243914-9A1E-DCF7-7E5F-3AE966E6FA10}" dt="2023-09-04T11:06:09.159" v="400"/>
        <pc:sldMkLst>
          <pc:docMk/>
          <pc:sldMk cId="1196681734" sldId="1579"/>
        </pc:sldMkLst>
      </pc:sldChg>
      <pc:sldChg chg="del">
        <pc:chgData name="Mr. Sumit Sharma" userId="S::sumitsharma.cse@niet.co.in::0287a0e3-d7f5-4815-a5d5-4670a436bb9e" providerId="AD" clId="Web-{3F243914-9A1E-DCF7-7E5F-3AE966E6FA10}" dt="2023-09-04T11:06:09.831" v="401"/>
        <pc:sldMkLst>
          <pc:docMk/>
          <pc:sldMk cId="1080364002" sldId="1580"/>
        </pc:sldMkLst>
      </pc:sldChg>
      <pc:sldChg chg="del">
        <pc:chgData name="Mr. Sumit Sharma" userId="S::sumitsharma.cse@niet.co.in::0287a0e3-d7f5-4815-a5d5-4670a436bb9e" providerId="AD" clId="Web-{3F243914-9A1E-DCF7-7E5F-3AE966E6FA10}" dt="2023-09-04T11:06:10.065" v="402"/>
        <pc:sldMkLst>
          <pc:docMk/>
          <pc:sldMk cId="3382127065" sldId="1581"/>
        </pc:sldMkLst>
      </pc:sldChg>
      <pc:sldChg chg="del">
        <pc:chgData name="Mr. Sumit Sharma" userId="S::sumitsharma.cse@niet.co.in::0287a0e3-d7f5-4815-a5d5-4670a436bb9e" providerId="AD" clId="Web-{3F243914-9A1E-DCF7-7E5F-3AE966E6FA10}" dt="2023-09-04T11:06:10.909" v="403"/>
        <pc:sldMkLst>
          <pc:docMk/>
          <pc:sldMk cId="240637688" sldId="1582"/>
        </pc:sldMkLst>
      </pc:sldChg>
      <pc:sldChg chg="del">
        <pc:chgData name="Mr. Sumit Sharma" userId="S::sumitsharma.cse@niet.co.in::0287a0e3-d7f5-4815-a5d5-4670a436bb9e" providerId="AD" clId="Web-{3F243914-9A1E-DCF7-7E5F-3AE966E6FA10}" dt="2023-09-04T11:06:11.862" v="404"/>
        <pc:sldMkLst>
          <pc:docMk/>
          <pc:sldMk cId="1985676765" sldId="1583"/>
        </pc:sldMkLst>
      </pc:sldChg>
      <pc:sldChg chg="del">
        <pc:chgData name="Mr. Sumit Sharma" userId="S::sumitsharma.cse@niet.co.in::0287a0e3-d7f5-4815-a5d5-4670a436bb9e" providerId="AD" clId="Web-{3F243914-9A1E-DCF7-7E5F-3AE966E6FA10}" dt="2023-09-04T11:06:13.034" v="405"/>
        <pc:sldMkLst>
          <pc:docMk/>
          <pc:sldMk cId="3311729789" sldId="1584"/>
        </pc:sldMkLst>
      </pc:sldChg>
      <pc:sldChg chg="del">
        <pc:chgData name="Mr. Sumit Sharma" userId="S::sumitsharma.cse@niet.co.in::0287a0e3-d7f5-4815-a5d5-4670a436bb9e" providerId="AD" clId="Web-{3F243914-9A1E-DCF7-7E5F-3AE966E6FA10}" dt="2023-09-04T11:06:14.909" v="406"/>
        <pc:sldMkLst>
          <pc:docMk/>
          <pc:sldMk cId="1501446876" sldId="1585"/>
        </pc:sldMkLst>
      </pc:sldChg>
      <pc:sldChg chg="del">
        <pc:chgData name="Mr. Sumit Sharma" userId="S::sumitsharma.cse@niet.co.in::0287a0e3-d7f5-4815-a5d5-4670a436bb9e" providerId="AD" clId="Web-{3F243914-9A1E-DCF7-7E5F-3AE966E6FA10}" dt="2023-09-04T11:06:15.862" v="407"/>
        <pc:sldMkLst>
          <pc:docMk/>
          <pc:sldMk cId="2503656626" sldId="1586"/>
        </pc:sldMkLst>
      </pc:sldChg>
      <pc:sldChg chg="del">
        <pc:chgData name="Mr. Sumit Sharma" userId="S::sumitsharma.cse@niet.co.in::0287a0e3-d7f5-4815-a5d5-4670a436bb9e" providerId="AD" clId="Web-{3F243914-9A1E-DCF7-7E5F-3AE966E6FA10}" dt="2023-09-04T11:06:16.487" v="408"/>
        <pc:sldMkLst>
          <pc:docMk/>
          <pc:sldMk cId="330888047" sldId="1587"/>
        </pc:sldMkLst>
      </pc:sldChg>
      <pc:sldChg chg="del">
        <pc:chgData name="Mr. Sumit Sharma" userId="S::sumitsharma.cse@niet.co.in::0287a0e3-d7f5-4815-a5d5-4670a436bb9e" providerId="AD" clId="Web-{3F243914-9A1E-DCF7-7E5F-3AE966E6FA10}" dt="2023-09-04T11:06:17.081" v="409"/>
        <pc:sldMkLst>
          <pc:docMk/>
          <pc:sldMk cId="1585696966" sldId="1588"/>
        </pc:sldMkLst>
      </pc:sldChg>
      <pc:sldChg chg="del">
        <pc:chgData name="Mr. Sumit Sharma" userId="S::sumitsharma.cse@niet.co.in::0287a0e3-d7f5-4815-a5d5-4670a436bb9e" providerId="AD" clId="Web-{3F243914-9A1E-DCF7-7E5F-3AE966E6FA10}" dt="2023-09-04T11:06:17.862" v="410"/>
        <pc:sldMkLst>
          <pc:docMk/>
          <pc:sldMk cId="1590766498" sldId="1589"/>
        </pc:sldMkLst>
      </pc:sldChg>
      <pc:sldChg chg="del">
        <pc:chgData name="Mr. Sumit Sharma" userId="S::sumitsharma.cse@niet.co.in::0287a0e3-d7f5-4815-a5d5-4670a436bb9e" providerId="AD" clId="Web-{3F243914-9A1E-DCF7-7E5F-3AE966E6FA10}" dt="2023-09-04T11:06:18.643" v="411"/>
        <pc:sldMkLst>
          <pc:docMk/>
          <pc:sldMk cId="672710708" sldId="1590"/>
        </pc:sldMkLst>
      </pc:sldChg>
      <pc:sldChg chg="del">
        <pc:chgData name="Mr. Sumit Sharma" userId="S::sumitsharma.cse@niet.co.in::0287a0e3-d7f5-4815-a5d5-4670a436bb9e" providerId="AD" clId="Web-{3F243914-9A1E-DCF7-7E5F-3AE966E6FA10}" dt="2023-09-04T11:06:19.518" v="412"/>
        <pc:sldMkLst>
          <pc:docMk/>
          <pc:sldMk cId="1061129478" sldId="1591"/>
        </pc:sldMkLst>
      </pc:sldChg>
      <pc:sldChg chg="del">
        <pc:chgData name="Mr. Sumit Sharma" userId="S::sumitsharma.cse@niet.co.in::0287a0e3-d7f5-4815-a5d5-4670a436bb9e" providerId="AD" clId="Web-{3F243914-9A1E-DCF7-7E5F-3AE966E6FA10}" dt="2023-09-04T11:06:19.628" v="413"/>
        <pc:sldMkLst>
          <pc:docMk/>
          <pc:sldMk cId="1962279143" sldId="1592"/>
        </pc:sldMkLst>
      </pc:sldChg>
      <pc:sldChg chg="del">
        <pc:chgData name="Mr. Sumit Sharma" userId="S::sumitsharma.cse@niet.co.in::0287a0e3-d7f5-4815-a5d5-4670a436bb9e" providerId="AD" clId="Web-{3F243914-9A1E-DCF7-7E5F-3AE966E6FA10}" dt="2023-09-04T11:06:20.034" v="414"/>
        <pc:sldMkLst>
          <pc:docMk/>
          <pc:sldMk cId="326434851" sldId="1593"/>
        </pc:sldMkLst>
      </pc:sldChg>
      <pc:sldChg chg="del">
        <pc:chgData name="Mr. Sumit Sharma" userId="S::sumitsharma.cse@niet.co.in::0287a0e3-d7f5-4815-a5d5-4670a436bb9e" providerId="AD" clId="Web-{3F243914-9A1E-DCF7-7E5F-3AE966E6FA10}" dt="2023-09-04T11:06:20.221" v="415"/>
        <pc:sldMkLst>
          <pc:docMk/>
          <pc:sldMk cId="3257631459" sldId="1594"/>
        </pc:sldMkLst>
      </pc:sldChg>
      <pc:sldChg chg="del">
        <pc:chgData name="Mr. Sumit Sharma" userId="S::sumitsharma.cse@niet.co.in::0287a0e3-d7f5-4815-a5d5-4670a436bb9e" providerId="AD" clId="Web-{3F243914-9A1E-DCF7-7E5F-3AE966E6FA10}" dt="2023-09-04T11:06:20.690" v="416"/>
        <pc:sldMkLst>
          <pc:docMk/>
          <pc:sldMk cId="2120114595" sldId="1595"/>
        </pc:sldMkLst>
      </pc:sldChg>
      <pc:sldChg chg="del">
        <pc:chgData name="Mr. Sumit Sharma" userId="S::sumitsharma.cse@niet.co.in::0287a0e3-d7f5-4815-a5d5-4670a436bb9e" providerId="AD" clId="Web-{3F243914-9A1E-DCF7-7E5F-3AE966E6FA10}" dt="2023-09-04T11:06:20.878" v="417"/>
        <pc:sldMkLst>
          <pc:docMk/>
          <pc:sldMk cId="402774072" sldId="1596"/>
        </pc:sldMkLst>
      </pc:sldChg>
      <pc:sldChg chg="del">
        <pc:chgData name="Mr. Sumit Sharma" userId="S::sumitsharma.cse@niet.co.in::0287a0e3-d7f5-4815-a5d5-4670a436bb9e" providerId="AD" clId="Web-{3F243914-9A1E-DCF7-7E5F-3AE966E6FA10}" dt="2023-09-04T11:06:21.768" v="418"/>
        <pc:sldMkLst>
          <pc:docMk/>
          <pc:sldMk cId="333784858" sldId="1597"/>
        </pc:sldMkLst>
      </pc:sldChg>
      <pc:sldChg chg="add del">
        <pc:chgData name="Mr. Sumit Sharma" userId="S::sumitsharma.cse@niet.co.in::0287a0e3-d7f5-4815-a5d5-4670a436bb9e" providerId="AD" clId="Web-{3F243914-9A1E-DCF7-7E5F-3AE966E6FA10}" dt="2023-09-04T11:06:34.472" v="425"/>
        <pc:sldMkLst>
          <pc:docMk/>
          <pc:sldMk cId="3283346478" sldId="1598"/>
        </pc:sldMkLst>
      </pc:sldChg>
      <pc:sldChg chg="del">
        <pc:chgData name="Mr. Sumit Sharma" userId="S::sumitsharma.cse@niet.co.in::0287a0e3-d7f5-4815-a5d5-4670a436bb9e" providerId="AD" clId="Web-{3F243914-9A1E-DCF7-7E5F-3AE966E6FA10}" dt="2023-09-04T11:06:35.722" v="426"/>
        <pc:sldMkLst>
          <pc:docMk/>
          <pc:sldMk cId="2149703403" sldId="1599"/>
        </pc:sldMkLst>
      </pc:sldChg>
      <pc:sldChg chg="del">
        <pc:chgData name="Mr. Sumit Sharma" userId="S::sumitsharma.cse@niet.co.in::0287a0e3-d7f5-4815-a5d5-4670a436bb9e" providerId="AD" clId="Web-{3F243914-9A1E-DCF7-7E5F-3AE966E6FA10}" dt="2023-09-04T11:06:36.831" v="427"/>
        <pc:sldMkLst>
          <pc:docMk/>
          <pc:sldMk cId="2382672243" sldId="1600"/>
        </pc:sldMkLst>
      </pc:sldChg>
      <pc:sldChg chg="modSp add replId">
        <pc:chgData name="Mr. Sumit Sharma" userId="S::sumitsharma.cse@niet.co.in::0287a0e3-d7f5-4815-a5d5-4670a436bb9e" providerId="AD" clId="Web-{3F243914-9A1E-DCF7-7E5F-3AE966E6FA10}" dt="2023-09-04T10:35:05.361" v="16" actId="20577"/>
        <pc:sldMkLst>
          <pc:docMk/>
          <pc:sldMk cId="560792800" sldId="1601"/>
        </pc:sldMkLst>
        <pc:spChg chg="mod">
          <ac:chgData name="Mr. Sumit Sharma" userId="S::sumitsharma.cse@niet.co.in::0287a0e3-d7f5-4815-a5d5-4670a436bb9e" providerId="AD" clId="Web-{3F243914-9A1E-DCF7-7E5F-3AE966E6FA10}" dt="2023-09-04T10:34:16.782" v="11" actId="20577"/>
          <ac:spMkLst>
            <pc:docMk/>
            <pc:sldMk cId="560792800" sldId="1601"/>
            <ac:spMk id="7" creationId="{00000000-0000-0000-0000-000000000000}"/>
          </ac:spMkLst>
        </pc:spChg>
        <pc:graphicFrameChg chg="modGraphic">
          <ac:chgData name="Mr. Sumit Sharma" userId="S::sumitsharma.cse@niet.co.in::0287a0e3-d7f5-4815-a5d5-4670a436bb9e" providerId="AD" clId="Web-{3F243914-9A1E-DCF7-7E5F-3AE966E6FA10}" dt="2023-09-04T10:35:05.361" v="16" actId="20577"/>
          <ac:graphicFrameMkLst>
            <pc:docMk/>
            <pc:sldMk cId="560792800" sldId="1601"/>
            <ac:graphicFrameMk id="28" creationId="{7911BCD3-FD89-BC16-4A6F-1F614AC172FE}"/>
          </ac:graphicFrameMkLst>
        </pc:graphicFrameChg>
      </pc:sldChg>
      <pc:sldChg chg="modSp add replId">
        <pc:chgData name="Mr. Sumit Sharma" userId="S::sumitsharma.cse@niet.co.in::0287a0e3-d7f5-4815-a5d5-4670a436bb9e" providerId="AD" clId="Web-{3F243914-9A1E-DCF7-7E5F-3AE966E6FA10}" dt="2023-09-04T10:37:19.099" v="163" actId="20577"/>
        <pc:sldMkLst>
          <pc:docMk/>
          <pc:sldMk cId="1147002948" sldId="1602"/>
        </pc:sldMkLst>
        <pc:spChg chg="mod">
          <ac:chgData name="Mr. Sumit Sharma" userId="S::sumitsharma.cse@niet.co.in::0287a0e3-d7f5-4815-a5d5-4670a436bb9e" providerId="AD" clId="Web-{3F243914-9A1E-DCF7-7E5F-3AE966E6FA10}" dt="2023-09-04T10:35:37.159" v="50" actId="20577"/>
          <ac:spMkLst>
            <pc:docMk/>
            <pc:sldMk cId="1147002948" sldId="1602"/>
            <ac:spMk id="7" creationId="{00000000-0000-0000-0000-000000000000}"/>
          </ac:spMkLst>
        </pc:spChg>
        <pc:graphicFrameChg chg="modGraphic">
          <ac:chgData name="Mr. Sumit Sharma" userId="S::sumitsharma.cse@niet.co.in::0287a0e3-d7f5-4815-a5d5-4670a436bb9e" providerId="AD" clId="Web-{3F243914-9A1E-DCF7-7E5F-3AE966E6FA10}" dt="2023-09-04T10:37:19.099" v="163" actId="20577"/>
          <ac:graphicFrameMkLst>
            <pc:docMk/>
            <pc:sldMk cId="1147002948" sldId="1602"/>
            <ac:graphicFrameMk id="28" creationId="{7911BCD3-FD89-BC16-4A6F-1F614AC172FE}"/>
          </ac:graphicFrameMkLst>
        </pc:graphicFrameChg>
      </pc:sldChg>
      <pc:sldChg chg="addSp delSp modSp add del replId">
        <pc:chgData name="Mr. Sumit Sharma" userId="S::sumitsharma.cse@niet.co.in::0287a0e3-d7f5-4815-a5d5-4670a436bb9e" providerId="AD" clId="Web-{3F243914-9A1E-DCF7-7E5F-3AE966E6FA10}" dt="2023-09-04T11:06:26.097" v="422"/>
        <pc:sldMkLst>
          <pc:docMk/>
          <pc:sldMk cId="2762524818" sldId="1603"/>
        </pc:sldMkLst>
        <pc:spChg chg="mod">
          <ac:chgData name="Mr. Sumit Sharma" userId="S::sumitsharma.cse@niet.co.in::0287a0e3-d7f5-4815-a5d5-4670a436bb9e" providerId="AD" clId="Web-{3F243914-9A1E-DCF7-7E5F-3AE966E6FA10}" dt="2023-09-04T11:05:33.752" v="382" actId="20577"/>
          <ac:spMkLst>
            <pc:docMk/>
            <pc:sldMk cId="2762524818" sldId="1603"/>
            <ac:spMk id="7" creationId="{00000000-0000-0000-0000-000000000000}"/>
          </ac:spMkLst>
        </pc:spChg>
        <pc:spChg chg="add del mod">
          <ac:chgData name="Mr. Sumit Sharma" userId="S::sumitsharma.cse@niet.co.in::0287a0e3-d7f5-4815-a5d5-4670a436bb9e" providerId="AD" clId="Web-{3F243914-9A1E-DCF7-7E5F-3AE966E6FA10}" dt="2023-09-04T10:55:49.581" v="296"/>
          <ac:spMkLst>
            <pc:docMk/>
            <pc:sldMk cId="2762524818" sldId="1603"/>
            <ac:spMk id="179" creationId="{C44FB3B7-FC67-29DA-A43F-DEDD35CF5D15}"/>
          </ac:spMkLst>
        </pc:spChg>
        <pc:spChg chg="add del mod">
          <ac:chgData name="Mr. Sumit Sharma" userId="S::sumitsharma.cse@niet.co.in::0287a0e3-d7f5-4815-a5d5-4670a436bb9e" providerId="AD" clId="Web-{3F243914-9A1E-DCF7-7E5F-3AE966E6FA10}" dt="2023-09-04T10:56:07.222" v="299"/>
          <ac:spMkLst>
            <pc:docMk/>
            <pc:sldMk cId="2762524818" sldId="1603"/>
            <ac:spMk id="180" creationId="{5AD8ACCE-1A42-2294-321B-0ABD38C4F0FE}"/>
          </ac:spMkLst>
        </pc:spChg>
        <pc:spChg chg="add mod">
          <ac:chgData name="Mr. Sumit Sharma" userId="S::sumitsharma.cse@niet.co.in::0287a0e3-d7f5-4815-a5d5-4670a436bb9e" providerId="AD" clId="Web-{3F243914-9A1E-DCF7-7E5F-3AE966E6FA10}" dt="2023-09-04T11:05:15.267" v="378" actId="20577"/>
          <ac:spMkLst>
            <pc:docMk/>
            <pc:sldMk cId="2762524818" sldId="1603"/>
            <ac:spMk id="182" creationId="{FDC1A734-1528-FC7A-7C7C-B49C8922968A}"/>
          </ac:spMkLst>
        </pc:spChg>
        <pc:graphicFrameChg chg="del mod modGraphic">
          <ac:chgData name="Mr. Sumit Sharma" userId="S::sumitsharma.cse@niet.co.in::0287a0e3-d7f5-4815-a5d5-4670a436bb9e" providerId="AD" clId="Web-{3F243914-9A1E-DCF7-7E5F-3AE966E6FA10}" dt="2023-09-04T10:55:44.784" v="295"/>
          <ac:graphicFrameMkLst>
            <pc:docMk/>
            <pc:sldMk cId="2762524818" sldId="1603"/>
            <ac:graphicFrameMk id="11" creationId="{42CF0600-DCB4-95C4-BDCE-24FB1F21F471}"/>
          </ac:graphicFrameMkLst>
        </pc:graphicFrameChg>
      </pc:sldChg>
      <pc:sldChg chg="modSp add del replId">
        <pc:chgData name="Mr. Sumit Sharma" userId="S::sumitsharma.cse@niet.co.in::0287a0e3-d7f5-4815-a5d5-4670a436bb9e" providerId="AD" clId="Web-{3F243914-9A1E-DCF7-7E5F-3AE966E6FA10}" dt="2023-09-04T11:06:28.269" v="423"/>
        <pc:sldMkLst>
          <pc:docMk/>
          <pc:sldMk cId="770435180" sldId="1604"/>
        </pc:sldMkLst>
        <pc:spChg chg="mod">
          <ac:chgData name="Mr. Sumit Sharma" userId="S::sumitsharma.cse@niet.co.in::0287a0e3-d7f5-4815-a5d5-4670a436bb9e" providerId="AD" clId="Web-{3F243914-9A1E-DCF7-7E5F-3AE966E6FA10}" dt="2023-09-04T11:04:17.812" v="372" actId="20577"/>
          <ac:spMkLst>
            <pc:docMk/>
            <pc:sldMk cId="770435180" sldId="1604"/>
            <ac:spMk id="7" creationId="{00000000-0000-0000-0000-000000000000}"/>
          </ac:spMkLst>
        </pc:spChg>
        <pc:spChg chg="mod">
          <ac:chgData name="Mr. Sumit Sharma" userId="S::sumitsharma.cse@niet.co.in::0287a0e3-d7f5-4815-a5d5-4670a436bb9e" providerId="AD" clId="Web-{3F243914-9A1E-DCF7-7E5F-3AE966E6FA10}" dt="2023-09-04T11:05:05.516" v="376" actId="20577"/>
          <ac:spMkLst>
            <pc:docMk/>
            <pc:sldMk cId="770435180" sldId="1604"/>
            <ac:spMk id="182" creationId="{FDC1A734-1528-FC7A-7C7C-B49C8922968A}"/>
          </ac:spMkLst>
        </pc:spChg>
      </pc:sldChg>
      <pc:sldChg chg="modSp add replId">
        <pc:chgData name="Mr. Sumit Sharma" userId="S::sumitsharma.cse@niet.co.in::0287a0e3-d7f5-4815-a5d5-4670a436bb9e" providerId="AD" clId="Web-{3F243914-9A1E-DCF7-7E5F-3AE966E6FA10}" dt="2023-09-04T11:07:52.739" v="453" actId="20577"/>
        <pc:sldMkLst>
          <pc:docMk/>
          <pc:sldMk cId="3501026821" sldId="1605"/>
        </pc:sldMkLst>
        <pc:spChg chg="mod">
          <ac:chgData name="Mr. Sumit Sharma" userId="S::sumitsharma.cse@niet.co.in::0287a0e3-d7f5-4815-a5d5-4670a436bb9e" providerId="AD" clId="Web-{3F243914-9A1E-DCF7-7E5F-3AE966E6FA10}" dt="2023-09-04T11:07:16.489" v="450" actId="20577"/>
          <ac:spMkLst>
            <pc:docMk/>
            <pc:sldMk cId="3501026821" sldId="1605"/>
            <ac:spMk id="7" creationId="{00000000-0000-0000-0000-000000000000}"/>
          </ac:spMkLst>
        </pc:spChg>
        <pc:spChg chg="mod">
          <ac:chgData name="Mr. Sumit Sharma" userId="S::sumitsharma.cse@niet.co.in::0287a0e3-d7f5-4815-a5d5-4670a436bb9e" providerId="AD" clId="Web-{3F243914-9A1E-DCF7-7E5F-3AE966E6FA10}" dt="2023-09-04T11:07:52.739" v="453" actId="20577"/>
          <ac:spMkLst>
            <pc:docMk/>
            <pc:sldMk cId="3501026821" sldId="1605"/>
            <ac:spMk id="182" creationId="{FDC1A734-1528-FC7A-7C7C-B49C8922968A}"/>
          </ac:spMkLst>
        </pc:spChg>
      </pc:sldChg>
    </pc:docChg>
  </pc:docChgLst>
  <pc:docChgLst>
    <pc:chgData name="Mr. Sumit Sharma" userId="S::sumitsharma.cse@niet.co.in::0287a0e3-d7f5-4815-a5d5-4670a436bb9e" providerId="AD" clId="Web-{DF2D1929-F79C-41FA-B4AC-6567ADE46609}"/>
    <pc:docChg chg="addSld modSld">
      <pc:chgData name="Mr. Sumit Sharma" userId="S::sumitsharma.cse@niet.co.in::0287a0e3-d7f5-4815-a5d5-4670a436bb9e" providerId="AD" clId="Web-{DF2D1929-F79C-41FA-B4AC-6567ADE46609}" dt="2023-10-08T14:35:32.043" v="251" actId="20577"/>
      <pc:docMkLst>
        <pc:docMk/>
      </pc:docMkLst>
      <pc:sldChg chg="modSp">
        <pc:chgData name="Mr. Sumit Sharma" userId="S::sumitsharma.cse@niet.co.in::0287a0e3-d7f5-4815-a5d5-4670a436bb9e" providerId="AD" clId="Web-{DF2D1929-F79C-41FA-B4AC-6567ADE46609}" dt="2023-10-08T14:34:02.369" v="233" actId="20577"/>
        <pc:sldMkLst>
          <pc:docMk/>
          <pc:sldMk cId="2751998733" sldId="1606"/>
        </pc:sldMkLst>
        <pc:spChg chg="mod">
          <ac:chgData name="Mr. Sumit Sharma" userId="S::sumitsharma.cse@niet.co.in::0287a0e3-d7f5-4815-a5d5-4670a436bb9e" providerId="AD" clId="Web-{DF2D1929-F79C-41FA-B4AC-6567ADE46609}" dt="2023-10-08T14:34:02.369" v="233" actId="20577"/>
          <ac:spMkLst>
            <pc:docMk/>
            <pc:sldMk cId="2751998733" sldId="1606"/>
            <ac:spMk id="7" creationId="{00000000-0000-0000-0000-000000000000}"/>
          </ac:spMkLst>
        </pc:spChg>
      </pc:sldChg>
      <pc:sldChg chg="modSp">
        <pc:chgData name="Mr. Sumit Sharma" userId="S::sumitsharma.cse@niet.co.in::0287a0e3-d7f5-4815-a5d5-4670a436bb9e" providerId="AD" clId="Web-{DF2D1929-F79C-41FA-B4AC-6567ADE46609}" dt="2023-10-08T14:34:08.228" v="234" actId="20577"/>
        <pc:sldMkLst>
          <pc:docMk/>
          <pc:sldMk cId="3918951085" sldId="1607"/>
        </pc:sldMkLst>
        <pc:spChg chg="mod">
          <ac:chgData name="Mr. Sumit Sharma" userId="S::sumitsharma.cse@niet.co.in::0287a0e3-d7f5-4815-a5d5-4670a436bb9e" providerId="AD" clId="Web-{DF2D1929-F79C-41FA-B4AC-6567ADE46609}" dt="2023-10-08T14:34:08.228" v="234" actId="20577"/>
          <ac:spMkLst>
            <pc:docMk/>
            <pc:sldMk cId="3918951085" sldId="1607"/>
            <ac:spMk id="7" creationId="{00000000-0000-0000-0000-000000000000}"/>
          </ac:spMkLst>
        </pc:spChg>
        <pc:spChg chg="mod">
          <ac:chgData name="Mr. Sumit Sharma" userId="S::sumitsharma.cse@niet.co.in::0287a0e3-d7f5-4815-a5d5-4670a436bb9e" providerId="AD" clId="Web-{DF2D1929-F79C-41FA-B4AC-6567ADE46609}" dt="2023-10-08T14:23:56.333" v="103" actId="20577"/>
          <ac:spMkLst>
            <pc:docMk/>
            <pc:sldMk cId="3918951085" sldId="1607"/>
            <ac:spMk id="182" creationId="{FDC1A734-1528-FC7A-7C7C-B49C8922968A}"/>
          </ac:spMkLst>
        </pc:spChg>
      </pc:sldChg>
      <pc:sldChg chg="modSp">
        <pc:chgData name="Mr. Sumit Sharma" userId="S::sumitsharma.cse@niet.co.in::0287a0e3-d7f5-4815-a5d5-4670a436bb9e" providerId="AD" clId="Web-{DF2D1929-F79C-41FA-B4AC-6567ADE46609}" dt="2023-10-08T14:34:13.510" v="235" actId="20577"/>
        <pc:sldMkLst>
          <pc:docMk/>
          <pc:sldMk cId="1151873637" sldId="1609"/>
        </pc:sldMkLst>
        <pc:spChg chg="mod">
          <ac:chgData name="Mr. Sumit Sharma" userId="S::sumitsharma.cse@niet.co.in::0287a0e3-d7f5-4815-a5d5-4670a436bb9e" providerId="AD" clId="Web-{DF2D1929-F79C-41FA-B4AC-6567ADE46609}" dt="2023-10-08T14:34:13.510" v="235" actId="20577"/>
          <ac:spMkLst>
            <pc:docMk/>
            <pc:sldMk cId="1151873637" sldId="1609"/>
            <ac:spMk id="7" creationId="{00000000-0000-0000-0000-000000000000}"/>
          </ac:spMkLst>
        </pc:spChg>
        <pc:spChg chg="mod">
          <ac:chgData name="Mr. Sumit Sharma" userId="S::sumitsharma.cse@niet.co.in::0287a0e3-d7f5-4815-a5d5-4670a436bb9e" providerId="AD" clId="Web-{DF2D1929-F79C-41FA-B4AC-6567ADE46609}" dt="2023-10-08T14:20:34.249" v="62" actId="20577"/>
          <ac:spMkLst>
            <pc:docMk/>
            <pc:sldMk cId="1151873637" sldId="1609"/>
            <ac:spMk id="182" creationId="{FDC1A734-1528-FC7A-7C7C-B49C8922968A}"/>
          </ac:spMkLst>
        </pc:spChg>
      </pc:sldChg>
      <pc:sldChg chg="modSp add replId">
        <pc:chgData name="Mr. Sumit Sharma" userId="S::sumitsharma.cse@niet.co.in::0287a0e3-d7f5-4815-a5d5-4670a436bb9e" providerId="AD" clId="Web-{DF2D1929-F79C-41FA-B4AC-6567ADE46609}" dt="2023-10-08T14:34:19.275" v="237" actId="20577"/>
        <pc:sldMkLst>
          <pc:docMk/>
          <pc:sldMk cId="2635927417" sldId="1610"/>
        </pc:sldMkLst>
        <pc:spChg chg="mod">
          <ac:chgData name="Mr. Sumit Sharma" userId="S::sumitsharma.cse@niet.co.in::0287a0e3-d7f5-4815-a5d5-4670a436bb9e" providerId="AD" clId="Web-{DF2D1929-F79C-41FA-B4AC-6567ADE46609}" dt="2023-10-08T14:34:19.275" v="237" actId="20577"/>
          <ac:spMkLst>
            <pc:docMk/>
            <pc:sldMk cId="2635927417" sldId="1610"/>
            <ac:spMk id="7" creationId="{00000000-0000-0000-0000-000000000000}"/>
          </ac:spMkLst>
        </pc:spChg>
        <pc:spChg chg="mod">
          <ac:chgData name="Mr. Sumit Sharma" userId="S::sumitsharma.cse@niet.co.in::0287a0e3-d7f5-4815-a5d5-4670a436bb9e" providerId="AD" clId="Web-{DF2D1929-F79C-41FA-B4AC-6567ADE46609}" dt="2023-10-08T14:21:39.001" v="81" actId="20577"/>
          <ac:spMkLst>
            <pc:docMk/>
            <pc:sldMk cId="2635927417" sldId="1610"/>
            <ac:spMk id="182" creationId="{FDC1A734-1528-FC7A-7C7C-B49C8922968A}"/>
          </ac:spMkLst>
        </pc:spChg>
      </pc:sldChg>
      <pc:sldChg chg="modSp add replId">
        <pc:chgData name="Mr. Sumit Sharma" userId="S::sumitsharma.cse@niet.co.in::0287a0e3-d7f5-4815-a5d5-4670a436bb9e" providerId="AD" clId="Web-{DF2D1929-F79C-41FA-B4AC-6567ADE46609}" dt="2023-10-08T14:18:41.183" v="33" actId="20577"/>
        <pc:sldMkLst>
          <pc:docMk/>
          <pc:sldMk cId="4019433931" sldId="1611"/>
        </pc:sldMkLst>
        <pc:spChg chg="mod">
          <ac:chgData name="Mr. Sumit Sharma" userId="S::sumitsharma.cse@niet.co.in::0287a0e3-d7f5-4815-a5d5-4670a436bb9e" providerId="AD" clId="Web-{DF2D1929-F79C-41FA-B4AC-6567ADE46609}" dt="2023-10-08T14:18:07.291" v="28" actId="20577"/>
          <ac:spMkLst>
            <pc:docMk/>
            <pc:sldMk cId="4019433931" sldId="1611"/>
            <ac:spMk id="7" creationId="{00000000-0000-0000-0000-000000000000}"/>
          </ac:spMkLst>
        </pc:spChg>
        <pc:graphicFrameChg chg="modGraphic">
          <ac:chgData name="Mr. Sumit Sharma" userId="S::sumitsharma.cse@niet.co.in::0287a0e3-d7f5-4815-a5d5-4670a436bb9e" providerId="AD" clId="Web-{DF2D1929-F79C-41FA-B4AC-6567ADE46609}" dt="2023-10-08T14:18:41.183" v="33" actId="20577"/>
          <ac:graphicFrameMkLst>
            <pc:docMk/>
            <pc:sldMk cId="4019433931" sldId="1611"/>
            <ac:graphicFrameMk id="189" creationId="{EAEE85EF-0E78-BC41-6940-948F160FCB8D}"/>
          </ac:graphicFrameMkLst>
        </pc:graphicFrameChg>
      </pc:sldChg>
      <pc:sldChg chg="modSp add replId">
        <pc:chgData name="Mr. Sumit Sharma" userId="S::sumitsharma.cse@niet.co.in::0287a0e3-d7f5-4815-a5d5-4670a436bb9e" providerId="AD" clId="Web-{DF2D1929-F79C-41FA-B4AC-6567ADE46609}" dt="2023-10-08T14:34:22.447" v="239" actId="20577"/>
        <pc:sldMkLst>
          <pc:docMk/>
          <pc:sldMk cId="3577719269" sldId="1612"/>
        </pc:sldMkLst>
        <pc:spChg chg="mod">
          <ac:chgData name="Mr. Sumit Sharma" userId="S::sumitsharma.cse@niet.co.in::0287a0e3-d7f5-4815-a5d5-4670a436bb9e" providerId="AD" clId="Web-{DF2D1929-F79C-41FA-B4AC-6567ADE46609}" dt="2023-10-08T14:34:22.447" v="239" actId="20577"/>
          <ac:spMkLst>
            <pc:docMk/>
            <pc:sldMk cId="3577719269" sldId="1612"/>
            <ac:spMk id="7" creationId="{00000000-0000-0000-0000-000000000000}"/>
          </ac:spMkLst>
        </pc:spChg>
        <pc:spChg chg="mod">
          <ac:chgData name="Mr. Sumit Sharma" userId="S::sumitsharma.cse@niet.co.in::0287a0e3-d7f5-4815-a5d5-4670a436bb9e" providerId="AD" clId="Web-{DF2D1929-F79C-41FA-B4AC-6567ADE46609}" dt="2023-10-08T14:24:02.865" v="104" actId="20577"/>
          <ac:spMkLst>
            <pc:docMk/>
            <pc:sldMk cId="3577719269" sldId="1612"/>
            <ac:spMk id="182" creationId="{FDC1A734-1528-FC7A-7C7C-B49C8922968A}"/>
          </ac:spMkLst>
        </pc:spChg>
      </pc:sldChg>
      <pc:sldChg chg="addSp delSp modSp add replId">
        <pc:chgData name="Mr. Sumit Sharma" userId="S::sumitsharma.cse@niet.co.in::0287a0e3-d7f5-4815-a5d5-4670a436bb9e" providerId="AD" clId="Web-{DF2D1929-F79C-41FA-B4AC-6567ADE46609}" dt="2023-10-08T14:29:36.063" v="167" actId="20577"/>
        <pc:sldMkLst>
          <pc:docMk/>
          <pc:sldMk cId="2100361432" sldId="1613"/>
        </pc:sldMkLst>
        <pc:spChg chg="mod">
          <ac:chgData name="Mr. Sumit Sharma" userId="S::sumitsharma.cse@niet.co.in::0287a0e3-d7f5-4815-a5d5-4670a436bb9e" providerId="AD" clId="Web-{DF2D1929-F79C-41FA-B4AC-6567ADE46609}" dt="2023-10-08T14:25:17.664" v="115"/>
          <ac:spMkLst>
            <pc:docMk/>
            <pc:sldMk cId="2100361432" sldId="1613"/>
            <ac:spMk id="6" creationId="{00000000-0000-0000-0000-000000000000}"/>
          </ac:spMkLst>
        </pc:spChg>
        <pc:spChg chg="mod">
          <ac:chgData name="Mr. Sumit Sharma" userId="S::sumitsharma.cse@niet.co.in::0287a0e3-d7f5-4815-a5d5-4670a436bb9e" providerId="AD" clId="Web-{DF2D1929-F79C-41FA-B4AC-6567ADE46609}" dt="2023-10-08T14:29:36.063" v="167" actId="20577"/>
          <ac:spMkLst>
            <pc:docMk/>
            <pc:sldMk cId="2100361432" sldId="1613"/>
            <ac:spMk id="7" creationId="{00000000-0000-0000-0000-000000000000}"/>
          </ac:spMkLst>
        </pc:spChg>
        <pc:spChg chg="add del">
          <ac:chgData name="Mr. Sumit Sharma" userId="S::sumitsharma.cse@niet.co.in::0287a0e3-d7f5-4815-a5d5-4670a436bb9e" providerId="AD" clId="Web-{DF2D1929-F79C-41FA-B4AC-6567ADE46609}" dt="2023-10-08T14:25:17.664" v="115"/>
          <ac:spMkLst>
            <pc:docMk/>
            <pc:sldMk cId="2100361432" sldId="1613"/>
            <ac:spMk id="185" creationId="{53B021B3-DE93-4AB7-8A18-CF5F1CED88B8}"/>
          </ac:spMkLst>
        </pc:spChg>
        <pc:spChg chg="add del">
          <ac:chgData name="Mr. Sumit Sharma" userId="S::sumitsharma.cse@niet.co.in::0287a0e3-d7f5-4815-a5d5-4670a436bb9e" providerId="AD" clId="Web-{DF2D1929-F79C-41FA-B4AC-6567ADE46609}" dt="2023-10-08T14:25:17.664" v="115"/>
          <ac:spMkLst>
            <pc:docMk/>
            <pc:sldMk cId="2100361432" sldId="1613"/>
            <ac:spMk id="186" creationId="{52D502E5-F6B4-4D58-B4AE-FC466FF15EE8}"/>
          </ac:spMkLst>
        </pc:spChg>
        <pc:spChg chg="add del">
          <ac:chgData name="Mr. Sumit Sharma" userId="S::sumitsharma.cse@niet.co.in::0287a0e3-d7f5-4815-a5d5-4670a436bb9e" providerId="AD" clId="Web-{DF2D1929-F79C-41FA-B4AC-6567ADE46609}" dt="2023-10-08T14:25:17.664" v="115"/>
          <ac:spMkLst>
            <pc:docMk/>
            <pc:sldMk cId="2100361432" sldId="1613"/>
            <ac:spMk id="187" creationId="{9DECDBF4-02B6-4BB4-B65B-B8107AD6A9E8}"/>
          </ac:spMkLst>
        </pc:spChg>
        <pc:spChg chg="add del">
          <ac:chgData name="Mr. Sumit Sharma" userId="S::sumitsharma.cse@niet.co.in::0287a0e3-d7f5-4815-a5d5-4670a436bb9e" providerId="AD" clId="Web-{DF2D1929-F79C-41FA-B4AC-6567ADE46609}" dt="2023-10-08T14:25:17.648" v="114"/>
          <ac:spMkLst>
            <pc:docMk/>
            <pc:sldMk cId="2100361432" sldId="1613"/>
            <ac:spMk id="194" creationId="{AE2B703B-46F9-481A-A605-82E2A828C4FA}"/>
          </ac:spMkLst>
        </pc:spChg>
        <pc:spChg chg="add del">
          <ac:chgData name="Mr. Sumit Sharma" userId="S::sumitsharma.cse@niet.co.in::0287a0e3-d7f5-4815-a5d5-4670a436bb9e" providerId="AD" clId="Web-{DF2D1929-F79C-41FA-B4AC-6567ADE46609}" dt="2023-10-08T14:25:17.648" v="114"/>
          <ac:spMkLst>
            <pc:docMk/>
            <pc:sldMk cId="2100361432" sldId="1613"/>
            <ac:spMk id="196" creationId="{F13BE4D7-0C3D-4906-B230-A1C5B4665CCF}"/>
          </ac:spMkLst>
        </pc:spChg>
        <pc:spChg chg="add">
          <ac:chgData name="Mr. Sumit Sharma" userId="S::sumitsharma.cse@niet.co.in::0287a0e3-d7f5-4815-a5d5-4670a436bb9e" providerId="AD" clId="Web-{DF2D1929-F79C-41FA-B4AC-6567ADE46609}" dt="2023-10-08T14:25:17.664" v="115"/>
          <ac:spMkLst>
            <pc:docMk/>
            <pc:sldMk cId="2100361432" sldId="1613"/>
            <ac:spMk id="198" creationId="{6C4028FD-8BAA-4A19-BFDE-594D991B7552}"/>
          </ac:spMkLst>
        </pc:spChg>
        <pc:graphicFrameChg chg="mod modGraphic">
          <ac:chgData name="Mr. Sumit Sharma" userId="S::sumitsharma.cse@niet.co.in::0287a0e3-d7f5-4815-a5d5-4670a436bb9e" providerId="AD" clId="Web-{DF2D1929-F79C-41FA-B4AC-6567ADE46609}" dt="2023-10-08T14:25:17.664" v="115"/>
          <ac:graphicFrameMkLst>
            <pc:docMk/>
            <pc:sldMk cId="2100361432" sldId="1613"/>
            <ac:graphicFrameMk id="189" creationId="{EAEE85EF-0E78-BC41-6940-948F160FCB8D}"/>
          </ac:graphicFrameMkLst>
        </pc:graphicFrameChg>
      </pc:sldChg>
      <pc:sldChg chg="modSp add replId">
        <pc:chgData name="Mr. Sumit Sharma" userId="S::sumitsharma.cse@niet.co.in::0287a0e3-d7f5-4815-a5d5-4670a436bb9e" providerId="AD" clId="Web-{DF2D1929-F79C-41FA-B4AC-6567ADE46609}" dt="2023-10-08T14:34:32.401" v="241" actId="20577"/>
        <pc:sldMkLst>
          <pc:docMk/>
          <pc:sldMk cId="195056096" sldId="1614"/>
        </pc:sldMkLst>
        <pc:spChg chg="mod">
          <ac:chgData name="Mr. Sumit Sharma" userId="S::sumitsharma.cse@niet.co.in::0287a0e3-d7f5-4815-a5d5-4670a436bb9e" providerId="AD" clId="Web-{DF2D1929-F79C-41FA-B4AC-6567ADE46609}" dt="2023-10-08T14:34:32.401" v="241" actId="20577"/>
          <ac:spMkLst>
            <pc:docMk/>
            <pc:sldMk cId="195056096" sldId="1614"/>
            <ac:spMk id="7" creationId="{00000000-0000-0000-0000-000000000000}"/>
          </ac:spMkLst>
        </pc:spChg>
        <pc:spChg chg="mod">
          <ac:chgData name="Mr. Sumit Sharma" userId="S::sumitsharma.cse@niet.co.in::0287a0e3-d7f5-4815-a5d5-4670a436bb9e" providerId="AD" clId="Web-{DF2D1929-F79C-41FA-B4AC-6567ADE46609}" dt="2023-10-08T14:28:26.514" v="166" actId="20577"/>
          <ac:spMkLst>
            <pc:docMk/>
            <pc:sldMk cId="195056096" sldId="1614"/>
            <ac:spMk id="182" creationId="{FDC1A734-1528-FC7A-7C7C-B49C8922968A}"/>
          </ac:spMkLst>
        </pc:spChg>
      </pc:sldChg>
      <pc:sldChg chg="modSp add replId">
        <pc:chgData name="Mr. Sumit Sharma" userId="S::sumitsharma.cse@niet.co.in::0287a0e3-d7f5-4815-a5d5-4670a436bb9e" providerId="AD" clId="Web-{DF2D1929-F79C-41FA-B4AC-6567ADE46609}" dt="2023-10-08T14:34:28.494" v="240" actId="20577"/>
        <pc:sldMkLst>
          <pc:docMk/>
          <pc:sldMk cId="1627464842" sldId="1615"/>
        </pc:sldMkLst>
        <pc:spChg chg="mod">
          <ac:chgData name="Mr. Sumit Sharma" userId="S::sumitsharma.cse@niet.co.in::0287a0e3-d7f5-4815-a5d5-4670a436bb9e" providerId="AD" clId="Web-{DF2D1929-F79C-41FA-B4AC-6567ADE46609}" dt="2023-10-08T14:34:28.494" v="240" actId="20577"/>
          <ac:spMkLst>
            <pc:docMk/>
            <pc:sldMk cId="1627464842" sldId="1615"/>
            <ac:spMk id="7" creationId="{00000000-0000-0000-0000-000000000000}"/>
          </ac:spMkLst>
        </pc:spChg>
        <pc:spChg chg="mod">
          <ac:chgData name="Mr. Sumit Sharma" userId="S::sumitsharma.cse@niet.co.in::0287a0e3-d7f5-4815-a5d5-4670a436bb9e" providerId="AD" clId="Web-{DF2D1929-F79C-41FA-B4AC-6567ADE46609}" dt="2023-10-08T14:27:36.419" v="156" actId="20577"/>
          <ac:spMkLst>
            <pc:docMk/>
            <pc:sldMk cId="1627464842" sldId="1615"/>
            <ac:spMk id="182" creationId="{FDC1A734-1528-FC7A-7C7C-B49C8922968A}"/>
          </ac:spMkLst>
        </pc:spChg>
      </pc:sldChg>
      <pc:sldChg chg="modSp add replId">
        <pc:chgData name="Mr. Sumit Sharma" userId="S::sumitsharma.cse@niet.co.in::0287a0e3-d7f5-4815-a5d5-4670a436bb9e" providerId="AD" clId="Web-{DF2D1929-F79C-41FA-B4AC-6567ADE46609}" dt="2023-10-08T14:32:16.146" v="202" actId="20577"/>
        <pc:sldMkLst>
          <pc:docMk/>
          <pc:sldMk cId="3595061563" sldId="1616"/>
        </pc:sldMkLst>
        <pc:spChg chg="mod">
          <ac:chgData name="Mr. Sumit Sharma" userId="S::sumitsharma.cse@niet.co.in::0287a0e3-d7f5-4815-a5d5-4670a436bb9e" providerId="AD" clId="Web-{DF2D1929-F79C-41FA-B4AC-6567ADE46609}" dt="2023-10-08T14:29:55.517" v="171" actId="20577"/>
          <ac:spMkLst>
            <pc:docMk/>
            <pc:sldMk cId="3595061563" sldId="1616"/>
            <ac:spMk id="7" creationId="{00000000-0000-0000-0000-000000000000}"/>
          </ac:spMkLst>
        </pc:spChg>
        <pc:graphicFrameChg chg="modGraphic">
          <ac:chgData name="Mr. Sumit Sharma" userId="S::sumitsharma.cse@niet.co.in::0287a0e3-d7f5-4815-a5d5-4670a436bb9e" providerId="AD" clId="Web-{DF2D1929-F79C-41FA-B4AC-6567ADE46609}" dt="2023-10-08T14:32:16.146" v="202" actId="20577"/>
          <ac:graphicFrameMkLst>
            <pc:docMk/>
            <pc:sldMk cId="3595061563" sldId="1616"/>
            <ac:graphicFrameMk id="189" creationId="{EAEE85EF-0E78-BC41-6940-948F160FCB8D}"/>
          </ac:graphicFrameMkLst>
        </pc:graphicFrameChg>
      </pc:sldChg>
      <pc:sldChg chg="modSp add replId">
        <pc:chgData name="Mr. Sumit Sharma" userId="S::sumitsharma.cse@niet.co.in::0287a0e3-d7f5-4815-a5d5-4670a436bb9e" providerId="AD" clId="Web-{DF2D1929-F79C-41FA-B4AC-6567ADE46609}" dt="2023-10-08T14:35:32.043" v="251" actId="20577"/>
        <pc:sldMkLst>
          <pc:docMk/>
          <pc:sldMk cId="3794232503" sldId="1617"/>
        </pc:sldMkLst>
        <pc:spChg chg="mod">
          <ac:chgData name="Mr. Sumit Sharma" userId="S::sumitsharma.cse@niet.co.in::0287a0e3-d7f5-4815-a5d5-4670a436bb9e" providerId="AD" clId="Web-{DF2D1929-F79C-41FA-B4AC-6567ADE46609}" dt="2023-10-08T14:34:51.058" v="243" actId="20577"/>
          <ac:spMkLst>
            <pc:docMk/>
            <pc:sldMk cId="3794232503" sldId="1617"/>
            <ac:spMk id="7" creationId="{00000000-0000-0000-0000-000000000000}"/>
          </ac:spMkLst>
        </pc:spChg>
        <pc:spChg chg="mod">
          <ac:chgData name="Mr. Sumit Sharma" userId="S::sumitsharma.cse@niet.co.in::0287a0e3-d7f5-4815-a5d5-4670a436bb9e" providerId="AD" clId="Web-{DF2D1929-F79C-41FA-B4AC-6567ADE46609}" dt="2023-10-08T14:35:32.043" v="251" actId="20577"/>
          <ac:spMkLst>
            <pc:docMk/>
            <pc:sldMk cId="3794232503" sldId="1617"/>
            <ac:spMk id="182" creationId="{FDC1A734-1528-FC7A-7C7C-B49C8922968A}"/>
          </ac:spMkLst>
        </pc:spChg>
      </pc:sldChg>
    </pc:docChg>
  </pc:docChgLst>
  <pc:docChgLst>
    <pc:chgData name="Mr. Sumit Sharma" userId="S::sumitsharma.cse@niet.co.in::0287a0e3-d7f5-4815-a5d5-4670a436bb9e" providerId="AD" clId="Web-{B7806D42-A0CB-9980-92C3-76DCDFFD9970}"/>
    <pc:docChg chg="addSld modSld">
      <pc:chgData name="Mr. Sumit Sharma" userId="S::sumitsharma.cse@niet.co.in::0287a0e3-d7f5-4815-a5d5-4670a436bb9e" providerId="AD" clId="Web-{B7806D42-A0CB-9980-92C3-76DCDFFD9970}" dt="2023-09-11T04:39:49.757" v="114" actId="20577"/>
      <pc:docMkLst>
        <pc:docMk/>
      </pc:docMkLst>
      <pc:sldChg chg="modSp add replId">
        <pc:chgData name="Mr. Sumit Sharma" userId="S::sumitsharma.cse@niet.co.in::0287a0e3-d7f5-4815-a5d5-4670a436bb9e" providerId="AD" clId="Web-{B7806D42-A0CB-9980-92C3-76DCDFFD9970}" dt="2023-09-11T04:34:21.420" v="26" actId="14100"/>
        <pc:sldMkLst>
          <pc:docMk/>
          <pc:sldMk cId="612255534" sldId="1617"/>
        </pc:sldMkLst>
        <pc:spChg chg="mod">
          <ac:chgData name="Mr. Sumit Sharma" userId="S::sumitsharma.cse@niet.co.in::0287a0e3-d7f5-4815-a5d5-4670a436bb9e" providerId="AD" clId="Web-{B7806D42-A0CB-9980-92C3-76DCDFFD9970}" dt="2023-09-11T04:31:59.245" v="6" actId="20577"/>
          <ac:spMkLst>
            <pc:docMk/>
            <pc:sldMk cId="612255534" sldId="1617"/>
            <ac:spMk id="7" creationId="{00000000-0000-0000-0000-000000000000}"/>
          </ac:spMkLst>
        </pc:spChg>
        <pc:spChg chg="mod">
          <ac:chgData name="Mr. Sumit Sharma" userId="S::sumitsharma.cse@niet.co.in::0287a0e3-d7f5-4815-a5d5-4670a436bb9e" providerId="AD" clId="Web-{B7806D42-A0CB-9980-92C3-76DCDFFD9970}" dt="2023-09-11T04:34:21.420" v="26" actId="14100"/>
          <ac:spMkLst>
            <pc:docMk/>
            <pc:sldMk cId="612255534" sldId="1617"/>
            <ac:spMk id="182" creationId="{FDC1A734-1528-FC7A-7C7C-B49C8922968A}"/>
          </ac:spMkLst>
        </pc:spChg>
      </pc:sldChg>
      <pc:sldChg chg="modSp add replId">
        <pc:chgData name="Mr. Sumit Sharma" userId="S::sumitsharma.cse@niet.co.in::0287a0e3-d7f5-4815-a5d5-4670a436bb9e" providerId="AD" clId="Web-{B7806D42-A0CB-9980-92C3-76DCDFFD9970}" dt="2023-09-11T04:36:59.190" v="68" actId="20577"/>
        <pc:sldMkLst>
          <pc:docMk/>
          <pc:sldMk cId="4093949934" sldId="1618"/>
        </pc:sldMkLst>
        <pc:spChg chg="mod">
          <ac:chgData name="Mr. Sumit Sharma" userId="S::sumitsharma.cse@niet.co.in::0287a0e3-d7f5-4815-a5d5-4670a436bb9e" providerId="AD" clId="Web-{B7806D42-A0CB-9980-92C3-76DCDFFD9970}" dt="2023-09-11T04:34:47.577" v="41" actId="20577"/>
          <ac:spMkLst>
            <pc:docMk/>
            <pc:sldMk cId="4093949934" sldId="1618"/>
            <ac:spMk id="7" creationId="{00000000-0000-0000-0000-000000000000}"/>
          </ac:spMkLst>
        </pc:spChg>
        <pc:spChg chg="mod">
          <ac:chgData name="Mr. Sumit Sharma" userId="S::sumitsharma.cse@niet.co.in::0287a0e3-d7f5-4815-a5d5-4670a436bb9e" providerId="AD" clId="Web-{B7806D42-A0CB-9980-92C3-76DCDFFD9970}" dt="2023-09-11T04:36:59.190" v="68" actId="20577"/>
          <ac:spMkLst>
            <pc:docMk/>
            <pc:sldMk cId="4093949934" sldId="1618"/>
            <ac:spMk id="182" creationId="{FDC1A734-1528-FC7A-7C7C-B49C8922968A}"/>
          </ac:spMkLst>
        </pc:spChg>
      </pc:sldChg>
      <pc:sldChg chg="modSp add replId">
        <pc:chgData name="Mr. Sumit Sharma" userId="S::sumitsharma.cse@niet.co.in::0287a0e3-d7f5-4815-a5d5-4670a436bb9e" providerId="AD" clId="Web-{B7806D42-A0CB-9980-92C3-76DCDFFD9970}" dt="2023-09-11T04:39:49.757" v="114" actId="20577"/>
        <pc:sldMkLst>
          <pc:docMk/>
          <pc:sldMk cId="1339190433" sldId="1619"/>
        </pc:sldMkLst>
        <pc:spChg chg="mod">
          <ac:chgData name="Mr. Sumit Sharma" userId="S::sumitsharma.cse@niet.co.in::0287a0e3-d7f5-4815-a5d5-4670a436bb9e" providerId="AD" clId="Web-{B7806D42-A0CB-9980-92C3-76DCDFFD9970}" dt="2023-09-11T04:37:23.191" v="79" actId="20577"/>
          <ac:spMkLst>
            <pc:docMk/>
            <pc:sldMk cId="1339190433" sldId="1619"/>
            <ac:spMk id="7" creationId="{00000000-0000-0000-0000-000000000000}"/>
          </ac:spMkLst>
        </pc:spChg>
        <pc:spChg chg="mod">
          <ac:chgData name="Mr. Sumit Sharma" userId="S::sumitsharma.cse@niet.co.in::0287a0e3-d7f5-4815-a5d5-4670a436bb9e" providerId="AD" clId="Web-{B7806D42-A0CB-9980-92C3-76DCDFFD9970}" dt="2023-09-11T04:39:49.757" v="114" actId="20577"/>
          <ac:spMkLst>
            <pc:docMk/>
            <pc:sldMk cId="1339190433" sldId="1619"/>
            <ac:spMk id="182" creationId="{FDC1A734-1528-FC7A-7C7C-B49C8922968A}"/>
          </ac:spMkLst>
        </pc:spChg>
      </pc:sldChg>
    </pc:docChg>
  </pc:docChgLst>
  <pc:docChgLst>
    <pc:chgData name="Mr. Sumit Sharma" userId="S::sumitsharma.cse@niet.co.in::0287a0e3-d7f5-4815-a5d5-4670a436bb9e" providerId="AD" clId="Web-{C3C58A7B-486C-1DDA-F148-07AB932DA0EE}"/>
    <pc:docChg chg="modSld">
      <pc:chgData name="Mr. Sumit Sharma" userId="S::sumitsharma.cse@niet.co.in::0287a0e3-d7f5-4815-a5d5-4670a436bb9e" providerId="AD" clId="Web-{C3C58A7B-486C-1DDA-F148-07AB932DA0EE}" dt="2023-09-11T04:44:03.628" v="1" actId="20577"/>
      <pc:docMkLst>
        <pc:docMk/>
      </pc:docMkLst>
      <pc:sldChg chg="modSp">
        <pc:chgData name="Mr. Sumit Sharma" userId="S::sumitsharma.cse@niet.co.in::0287a0e3-d7f5-4815-a5d5-4670a436bb9e" providerId="AD" clId="Web-{C3C58A7B-486C-1DDA-F148-07AB932DA0EE}" dt="2023-09-11T04:44:03.628" v="1" actId="20577"/>
        <pc:sldMkLst>
          <pc:docMk/>
          <pc:sldMk cId="612255534" sldId="1617"/>
        </pc:sldMkLst>
        <pc:spChg chg="mod">
          <ac:chgData name="Mr. Sumit Sharma" userId="S::sumitsharma.cse@niet.co.in::0287a0e3-d7f5-4815-a5d5-4670a436bb9e" providerId="AD" clId="Web-{C3C58A7B-486C-1DDA-F148-07AB932DA0EE}" dt="2023-09-11T04:44:03.628" v="1" actId="20577"/>
          <ac:spMkLst>
            <pc:docMk/>
            <pc:sldMk cId="612255534" sldId="1617"/>
            <ac:spMk id="182" creationId="{FDC1A734-1528-FC7A-7C7C-B49C8922968A}"/>
          </ac:spMkLst>
        </pc:spChg>
      </pc:sldChg>
    </pc:docChg>
  </pc:docChgLst>
  <pc:docChgLst>
    <pc:chgData name="Mr. Sumit Sharma" userId="S::sumitsharma.cse@niet.co.in::0287a0e3-d7f5-4815-a5d5-4670a436bb9e" providerId="AD" clId="Web-{314DF113-DEFA-5200-AC94-CE3AF55FB404}"/>
    <pc:docChg chg="addSld delSld modSld">
      <pc:chgData name="Mr. Sumit Sharma" userId="S::sumitsharma.cse@niet.co.in::0287a0e3-d7f5-4815-a5d5-4670a436bb9e" providerId="AD" clId="Web-{314DF113-DEFA-5200-AC94-CE3AF55FB404}" dt="2023-08-22T08:41:01.435" v="128" actId="20577"/>
      <pc:docMkLst>
        <pc:docMk/>
      </pc:docMkLst>
      <pc:sldChg chg="add del replId">
        <pc:chgData name="Mr. Sumit Sharma" userId="S::sumitsharma.cse@niet.co.in::0287a0e3-d7f5-4815-a5d5-4670a436bb9e" providerId="AD" clId="Web-{314DF113-DEFA-5200-AC94-CE3AF55FB404}" dt="2023-08-22T08:23:19.355" v="1"/>
        <pc:sldMkLst>
          <pc:docMk/>
          <pc:sldMk cId="1043857570" sldId="1573"/>
        </pc:sldMkLst>
      </pc:sldChg>
      <pc:sldChg chg="addSp delSp modSp add mod replId setBg">
        <pc:chgData name="Mr. Sumit Sharma" userId="S::sumitsharma.cse@niet.co.in::0287a0e3-d7f5-4815-a5d5-4670a436bb9e" providerId="AD" clId="Web-{314DF113-DEFA-5200-AC94-CE3AF55FB404}" dt="2023-08-22T08:28:42.984" v="17"/>
        <pc:sldMkLst>
          <pc:docMk/>
          <pc:sldMk cId="3804570781" sldId="1573"/>
        </pc:sldMkLst>
        <pc:spChg chg="del mod">
          <ac:chgData name="Mr. Sumit Sharma" userId="S::sumitsharma.cse@niet.co.in::0287a0e3-d7f5-4815-a5d5-4670a436bb9e" providerId="AD" clId="Web-{314DF113-DEFA-5200-AC94-CE3AF55FB404}" dt="2023-08-22T08:24:00.873" v="5"/>
          <ac:spMkLst>
            <pc:docMk/>
            <pc:sldMk cId="3804570781" sldId="1573"/>
            <ac:spMk id="3" creationId="{F8CC24E1-E4CB-4555-AAFE-79673E88E287}"/>
          </ac:spMkLst>
        </pc:spChg>
        <pc:spChg chg="add del mod">
          <ac:chgData name="Mr. Sumit Sharma" userId="S::sumitsharma.cse@niet.co.in::0287a0e3-d7f5-4815-a5d5-4670a436bb9e" providerId="AD" clId="Web-{314DF113-DEFA-5200-AC94-CE3AF55FB404}" dt="2023-08-22T08:24:04.326" v="6"/>
          <ac:spMkLst>
            <pc:docMk/>
            <pc:sldMk cId="3804570781" sldId="1573"/>
            <ac:spMk id="4" creationId="{67A4EE95-7FFF-817A-2184-CFA928FD9B94}"/>
          </ac:spMkLst>
        </pc:spChg>
        <pc:spChg chg="mod ord">
          <ac:chgData name="Mr. Sumit Sharma" userId="S::sumitsharma.cse@niet.co.in::0287a0e3-d7f5-4815-a5d5-4670a436bb9e" providerId="AD" clId="Web-{314DF113-DEFA-5200-AC94-CE3AF55FB404}" dt="2023-08-22T08:28:42.984" v="17"/>
          <ac:spMkLst>
            <pc:docMk/>
            <pc:sldMk cId="3804570781" sldId="1573"/>
            <ac:spMk id="6" creationId="{00000000-0000-0000-0000-000000000000}"/>
          </ac:spMkLst>
        </pc:spChg>
        <pc:spChg chg="mod">
          <ac:chgData name="Mr. Sumit Sharma" userId="S::sumitsharma.cse@niet.co.in::0287a0e3-d7f5-4815-a5d5-4670a436bb9e" providerId="AD" clId="Web-{314DF113-DEFA-5200-AC94-CE3AF55FB404}" dt="2023-08-22T08:28:42.984" v="17"/>
          <ac:spMkLst>
            <pc:docMk/>
            <pc:sldMk cId="3804570781" sldId="1573"/>
            <ac:spMk id="7" creationId="{00000000-0000-0000-0000-000000000000}"/>
          </ac:spMkLst>
        </pc:spChg>
        <pc:spChg chg="add del">
          <ac:chgData name="Mr. Sumit Sharma" userId="S::sumitsharma.cse@niet.co.in::0287a0e3-d7f5-4815-a5d5-4670a436bb9e" providerId="AD" clId="Web-{314DF113-DEFA-5200-AC94-CE3AF55FB404}" dt="2023-08-22T08:28:42.984" v="17"/>
          <ac:spMkLst>
            <pc:docMk/>
            <pc:sldMk cId="3804570781" sldId="1573"/>
            <ac:spMk id="14" creationId="{D4771268-CB57-404A-9271-370EB28F6090}"/>
          </ac:spMkLst>
        </pc:spChg>
        <pc:picChg chg="add del mod">
          <ac:chgData name="Mr. Sumit Sharma" userId="S::sumitsharma.cse@niet.co.in::0287a0e3-d7f5-4815-a5d5-4670a436bb9e" providerId="AD" clId="Web-{314DF113-DEFA-5200-AC94-CE3AF55FB404}" dt="2023-08-22T08:28:19.076" v="11"/>
          <ac:picMkLst>
            <pc:docMk/>
            <pc:sldMk cId="3804570781" sldId="1573"/>
            <ac:picMk id="5" creationId="{9C2A6876-F7A5-ED42-4351-77A94C100ED5}"/>
          </ac:picMkLst>
        </pc:picChg>
        <pc:picChg chg="add mod">
          <ac:chgData name="Mr. Sumit Sharma" userId="S::sumitsharma.cse@niet.co.in::0287a0e3-d7f5-4815-a5d5-4670a436bb9e" providerId="AD" clId="Web-{314DF113-DEFA-5200-AC94-CE3AF55FB404}" dt="2023-08-22T08:28:42.984" v="17"/>
          <ac:picMkLst>
            <pc:docMk/>
            <pc:sldMk cId="3804570781" sldId="1573"/>
            <ac:picMk id="8" creationId="{E063B63B-70B4-5648-4113-6C82E71B9278}"/>
          </ac:picMkLst>
        </pc:picChg>
        <pc:picChg chg="ord">
          <ac:chgData name="Mr. Sumit Sharma" userId="S::sumitsharma.cse@niet.co.in::0287a0e3-d7f5-4815-a5d5-4670a436bb9e" providerId="AD" clId="Web-{314DF113-DEFA-5200-AC94-CE3AF55FB404}" dt="2023-08-22T08:28:42.984" v="17"/>
          <ac:picMkLst>
            <pc:docMk/>
            <pc:sldMk cId="3804570781" sldId="1573"/>
            <ac:picMk id="9" creationId="{C927257E-084A-415B-BF9B-22EABE25ABE7}"/>
          </ac:picMkLst>
        </pc:picChg>
      </pc:sldChg>
      <pc:sldChg chg="modSp add replId">
        <pc:chgData name="Mr. Sumit Sharma" userId="S::sumitsharma.cse@niet.co.in::0287a0e3-d7f5-4815-a5d5-4670a436bb9e" providerId="AD" clId="Web-{314DF113-DEFA-5200-AC94-CE3AF55FB404}" dt="2023-08-22T08:30:07.083" v="31" actId="20577"/>
        <pc:sldMkLst>
          <pc:docMk/>
          <pc:sldMk cId="3739601138" sldId="1574"/>
        </pc:sldMkLst>
        <pc:spChg chg="mod">
          <ac:chgData name="Mr. Sumit Sharma" userId="S::sumitsharma.cse@niet.co.in::0287a0e3-d7f5-4815-a5d5-4670a436bb9e" providerId="AD" clId="Web-{314DF113-DEFA-5200-AC94-CE3AF55FB404}" dt="2023-08-22T08:30:07.083" v="31" actId="20577"/>
          <ac:spMkLst>
            <pc:docMk/>
            <pc:sldMk cId="3739601138" sldId="1574"/>
            <ac:spMk id="3" creationId="{F8CC24E1-E4CB-4555-AAFE-79673E88E287}"/>
          </ac:spMkLst>
        </pc:spChg>
        <pc:spChg chg="mod">
          <ac:chgData name="Mr. Sumit Sharma" userId="S::sumitsharma.cse@niet.co.in::0287a0e3-d7f5-4815-a5d5-4670a436bb9e" providerId="AD" clId="Web-{314DF113-DEFA-5200-AC94-CE3AF55FB404}" dt="2023-08-22T08:29:56.538" v="29" actId="20577"/>
          <ac:spMkLst>
            <pc:docMk/>
            <pc:sldMk cId="3739601138" sldId="1574"/>
            <ac:spMk id="7" creationId="{00000000-0000-0000-0000-000000000000}"/>
          </ac:spMkLst>
        </pc:spChg>
      </pc:sldChg>
      <pc:sldChg chg="modSp add replId">
        <pc:chgData name="Mr. Sumit Sharma" userId="S::sumitsharma.cse@niet.co.in::0287a0e3-d7f5-4815-a5d5-4670a436bb9e" providerId="AD" clId="Web-{314DF113-DEFA-5200-AC94-CE3AF55FB404}" dt="2023-08-22T08:31:09.274" v="52" actId="20577"/>
        <pc:sldMkLst>
          <pc:docMk/>
          <pc:sldMk cId="2718036721" sldId="1575"/>
        </pc:sldMkLst>
        <pc:spChg chg="mod">
          <ac:chgData name="Mr. Sumit Sharma" userId="S::sumitsharma.cse@niet.co.in::0287a0e3-d7f5-4815-a5d5-4670a436bb9e" providerId="AD" clId="Web-{314DF113-DEFA-5200-AC94-CE3AF55FB404}" dt="2023-08-22T08:31:09.274" v="52" actId="20577"/>
          <ac:spMkLst>
            <pc:docMk/>
            <pc:sldMk cId="2718036721" sldId="1575"/>
            <ac:spMk id="3" creationId="{F8CC24E1-E4CB-4555-AAFE-79673E88E287}"/>
          </ac:spMkLst>
        </pc:spChg>
        <pc:spChg chg="mod">
          <ac:chgData name="Mr. Sumit Sharma" userId="S::sumitsharma.cse@niet.co.in::0287a0e3-d7f5-4815-a5d5-4670a436bb9e" providerId="AD" clId="Web-{314DF113-DEFA-5200-AC94-CE3AF55FB404}" dt="2023-08-22T08:30:57.851" v="51" actId="20577"/>
          <ac:spMkLst>
            <pc:docMk/>
            <pc:sldMk cId="2718036721" sldId="1575"/>
            <ac:spMk id="7" creationId="{00000000-0000-0000-0000-000000000000}"/>
          </ac:spMkLst>
        </pc:spChg>
      </pc:sldChg>
      <pc:sldChg chg="addSp delSp modSp add replId">
        <pc:chgData name="Mr. Sumit Sharma" userId="S::sumitsharma.cse@niet.co.in::0287a0e3-d7f5-4815-a5d5-4670a436bb9e" providerId="AD" clId="Web-{314DF113-DEFA-5200-AC94-CE3AF55FB404}" dt="2023-08-22T08:35:53.228" v="64"/>
        <pc:sldMkLst>
          <pc:docMk/>
          <pc:sldMk cId="3848627097" sldId="1576"/>
        </pc:sldMkLst>
        <pc:spChg chg="mod">
          <ac:chgData name="Mr. Sumit Sharma" userId="S::sumitsharma.cse@niet.co.in::0287a0e3-d7f5-4815-a5d5-4670a436bb9e" providerId="AD" clId="Web-{314DF113-DEFA-5200-AC94-CE3AF55FB404}" dt="2023-08-22T08:35:53.228" v="64"/>
          <ac:spMkLst>
            <pc:docMk/>
            <pc:sldMk cId="3848627097" sldId="1576"/>
            <ac:spMk id="3" creationId="{F8CC24E1-E4CB-4555-AAFE-79673E88E287}"/>
          </ac:spMkLst>
        </pc:spChg>
        <pc:spChg chg="mod">
          <ac:chgData name="Mr. Sumit Sharma" userId="S::sumitsharma.cse@niet.co.in::0287a0e3-d7f5-4815-a5d5-4670a436bb9e" providerId="AD" clId="Web-{314DF113-DEFA-5200-AC94-CE3AF55FB404}" dt="2023-08-22T08:35:53.228" v="64"/>
          <ac:spMkLst>
            <pc:docMk/>
            <pc:sldMk cId="3848627097" sldId="1576"/>
            <ac:spMk id="7" creationId="{00000000-0000-0000-0000-000000000000}"/>
          </ac:spMkLst>
        </pc:spChg>
        <pc:spChg chg="add del">
          <ac:chgData name="Mr. Sumit Sharma" userId="S::sumitsharma.cse@niet.co.in::0287a0e3-d7f5-4815-a5d5-4670a436bb9e" providerId="AD" clId="Web-{314DF113-DEFA-5200-AC94-CE3AF55FB404}" dt="2023-08-22T08:35:53.228" v="64"/>
          <ac:spMkLst>
            <pc:docMk/>
            <pc:sldMk cId="3848627097" sldId="1576"/>
            <ac:spMk id="54" creationId="{907EF6B7-1338-4443-8C46-6A318D952DFD}"/>
          </ac:spMkLst>
        </pc:spChg>
        <pc:spChg chg="add del">
          <ac:chgData name="Mr. Sumit Sharma" userId="S::sumitsharma.cse@niet.co.in::0287a0e3-d7f5-4815-a5d5-4670a436bb9e" providerId="AD" clId="Web-{314DF113-DEFA-5200-AC94-CE3AF55FB404}" dt="2023-08-22T08:35:53.228" v="64"/>
          <ac:spMkLst>
            <pc:docMk/>
            <pc:sldMk cId="3848627097" sldId="1576"/>
            <ac:spMk id="56" creationId="{DAAE4CDD-124C-4DCF-9584-B6033B545DD5}"/>
          </ac:spMkLst>
        </pc:spChg>
        <pc:spChg chg="add del">
          <ac:chgData name="Mr. Sumit Sharma" userId="S::sumitsharma.cse@niet.co.in::0287a0e3-d7f5-4815-a5d5-4670a436bb9e" providerId="AD" clId="Web-{314DF113-DEFA-5200-AC94-CE3AF55FB404}" dt="2023-08-22T08:35:53.228" v="64"/>
          <ac:spMkLst>
            <pc:docMk/>
            <pc:sldMk cId="3848627097" sldId="1576"/>
            <ac:spMk id="58" creationId="{081E4A58-353D-44AE-B2FC-2A74E2E400F7}"/>
          </ac:spMkLst>
        </pc:spChg>
        <pc:spChg chg="add del">
          <ac:chgData name="Mr. Sumit Sharma" userId="S::sumitsharma.cse@niet.co.in::0287a0e3-d7f5-4815-a5d5-4670a436bb9e" providerId="AD" clId="Web-{314DF113-DEFA-5200-AC94-CE3AF55FB404}" dt="2023-08-22T08:35:53.228" v="64"/>
          <ac:spMkLst>
            <pc:docMk/>
            <pc:sldMk cId="3848627097" sldId="1576"/>
            <ac:spMk id="63" creationId="{907EF6B7-1338-4443-8C46-6A318D952DFD}"/>
          </ac:spMkLst>
        </pc:spChg>
        <pc:spChg chg="add del">
          <ac:chgData name="Mr. Sumit Sharma" userId="S::sumitsharma.cse@niet.co.in::0287a0e3-d7f5-4815-a5d5-4670a436bb9e" providerId="AD" clId="Web-{314DF113-DEFA-5200-AC94-CE3AF55FB404}" dt="2023-08-22T08:35:53.228" v="64"/>
          <ac:spMkLst>
            <pc:docMk/>
            <pc:sldMk cId="3848627097" sldId="1576"/>
            <ac:spMk id="65" creationId="{DAAE4CDD-124C-4DCF-9584-B6033B545DD5}"/>
          </ac:spMkLst>
        </pc:spChg>
        <pc:spChg chg="add del">
          <ac:chgData name="Mr. Sumit Sharma" userId="S::sumitsharma.cse@niet.co.in::0287a0e3-d7f5-4815-a5d5-4670a436bb9e" providerId="AD" clId="Web-{314DF113-DEFA-5200-AC94-CE3AF55FB404}" dt="2023-08-22T08:35:53.228" v="64"/>
          <ac:spMkLst>
            <pc:docMk/>
            <pc:sldMk cId="3848627097" sldId="1576"/>
            <ac:spMk id="67" creationId="{081E4A58-353D-44AE-B2FC-2A74E2E400F7}"/>
          </ac:spMkLst>
        </pc:spChg>
      </pc:sldChg>
      <pc:sldChg chg="modSp add replId">
        <pc:chgData name="Mr. Sumit Sharma" userId="S::sumitsharma.cse@niet.co.in::0287a0e3-d7f5-4815-a5d5-4670a436bb9e" providerId="AD" clId="Web-{314DF113-DEFA-5200-AC94-CE3AF55FB404}" dt="2023-08-22T08:36:24.808" v="70" actId="20577"/>
        <pc:sldMkLst>
          <pc:docMk/>
          <pc:sldMk cId="1492801541" sldId="1577"/>
        </pc:sldMkLst>
        <pc:spChg chg="mod">
          <ac:chgData name="Mr. Sumit Sharma" userId="S::sumitsharma.cse@niet.co.in::0287a0e3-d7f5-4815-a5d5-4670a436bb9e" providerId="AD" clId="Web-{314DF113-DEFA-5200-AC94-CE3AF55FB404}" dt="2023-08-22T08:36:24.808" v="70" actId="20577"/>
          <ac:spMkLst>
            <pc:docMk/>
            <pc:sldMk cId="1492801541" sldId="1577"/>
            <ac:spMk id="3" creationId="{F8CC24E1-E4CB-4555-AAFE-79673E88E287}"/>
          </ac:spMkLst>
        </pc:spChg>
        <pc:spChg chg="mod">
          <ac:chgData name="Mr. Sumit Sharma" userId="S::sumitsharma.cse@niet.co.in::0287a0e3-d7f5-4815-a5d5-4670a436bb9e" providerId="AD" clId="Web-{314DF113-DEFA-5200-AC94-CE3AF55FB404}" dt="2023-08-22T08:36:17.558" v="69" actId="20577"/>
          <ac:spMkLst>
            <pc:docMk/>
            <pc:sldMk cId="1492801541" sldId="1577"/>
            <ac:spMk id="7" creationId="{00000000-0000-0000-0000-000000000000}"/>
          </ac:spMkLst>
        </pc:spChg>
      </pc:sldChg>
      <pc:sldChg chg="modSp add replId">
        <pc:chgData name="Mr. Sumit Sharma" userId="S::sumitsharma.cse@niet.co.in::0287a0e3-d7f5-4815-a5d5-4670a436bb9e" providerId="AD" clId="Web-{314DF113-DEFA-5200-AC94-CE3AF55FB404}" dt="2023-08-22T08:37:23.625" v="81" actId="20577"/>
        <pc:sldMkLst>
          <pc:docMk/>
          <pc:sldMk cId="3238797891" sldId="1578"/>
        </pc:sldMkLst>
        <pc:spChg chg="mod">
          <ac:chgData name="Mr. Sumit Sharma" userId="S::sumitsharma.cse@niet.co.in::0287a0e3-d7f5-4815-a5d5-4670a436bb9e" providerId="AD" clId="Web-{314DF113-DEFA-5200-AC94-CE3AF55FB404}" dt="2023-08-22T08:37:23.625" v="81" actId="20577"/>
          <ac:spMkLst>
            <pc:docMk/>
            <pc:sldMk cId="3238797891" sldId="1578"/>
            <ac:spMk id="3" creationId="{F8CC24E1-E4CB-4555-AAFE-79673E88E287}"/>
          </ac:spMkLst>
        </pc:spChg>
        <pc:spChg chg="mod">
          <ac:chgData name="Mr. Sumit Sharma" userId="S::sumitsharma.cse@niet.co.in::0287a0e3-d7f5-4815-a5d5-4670a436bb9e" providerId="AD" clId="Web-{314DF113-DEFA-5200-AC94-CE3AF55FB404}" dt="2023-08-22T08:37:15.765" v="79" actId="20577"/>
          <ac:spMkLst>
            <pc:docMk/>
            <pc:sldMk cId="3238797891" sldId="1578"/>
            <ac:spMk id="7" creationId="{00000000-0000-0000-0000-000000000000}"/>
          </ac:spMkLst>
        </pc:spChg>
        <pc:spChg chg="mod">
          <ac:chgData name="Mr. Sumit Sharma" userId="S::sumitsharma.cse@niet.co.in::0287a0e3-d7f5-4815-a5d5-4670a436bb9e" providerId="AD" clId="Web-{314DF113-DEFA-5200-AC94-CE3AF55FB404}" dt="2023-08-22T08:37:10.733" v="78" actId="20577"/>
          <ac:spMkLst>
            <pc:docMk/>
            <pc:sldMk cId="3238797891" sldId="1578"/>
            <ac:spMk id="54" creationId="{907EF6B7-1338-4443-8C46-6A318D952DFD}"/>
          </ac:spMkLst>
        </pc:spChg>
      </pc:sldChg>
      <pc:sldChg chg="modSp add replId">
        <pc:chgData name="Mr. Sumit Sharma" userId="S::sumitsharma.cse@niet.co.in::0287a0e3-d7f5-4815-a5d5-4670a436bb9e" providerId="AD" clId="Web-{314DF113-DEFA-5200-AC94-CE3AF55FB404}" dt="2023-08-22T08:38:11.659" v="91" actId="20577"/>
        <pc:sldMkLst>
          <pc:docMk/>
          <pc:sldMk cId="1196681734" sldId="1579"/>
        </pc:sldMkLst>
        <pc:spChg chg="mod">
          <ac:chgData name="Mr. Sumit Sharma" userId="S::sumitsharma.cse@niet.co.in::0287a0e3-d7f5-4815-a5d5-4670a436bb9e" providerId="AD" clId="Web-{314DF113-DEFA-5200-AC94-CE3AF55FB404}" dt="2023-08-22T08:38:05.299" v="89" actId="20577"/>
          <ac:spMkLst>
            <pc:docMk/>
            <pc:sldMk cId="1196681734" sldId="1579"/>
            <ac:spMk id="3" creationId="{F8CC24E1-E4CB-4555-AAFE-79673E88E287}"/>
          </ac:spMkLst>
        </pc:spChg>
        <pc:spChg chg="mod">
          <ac:chgData name="Mr. Sumit Sharma" userId="S::sumitsharma.cse@niet.co.in::0287a0e3-d7f5-4815-a5d5-4670a436bb9e" providerId="AD" clId="Web-{314DF113-DEFA-5200-AC94-CE3AF55FB404}" dt="2023-08-22T08:38:11.659" v="91" actId="20577"/>
          <ac:spMkLst>
            <pc:docMk/>
            <pc:sldMk cId="1196681734" sldId="1579"/>
            <ac:spMk id="7" creationId="{00000000-0000-0000-0000-000000000000}"/>
          </ac:spMkLst>
        </pc:spChg>
      </pc:sldChg>
      <pc:sldChg chg="modSp add replId">
        <pc:chgData name="Mr. Sumit Sharma" userId="S::sumitsharma.cse@niet.co.in::0287a0e3-d7f5-4815-a5d5-4670a436bb9e" providerId="AD" clId="Web-{314DF113-DEFA-5200-AC94-CE3AF55FB404}" dt="2023-08-22T08:39:56.102" v="109" actId="20577"/>
        <pc:sldMkLst>
          <pc:docMk/>
          <pc:sldMk cId="1080364002" sldId="1580"/>
        </pc:sldMkLst>
        <pc:spChg chg="mod">
          <ac:chgData name="Mr. Sumit Sharma" userId="S::sumitsharma.cse@niet.co.in::0287a0e3-d7f5-4815-a5d5-4670a436bb9e" providerId="AD" clId="Web-{314DF113-DEFA-5200-AC94-CE3AF55FB404}" dt="2023-08-22T08:39:56.102" v="109" actId="20577"/>
          <ac:spMkLst>
            <pc:docMk/>
            <pc:sldMk cId="1080364002" sldId="1580"/>
            <ac:spMk id="3" creationId="{F8CC24E1-E4CB-4555-AAFE-79673E88E287}"/>
          </ac:spMkLst>
        </pc:spChg>
        <pc:spChg chg="mod">
          <ac:chgData name="Mr. Sumit Sharma" userId="S::sumitsharma.cse@niet.co.in::0287a0e3-d7f5-4815-a5d5-4670a436bb9e" providerId="AD" clId="Web-{314DF113-DEFA-5200-AC94-CE3AF55FB404}" dt="2023-08-22T08:39:43.524" v="107" actId="20577"/>
          <ac:spMkLst>
            <pc:docMk/>
            <pc:sldMk cId="1080364002" sldId="1580"/>
            <ac:spMk id="7" creationId="{00000000-0000-0000-0000-000000000000}"/>
          </ac:spMkLst>
        </pc:spChg>
      </pc:sldChg>
      <pc:sldChg chg="modSp add replId">
        <pc:chgData name="Mr. Sumit Sharma" userId="S::sumitsharma.cse@niet.co.in::0287a0e3-d7f5-4815-a5d5-4670a436bb9e" providerId="AD" clId="Web-{314DF113-DEFA-5200-AC94-CE3AF55FB404}" dt="2023-08-22T08:40:29.667" v="117" actId="20577"/>
        <pc:sldMkLst>
          <pc:docMk/>
          <pc:sldMk cId="3382127065" sldId="1581"/>
        </pc:sldMkLst>
        <pc:spChg chg="mod">
          <ac:chgData name="Mr. Sumit Sharma" userId="S::sumitsharma.cse@niet.co.in::0287a0e3-d7f5-4815-a5d5-4670a436bb9e" providerId="AD" clId="Web-{314DF113-DEFA-5200-AC94-CE3AF55FB404}" dt="2023-08-22T08:40:24.698" v="114" actId="20577"/>
          <ac:spMkLst>
            <pc:docMk/>
            <pc:sldMk cId="3382127065" sldId="1581"/>
            <ac:spMk id="3" creationId="{F8CC24E1-E4CB-4555-AAFE-79673E88E287}"/>
          </ac:spMkLst>
        </pc:spChg>
        <pc:spChg chg="mod">
          <ac:chgData name="Mr. Sumit Sharma" userId="S::sumitsharma.cse@niet.co.in::0287a0e3-d7f5-4815-a5d5-4670a436bb9e" providerId="AD" clId="Web-{314DF113-DEFA-5200-AC94-CE3AF55FB404}" dt="2023-08-22T08:40:29.667" v="117" actId="20577"/>
          <ac:spMkLst>
            <pc:docMk/>
            <pc:sldMk cId="3382127065" sldId="1581"/>
            <ac:spMk id="7" creationId="{00000000-0000-0000-0000-000000000000}"/>
          </ac:spMkLst>
        </pc:spChg>
      </pc:sldChg>
      <pc:sldChg chg="modSp add replId">
        <pc:chgData name="Mr. Sumit Sharma" userId="S::sumitsharma.cse@niet.co.in::0287a0e3-d7f5-4815-a5d5-4670a436bb9e" providerId="AD" clId="Web-{314DF113-DEFA-5200-AC94-CE3AF55FB404}" dt="2023-08-22T08:41:01.435" v="128" actId="20577"/>
        <pc:sldMkLst>
          <pc:docMk/>
          <pc:sldMk cId="240637688" sldId="1582"/>
        </pc:sldMkLst>
        <pc:spChg chg="mod">
          <ac:chgData name="Mr. Sumit Sharma" userId="S::sumitsharma.cse@niet.co.in::0287a0e3-d7f5-4815-a5d5-4670a436bb9e" providerId="AD" clId="Web-{314DF113-DEFA-5200-AC94-CE3AF55FB404}" dt="2023-08-22T08:41:01.435" v="128" actId="20577"/>
          <ac:spMkLst>
            <pc:docMk/>
            <pc:sldMk cId="240637688" sldId="1582"/>
            <ac:spMk id="3" creationId="{F8CC24E1-E4CB-4555-AAFE-79673E88E287}"/>
          </ac:spMkLst>
        </pc:spChg>
        <pc:spChg chg="mod">
          <ac:chgData name="Mr. Sumit Sharma" userId="S::sumitsharma.cse@niet.co.in::0287a0e3-d7f5-4815-a5d5-4670a436bb9e" providerId="AD" clId="Web-{314DF113-DEFA-5200-AC94-CE3AF55FB404}" dt="2023-08-22T08:40:55.075" v="127" actId="20577"/>
          <ac:spMkLst>
            <pc:docMk/>
            <pc:sldMk cId="240637688" sldId="1582"/>
            <ac:spMk id="7" creationId="{00000000-0000-0000-0000-000000000000}"/>
          </ac:spMkLst>
        </pc:spChg>
      </pc:sldChg>
    </pc:docChg>
  </pc:docChgLst>
  <pc:docChgLst>
    <pc:chgData name="Mr. Sumit Sharma" userId="S::sumitsharma.cse@niet.co.in::0287a0e3-d7f5-4815-a5d5-4670a436bb9e" providerId="AD" clId="Web-{6281522C-7E6F-529C-2A1E-8D8EB592BDE8}"/>
    <pc:docChg chg="addSld modSld">
      <pc:chgData name="Mr. Sumit Sharma" userId="S::sumitsharma.cse@niet.co.in::0287a0e3-d7f5-4815-a5d5-4670a436bb9e" providerId="AD" clId="Web-{6281522C-7E6F-529C-2A1E-8D8EB592BDE8}" dt="2023-10-04T04:22:01.711" v="15" actId="20577"/>
      <pc:docMkLst>
        <pc:docMk/>
      </pc:docMkLst>
      <pc:sldChg chg="modSp add replId">
        <pc:chgData name="Mr. Sumit Sharma" userId="S::sumitsharma.cse@niet.co.in::0287a0e3-d7f5-4815-a5d5-4670a436bb9e" providerId="AD" clId="Web-{6281522C-7E6F-529C-2A1E-8D8EB592BDE8}" dt="2023-10-04T04:22:01.711" v="15" actId="20577"/>
        <pc:sldMkLst>
          <pc:docMk/>
          <pc:sldMk cId="3918951085" sldId="1607"/>
        </pc:sldMkLst>
        <pc:spChg chg="mod">
          <ac:chgData name="Mr. Sumit Sharma" userId="S::sumitsharma.cse@niet.co.in::0287a0e3-d7f5-4815-a5d5-4670a436bb9e" providerId="AD" clId="Web-{6281522C-7E6F-529C-2A1E-8D8EB592BDE8}" dt="2023-10-04T04:22:01.711" v="15" actId="20577"/>
          <ac:spMkLst>
            <pc:docMk/>
            <pc:sldMk cId="3918951085" sldId="1607"/>
            <ac:spMk id="182" creationId="{FDC1A734-1528-FC7A-7C7C-B49C8922968A}"/>
          </ac:spMkLst>
        </pc:spChg>
      </pc:sldChg>
    </pc:docChg>
  </pc:docChgLst>
  <pc:docChgLst>
    <pc:chgData name="Mr. Sumit Sharma" userId="S::sumitsharma.cse@niet.co.in::0287a0e3-d7f5-4815-a5d5-4670a436bb9e" providerId="AD" clId="Web-{B7206FBC-3717-F983-ED3D-838EF64C2D4E}"/>
    <pc:docChg chg="addSld modSld">
      <pc:chgData name="Mr. Sumit Sharma" userId="S::sumitsharma.cse@niet.co.in::0287a0e3-d7f5-4815-a5d5-4670a436bb9e" providerId="AD" clId="Web-{B7206FBC-3717-F983-ED3D-838EF64C2D4E}" dt="2023-09-02T10:05:04.462" v="82"/>
      <pc:docMkLst>
        <pc:docMk/>
      </pc:docMkLst>
      <pc:sldChg chg="addSp delSp modSp add replId">
        <pc:chgData name="Mr. Sumit Sharma" userId="S::sumitsharma.cse@niet.co.in::0287a0e3-d7f5-4815-a5d5-4670a436bb9e" providerId="AD" clId="Web-{B7206FBC-3717-F983-ED3D-838EF64C2D4E}" dt="2023-09-02T10:00:30.968" v="20" actId="20577"/>
        <pc:sldMkLst>
          <pc:docMk/>
          <pc:sldMk cId="1061129478" sldId="1591"/>
        </pc:sldMkLst>
        <pc:spChg chg="mod">
          <ac:chgData name="Mr. Sumit Sharma" userId="S::sumitsharma.cse@niet.co.in::0287a0e3-d7f5-4815-a5d5-4670a436bb9e" providerId="AD" clId="Web-{B7206FBC-3717-F983-ED3D-838EF64C2D4E}" dt="2023-09-02T10:00:30.968" v="20" actId="20577"/>
          <ac:spMkLst>
            <pc:docMk/>
            <pc:sldMk cId="1061129478" sldId="1591"/>
            <ac:spMk id="3" creationId="{F8CC24E1-E4CB-4555-AAFE-79673E88E287}"/>
          </ac:spMkLst>
        </pc:spChg>
        <pc:spChg chg="mod">
          <ac:chgData name="Mr. Sumit Sharma" userId="S::sumitsharma.cse@niet.co.in::0287a0e3-d7f5-4815-a5d5-4670a436bb9e" providerId="AD" clId="Web-{B7206FBC-3717-F983-ED3D-838EF64C2D4E}" dt="2023-09-02T09:59:46.326" v="16"/>
          <ac:spMkLst>
            <pc:docMk/>
            <pc:sldMk cId="1061129478" sldId="1591"/>
            <ac:spMk id="6" creationId="{00000000-0000-0000-0000-000000000000}"/>
          </ac:spMkLst>
        </pc:spChg>
        <pc:spChg chg="del">
          <ac:chgData name="Mr. Sumit Sharma" userId="S::sumitsharma.cse@niet.co.in::0287a0e3-d7f5-4815-a5d5-4670a436bb9e" providerId="AD" clId="Web-{B7206FBC-3717-F983-ED3D-838EF64C2D4E}" dt="2023-09-02T09:59:46.326" v="16"/>
          <ac:spMkLst>
            <pc:docMk/>
            <pc:sldMk cId="1061129478" sldId="1591"/>
            <ac:spMk id="86" creationId="{2EB492CD-616E-47F8-933B-5E2D952A0593}"/>
          </ac:spMkLst>
        </pc:spChg>
        <pc:spChg chg="del">
          <ac:chgData name="Mr. Sumit Sharma" userId="S::sumitsharma.cse@niet.co.in::0287a0e3-d7f5-4815-a5d5-4670a436bb9e" providerId="AD" clId="Web-{B7206FBC-3717-F983-ED3D-838EF64C2D4E}" dt="2023-09-02T09:59:46.326" v="16"/>
          <ac:spMkLst>
            <pc:docMk/>
            <pc:sldMk cId="1061129478" sldId="1591"/>
            <ac:spMk id="87" creationId="{59383CF9-23B5-4335-9B21-1791C4CF1C75}"/>
          </ac:spMkLst>
        </pc:spChg>
        <pc:spChg chg="del">
          <ac:chgData name="Mr. Sumit Sharma" userId="S::sumitsharma.cse@niet.co.in::0287a0e3-d7f5-4815-a5d5-4670a436bb9e" providerId="AD" clId="Web-{B7206FBC-3717-F983-ED3D-838EF64C2D4E}" dt="2023-09-02T09:59:46.326" v="16"/>
          <ac:spMkLst>
            <pc:docMk/>
            <pc:sldMk cId="1061129478" sldId="1591"/>
            <ac:spMk id="88" creationId="{0007FE00-9498-4706-B255-6437B0252C02}"/>
          </ac:spMkLst>
        </pc:spChg>
        <pc:spChg chg="add">
          <ac:chgData name="Mr. Sumit Sharma" userId="S::sumitsharma.cse@niet.co.in::0287a0e3-d7f5-4815-a5d5-4670a436bb9e" providerId="AD" clId="Web-{B7206FBC-3717-F983-ED3D-838EF64C2D4E}" dt="2023-09-02T09:59:46.326" v="16"/>
          <ac:spMkLst>
            <pc:docMk/>
            <pc:sldMk cId="1061129478" sldId="1591"/>
            <ac:spMk id="93" creationId="{907EF6B7-1338-4443-8C46-6A318D952DFD}"/>
          </ac:spMkLst>
        </pc:spChg>
        <pc:spChg chg="add">
          <ac:chgData name="Mr. Sumit Sharma" userId="S::sumitsharma.cse@niet.co.in::0287a0e3-d7f5-4815-a5d5-4670a436bb9e" providerId="AD" clId="Web-{B7206FBC-3717-F983-ED3D-838EF64C2D4E}" dt="2023-09-02T09:59:46.326" v="16"/>
          <ac:spMkLst>
            <pc:docMk/>
            <pc:sldMk cId="1061129478" sldId="1591"/>
            <ac:spMk id="95" creationId="{DAAE4CDD-124C-4DCF-9584-B6033B545DD5}"/>
          </ac:spMkLst>
        </pc:spChg>
        <pc:spChg chg="add">
          <ac:chgData name="Mr. Sumit Sharma" userId="S::sumitsharma.cse@niet.co.in::0287a0e3-d7f5-4815-a5d5-4670a436bb9e" providerId="AD" clId="Web-{B7206FBC-3717-F983-ED3D-838EF64C2D4E}" dt="2023-09-02T09:59:46.326" v="16"/>
          <ac:spMkLst>
            <pc:docMk/>
            <pc:sldMk cId="1061129478" sldId="1591"/>
            <ac:spMk id="97" creationId="{081E4A58-353D-44AE-B2FC-2A74E2E400F7}"/>
          </ac:spMkLst>
        </pc:spChg>
        <pc:picChg chg="del">
          <ac:chgData name="Mr. Sumit Sharma" userId="S::sumitsharma.cse@niet.co.in::0287a0e3-d7f5-4815-a5d5-4670a436bb9e" providerId="AD" clId="Web-{B7206FBC-3717-F983-ED3D-838EF64C2D4E}" dt="2023-09-02T09:58:16.949" v="1"/>
          <ac:picMkLst>
            <pc:docMk/>
            <pc:sldMk cId="1061129478" sldId="1591"/>
            <ac:picMk id="2" creationId="{EB37C7B9-24F2-3FFF-154F-BF07BE73F984}"/>
          </ac:picMkLst>
        </pc:picChg>
      </pc:sldChg>
      <pc:sldChg chg="addSp delSp modSp add replId">
        <pc:chgData name="Mr. Sumit Sharma" userId="S::sumitsharma.cse@niet.co.in::0287a0e3-d7f5-4815-a5d5-4670a436bb9e" providerId="AD" clId="Web-{B7206FBC-3717-F983-ED3D-838EF64C2D4E}" dt="2023-09-02T10:05:04.462" v="82"/>
        <pc:sldMkLst>
          <pc:docMk/>
          <pc:sldMk cId="1962279143" sldId="1592"/>
        </pc:sldMkLst>
        <pc:spChg chg="add del mod">
          <ac:chgData name="Mr. Sumit Sharma" userId="S::sumitsharma.cse@niet.co.in::0287a0e3-d7f5-4815-a5d5-4670a436bb9e" providerId="AD" clId="Web-{B7206FBC-3717-F983-ED3D-838EF64C2D4E}" dt="2023-09-02T10:03:59.804" v="71"/>
          <ac:spMkLst>
            <pc:docMk/>
            <pc:sldMk cId="1962279143" sldId="1592"/>
            <ac:spMk id="3" creationId="{F8CC24E1-E4CB-4555-AAFE-79673E88E287}"/>
          </ac:spMkLst>
        </pc:spChg>
        <pc:spChg chg="add del mod">
          <ac:chgData name="Mr. Sumit Sharma" userId="S::sumitsharma.cse@niet.co.in::0287a0e3-d7f5-4815-a5d5-4670a436bb9e" providerId="AD" clId="Web-{B7206FBC-3717-F983-ED3D-838EF64C2D4E}" dt="2023-09-02T10:05:04.462" v="82"/>
          <ac:spMkLst>
            <pc:docMk/>
            <pc:sldMk cId="1962279143" sldId="1592"/>
            <ac:spMk id="6" creationId="{00000000-0000-0000-0000-000000000000}"/>
          </ac:spMkLst>
        </pc:spChg>
        <pc:spChg chg="add del">
          <ac:chgData name="Mr. Sumit Sharma" userId="S::sumitsharma.cse@niet.co.in::0287a0e3-d7f5-4815-a5d5-4670a436bb9e" providerId="AD" clId="Web-{B7206FBC-3717-F983-ED3D-838EF64C2D4E}" dt="2023-09-02T10:03:59.804" v="71"/>
          <ac:spMkLst>
            <pc:docMk/>
            <pc:sldMk cId="1962279143" sldId="1592"/>
            <ac:spMk id="93" creationId="{907EF6B7-1338-4443-8C46-6A318D952DFD}"/>
          </ac:spMkLst>
        </pc:spChg>
        <pc:spChg chg="add del">
          <ac:chgData name="Mr. Sumit Sharma" userId="S::sumitsharma.cse@niet.co.in::0287a0e3-d7f5-4815-a5d5-4670a436bb9e" providerId="AD" clId="Web-{B7206FBC-3717-F983-ED3D-838EF64C2D4E}" dt="2023-09-02T10:03:59.804" v="71"/>
          <ac:spMkLst>
            <pc:docMk/>
            <pc:sldMk cId="1962279143" sldId="1592"/>
            <ac:spMk id="95" creationId="{DAAE4CDD-124C-4DCF-9584-B6033B545DD5}"/>
          </ac:spMkLst>
        </pc:spChg>
        <pc:spChg chg="add del">
          <ac:chgData name="Mr. Sumit Sharma" userId="S::sumitsharma.cse@niet.co.in::0287a0e3-d7f5-4815-a5d5-4670a436bb9e" providerId="AD" clId="Web-{B7206FBC-3717-F983-ED3D-838EF64C2D4E}" dt="2023-09-02T10:03:59.804" v="71"/>
          <ac:spMkLst>
            <pc:docMk/>
            <pc:sldMk cId="1962279143" sldId="1592"/>
            <ac:spMk id="97" creationId="{081E4A58-353D-44AE-B2FC-2A74E2E400F7}"/>
          </ac:spMkLst>
        </pc:spChg>
        <pc:spChg chg="add del">
          <ac:chgData name="Mr. Sumit Sharma" userId="S::sumitsharma.cse@niet.co.in::0287a0e3-d7f5-4815-a5d5-4670a436bb9e" providerId="AD" clId="Web-{B7206FBC-3717-F983-ED3D-838EF64C2D4E}" dt="2023-09-02T10:03:56.382" v="68"/>
          <ac:spMkLst>
            <pc:docMk/>
            <pc:sldMk cId="1962279143" sldId="1592"/>
            <ac:spMk id="103" creationId="{A7AE9375-4664-4DB2-922D-2782A6E439AC}"/>
          </ac:spMkLst>
        </pc:spChg>
        <pc:spChg chg="add del">
          <ac:chgData name="Mr. Sumit Sharma" userId="S::sumitsharma.cse@niet.co.in::0287a0e3-d7f5-4815-a5d5-4670a436bb9e" providerId="AD" clId="Web-{B7206FBC-3717-F983-ED3D-838EF64C2D4E}" dt="2023-09-02T10:05:04.462" v="82"/>
          <ac:spMkLst>
            <pc:docMk/>
            <pc:sldMk cId="1962279143" sldId="1592"/>
            <ac:spMk id="104" creationId="{E51BA4DF-2BD4-4EC2-B1DB-B27C8AC71864}"/>
          </ac:spMkLst>
        </pc:spChg>
        <pc:spChg chg="add del">
          <ac:chgData name="Mr. Sumit Sharma" userId="S::sumitsharma.cse@niet.co.in::0287a0e3-d7f5-4815-a5d5-4670a436bb9e" providerId="AD" clId="Web-{B7206FBC-3717-F983-ED3D-838EF64C2D4E}" dt="2023-09-02T10:03:56.382" v="68"/>
          <ac:spMkLst>
            <pc:docMk/>
            <pc:sldMk cId="1962279143" sldId="1592"/>
            <ac:spMk id="107" creationId="{9DD005C1-8C51-42D6-9BEE-B9B83849743D}"/>
          </ac:spMkLst>
        </pc:spChg>
        <pc:spChg chg="add del">
          <ac:chgData name="Mr. Sumit Sharma" userId="S::sumitsharma.cse@niet.co.in::0287a0e3-d7f5-4815-a5d5-4670a436bb9e" providerId="AD" clId="Web-{B7206FBC-3717-F983-ED3D-838EF64C2D4E}" dt="2023-09-02T10:03:59.773" v="70"/>
          <ac:spMkLst>
            <pc:docMk/>
            <pc:sldMk cId="1962279143" sldId="1592"/>
            <ac:spMk id="109" creationId="{463EEC44-1BA3-44ED-81FC-A644B04B2A44}"/>
          </ac:spMkLst>
        </pc:spChg>
        <pc:spChg chg="add del">
          <ac:chgData name="Mr. Sumit Sharma" userId="S::sumitsharma.cse@niet.co.in::0287a0e3-d7f5-4815-a5d5-4670a436bb9e" providerId="AD" clId="Web-{B7206FBC-3717-F983-ED3D-838EF64C2D4E}" dt="2023-09-02T10:03:59.773" v="70"/>
          <ac:spMkLst>
            <pc:docMk/>
            <pc:sldMk cId="1962279143" sldId="1592"/>
            <ac:spMk id="110" creationId="{7517A47C-B2E5-4B79-8061-D74B1311AF6E}"/>
          </ac:spMkLst>
        </pc:spChg>
        <pc:spChg chg="add del">
          <ac:chgData name="Mr. Sumit Sharma" userId="S::sumitsharma.cse@niet.co.in::0287a0e3-d7f5-4815-a5d5-4670a436bb9e" providerId="AD" clId="Web-{B7206FBC-3717-F983-ED3D-838EF64C2D4E}" dt="2023-09-02T10:03:59.773" v="70"/>
          <ac:spMkLst>
            <pc:docMk/>
            <pc:sldMk cId="1962279143" sldId="1592"/>
            <ac:spMk id="111" creationId="{C505E780-2083-4CB5-A42A-5E0E2908ECC3}"/>
          </ac:spMkLst>
        </pc:spChg>
        <pc:spChg chg="add del">
          <ac:chgData name="Mr. Sumit Sharma" userId="S::sumitsharma.cse@niet.co.in::0287a0e3-d7f5-4815-a5d5-4670a436bb9e" providerId="AD" clId="Web-{B7206FBC-3717-F983-ED3D-838EF64C2D4E}" dt="2023-09-02T10:03:59.773" v="70"/>
          <ac:spMkLst>
            <pc:docMk/>
            <pc:sldMk cId="1962279143" sldId="1592"/>
            <ac:spMk id="112" creationId="{D2C0AE1C-0118-41AE-8A10-7CDCBF10E96F}"/>
          </ac:spMkLst>
        </pc:spChg>
        <pc:spChg chg="add del">
          <ac:chgData name="Mr. Sumit Sharma" userId="S::sumitsharma.cse@niet.co.in::0287a0e3-d7f5-4815-a5d5-4670a436bb9e" providerId="AD" clId="Web-{B7206FBC-3717-F983-ED3D-838EF64C2D4E}" dt="2023-09-02T10:05:04.415" v="81"/>
          <ac:spMkLst>
            <pc:docMk/>
            <pc:sldMk cId="1962279143" sldId="1592"/>
            <ac:spMk id="120" creationId="{B50AB553-2A96-4A92-96F2-93548E096954}"/>
          </ac:spMkLst>
        </pc:spChg>
        <pc:spChg chg="add">
          <ac:chgData name="Mr. Sumit Sharma" userId="S::sumitsharma.cse@niet.co.in::0287a0e3-d7f5-4815-a5d5-4670a436bb9e" providerId="AD" clId="Web-{B7206FBC-3717-F983-ED3D-838EF64C2D4E}" dt="2023-09-02T10:05:04.462" v="82"/>
          <ac:spMkLst>
            <pc:docMk/>
            <pc:sldMk cId="1962279143" sldId="1592"/>
            <ac:spMk id="122" creationId="{B50AB553-2A96-4A92-96F2-93548E096954}"/>
          </ac:spMkLst>
        </pc:spChg>
        <pc:graphicFrameChg chg="add del">
          <ac:chgData name="Mr. Sumit Sharma" userId="S::sumitsharma.cse@niet.co.in::0287a0e3-d7f5-4815-a5d5-4670a436bb9e" providerId="AD" clId="Web-{B7206FBC-3717-F983-ED3D-838EF64C2D4E}" dt="2023-09-02T10:03:56.382" v="68"/>
          <ac:graphicFrameMkLst>
            <pc:docMk/>
            <pc:sldMk cId="1962279143" sldId="1592"/>
            <ac:graphicFrameMk id="99" creationId="{63BE53A6-09EE-068E-26C5-722FA76DCF6D}"/>
          </ac:graphicFrameMkLst>
        </pc:graphicFrameChg>
        <pc:graphicFrameChg chg="add del">
          <ac:chgData name="Mr. Sumit Sharma" userId="S::sumitsharma.cse@niet.co.in::0287a0e3-d7f5-4815-a5d5-4670a436bb9e" providerId="AD" clId="Web-{B7206FBC-3717-F983-ED3D-838EF64C2D4E}" dt="2023-09-02T10:03:59.773" v="70"/>
          <ac:graphicFrameMkLst>
            <pc:docMk/>
            <pc:sldMk cId="1962279143" sldId="1592"/>
            <ac:graphicFrameMk id="113" creationId="{D794FC97-3070-32CB-802C-3781989ABC24}"/>
          </ac:graphicFrameMkLst>
        </pc:graphicFrameChg>
        <pc:graphicFrameChg chg="add mod modGraphic">
          <ac:chgData name="Mr. Sumit Sharma" userId="S::sumitsharma.cse@niet.co.in::0287a0e3-d7f5-4815-a5d5-4670a436bb9e" providerId="AD" clId="Web-{B7206FBC-3717-F983-ED3D-838EF64C2D4E}" dt="2023-09-02T10:05:04.462" v="82"/>
          <ac:graphicFrameMkLst>
            <pc:docMk/>
            <pc:sldMk cId="1962279143" sldId="1592"/>
            <ac:graphicFrameMk id="115" creationId="{5E7B02D7-812F-8FB5-ACDD-4128603C06A6}"/>
          </ac:graphicFrameMkLst>
        </pc:graphicFrameChg>
        <pc:picChg chg="add mod">
          <ac:chgData name="Mr. Sumit Sharma" userId="S::sumitsharma.cse@niet.co.in::0287a0e3-d7f5-4815-a5d5-4670a436bb9e" providerId="AD" clId="Web-{B7206FBC-3717-F983-ED3D-838EF64C2D4E}" dt="2023-09-02T10:05:04.462" v="82"/>
          <ac:picMkLst>
            <pc:docMk/>
            <pc:sldMk cId="1962279143" sldId="1592"/>
            <ac:picMk id="100" creationId="{BDBED482-911F-537F-5D62-98F4E2E96787}"/>
          </ac:picMkLst>
        </pc:picChg>
        <pc:cxnChg chg="add del">
          <ac:chgData name="Mr. Sumit Sharma" userId="S::sumitsharma.cse@niet.co.in::0287a0e3-d7f5-4815-a5d5-4670a436bb9e" providerId="AD" clId="Web-{B7206FBC-3717-F983-ED3D-838EF64C2D4E}" dt="2023-09-02T10:03:56.382" v="68"/>
          <ac:cxnSpMkLst>
            <pc:docMk/>
            <pc:sldMk cId="1962279143" sldId="1592"/>
            <ac:cxnSpMk id="105" creationId="{EE504C98-6397-41C1-A8D8-2D9C4ED307E0}"/>
          </ac:cxnSpMkLst>
        </pc:cxnChg>
      </pc:sldChg>
    </pc:docChg>
  </pc:docChgLst>
  <pc:docChgLst>
    <pc:chgData name="Mr. Sumit Sharma" userId="S::sumitsharma.cse@niet.co.in::0287a0e3-d7f5-4815-a5d5-4670a436bb9e" providerId="AD" clId="Web-{6B0B12BF-768C-BCA1-41EE-748C06158B21}"/>
    <pc:docChg chg="modSld">
      <pc:chgData name="Mr. Sumit Sharma" userId="S::sumitsharma.cse@niet.co.in::0287a0e3-d7f5-4815-a5d5-4670a436bb9e" providerId="AD" clId="Web-{6B0B12BF-768C-BCA1-41EE-748C06158B21}" dt="2023-10-09T06:56:18.316" v="84" actId="14100"/>
      <pc:docMkLst>
        <pc:docMk/>
      </pc:docMkLst>
      <pc:sldChg chg="modSp">
        <pc:chgData name="Mr. Sumit Sharma" userId="S::sumitsharma.cse@niet.co.in::0287a0e3-d7f5-4815-a5d5-4670a436bb9e" providerId="AD" clId="Web-{6B0B12BF-768C-BCA1-41EE-748C06158B21}" dt="2023-10-09T06:56:18.316" v="84" actId="14100"/>
        <pc:sldMkLst>
          <pc:docMk/>
          <pc:sldMk cId="3790317566" sldId="332"/>
        </pc:sldMkLst>
        <pc:spChg chg="mod">
          <ac:chgData name="Mr. Sumit Sharma" userId="S::sumitsharma.cse@niet.co.in::0287a0e3-d7f5-4815-a5d5-4670a436bb9e" providerId="AD" clId="Web-{6B0B12BF-768C-BCA1-41EE-748C06158B21}" dt="2023-10-09T06:56:18.316" v="84" actId="14100"/>
          <ac:spMkLst>
            <pc:docMk/>
            <pc:sldMk cId="3790317566" sldId="332"/>
            <ac:spMk id="3" creationId="{00000000-0000-0000-0000-000000000000}"/>
          </ac:spMkLst>
        </pc:spChg>
      </pc:sldChg>
    </pc:docChg>
  </pc:docChgLst>
</pc:chgInfo>
</file>

<file path=ppt/diagrams/_rels/data6.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ata7.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image" Target="../media/image6.png"/></Relationships>
</file>

<file path=ppt/diagrams/_rels/data8.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image" Target="../media/image6.png"/></Relationships>
</file>

<file path=ppt/diagrams/_rels/data9.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image" Target="../media/image6.png"/></Relationships>
</file>

<file path=ppt/diagrams/_rels/data10.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image" Target="../media/image6.png"/></Relationships>
</file>

<file path=ppt/diagrams/_rels/drawing6.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rawing7.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image" Target="../media/image6.png"/></Relationships>
</file>

<file path=ppt/diagrams/_rels/drawing8.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image" Target="../media/image6.png"/></Relationships>
</file>

<file path=ppt/diagrams/_rels/drawing9.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image" Target="../media/image6.png"/></Relationships>
</file>

<file path=ppt/diagrams/_rels/drawing10.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image" Target="../media/image6.pn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0C5DFA9-ABC3-45C0-9AED-59AD22D454ED}"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5E7300D4-C6C6-4FE6-B85A-C36EEC490CE9}">
      <dgm:prSet/>
      <dgm:spPr/>
      <dgm:t>
        <a:bodyPr/>
        <a:lstStyle/>
        <a:p>
          <a:r>
            <a:rPr lang="en-US"/>
            <a:t>Programming Skills, </a:t>
          </a:r>
        </a:p>
      </dgm:t>
    </dgm:pt>
    <dgm:pt modelId="{85FDBDC8-DD3D-47BD-9E25-054FD0311A9F}" type="parTrans" cxnId="{B461D1D8-426E-4A49-B763-0F74CB2B49DB}">
      <dgm:prSet/>
      <dgm:spPr/>
      <dgm:t>
        <a:bodyPr/>
        <a:lstStyle/>
        <a:p>
          <a:endParaRPr lang="en-US"/>
        </a:p>
      </dgm:t>
    </dgm:pt>
    <dgm:pt modelId="{6E9B61CB-0BAA-4510-9720-D26DD44E7A63}" type="sibTrans" cxnId="{B461D1D8-426E-4A49-B763-0F74CB2B49DB}">
      <dgm:prSet/>
      <dgm:spPr/>
      <dgm:t>
        <a:bodyPr/>
        <a:lstStyle/>
        <a:p>
          <a:endParaRPr lang="en-US"/>
        </a:p>
      </dgm:t>
    </dgm:pt>
    <dgm:pt modelId="{1EB2BA83-759E-4258-A3A9-61BA3CC35EED}">
      <dgm:prSet/>
      <dgm:spPr/>
      <dgm:t>
        <a:bodyPr/>
        <a:lstStyle/>
        <a:p>
          <a:r>
            <a:rPr lang="en-US"/>
            <a:t>Data Structures, </a:t>
          </a:r>
        </a:p>
      </dgm:t>
    </dgm:pt>
    <dgm:pt modelId="{C5C97493-806B-4641-8FF9-5310677E677F}" type="parTrans" cxnId="{5DB907FF-DEBF-484C-B9FB-313937D24BA1}">
      <dgm:prSet/>
      <dgm:spPr/>
      <dgm:t>
        <a:bodyPr/>
        <a:lstStyle/>
        <a:p>
          <a:endParaRPr lang="en-US"/>
        </a:p>
      </dgm:t>
    </dgm:pt>
    <dgm:pt modelId="{BBED9162-9A60-4513-A769-5DCECFD635C0}" type="sibTrans" cxnId="{5DB907FF-DEBF-484C-B9FB-313937D24BA1}">
      <dgm:prSet/>
      <dgm:spPr/>
      <dgm:t>
        <a:bodyPr/>
        <a:lstStyle/>
        <a:p>
          <a:endParaRPr lang="en-US"/>
        </a:p>
      </dgm:t>
    </dgm:pt>
    <dgm:pt modelId="{A7F54C2D-DC2C-44F2-A4EC-BF692EBA8F59}">
      <dgm:prSet/>
      <dgm:spPr/>
      <dgm:t>
        <a:bodyPr/>
        <a:lstStyle/>
        <a:p>
          <a:r>
            <a:rPr lang="en-US"/>
            <a:t>Algorithms, </a:t>
          </a:r>
        </a:p>
      </dgm:t>
    </dgm:pt>
    <dgm:pt modelId="{AC6AC76D-66BA-4488-8327-3D59721003B2}" type="parTrans" cxnId="{306F2BAD-7DBE-4D28-B3DA-5CE6A1CC1B4F}">
      <dgm:prSet/>
      <dgm:spPr/>
      <dgm:t>
        <a:bodyPr/>
        <a:lstStyle/>
        <a:p>
          <a:endParaRPr lang="en-US"/>
        </a:p>
      </dgm:t>
    </dgm:pt>
    <dgm:pt modelId="{ECB8018D-143B-4888-90BF-ADA81571C7A9}" type="sibTrans" cxnId="{306F2BAD-7DBE-4D28-B3DA-5CE6A1CC1B4F}">
      <dgm:prSet/>
      <dgm:spPr/>
      <dgm:t>
        <a:bodyPr/>
        <a:lstStyle/>
        <a:p>
          <a:endParaRPr lang="en-US"/>
        </a:p>
      </dgm:t>
    </dgm:pt>
    <dgm:pt modelId="{E69C75EE-F567-408F-8322-385C5CA6627D}">
      <dgm:prSet/>
      <dgm:spPr/>
      <dgm:t>
        <a:bodyPr/>
        <a:lstStyle/>
        <a:p>
          <a:r>
            <a:rPr lang="en-US"/>
            <a:t>Probability and Statistics, </a:t>
          </a:r>
        </a:p>
      </dgm:t>
    </dgm:pt>
    <dgm:pt modelId="{490F5F0B-E13F-43F2-A69E-CE4BBB235925}" type="parTrans" cxnId="{02BA9FBF-21DC-4C35-8E11-DFE58812C17C}">
      <dgm:prSet/>
      <dgm:spPr/>
      <dgm:t>
        <a:bodyPr/>
        <a:lstStyle/>
        <a:p>
          <a:endParaRPr lang="en-US"/>
        </a:p>
      </dgm:t>
    </dgm:pt>
    <dgm:pt modelId="{E4AC6E53-A7F6-45EF-B939-4879C6DBA24D}" type="sibTrans" cxnId="{02BA9FBF-21DC-4C35-8E11-DFE58812C17C}">
      <dgm:prSet/>
      <dgm:spPr/>
      <dgm:t>
        <a:bodyPr/>
        <a:lstStyle/>
        <a:p>
          <a:endParaRPr lang="en-US"/>
        </a:p>
      </dgm:t>
    </dgm:pt>
    <dgm:pt modelId="{F12AA9DC-334D-47AA-8C34-C93948D55C50}">
      <dgm:prSet/>
      <dgm:spPr/>
      <dgm:t>
        <a:bodyPr/>
        <a:lstStyle/>
        <a:p>
          <a:r>
            <a:rPr lang="en-US"/>
            <a:t>Machine Learning.</a:t>
          </a:r>
        </a:p>
      </dgm:t>
    </dgm:pt>
    <dgm:pt modelId="{82D2CD77-3E49-4173-9D77-4430FBDADE97}" type="parTrans" cxnId="{1216A3FF-6CF2-431D-9672-49E718DECFBD}">
      <dgm:prSet/>
      <dgm:spPr/>
      <dgm:t>
        <a:bodyPr/>
        <a:lstStyle/>
        <a:p>
          <a:endParaRPr lang="en-US"/>
        </a:p>
      </dgm:t>
    </dgm:pt>
    <dgm:pt modelId="{94BD0838-7895-4176-9F2D-BDE7644023CE}" type="sibTrans" cxnId="{1216A3FF-6CF2-431D-9672-49E718DECFBD}">
      <dgm:prSet/>
      <dgm:spPr/>
      <dgm:t>
        <a:bodyPr/>
        <a:lstStyle/>
        <a:p>
          <a:endParaRPr lang="en-US"/>
        </a:p>
      </dgm:t>
    </dgm:pt>
    <dgm:pt modelId="{409D0585-E901-4C3F-89D4-BCBAA8E35A83}" type="pres">
      <dgm:prSet presAssocID="{70C5DFA9-ABC3-45C0-9AED-59AD22D454ED}" presName="linear" presStyleCnt="0">
        <dgm:presLayoutVars>
          <dgm:animLvl val="lvl"/>
          <dgm:resizeHandles val="exact"/>
        </dgm:presLayoutVars>
      </dgm:prSet>
      <dgm:spPr/>
    </dgm:pt>
    <dgm:pt modelId="{B7094B42-DE61-4013-A691-8BC7A1058ADF}" type="pres">
      <dgm:prSet presAssocID="{5E7300D4-C6C6-4FE6-B85A-C36EEC490CE9}" presName="parentText" presStyleLbl="node1" presStyleIdx="0" presStyleCnt="5">
        <dgm:presLayoutVars>
          <dgm:chMax val="0"/>
          <dgm:bulletEnabled val="1"/>
        </dgm:presLayoutVars>
      </dgm:prSet>
      <dgm:spPr/>
    </dgm:pt>
    <dgm:pt modelId="{2789E6BB-9E49-44BD-B75F-08439103197B}" type="pres">
      <dgm:prSet presAssocID="{6E9B61CB-0BAA-4510-9720-D26DD44E7A63}" presName="spacer" presStyleCnt="0"/>
      <dgm:spPr/>
    </dgm:pt>
    <dgm:pt modelId="{0D726924-1EF3-46AD-A2F0-649908CFB024}" type="pres">
      <dgm:prSet presAssocID="{1EB2BA83-759E-4258-A3A9-61BA3CC35EED}" presName="parentText" presStyleLbl="node1" presStyleIdx="1" presStyleCnt="5">
        <dgm:presLayoutVars>
          <dgm:chMax val="0"/>
          <dgm:bulletEnabled val="1"/>
        </dgm:presLayoutVars>
      </dgm:prSet>
      <dgm:spPr/>
    </dgm:pt>
    <dgm:pt modelId="{267C93AD-6609-4C5B-BBA4-C31E29081629}" type="pres">
      <dgm:prSet presAssocID="{BBED9162-9A60-4513-A769-5DCECFD635C0}" presName="spacer" presStyleCnt="0"/>
      <dgm:spPr/>
    </dgm:pt>
    <dgm:pt modelId="{083E6DF9-FF45-474B-B9B1-C36D0BCB4DAE}" type="pres">
      <dgm:prSet presAssocID="{A7F54C2D-DC2C-44F2-A4EC-BF692EBA8F59}" presName="parentText" presStyleLbl="node1" presStyleIdx="2" presStyleCnt="5">
        <dgm:presLayoutVars>
          <dgm:chMax val="0"/>
          <dgm:bulletEnabled val="1"/>
        </dgm:presLayoutVars>
      </dgm:prSet>
      <dgm:spPr/>
    </dgm:pt>
    <dgm:pt modelId="{92BB54E9-80B3-4F7B-BEE5-CB34F884F0F7}" type="pres">
      <dgm:prSet presAssocID="{ECB8018D-143B-4888-90BF-ADA81571C7A9}" presName="spacer" presStyleCnt="0"/>
      <dgm:spPr/>
    </dgm:pt>
    <dgm:pt modelId="{A639AE38-BDEB-4C8E-B0E9-03E676AF7926}" type="pres">
      <dgm:prSet presAssocID="{E69C75EE-F567-408F-8322-385C5CA6627D}" presName="parentText" presStyleLbl="node1" presStyleIdx="3" presStyleCnt="5">
        <dgm:presLayoutVars>
          <dgm:chMax val="0"/>
          <dgm:bulletEnabled val="1"/>
        </dgm:presLayoutVars>
      </dgm:prSet>
      <dgm:spPr/>
    </dgm:pt>
    <dgm:pt modelId="{7C762EF1-AEE1-4719-BB82-9E8D0B603651}" type="pres">
      <dgm:prSet presAssocID="{E4AC6E53-A7F6-45EF-B939-4879C6DBA24D}" presName="spacer" presStyleCnt="0"/>
      <dgm:spPr/>
    </dgm:pt>
    <dgm:pt modelId="{1EC13922-A5FD-459A-BC53-B96D19311172}" type="pres">
      <dgm:prSet presAssocID="{F12AA9DC-334D-47AA-8C34-C93948D55C50}" presName="parentText" presStyleLbl="node1" presStyleIdx="4" presStyleCnt="5">
        <dgm:presLayoutVars>
          <dgm:chMax val="0"/>
          <dgm:bulletEnabled val="1"/>
        </dgm:presLayoutVars>
      </dgm:prSet>
      <dgm:spPr/>
    </dgm:pt>
  </dgm:ptLst>
  <dgm:cxnLst>
    <dgm:cxn modelId="{1B759346-B9FA-461A-9DC7-7F80EFDB2A46}" type="presOf" srcId="{F12AA9DC-334D-47AA-8C34-C93948D55C50}" destId="{1EC13922-A5FD-459A-BC53-B96D19311172}" srcOrd="0" destOrd="0" presId="urn:microsoft.com/office/officeart/2005/8/layout/vList2"/>
    <dgm:cxn modelId="{3FB6696E-9C5E-4053-BC71-E360A50CC319}" type="presOf" srcId="{A7F54C2D-DC2C-44F2-A4EC-BF692EBA8F59}" destId="{083E6DF9-FF45-474B-B9B1-C36D0BCB4DAE}" srcOrd="0" destOrd="0" presId="urn:microsoft.com/office/officeart/2005/8/layout/vList2"/>
    <dgm:cxn modelId="{3ADF15AB-7ED9-4264-B7E6-B66F9894CF2A}" type="presOf" srcId="{1EB2BA83-759E-4258-A3A9-61BA3CC35EED}" destId="{0D726924-1EF3-46AD-A2F0-649908CFB024}" srcOrd="0" destOrd="0" presId="urn:microsoft.com/office/officeart/2005/8/layout/vList2"/>
    <dgm:cxn modelId="{306F2BAD-7DBE-4D28-B3DA-5CE6A1CC1B4F}" srcId="{70C5DFA9-ABC3-45C0-9AED-59AD22D454ED}" destId="{A7F54C2D-DC2C-44F2-A4EC-BF692EBA8F59}" srcOrd="2" destOrd="0" parTransId="{AC6AC76D-66BA-4488-8327-3D59721003B2}" sibTransId="{ECB8018D-143B-4888-90BF-ADA81571C7A9}"/>
    <dgm:cxn modelId="{02BA9FBF-21DC-4C35-8E11-DFE58812C17C}" srcId="{70C5DFA9-ABC3-45C0-9AED-59AD22D454ED}" destId="{E69C75EE-F567-408F-8322-385C5CA6627D}" srcOrd="3" destOrd="0" parTransId="{490F5F0B-E13F-43F2-A69E-CE4BBB235925}" sibTransId="{E4AC6E53-A7F6-45EF-B939-4879C6DBA24D}"/>
    <dgm:cxn modelId="{4C2F11C7-A5F2-4EA7-840E-7EAD4573CF94}" type="presOf" srcId="{5E7300D4-C6C6-4FE6-B85A-C36EEC490CE9}" destId="{B7094B42-DE61-4013-A691-8BC7A1058ADF}" srcOrd="0" destOrd="0" presId="urn:microsoft.com/office/officeart/2005/8/layout/vList2"/>
    <dgm:cxn modelId="{B461D1D8-426E-4A49-B763-0F74CB2B49DB}" srcId="{70C5DFA9-ABC3-45C0-9AED-59AD22D454ED}" destId="{5E7300D4-C6C6-4FE6-B85A-C36EEC490CE9}" srcOrd="0" destOrd="0" parTransId="{85FDBDC8-DD3D-47BD-9E25-054FD0311A9F}" sibTransId="{6E9B61CB-0BAA-4510-9720-D26DD44E7A63}"/>
    <dgm:cxn modelId="{F18FDEE9-5B08-4D0B-932D-770C7116F7A6}" type="presOf" srcId="{70C5DFA9-ABC3-45C0-9AED-59AD22D454ED}" destId="{409D0585-E901-4C3F-89D4-BCBAA8E35A83}" srcOrd="0" destOrd="0" presId="urn:microsoft.com/office/officeart/2005/8/layout/vList2"/>
    <dgm:cxn modelId="{6F64FAF2-A944-41A0-8BE1-ABC0F6407A90}" type="presOf" srcId="{E69C75EE-F567-408F-8322-385C5CA6627D}" destId="{A639AE38-BDEB-4C8E-B0E9-03E676AF7926}" srcOrd="0" destOrd="0" presId="urn:microsoft.com/office/officeart/2005/8/layout/vList2"/>
    <dgm:cxn modelId="{5DB907FF-DEBF-484C-B9FB-313937D24BA1}" srcId="{70C5DFA9-ABC3-45C0-9AED-59AD22D454ED}" destId="{1EB2BA83-759E-4258-A3A9-61BA3CC35EED}" srcOrd="1" destOrd="0" parTransId="{C5C97493-806B-4641-8FF9-5310677E677F}" sibTransId="{BBED9162-9A60-4513-A769-5DCECFD635C0}"/>
    <dgm:cxn modelId="{1216A3FF-6CF2-431D-9672-49E718DECFBD}" srcId="{70C5DFA9-ABC3-45C0-9AED-59AD22D454ED}" destId="{F12AA9DC-334D-47AA-8C34-C93948D55C50}" srcOrd="4" destOrd="0" parTransId="{82D2CD77-3E49-4173-9D77-4430FBDADE97}" sibTransId="{94BD0838-7895-4176-9F2D-BDE7644023CE}"/>
    <dgm:cxn modelId="{90537085-4C00-4316-9736-C928E8E14888}" type="presParOf" srcId="{409D0585-E901-4C3F-89D4-BCBAA8E35A83}" destId="{B7094B42-DE61-4013-A691-8BC7A1058ADF}" srcOrd="0" destOrd="0" presId="urn:microsoft.com/office/officeart/2005/8/layout/vList2"/>
    <dgm:cxn modelId="{E503B1D4-9074-4232-BC98-91FB42FBA403}" type="presParOf" srcId="{409D0585-E901-4C3F-89D4-BCBAA8E35A83}" destId="{2789E6BB-9E49-44BD-B75F-08439103197B}" srcOrd="1" destOrd="0" presId="urn:microsoft.com/office/officeart/2005/8/layout/vList2"/>
    <dgm:cxn modelId="{E80E2AE9-D00D-4CAA-914A-33421114BF7E}" type="presParOf" srcId="{409D0585-E901-4C3F-89D4-BCBAA8E35A83}" destId="{0D726924-1EF3-46AD-A2F0-649908CFB024}" srcOrd="2" destOrd="0" presId="urn:microsoft.com/office/officeart/2005/8/layout/vList2"/>
    <dgm:cxn modelId="{79653562-BDEB-4C4F-A9AD-6BB3CF9F5C91}" type="presParOf" srcId="{409D0585-E901-4C3F-89D4-BCBAA8E35A83}" destId="{267C93AD-6609-4C5B-BBA4-C31E29081629}" srcOrd="3" destOrd="0" presId="urn:microsoft.com/office/officeart/2005/8/layout/vList2"/>
    <dgm:cxn modelId="{31345C0A-E806-46B7-BCFA-72527C6B518C}" type="presParOf" srcId="{409D0585-E901-4C3F-89D4-BCBAA8E35A83}" destId="{083E6DF9-FF45-474B-B9B1-C36D0BCB4DAE}" srcOrd="4" destOrd="0" presId="urn:microsoft.com/office/officeart/2005/8/layout/vList2"/>
    <dgm:cxn modelId="{2CB45950-D0EE-42C6-BBAA-6D28780B5F38}" type="presParOf" srcId="{409D0585-E901-4C3F-89D4-BCBAA8E35A83}" destId="{92BB54E9-80B3-4F7B-BEE5-CB34F884F0F7}" srcOrd="5" destOrd="0" presId="urn:microsoft.com/office/officeart/2005/8/layout/vList2"/>
    <dgm:cxn modelId="{AE93A50C-E051-4883-B77A-2325C7B73BFB}" type="presParOf" srcId="{409D0585-E901-4C3F-89D4-BCBAA8E35A83}" destId="{A639AE38-BDEB-4C8E-B0E9-03E676AF7926}" srcOrd="6" destOrd="0" presId="urn:microsoft.com/office/officeart/2005/8/layout/vList2"/>
    <dgm:cxn modelId="{3A4A8D49-F88B-4099-B0E9-3D96AD4CCBF5}" type="presParOf" srcId="{409D0585-E901-4C3F-89D4-BCBAA8E35A83}" destId="{7C762EF1-AEE1-4719-BB82-9E8D0B603651}" srcOrd="7" destOrd="0" presId="urn:microsoft.com/office/officeart/2005/8/layout/vList2"/>
    <dgm:cxn modelId="{8102CD98-65EA-4DD8-9090-3B03B5449001}" type="presParOf" srcId="{409D0585-E901-4C3F-89D4-BCBAA8E35A83}" destId="{1EC13922-A5FD-459A-BC53-B96D19311172}"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8CAF228-C70E-43C4-B248-C2DCC42C6A87}"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49BD279B-5107-4DEA-BC07-123CC51F30E9}">
      <dgm:prSet/>
      <dgm:spPr/>
      <dgm:t>
        <a:bodyPr/>
        <a:lstStyle/>
        <a:p>
          <a:pPr rtl="0"/>
          <a:r>
            <a:rPr lang="en-US" dirty="0">
              <a:solidFill>
                <a:srgbClr val="374151"/>
              </a:solidFill>
            </a:rPr>
            <a:t>Text analysis, also known as text mining or text analytics</a:t>
          </a:r>
          <a:r>
            <a:rPr lang="en-US" dirty="0">
              <a:solidFill>
                <a:srgbClr val="374151"/>
              </a:solidFill>
              <a:latin typeface="Calibri"/>
            </a:rPr>
            <a:t>.</a:t>
          </a:r>
        </a:p>
      </dgm:t>
    </dgm:pt>
    <dgm:pt modelId="{13C22562-716F-4D3C-8425-030582DE48BE}" type="parTrans" cxnId="{5D561A0D-B873-416C-A868-90DCA863E698}">
      <dgm:prSet/>
      <dgm:spPr/>
      <dgm:t>
        <a:bodyPr/>
        <a:lstStyle/>
        <a:p>
          <a:endParaRPr lang="en-US"/>
        </a:p>
      </dgm:t>
    </dgm:pt>
    <dgm:pt modelId="{22F22127-0EFB-47E7-991D-546FE985192A}" type="sibTrans" cxnId="{5D561A0D-B873-416C-A868-90DCA863E698}">
      <dgm:prSet/>
      <dgm:spPr/>
      <dgm:t>
        <a:bodyPr/>
        <a:lstStyle/>
        <a:p>
          <a:endParaRPr lang="en-US"/>
        </a:p>
      </dgm:t>
    </dgm:pt>
    <dgm:pt modelId="{F958426E-9B81-44EE-96DC-79C4293B0BC3}">
      <dgm:prSet phldr="0"/>
      <dgm:spPr/>
      <dgm:t>
        <a:bodyPr/>
        <a:lstStyle/>
        <a:p>
          <a:pPr rtl="0"/>
          <a:r>
            <a:rPr lang="en-US" dirty="0">
              <a:solidFill>
                <a:srgbClr val="374151"/>
              </a:solidFill>
              <a:latin typeface="Calibri"/>
            </a:rPr>
            <a:t>It</a:t>
          </a:r>
          <a:r>
            <a:rPr lang="en-US" dirty="0">
              <a:solidFill>
                <a:srgbClr val="374151"/>
              </a:solidFill>
            </a:rPr>
            <a:t> is the process of extracting useful information, patterns, and insights from unstructured text data. </a:t>
          </a:r>
          <a:endParaRPr lang="en-US" dirty="0">
            <a:latin typeface="Calibri"/>
          </a:endParaRPr>
        </a:p>
      </dgm:t>
    </dgm:pt>
    <dgm:pt modelId="{49C3FC8D-D4FC-4181-B2A8-9F7383CD6C11}" type="parTrans" cxnId="{AF04BC97-FC44-4C19-B768-7D1F90D2E171}">
      <dgm:prSet/>
      <dgm:spPr/>
    </dgm:pt>
    <dgm:pt modelId="{2E7F66A9-A772-462A-BB7B-EE74B4D9B2C6}" type="sibTrans" cxnId="{AF04BC97-FC44-4C19-B768-7D1F90D2E171}">
      <dgm:prSet/>
      <dgm:spPr/>
    </dgm:pt>
    <dgm:pt modelId="{06ECA1F4-4DCD-406E-8F02-556CD370C7ED}">
      <dgm:prSet phldr="0"/>
      <dgm:spPr/>
      <dgm:t>
        <a:bodyPr/>
        <a:lstStyle/>
        <a:p>
          <a:pPr rtl="0"/>
          <a:r>
            <a:rPr lang="en-US" dirty="0">
              <a:solidFill>
                <a:srgbClr val="374151"/>
              </a:solidFill>
            </a:rPr>
            <a:t>It involves various techniques and methods to transform raw text into structured and meaningful information that can be used for decision-making, information retrieval, and knowledge discovery. </a:t>
          </a:r>
          <a:endParaRPr lang="en-US" dirty="0">
            <a:latin typeface="Calibri"/>
          </a:endParaRPr>
        </a:p>
      </dgm:t>
    </dgm:pt>
    <dgm:pt modelId="{97010A4A-E384-45B2-AA4F-60C7506C55ED}" type="parTrans" cxnId="{2A8C0CEC-BD8B-4CBF-A895-B2EAAA3D6967}">
      <dgm:prSet/>
      <dgm:spPr/>
    </dgm:pt>
    <dgm:pt modelId="{FCF8A694-60CE-4C51-98BE-E10D33FA0E86}" type="sibTrans" cxnId="{2A8C0CEC-BD8B-4CBF-A895-B2EAAA3D6967}">
      <dgm:prSet/>
      <dgm:spPr/>
    </dgm:pt>
    <dgm:pt modelId="{679703E0-0FAB-434C-A683-260C317D7973}">
      <dgm:prSet phldr="0"/>
      <dgm:spPr/>
      <dgm:t>
        <a:bodyPr/>
        <a:lstStyle/>
        <a:p>
          <a:r>
            <a:rPr lang="en-US" dirty="0">
              <a:solidFill>
                <a:srgbClr val="374151"/>
              </a:solidFill>
            </a:rPr>
            <a:t>Text </a:t>
          </a:r>
          <a:r>
            <a:rPr lang="en-US" dirty="0">
              <a:solidFill>
                <a:srgbClr val="374151"/>
              </a:solidFill>
              <a:latin typeface="Calibri"/>
            </a:rPr>
            <a:t>Analysis</a:t>
          </a:r>
          <a:r>
            <a:rPr lang="en-US" dirty="0">
              <a:solidFill>
                <a:srgbClr val="374151"/>
              </a:solidFill>
            </a:rPr>
            <a:t> can be applied to a wide range of text sources, including documents, social media posts, emails, customer reviews, news articles, and more.</a:t>
          </a:r>
          <a:endParaRPr lang="en-US" dirty="0"/>
        </a:p>
      </dgm:t>
    </dgm:pt>
    <dgm:pt modelId="{C9905D28-AB96-43C4-AD2A-1B84EA61D1DC}" type="parTrans" cxnId="{94194214-8C26-475B-9F3E-ED85A0FE1803}">
      <dgm:prSet/>
      <dgm:spPr/>
    </dgm:pt>
    <dgm:pt modelId="{0AA9E9F6-CC16-4FDF-90FB-6D0AED6B925F}" type="sibTrans" cxnId="{94194214-8C26-475B-9F3E-ED85A0FE1803}">
      <dgm:prSet/>
      <dgm:spPr/>
    </dgm:pt>
    <dgm:pt modelId="{33A8B12B-FEFF-4A4B-988E-2E0A309885BA}" type="pres">
      <dgm:prSet presAssocID="{38CAF228-C70E-43C4-B248-C2DCC42C6A87}" presName="linear" presStyleCnt="0">
        <dgm:presLayoutVars>
          <dgm:animLvl val="lvl"/>
          <dgm:resizeHandles val="exact"/>
        </dgm:presLayoutVars>
      </dgm:prSet>
      <dgm:spPr/>
    </dgm:pt>
    <dgm:pt modelId="{09F7F36D-C0E7-40B5-8537-A50273CE2246}" type="pres">
      <dgm:prSet presAssocID="{49BD279B-5107-4DEA-BC07-123CC51F30E9}" presName="parentText" presStyleLbl="node1" presStyleIdx="0" presStyleCnt="4">
        <dgm:presLayoutVars>
          <dgm:chMax val="0"/>
          <dgm:bulletEnabled val="1"/>
        </dgm:presLayoutVars>
      </dgm:prSet>
      <dgm:spPr/>
    </dgm:pt>
    <dgm:pt modelId="{CE12152A-AB15-4A33-8D98-B5AFC256DC13}" type="pres">
      <dgm:prSet presAssocID="{22F22127-0EFB-47E7-991D-546FE985192A}" presName="spacer" presStyleCnt="0"/>
      <dgm:spPr/>
    </dgm:pt>
    <dgm:pt modelId="{F5148E5C-8D1C-4327-833D-359C55C5A927}" type="pres">
      <dgm:prSet presAssocID="{F958426E-9B81-44EE-96DC-79C4293B0BC3}" presName="parentText" presStyleLbl="node1" presStyleIdx="1" presStyleCnt="4">
        <dgm:presLayoutVars>
          <dgm:chMax val="0"/>
          <dgm:bulletEnabled val="1"/>
        </dgm:presLayoutVars>
      </dgm:prSet>
      <dgm:spPr/>
    </dgm:pt>
    <dgm:pt modelId="{89D7AB98-BF84-4E7B-A844-941FFDB97DC1}" type="pres">
      <dgm:prSet presAssocID="{2E7F66A9-A772-462A-BB7B-EE74B4D9B2C6}" presName="spacer" presStyleCnt="0"/>
      <dgm:spPr/>
    </dgm:pt>
    <dgm:pt modelId="{4AEBCCD6-B42E-4F14-8247-90A6D17A773B}" type="pres">
      <dgm:prSet presAssocID="{06ECA1F4-4DCD-406E-8F02-556CD370C7ED}" presName="parentText" presStyleLbl="node1" presStyleIdx="2" presStyleCnt="4">
        <dgm:presLayoutVars>
          <dgm:chMax val="0"/>
          <dgm:bulletEnabled val="1"/>
        </dgm:presLayoutVars>
      </dgm:prSet>
      <dgm:spPr/>
    </dgm:pt>
    <dgm:pt modelId="{527EF239-C9AD-4C49-A793-308FCBB6770F}" type="pres">
      <dgm:prSet presAssocID="{FCF8A694-60CE-4C51-98BE-E10D33FA0E86}" presName="spacer" presStyleCnt="0"/>
      <dgm:spPr/>
    </dgm:pt>
    <dgm:pt modelId="{9D446D64-F98B-4E36-B35C-74C387DDCE70}" type="pres">
      <dgm:prSet presAssocID="{679703E0-0FAB-434C-A683-260C317D7973}" presName="parentText" presStyleLbl="node1" presStyleIdx="3" presStyleCnt="4">
        <dgm:presLayoutVars>
          <dgm:chMax val="0"/>
          <dgm:bulletEnabled val="1"/>
        </dgm:presLayoutVars>
      </dgm:prSet>
      <dgm:spPr/>
    </dgm:pt>
  </dgm:ptLst>
  <dgm:cxnLst>
    <dgm:cxn modelId="{5D561A0D-B873-416C-A868-90DCA863E698}" srcId="{38CAF228-C70E-43C4-B248-C2DCC42C6A87}" destId="{49BD279B-5107-4DEA-BC07-123CC51F30E9}" srcOrd="0" destOrd="0" parTransId="{13C22562-716F-4D3C-8425-030582DE48BE}" sibTransId="{22F22127-0EFB-47E7-991D-546FE985192A}"/>
    <dgm:cxn modelId="{94194214-8C26-475B-9F3E-ED85A0FE1803}" srcId="{38CAF228-C70E-43C4-B248-C2DCC42C6A87}" destId="{679703E0-0FAB-434C-A683-260C317D7973}" srcOrd="3" destOrd="0" parTransId="{C9905D28-AB96-43C4-AD2A-1B84EA61D1DC}" sibTransId="{0AA9E9F6-CC16-4FDF-90FB-6D0AED6B925F}"/>
    <dgm:cxn modelId="{6D24CC81-A0C6-4AFF-8154-2AF9A530E001}" type="presOf" srcId="{679703E0-0FAB-434C-A683-260C317D7973}" destId="{9D446D64-F98B-4E36-B35C-74C387DDCE70}" srcOrd="0" destOrd="0" presId="urn:microsoft.com/office/officeart/2005/8/layout/vList2"/>
    <dgm:cxn modelId="{C31E8786-AAAB-47D9-AAF4-7D0DE0B354E1}" type="presOf" srcId="{49BD279B-5107-4DEA-BC07-123CC51F30E9}" destId="{09F7F36D-C0E7-40B5-8537-A50273CE2246}" srcOrd="0" destOrd="0" presId="urn:microsoft.com/office/officeart/2005/8/layout/vList2"/>
    <dgm:cxn modelId="{F767BE90-0002-41B9-8F18-6DE2202CE237}" type="presOf" srcId="{F958426E-9B81-44EE-96DC-79C4293B0BC3}" destId="{F5148E5C-8D1C-4327-833D-359C55C5A927}" srcOrd="0" destOrd="0" presId="urn:microsoft.com/office/officeart/2005/8/layout/vList2"/>
    <dgm:cxn modelId="{AF04BC97-FC44-4C19-B768-7D1F90D2E171}" srcId="{38CAF228-C70E-43C4-B248-C2DCC42C6A87}" destId="{F958426E-9B81-44EE-96DC-79C4293B0BC3}" srcOrd="1" destOrd="0" parTransId="{49C3FC8D-D4FC-4181-B2A8-9F7383CD6C11}" sibTransId="{2E7F66A9-A772-462A-BB7B-EE74B4D9B2C6}"/>
    <dgm:cxn modelId="{E1CD13D3-4019-4472-BF0B-1E7F242102DA}" type="presOf" srcId="{06ECA1F4-4DCD-406E-8F02-556CD370C7ED}" destId="{4AEBCCD6-B42E-4F14-8247-90A6D17A773B}" srcOrd="0" destOrd="0" presId="urn:microsoft.com/office/officeart/2005/8/layout/vList2"/>
    <dgm:cxn modelId="{C2B42FE5-1F02-4DCD-A335-C7C120C6B5D0}" type="presOf" srcId="{38CAF228-C70E-43C4-B248-C2DCC42C6A87}" destId="{33A8B12B-FEFF-4A4B-988E-2E0A309885BA}" srcOrd="0" destOrd="0" presId="urn:microsoft.com/office/officeart/2005/8/layout/vList2"/>
    <dgm:cxn modelId="{2A8C0CEC-BD8B-4CBF-A895-B2EAAA3D6967}" srcId="{38CAF228-C70E-43C4-B248-C2DCC42C6A87}" destId="{06ECA1F4-4DCD-406E-8F02-556CD370C7ED}" srcOrd="2" destOrd="0" parTransId="{97010A4A-E384-45B2-AA4F-60C7506C55ED}" sibTransId="{FCF8A694-60CE-4C51-98BE-E10D33FA0E86}"/>
    <dgm:cxn modelId="{C73F1CAC-452A-4C04-82E1-9C8EE1FF68F1}" type="presParOf" srcId="{33A8B12B-FEFF-4A4B-988E-2E0A309885BA}" destId="{09F7F36D-C0E7-40B5-8537-A50273CE2246}" srcOrd="0" destOrd="0" presId="urn:microsoft.com/office/officeart/2005/8/layout/vList2"/>
    <dgm:cxn modelId="{C121BCD0-E7F6-4D41-8B6C-350B7ABDF481}" type="presParOf" srcId="{33A8B12B-FEFF-4A4B-988E-2E0A309885BA}" destId="{CE12152A-AB15-4A33-8D98-B5AFC256DC13}" srcOrd="1" destOrd="0" presId="urn:microsoft.com/office/officeart/2005/8/layout/vList2"/>
    <dgm:cxn modelId="{4856873E-BAD7-4D5D-91A7-60B9B2BF15FC}" type="presParOf" srcId="{33A8B12B-FEFF-4A4B-988E-2E0A309885BA}" destId="{F5148E5C-8D1C-4327-833D-359C55C5A927}" srcOrd="2" destOrd="0" presId="urn:microsoft.com/office/officeart/2005/8/layout/vList2"/>
    <dgm:cxn modelId="{D5CBEB85-5779-40F0-AA7A-2AF61656C84B}" type="presParOf" srcId="{33A8B12B-FEFF-4A4B-988E-2E0A309885BA}" destId="{89D7AB98-BF84-4E7B-A844-941FFDB97DC1}" srcOrd="3" destOrd="0" presId="urn:microsoft.com/office/officeart/2005/8/layout/vList2"/>
    <dgm:cxn modelId="{DF7DF52A-15CA-4ED9-9772-C985093B168C}" type="presParOf" srcId="{33A8B12B-FEFF-4A4B-988E-2E0A309885BA}" destId="{4AEBCCD6-B42E-4F14-8247-90A6D17A773B}" srcOrd="4" destOrd="0" presId="urn:microsoft.com/office/officeart/2005/8/layout/vList2"/>
    <dgm:cxn modelId="{040461D8-5681-46D4-8FCD-7682E528F51C}" type="presParOf" srcId="{33A8B12B-FEFF-4A4B-988E-2E0A309885BA}" destId="{527EF239-C9AD-4C49-A793-308FCBB6770F}" srcOrd="5" destOrd="0" presId="urn:microsoft.com/office/officeart/2005/8/layout/vList2"/>
    <dgm:cxn modelId="{5B7D84C2-D614-44AE-B3A4-0E9223477A31}" type="presParOf" srcId="{33A8B12B-FEFF-4A4B-988E-2E0A309885BA}" destId="{9D446D64-F98B-4E36-B35C-74C387DDCE70}"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8CAF228-C70E-43C4-B248-C2DCC42C6A87}"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49BD279B-5107-4DEA-BC07-123CC51F30E9}">
      <dgm:prSet/>
      <dgm:spPr/>
      <dgm:t>
        <a:bodyPr/>
        <a:lstStyle/>
        <a:p>
          <a:pPr algn="l"/>
          <a:r>
            <a:rPr lang="en-IN" b="1" dirty="0"/>
            <a:t>Text Preprocessing</a:t>
          </a:r>
          <a:r>
            <a:rPr lang="en-IN" dirty="0">
              <a:latin typeface="Calibri"/>
            </a:rPr>
            <a:t>: This involves cleaning and preparing text data for analysis. It includes tasks like tokenization (splitting text into words or phrases), removing punctuation, converting text to lowercase, and handling issues like stopwords (common words like "and," "the," "is" that are often removed because they don't carry significant meaning) and stemming (reducing words to their root form).</a:t>
          </a:r>
          <a:endParaRPr lang="en-US" dirty="0"/>
        </a:p>
      </dgm:t>
    </dgm:pt>
    <dgm:pt modelId="{13C22562-716F-4D3C-8425-030582DE48BE}" type="parTrans" cxnId="{5D561A0D-B873-416C-A868-90DCA863E698}">
      <dgm:prSet/>
      <dgm:spPr/>
      <dgm:t>
        <a:bodyPr/>
        <a:lstStyle/>
        <a:p>
          <a:endParaRPr lang="en-US"/>
        </a:p>
      </dgm:t>
    </dgm:pt>
    <dgm:pt modelId="{22F22127-0EFB-47E7-991D-546FE985192A}" type="sibTrans" cxnId="{5D561A0D-B873-416C-A868-90DCA863E698}">
      <dgm:prSet/>
      <dgm:spPr/>
      <dgm:t>
        <a:bodyPr/>
        <a:lstStyle/>
        <a:p>
          <a:endParaRPr lang="en-US"/>
        </a:p>
      </dgm:t>
    </dgm:pt>
    <dgm:pt modelId="{67B9F499-22A8-493B-A204-2EDC6B3D62BD}">
      <dgm:prSet phldr="0"/>
      <dgm:spPr/>
      <dgm:t>
        <a:bodyPr/>
        <a:lstStyle/>
        <a:p>
          <a:pPr algn="l"/>
          <a:r>
            <a:rPr lang="en-IN" b="1" dirty="0"/>
            <a:t>Text Classification</a:t>
          </a:r>
          <a:r>
            <a:rPr lang="en-IN" b="0" dirty="0">
              <a:latin typeface="Calibri"/>
            </a:rPr>
            <a:t>: Text classification involves categorizing text data into predefined classes or categories. Common examples include spam email detection, sentiment analysis (classifying text as positive, negative, or neutral), and topic classification.</a:t>
          </a:r>
          <a:endParaRPr lang="en-US" b="0" dirty="0">
            <a:latin typeface="Calibri"/>
          </a:endParaRPr>
        </a:p>
      </dgm:t>
    </dgm:pt>
    <dgm:pt modelId="{07730BED-FD46-45E4-9A80-BECE46FBBBEB}" type="parTrans" cxnId="{910BB639-DECB-415D-99FA-FD868CD60BAB}">
      <dgm:prSet/>
      <dgm:spPr/>
    </dgm:pt>
    <dgm:pt modelId="{F6612922-F4A9-4A12-BEC3-1B1EF7D31B31}" type="sibTrans" cxnId="{910BB639-DECB-415D-99FA-FD868CD60BAB}">
      <dgm:prSet/>
      <dgm:spPr/>
    </dgm:pt>
    <dgm:pt modelId="{93024F02-B093-45C2-BCDF-6BD8F4BBA3E1}">
      <dgm:prSet phldr="0"/>
      <dgm:spPr/>
      <dgm:t>
        <a:bodyPr/>
        <a:lstStyle/>
        <a:p>
          <a:pPr algn="l"/>
          <a:r>
            <a:rPr lang="en-IN" b="1" dirty="0"/>
            <a:t>Named Entity Recognition (NER</a:t>
          </a:r>
          <a:r>
            <a:rPr lang="en-IN" b="0" dirty="0">
              <a:latin typeface="Calibri"/>
            </a:rPr>
            <a:t>): NER is the process of identifying and classifying entities (such as names of people, organizations, locations, dates, etc.) within text. It is essential for information extraction and can be used in applications like news article summarization and entity linking.</a:t>
          </a:r>
          <a:endParaRPr lang="en-US" b="0" dirty="0"/>
        </a:p>
      </dgm:t>
    </dgm:pt>
    <dgm:pt modelId="{85F77FEF-85BA-4933-9E4D-1FB1397E2DEF}" type="parTrans" cxnId="{2A3B9241-2491-41A1-A884-9079AB9EEBDC}">
      <dgm:prSet/>
      <dgm:spPr/>
    </dgm:pt>
    <dgm:pt modelId="{B5A5A239-111B-4BA3-B30C-3F3873077E57}" type="sibTrans" cxnId="{2A3B9241-2491-41A1-A884-9079AB9EEBDC}">
      <dgm:prSet/>
      <dgm:spPr/>
    </dgm:pt>
    <dgm:pt modelId="{F65D2C0B-8569-4A03-8524-99CAD91AB402}">
      <dgm:prSet phldr="0"/>
      <dgm:spPr/>
      <dgm:t>
        <a:bodyPr/>
        <a:lstStyle/>
        <a:p>
          <a:pPr algn="l"/>
          <a:r>
            <a:rPr lang="en-IN" b="1" dirty="0"/>
            <a:t>Sentiment Analysis</a:t>
          </a:r>
          <a:r>
            <a:rPr lang="en-IN" b="0" dirty="0">
              <a:latin typeface="Calibri"/>
            </a:rPr>
            <a:t>: Sentiment analysis, also known as opinion mining, determines the sentiment or emotional tone expressed in a piece of text. It's often used to gauge public opinion on products, services, or topics by classifying text as positive, negative, or neutral.</a:t>
          </a:r>
          <a:endParaRPr lang="en-US" b="0" dirty="0"/>
        </a:p>
      </dgm:t>
    </dgm:pt>
    <dgm:pt modelId="{5BF7D114-4E44-4C1F-8F3F-77C09AC9536B}" type="parTrans" cxnId="{356A1B0B-5E25-4B52-BFBA-19F5D1713C58}">
      <dgm:prSet/>
      <dgm:spPr/>
    </dgm:pt>
    <dgm:pt modelId="{4C2BD0EC-923F-46D3-904F-8B7610970463}" type="sibTrans" cxnId="{356A1B0B-5E25-4B52-BFBA-19F5D1713C58}">
      <dgm:prSet/>
      <dgm:spPr/>
    </dgm:pt>
    <dgm:pt modelId="{95713200-09D6-4F26-BA04-5059FBD98F12}">
      <dgm:prSet phldr="0"/>
      <dgm:spPr/>
      <dgm:t>
        <a:bodyPr/>
        <a:lstStyle/>
        <a:p>
          <a:pPr algn="l"/>
          <a:r>
            <a:rPr lang="en-IN" b="1" dirty="0">
              <a:latin typeface="Calibri"/>
            </a:rPr>
            <a:t>Text Clustering</a:t>
          </a:r>
          <a:r>
            <a:rPr lang="en-IN" b="0" dirty="0">
              <a:latin typeface="Calibri"/>
            </a:rPr>
            <a:t>: Text clustering groups similar documents or pieces of text together based on their content. This is useful for organizing large collections of text data and can be applied in areas like document categorization and recommendation systems.</a:t>
          </a:r>
          <a:endParaRPr lang="en-US" b="0" dirty="0"/>
        </a:p>
      </dgm:t>
    </dgm:pt>
    <dgm:pt modelId="{C7E6D79C-2E07-4B24-BDE6-F7A27610AC2F}" type="parTrans" cxnId="{2621570C-E89E-445C-B065-610FFD19AE0B}">
      <dgm:prSet/>
      <dgm:spPr/>
    </dgm:pt>
    <dgm:pt modelId="{717EB6B1-736B-41B0-8E04-16597CF56D21}" type="sibTrans" cxnId="{2621570C-E89E-445C-B065-610FFD19AE0B}">
      <dgm:prSet/>
      <dgm:spPr/>
    </dgm:pt>
    <dgm:pt modelId="{33A8B12B-FEFF-4A4B-988E-2E0A309885BA}" type="pres">
      <dgm:prSet presAssocID="{38CAF228-C70E-43C4-B248-C2DCC42C6A87}" presName="linear" presStyleCnt="0">
        <dgm:presLayoutVars>
          <dgm:animLvl val="lvl"/>
          <dgm:resizeHandles val="exact"/>
        </dgm:presLayoutVars>
      </dgm:prSet>
      <dgm:spPr/>
    </dgm:pt>
    <dgm:pt modelId="{09F7F36D-C0E7-40B5-8537-A50273CE2246}" type="pres">
      <dgm:prSet presAssocID="{49BD279B-5107-4DEA-BC07-123CC51F30E9}" presName="parentText" presStyleLbl="node1" presStyleIdx="0" presStyleCnt="5">
        <dgm:presLayoutVars>
          <dgm:chMax val="0"/>
          <dgm:bulletEnabled val="1"/>
        </dgm:presLayoutVars>
      </dgm:prSet>
      <dgm:spPr/>
    </dgm:pt>
    <dgm:pt modelId="{A6CB63A5-B12F-4632-A0FF-4E580A2699BE}" type="pres">
      <dgm:prSet presAssocID="{22F22127-0EFB-47E7-991D-546FE985192A}" presName="spacer" presStyleCnt="0"/>
      <dgm:spPr/>
    </dgm:pt>
    <dgm:pt modelId="{FBBEA05D-EA53-42FD-84FD-452A98749DC6}" type="pres">
      <dgm:prSet presAssocID="{67B9F499-22A8-493B-A204-2EDC6B3D62BD}" presName="parentText" presStyleLbl="node1" presStyleIdx="1" presStyleCnt="5">
        <dgm:presLayoutVars>
          <dgm:chMax val="0"/>
          <dgm:bulletEnabled val="1"/>
        </dgm:presLayoutVars>
      </dgm:prSet>
      <dgm:spPr/>
    </dgm:pt>
    <dgm:pt modelId="{72E1AFE6-38C1-4FA5-9B78-E1E474BE99B3}" type="pres">
      <dgm:prSet presAssocID="{F6612922-F4A9-4A12-BEC3-1B1EF7D31B31}" presName="spacer" presStyleCnt="0"/>
      <dgm:spPr/>
    </dgm:pt>
    <dgm:pt modelId="{F4771F2F-64AF-4512-B399-6C2405009C52}" type="pres">
      <dgm:prSet presAssocID="{93024F02-B093-45C2-BCDF-6BD8F4BBA3E1}" presName="parentText" presStyleLbl="node1" presStyleIdx="2" presStyleCnt="5">
        <dgm:presLayoutVars>
          <dgm:chMax val="0"/>
          <dgm:bulletEnabled val="1"/>
        </dgm:presLayoutVars>
      </dgm:prSet>
      <dgm:spPr/>
    </dgm:pt>
    <dgm:pt modelId="{2C5F62DF-1D38-4A5B-BAD0-CEDDBA216A80}" type="pres">
      <dgm:prSet presAssocID="{B5A5A239-111B-4BA3-B30C-3F3873077E57}" presName="spacer" presStyleCnt="0"/>
      <dgm:spPr/>
    </dgm:pt>
    <dgm:pt modelId="{BC87E257-DE3B-4050-ABC4-A7BB6C3B4E56}" type="pres">
      <dgm:prSet presAssocID="{F65D2C0B-8569-4A03-8524-99CAD91AB402}" presName="parentText" presStyleLbl="node1" presStyleIdx="3" presStyleCnt="5">
        <dgm:presLayoutVars>
          <dgm:chMax val="0"/>
          <dgm:bulletEnabled val="1"/>
        </dgm:presLayoutVars>
      </dgm:prSet>
      <dgm:spPr/>
    </dgm:pt>
    <dgm:pt modelId="{4011D9D2-4806-4C7C-ADE2-6DF566E29D6B}" type="pres">
      <dgm:prSet presAssocID="{4C2BD0EC-923F-46D3-904F-8B7610970463}" presName="spacer" presStyleCnt="0"/>
      <dgm:spPr/>
    </dgm:pt>
    <dgm:pt modelId="{A59CE44B-82E4-45F0-91C1-8AA082D71046}" type="pres">
      <dgm:prSet presAssocID="{95713200-09D6-4F26-BA04-5059FBD98F12}" presName="parentText" presStyleLbl="node1" presStyleIdx="4" presStyleCnt="5">
        <dgm:presLayoutVars>
          <dgm:chMax val="0"/>
          <dgm:bulletEnabled val="1"/>
        </dgm:presLayoutVars>
      </dgm:prSet>
      <dgm:spPr/>
    </dgm:pt>
  </dgm:ptLst>
  <dgm:cxnLst>
    <dgm:cxn modelId="{356A1B0B-5E25-4B52-BFBA-19F5D1713C58}" srcId="{38CAF228-C70E-43C4-B248-C2DCC42C6A87}" destId="{F65D2C0B-8569-4A03-8524-99CAD91AB402}" srcOrd="3" destOrd="0" parTransId="{5BF7D114-4E44-4C1F-8F3F-77C09AC9536B}" sibTransId="{4C2BD0EC-923F-46D3-904F-8B7610970463}"/>
    <dgm:cxn modelId="{2621570C-E89E-445C-B065-610FFD19AE0B}" srcId="{38CAF228-C70E-43C4-B248-C2DCC42C6A87}" destId="{95713200-09D6-4F26-BA04-5059FBD98F12}" srcOrd="4" destOrd="0" parTransId="{C7E6D79C-2E07-4B24-BDE6-F7A27610AC2F}" sibTransId="{717EB6B1-736B-41B0-8E04-16597CF56D21}"/>
    <dgm:cxn modelId="{5D561A0D-B873-416C-A868-90DCA863E698}" srcId="{38CAF228-C70E-43C4-B248-C2DCC42C6A87}" destId="{49BD279B-5107-4DEA-BC07-123CC51F30E9}" srcOrd="0" destOrd="0" parTransId="{13C22562-716F-4D3C-8425-030582DE48BE}" sibTransId="{22F22127-0EFB-47E7-991D-546FE985192A}"/>
    <dgm:cxn modelId="{FEABA816-A66B-40F5-903D-B7E7662B7600}" type="presOf" srcId="{67B9F499-22A8-493B-A204-2EDC6B3D62BD}" destId="{FBBEA05D-EA53-42FD-84FD-452A98749DC6}" srcOrd="0" destOrd="0" presId="urn:microsoft.com/office/officeart/2005/8/layout/vList2"/>
    <dgm:cxn modelId="{910BB639-DECB-415D-99FA-FD868CD60BAB}" srcId="{38CAF228-C70E-43C4-B248-C2DCC42C6A87}" destId="{67B9F499-22A8-493B-A204-2EDC6B3D62BD}" srcOrd="1" destOrd="0" parTransId="{07730BED-FD46-45E4-9A80-BECE46FBBBEB}" sibTransId="{F6612922-F4A9-4A12-BEC3-1B1EF7D31B31}"/>
    <dgm:cxn modelId="{A25B1B3E-F6A9-469C-8516-4663C20C74CF}" type="presOf" srcId="{95713200-09D6-4F26-BA04-5059FBD98F12}" destId="{A59CE44B-82E4-45F0-91C1-8AA082D71046}" srcOrd="0" destOrd="0" presId="urn:microsoft.com/office/officeart/2005/8/layout/vList2"/>
    <dgm:cxn modelId="{2A3B9241-2491-41A1-A884-9079AB9EEBDC}" srcId="{38CAF228-C70E-43C4-B248-C2DCC42C6A87}" destId="{93024F02-B093-45C2-BCDF-6BD8F4BBA3E1}" srcOrd="2" destOrd="0" parTransId="{85F77FEF-85BA-4933-9E4D-1FB1397E2DEF}" sibTransId="{B5A5A239-111B-4BA3-B30C-3F3873077E57}"/>
    <dgm:cxn modelId="{8D531753-7D9A-411B-9C2C-8453804BACF8}" type="presOf" srcId="{F65D2C0B-8569-4A03-8524-99CAD91AB402}" destId="{BC87E257-DE3B-4050-ABC4-A7BB6C3B4E56}" srcOrd="0" destOrd="0" presId="urn:microsoft.com/office/officeart/2005/8/layout/vList2"/>
    <dgm:cxn modelId="{48F6418F-A4CC-42C1-8584-25FB13306848}" type="presOf" srcId="{49BD279B-5107-4DEA-BC07-123CC51F30E9}" destId="{09F7F36D-C0E7-40B5-8537-A50273CE2246}" srcOrd="0" destOrd="0" presId="urn:microsoft.com/office/officeart/2005/8/layout/vList2"/>
    <dgm:cxn modelId="{C53409BD-B6CE-455F-BC1C-9A2DD0AD6297}" type="presOf" srcId="{93024F02-B093-45C2-BCDF-6BD8F4BBA3E1}" destId="{F4771F2F-64AF-4512-B399-6C2405009C52}" srcOrd="0" destOrd="0" presId="urn:microsoft.com/office/officeart/2005/8/layout/vList2"/>
    <dgm:cxn modelId="{C2B42FE5-1F02-4DCD-A335-C7C120C6B5D0}" type="presOf" srcId="{38CAF228-C70E-43C4-B248-C2DCC42C6A87}" destId="{33A8B12B-FEFF-4A4B-988E-2E0A309885BA}" srcOrd="0" destOrd="0" presId="urn:microsoft.com/office/officeart/2005/8/layout/vList2"/>
    <dgm:cxn modelId="{CFDD61E6-EAD3-4EE2-8B0F-F94F3A18E8A4}" type="presParOf" srcId="{33A8B12B-FEFF-4A4B-988E-2E0A309885BA}" destId="{09F7F36D-C0E7-40B5-8537-A50273CE2246}" srcOrd="0" destOrd="0" presId="urn:microsoft.com/office/officeart/2005/8/layout/vList2"/>
    <dgm:cxn modelId="{DAE8AED7-6FB8-4D65-A73E-475F35A3351F}" type="presParOf" srcId="{33A8B12B-FEFF-4A4B-988E-2E0A309885BA}" destId="{A6CB63A5-B12F-4632-A0FF-4E580A2699BE}" srcOrd="1" destOrd="0" presId="urn:microsoft.com/office/officeart/2005/8/layout/vList2"/>
    <dgm:cxn modelId="{7D0E74DB-F866-4266-82D4-6D96BC8E4073}" type="presParOf" srcId="{33A8B12B-FEFF-4A4B-988E-2E0A309885BA}" destId="{FBBEA05D-EA53-42FD-84FD-452A98749DC6}" srcOrd="2" destOrd="0" presId="urn:microsoft.com/office/officeart/2005/8/layout/vList2"/>
    <dgm:cxn modelId="{34192FC5-C1F5-48F4-8A80-EC81807CC583}" type="presParOf" srcId="{33A8B12B-FEFF-4A4B-988E-2E0A309885BA}" destId="{72E1AFE6-38C1-4FA5-9B78-E1E474BE99B3}" srcOrd="3" destOrd="0" presId="urn:microsoft.com/office/officeart/2005/8/layout/vList2"/>
    <dgm:cxn modelId="{6A92D4B3-1761-4FEC-80E0-3E530B2875D3}" type="presParOf" srcId="{33A8B12B-FEFF-4A4B-988E-2E0A309885BA}" destId="{F4771F2F-64AF-4512-B399-6C2405009C52}" srcOrd="4" destOrd="0" presId="urn:microsoft.com/office/officeart/2005/8/layout/vList2"/>
    <dgm:cxn modelId="{F3B4387A-205A-4F69-B43B-7D163B25AA6E}" type="presParOf" srcId="{33A8B12B-FEFF-4A4B-988E-2E0A309885BA}" destId="{2C5F62DF-1D38-4A5B-BAD0-CEDDBA216A80}" srcOrd="5" destOrd="0" presId="urn:microsoft.com/office/officeart/2005/8/layout/vList2"/>
    <dgm:cxn modelId="{F2A319FE-840B-422E-93D3-BDDCA4FDBF7B}" type="presParOf" srcId="{33A8B12B-FEFF-4A4B-988E-2E0A309885BA}" destId="{BC87E257-DE3B-4050-ABC4-A7BB6C3B4E56}" srcOrd="6" destOrd="0" presId="urn:microsoft.com/office/officeart/2005/8/layout/vList2"/>
    <dgm:cxn modelId="{3649496B-2C7A-4D24-97AA-33FE31AE29B8}" type="presParOf" srcId="{33A8B12B-FEFF-4A4B-988E-2E0A309885BA}" destId="{4011D9D2-4806-4C7C-ADE2-6DF566E29D6B}" srcOrd="7" destOrd="0" presId="urn:microsoft.com/office/officeart/2005/8/layout/vList2"/>
    <dgm:cxn modelId="{C278E20E-DC06-4FD0-996E-B1CC98794AAF}" type="presParOf" srcId="{33A8B12B-FEFF-4A4B-988E-2E0A309885BA}" destId="{A59CE44B-82E4-45F0-91C1-8AA082D71046}"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8CAF228-C70E-43C4-B248-C2DCC42C6A87}"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67B9F499-22A8-493B-A204-2EDC6B3D62BD}">
      <dgm:prSet phldr="0"/>
      <dgm:spPr/>
      <dgm:t>
        <a:bodyPr/>
        <a:lstStyle/>
        <a:p>
          <a:pPr algn="l"/>
          <a:r>
            <a:rPr lang="en-IN" b="1" dirty="0">
              <a:latin typeface="Calibri"/>
            </a:rPr>
            <a:t>Information Extraction</a:t>
          </a:r>
          <a:r>
            <a:rPr lang="en-IN" b="0" dirty="0">
              <a:latin typeface="Calibri"/>
            </a:rPr>
            <a:t>: Information extraction involves identifying structured information from unstructured text data. This can include extracting facts, relationships, and events from news articles, research papers, or other text sources.</a:t>
          </a:r>
        </a:p>
      </dgm:t>
    </dgm:pt>
    <dgm:pt modelId="{07730BED-FD46-45E4-9A80-BECE46FBBBEB}" type="parTrans" cxnId="{910BB639-DECB-415D-99FA-FD868CD60BAB}">
      <dgm:prSet/>
      <dgm:spPr/>
    </dgm:pt>
    <dgm:pt modelId="{F6612922-F4A9-4A12-BEC3-1B1EF7D31B31}" type="sibTrans" cxnId="{910BB639-DECB-415D-99FA-FD868CD60BAB}">
      <dgm:prSet/>
      <dgm:spPr/>
    </dgm:pt>
    <dgm:pt modelId="{95713200-09D6-4F26-BA04-5059FBD98F12}">
      <dgm:prSet phldr="0"/>
      <dgm:spPr/>
      <dgm:t>
        <a:bodyPr/>
        <a:lstStyle/>
        <a:p>
          <a:pPr algn="l"/>
          <a:r>
            <a:rPr lang="en-IN" b="1" dirty="0">
              <a:latin typeface="Calibri"/>
            </a:rPr>
            <a:t>Text Summarization</a:t>
          </a:r>
          <a:r>
            <a:rPr lang="en-IN" b="0" dirty="0">
              <a:latin typeface="Calibri"/>
            </a:rPr>
            <a:t>: Text summarization techniques aim to generate concise and coherent summaries of longer texts. This is useful for creating abstracts of articles, news stories, or documents.</a:t>
          </a:r>
        </a:p>
      </dgm:t>
    </dgm:pt>
    <dgm:pt modelId="{C7E6D79C-2E07-4B24-BDE6-F7A27610AC2F}" type="parTrans" cxnId="{2621570C-E89E-445C-B065-610FFD19AE0B}">
      <dgm:prSet/>
      <dgm:spPr/>
    </dgm:pt>
    <dgm:pt modelId="{717EB6B1-736B-41B0-8E04-16597CF56D21}" type="sibTrans" cxnId="{2621570C-E89E-445C-B065-610FFD19AE0B}">
      <dgm:prSet/>
      <dgm:spPr/>
    </dgm:pt>
    <dgm:pt modelId="{1451DF2F-4722-4782-A011-FF6AE73D55C0}">
      <dgm:prSet phldr="0"/>
      <dgm:spPr/>
      <dgm:t>
        <a:bodyPr/>
        <a:lstStyle/>
        <a:p>
          <a:pPr algn="l"/>
          <a:r>
            <a:rPr lang="en-IN" b="1" dirty="0">
              <a:latin typeface="Calibri"/>
            </a:rPr>
            <a:t>Keyword Extraction</a:t>
          </a:r>
          <a:r>
            <a:rPr lang="en-IN" b="0" dirty="0">
              <a:latin typeface="Calibri"/>
            </a:rPr>
            <a:t>: Identifying important keywords or phrases within a document can help in understanding its main topics and themes. This is commonly used for search engine optimization and content tagging.</a:t>
          </a:r>
          <a:endParaRPr lang="en-US" dirty="0"/>
        </a:p>
      </dgm:t>
    </dgm:pt>
    <dgm:pt modelId="{94371A4B-4E3A-4526-A7B6-8DA6B8A67DBB}" type="parTrans" cxnId="{379A00C2-32B7-4C6A-9B5E-4F7CDDEC1144}">
      <dgm:prSet/>
      <dgm:spPr/>
    </dgm:pt>
    <dgm:pt modelId="{33CC996B-D16D-41B1-8FA3-12D4AC90241B}" type="sibTrans" cxnId="{379A00C2-32B7-4C6A-9B5E-4F7CDDEC1144}">
      <dgm:prSet/>
      <dgm:spPr/>
    </dgm:pt>
    <dgm:pt modelId="{764043F9-CE5C-401B-B690-E1BD5C90F1FA}">
      <dgm:prSet phldr="0"/>
      <dgm:spPr/>
      <dgm:t>
        <a:bodyPr/>
        <a:lstStyle/>
        <a:p>
          <a:pPr algn="l"/>
          <a:r>
            <a:rPr lang="en-IN" b="1" dirty="0">
              <a:latin typeface="Calibri"/>
            </a:rPr>
            <a:t>Machine Translation</a:t>
          </a:r>
          <a:r>
            <a:rPr lang="en-IN" b="0" dirty="0">
              <a:latin typeface="Calibri"/>
            </a:rPr>
            <a:t>: Translation models use text analysis to convert text from one language to another, enabling cross-lingual communication.</a:t>
          </a:r>
          <a:endParaRPr lang="en-IN" dirty="0"/>
        </a:p>
      </dgm:t>
    </dgm:pt>
    <dgm:pt modelId="{CD37CCA6-48B5-4433-B7EC-B7981A89951C}" type="parTrans" cxnId="{65739AFC-B5FF-4679-8BE5-1725A9F36B0F}">
      <dgm:prSet/>
      <dgm:spPr/>
    </dgm:pt>
    <dgm:pt modelId="{CB10A43D-87C4-4E6A-A311-DF405F2AB5EC}" type="sibTrans" cxnId="{65739AFC-B5FF-4679-8BE5-1725A9F36B0F}">
      <dgm:prSet/>
      <dgm:spPr/>
    </dgm:pt>
    <dgm:pt modelId="{33A8B12B-FEFF-4A4B-988E-2E0A309885BA}" type="pres">
      <dgm:prSet presAssocID="{38CAF228-C70E-43C4-B248-C2DCC42C6A87}" presName="linear" presStyleCnt="0">
        <dgm:presLayoutVars>
          <dgm:animLvl val="lvl"/>
          <dgm:resizeHandles val="exact"/>
        </dgm:presLayoutVars>
      </dgm:prSet>
      <dgm:spPr/>
    </dgm:pt>
    <dgm:pt modelId="{FBBEA05D-EA53-42FD-84FD-452A98749DC6}" type="pres">
      <dgm:prSet presAssocID="{67B9F499-22A8-493B-A204-2EDC6B3D62BD}" presName="parentText" presStyleLbl="node1" presStyleIdx="0" presStyleCnt="4">
        <dgm:presLayoutVars>
          <dgm:chMax val="0"/>
          <dgm:bulletEnabled val="1"/>
        </dgm:presLayoutVars>
      </dgm:prSet>
      <dgm:spPr/>
    </dgm:pt>
    <dgm:pt modelId="{72E1AFE6-38C1-4FA5-9B78-E1E474BE99B3}" type="pres">
      <dgm:prSet presAssocID="{F6612922-F4A9-4A12-BEC3-1B1EF7D31B31}" presName="spacer" presStyleCnt="0"/>
      <dgm:spPr/>
    </dgm:pt>
    <dgm:pt modelId="{A59CE44B-82E4-45F0-91C1-8AA082D71046}" type="pres">
      <dgm:prSet presAssocID="{95713200-09D6-4F26-BA04-5059FBD98F12}" presName="parentText" presStyleLbl="node1" presStyleIdx="1" presStyleCnt="4">
        <dgm:presLayoutVars>
          <dgm:chMax val="0"/>
          <dgm:bulletEnabled val="1"/>
        </dgm:presLayoutVars>
      </dgm:prSet>
      <dgm:spPr/>
    </dgm:pt>
    <dgm:pt modelId="{E90F5555-A518-4265-8489-9292699242A9}" type="pres">
      <dgm:prSet presAssocID="{717EB6B1-736B-41B0-8E04-16597CF56D21}" presName="spacer" presStyleCnt="0"/>
      <dgm:spPr/>
    </dgm:pt>
    <dgm:pt modelId="{BBA65B4A-0249-4716-8417-10D3560D7FB3}" type="pres">
      <dgm:prSet presAssocID="{764043F9-CE5C-401B-B690-E1BD5C90F1FA}" presName="parentText" presStyleLbl="node1" presStyleIdx="2" presStyleCnt="4">
        <dgm:presLayoutVars>
          <dgm:chMax val="0"/>
          <dgm:bulletEnabled val="1"/>
        </dgm:presLayoutVars>
      </dgm:prSet>
      <dgm:spPr/>
    </dgm:pt>
    <dgm:pt modelId="{7D2DCE12-BA59-491F-BE31-ECAB1397AAC3}" type="pres">
      <dgm:prSet presAssocID="{CB10A43D-87C4-4E6A-A311-DF405F2AB5EC}" presName="spacer" presStyleCnt="0"/>
      <dgm:spPr/>
    </dgm:pt>
    <dgm:pt modelId="{20238C3A-9A7C-466F-A963-A52F1416A0E8}" type="pres">
      <dgm:prSet presAssocID="{1451DF2F-4722-4782-A011-FF6AE73D55C0}" presName="parentText" presStyleLbl="node1" presStyleIdx="3" presStyleCnt="4">
        <dgm:presLayoutVars>
          <dgm:chMax val="0"/>
          <dgm:bulletEnabled val="1"/>
        </dgm:presLayoutVars>
      </dgm:prSet>
      <dgm:spPr/>
    </dgm:pt>
  </dgm:ptLst>
  <dgm:cxnLst>
    <dgm:cxn modelId="{09BC6202-B1C2-4C0B-BCC5-4C02819F927C}" type="presOf" srcId="{764043F9-CE5C-401B-B690-E1BD5C90F1FA}" destId="{BBA65B4A-0249-4716-8417-10D3560D7FB3}" srcOrd="0" destOrd="0" presId="urn:microsoft.com/office/officeart/2005/8/layout/vList2"/>
    <dgm:cxn modelId="{2621570C-E89E-445C-B065-610FFD19AE0B}" srcId="{38CAF228-C70E-43C4-B248-C2DCC42C6A87}" destId="{95713200-09D6-4F26-BA04-5059FBD98F12}" srcOrd="1" destOrd="0" parTransId="{C7E6D79C-2E07-4B24-BDE6-F7A27610AC2F}" sibTransId="{717EB6B1-736B-41B0-8E04-16597CF56D21}"/>
    <dgm:cxn modelId="{90848712-5E57-4A80-8FDD-25384DB09B56}" type="presOf" srcId="{1451DF2F-4722-4782-A011-FF6AE73D55C0}" destId="{20238C3A-9A7C-466F-A963-A52F1416A0E8}" srcOrd="0" destOrd="0" presId="urn:microsoft.com/office/officeart/2005/8/layout/vList2"/>
    <dgm:cxn modelId="{910BB639-DECB-415D-99FA-FD868CD60BAB}" srcId="{38CAF228-C70E-43C4-B248-C2DCC42C6A87}" destId="{67B9F499-22A8-493B-A204-2EDC6B3D62BD}" srcOrd="0" destOrd="0" parTransId="{07730BED-FD46-45E4-9A80-BECE46FBBBEB}" sibTransId="{F6612922-F4A9-4A12-BEC3-1B1EF7D31B31}"/>
    <dgm:cxn modelId="{6BEEBCA3-4358-40EF-A4FA-ADDA32D91D0D}" type="presOf" srcId="{67B9F499-22A8-493B-A204-2EDC6B3D62BD}" destId="{FBBEA05D-EA53-42FD-84FD-452A98749DC6}" srcOrd="0" destOrd="0" presId="urn:microsoft.com/office/officeart/2005/8/layout/vList2"/>
    <dgm:cxn modelId="{379A00C2-32B7-4C6A-9B5E-4F7CDDEC1144}" srcId="{38CAF228-C70E-43C4-B248-C2DCC42C6A87}" destId="{1451DF2F-4722-4782-A011-FF6AE73D55C0}" srcOrd="3" destOrd="0" parTransId="{94371A4B-4E3A-4526-A7B6-8DA6B8A67DBB}" sibTransId="{33CC996B-D16D-41B1-8FA3-12D4AC90241B}"/>
    <dgm:cxn modelId="{6A1426CC-2BA5-4BF1-8498-C18FD7B8834B}" type="presOf" srcId="{95713200-09D6-4F26-BA04-5059FBD98F12}" destId="{A59CE44B-82E4-45F0-91C1-8AA082D71046}" srcOrd="0" destOrd="0" presId="urn:microsoft.com/office/officeart/2005/8/layout/vList2"/>
    <dgm:cxn modelId="{C2B42FE5-1F02-4DCD-A335-C7C120C6B5D0}" type="presOf" srcId="{38CAF228-C70E-43C4-B248-C2DCC42C6A87}" destId="{33A8B12B-FEFF-4A4B-988E-2E0A309885BA}" srcOrd="0" destOrd="0" presId="urn:microsoft.com/office/officeart/2005/8/layout/vList2"/>
    <dgm:cxn modelId="{65739AFC-B5FF-4679-8BE5-1725A9F36B0F}" srcId="{38CAF228-C70E-43C4-B248-C2DCC42C6A87}" destId="{764043F9-CE5C-401B-B690-E1BD5C90F1FA}" srcOrd="2" destOrd="0" parTransId="{CD37CCA6-48B5-4433-B7EC-B7981A89951C}" sibTransId="{CB10A43D-87C4-4E6A-A311-DF405F2AB5EC}"/>
    <dgm:cxn modelId="{8A7B6B92-2204-4491-AB1B-F758A745A6A8}" type="presParOf" srcId="{33A8B12B-FEFF-4A4B-988E-2E0A309885BA}" destId="{FBBEA05D-EA53-42FD-84FD-452A98749DC6}" srcOrd="0" destOrd="0" presId="urn:microsoft.com/office/officeart/2005/8/layout/vList2"/>
    <dgm:cxn modelId="{DB6033DC-4C74-40AB-B182-25BEDBBA6E5E}" type="presParOf" srcId="{33A8B12B-FEFF-4A4B-988E-2E0A309885BA}" destId="{72E1AFE6-38C1-4FA5-9B78-E1E474BE99B3}" srcOrd="1" destOrd="0" presId="urn:microsoft.com/office/officeart/2005/8/layout/vList2"/>
    <dgm:cxn modelId="{D028641E-6641-47FE-8E32-810A35635FCF}" type="presParOf" srcId="{33A8B12B-FEFF-4A4B-988E-2E0A309885BA}" destId="{A59CE44B-82E4-45F0-91C1-8AA082D71046}" srcOrd="2" destOrd="0" presId="urn:microsoft.com/office/officeart/2005/8/layout/vList2"/>
    <dgm:cxn modelId="{F0D53EB7-BA0A-4CD2-A6B4-3697FB823E64}" type="presParOf" srcId="{33A8B12B-FEFF-4A4B-988E-2E0A309885BA}" destId="{E90F5555-A518-4265-8489-9292699242A9}" srcOrd="3" destOrd="0" presId="urn:microsoft.com/office/officeart/2005/8/layout/vList2"/>
    <dgm:cxn modelId="{76347999-64D5-455E-884A-7C004176E645}" type="presParOf" srcId="{33A8B12B-FEFF-4A4B-988E-2E0A309885BA}" destId="{BBA65B4A-0249-4716-8417-10D3560D7FB3}" srcOrd="4" destOrd="0" presId="urn:microsoft.com/office/officeart/2005/8/layout/vList2"/>
    <dgm:cxn modelId="{C22562C3-CE0C-4561-8063-87B240BA5CAC}" type="presParOf" srcId="{33A8B12B-FEFF-4A4B-988E-2E0A309885BA}" destId="{7D2DCE12-BA59-491F-BE31-ECAB1397AAC3}" srcOrd="5" destOrd="0" presId="urn:microsoft.com/office/officeart/2005/8/layout/vList2"/>
    <dgm:cxn modelId="{4B0DAC52-151A-4BD8-94D5-7F3A01EB1B57}" type="presParOf" srcId="{33A8B12B-FEFF-4A4B-988E-2E0A309885BA}" destId="{20238C3A-9A7C-466F-A963-A52F1416A0E8}"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8CAF228-C70E-43C4-B248-C2DCC42C6A87}"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49BD279B-5107-4DEA-BC07-123CC51F30E9}">
      <dgm:prSet/>
      <dgm:spPr/>
      <dgm:t>
        <a:bodyPr/>
        <a:lstStyle/>
        <a:p>
          <a:pPr rtl="0"/>
          <a:r>
            <a:rPr lang="en-US" dirty="0">
              <a:solidFill>
                <a:srgbClr val="374151"/>
              </a:solidFill>
            </a:rPr>
            <a:t>Text </a:t>
          </a:r>
          <a:r>
            <a:rPr lang="en-US" dirty="0">
              <a:solidFill>
                <a:srgbClr val="374151"/>
              </a:solidFill>
              <a:latin typeface="Calibri"/>
            </a:rPr>
            <a:t>Vectorization</a:t>
          </a:r>
          <a:r>
            <a:rPr lang="en-US" dirty="0">
              <a:solidFill>
                <a:srgbClr val="374151"/>
              </a:solidFill>
            </a:rPr>
            <a:t> in natural language processing (NLP) refers to the process of converting textual data into numerical vectors or arrays of numbers. </a:t>
          </a:r>
          <a:endParaRPr lang="en-US" dirty="0">
            <a:solidFill>
              <a:srgbClr val="374151"/>
            </a:solidFill>
            <a:latin typeface="Calibri"/>
          </a:endParaRPr>
        </a:p>
      </dgm:t>
    </dgm:pt>
    <dgm:pt modelId="{13C22562-716F-4D3C-8425-030582DE48BE}" type="parTrans" cxnId="{5D561A0D-B873-416C-A868-90DCA863E698}">
      <dgm:prSet/>
      <dgm:spPr/>
      <dgm:t>
        <a:bodyPr/>
        <a:lstStyle/>
        <a:p>
          <a:endParaRPr lang="en-US"/>
        </a:p>
      </dgm:t>
    </dgm:pt>
    <dgm:pt modelId="{22F22127-0EFB-47E7-991D-546FE985192A}" type="sibTrans" cxnId="{5D561A0D-B873-416C-A868-90DCA863E698}">
      <dgm:prSet/>
      <dgm:spPr/>
      <dgm:t>
        <a:bodyPr/>
        <a:lstStyle/>
        <a:p>
          <a:endParaRPr lang="en-US"/>
        </a:p>
      </dgm:t>
    </dgm:pt>
    <dgm:pt modelId="{054BE127-CCF2-497C-9F1E-3031FFB4A9DC}">
      <dgm:prSet phldr="0"/>
      <dgm:spPr/>
      <dgm:t>
        <a:bodyPr/>
        <a:lstStyle/>
        <a:p>
          <a:pPr rtl="0"/>
          <a:r>
            <a:rPr lang="en-US" dirty="0">
              <a:solidFill>
                <a:srgbClr val="374151"/>
              </a:solidFill>
            </a:rPr>
            <a:t>Since machine learning algorithms and models typically work with numerical data, text vectorization is a crucial step in NLP tasks. </a:t>
          </a:r>
          <a:endParaRPr lang="en-US" dirty="0">
            <a:latin typeface="Calibri"/>
          </a:endParaRPr>
        </a:p>
      </dgm:t>
    </dgm:pt>
    <dgm:pt modelId="{6E6A557D-0BB5-4EAF-A94A-879B2B1BBDAB}" type="parTrans" cxnId="{5AC6572D-1D15-4F8C-AB0C-25E3085ABC3C}">
      <dgm:prSet/>
      <dgm:spPr/>
    </dgm:pt>
    <dgm:pt modelId="{983A1E60-D964-4D4E-9B9F-EC5E4571AC37}" type="sibTrans" cxnId="{5AC6572D-1D15-4F8C-AB0C-25E3085ABC3C}">
      <dgm:prSet/>
      <dgm:spPr/>
    </dgm:pt>
    <dgm:pt modelId="{AB0399D9-9638-4E05-B2C4-2BD83371CBD4}">
      <dgm:prSet phldr="0"/>
      <dgm:spPr/>
      <dgm:t>
        <a:bodyPr/>
        <a:lstStyle/>
        <a:p>
          <a:pPr rtl="0"/>
          <a:r>
            <a:rPr lang="en-US" dirty="0">
              <a:solidFill>
                <a:srgbClr val="374151"/>
              </a:solidFill>
            </a:rPr>
            <a:t>It allows you to represent text data in a format that can be used for training machine learning models and performing various text analysis tasks. </a:t>
          </a:r>
          <a:endParaRPr lang="en-US" dirty="0">
            <a:latin typeface="Calibri"/>
          </a:endParaRPr>
        </a:p>
      </dgm:t>
    </dgm:pt>
    <dgm:pt modelId="{6EA83459-DDCB-4D7B-AAA1-0875F306C56F}" type="parTrans" cxnId="{891B756F-35B7-4060-A43D-3E624474289A}">
      <dgm:prSet/>
      <dgm:spPr/>
    </dgm:pt>
    <dgm:pt modelId="{C6B9C323-3EEB-478F-871D-D3AB8377B6C8}" type="sibTrans" cxnId="{891B756F-35B7-4060-A43D-3E624474289A}">
      <dgm:prSet/>
      <dgm:spPr/>
    </dgm:pt>
    <dgm:pt modelId="{454C6129-AA82-474B-A3DB-7047C0770FBE}">
      <dgm:prSet phldr="0"/>
      <dgm:spPr/>
      <dgm:t>
        <a:bodyPr/>
        <a:lstStyle/>
        <a:p>
          <a:r>
            <a:rPr lang="en-US" dirty="0">
              <a:solidFill>
                <a:srgbClr val="374151"/>
              </a:solidFill>
            </a:rPr>
            <a:t>Text vectorization involves assigning numerical values to words, phrases, or documents in a way that captures their semantic meaning or relationship.</a:t>
          </a:r>
          <a:endParaRPr lang="en-US" dirty="0"/>
        </a:p>
      </dgm:t>
    </dgm:pt>
    <dgm:pt modelId="{4559060F-A061-4898-91EF-9410C2C92482}" type="parTrans" cxnId="{AD694CAB-711A-4201-B250-04A0CD3709FC}">
      <dgm:prSet/>
      <dgm:spPr/>
    </dgm:pt>
    <dgm:pt modelId="{A9570565-6FE2-43E9-AE15-0CE920A79B91}" type="sibTrans" cxnId="{AD694CAB-711A-4201-B250-04A0CD3709FC}">
      <dgm:prSet/>
      <dgm:spPr/>
    </dgm:pt>
    <dgm:pt modelId="{33A8B12B-FEFF-4A4B-988E-2E0A309885BA}" type="pres">
      <dgm:prSet presAssocID="{38CAF228-C70E-43C4-B248-C2DCC42C6A87}" presName="linear" presStyleCnt="0">
        <dgm:presLayoutVars>
          <dgm:animLvl val="lvl"/>
          <dgm:resizeHandles val="exact"/>
        </dgm:presLayoutVars>
      </dgm:prSet>
      <dgm:spPr/>
    </dgm:pt>
    <dgm:pt modelId="{09F7F36D-C0E7-40B5-8537-A50273CE2246}" type="pres">
      <dgm:prSet presAssocID="{49BD279B-5107-4DEA-BC07-123CC51F30E9}" presName="parentText" presStyleLbl="node1" presStyleIdx="0" presStyleCnt="4">
        <dgm:presLayoutVars>
          <dgm:chMax val="0"/>
          <dgm:bulletEnabled val="1"/>
        </dgm:presLayoutVars>
      </dgm:prSet>
      <dgm:spPr/>
    </dgm:pt>
    <dgm:pt modelId="{47396590-1808-4CE1-BF0C-DB9E5063A5BB}" type="pres">
      <dgm:prSet presAssocID="{22F22127-0EFB-47E7-991D-546FE985192A}" presName="spacer" presStyleCnt="0"/>
      <dgm:spPr/>
    </dgm:pt>
    <dgm:pt modelId="{07A207BE-F926-42C5-A564-CCEC2357359E}" type="pres">
      <dgm:prSet presAssocID="{054BE127-CCF2-497C-9F1E-3031FFB4A9DC}" presName="parentText" presStyleLbl="node1" presStyleIdx="1" presStyleCnt="4">
        <dgm:presLayoutVars>
          <dgm:chMax val="0"/>
          <dgm:bulletEnabled val="1"/>
        </dgm:presLayoutVars>
      </dgm:prSet>
      <dgm:spPr/>
    </dgm:pt>
    <dgm:pt modelId="{51F71CEA-7404-4E6D-8DCD-C44DE09CEF4E}" type="pres">
      <dgm:prSet presAssocID="{983A1E60-D964-4D4E-9B9F-EC5E4571AC37}" presName="spacer" presStyleCnt="0"/>
      <dgm:spPr/>
    </dgm:pt>
    <dgm:pt modelId="{525AFD1E-F523-4AB8-B6FC-31BB61E5EB2D}" type="pres">
      <dgm:prSet presAssocID="{AB0399D9-9638-4E05-B2C4-2BD83371CBD4}" presName="parentText" presStyleLbl="node1" presStyleIdx="2" presStyleCnt="4">
        <dgm:presLayoutVars>
          <dgm:chMax val="0"/>
          <dgm:bulletEnabled val="1"/>
        </dgm:presLayoutVars>
      </dgm:prSet>
      <dgm:spPr/>
    </dgm:pt>
    <dgm:pt modelId="{C27C30D2-38C1-4634-AF7D-7BB01DA97884}" type="pres">
      <dgm:prSet presAssocID="{C6B9C323-3EEB-478F-871D-D3AB8377B6C8}" presName="spacer" presStyleCnt="0"/>
      <dgm:spPr/>
    </dgm:pt>
    <dgm:pt modelId="{4721E48B-52F9-476B-89CC-DD37B8030888}" type="pres">
      <dgm:prSet presAssocID="{454C6129-AA82-474B-A3DB-7047C0770FBE}" presName="parentText" presStyleLbl="node1" presStyleIdx="3" presStyleCnt="4">
        <dgm:presLayoutVars>
          <dgm:chMax val="0"/>
          <dgm:bulletEnabled val="1"/>
        </dgm:presLayoutVars>
      </dgm:prSet>
      <dgm:spPr/>
    </dgm:pt>
  </dgm:ptLst>
  <dgm:cxnLst>
    <dgm:cxn modelId="{5D561A0D-B873-416C-A868-90DCA863E698}" srcId="{38CAF228-C70E-43C4-B248-C2DCC42C6A87}" destId="{49BD279B-5107-4DEA-BC07-123CC51F30E9}" srcOrd="0" destOrd="0" parTransId="{13C22562-716F-4D3C-8425-030582DE48BE}" sibTransId="{22F22127-0EFB-47E7-991D-546FE985192A}"/>
    <dgm:cxn modelId="{43B4C014-E321-464B-8B72-24C07CA708FC}" type="presOf" srcId="{49BD279B-5107-4DEA-BC07-123CC51F30E9}" destId="{09F7F36D-C0E7-40B5-8537-A50273CE2246}" srcOrd="0" destOrd="0" presId="urn:microsoft.com/office/officeart/2005/8/layout/vList2"/>
    <dgm:cxn modelId="{5AC6572D-1D15-4F8C-AB0C-25E3085ABC3C}" srcId="{38CAF228-C70E-43C4-B248-C2DCC42C6A87}" destId="{054BE127-CCF2-497C-9F1E-3031FFB4A9DC}" srcOrd="1" destOrd="0" parTransId="{6E6A557D-0BB5-4EAF-A94A-879B2B1BBDAB}" sibTransId="{983A1E60-D964-4D4E-9B9F-EC5E4571AC37}"/>
    <dgm:cxn modelId="{891B756F-35B7-4060-A43D-3E624474289A}" srcId="{38CAF228-C70E-43C4-B248-C2DCC42C6A87}" destId="{AB0399D9-9638-4E05-B2C4-2BD83371CBD4}" srcOrd="2" destOrd="0" parTransId="{6EA83459-DDCB-4D7B-AAA1-0875F306C56F}" sibTransId="{C6B9C323-3EEB-478F-871D-D3AB8377B6C8}"/>
    <dgm:cxn modelId="{2A47E39F-4195-4C1A-85B8-DFAAD1C071F5}" type="presOf" srcId="{454C6129-AA82-474B-A3DB-7047C0770FBE}" destId="{4721E48B-52F9-476B-89CC-DD37B8030888}" srcOrd="0" destOrd="0" presId="urn:microsoft.com/office/officeart/2005/8/layout/vList2"/>
    <dgm:cxn modelId="{DC0584A3-490C-465C-8187-20683220AB8D}" type="presOf" srcId="{AB0399D9-9638-4E05-B2C4-2BD83371CBD4}" destId="{525AFD1E-F523-4AB8-B6FC-31BB61E5EB2D}" srcOrd="0" destOrd="0" presId="urn:microsoft.com/office/officeart/2005/8/layout/vList2"/>
    <dgm:cxn modelId="{AD694CAB-711A-4201-B250-04A0CD3709FC}" srcId="{38CAF228-C70E-43C4-B248-C2DCC42C6A87}" destId="{454C6129-AA82-474B-A3DB-7047C0770FBE}" srcOrd="3" destOrd="0" parTransId="{4559060F-A061-4898-91EF-9410C2C92482}" sibTransId="{A9570565-6FE2-43E9-AE15-0CE920A79B91}"/>
    <dgm:cxn modelId="{C2B42FE5-1F02-4DCD-A335-C7C120C6B5D0}" type="presOf" srcId="{38CAF228-C70E-43C4-B248-C2DCC42C6A87}" destId="{33A8B12B-FEFF-4A4B-988E-2E0A309885BA}" srcOrd="0" destOrd="0" presId="urn:microsoft.com/office/officeart/2005/8/layout/vList2"/>
    <dgm:cxn modelId="{9A625EF0-71BF-49BE-A1E7-110F55E2B21C}" type="presOf" srcId="{054BE127-CCF2-497C-9F1E-3031FFB4A9DC}" destId="{07A207BE-F926-42C5-A564-CCEC2357359E}" srcOrd="0" destOrd="0" presId="urn:microsoft.com/office/officeart/2005/8/layout/vList2"/>
    <dgm:cxn modelId="{30531A73-A5D9-430D-A4EA-B2A39B18C9FE}" type="presParOf" srcId="{33A8B12B-FEFF-4A4B-988E-2E0A309885BA}" destId="{09F7F36D-C0E7-40B5-8537-A50273CE2246}" srcOrd="0" destOrd="0" presId="urn:microsoft.com/office/officeart/2005/8/layout/vList2"/>
    <dgm:cxn modelId="{ACB77D3E-73D3-4802-A901-54959B880C2C}" type="presParOf" srcId="{33A8B12B-FEFF-4A4B-988E-2E0A309885BA}" destId="{47396590-1808-4CE1-BF0C-DB9E5063A5BB}" srcOrd="1" destOrd="0" presId="urn:microsoft.com/office/officeart/2005/8/layout/vList2"/>
    <dgm:cxn modelId="{7A21B5CD-0F82-4D79-AA3D-1991E257A101}" type="presParOf" srcId="{33A8B12B-FEFF-4A4B-988E-2E0A309885BA}" destId="{07A207BE-F926-42C5-A564-CCEC2357359E}" srcOrd="2" destOrd="0" presId="urn:microsoft.com/office/officeart/2005/8/layout/vList2"/>
    <dgm:cxn modelId="{96F2DF15-94A5-43DC-93E9-17BFD096B8FA}" type="presParOf" srcId="{33A8B12B-FEFF-4A4B-988E-2E0A309885BA}" destId="{51F71CEA-7404-4E6D-8DCD-C44DE09CEF4E}" srcOrd="3" destOrd="0" presId="urn:microsoft.com/office/officeart/2005/8/layout/vList2"/>
    <dgm:cxn modelId="{627C5350-A829-482C-AC7A-4ED87784741E}" type="presParOf" srcId="{33A8B12B-FEFF-4A4B-988E-2E0A309885BA}" destId="{525AFD1E-F523-4AB8-B6FC-31BB61E5EB2D}" srcOrd="4" destOrd="0" presId="urn:microsoft.com/office/officeart/2005/8/layout/vList2"/>
    <dgm:cxn modelId="{B31ADF78-D6E9-43EA-9988-4297EB6FA65F}" type="presParOf" srcId="{33A8B12B-FEFF-4A4B-988E-2E0A309885BA}" destId="{C27C30D2-38C1-4634-AF7D-7BB01DA97884}" srcOrd="5" destOrd="0" presId="urn:microsoft.com/office/officeart/2005/8/layout/vList2"/>
    <dgm:cxn modelId="{FDA090B3-AA05-47CF-B502-1D681D198A23}" type="presParOf" srcId="{33A8B12B-FEFF-4A4B-988E-2E0A309885BA}" destId="{4721E48B-52F9-476B-89CC-DD37B8030888}"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51B0E47-B6F2-46DC-8186-CF4586A18423}"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93A6CF59-2BC2-47B7-BFE2-95DDE48B15EA}">
      <dgm:prSet/>
      <dgm:spPr/>
      <dgm:t>
        <a:bodyPr/>
        <a:lstStyle/>
        <a:p>
          <a:r>
            <a:rPr lang="en-US"/>
            <a:t>The Bag of Words (BoW) model in text analysis is a simple and foundational technique used to represent text data for various Natural Language Processing (NLP) tasks. </a:t>
          </a:r>
        </a:p>
      </dgm:t>
    </dgm:pt>
    <dgm:pt modelId="{8F697E0E-D23C-4465-8E75-6ADAC146A90A}" type="parTrans" cxnId="{A3189AE3-9CE1-4B20-99FB-0F8C2D1134D1}">
      <dgm:prSet/>
      <dgm:spPr/>
      <dgm:t>
        <a:bodyPr/>
        <a:lstStyle/>
        <a:p>
          <a:endParaRPr lang="en-US"/>
        </a:p>
      </dgm:t>
    </dgm:pt>
    <dgm:pt modelId="{2C9398C2-5A57-4577-B6AF-43CF0AC09843}" type="sibTrans" cxnId="{A3189AE3-9CE1-4B20-99FB-0F8C2D1134D1}">
      <dgm:prSet/>
      <dgm:spPr/>
      <dgm:t>
        <a:bodyPr/>
        <a:lstStyle/>
        <a:p>
          <a:endParaRPr lang="en-US"/>
        </a:p>
      </dgm:t>
    </dgm:pt>
    <dgm:pt modelId="{F3A5FF64-C73B-4FCD-9B1B-FCC6F01FDDBF}">
      <dgm:prSet/>
      <dgm:spPr/>
      <dgm:t>
        <a:bodyPr/>
        <a:lstStyle/>
        <a:p>
          <a:r>
            <a:rPr lang="en-US"/>
            <a:t>It treats a document as an unordered collection or "bag" of words, ignoring word order and context, and represents it as a numerical vector. </a:t>
          </a:r>
        </a:p>
      </dgm:t>
    </dgm:pt>
    <dgm:pt modelId="{6594D2C7-60B2-4BC3-BC23-33E4CDD5D33B}" type="parTrans" cxnId="{B676D158-6EA9-4041-B9A1-20B42FA415EC}">
      <dgm:prSet/>
      <dgm:spPr/>
      <dgm:t>
        <a:bodyPr/>
        <a:lstStyle/>
        <a:p>
          <a:endParaRPr lang="en-US"/>
        </a:p>
      </dgm:t>
    </dgm:pt>
    <dgm:pt modelId="{C3AE1843-4D95-48E9-A4B6-A34F69C6E0B6}" type="sibTrans" cxnId="{B676D158-6EA9-4041-B9A1-20B42FA415EC}">
      <dgm:prSet/>
      <dgm:spPr/>
      <dgm:t>
        <a:bodyPr/>
        <a:lstStyle/>
        <a:p>
          <a:endParaRPr lang="en-US"/>
        </a:p>
      </dgm:t>
    </dgm:pt>
    <dgm:pt modelId="{C32814F5-6A01-49BE-95D3-4C44B85E6A77}">
      <dgm:prSet/>
      <dgm:spPr/>
      <dgm:t>
        <a:bodyPr/>
        <a:lstStyle/>
        <a:p>
          <a:r>
            <a:rPr lang="en-US"/>
            <a:t>This vector represents the frequencies of words in the document. </a:t>
          </a:r>
        </a:p>
      </dgm:t>
    </dgm:pt>
    <dgm:pt modelId="{A8974105-7C35-4523-AB63-D23908E75DEE}" type="parTrans" cxnId="{A1B656B7-39C6-44CF-8CB4-426EC93ADCBC}">
      <dgm:prSet/>
      <dgm:spPr/>
      <dgm:t>
        <a:bodyPr/>
        <a:lstStyle/>
        <a:p>
          <a:endParaRPr lang="en-US"/>
        </a:p>
      </dgm:t>
    </dgm:pt>
    <dgm:pt modelId="{BB77C764-6AB6-4F3C-8399-F98E50B30C88}" type="sibTrans" cxnId="{A1B656B7-39C6-44CF-8CB4-426EC93ADCBC}">
      <dgm:prSet/>
      <dgm:spPr/>
      <dgm:t>
        <a:bodyPr/>
        <a:lstStyle/>
        <a:p>
          <a:endParaRPr lang="en-US"/>
        </a:p>
      </dgm:t>
    </dgm:pt>
    <dgm:pt modelId="{165EEA28-82A1-4895-97D7-A829F1F175D2}">
      <dgm:prSet/>
      <dgm:spPr/>
      <dgm:t>
        <a:bodyPr/>
        <a:lstStyle/>
        <a:p>
          <a:r>
            <a:rPr lang="en-US"/>
            <a:t>The BoW model is a way to convert text data into a format suitable for machine learning algorithms.</a:t>
          </a:r>
        </a:p>
      </dgm:t>
    </dgm:pt>
    <dgm:pt modelId="{F4262524-FB04-41B0-BD6A-0A23A5D6D12E}" type="parTrans" cxnId="{8B9827E4-83F6-49A6-9494-932D240DACE1}">
      <dgm:prSet/>
      <dgm:spPr/>
      <dgm:t>
        <a:bodyPr/>
        <a:lstStyle/>
        <a:p>
          <a:endParaRPr lang="en-US"/>
        </a:p>
      </dgm:t>
    </dgm:pt>
    <dgm:pt modelId="{911BFB68-DF30-4942-AF00-DBEB2C8846A2}" type="sibTrans" cxnId="{8B9827E4-83F6-49A6-9494-932D240DACE1}">
      <dgm:prSet/>
      <dgm:spPr/>
      <dgm:t>
        <a:bodyPr/>
        <a:lstStyle/>
        <a:p>
          <a:endParaRPr lang="en-US"/>
        </a:p>
      </dgm:t>
    </dgm:pt>
    <dgm:pt modelId="{196FDC95-9DCD-4362-A7C9-59FB67063BEA}" type="pres">
      <dgm:prSet presAssocID="{751B0E47-B6F2-46DC-8186-CF4586A18423}" presName="root" presStyleCnt="0">
        <dgm:presLayoutVars>
          <dgm:dir/>
          <dgm:resizeHandles val="exact"/>
        </dgm:presLayoutVars>
      </dgm:prSet>
      <dgm:spPr/>
    </dgm:pt>
    <dgm:pt modelId="{51741FA1-DDFE-49DF-B46F-5C93995037F7}" type="pres">
      <dgm:prSet presAssocID="{93A6CF59-2BC2-47B7-BFE2-95DDE48B15EA}" presName="compNode" presStyleCnt="0"/>
      <dgm:spPr/>
    </dgm:pt>
    <dgm:pt modelId="{330BEF42-EBE5-4267-A110-4E498B726590}" type="pres">
      <dgm:prSet presAssocID="{93A6CF59-2BC2-47B7-BFE2-95DDE48B15EA}" presName="bgRect" presStyleLbl="bgShp" presStyleIdx="0" presStyleCnt="4"/>
      <dgm:spPr/>
    </dgm:pt>
    <dgm:pt modelId="{52C75318-A496-4B41-AA87-2F13BDF6BA18}" type="pres">
      <dgm:prSet presAssocID="{93A6CF59-2BC2-47B7-BFE2-95DDE48B15EA}" presName="iconRect" presStyleLbl="node1" presStyleIdx="0" presStyleCnt="4"/>
      <dgm:spPr>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Quotes"/>
        </a:ext>
      </dgm:extLst>
    </dgm:pt>
    <dgm:pt modelId="{1324BDF8-7B09-4DBC-96B6-2CC54EFA1974}" type="pres">
      <dgm:prSet presAssocID="{93A6CF59-2BC2-47B7-BFE2-95DDE48B15EA}" presName="spaceRect" presStyleCnt="0"/>
      <dgm:spPr/>
    </dgm:pt>
    <dgm:pt modelId="{8EA65093-4491-4B45-9C96-C2512F38C9AC}" type="pres">
      <dgm:prSet presAssocID="{93A6CF59-2BC2-47B7-BFE2-95DDE48B15EA}" presName="parTx" presStyleLbl="revTx" presStyleIdx="0" presStyleCnt="4">
        <dgm:presLayoutVars>
          <dgm:chMax val="0"/>
          <dgm:chPref val="0"/>
        </dgm:presLayoutVars>
      </dgm:prSet>
      <dgm:spPr/>
    </dgm:pt>
    <dgm:pt modelId="{D23015A9-6EFE-4817-92D6-76DAA51F98CA}" type="pres">
      <dgm:prSet presAssocID="{2C9398C2-5A57-4577-B6AF-43CF0AC09843}" presName="sibTrans" presStyleCnt="0"/>
      <dgm:spPr/>
    </dgm:pt>
    <dgm:pt modelId="{6312D8CF-AAE2-44F3-A146-D9889DBF5A3C}" type="pres">
      <dgm:prSet presAssocID="{F3A5FF64-C73B-4FCD-9B1B-FCC6F01FDDBF}" presName="compNode" presStyleCnt="0"/>
      <dgm:spPr/>
    </dgm:pt>
    <dgm:pt modelId="{BE24EB8D-9C76-4856-96FF-40DF983E6BC5}" type="pres">
      <dgm:prSet presAssocID="{F3A5FF64-C73B-4FCD-9B1B-FCC6F01FDDBF}" presName="bgRect" presStyleLbl="bgShp" presStyleIdx="1" presStyleCnt="4"/>
      <dgm:spPr/>
    </dgm:pt>
    <dgm:pt modelId="{0B870025-E580-46E4-AF75-BB7C90A60736}" type="pres">
      <dgm:prSet presAssocID="{F3A5FF64-C73B-4FCD-9B1B-FCC6F01FDDBF}" presName="iconRect" presStyleLbl="node1" presStyleIdx="1" presStyleCnt="4"/>
      <dgm:spPr>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ox trolley"/>
        </a:ext>
      </dgm:extLst>
    </dgm:pt>
    <dgm:pt modelId="{E610EFB5-7854-42DC-831C-EEFE327A7669}" type="pres">
      <dgm:prSet presAssocID="{F3A5FF64-C73B-4FCD-9B1B-FCC6F01FDDBF}" presName="spaceRect" presStyleCnt="0"/>
      <dgm:spPr/>
    </dgm:pt>
    <dgm:pt modelId="{2BEC5748-4037-4F50-9364-542B0C73ACBD}" type="pres">
      <dgm:prSet presAssocID="{F3A5FF64-C73B-4FCD-9B1B-FCC6F01FDDBF}" presName="parTx" presStyleLbl="revTx" presStyleIdx="1" presStyleCnt="4">
        <dgm:presLayoutVars>
          <dgm:chMax val="0"/>
          <dgm:chPref val="0"/>
        </dgm:presLayoutVars>
      </dgm:prSet>
      <dgm:spPr/>
    </dgm:pt>
    <dgm:pt modelId="{E39A2311-100D-481D-A7E2-54CFCDF48CD3}" type="pres">
      <dgm:prSet presAssocID="{C3AE1843-4D95-48E9-A4B6-A34F69C6E0B6}" presName="sibTrans" presStyleCnt="0"/>
      <dgm:spPr/>
    </dgm:pt>
    <dgm:pt modelId="{0D5641F4-44B1-4EAC-887E-63CA13F228CD}" type="pres">
      <dgm:prSet presAssocID="{C32814F5-6A01-49BE-95D3-4C44B85E6A77}" presName="compNode" presStyleCnt="0"/>
      <dgm:spPr/>
    </dgm:pt>
    <dgm:pt modelId="{89212FB2-7CE5-4DBE-A987-86F5A25E03A4}" type="pres">
      <dgm:prSet presAssocID="{C32814F5-6A01-49BE-95D3-4C44B85E6A77}" presName="bgRect" presStyleLbl="bgShp" presStyleIdx="2" presStyleCnt="4"/>
      <dgm:spPr/>
    </dgm:pt>
    <dgm:pt modelId="{FBA5D645-EC8F-4AF5-9B87-C3D9BB29635A}" type="pres">
      <dgm:prSet presAssocID="{C32814F5-6A01-49BE-95D3-4C44B85E6A77}" presName="iconRect" presStyleLbl="node1" presStyleIdx="2" presStyleCnt="4"/>
      <dgm:spPr>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ocument"/>
        </a:ext>
      </dgm:extLst>
    </dgm:pt>
    <dgm:pt modelId="{CDFEAA31-D8E7-41E3-BD18-A09E12589A78}" type="pres">
      <dgm:prSet presAssocID="{C32814F5-6A01-49BE-95D3-4C44B85E6A77}" presName="spaceRect" presStyleCnt="0"/>
      <dgm:spPr/>
    </dgm:pt>
    <dgm:pt modelId="{1583E6AB-DDD9-40B6-B687-F59E6674F633}" type="pres">
      <dgm:prSet presAssocID="{C32814F5-6A01-49BE-95D3-4C44B85E6A77}" presName="parTx" presStyleLbl="revTx" presStyleIdx="2" presStyleCnt="4">
        <dgm:presLayoutVars>
          <dgm:chMax val="0"/>
          <dgm:chPref val="0"/>
        </dgm:presLayoutVars>
      </dgm:prSet>
      <dgm:spPr/>
    </dgm:pt>
    <dgm:pt modelId="{F5C48C07-EE12-4859-9575-09DC7EC20BE6}" type="pres">
      <dgm:prSet presAssocID="{BB77C764-6AB6-4F3C-8399-F98E50B30C88}" presName="sibTrans" presStyleCnt="0"/>
      <dgm:spPr/>
    </dgm:pt>
    <dgm:pt modelId="{7DB753F6-F9E8-4689-88FB-0A669E997A64}" type="pres">
      <dgm:prSet presAssocID="{165EEA28-82A1-4895-97D7-A829F1F175D2}" presName="compNode" presStyleCnt="0"/>
      <dgm:spPr/>
    </dgm:pt>
    <dgm:pt modelId="{11153C53-A246-42FE-A7C1-8467407E3EEE}" type="pres">
      <dgm:prSet presAssocID="{165EEA28-82A1-4895-97D7-A829F1F175D2}" presName="bgRect" presStyleLbl="bgShp" presStyleIdx="3" presStyleCnt="4"/>
      <dgm:spPr/>
    </dgm:pt>
    <dgm:pt modelId="{34256F32-3211-4CD3-BCB3-6A2B6347E6D2}" type="pres">
      <dgm:prSet presAssocID="{165EEA28-82A1-4895-97D7-A829F1F175D2}" presName="iconRect" presStyleLbl="node1" presStyleIdx="3" presStyleCnt="4"/>
      <dgm:spPr>
        <a:blipFill>
          <a:blip xmlns:r="http://schemas.openxmlformats.org/officeDocument/2006/relationships"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atabase"/>
        </a:ext>
      </dgm:extLst>
    </dgm:pt>
    <dgm:pt modelId="{C65CECE9-D67D-4433-AAC7-4E2839B230AF}" type="pres">
      <dgm:prSet presAssocID="{165EEA28-82A1-4895-97D7-A829F1F175D2}" presName="spaceRect" presStyleCnt="0"/>
      <dgm:spPr/>
    </dgm:pt>
    <dgm:pt modelId="{2FB0D773-72C3-4ECE-8B2A-A0739B961C62}" type="pres">
      <dgm:prSet presAssocID="{165EEA28-82A1-4895-97D7-A829F1F175D2}" presName="parTx" presStyleLbl="revTx" presStyleIdx="3" presStyleCnt="4">
        <dgm:presLayoutVars>
          <dgm:chMax val="0"/>
          <dgm:chPref val="0"/>
        </dgm:presLayoutVars>
      </dgm:prSet>
      <dgm:spPr/>
    </dgm:pt>
  </dgm:ptLst>
  <dgm:cxnLst>
    <dgm:cxn modelId="{68C0970B-F8CA-42EA-A8C4-512C1AD028E0}" type="presOf" srcId="{751B0E47-B6F2-46DC-8186-CF4586A18423}" destId="{196FDC95-9DCD-4362-A7C9-59FB67063BEA}" srcOrd="0" destOrd="0" presId="urn:microsoft.com/office/officeart/2018/2/layout/IconVerticalSolidList"/>
    <dgm:cxn modelId="{9119B72C-AC41-4EF2-9431-26B788DF9D90}" type="presOf" srcId="{93A6CF59-2BC2-47B7-BFE2-95DDE48B15EA}" destId="{8EA65093-4491-4B45-9C96-C2512F38C9AC}" srcOrd="0" destOrd="0" presId="urn:microsoft.com/office/officeart/2018/2/layout/IconVerticalSolidList"/>
    <dgm:cxn modelId="{C8EC2C3F-7310-49D1-89CA-8F2E7B44B970}" type="presOf" srcId="{F3A5FF64-C73B-4FCD-9B1B-FCC6F01FDDBF}" destId="{2BEC5748-4037-4F50-9364-542B0C73ACBD}" srcOrd="0" destOrd="0" presId="urn:microsoft.com/office/officeart/2018/2/layout/IconVerticalSolidList"/>
    <dgm:cxn modelId="{F7206C6A-CA36-4EB2-A4E8-E0D0F9F3FFA3}" type="presOf" srcId="{C32814F5-6A01-49BE-95D3-4C44B85E6A77}" destId="{1583E6AB-DDD9-40B6-B687-F59E6674F633}" srcOrd="0" destOrd="0" presId="urn:microsoft.com/office/officeart/2018/2/layout/IconVerticalSolidList"/>
    <dgm:cxn modelId="{B676D158-6EA9-4041-B9A1-20B42FA415EC}" srcId="{751B0E47-B6F2-46DC-8186-CF4586A18423}" destId="{F3A5FF64-C73B-4FCD-9B1B-FCC6F01FDDBF}" srcOrd="1" destOrd="0" parTransId="{6594D2C7-60B2-4BC3-BC23-33E4CDD5D33B}" sibTransId="{C3AE1843-4D95-48E9-A4B6-A34F69C6E0B6}"/>
    <dgm:cxn modelId="{A1B656B7-39C6-44CF-8CB4-426EC93ADCBC}" srcId="{751B0E47-B6F2-46DC-8186-CF4586A18423}" destId="{C32814F5-6A01-49BE-95D3-4C44B85E6A77}" srcOrd="2" destOrd="0" parTransId="{A8974105-7C35-4523-AB63-D23908E75DEE}" sibTransId="{BB77C764-6AB6-4F3C-8399-F98E50B30C88}"/>
    <dgm:cxn modelId="{EA85BED6-8595-4D72-8759-9956C7716ED8}" type="presOf" srcId="{165EEA28-82A1-4895-97D7-A829F1F175D2}" destId="{2FB0D773-72C3-4ECE-8B2A-A0739B961C62}" srcOrd="0" destOrd="0" presId="urn:microsoft.com/office/officeart/2018/2/layout/IconVerticalSolidList"/>
    <dgm:cxn modelId="{A3189AE3-9CE1-4B20-99FB-0F8C2D1134D1}" srcId="{751B0E47-B6F2-46DC-8186-CF4586A18423}" destId="{93A6CF59-2BC2-47B7-BFE2-95DDE48B15EA}" srcOrd="0" destOrd="0" parTransId="{8F697E0E-D23C-4465-8E75-6ADAC146A90A}" sibTransId="{2C9398C2-5A57-4577-B6AF-43CF0AC09843}"/>
    <dgm:cxn modelId="{8B9827E4-83F6-49A6-9494-932D240DACE1}" srcId="{751B0E47-B6F2-46DC-8186-CF4586A18423}" destId="{165EEA28-82A1-4895-97D7-A829F1F175D2}" srcOrd="3" destOrd="0" parTransId="{F4262524-FB04-41B0-BD6A-0A23A5D6D12E}" sibTransId="{911BFB68-DF30-4942-AF00-DBEB2C8846A2}"/>
    <dgm:cxn modelId="{60C11F1C-97FA-49A8-9994-886C24E8130D}" type="presParOf" srcId="{196FDC95-9DCD-4362-A7C9-59FB67063BEA}" destId="{51741FA1-DDFE-49DF-B46F-5C93995037F7}" srcOrd="0" destOrd="0" presId="urn:microsoft.com/office/officeart/2018/2/layout/IconVerticalSolidList"/>
    <dgm:cxn modelId="{8EA2A4DA-BCCE-4007-A375-167C248FE096}" type="presParOf" srcId="{51741FA1-DDFE-49DF-B46F-5C93995037F7}" destId="{330BEF42-EBE5-4267-A110-4E498B726590}" srcOrd="0" destOrd="0" presId="urn:microsoft.com/office/officeart/2018/2/layout/IconVerticalSolidList"/>
    <dgm:cxn modelId="{737EFF31-5E04-4C5E-ADC2-0BB25442FAF9}" type="presParOf" srcId="{51741FA1-DDFE-49DF-B46F-5C93995037F7}" destId="{52C75318-A496-4B41-AA87-2F13BDF6BA18}" srcOrd="1" destOrd="0" presId="urn:microsoft.com/office/officeart/2018/2/layout/IconVerticalSolidList"/>
    <dgm:cxn modelId="{92FB2F64-9C21-427A-9C50-9BBCAE063B2B}" type="presParOf" srcId="{51741FA1-DDFE-49DF-B46F-5C93995037F7}" destId="{1324BDF8-7B09-4DBC-96B6-2CC54EFA1974}" srcOrd="2" destOrd="0" presId="urn:microsoft.com/office/officeart/2018/2/layout/IconVerticalSolidList"/>
    <dgm:cxn modelId="{BE544475-AE05-4ECF-9B31-D563A5B9D739}" type="presParOf" srcId="{51741FA1-DDFE-49DF-B46F-5C93995037F7}" destId="{8EA65093-4491-4B45-9C96-C2512F38C9AC}" srcOrd="3" destOrd="0" presId="urn:microsoft.com/office/officeart/2018/2/layout/IconVerticalSolidList"/>
    <dgm:cxn modelId="{CAB3072C-7626-4ADE-AD14-0E83BAD00956}" type="presParOf" srcId="{196FDC95-9DCD-4362-A7C9-59FB67063BEA}" destId="{D23015A9-6EFE-4817-92D6-76DAA51F98CA}" srcOrd="1" destOrd="0" presId="urn:microsoft.com/office/officeart/2018/2/layout/IconVerticalSolidList"/>
    <dgm:cxn modelId="{1D8E6249-2605-48B0-B926-4FB6FAFC7CE6}" type="presParOf" srcId="{196FDC95-9DCD-4362-A7C9-59FB67063BEA}" destId="{6312D8CF-AAE2-44F3-A146-D9889DBF5A3C}" srcOrd="2" destOrd="0" presId="urn:microsoft.com/office/officeart/2018/2/layout/IconVerticalSolidList"/>
    <dgm:cxn modelId="{5873594B-5117-4A9E-8CFC-0DCD67D59DFB}" type="presParOf" srcId="{6312D8CF-AAE2-44F3-A146-D9889DBF5A3C}" destId="{BE24EB8D-9C76-4856-96FF-40DF983E6BC5}" srcOrd="0" destOrd="0" presId="urn:microsoft.com/office/officeart/2018/2/layout/IconVerticalSolidList"/>
    <dgm:cxn modelId="{E1A047AC-F51D-4B36-9491-4FAD2E8F1711}" type="presParOf" srcId="{6312D8CF-AAE2-44F3-A146-D9889DBF5A3C}" destId="{0B870025-E580-46E4-AF75-BB7C90A60736}" srcOrd="1" destOrd="0" presId="urn:microsoft.com/office/officeart/2018/2/layout/IconVerticalSolidList"/>
    <dgm:cxn modelId="{07BCC923-0FFD-46E6-AA2D-E445756BCA4E}" type="presParOf" srcId="{6312D8CF-AAE2-44F3-A146-D9889DBF5A3C}" destId="{E610EFB5-7854-42DC-831C-EEFE327A7669}" srcOrd="2" destOrd="0" presId="urn:microsoft.com/office/officeart/2018/2/layout/IconVerticalSolidList"/>
    <dgm:cxn modelId="{744553F8-3292-4DB8-B054-E38E3AC5F110}" type="presParOf" srcId="{6312D8CF-AAE2-44F3-A146-D9889DBF5A3C}" destId="{2BEC5748-4037-4F50-9364-542B0C73ACBD}" srcOrd="3" destOrd="0" presId="urn:microsoft.com/office/officeart/2018/2/layout/IconVerticalSolidList"/>
    <dgm:cxn modelId="{DFCD9E76-0DA5-41B7-8080-BBE1D315AF6E}" type="presParOf" srcId="{196FDC95-9DCD-4362-A7C9-59FB67063BEA}" destId="{E39A2311-100D-481D-A7E2-54CFCDF48CD3}" srcOrd="3" destOrd="0" presId="urn:microsoft.com/office/officeart/2018/2/layout/IconVerticalSolidList"/>
    <dgm:cxn modelId="{EA92F2E3-0969-42BC-8E75-D8EB48606C87}" type="presParOf" srcId="{196FDC95-9DCD-4362-A7C9-59FB67063BEA}" destId="{0D5641F4-44B1-4EAC-887E-63CA13F228CD}" srcOrd="4" destOrd="0" presId="urn:microsoft.com/office/officeart/2018/2/layout/IconVerticalSolidList"/>
    <dgm:cxn modelId="{CB11D78C-DFAD-4F07-8B7C-445A288AF6F2}" type="presParOf" srcId="{0D5641F4-44B1-4EAC-887E-63CA13F228CD}" destId="{89212FB2-7CE5-4DBE-A987-86F5A25E03A4}" srcOrd="0" destOrd="0" presId="urn:microsoft.com/office/officeart/2018/2/layout/IconVerticalSolidList"/>
    <dgm:cxn modelId="{0D5B9175-DF3A-472A-AA78-A4BF40A2647C}" type="presParOf" srcId="{0D5641F4-44B1-4EAC-887E-63CA13F228CD}" destId="{FBA5D645-EC8F-4AF5-9B87-C3D9BB29635A}" srcOrd="1" destOrd="0" presId="urn:microsoft.com/office/officeart/2018/2/layout/IconVerticalSolidList"/>
    <dgm:cxn modelId="{23D632EA-34AB-40F4-BA91-1656BC96EF42}" type="presParOf" srcId="{0D5641F4-44B1-4EAC-887E-63CA13F228CD}" destId="{CDFEAA31-D8E7-41E3-BD18-A09E12589A78}" srcOrd="2" destOrd="0" presId="urn:microsoft.com/office/officeart/2018/2/layout/IconVerticalSolidList"/>
    <dgm:cxn modelId="{B10C78E1-A569-44B0-B347-66BA396222C0}" type="presParOf" srcId="{0D5641F4-44B1-4EAC-887E-63CA13F228CD}" destId="{1583E6AB-DDD9-40B6-B687-F59E6674F633}" srcOrd="3" destOrd="0" presId="urn:microsoft.com/office/officeart/2018/2/layout/IconVerticalSolidList"/>
    <dgm:cxn modelId="{1D02F5F8-EAAD-4788-A68D-60A16AA21A4C}" type="presParOf" srcId="{196FDC95-9DCD-4362-A7C9-59FB67063BEA}" destId="{F5C48C07-EE12-4859-9575-09DC7EC20BE6}" srcOrd="5" destOrd="0" presId="urn:microsoft.com/office/officeart/2018/2/layout/IconVerticalSolidList"/>
    <dgm:cxn modelId="{1AC47EAA-6A44-4A77-8DF9-432C3E7B6ED0}" type="presParOf" srcId="{196FDC95-9DCD-4362-A7C9-59FB67063BEA}" destId="{7DB753F6-F9E8-4689-88FB-0A669E997A64}" srcOrd="6" destOrd="0" presId="urn:microsoft.com/office/officeart/2018/2/layout/IconVerticalSolidList"/>
    <dgm:cxn modelId="{C3218AC6-1142-4D91-A2D0-035AD99732DE}" type="presParOf" srcId="{7DB753F6-F9E8-4689-88FB-0A669E997A64}" destId="{11153C53-A246-42FE-A7C1-8467407E3EEE}" srcOrd="0" destOrd="0" presId="urn:microsoft.com/office/officeart/2018/2/layout/IconVerticalSolidList"/>
    <dgm:cxn modelId="{B7581D8C-768A-49B1-91A3-3023B4EFE16E}" type="presParOf" srcId="{7DB753F6-F9E8-4689-88FB-0A669E997A64}" destId="{34256F32-3211-4CD3-BCB3-6A2B6347E6D2}" srcOrd="1" destOrd="0" presId="urn:microsoft.com/office/officeart/2018/2/layout/IconVerticalSolidList"/>
    <dgm:cxn modelId="{7197A7BE-64F7-47F6-8BD9-1E3D6DCA9062}" type="presParOf" srcId="{7DB753F6-F9E8-4689-88FB-0A669E997A64}" destId="{C65CECE9-D67D-4433-AAC7-4E2839B230AF}" srcOrd="2" destOrd="0" presId="urn:microsoft.com/office/officeart/2018/2/layout/IconVerticalSolidList"/>
    <dgm:cxn modelId="{D8AE2A02-7076-4A39-AD8D-D08E60519843}" type="presParOf" srcId="{7DB753F6-F9E8-4689-88FB-0A669E997A64}" destId="{2FB0D773-72C3-4ECE-8B2A-A0739B961C6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51B0E47-B6F2-46DC-8186-CF4586A18423}"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93A6CF59-2BC2-47B7-BFE2-95DDE48B15EA}">
      <dgm:prSet/>
      <dgm:spPr/>
      <dgm:t>
        <a:bodyPr/>
        <a:lstStyle/>
        <a:p>
          <a:pPr>
            <a:lnSpc>
              <a:spcPct val="100000"/>
            </a:lnSpc>
          </a:pPr>
          <a:r>
            <a:rPr lang="en-US" dirty="0">
              <a:solidFill>
                <a:srgbClr val="000000"/>
              </a:solidFill>
            </a:rPr>
            <a:t>The </a:t>
          </a:r>
          <a:r>
            <a:rPr lang="en-US" dirty="0">
              <a:solidFill>
                <a:srgbClr val="000000"/>
              </a:solidFill>
              <a:latin typeface="Calibri"/>
            </a:rPr>
            <a:t>Vector Space Model </a:t>
          </a:r>
          <a:r>
            <a:rPr lang="en-US" dirty="0">
              <a:solidFill>
                <a:srgbClr val="000000"/>
              </a:solidFill>
            </a:rPr>
            <a:t>(</a:t>
          </a:r>
          <a:r>
            <a:rPr lang="en-US" dirty="0">
              <a:solidFill>
                <a:srgbClr val="000000"/>
              </a:solidFill>
              <a:latin typeface="Calibri"/>
            </a:rPr>
            <a:t>VSM</a:t>
          </a:r>
          <a:r>
            <a:rPr lang="en-US" dirty="0">
              <a:solidFill>
                <a:srgbClr val="000000"/>
              </a:solidFill>
            </a:rPr>
            <a:t>) </a:t>
          </a:r>
          <a:r>
            <a:rPr lang="en-US" dirty="0">
              <a:solidFill>
                <a:srgbClr val="000000"/>
              </a:solidFill>
              <a:latin typeface="Calibri"/>
            </a:rPr>
            <a:t>is a mathematical framework used </a:t>
          </a:r>
          <a:r>
            <a:rPr lang="en-US" dirty="0">
              <a:solidFill>
                <a:srgbClr val="000000"/>
              </a:solidFill>
            </a:rPr>
            <a:t>in text analysis and Natural Language Processing (NLP</a:t>
          </a:r>
          <a:r>
            <a:rPr lang="en-US" dirty="0">
              <a:solidFill>
                <a:srgbClr val="000000"/>
              </a:solidFill>
              <a:latin typeface="Calibri"/>
            </a:rPr>
            <a:t>).</a:t>
          </a:r>
        </a:p>
      </dgm:t>
    </dgm:pt>
    <dgm:pt modelId="{8F697E0E-D23C-4465-8E75-6ADAC146A90A}" type="parTrans" cxnId="{A3189AE3-9CE1-4B20-99FB-0F8C2D1134D1}">
      <dgm:prSet/>
      <dgm:spPr/>
      <dgm:t>
        <a:bodyPr/>
        <a:lstStyle/>
        <a:p>
          <a:endParaRPr lang="en-US"/>
        </a:p>
      </dgm:t>
    </dgm:pt>
    <dgm:pt modelId="{2C9398C2-5A57-4577-B6AF-43CF0AC09843}" type="sibTrans" cxnId="{A3189AE3-9CE1-4B20-99FB-0F8C2D1134D1}">
      <dgm:prSet/>
      <dgm:spPr/>
      <dgm:t>
        <a:bodyPr/>
        <a:lstStyle/>
        <a:p>
          <a:endParaRPr lang="en-US"/>
        </a:p>
      </dgm:t>
    </dgm:pt>
    <dgm:pt modelId="{8FE09499-6D2C-4A19-A0DF-D47F39D8C216}">
      <dgm:prSet phldr="0"/>
      <dgm:spPr/>
      <dgm:t>
        <a:bodyPr/>
        <a:lstStyle/>
        <a:p>
          <a:pPr rtl="0">
            <a:lnSpc>
              <a:spcPct val="100000"/>
            </a:lnSpc>
          </a:pPr>
          <a:r>
            <a:rPr lang="en-US" dirty="0">
              <a:solidFill>
                <a:srgbClr val="000000"/>
              </a:solidFill>
            </a:rPr>
            <a:t>The </a:t>
          </a:r>
          <a:r>
            <a:rPr lang="en-US" dirty="0">
              <a:solidFill>
                <a:srgbClr val="000000"/>
              </a:solidFill>
              <a:latin typeface="Calibri"/>
            </a:rPr>
            <a:t>VSM </a:t>
          </a:r>
          <a:r>
            <a:rPr lang="en-US" dirty="0">
              <a:solidFill>
                <a:srgbClr val="000000"/>
              </a:solidFill>
            </a:rPr>
            <a:t>is a </a:t>
          </a:r>
          <a:r>
            <a:rPr lang="en-US" dirty="0">
              <a:solidFill>
                <a:srgbClr val="000000"/>
              </a:solidFill>
              <a:latin typeface="Calibri"/>
            </a:rPr>
            <a:t>fundamental concept in information retrieval and text analysis.</a:t>
          </a:r>
          <a:endParaRPr lang="en-US" dirty="0">
            <a:latin typeface="Calibri"/>
          </a:endParaRPr>
        </a:p>
      </dgm:t>
    </dgm:pt>
    <dgm:pt modelId="{12E57CD7-982E-4944-8C56-AA0516D8A18F}" type="parTrans" cxnId="{AE8D66C1-B697-4936-8828-ADACDC97F147}">
      <dgm:prSet/>
      <dgm:spPr/>
    </dgm:pt>
    <dgm:pt modelId="{D5879710-0559-48F2-8EBD-9A751AA4F201}" type="sibTrans" cxnId="{AE8D66C1-B697-4936-8828-ADACDC97F147}">
      <dgm:prSet/>
      <dgm:spPr/>
    </dgm:pt>
    <dgm:pt modelId="{7C36E932-A2AF-47B7-8DA5-AB0004520E7F}">
      <dgm:prSet phldr="0"/>
      <dgm:spPr/>
      <dgm:t>
        <a:bodyPr/>
        <a:lstStyle/>
        <a:p>
          <a:pPr>
            <a:lnSpc>
              <a:spcPct val="100000"/>
            </a:lnSpc>
          </a:pPr>
          <a:r>
            <a:rPr lang="en-US" dirty="0">
              <a:solidFill>
                <a:srgbClr val="000000"/>
              </a:solidFill>
              <a:latin typeface="Calibri"/>
            </a:rPr>
            <a:t>It is used to represent </a:t>
          </a:r>
          <a:r>
            <a:rPr lang="en-US" dirty="0">
              <a:solidFill>
                <a:srgbClr val="000000"/>
              </a:solidFill>
            </a:rPr>
            <a:t>and </a:t>
          </a:r>
          <a:r>
            <a:rPr lang="en-US" dirty="0">
              <a:solidFill>
                <a:srgbClr val="000000"/>
              </a:solidFill>
              <a:latin typeface="Calibri"/>
            </a:rPr>
            <a:t>analyze text documents </a:t>
          </a:r>
          <a:r>
            <a:rPr lang="en-US" dirty="0">
              <a:solidFill>
                <a:srgbClr val="000000"/>
              </a:solidFill>
            </a:rPr>
            <a:t>as </a:t>
          </a:r>
          <a:r>
            <a:rPr lang="en-US" dirty="0">
              <a:solidFill>
                <a:srgbClr val="000000"/>
              </a:solidFill>
              <a:latin typeface="Calibri"/>
            </a:rPr>
            <a:t>vectors in </a:t>
          </a:r>
          <a:r>
            <a:rPr lang="en-US" dirty="0">
              <a:solidFill>
                <a:srgbClr val="000000"/>
              </a:solidFill>
            </a:rPr>
            <a:t>a </a:t>
          </a:r>
          <a:r>
            <a:rPr lang="en-US" dirty="0">
              <a:solidFill>
                <a:srgbClr val="000000"/>
              </a:solidFill>
              <a:latin typeface="Calibri"/>
            </a:rPr>
            <a:t>high-dimensional space</a:t>
          </a:r>
          <a:r>
            <a:rPr lang="en-US" dirty="0">
              <a:solidFill>
                <a:srgbClr val="000000"/>
              </a:solidFill>
            </a:rPr>
            <a:t>.</a:t>
          </a:r>
          <a:r>
            <a:rPr lang="en-US" dirty="0">
              <a:latin typeface="Calibri"/>
            </a:rPr>
            <a:t> </a:t>
          </a:r>
          <a:endParaRPr lang="en-US" dirty="0"/>
        </a:p>
      </dgm:t>
    </dgm:pt>
    <dgm:pt modelId="{DFED762B-B085-48AD-9F9B-1FA6D2AB61C5}" type="parTrans" cxnId="{628690E8-3918-492F-BCB9-039C6BBC51B7}">
      <dgm:prSet/>
      <dgm:spPr/>
    </dgm:pt>
    <dgm:pt modelId="{B563DCE8-55E9-4200-A445-A35717842F40}" type="sibTrans" cxnId="{628690E8-3918-492F-BCB9-039C6BBC51B7}">
      <dgm:prSet/>
      <dgm:spPr/>
    </dgm:pt>
    <dgm:pt modelId="{BDC93755-CC20-4653-9619-826F23BF13D5}">
      <dgm:prSet phldr="0"/>
      <dgm:spPr/>
      <dgm:t>
        <a:bodyPr/>
        <a:lstStyle/>
        <a:p>
          <a:pPr rtl="0">
            <a:lnSpc>
              <a:spcPct val="100000"/>
            </a:lnSpc>
          </a:pPr>
          <a:r>
            <a:rPr lang="en-US" dirty="0">
              <a:solidFill>
                <a:srgbClr val="000000"/>
              </a:solidFill>
              <a:latin typeface="Calibri"/>
            </a:rPr>
            <a:t>It is used to providing a </a:t>
          </a:r>
          <a:r>
            <a:rPr lang="en-US" dirty="0">
              <a:solidFill>
                <a:srgbClr val="000000"/>
              </a:solidFill>
            </a:rPr>
            <a:t>way to </a:t>
          </a:r>
          <a:r>
            <a:rPr lang="en-US" dirty="0">
              <a:solidFill>
                <a:srgbClr val="000000"/>
              </a:solidFill>
              <a:latin typeface="Calibri"/>
            </a:rPr>
            <a:t>quantify the similarity and relationships between documents and terms</a:t>
          </a:r>
          <a:r>
            <a:rPr lang="en-US" dirty="0">
              <a:solidFill>
                <a:srgbClr val="000000"/>
              </a:solidFill>
            </a:rPr>
            <a:t>.</a:t>
          </a:r>
          <a:endParaRPr lang="en-US" dirty="0"/>
        </a:p>
      </dgm:t>
    </dgm:pt>
    <dgm:pt modelId="{21A2404C-498B-478C-A71C-7EF51A1E611B}" type="parTrans" cxnId="{4DF9DE6D-06F8-40EB-9A8D-1DC9CC96D537}">
      <dgm:prSet/>
      <dgm:spPr/>
    </dgm:pt>
    <dgm:pt modelId="{C0FB098D-9C06-43B1-A525-B78B56FB7403}" type="sibTrans" cxnId="{4DF9DE6D-06F8-40EB-9A8D-1DC9CC96D537}">
      <dgm:prSet/>
      <dgm:spPr/>
    </dgm:pt>
    <dgm:pt modelId="{196FDC95-9DCD-4362-A7C9-59FB67063BEA}" type="pres">
      <dgm:prSet presAssocID="{751B0E47-B6F2-46DC-8186-CF4586A18423}" presName="root" presStyleCnt="0">
        <dgm:presLayoutVars>
          <dgm:dir/>
          <dgm:resizeHandles val="exact"/>
        </dgm:presLayoutVars>
      </dgm:prSet>
      <dgm:spPr/>
    </dgm:pt>
    <dgm:pt modelId="{51741FA1-DDFE-49DF-B46F-5C93995037F7}" type="pres">
      <dgm:prSet presAssocID="{93A6CF59-2BC2-47B7-BFE2-95DDE48B15EA}" presName="compNode" presStyleCnt="0"/>
      <dgm:spPr/>
    </dgm:pt>
    <dgm:pt modelId="{330BEF42-EBE5-4267-A110-4E498B726590}" type="pres">
      <dgm:prSet presAssocID="{93A6CF59-2BC2-47B7-BFE2-95DDE48B15EA}" presName="bgRect" presStyleLbl="bgShp" presStyleIdx="0" presStyleCnt="4"/>
      <dgm:spPr/>
    </dgm:pt>
    <dgm:pt modelId="{52C75318-A496-4B41-AA87-2F13BDF6BA18}" type="pres">
      <dgm:prSet presAssocID="{93A6CF59-2BC2-47B7-BFE2-95DDE48B15EA}" presName="iconRect" presStyleLbl="node1" presStyleIdx="0" presStyleCnt="4"/>
      <dgm:spPr>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Quotes"/>
        </a:ext>
      </dgm:extLst>
    </dgm:pt>
    <dgm:pt modelId="{1324BDF8-7B09-4DBC-96B6-2CC54EFA1974}" type="pres">
      <dgm:prSet presAssocID="{93A6CF59-2BC2-47B7-BFE2-95DDE48B15EA}" presName="spaceRect" presStyleCnt="0"/>
      <dgm:spPr/>
    </dgm:pt>
    <dgm:pt modelId="{8EA65093-4491-4B45-9C96-C2512F38C9AC}" type="pres">
      <dgm:prSet presAssocID="{93A6CF59-2BC2-47B7-BFE2-95DDE48B15EA}" presName="parTx" presStyleLbl="revTx" presStyleIdx="0" presStyleCnt="4">
        <dgm:presLayoutVars>
          <dgm:chMax val="0"/>
          <dgm:chPref val="0"/>
        </dgm:presLayoutVars>
      </dgm:prSet>
      <dgm:spPr/>
    </dgm:pt>
    <dgm:pt modelId="{83F1DDE8-6AF2-437E-9C1A-7D7E4A489F93}" type="pres">
      <dgm:prSet presAssocID="{2C9398C2-5A57-4577-B6AF-43CF0AC09843}" presName="sibTrans" presStyleCnt="0"/>
      <dgm:spPr/>
    </dgm:pt>
    <dgm:pt modelId="{B8E194A5-AC40-4A37-9FF8-5544A430CB4B}" type="pres">
      <dgm:prSet presAssocID="{7C36E932-A2AF-47B7-8DA5-AB0004520E7F}" presName="compNode" presStyleCnt="0"/>
      <dgm:spPr/>
    </dgm:pt>
    <dgm:pt modelId="{7D07389F-5B74-4F06-BA51-755EF836C277}" type="pres">
      <dgm:prSet presAssocID="{7C36E932-A2AF-47B7-8DA5-AB0004520E7F}" presName="bgRect" presStyleLbl="bgShp" presStyleIdx="1" presStyleCnt="4"/>
      <dgm:spPr/>
    </dgm:pt>
    <dgm:pt modelId="{FB1CA58C-8484-4221-B188-EF251B70850F}" type="pres">
      <dgm:prSet presAssocID="{7C36E932-A2AF-47B7-8DA5-AB0004520E7F}" presName="iconRect" presStyleLbl="node1" presStyleIdx="1" presStyleCnt="4"/>
      <dgm:spPr/>
    </dgm:pt>
    <dgm:pt modelId="{7643C2EA-9249-4046-9A84-0B831A69A230}" type="pres">
      <dgm:prSet presAssocID="{7C36E932-A2AF-47B7-8DA5-AB0004520E7F}" presName="spaceRect" presStyleCnt="0"/>
      <dgm:spPr/>
    </dgm:pt>
    <dgm:pt modelId="{590DADC0-AA1E-420E-A92C-E3DACB3D8E7F}" type="pres">
      <dgm:prSet presAssocID="{7C36E932-A2AF-47B7-8DA5-AB0004520E7F}" presName="parTx" presStyleLbl="revTx" presStyleIdx="1" presStyleCnt="4">
        <dgm:presLayoutVars>
          <dgm:chMax val="0"/>
          <dgm:chPref val="0"/>
        </dgm:presLayoutVars>
      </dgm:prSet>
      <dgm:spPr/>
    </dgm:pt>
    <dgm:pt modelId="{D04B950B-CFF1-4A95-BCFE-D1A992A43F41}" type="pres">
      <dgm:prSet presAssocID="{B563DCE8-55E9-4200-A445-A35717842F40}" presName="sibTrans" presStyleCnt="0"/>
      <dgm:spPr/>
    </dgm:pt>
    <dgm:pt modelId="{4608888C-F683-46C7-8A2C-5435E7085BB0}" type="pres">
      <dgm:prSet presAssocID="{8FE09499-6D2C-4A19-A0DF-D47F39D8C216}" presName="compNode" presStyleCnt="0"/>
      <dgm:spPr/>
    </dgm:pt>
    <dgm:pt modelId="{59F13F43-FA50-4332-96A3-AA1243DF94CB}" type="pres">
      <dgm:prSet presAssocID="{8FE09499-6D2C-4A19-A0DF-D47F39D8C216}" presName="bgRect" presStyleLbl="bgShp" presStyleIdx="2" presStyleCnt="4"/>
      <dgm:spPr/>
    </dgm:pt>
    <dgm:pt modelId="{A67FB117-5EAB-43FA-9595-865F718A1232}" type="pres">
      <dgm:prSet presAssocID="{8FE09499-6D2C-4A19-A0DF-D47F39D8C216}" presName="iconRect" presStyleLbl="node1" presStyleIdx="2" presStyleCnt="4"/>
      <dgm:spPr/>
    </dgm:pt>
    <dgm:pt modelId="{DA2059E0-916A-4778-8CB6-536E430A6573}" type="pres">
      <dgm:prSet presAssocID="{8FE09499-6D2C-4A19-A0DF-D47F39D8C216}" presName="spaceRect" presStyleCnt="0"/>
      <dgm:spPr/>
    </dgm:pt>
    <dgm:pt modelId="{75638DF0-2E4C-4DB4-870A-F3A37A9A7868}" type="pres">
      <dgm:prSet presAssocID="{8FE09499-6D2C-4A19-A0DF-D47F39D8C216}" presName="parTx" presStyleLbl="revTx" presStyleIdx="2" presStyleCnt="4">
        <dgm:presLayoutVars>
          <dgm:chMax val="0"/>
          <dgm:chPref val="0"/>
        </dgm:presLayoutVars>
      </dgm:prSet>
      <dgm:spPr/>
    </dgm:pt>
    <dgm:pt modelId="{74C965DF-6861-4181-8AE2-F127D9412394}" type="pres">
      <dgm:prSet presAssocID="{D5879710-0559-48F2-8EBD-9A751AA4F201}" presName="sibTrans" presStyleCnt="0"/>
      <dgm:spPr/>
    </dgm:pt>
    <dgm:pt modelId="{EA9FD4E8-9BB1-47F0-A486-028A501515CC}" type="pres">
      <dgm:prSet presAssocID="{BDC93755-CC20-4653-9619-826F23BF13D5}" presName="compNode" presStyleCnt="0"/>
      <dgm:spPr/>
    </dgm:pt>
    <dgm:pt modelId="{669C5904-9731-4A37-B141-2AA0F81C276A}" type="pres">
      <dgm:prSet presAssocID="{BDC93755-CC20-4653-9619-826F23BF13D5}" presName="bgRect" presStyleLbl="bgShp" presStyleIdx="3" presStyleCnt="4"/>
      <dgm:spPr/>
    </dgm:pt>
    <dgm:pt modelId="{10E45B69-EC16-4380-8E4E-640C1B4C63A9}" type="pres">
      <dgm:prSet presAssocID="{BDC93755-CC20-4653-9619-826F23BF13D5}" presName="iconRect" presStyleLbl="node1" presStyleIdx="3" presStyleCnt="4"/>
      <dgm:spPr/>
    </dgm:pt>
    <dgm:pt modelId="{FB657EF1-E788-4499-8F10-56378AF96A9D}" type="pres">
      <dgm:prSet presAssocID="{BDC93755-CC20-4653-9619-826F23BF13D5}" presName="spaceRect" presStyleCnt="0"/>
      <dgm:spPr/>
    </dgm:pt>
    <dgm:pt modelId="{B6F0E591-12E3-41BE-8BA7-7F287BC2410E}" type="pres">
      <dgm:prSet presAssocID="{BDC93755-CC20-4653-9619-826F23BF13D5}" presName="parTx" presStyleLbl="revTx" presStyleIdx="3" presStyleCnt="4">
        <dgm:presLayoutVars>
          <dgm:chMax val="0"/>
          <dgm:chPref val="0"/>
        </dgm:presLayoutVars>
      </dgm:prSet>
      <dgm:spPr/>
    </dgm:pt>
  </dgm:ptLst>
  <dgm:cxnLst>
    <dgm:cxn modelId="{68C0970B-F8CA-42EA-A8C4-512C1AD028E0}" type="presOf" srcId="{751B0E47-B6F2-46DC-8186-CF4586A18423}" destId="{196FDC95-9DCD-4362-A7C9-59FB67063BEA}" srcOrd="0" destOrd="0" presId="urn:microsoft.com/office/officeart/2018/2/layout/IconVerticalSolidList"/>
    <dgm:cxn modelId="{D7893769-79B6-41AF-A94D-EDC570BDE3D8}" type="presOf" srcId="{BDC93755-CC20-4653-9619-826F23BF13D5}" destId="{B6F0E591-12E3-41BE-8BA7-7F287BC2410E}" srcOrd="0" destOrd="0" presId="urn:microsoft.com/office/officeart/2018/2/layout/IconVerticalSolidList"/>
    <dgm:cxn modelId="{4DF9DE6D-06F8-40EB-9A8D-1DC9CC96D537}" srcId="{751B0E47-B6F2-46DC-8186-CF4586A18423}" destId="{BDC93755-CC20-4653-9619-826F23BF13D5}" srcOrd="3" destOrd="0" parTransId="{21A2404C-498B-478C-A71C-7EF51A1E611B}" sibTransId="{C0FB098D-9C06-43B1-A525-B78B56FB7403}"/>
    <dgm:cxn modelId="{ADBDA479-222D-4C8B-B2AF-18932B30B4A0}" type="presOf" srcId="{8FE09499-6D2C-4A19-A0DF-D47F39D8C216}" destId="{75638DF0-2E4C-4DB4-870A-F3A37A9A7868}" srcOrd="0" destOrd="0" presId="urn:microsoft.com/office/officeart/2018/2/layout/IconVerticalSolidList"/>
    <dgm:cxn modelId="{4B967484-13F4-4B8D-A315-C2CA5A6DD26F}" type="presOf" srcId="{93A6CF59-2BC2-47B7-BFE2-95DDE48B15EA}" destId="{8EA65093-4491-4B45-9C96-C2512F38C9AC}" srcOrd="0" destOrd="0" presId="urn:microsoft.com/office/officeart/2018/2/layout/IconVerticalSolidList"/>
    <dgm:cxn modelId="{88F8A9A3-D01E-4D87-B159-A074E4D082A7}" type="presOf" srcId="{7C36E932-A2AF-47B7-8DA5-AB0004520E7F}" destId="{590DADC0-AA1E-420E-A92C-E3DACB3D8E7F}" srcOrd="0" destOrd="0" presId="urn:microsoft.com/office/officeart/2018/2/layout/IconVerticalSolidList"/>
    <dgm:cxn modelId="{AE8D66C1-B697-4936-8828-ADACDC97F147}" srcId="{751B0E47-B6F2-46DC-8186-CF4586A18423}" destId="{8FE09499-6D2C-4A19-A0DF-D47F39D8C216}" srcOrd="2" destOrd="0" parTransId="{12E57CD7-982E-4944-8C56-AA0516D8A18F}" sibTransId="{D5879710-0559-48F2-8EBD-9A751AA4F201}"/>
    <dgm:cxn modelId="{A3189AE3-9CE1-4B20-99FB-0F8C2D1134D1}" srcId="{751B0E47-B6F2-46DC-8186-CF4586A18423}" destId="{93A6CF59-2BC2-47B7-BFE2-95DDE48B15EA}" srcOrd="0" destOrd="0" parTransId="{8F697E0E-D23C-4465-8E75-6ADAC146A90A}" sibTransId="{2C9398C2-5A57-4577-B6AF-43CF0AC09843}"/>
    <dgm:cxn modelId="{628690E8-3918-492F-BCB9-039C6BBC51B7}" srcId="{751B0E47-B6F2-46DC-8186-CF4586A18423}" destId="{7C36E932-A2AF-47B7-8DA5-AB0004520E7F}" srcOrd="1" destOrd="0" parTransId="{DFED762B-B085-48AD-9F9B-1FA6D2AB61C5}" sibTransId="{B563DCE8-55E9-4200-A445-A35717842F40}"/>
    <dgm:cxn modelId="{2294A350-BAE6-4B41-8DAE-C63309EE63E7}" type="presParOf" srcId="{196FDC95-9DCD-4362-A7C9-59FB67063BEA}" destId="{51741FA1-DDFE-49DF-B46F-5C93995037F7}" srcOrd="0" destOrd="0" presId="urn:microsoft.com/office/officeart/2018/2/layout/IconVerticalSolidList"/>
    <dgm:cxn modelId="{12743591-E30F-4A8D-B6B8-DAE5EAC8DE60}" type="presParOf" srcId="{51741FA1-DDFE-49DF-B46F-5C93995037F7}" destId="{330BEF42-EBE5-4267-A110-4E498B726590}" srcOrd="0" destOrd="0" presId="urn:microsoft.com/office/officeart/2018/2/layout/IconVerticalSolidList"/>
    <dgm:cxn modelId="{0664B27E-33D5-4EFA-8988-7561B2DECD73}" type="presParOf" srcId="{51741FA1-DDFE-49DF-B46F-5C93995037F7}" destId="{52C75318-A496-4B41-AA87-2F13BDF6BA18}" srcOrd="1" destOrd="0" presId="urn:microsoft.com/office/officeart/2018/2/layout/IconVerticalSolidList"/>
    <dgm:cxn modelId="{6785B8D2-2AC2-4016-8FB6-FD3CF5FB6988}" type="presParOf" srcId="{51741FA1-DDFE-49DF-B46F-5C93995037F7}" destId="{1324BDF8-7B09-4DBC-96B6-2CC54EFA1974}" srcOrd="2" destOrd="0" presId="urn:microsoft.com/office/officeart/2018/2/layout/IconVerticalSolidList"/>
    <dgm:cxn modelId="{E398F0CE-7CF2-43CF-AFB1-8DE291B30DB9}" type="presParOf" srcId="{51741FA1-DDFE-49DF-B46F-5C93995037F7}" destId="{8EA65093-4491-4B45-9C96-C2512F38C9AC}" srcOrd="3" destOrd="0" presId="urn:microsoft.com/office/officeart/2018/2/layout/IconVerticalSolidList"/>
    <dgm:cxn modelId="{F44A6DBB-981D-4B3D-94E3-6BD097556C8B}" type="presParOf" srcId="{196FDC95-9DCD-4362-A7C9-59FB67063BEA}" destId="{83F1DDE8-6AF2-437E-9C1A-7D7E4A489F93}" srcOrd="1" destOrd="0" presId="urn:microsoft.com/office/officeart/2018/2/layout/IconVerticalSolidList"/>
    <dgm:cxn modelId="{3B085969-D7B5-489A-84B4-5AD365F42CE6}" type="presParOf" srcId="{196FDC95-9DCD-4362-A7C9-59FB67063BEA}" destId="{B8E194A5-AC40-4A37-9FF8-5544A430CB4B}" srcOrd="2" destOrd="0" presId="urn:microsoft.com/office/officeart/2018/2/layout/IconVerticalSolidList"/>
    <dgm:cxn modelId="{FC430C36-FE85-4489-AFBB-071FC5A665D0}" type="presParOf" srcId="{B8E194A5-AC40-4A37-9FF8-5544A430CB4B}" destId="{7D07389F-5B74-4F06-BA51-755EF836C277}" srcOrd="0" destOrd="0" presId="urn:microsoft.com/office/officeart/2018/2/layout/IconVerticalSolidList"/>
    <dgm:cxn modelId="{47B4FFA3-924E-47B6-9D5D-49D8816A7316}" type="presParOf" srcId="{B8E194A5-AC40-4A37-9FF8-5544A430CB4B}" destId="{FB1CA58C-8484-4221-B188-EF251B70850F}" srcOrd="1" destOrd="0" presId="urn:microsoft.com/office/officeart/2018/2/layout/IconVerticalSolidList"/>
    <dgm:cxn modelId="{59976892-7A05-4482-A272-600A8C683BFC}" type="presParOf" srcId="{B8E194A5-AC40-4A37-9FF8-5544A430CB4B}" destId="{7643C2EA-9249-4046-9A84-0B831A69A230}" srcOrd="2" destOrd="0" presId="urn:microsoft.com/office/officeart/2018/2/layout/IconVerticalSolidList"/>
    <dgm:cxn modelId="{725B6F5B-41AE-4CB1-9DE0-B6DBAFCB54BE}" type="presParOf" srcId="{B8E194A5-AC40-4A37-9FF8-5544A430CB4B}" destId="{590DADC0-AA1E-420E-A92C-E3DACB3D8E7F}" srcOrd="3" destOrd="0" presId="urn:microsoft.com/office/officeart/2018/2/layout/IconVerticalSolidList"/>
    <dgm:cxn modelId="{A40CD2EE-4245-426B-BA06-1AFD8B0E2A22}" type="presParOf" srcId="{196FDC95-9DCD-4362-A7C9-59FB67063BEA}" destId="{D04B950B-CFF1-4A95-BCFE-D1A992A43F41}" srcOrd="3" destOrd="0" presId="urn:microsoft.com/office/officeart/2018/2/layout/IconVerticalSolidList"/>
    <dgm:cxn modelId="{ECD75D22-995C-4E47-A046-2C74DC77BBDD}" type="presParOf" srcId="{196FDC95-9DCD-4362-A7C9-59FB67063BEA}" destId="{4608888C-F683-46C7-8A2C-5435E7085BB0}" srcOrd="4" destOrd="0" presId="urn:microsoft.com/office/officeart/2018/2/layout/IconVerticalSolidList"/>
    <dgm:cxn modelId="{D1FBB23B-B56C-4DB1-A03C-232B23A3560D}" type="presParOf" srcId="{4608888C-F683-46C7-8A2C-5435E7085BB0}" destId="{59F13F43-FA50-4332-96A3-AA1243DF94CB}" srcOrd="0" destOrd="0" presId="urn:microsoft.com/office/officeart/2018/2/layout/IconVerticalSolidList"/>
    <dgm:cxn modelId="{D160DCE3-7845-403F-AAC3-CB3D24EECC8E}" type="presParOf" srcId="{4608888C-F683-46C7-8A2C-5435E7085BB0}" destId="{A67FB117-5EAB-43FA-9595-865F718A1232}" srcOrd="1" destOrd="0" presId="urn:microsoft.com/office/officeart/2018/2/layout/IconVerticalSolidList"/>
    <dgm:cxn modelId="{3DCC9A1B-2C40-4948-989A-5899E3A818CC}" type="presParOf" srcId="{4608888C-F683-46C7-8A2C-5435E7085BB0}" destId="{DA2059E0-916A-4778-8CB6-536E430A6573}" srcOrd="2" destOrd="0" presId="urn:microsoft.com/office/officeart/2018/2/layout/IconVerticalSolidList"/>
    <dgm:cxn modelId="{C3918A30-CAF5-451F-AFC9-3386CE34D8DC}" type="presParOf" srcId="{4608888C-F683-46C7-8A2C-5435E7085BB0}" destId="{75638DF0-2E4C-4DB4-870A-F3A37A9A7868}" srcOrd="3" destOrd="0" presId="urn:microsoft.com/office/officeart/2018/2/layout/IconVerticalSolidList"/>
    <dgm:cxn modelId="{609587E3-9A46-4B8F-AD20-15ECD3A346D3}" type="presParOf" srcId="{196FDC95-9DCD-4362-A7C9-59FB67063BEA}" destId="{74C965DF-6861-4181-8AE2-F127D9412394}" srcOrd="5" destOrd="0" presId="urn:microsoft.com/office/officeart/2018/2/layout/IconVerticalSolidList"/>
    <dgm:cxn modelId="{D9B13398-771C-4AF9-B0C2-8144E658F69C}" type="presParOf" srcId="{196FDC95-9DCD-4362-A7C9-59FB67063BEA}" destId="{EA9FD4E8-9BB1-47F0-A486-028A501515CC}" srcOrd="6" destOrd="0" presId="urn:microsoft.com/office/officeart/2018/2/layout/IconVerticalSolidList"/>
    <dgm:cxn modelId="{D3AC95B3-5309-440B-8237-393D48210C61}" type="presParOf" srcId="{EA9FD4E8-9BB1-47F0-A486-028A501515CC}" destId="{669C5904-9731-4A37-B141-2AA0F81C276A}" srcOrd="0" destOrd="0" presId="urn:microsoft.com/office/officeart/2018/2/layout/IconVerticalSolidList"/>
    <dgm:cxn modelId="{72091390-5070-4646-BF12-A124A0912301}" type="presParOf" srcId="{EA9FD4E8-9BB1-47F0-A486-028A501515CC}" destId="{10E45B69-EC16-4380-8E4E-640C1B4C63A9}" srcOrd="1" destOrd="0" presId="urn:microsoft.com/office/officeart/2018/2/layout/IconVerticalSolidList"/>
    <dgm:cxn modelId="{30A08BDF-BA0E-453F-A59D-47B1F402C190}" type="presParOf" srcId="{EA9FD4E8-9BB1-47F0-A486-028A501515CC}" destId="{FB657EF1-E788-4499-8F10-56378AF96A9D}" srcOrd="2" destOrd="0" presId="urn:microsoft.com/office/officeart/2018/2/layout/IconVerticalSolidList"/>
    <dgm:cxn modelId="{13B85F80-0BE1-40D1-9A03-FD348D26E275}" type="presParOf" srcId="{EA9FD4E8-9BB1-47F0-A486-028A501515CC}" destId="{B6F0E591-12E3-41BE-8BA7-7F287BC2410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751B0E47-B6F2-46DC-8186-CF4586A18423}"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93A6CF59-2BC2-47B7-BFE2-95DDE48B15EA}">
      <dgm:prSet/>
      <dgm:spPr/>
      <dgm:t>
        <a:bodyPr/>
        <a:lstStyle/>
        <a:p>
          <a:pPr>
            <a:lnSpc>
              <a:spcPct val="100000"/>
            </a:lnSpc>
          </a:pPr>
          <a:r>
            <a:rPr lang="en-US" dirty="0">
              <a:latin typeface="Calibri"/>
            </a:rPr>
            <a:t>Term Presence </a:t>
          </a:r>
          <a:r>
            <a:rPr lang="en-US" dirty="0"/>
            <a:t>in text analysis </a:t>
          </a:r>
          <a:r>
            <a:rPr lang="en-US" dirty="0">
              <a:latin typeface="Calibri"/>
            </a:rPr>
            <a:t>in NLP refers to a binary representation of text data that indicates whether specific terms or words are present (1) or absent </a:t>
          </a:r>
          <a:r>
            <a:rPr lang="en-US" dirty="0"/>
            <a:t>(</a:t>
          </a:r>
          <a:r>
            <a:rPr lang="en-US" dirty="0">
              <a:latin typeface="Calibri"/>
            </a:rPr>
            <a:t>0) in a document or a dataset. </a:t>
          </a:r>
        </a:p>
      </dgm:t>
    </dgm:pt>
    <dgm:pt modelId="{8F697E0E-D23C-4465-8E75-6ADAC146A90A}" type="parTrans" cxnId="{A3189AE3-9CE1-4B20-99FB-0F8C2D1134D1}">
      <dgm:prSet/>
      <dgm:spPr/>
      <dgm:t>
        <a:bodyPr/>
        <a:lstStyle/>
        <a:p>
          <a:endParaRPr lang="en-US"/>
        </a:p>
      </dgm:t>
    </dgm:pt>
    <dgm:pt modelId="{2C9398C2-5A57-4577-B6AF-43CF0AC09843}" type="sibTrans" cxnId="{A3189AE3-9CE1-4B20-99FB-0F8C2D1134D1}">
      <dgm:prSet/>
      <dgm:spPr/>
      <dgm:t>
        <a:bodyPr/>
        <a:lstStyle/>
        <a:p>
          <a:endParaRPr lang="en-US"/>
        </a:p>
      </dgm:t>
    </dgm:pt>
    <dgm:pt modelId="{7A69AE8E-2250-4114-876D-D71FD603D4D3}">
      <dgm:prSet phldr="0"/>
      <dgm:spPr/>
      <dgm:t>
        <a:bodyPr/>
        <a:lstStyle/>
        <a:p>
          <a:pPr rtl="0">
            <a:lnSpc>
              <a:spcPct val="100000"/>
            </a:lnSpc>
          </a:pPr>
          <a:r>
            <a:rPr lang="en-US" dirty="0">
              <a:latin typeface="Calibri"/>
            </a:rPr>
            <a:t>It is a simple method to represent the existence or non-existence of specific terms within the text, without considering their frequency or position</a:t>
          </a:r>
          <a:r>
            <a:rPr lang="en-US" dirty="0"/>
            <a:t>.</a:t>
          </a:r>
          <a:r>
            <a:rPr lang="en-US" dirty="0">
              <a:latin typeface="Calibri"/>
            </a:rPr>
            <a:t> </a:t>
          </a:r>
        </a:p>
      </dgm:t>
    </dgm:pt>
    <dgm:pt modelId="{61D07CB0-DFED-446B-8DA9-AB3ECAC36929}" type="parTrans" cxnId="{2A8FED16-6AA0-4FE6-ADAE-85FC065627BE}">
      <dgm:prSet/>
      <dgm:spPr/>
    </dgm:pt>
    <dgm:pt modelId="{1D0BC583-7972-4796-BBF0-CB1682545071}" type="sibTrans" cxnId="{2A8FED16-6AA0-4FE6-ADAE-85FC065627BE}">
      <dgm:prSet/>
      <dgm:spPr/>
    </dgm:pt>
    <dgm:pt modelId="{0B1E89F1-98AF-4655-8D71-CA91FABC4776}">
      <dgm:prSet phldr="0"/>
      <dgm:spPr/>
      <dgm:t>
        <a:bodyPr/>
        <a:lstStyle/>
        <a:p>
          <a:pPr>
            <a:lnSpc>
              <a:spcPct val="100000"/>
            </a:lnSpc>
          </a:pPr>
          <a:r>
            <a:rPr lang="en-US" dirty="0">
              <a:latin typeface="Calibri"/>
            </a:rPr>
            <a:t>Term Presence </a:t>
          </a:r>
          <a:r>
            <a:rPr lang="en-US" dirty="0"/>
            <a:t>is </a:t>
          </a:r>
          <a:r>
            <a:rPr lang="en-US" dirty="0">
              <a:latin typeface="Calibri"/>
            </a:rPr>
            <a:t>often used as </a:t>
          </a:r>
          <a:r>
            <a:rPr lang="en-US" dirty="0"/>
            <a:t>a </a:t>
          </a:r>
          <a:r>
            <a:rPr lang="en-US" dirty="0">
              <a:latin typeface="Calibri"/>
            </a:rPr>
            <a:t>basic feature extraction technique in various text analysis tasks.</a:t>
          </a:r>
          <a:endParaRPr lang="en-US" dirty="0"/>
        </a:p>
      </dgm:t>
    </dgm:pt>
    <dgm:pt modelId="{C5E40D03-484F-4F68-8CC6-64A034C25D23}" type="parTrans" cxnId="{7FEA7CAD-EC83-4E17-9D7C-C2322C8518FF}">
      <dgm:prSet/>
      <dgm:spPr/>
    </dgm:pt>
    <dgm:pt modelId="{E80C1A90-4861-4256-8945-48D475D19DBC}" type="sibTrans" cxnId="{7FEA7CAD-EC83-4E17-9D7C-C2322C8518FF}">
      <dgm:prSet/>
      <dgm:spPr/>
    </dgm:pt>
    <dgm:pt modelId="{196FDC95-9DCD-4362-A7C9-59FB67063BEA}" type="pres">
      <dgm:prSet presAssocID="{751B0E47-B6F2-46DC-8186-CF4586A18423}" presName="root" presStyleCnt="0">
        <dgm:presLayoutVars>
          <dgm:dir/>
          <dgm:resizeHandles val="exact"/>
        </dgm:presLayoutVars>
      </dgm:prSet>
      <dgm:spPr/>
    </dgm:pt>
    <dgm:pt modelId="{51741FA1-DDFE-49DF-B46F-5C93995037F7}" type="pres">
      <dgm:prSet presAssocID="{93A6CF59-2BC2-47B7-BFE2-95DDE48B15EA}" presName="compNode" presStyleCnt="0"/>
      <dgm:spPr/>
    </dgm:pt>
    <dgm:pt modelId="{330BEF42-EBE5-4267-A110-4E498B726590}" type="pres">
      <dgm:prSet presAssocID="{93A6CF59-2BC2-47B7-BFE2-95DDE48B15EA}" presName="bgRect" presStyleLbl="bgShp" presStyleIdx="0" presStyleCnt="3"/>
      <dgm:spPr/>
    </dgm:pt>
    <dgm:pt modelId="{52C75318-A496-4B41-AA87-2F13BDF6BA18}" type="pres">
      <dgm:prSet presAssocID="{93A6CF59-2BC2-47B7-BFE2-95DDE48B15EA}" presName="iconRect" presStyleLbl="node1" presStyleIdx="0" presStyleCnt="3"/>
      <dgm:spPr>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Quotes"/>
        </a:ext>
      </dgm:extLst>
    </dgm:pt>
    <dgm:pt modelId="{1324BDF8-7B09-4DBC-96B6-2CC54EFA1974}" type="pres">
      <dgm:prSet presAssocID="{93A6CF59-2BC2-47B7-BFE2-95DDE48B15EA}" presName="spaceRect" presStyleCnt="0"/>
      <dgm:spPr/>
    </dgm:pt>
    <dgm:pt modelId="{8EA65093-4491-4B45-9C96-C2512F38C9AC}" type="pres">
      <dgm:prSet presAssocID="{93A6CF59-2BC2-47B7-BFE2-95DDE48B15EA}" presName="parTx" presStyleLbl="revTx" presStyleIdx="0" presStyleCnt="3">
        <dgm:presLayoutVars>
          <dgm:chMax val="0"/>
          <dgm:chPref val="0"/>
        </dgm:presLayoutVars>
      </dgm:prSet>
      <dgm:spPr/>
    </dgm:pt>
    <dgm:pt modelId="{DFC99820-1C47-4110-A7E4-A37DA059E4CB}" type="pres">
      <dgm:prSet presAssocID="{2C9398C2-5A57-4577-B6AF-43CF0AC09843}" presName="sibTrans" presStyleCnt="0"/>
      <dgm:spPr/>
    </dgm:pt>
    <dgm:pt modelId="{EF132F3F-6B9D-41F2-A4BE-9E879C50333D}" type="pres">
      <dgm:prSet presAssocID="{7A69AE8E-2250-4114-876D-D71FD603D4D3}" presName="compNode" presStyleCnt="0"/>
      <dgm:spPr/>
    </dgm:pt>
    <dgm:pt modelId="{0F7165C0-1059-4AC4-99DF-1453915FC315}" type="pres">
      <dgm:prSet presAssocID="{7A69AE8E-2250-4114-876D-D71FD603D4D3}" presName="bgRect" presStyleLbl="bgShp" presStyleIdx="1" presStyleCnt="3"/>
      <dgm:spPr/>
    </dgm:pt>
    <dgm:pt modelId="{B7004708-961F-4A94-BD1D-DF2112F588A8}" type="pres">
      <dgm:prSet presAssocID="{7A69AE8E-2250-4114-876D-D71FD603D4D3}" presName="iconRect" presStyleLbl="node1" presStyleIdx="1" presStyleCnt="3"/>
      <dgm:spPr/>
    </dgm:pt>
    <dgm:pt modelId="{D6C3D73E-32C8-4113-8ADD-F58C42F56D1A}" type="pres">
      <dgm:prSet presAssocID="{7A69AE8E-2250-4114-876D-D71FD603D4D3}" presName="spaceRect" presStyleCnt="0"/>
      <dgm:spPr/>
    </dgm:pt>
    <dgm:pt modelId="{F1A3BF9B-72A3-42A1-8AC7-10C30D520D55}" type="pres">
      <dgm:prSet presAssocID="{7A69AE8E-2250-4114-876D-D71FD603D4D3}" presName="parTx" presStyleLbl="revTx" presStyleIdx="1" presStyleCnt="3">
        <dgm:presLayoutVars>
          <dgm:chMax val="0"/>
          <dgm:chPref val="0"/>
        </dgm:presLayoutVars>
      </dgm:prSet>
      <dgm:spPr/>
    </dgm:pt>
    <dgm:pt modelId="{6B31AD30-21D5-4CB6-8123-69959B7979F0}" type="pres">
      <dgm:prSet presAssocID="{1D0BC583-7972-4796-BBF0-CB1682545071}" presName="sibTrans" presStyleCnt="0"/>
      <dgm:spPr/>
    </dgm:pt>
    <dgm:pt modelId="{0DC25BDD-EBD2-42F1-AC53-1E41F55A1383}" type="pres">
      <dgm:prSet presAssocID="{0B1E89F1-98AF-4655-8D71-CA91FABC4776}" presName="compNode" presStyleCnt="0"/>
      <dgm:spPr/>
    </dgm:pt>
    <dgm:pt modelId="{796DAD4F-67D2-4B5D-B4BD-E896B54EB7B4}" type="pres">
      <dgm:prSet presAssocID="{0B1E89F1-98AF-4655-8D71-CA91FABC4776}" presName="bgRect" presStyleLbl="bgShp" presStyleIdx="2" presStyleCnt="3"/>
      <dgm:spPr/>
    </dgm:pt>
    <dgm:pt modelId="{E3D38611-7B45-4DAD-AA30-2F0C919F6F39}" type="pres">
      <dgm:prSet presAssocID="{0B1E89F1-98AF-4655-8D71-CA91FABC4776}" presName="iconRect" presStyleLbl="node1" presStyleIdx="2" presStyleCnt="3"/>
      <dgm:spPr/>
    </dgm:pt>
    <dgm:pt modelId="{1D839EFB-E975-4DB0-8E5E-07D198390933}" type="pres">
      <dgm:prSet presAssocID="{0B1E89F1-98AF-4655-8D71-CA91FABC4776}" presName="spaceRect" presStyleCnt="0"/>
      <dgm:spPr/>
    </dgm:pt>
    <dgm:pt modelId="{2F45C9A5-8C02-40EB-B5DC-E18EDE9ABC28}" type="pres">
      <dgm:prSet presAssocID="{0B1E89F1-98AF-4655-8D71-CA91FABC4776}" presName="parTx" presStyleLbl="revTx" presStyleIdx="2" presStyleCnt="3">
        <dgm:presLayoutVars>
          <dgm:chMax val="0"/>
          <dgm:chPref val="0"/>
        </dgm:presLayoutVars>
      </dgm:prSet>
      <dgm:spPr/>
    </dgm:pt>
  </dgm:ptLst>
  <dgm:cxnLst>
    <dgm:cxn modelId="{68C0970B-F8CA-42EA-A8C4-512C1AD028E0}" type="presOf" srcId="{751B0E47-B6F2-46DC-8186-CF4586A18423}" destId="{196FDC95-9DCD-4362-A7C9-59FB67063BEA}" srcOrd="0" destOrd="0" presId="urn:microsoft.com/office/officeart/2018/2/layout/IconVerticalSolidList"/>
    <dgm:cxn modelId="{2A8FED16-6AA0-4FE6-ADAE-85FC065627BE}" srcId="{751B0E47-B6F2-46DC-8186-CF4586A18423}" destId="{7A69AE8E-2250-4114-876D-D71FD603D4D3}" srcOrd="1" destOrd="0" parTransId="{61D07CB0-DFED-446B-8DA9-AB3ECAC36929}" sibTransId="{1D0BC583-7972-4796-BBF0-CB1682545071}"/>
    <dgm:cxn modelId="{A4C86F3D-61C9-48F3-BCF4-E64920FCD545}" type="presOf" srcId="{93A6CF59-2BC2-47B7-BFE2-95DDE48B15EA}" destId="{8EA65093-4491-4B45-9C96-C2512F38C9AC}" srcOrd="0" destOrd="0" presId="urn:microsoft.com/office/officeart/2018/2/layout/IconVerticalSolidList"/>
    <dgm:cxn modelId="{36B15B54-6C2B-46ED-A56F-C31A92149E21}" type="presOf" srcId="{7A69AE8E-2250-4114-876D-D71FD603D4D3}" destId="{F1A3BF9B-72A3-42A1-8AC7-10C30D520D55}" srcOrd="0" destOrd="0" presId="urn:microsoft.com/office/officeart/2018/2/layout/IconVerticalSolidList"/>
    <dgm:cxn modelId="{7FEA7CAD-EC83-4E17-9D7C-C2322C8518FF}" srcId="{751B0E47-B6F2-46DC-8186-CF4586A18423}" destId="{0B1E89F1-98AF-4655-8D71-CA91FABC4776}" srcOrd="2" destOrd="0" parTransId="{C5E40D03-484F-4F68-8CC6-64A034C25D23}" sibTransId="{E80C1A90-4861-4256-8945-48D475D19DBC}"/>
    <dgm:cxn modelId="{A3189AE3-9CE1-4B20-99FB-0F8C2D1134D1}" srcId="{751B0E47-B6F2-46DC-8186-CF4586A18423}" destId="{93A6CF59-2BC2-47B7-BFE2-95DDE48B15EA}" srcOrd="0" destOrd="0" parTransId="{8F697E0E-D23C-4465-8E75-6ADAC146A90A}" sibTransId="{2C9398C2-5A57-4577-B6AF-43CF0AC09843}"/>
    <dgm:cxn modelId="{4E576FE9-BA68-4E76-BC4D-0A69D29CB497}" type="presOf" srcId="{0B1E89F1-98AF-4655-8D71-CA91FABC4776}" destId="{2F45C9A5-8C02-40EB-B5DC-E18EDE9ABC28}" srcOrd="0" destOrd="0" presId="urn:microsoft.com/office/officeart/2018/2/layout/IconVerticalSolidList"/>
    <dgm:cxn modelId="{956B9E93-EA97-4EEA-B1C9-6C54F096C629}" type="presParOf" srcId="{196FDC95-9DCD-4362-A7C9-59FB67063BEA}" destId="{51741FA1-DDFE-49DF-B46F-5C93995037F7}" srcOrd="0" destOrd="0" presId="urn:microsoft.com/office/officeart/2018/2/layout/IconVerticalSolidList"/>
    <dgm:cxn modelId="{F7B103A5-D5A5-441D-8684-6CCE8FB03303}" type="presParOf" srcId="{51741FA1-DDFE-49DF-B46F-5C93995037F7}" destId="{330BEF42-EBE5-4267-A110-4E498B726590}" srcOrd="0" destOrd="0" presId="urn:microsoft.com/office/officeart/2018/2/layout/IconVerticalSolidList"/>
    <dgm:cxn modelId="{A7D36A06-3FBA-412C-A0F5-0B4F60222DCD}" type="presParOf" srcId="{51741FA1-DDFE-49DF-B46F-5C93995037F7}" destId="{52C75318-A496-4B41-AA87-2F13BDF6BA18}" srcOrd="1" destOrd="0" presId="urn:microsoft.com/office/officeart/2018/2/layout/IconVerticalSolidList"/>
    <dgm:cxn modelId="{454F5E19-269A-4BDA-A691-6054D7B8BA7C}" type="presParOf" srcId="{51741FA1-DDFE-49DF-B46F-5C93995037F7}" destId="{1324BDF8-7B09-4DBC-96B6-2CC54EFA1974}" srcOrd="2" destOrd="0" presId="urn:microsoft.com/office/officeart/2018/2/layout/IconVerticalSolidList"/>
    <dgm:cxn modelId="{267DCEAE-DE7F-45A8-83EC-26C687598F40}" type="presParOf" srcId="{51741FA1-DDFE-49DF-B46F-5C93995037F7}" destId="{8EA65093-4491-4B45-9C96-C2512F38C9AC}" srcOrd="3" destOrd="0" presId="urn:microsoft.com/office/officeart/2018/2/layout/IconVerticalSolidList"/>
    <dgm:cxn modelId="{7932AB81-922A-4E12-9AF5-56DE15A1150E}" type="presParOf" srcId="{196FDC95-9DCD-4362-A7C9-59FB67063BEA}" destId="{DFC99820-1C47-4110-A7E4-A37DA059E4CB}" srcOrd="1" destOrd="0" presId="urn:microsoft.com/office/officeart/2018/2/layout/IconVerticalSolidList"/>
    <dgm:cxn modelId="{B4D01A3F-4C22-4AEE-A36F-CC3DD8069D86}" type="presParOf" srcId="{196FDC95-9DCD-4362-A7C9-59FB67063BEA}" destId="{EF132F3F-6B9D-41F2-A4BE-9E879C50333D}" srcOrd="2" destOrd="0" presId="urn:microsoft.com/office/officeart/2018/2/layout/IconVerticalSolidList"/>
    <dgm:cxn modelId="{826A91A2-2854-47F1-A091-6D0FD82E454C}" type="presParOf" srcId="{EF132F3F-6B9D-41F2-A4BE-9E879C50333D}" destId="{0F7165C0-1059-4AC4-99DF-1453915FC315}" srcOrd="0" destOrd="0" presId="urn:microsoft.com/office/officeart/2018/2/layout/IconVerticalSolidList"/>
    <dgm:cxn modelId="{65814C2A-3F61-4448-A9D0-F9DC1E4078B6}" type="presParOf" srcId="{EF132F3F-6B9D-41F2-A4BE-9E879C50333D}" destId="{B7004708-961F-4A94-BD1D-DF2112F588A8}" srcOrd="1" destOrd="0" presId="urn:microsoft.com/office/officeart/2018/2/layout/IconVerticalSolidList"/>
    <dgm:cxn modelId="{288A951A-BD53-4595-B0D1-EC342FF7FE6A}" type="presParOf" srcId="{EF132F3F-6B9D-41F2-A4BE-9E879C50333D}" destId="{D6C3D73E-32C8-4113-8ADD-F58C42F56D1A}" srcOrd="2" destOrd="0" presId="urn:microsoft.com/office/officeart/2018/2/layout/IconVerticalSolidList"/>
    <dgm:cxn modelId="{EC01E829-B488-4545-BCE6-12E854B22D8F}" type="presParOf" srcId="{EF132F3F-6B9D-41F2-A4BE-9E879C50333D}" destId="{F1A3BF9B-72A3-42A1-8AC7-10C30D520D55}" srcOrd="3" destOrd="0" presId="urn:microsoft.com/office/officeart/2018/2/layout/IconVerticalSolidList"/>
    <dgm:cxn modelId="{4C970FC7-65B5-4B76-AB1F-E1AA5E56050D}" type="presParOf" srcId="{196FDC95-9DCD-4362-A7C9-59FB67063BEA}" destId="{6B31AD30-21D5-4CB6-8123-69959B7979F0}" srcOrd="3" destOrd="0" presId="urn:microsoft.com/office/officeart/2018/2/layout/IconVerticalSolidList"/>
    <dgm:cxn modelId="{B06B751B-BFB6-438D-8C00-780E697BCB5C}" type="presParOf" srcId="{196FDC95-9DCD-4362-A7C9-59FB67063BEA}" destId="{0DC25BDD-EBD2-42F1-AC53-1E41F55A1383}" srcOrd="4" destOrd="0" presId="urn:microsoft.com/office/officeart/2018/2/layout/IconVerticalSolidList"/>
    <dgm:cxn modelId="{63E0334F-CA81-47BE-937F-43D9755A750E}" type="presParOf" srcId="{0DC25BDD-EBD2-42F1-AC53-1E41F55A1383}" destId="{796DAD4F-67D2-4B5D-B4BD-E896B54EB7B4}" srcOrd="0" destOrd="0" presId="urn:microsoft.com/office/officeart/2018/2/layout/IconVerticalSolidList"/>
    <dgm:cxn modelId="{15146636-B795-44FA-AD7C-F0AE78934E02}" type="presParOf" srcId="{0DC25BDD-EBD2-42F1-AC53-1E41F55A1383}" destId="{E3D38611-7B45-4DAD-AA30-2F0C919F6F39}" srcOrd="1" destOrd="0" presId="urn:microsoft.com/office/officeart/2018/2/layout/IconVerticalSolidList"/>
    <dgm:cxn modelId="{904F7198-3DEB-4A6F-8F67-7558E2B729CC}" type="presParOf" srcId="{0DC25BDD-EBD2-42F1-AC53-1E41F55A1383}" destId="{1D839EFB-E975-4DB0-8E5E-07D198390933}" srcOrd="2" destOrd="0" presId="urn:microsoft.com/office/officeart/2018/2/layout/IconVerticalSolidList"/>
    <dgm:cxn modelId="{DA848AE3-77A7-4AE0-B96D-805DE0C6B291}" type="presParOf" srcId="{0DC25BDD-EBD2-42F1-AC53-1E41F55A1383}" destId="{2F45C9A5-8C02-40EB-B5DC-E18EDE9ABC2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751B0E47-B6F2-46DC-8186-CF4586A18423}"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93A6CF59-2BC2-47B7-BFE2-95DDE48B15EA}">
      <dgm:prSet/>
      <dgm:spPr/>
      <dgm:t>
        <a:bodyPr/>
        <a:lstStyle/>
        <a:p>
          <a:r>
            <a:rPr lang="en-US">
              <a:latin typeface="Calibri"/>
            </a:rPr>
            <a:t>Term Frequency (TF) </a:t>
          </a:r>
          <a:r>
            <a:rPr lang="en-US"/>
            <a:t>in text analysis </a:t>
          </a:r>
          <a:r>
            <a:rPr lang="en-US">
              <a:latin typeface="Calibri"/>
            </a:rPr>
            <a:t>in NLP refers to the measure of how frequently a specific term or word appears in a document or a dataset. </a:t>
          </a:r>
        </a:p>
      </dgm:t>
    </dgm:pt>
    <dgm:pt modelId="{8F697E0E-D23C-4465-8E75-6ADAC146A90A}" type="parTrans" cxnId="{A3189AE3-9CE1-4B20-99FB-0F8C2D1134D1}">
      <dgm:prSet/>
      <dgm:spPr/>
      <dgm:t>
        <a:bodyPr/>
        <a:lstStyle/>
        <a:p>
          <a:endParaRPr lang="en-US"/>
        </a:p>
      </dgm:t>
    </dgm:pt>
    <dgm:pt modelId="{2C9398C2-5A57-4577-B6AF-43CF0AC09843}" type="sibTrans" cxnId="{A3189AE3-9CE1-4B20-99FB-0F8C2D1134D1}">
      <dgm:prSet/>
      <dgm:spPr/>
      <dgm:t>
        <a:bodyPr/>
        <a:lstStyle/>
        <a:p>
          <a:endParaRPr lang="en-US"/>
        </a:p>
      </dgm:t>
    </dgm:pt>
    <dgm:pt modelId="{7D7CCA3D-87EC-4BDA-8D4C-07A135B227BF}">
      <dgm:prSet phldr="0"/>
      <dgm:spPr/>
      <dgm:t>
        <a:bodyPr/>
        <a:lstStyle/>
        <a:p>
          <a:pPr rtl="0"/>
          <a:r>
            <a:rPr lang="en-US">
              <a:latin typeface="Calibri"/>
            </a:rPr>
            <a:t>It is one of the fundamental features used to represent and analyze text data. </a:t>
          </a:r>
        </a:p>
      </dgm:t>
    </dgm:pt>
    <dgm:pt modelId="{F3A779AB-A795-49A2-9C71-888BD85F4A60}" type="parTrans" cxnId="{483B31EF-3FE1-462C-984F-56FEE6CD001E}">
      <dgm:prSet/>
      <dgm:spPr/>
    </dgm:pt>
    <dgm:pt modelId="{E2899335-6B6B-4B58-8AB8-2AB263F46F85}" type="sibTrans" cxnId="{483B31EF-3FE1-462C-984F-56FEE6CD001E}">
      <dgm:prSet/>
      <dgm:spPr/>
    </dgm:pt>
    <dgm:pt modelId="{CA8AEE25-35CB-4FFD-B6B1-3B6BBC14DDC8}">
      <dgm:prSet phldr="0"/>
      <dgm:spPr/>
      <dgm:t>
        <a:bodyPr/>
        <a:lstStyle/>
        <a:p>
          <a:r>
            <a:rPr lang="en-US">
              <a:latin typeface="Calibri"/>
            </a:rPr>
            <a:t>TF quantifies the importance or relevance of a term within a document, and it's often used as </a:t>
          </a:r>
          <a:r>
            <a:rPr lang="en-US"/>
            <a:t>a </a:t>
          </a:r>
          <a:r>
            <a:rPr lang="en-US">
              <a:latin typeface="Calibri"/>
            </a:rPr>
            <a:t>basic feature for various NLP tasks, such as text classification, information retrieval, and sentiment analysis.</a:t>
          </a:r>
          <a:endParaRPr lang="en-US"/>
        </a:p>
      </dgm:t>
    </dgm:pt>
    <dgm:pt modelId="{BF8FD888-4062-4538-877C-4160C1297E94}" type="parTrans" cxnId="{36804B66-435F-4B1F-8D8D-75F9F06DFDE5}">
      <dgm:prSet/>
      <dgm:spPr/>
    </dgm:pt>
    <dgm:pt modelId="{728E0681-2E7F-40B1-9445-05F75A3DF4DD}" type="sibTrans" cxnId="{36804B66-435F-4B1F-8D8D-75F9F06DFDE5}">
      <dgm:prSet/>
      <dgm:spPr/>
    </dgm:pt>
    <dgm:pt modelId="{196FDC95-9DCD-4362-A7C9-59FB67063BEA}" type="pres">
      <dgm:prSet presAssocID="{751B0E47-B6F2-46DC-8186-CF4586A18423}" presName="root" presStyleCnt="0">
        <dgm:presLayoutVars>
          <dgm:dir/>
          <dgm:resizeHandles val="exact"/>
        </dgm:presLayoutVars>
      </dgm:prSet>
      <dgm:spPr/>
    </dgm:pt>
    <dgm:pt modelId="{51741FA1-DDFE-49DF-B46F-5C93995037F7}" type="pres">
      <dgm:prSet presAssocID="{93A6CF59-2BC2-47B7-BFE2-95DDE48B15EA}" presName="compNode" presStyleCnt="0"/>
      <dgm:spPr/>
    </dgm:pt>
    <dgm:pt modelId="{330BEF42-EBE5-4267-A110-4E498B726590}" type="pres">
      <dgm:prSet presAssocID="{93A6CF59-2BC2-47B7-BFE2-95DDE48B15EA}" presName="bgRect" presStyleLbl="bgShp" presStyleIdx="0" presStyleCnt="3"/>
      <dgm:spPr/>
    </dgm:pt>
    <dgm:pt modelId="{52C75318-A496-4B41-AA87-2F13BDF6BA18}" type="pres">
      <dgm:prSet presAssocID="{93A6CF59-2BC2-47B7-BFE2-95DDE48B15EA}" presName="iconRect" presStyleLbl="node1" presStyleIdx="0" presStyleCnt="3"/>
      <dgm:spPr>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Quotes"/>
        </a:ext>
      </dgm:extLst>
    </dgm:pt>
    <dgm:pt modelId="{1324BDF8-7B09-4DBC-96B6-2CC54EFA1974}" type="pres">
      <dgm:prSet presAssocID="{93A6CF59-2BC2-47B7-BFE2-95DDE48B15EA}" presName="spaceRect" presStyleCnt="0"/>
      <dgm:spPr/>
    </dgm:pt>
    <dgm:pt modelId="{8EA65093-4491-4B45-9C96-C2512F38C9AC}" type="pres">
      <dgm:prSet presAssocID="{93A6CF59-2BC2-47B7-BFE2-95DDE48B15EA}" presName="parTx" presStyleLbl="revTx" presStyleIdx="0" presStyleCnt="3">
        <dgm:presLayoutVars>
          <dgm:chMax val="0"/>
          <dgm:chPref val="0"/>
        </dgm:presLayoutVars>
      </dgm:prSet>
      <dgm:spPr/>
    </dgm:pt>
    <dgm:pt modelId="{7EFCF681-5E0E-4F5B-9452-A1EC7077DC3F}" type="pres">
      <dgm:prSet presAssocID="{2C9398C2-5A57-4577-B6AF-43CF0AC09843}" presName="sibTrans" presStyleCnt="0"/>
      <dgm:spPr/>
    </dgm:pt>
    <dgm:pt modelId="{CE457E0F-4CAE-4663-884A-355CE70002B4}" type="pres">
      <dgm:prSet presAssocID="{7D7CCA3D-87EC-4BDA-8D4C-07A135B227BF}" presName="compNode" presStyleCnt="0"/>
      <dgm:spPr/>
    </dgm:pt>
    <dgm:pt modelId="{E6B4EA52-FF93-4F1C-9564-7F801EED5179}" type="pres">
      <dgm:prSet presAssocID="{7D7CCA3D-87EC-4BDA-8D4C-07A135B227BF}" presName="bgRect" presStyleLbl="bgShp" presStyleIdx="1" presStyleCnt="3"/>
      <dgm:spPr/>
    </dgm:pt>
    <dgm:pt modelId="{2DAC9DB5-0235-4CB4-8CD7-4E93F59161F0}" type="pres">
      <dgm:prSet presAssocID="{7D7CCA3D-87EC-4BDA-8D4C-07A135B227BF}" presName="iconRect" presStyleLbl="node1" presStyleIdx="1" presStyleCnt="3"/>
      <dgm:spPr>
        <a:ln>
          <a:noFill/>
        </a:ln>
      </dgm:spPr>
    </dgm:pt>
    <dgm:pt modelId="{63AC1932-3F16-41F8-AB1D-B73F8A21EC53}" type="pres">
      <dgm:prSet presAssocID="{7D7CCA3D-87EC-4BDA-8D4C-07A135B227BF}" presName="spaceRect" presStyleCnt="0"/>
      <dgm:spPr/>
    </dgm:pt>
    <dgm:pt modelId="{8213A46D-D5DC-49F0-94FD-CE401C2F4BCD}" type="pres">
      <dgm:prSet presAssocID="{7D7CCA3D-87EC-4BDA-8D4C-07A135B227BF}" presName="parTx" presStyleLbl="revTx" presStyleIdx="1" presStyleCnt="3">
        <dgm:presLayoutVars>
          <dgm:chMax val="0"/>
          <dgm:chPref val="0"/>
        </dgm:presLayoutVars>
      </dgm:prSet>
      <dgm:spPr/>
    </dgm:pt>
    <dgm:pt modelId="{D57774EB-A971-4C86-BD9A-64ED250120C9}" type="pres">
      <dgm:prSet presAssocID="{E2899335-6B6B-4B58-8AB8-2AB263F46F85}" presName="sibTrans" presStyleCnt="0"/>
      <dgm:spPr/>
    </dgm:pt>
    <dgm:pt modelId="{BE366FDF-CA88-4042-AF83-ABB79C0CCB43}" type="pres">
      <dgm:prSet presAssocID="{CA8AEE25-35CB-4FFD-B6B1-3B6BBC14DDC8}" presName="compNode" presStyleCnt="0"/>
      <dgm:spPr/>
    </dgm:pt>
    <dgm:pt modelId="{35C8F89B-C4B3-440E-A6FF-3AE7B8D5F062}" type="pres">
      <dgm:prSet presAssocID="{CA8AEE25-35CB-4FFD-B6B1-3B6BBC14DDC8}" presName="bgRect" presStyleLbl="bgShp" presStyleIdx="2" presStyleCnt="3"/>
      <dgm:spPr/>
    </dgm:pt>
    <dgm:pt modelId="{3DB2ADDD-EB30-445B-8157-966019383DFF}" type="pres">
      <dgm:prSet presAssocID="{CA8AEE25-35CB-4FFD-B6B1-3B6BBC14DDC8}" presName="iconRect" presStyleLbl="node1" presStyleIdx="2" presStyleCnt="3"/>
      <dgm:spPr>
        <a:ln>
          <a:noFill/>
        </a:ln>
      </dgm:spPr>
    </dgm:pt>
    <dgm:pt modelId="{46F96AB4-1F20-4B18-AFA7-A80D487A4BBD}" type="pres">
      <dgm:prSet presAssocID="{CA8AEE25-35CB-4FFD-B6B1-3B6BBC14DDC8}" presName="spaceRect" presStyleCnt="0"/>
      <dgm:spPr/>
    </dgm:pt>
    <dgm:pt modelId="{2EDB8BEE-9B0C-4C7C-8FEB-7EED2669B9D8}" type="pres">
      <dgm:prSet presAssocID="{CA8AEE25-35CB-4FFD-B6B1-3B6BBC14DDC8}" presName="parTx" presStyleLbl="revTx" presStyleIdx="2" presStyleCnt="3">
        <dgm:presLayoutVars>
          <dgm:chMax val="0"/>
          <dgm:chPref val="0"/>
        </dgm:presLayoutVars>
      </dgm:prSet>
      <dgm:spPr/>
    </dgm:pt>
  </dgm:ptLst>
  <dgm:cxnLst>
    <dgm:cxn modelId="{E71D0033-1FB7-45EF-B6D8-3FD237FD2936}" type="presOf" srcId="{CA8AEE25-35CB-4FFD-B6B1-3B6BBC14DDC8}" destId="{2EDB8BEE-9B0C-4C7C-8FEB-7EED2669B9D8}" srcOrd="0" destOrd="0" presId="urn:microsoft.com/office/officeart/2018/2/layout/IconVerticalSolidList"/>
    <dgm:cxn modelId="{36804B66-435F-4B1F-8D8D-75F9F06DFDE5}" srcId="{751B0E47-B6F2-46DC-8186-CF4586A18423}" destId="{CA8AEE25-35CB-4FFD-B6B1-3B6BBC14DDC8}" srcOrd="2" destOrd="0" parTransId="{BF8FD888-4062-4538-877C-4160C1297E94}" sibTransId="{728E0681-2E7F-40B1-9445-05F75A3DF4DD}"/>
    <dgm:cxn modelId="{1881774C-0EE1-402A-9219-49C5343E21CE}" type="presOf" srcId="{93A6CF59-2BC2-47B7-BFE2-95DDE48B15EA}" destId="{8EA65093-4491-4B45-9C96-C2512F38C9AC}" srcOrd="0" destOrd="0" presId="urn:microsoft.com/office/officeart/2018/2/layout/IconVerticalSolidList"/>
    <dgm:cxn modelId="{C4136BAD-BA40-49C9-81C7-EAB30F5FF85D}" type="presOf" srcId="{7D7CCA3D-87EC-4BDA-8D4C-07A135B227BF}" destId="{8213A46D-D5DC-49F0-94FD-CE401C2F4BCD}" srcOrd="0" destOrd="0" presId="urn:microsoft.com/office/officeart/2018/2/layout/IconVerticalSolidList"/>
    <dgm:cxn modelId="{0D1ABBE1-83DF-4122-85DB-2B744E4D36EB}" type="presOf" srcId="{751B0E47-B6F2-46DC-8186-CF4586A18423}" destId="{196FDC95-9DCD-4362-A7C9-59FB67063BEA}" srcOrd="0" destOrd="0" presId="urn:microsoft.com/office/officeart/2018/2/layout/IconVerticalSolidList"/>
    <dgm:cxn modelId="{A3189AE3-9CE1-4B20-99FB-0F8C2D1134D1}" srcId="{751B0E47-B6F2-46DC-8186-CF4586A18423}" destId="{93A6CF59-2BC2-47B7-BFE2-95DDE48B15EA}" srcOrd="0" destOrd="0" parTransId="{8F697E0E-D23C-4465-8E75-6ADAC146A90A}" sibTransId="{2C9398C2-5A57-4577-B6AF-43CF0AC09843}"/>
    <dgm:cxn modelId="{483B31EF-3FE1-462C-984F-56FEE6CD001E}" srcId="{751B0E47-B6F2-46DC-8186-CF4586A18423}" destId="{7D7CCA3D-87EC-4BDA-8D4C-07A135B227BF}" srcOrd="1" destOrd="0" parTransId="{F3A779AB-A795-49A2-9C71-888BD85F4A60}" sibTransId="{E2899335-6B6B-4B58-8AB8-2AB263F46F85}"/>
    <dgm:cxn modelId="{9128DB4F-51EF-4F14-AECC-7265BD6B1AD0}" type="presParOf" srcId="{196FDC95-9DCD-4362-A7C9-59FB67063BEA}" destId="{51741FA1-DDFE-49DF-B46F-5C93995037F7}" srcOrd="0" destOrd="0" presId="urn:microsoft.com/office/officeart/2018/2/layout/IconVerticalSolidList"/>
    <dgm:cxn modelId="{0B8B04F2-8EC5-492D-9998-EFE73D6AEEE9}" type="presParOf" srcId="{51741FA1-DDFE-49DF-B46F-5C93995037F7}" destId="{330BEF42-EBE5-4267-A110-4E498B726590}" srcOrd="0" destOrd="0" presId="urn:microsoft.com/office/officeart/2018/2/layout/IconVerticalSolidList"/>
    <dgm:cxn modelId="{9AAE3499-9FC2-4E24-93D7-0A7C61D1ED48}" type="presParOf" srcId="{51741FA1-DDFE-49DF-B46F-5C93995037F7}" destId="{52C75318-A496-4B41-AA87-2F13BDF6BA18}" srcOrd="1" destOrd="0" presId="urn:microsoft.com/office/officeart/2018/2/layout/IconVerticalSolidList"/>
    <dgm:cxn modelId="{1363EADA-A12C-4037-AF89-C8C3811A76A6}" type="presParOf" srcId="{51741FA1-DDFE-49DF-B46F-5C93995037F7}" destId="{1324BDF8-7B09-4DBC-96B6-2CC54EFA1974}" srcOrd="2" destOrd="0" presId="urn:microsoft.com/office/officeart/2018/2/layout/IconVerticalSolidList"/>
    <dgm:cxn modelId="{05CB5F3C-E3E6-43EE-83B9-E1AD0D1C3F26}" type="presParOf" srcId="{51741FA1-DDFE-49DF-B46F-5C93995037F7}" destId="{8EA65093-4491-4B45-9C96-C2512F38C9AC}" srcOrd="3" destOrd="0" presId="urn:microsoft.com/office/officeart/2018/2/layout/IconVerticalSolidList"/>
    <dgm:cxn modelId="{C2B9CA93-2FD0-46F2-B382-BCE0368333E9}" type="presParOf" srcId="{196FDC95-9DCD-4362-A7C9-59FB67063BEA}" destId="{7EFCF681-5E0E-4F5B-9452-A1EC7077DC3F}" srcOrd="1" destOrd="0" presId="urn:microsoft.com/office/officeart/2018/2/layout/IconVerticalSolidList"/>
    <dgm:cxn modelId="{461642EB-0C15-411E-8DB2-627350710C20}" type="presParOf" srcId="{196FDC95-9DCD-4362-A7C9-59FB67063BEA}" destId="{CE457E0F-4CAE-4663-884A-355CE70002B4}" srcOrd="2" destOrd="0" presId="urn:microsoft.com/office/officeart/2018/2/layout/IconVerticalSolidList"/>
    <dgm:cxn modelId="{6BE7B5F7-62ED-433D-96CC-3C260A71BC91}" type="presParOf" srcId="{CE457E0F-4CAE-4663-884A-355CE70002B4}" destId="{E6B4EA52-FF93-4F1C-9564-7F801EED5179}" srcOrd="0" destOrd="0" presId="urn:microsoft.com/office/officeart/2018/2/layout/IconVerticalSolidList"/>
    <dgm:cxn modelId="{58FDD1E1-E962-400B-AFF8-369C9F737E40}" type="presParOf" srcId="{CE457E0F-4CAE-4663-884A-355CE70002B4}" destId="{2DAC9DB5-0235-4CB4-8CD7-4E93F59161F0}" srcOrd="1" destOrd="0" presId="urn:microsoft.com/office/officeart/2018/2/layout/IconVerticalSolidList"/>
    <dgm:cxn modelId="{95998A10-8DF6-4732-9A21-D974378AF486}" type="presParOf" srcId="{CE457E0F-4CAE-4663-884A-355CE70002B4}" destId="{63AC1932-3F16-41F8-AB1D-B73F8A21EC53}" srcOrd="2" destOrd="0" presId="urn:microsoft.com/office/officeart/2018/2/layout/IconVerticalSolidList"/>
    <dgm:cxn modelId="{3A2FD4E6-B9E0-4A60-853D-406F61957803}" type="presParOf" srcId="{CE457E0F-4CAE-4663-884A-355CE70002B4}" destId="{8213A46D-D5DC-49F0-94FD-CE401C2F4BCD}" srcOrd="3" destOrd="0" presId="urn:microsoft.com/office/officeart/2018/2/layout/IconVerticalSolidList"/>
    <dgm:cxn modelId="{6432F86D-04D4-4813-A5A1-8BA8361E0E2F}" type="presParOf" srcId="{196FDC95-9DCD-4362-A7C9-59FB67063BEA}" destId="{D57774EB-A971-4C86-BD9A-64ED250120C9}" srcOrd="3" destOrd="0" presId="urn:microsoft.com/office/officeart/2018/2/layout/IconVerticalSolidList"/>
    <dgm:cxn modelId="{8FBC9E3F-5C95-46BB-AF2E-841C762B29CB}" type="presParOf" srcId="{196FDC95-9DCD-4362-A7C9-59FB67063BEA}" destId="{BE366FDF-CA88-4042-AF83-ABB79C0CCB43}" srcOrd="4" destOrd="0" presId="urn:microsoft.com/office/officeart/2018/2/layout/IconVerticalSolidList"/>
    <dgm:cxn modelId="{AC3E9F31-0037-440E-8DB9-893EC497DFBA}" type="presParOf" srcId="{BE366FDF-CA88-4042-AF83-ABB79C0CCB43}" destId="{35C8F89B-C4B3-440E-A6FF-3AE7B8D5F062}" srcOrd="0" destOrd="0" presId="urn:microsoft.com/office/officeart/2018/2/layout/IconVerticalSolidList"/>
    <dgm:cxn modelId="{94DCC38E-A02F-4C56-846F-6B3DFE8326E1}" type="presParOf" srcId="{BE366FDF-CA88-4042-AF83-ABB79C0CCB43}" destId="{3DB2ADDD-EB30-445B-8157-966019383DFF}" srcOrd="1" destOrd="0" presId="urn:microsoft.com/office/officeart/2018/2/layout/IconVerticalSolidList"/>
    <dgm:cxn modelId="{1EB68583-4F1A-4999-A4F7-9145893F344A}" type="presParOf" srcId="{BE366FDF-CA88-4042-AF83-ABB79C0CCB43}" destId="{46F96AB4-1F20-4B18-AFA7-A80D487A4BBD}" srcOrd="2" destOrd="0" presId="urn:microsoft.com/office/officeart/2018/2/layout/IconVerticalSolidList"/>
    <dgm:cxn modelId="{1D9E1FE5-4BBC-4B8C-862D-7A65ECA9B2C1}" type="presParOf" srcId="{BE366FDF-CA88-4042-AF83-ABB79C0CCB43}" destId="{2EDB8BEE-9B0C-4C7C-8FEB-7EED2669B9D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751B0E47-B6F2-46DC-8186-CF4586A18423}"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93A6CF59-2BC2-47B7-BFE2-95DDE48B15EA}">
      <dgm:prSet/>
      <dgm:spPr/>
      <dgm:t>
        <a:bodyPr/>
        <a:lstStyle/>
        <a:p>
          <a:pPr>
            <a:lnSpc>
              <a:spcPct val="100000"/>
            </a:lnSpc>
          </a:pPr>
          <a:r>
            <a:rPr lang="en-US" dirty="0">
              <a:latin typeface="Calibri"/>
            </a:rPr>
            <a:t>TF-IDF, which stands for Term Frequency-Inverse Document Frequency.</a:t>
          </a:r>
        </a:p>
      </dgm:t>
    </dgm:pt>
    <dgm:pt modelId="{8F697E0E-D23C-4465-8E75-6ADAC146A90A}" type="parTrans" cxnId="{A3189AE3-9CE1-4B20-99FB-0F8C2D1134D1}">
      <dgm:prSet/>
      <dgm:spPr/>
      <dgm:t>
        <a:bodyPr/>
        <a:lstStyle/>
        <a:p>
          <a:endParaRPr lang="en-US"/>
        </a:p>
      </dgm:t>
    </dgm:pt>
    <dgm:pt modelId="{2C9398C2-5A57-4577-B6AF-43CF0AC09843}" type="sibTrans" cxnId="{A3189AE3-9CE1-4B20-99FB-0F8C2D1134D1}">
      <dgm:prSet/>
      <dgm:spPr/>
      <dgm:t>
        <a:bodyPr/>
        <a:lstStyle/>
        <a:p>
          <a:endParaRPr lang="en-US"/>
        </a:p>
      </dgm:t>
    </dgm:pt>
    <dgm:pt modelId="{875CF911-7B2C-4E7E-A5DF-A985E707AED0}">
      <dgm:prSet phldr="0"/>
      <dgm:spPr/>
      <dgm:t>
        <a:bodyPr/>
        <a:lstStyle/>
        <a:p>
          <a:pPr>
            <a:lnSpc>
              <a:spcPct val="100000"/>
            </a:lnSpc>
          </a:pPr>
          <a:r>
            <a:rPr lang="en-US" dirty="0">
              <a:latin typeface="Calibri"/>
            </a:rPr>
            <a:t>It is a numerical statistic used </a:t>
          </a:r>
          <a:r>
            <a:rPr lang="en-US" dirty="0"/>
            <a:t>in text analysis </a:t>
          </a:r>
          <a:r>
            <a:rPr lang="en-US" dirty="0">
              <a:latin typeface="Calibri"/>
            </a:rPr>
            <a:t>and Natural Language Processing (NLP) to evaluate the importance of a term within a document relative to a collection of documents (corpus). </a:t>
          </a:r>
        </a:p>
      </dgm:t>
    </dgm:pt>
    <dgm:pt modelId="{72937D7B-C78C-4242-9F15-4888099B32A8}" type="parTrans" cxnId="{D8FE88F2-453C-44B5-B800-E28E8BF50127}">
      <dgm:prSet/>
      <dgm:spPr/>
    </dgm:pt>
    <dgm:pt modelId="{562A9318-4F40-4EE3-916A-B5FADE3B82B0}" type="sibTrans" cxnId="{D8FE88F2-453C-44B5-B800-E28E8BF50127}">
      <dgm:prSet/>
      <dgm:spPr/>
    </dgm:pt>
    <dgm:pt modelId="{10E75737-B98F-4A38-AE0A-BDE913F418D1}">
      <dgm:prSet phldr="0"/>
      <dgm:spPr/>
      <dgm:t>
        <a:bodyPr/>
        <a:lstStyle/>
        <a:p>
          <a:pPr>
            <a:lnSpc>
              <a:spcPct val="100000"/>
            </a:lnSpc>
          </a:pPr>
          <a:r>
            <a:rPr lang="en-US" dirty="0">
              <a:latin typeface="Calibri"/>
            </a:rPr>
            <a:t>It is a technique that helps represent and analyze text data by considering both the frequency of a term within a document (Term Frequency or TF) and the importance of the term across the entire corpus (Inverse Document Frequency or IDF).</a:t>
          </a:r>
          <a:endParaRPr lang="en-US" dirty="0"/>
        </a:p>
      </dgm:t>
    </dgm:pt>
    <dgm:pt modelId="{866138E0-A870-40C6-8A8C-B4D8A7D9AAD2}" type="parTrans" cxnId="{9AA40423-F43C-4A4B-A4BA-85955E894494}">
      <dgm:prSet/>
      <dgm:spPr/>
    </dgm:pt>
    <dgm:pt modelId="{8B8540BC-FDD7-4F7C-B9CC-EE486EE93D87}" type="sibTrans" cxnId="{9AA40423-F43C-4A4B-A4BA-85955E894494}">
      <dgm:prSet/>
      <dgm:spPr/>
    </dgm:pt>
    <dgm:pt modelId="{47027CCF-81AF-41E3-B612-224096CD773D}">
      <dgm:prSet phldr="0"/>
      <dgm:spPr/>
      <dgm:t>
        <a:bodyPr/>
        <a:lstStyle/>
        <a:p>
          <a:pPr rtl="0">
            <a:lnSpc>
              <a:spcPct val="100000"/>
            </a:lnSpc>
          </a:pPr>
          <a:r>
            <a:rPr lang="en-US" dirty="0">
              <a:latin typeface="Calibri"/>
            </a:rPr>
            <a:t>TF-IDF is widely used in NLP because it helps to improve the accuracy and effectiveness of various text analysis tasks by giving more weight to terms that have a meaningful impact on the content of the document.</a:t>
          </a:r>
        </a:p>
      </dgm:t>
    </dgm:pt>
    <dgm:pt modelId="{38B9F268-1C80-42FE-B9DA-491902473554}" type="parTrans" cxnId="{F83BF317-BAD7-4885-82A9-67DA0DC6BF10}">
      <dgm:prSet/>
      <dgm:spPr/>
    </dgm:pt>
    <dgm:pt modelId="{401D5FF7-43C0-4026-8F42-F1A37C34C8CB}" type="sibTrans" cxnId="{F83BF317-BAD7-4885-82A9-67DA0DC6BF10}">
      <dgm:prSet/>
      <dgm:spPr/>
    </dgm:pt>
    <dgm:pt modelId="{196FDC95-9DCD-4362-A7C9-59FB67063BEA}" type="pres">
      <dgm:prSet presAssocID="{751B0E47-B6F2-46DC-8186-CF4586A18423}" presName="root" presStyleCnt="0">
        <dgm:presLayoutVars>
          <dgm:dir/>
          <dgm:resizeHandles val="exact"/>
        </dgm:presLayoutVars>
      </dgm:prSet>
      <dgm:spPr/>
    </dgm:pt>
    <dgm:pt modelId="{51741FA1-DDFE-49DF-B46F-5C93995037F7}" type="pres">
      <dgm:prSet presAssocID="{93A6CF59-2BC2-47B7-BFE2-95DDE48B15EA}" presName="compNode" presStyleCnt="0"/>
      <dgm:spPr/>
    </dgm:pt>
    <dgm:pt modelId="{330BEF42-EBE5-4267-A110-4E498B726590}" type="pres">
      <dgm:prSet presAssocID="{93A6CF59-2BC2-47B7-BFE2-95DDE48B15EA}" presName="bgRect" presStyleLbl="bgShp" presStyleIdx="0" presStyleCnt="4"/>
      <dgm:spPr/>
    </dgm:pt>
    <dgm:pt modelId="{52C75318-A496-4B41-AA87-2F13BDF6BA18}" type="pres">
      <dgm:prSet presAssocID="{93A6CF59-2BC2-47B7-BFE2-95DDE48B15EA}" presName="iconRect" presStyleLbl="node1" presStyleIdx="0" presStyleCnt="4"/>
      <dgm:spPr>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Quotes"/>
        </a:ext>
      </dgm:extLst>
    </dgm:pt>
    <dgm:pt modelId="{1324BDF8-7B09-4DBC-96B6-2CC54EFA1974}" type="pres">
      <dgm:prSet presAssocID="{93A6CF59-2BC2-47B7-BFE2-95DDE48B15EA}" presName="spaceRect" presStyleCnt="0"/>
      <dgm:spPr/>
    </dgm:pt>
    <dgm:pt modelId="{8EA65093-4491-4B45-9C96-C2512F38C9AC}" type="pres">
      <dgm:prSet presAssocID="{93A6CF59-2BC2-47B7-BFE2-95DDE48B15EA}" presName="parTx" presStyleLbl="revTx" presStyleIdx="0" presStyleCnt="4">
        <dgm:presLayoutVars>
          <dgm:chMax val="0"/>
          <dgm:chPref val="0"/>
        </dgm:presLayoutVars>
      </dgm:prSet>
      <dgm:spPr/>
    </dgm:pt>
    <dgm:pt modelId="{C09EDA2E-39A2-47F4-9882-E077B7D844D9}" type="pres">
      <dgm:prSet presAssocID="{2C9398C2-5A57-4577-B6AF-43CF0AC09843}" presName="sibTrans" presStyleCnt="0"/>
      <dgm:spPr/>
    </dgm:pt>
    <dgm:pt modelId="{E980218F-734F-421A-8C1E-CA1A215CEFE9}" type="pres">
      <dgm:prSet presAssocID="{875CF911-7B2C-4E7E-A5DF-A985E707AED0}" presName="compNode" presStyleCnt="0"/>
      <dgm:spPr/>
    </dgm:pt>
    <dgm:pt modelId="{12E01C70-C55E-431B-A093-7AA5EA4A8A62}" type="pres">
      <dgm:prSet presAssocID="{875CF911-7B2C-4E7E-A5DF-A985E707AED0}" presName="bgRect" presStyleLbl="bgShp" presStyleIdx="1" presStyleCnt="4"/>
      <dgm:spPr/>
    </dgm:pt>
    <dgm:pt modelId="{43FC613D-3E8C-4C91-BB4F-D550AAD40FEE}" type="pres">
      <dgm:prSet presAssocID="{875CF911-7B2C-4E7E-A5DF-A985E707AED0}" presName="iconRect" presStyleLbl="node1" presStyleIdx="1" presStyleCnt="4"/>
      <dgm:spPr/>
    </dgm:pt>
    <dgm:pt modelId="{75D185FB-4DC2-4878-A348-4CDA9E03C1F1}" type="pres">
      <dgm:prSet presAssocID="{875CF911-7B2C-4E7E-A5DF-A985E707AED0}" presName="spaceRect" presStyleCnt="0"/>
      <dgm:spPr/>
    </dgm:pt>
    <dgm:pt modelId="{9E0FA6FD-307F-41CF-916B-B5A8CCCF95C1}" type="pres">
      <dgm:prSet presAssocID="{875CF911-7B2C-4E7E-A5DF-A985E707AED0}" presName="parTx" presStyleLbl="revTx" presStyleIdx="1" presStyleCnt="4">
        <dgm:presLayoutVars>
          <dgm:chMax val="0"/>
          <dgm:chPref val="0"/>
        </dgm:presLayoutVars>
      </dgm:prSet>
      <dgm:spPr/>
    </dgm:pt>
    <dgm:pt modelId="{6CAE38AB-505A-49ED-B164-479DEAAC995D}" type="pres">
      <dgm:prSet presAssocID="{562A9318-4F40-4EE3-916A-B5FADE3B82B0}" presName="sibTrans" presStyleCnt="0"/>
      <dgm:spPr/>
    </dgm:pt>
    <dgm:pt modelId="{87079FC8-6D22-484E-A913-C298A8F7B241}" type="pres">
      <dgm:prSet presAssocID="{10E75737-B98F-4A38-AE0A-BDE913F418D1}" presName="compNode" presStyleCnt="0"/>
      <dgm:spPr/>
    </dgm:pt>
    <dgm:pt modelId="{A3DF9465-86D5-4939-9819-45DB3F1FD9B6}" type="pres">
      <dgm:prSet presAssocID="{10E75737-B98F-4A38-AE0A-BDE913F418D1}" presName="bgRect" presStyleLbl="bgShp" presStyleIdx="2" presStyleCnt="4"/>
      <dgm:spPr/>
    </dgm:pt>
    <dgm:pt modelId="{DEEC59E6-B3DA-460E-9139-0D143FEFB451}" type="pres">
      <dgm:prSet presAssocID="{10E75737-B98F-4A38-AE0A-BDE913F418D1}" presName="iconRect" presStyleLbl="node1" presStyleIdx="2" presStyleCnt="4"/>
      <dgm:spPr/>
    </dgm:pt>
    <dgm:pt modelId="{6EA033FF-23F3-4C9E-93FA-90ADE76DA739}" type="pres">
      <dgm:prSet presAssocID="{10E75737-B98F-4A38-AE0A-BDE913F418D1}" presName="spaceRect" presStyleCnt="0"/>
      <dgm:spPr/>
    </dgm:pt>
    <dgm:pt modelId="{DCB0CBD1-CC20-4CA7-8DC8-A171413DCF60}" type="pres">
      <dgm:prSet presAssocID="{10E75737-B98F-4A38-AE0A-BDE913F418D1}" presName="parTx" presStyleLbl="revTx" presStyleIdx="2" presStyleCnt="4">
        <dgm:presLayoutVars>
          <dgm:chMax val="0"/>
          <dgm:chPref val="0"/>
        </dgm:presLayoutVars>
      </dgm:prSet>
      <dgm:spPr/>
    </dgm:pt>
    <dgm:pt modelId="{B8F0318D-CD47-4125-BDA7-8DE7DC7BDF85}" type="pres">
      <dgm:prSet presAssocID="{8B8540BC-FDD7-4F7C-B9CC-EE486EE93D87}" presName="sibTrans" presStyleCnt="0"/>
      <dgm:spPr/>
    </dgm:pt>
    <dgm:pt modelId="{A677AE11-6053-4F61-9000-61F9537A1167}" type="pres">
      <dgm:prSet presAssocID="{47027CCF-81AF-41E3-B612-224096CD773D}" presName="compNode" presStyleCnt="0"/>
      <dgm:spPr/>
    </dgm:pt>
    <dgm:pt modelId="{0E3D622D-6303-40E2-AB42-DC680B8B3FF0}" type="pres">
      <dgm:prSet presAssocID="{47027CCF-81AF-41E3-B612-224096CD773D}" presName="bgRect" presStyleLbl="bgShp" presStyleIdx="3" presStyleCnt="4"/>
      <dgm:spPr/>
    </dgm:pt>
    <dgm:pt modelId="{3E88B0C4-3FE7-4CEF-844F-3AC9F51DF5C9}" type="pres">
      <dgm:prSet presAssocID="{47027CCF-81AF-41E3-B612-224096CD773D}" presName="iconRect" presStyleLbl="node1" presStyleIdx="3" presStyleCnt="4"/>
      <dgm:spPr/>
    </dgm:pt>
    <dgm:pt modelId="{CAED0A00-8AD2-484B-94FC-17C63AE63869}" type="pres">
      <dgm:prSet presAssocID="{47027CCF-81AF-41E3-B612-224096CD773D}" presName="spaceRect" presStyleCnt="0"/>
      <dgm:spPr/>
    </dgm:pt>
    <dgm:pt modelId="{C7CC8538-6DEE-4539-A6B1-DCE7EF593ED5}" type="pres">
      <dgm:prSet presAssocID="{47027CCF-81AF-41E3-B612-224096CD773D}" presName="parTx" presStyleLbl="revTx" presStyleIdx="3" presStyleCnt="4">
        <dgm:presLayoutVars>
          <dgm:chMax val="0"/>
          <dgm:chPref val="0"/>
        </dgm:presLayoutVars>
      </dgm:prSet>
      <dgm:spPr/>
    </dgm:pt>
  </dgm:ptLst>
  <dgm:cxnLst>
    <dgm:cxn modelId="{F83BF317-BAD7-4885-82A9-67DA0DC6BF10}" srcId="{751B0E47-B6F2-46DC-8186-CF4586A18423}" destId="{47027CCF-81AF-41E3-B612-224096CD773D}" srcOrd="3" destOrd="0" parTransId="{38B9F268-1C80-42FE-B9DA-491902473554}" sibTransId="{401D5FF7-43C0-4026-8F42-F1A37C34C8CB}"/>
    <dgm:cxn modelId="{9AA40423-F43C-4A4B-A4BA-85955E894494}" srcId="{751B0E47-B6F2-46DC-8186-CF4586A18423}" destId="{10E75737-B98F-4A38-AE0A-BDE913F418D1}" srcOrd="2" destOrd="0" parTransId="{866138E0-A870-40C6-8A8C-B4D8A7D9AAD2}" sibTransId="{8B8540BC-FDD7-4F7C-B9CC-EE486EE93D87}"/>
    <dgm:cxn modelId="{8F03F22F-70B0-4BF5-B350-2B98971491F2}" type="presOf" srcId="{875CF911-7B2C-4E7E-A5DF-A985E707AED0}" destId="{9E0FA6FD-307F-41CF-916B-B5A8CCCF95C1}" srcOrd="0" destOrd="0" presId="urn:microsoft.com/office/officeart/2018/2/layout/IconVerticalSolidList"/>
    <dgm:cxn modelId="{F9325E47-9DA2-42BD-9745-0C03BA6B96F6}" type="presOf" srcId="{10E75737-B98F-4A38-AE0A-BDE913F418D1}" destId="{DCB0CBD1-CC20-4CA7-8DC8-A171413DCF60}" srcOrd="0" destOrd="0" presId="urn:microsoft.com/office/officeart/2018/2/layout/IconVerticalSolidList"/>
    <dgm:cxn modelId="{1EE195B4-4F54-48D3-A328-ACDA5E5F8A52}" type="presOf" srcId="{47027CCF-81AF-41E3-B612-224096CD773D}" destId="{C7CC8538-6DEE-4539-A6B1-DCE7EF593ED5}" srcOrd="0" destOrd="0" presId="urn:microsoft.com/office/officeart/2018/2/layout/IconVerticalSolidList"/>
    <dgm:cxn modelId="{75C7B9B6-74F6-437B-8143-807441CC630C}" type="presOf" srcId="{93A6CF59-2BC2-47B7-BFE2-95DDE48B15EA}" destId="{8EA65093-4491-4B45-9C96-C2512F38C9AC}" srcOrd="0" destOrd="0" presId="urn:microsoft.com/office/officeart/2018/2/layout/IconVerticalSolidList"/>
    <dgm:cxn modelId="{0D1ABBE1-83DF-4122-85DB-2B744E4D36EB}" type="presOf" srcId="{751B0E47-B6F2-46DC-8186-CF4586A18423}" destId="{196FDC95-9DCD-4362-A7C9-59FB67063BEA}" srcOrd="0" destOrd="0" presId="urn:microsoft.com/office/officeart/2018/2/layout/IconVerticalSolidList"/>
    <dgm:cxn modelId="{A3189AE3-9CE1-4B20-99FB-0F8C2D1134D1}" srcId="{751B0E47-B6F2-46DC-8186-CF4586A18423}" destId="{93A6CF59-2BC2-47B7-BFE2-95DDE48B15EA}" srcOrd="0" destOrd="0" parTransId="{8F697E0E-D23C-4465-8E75-6ADAC146A90A}" sibTransId="{2C9398C2-5A57-4577-B6AF-43CF0AC09843}"/>
    <dgm:cxn modelId="{D8FE88F2-453C-44B5-B800-E28E8BF50127}" srcId="{751B0E47-B6F2-46DC-8186-CF4586A18423}" destId="{875CF911-7B2C-4E7E-A5DF-A985E707AED0}" srcOrd="1" destOrd="0" parTransId="{72937D7B-C78C-4242-9F15-4888099B32A8}" sibTransId="{562A9318-4F40-4EE3-916A-B5FADE3B82B0}"/>
    <dgm:cxn modelId="{3D0F3749-CF0D-41E9-B3BB-2E116DBE2932}" type="presParOf" srcId="{196FDC95-9DCD-4362-A7C9-59FB67063BEA}" destId="{51741FA1-DDFE-49DF-B46F-5C93995037F7}" srcOrd="0" destOrd="0" presId="urn:microsoft.com/office/officeart/2018/2/layout/IconVerticalSolidList"/>
    <dgm:cxn modelId="{2ADACAA5-4A10-4E79-BAE5-C5D5FAB9D66A}" type="presParOf" srcId="{51741FA1-DDFE-49DF-B46F-5C93995037F7}" destId="{330BEF42-EBE5-4267-A110-4E498B726590}" srcOrd="0" destOrd="0" presId="urn:microsoft.com/office/officeart/2018/2/layout/IconVerticalSolidList"/>
    <dgm:cxn modelId="{BCBA42CD-13A5-46C4-BFC0-4B6CBD493527}" type="presParOf" srcId="{51741FA1-DDFE-49DF-B46F-5C93995037F7}" destId="{52C75318-A496-4B41-AA87-2F13BDF6BA18}" srcOrd="1" destOrd="0" presId="urn:microsoft.com/office/officeart/2018/2/layout/IconVerticalSolidList"/>
    <dgm:cxn modelId="{819655D7-762E-4304-81AD-94C08E5384B0}" type="presParOf" srcId="{51741FA1-DDFE-49DF-B46F-5C93995037F7}" destId="{1324BDF8-7B09-4DBC-96B6-2CC54EFA1974}" srcOrd="2" destOrd="0" presId="urn:microsoft.com/office/officeart/2018/2/layout/IconVerticalSolidList"/>
    <dgm:cxn modelId="{9029DE66-A848-4130-A588-04561528E385}" type="presParOf" srcId="{51741FA1-DDFE-49DF-B46F-5C93995037F7}" destId="{8EA65093-4491-4B45-9C96-C2512F38C9AC}" srcOrd="3" destOrd="0" presId="urn:microsoft.com/office/officeart/2018/2/layout/IconVerticalSolidList"/>
    <dgm:cxn modelId="{DD0F7DA1-ADFF-41BD-914B-45FE1A60B3E0}" type="presParOf" srcId="{196FDC95-9DCD-4362-A7C9-59FB67063BEA}" destId="{C09EDA2E-39A2-47F4-9882-E077B7D844D9}" srcOrd="1" destOrd="0" presId="urn:microsoft.com/office/officeart/2018/2/layout/IconVerticalSolidList"/>
    <dgm:cxn modelId="{ECF6B6FD-D697-43B9-84E9-3AEB88D1CFED}" type="presParOf" srcId="{196FDC95-9DCD-4362-A7C9-59FB67063BEA}" destId="{E980218F-734F-421A-8C1E-CA1A215CEFE9}" srcOrd="2" destOrd="0" presId="urn:microsoft.com/office/officeart/2018/2/layout/IconVerticalSolidList"/>
    <dgm:cxn modelId="{07313846-4EDF-4CC5-ADE5-FBF597C35287}" type="presParOf" srcId="{E980218F-734F-421A-8C1E-CA1A215CEFE9}" destId="{12E01C70-C55E-431B-A093-7AA5EA4A8A62}" srcOrd="0" destOrd="0" presId="urn:microsoft.com/office/officeart/2018/2/layout/IconVerticalSolidList"/>
    <dgm:cxn modelId="{EE5DB179-BE8C-44AC-8B9C-A3C36E0C75EF}" type="presParOf" srcId="{E980218F-734F-421A-8C1E-CA1A215CEFE9}" destId="{43FC613D-3E8C-4C91-BB4F-D550AAD40FEE}" srcOrd="1" destOrd="0" presId="urn:microsoft.com/office/officeart/2018/2/layout/IconVerticalSolidList"/>
    <dgm:cxn modelId="{4B794DFF-927A-4C20-9C30-A617CBFBA3A1}" type="presParOf" srcId="{E980218F-734F-421A-8C1E-CA1A215CEFE9}" destId="{75D185FB-4DC2-4878-A348-4CDA9E03C1F1}" srcOrd="2" destOrd="0" presId="urn:microsoft.com/office/officeart/2018/2/layout/IconVerticalSolidList"/>
    <dgm:cxn modelId="{5097047F-91FE-4986-9A26-0142CEA6A1D6}" type="presParOf" srcId="{E980218F-734F-421A-8C1E-CA1A215CEFE9}" destId="{9E0FA6FD-307F-41CF-916B-B5A8CCCF95C1}" srcOrd="3" destOrd="0" presId="urn:microsoft.com/office/officeart/2018/2/layout/IconVerticalSolidList"/>
    <dgm:cxn modelId="{45FDC104-E0A9-4563-A752-16CD465497D9}" type="presParOf" srcId="{196FDC95-9DCD-4362-A7C9-59FB67063BEA}" destId="{6CAE38AB-505A-49ED-B164-479DEAAC995D}" srcOrd="3" destOrd="0" presId="urn:microsoft.com/office/officeart/2018/2/layout/IconVerticalSolidList"/>
    <dgm:cxn modelId="{3288C8FE-8AD1-4997-A330-7868ECE2EBBD}" type="presParOf" srcId="{196FDC95-9DCD-4362-A7C9-59FB67063BEA}" destId="{87079FC8-6D22-484E-A913-C298A8F7B241}" srcOrd="4" destOrd="0" presId="urn:microsoft.com/office/officeart/2018/2/layout/IconVerticalSolidList"/>
    <dgm:cxn modelId="{5AAB890F-82B8-4843-B582-E5A0377A544E}" type="presParOf" srcId="{87079FC8-6D22-484E-A913-C298A8F7B241}" destId="{A3DF9465-86D5-4939-9819-45DB3F1FD9B6}" srcOrd="0" destOrd="0" presId="urn:microsoft.com/office/officeart/2018/2/layout/IconVerticalSolidList"/>
    <dgm:cxn modelId="{B30F2F51-7606-499F-AFC6-362EC41480A7}" type="presParOf" srcId="{87079FC8-6D22-484E-A913-C298A8F7B241}" destId="{DEEC59E6-B3DA-460E-9139-0D143FEFB451}" srcOrd="1" destOrd="0" presId="urn:microsoft.com/office/officeart/2018/2/layout/IconVerticalSolidList"/>
    <dgm:cxn modelId="{3093C339-4526-4752-A139-C57CD1D9148C}" type="presParOf" srcId="{87079FC8-6D22-484E-A913-C298A8F7B241}" destId="{6EA033FF-23F3-4C9E-93FA-90ADE76DA739}" srcOrd="2" destOrd="0" presId="urn:microsoft.com/office/officeart/2018/2/layout/IconVerticalSolidList"/>
    <dgm:cxn modelId="{0E8185DD-9AFA-4719-A765-4E430D5C76F5}" type="presParOf" srcId="{87079FC8-6D22-484E-A913-C298A8F7B241}" destId="{DCB0CBD1-CC20-4CA7-8DC8-A171413DCF60}" srcOrd="3" destOrd="0" presId="urn:microsoft.com/office/officeart/2018/2/layout/IconVerticalSolidList"/>
    <dgm:cxn modelId="{38EFE61F-E807-42C5-9158-F6346695312D}" type="presParOf" srcId="{196FDC95-9DCD-4362-A7C9-59FB67063BEA}" destId="{B8F0318D-CD47-4125-BDA7-8DE7DC7BDF85}" srcOrd="5" destOrd="0" presId="urn:microsoft.com/office/officeart/2018/2/layout/IconVerticalSolidList"/>
    <dgm:cxn modelId="{7B621916-A036-4D39-A3C3-72BE2549E4EC}" type="presParOf" srcId="{196FDC95-9DCD-4362-A7C9-59FB67063BEA}" destId="{A677AE11-6053-4F61-9000-61F9537A1167}" srcOrd="6" destOrd="0" presId="urn:microsoft.com/office/officeart/2018/2/layout/IconVerticalSolidList"/>
    <dgm:cxn modelId="{91FE21FA-8AF7-44E2-8B1E-64A538E1618D}" type="presParOf" srcId="{A677AE11-6053-4F61-9000-61F9537A1167}" destId="{0E3D622D-6303-40E2-AB42-DC680B8B3FF0}" srcOrd="0" destOrd="0" presId="urn:microsoft.com/office/officeart/2018/2/layout/IconVerticalSolidList"/>
    <dgm:cxn modelId="{60E0E825-37C2-47D1-B469-674E977F790A}" type="presParOf" srcId="{A677AE11-6053-4F61-9000-61F9537A1167}" destId="{3E88B0C4-3FE7-4CEF-844F-3AC9F51DF5C9}" srcOrd="1" destOrd="0" presId="urn:microsoft.com/office/officeart/2018/2/layout/IconVerticalSolidList"/>
    <dgm:cxn modelId="{E1AB7FBB-0EF1-49CE-A44B-27AF26F820DA}" type="presParOf" srcId="{A677AE11-6053-4F61-9000-61F9537A1167}" destId="{CAED0A00-8AD2-484B-94FC-17C63AE63869}" srcOrd="2" destOrd="0" presId="urn:microsoft.com/office/officeart/2018/2/layout/IconVerticalSolidList"/>
    <dgm:cxn modelId="{142BBA3D-2F44-48E6-B7E0-3FFE85A73C43}" type="presParOf" srcId="{A677AE11-6053-4F61-9000-61F9537A1167}" destId="{C7CC8538-6DEE-4539-A6B1-DCE7EF593ED5}"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38CAF228-C70E-43C4-B248-C2DCC42C6A87}"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49BD279B-5107-4DEA-BC07-123CC51F30E9}">
      <dgm:prSet/>
      <dgm:spPr/>
      <dgm:t>
        <a:bodyPr/>
        <a:lstStyle/>
        <a:p>
          <a:pPr rtl="0"/>
          <a:r>
            <a:rPr lang="en-US" dirty="0">
              <a:solidFill>
                <a:srgbClr val="000000"/>
              </a:solidFill>
              <a:latin typeface="Calibri"/>
            </a:rPr>
            <a:t>Textual Similarity in Natural Language Processing (NLP) refers to the degree of likeness or similarity between two or more pieces of text</a:t>
          </a:r>
          <a:r>
            <a:rPr lang="en-US" dirty="0">
              <a:solidFill>
                <a:srgbClr val="000000"/>
              </a:solidFill>
            </a:rPr>
            <a:t>, </a:t>
          </a:r>
          <a:r>
            <a:rPr lang="en-US" dirty="0">
              <a:solidFill>
                <a:srgbClr val="000000"/>
              </a:solidFill>
              <a:latin typeface="Calibri"/>
            </a:rPr>
            <a:t>such </a:t>
          </a:r>
          <a:r>
            <a:rPr lang="en-US" dirty="0">
              <a:solidFill>
                <a:srgbClr val="000000"/>
              </a:solidFill>
            </a:rPr>
            <a:t>as </a:t>
          </a:r>
          <a:r>
            <a:rPr lang="en-US" dirty="0">
              <a:solidFill>
                <a:srgbClr val="000000"/>
              </a:solidFill>
              <a:latin typeface="Calibri"/>
            </a:rPr>
            <a:t>documents, sentences, </a:t>
          </a:r>
          <a:r>
            <a:rPr lang="en-US" dirty="0">
              <a:solidFill>
                <a:srgbClr val="000000"/>
              </a:solidFill>
            </a:rPr>
            <a:t>or </a:t>
          </a:r>
          <a:r>
            <a:rPr lang="en-US" dirty="0">
              <a:solidFill>
                <a:srgbClr val="000000"/>
              </a:solidFill>
              <a:latin typeface="Calibri"/>
            </a:rPr>
            <a:t>phrases. </a:t>
          </a:r>
        </a:p>
      </dgm:t>
    </dgm:pt>
    <dgm:pt modelId="{13C22562-716F-4D3C-8425-030582DE48BE}" type="parTrans" cxnId="{5D561A0D-B873-416C-A868-90DCA863E698}">
      <dgm:prSet/>
      <dgm:spPr/>
      <dgm:t>
        <a:bodyPr/>
        <a:lstStyle/>
        <a:p>
          <a:endParaRPr lang="en-US"/>
        </a:p>
      </dgm:t>
    </dgm:pt>
    <dgm:pt modelId="{22F22127-0EFB-47E7-991D-546FE985192A}" type="sibTrans" cxnId="{5D561A0D-B873-416C-A868-90DCA863E698}">
      <dgm:prSet/>
      <dgm:spPr/>
      <dgm:t>
        <a:bodyPr/>
        <a:lstStyle/>
        <a:p>
          <a:endParaRPr lang="en-US"/>
        </a:p>
      </dgm:t>
    </dgm:pt>
    <dgm:pt modelId="{7A40254F-D748-481C-917E-50CAB6C5D2A8}">
      <dgm:prSet phldr="0"/>
      <dgm:spPr/>
      <dgm:t>
        <a:bodyPr/>
        <a:lstStyle/>
        <a:p>
          <a:pPr rtl="0"/>
          <a:r>
            <a:rPr lang="en-US" dirty="0">
              <a:solidFill>
                <a:srgbClr val="000000"/>
              </a:solidFill>
              <a:latin typeface="Calibri"/>
            </a:rPr>
            <a:t>It</a:t>
          </a:r>
          <a:r>
            <a:rPr lang="en-US" dirty="0">
              <a:solidFill>
                <a:srgbClr val="000000"/>
              </a:solidFill>
            </a:rPr>
            <a:t> </a:t>
          </a:r>
          <a:r>
            <a:rPr lang="en-US" dirty="0">
              <a:solidFill>
                <a:srgbClr val="000000"/>
              </a:solidFill>
              <a:latin typeface="Calibri"/>
            </a:rPr>
            <a:t>quantifies how closely related or similar </a:t>
          </a:r>
          <a:r>
            <a:rPr lang="en-US" dirty="0">
              <a:solidFill>
                <a:srgbClr val="000000"/>
              </a:solidFill>
            </a:rPr>
            <a:t>the </a:t>
          </a:r>
          <a:r>
            <a:rPr lang="en-US" dirty="0">
              <a:solidFill>
                <a:srgbClr val="000000"/>
              </a:solidFill>
              <a:latin typeface="Calibri"/>
            </a:rPr>
            <a:t>textual content </a:t>
          </a:r>
          <a:r>
            <a:rPr lang="en-US" dirty="0">
              <a:solidFill>
                <a:srgbClr val="000000"/>
              </a:solidFill>
            </a:rPr>
            <a:t>of </a:t>
          </a:r>
          <a:r>
            <a:rPr lang="en-US" dirty="0">
              <a:solidFill>
                <a:srgbClr val="000000"/>
              </a:solidFill>
              <a:latin typeface="Calibri"/>
            </a:rPr>
            <a:t>these units is, often by comparing their semantic</a:t>
          </a:r>
          <a:r>
            <a:rPr lang="en-US" dirty="0">
              <a:solidFill>
                <a:srgbClr val="000000"/>
              </a:solidFill>
            </a:rPr>
            <a:t>, </a:t>
          </a:r>
          <a:r>
            <a:rPr lang="en-US" dirty="0">
              <a:solidFill>
                <a:srgbClr val="000000"/>
              </a:solidFill>
              <a:latin typeface="Calibri"/>
            </a:rPr>
            <a:t>structural</a:t>
          </a:r>
          <a:r>
            <a:rPr lang="en-US" dirty="0">
              <a:solidFill>
                <a:srgbClr val="000000"/>
              </a:solidFill>
            </a:rPr>
            <a:t>, </a:t>
          </a:r>
          <a:r>
            <a:rPr lang="en-US" dirty="0">
              <a:solidFill>
                <a:srgbClr val="000000"/>
              </a:solidFill>
              <a:latin typeface="Calibri"/>
            </a:rPr>
            <a:t>or syntactic characteristics</a:t>
          </a:r>
          <a:r>
            <a:rPr lang="en-US" dirty="0">
              <a:solidFill>
                <a:srgbClr val="000000"/>
              </a:solidFill>
            </a:rPr>
            <a:t>. </a:t>
          </a:r>
          <a:endParaRPr lang="en-US" dirty="0">
            <a:latin typeface="Calibri"/>
          </a:endParaRPr>
        </a:p>
      </dgm:t>
    </dgm:pt>
    <dgm:pt modelId="{0BFC66CC-890E-4749-9BA8-BC639F9AD5A3}" type="parTrans" cxnId="{8AAE66F6-E032-44D6-AB0B-19900F9FA569}">
      <dgm:prSet/>
      <dgm:spPr/>
    </dgm:pt>
    <dgm:pt modelId="{2173B34C-E239-4E8A-A8A9-12318AB1CF63}" type="sibTrans" cxnId="{8AAE66F6-E032-44D6-AB0B-19900F9FA569}">
      <dgm:prSet/>
      <dgm:spPr/>
    </dgm:pt>
    <dgm:pt modelId="{68A11C33-E420-429E-A847-6E16B3574E65}">
      <dgm:prSet phldr="0"/>
      <dgm:spPr/>
      <dgm:t>
        <a:bodyPr/>
        <a:lstStyle/>
        <a:p>
          <a:r>
            <a:rPr lang="en-US" dirty="0">
              <a:solidFill>
                <a:srgbClr val="000000"/>
              </a:solidFill>
              <a:latin typeface="Calibri"/>
            </a:rPr>
            <a:t>Textual similarity is a crucial concept in </a:t>
          </a:r>
          <a:r>
            <a:rPr lang="en-US" dirty="0">
              <a:solidFill>
                <a:srgbClr val="000000"/>
              </a:solidFill>
            </a:rPr>
            <a:t>various </a:t>
          </a:r>
          <a:r>
            <a:rPr lang="en-US" dirty="0">
              <a:solidFill>
                <a:srgbClr val="000000"/>
              </a:solidFill>
              <a:latin typeface="Calibri"/>
            </a:rPr>
            <a:t>NLP applications</a:t>
          </a:r>
          <a:r>
            <a:rPr lang="en-US" dirty="0">
              <a:solidFill>
                <a:srgbClr val="000000"/>
              </a:solidFill>
            </a:rPr>
            <a:t>, </a:t>
          </a:r>
          <a:r>
            <a:rPr lang="en-US" dirty="0">
              <a:solidFill>
                <a:srgbClr val="000000"/>
              </a:solidFill>
              <a:latin typeface="Calibri"/>
            </a:rPr>
            <a:t>including </a:t>
          </a:r>
          <a:r>
            <a:rPr lang="en-US" dirty="0">
              <a:solidFill>
                <a:srgbClr val="000000"/>
              </a:solidFill>
            </a:rPr>
            <a:t>information retrieval, </a:t>
          </a:r>
          <a:r>
            <a:rPr lang="en-US" dirty="0">
              <a:solidFill>
                <a:srgbClr val="000000"/>
              </a:solidFill>
              <a:latin typeface="Calibri"/>
            </a:rPr>
            <a:t>question answering</a:t>
          </a:r>
          <a:r>
            <a:rPr lang="en-US" dirty="0">
              <a:solidFill>
                <a:srgbClr val="000000"/>
              </a:solidFill>
            </a:rPr>
            <a:t>, </a:t>
          </a:r>
          <a:r>
            <a:rPr lang="en-US" dirty="0">
              <a:solidFill>
                <a:srgbClr val="000000"/>
              </a:solidFill>
              <a:latin typeface="Calibri"/>
            </a:rPr>
            <a:t>plagiarism detection</a:t>
          </a:r>
          <a:r>
            <a:rPr lang="en-US" dirty="0">
              <a:solidFill>
                <a:srgbClr val="000000"/>
              </a:solidFill>
            </a:rPr>
            <a:t>, and </a:t>
          </a:r>
          <a:r>
            <a:rPr lang="en-US" dirty="0">
              <a:solidFill>
                <a:srgbClr val="000000"/>
              </a:solidFill>
              <a:latin typeface="Calibri"/>
            </a:rPr>
            <a:t>recommendation systems</a:t>
          </a:r>
          <a:r>
            <a:rPr lang="en-US" dirty="0">
              <a:solidFill>
                <a:srgbClr val="000000"/>
              </a:solidFill>
            </a:rPr>
            <a:t>.</a:t>
          </a:r>
          <a:endParaRPr lang="en-US" dirty="0"/>
        </a:p>
      </dgm:t>
    </dgm:pt>
    <dgm:pt modelId="{A302B142-F005-48DE-BA91-F93A4E62C7F4}" type="parTrans" cxnId="{96A34AFD-34AB-4CC9-A03A-54A44D580B2A}">
      <dgm:prSet/>
      <dgm:spPr/>
    </dgm:pt>
    <dgm:pt modelId="{A6E84969-05A6-46CC-AD1D-986A885AEBD8}" type="sibTrans" cxnId="{96A34AFD-34AB-4CC9-A03A-54A44D580B2A}">
      <dgm:prSet/>
      <dgm:spPr/>
    </dgm:pt>
    <dgm:pt modelId="{912D7DCB-A85E-4648-ADA8-F2805C58F0AC}">
      <dgm:prSet phldr="0"/>
      <dgm:spPr/>
      <dgm:t>
        <a:bodyPr/>
        <a:lstStyle/>
        <a:p>
          <a:pPr rtl="0"/>
          <a:r>
            <a:rPr lang="en-US" dirty="0">
              <a:solidFill>
                <a:srgbClr val="000000"/>
              </a:solidFill>
              <a:latin typeface="Calibri"/>
            </a:rPr>
            <a:t>Textual similarity measures are used in various NLP applications, such as duplicate detection, recommendation systems (e.g., content-based recommendations), information retrieval (e.g., finding relevant documents), paraphrase detection, and more.</a:t>
          </a:r>
          <a:endParaRPr lang="en-US" dirty="0">
            <a:latin typeface="Calibri"/>
          </a:endParaRPr>
        </a:p>
      </dgm:t>
    </dgm:pt>
    <dgm:pt modelId="{E2AE9DC9-65F0-4881-8AB0-6AE72FCBC7DA}" type="parTrans" cxnId="{989A43A5-7D9C-4487-91EE-8396B46B4F8A}">
      <dgm:prSet/>
      <dgm:spPr/>
    </dgm:pt>
    <dgm:pt modelId="{1B65C8D2-A977-4BFC-AE16-F278106F5FF3}" type="sibTrans" cxnId="{989A43A5-7D9C-4487-91EE-8396B46B4F8A}">
      <dgm:prSet/>
      <dgm:spPr/>
    </dgm:pt>
    <dgm:pt modelId="{33A8B12B-FEFF-4A4B-988E-2E0A309885BA}" type="pres">
      <dgm:prSet presAssocID="{38CAF228-C70E-43C4-B248-C2DCC42C6A87}" presName="linear" presStyleCnt="0">
        <dgm:presLayoutVars>
          <dgm:animLvl val="lvl"/>
          <dgm:resizeHandles val="exact"/>
        </dgm:presLayoutVars>
      </dgm:prSet>
      <dgm:spPr/>
    </dgm:pt>
    <dgm:pt modelId="{09F7F36D-C0E7-40B5-8537-A50273CE2246}" type="pres">
      <dgm:prSet presAssocID="{49BD279B-5107-4DEA-BC07-123CC51F30E9}" presName="parentText" presStyleLbl="node1" presStyleIdx="0" presStyleCnt="4">
        <dgm:presLayoutVars>
          <dgm:chMax val="0"/>
          <dgm:bulletEnabled val="1"/>
        </dgm:presLayoutVars>
      </dgm:prSet>
      <dgm:spPr/>
    </dgm:pt>
    <dgm:pt modelId="{2A486565-5494-4EF6-825C-EF4B26CBEA51}" type="pres">
      <dgm:prSet presAssocID="{22F22127-0EFB-47E7-991D-546FE985192A}" presName="spacer" presStyleCnt="0"/>
      <dgm:spPr/>
    </dgm:pt>
    <dgm:pt modelId="{3534DC32-7993-47DF-96CA-006F04F39D7C}" type="pres">
      <dgm:prSet presAssocID="{7A40254F-D748-481C-917E-50CAB6C5D2A8}" presName="parentText" presStyleLbl="node1" presStyleIdx="1" presStyleCnt="4">
        <dgm:presLayoutVars>
          <dgm:chMax val="0"/>
          <dgm:bulletEnabled val="1"/>
        </dgm:presLayoutVars>
      </dgm:prSet>
      <dgm:spPr/>
    </dgm:pt>
    <dgm:pt modelId="{66EDACAD-8765-47F3-81A8-E910CF162C07}" type="pres">
      <dgm:prSet presAssocID="{2173B34C-E239-4E8A-A8A9-12318AB1CF63}" presName="spacer" presStyleCnt="0"/>
      <dgm:spPr/>
    </dgm:pt>
    <dgm:pt modelId="{D527B60E-4C43-4C9E-91CB-672A260506E7}" type="pres">
      <dgm:prSet presAssocID="{68A11C33-E420-429E-A847-6E16B3574E65}" presName="parentText" presStyleLbl="node1" presStyleIdx="2" presStyleCnt="4">
        <dgm:presLayoutVars>
          <dgm:chMax val="0"/>
          <dgm:bulletEnabled val="1"/>
        </dgm:presLayoutVars>
      </dgm:prSet>
      <dgm:spPr/>
    </dgm:pt>
    <dgm:pt modelId="{65E309C5-3781-4009-8BF2-0F7AA95D8F55}" type="pres">
      <dgm:prSet presAssocID="{A6E84969-05A6-46CC-AD1D-986A885AEBD8}" presName="spacer" presStyleCnt="0"/>
      <dgm:spPr/>
    </dgm:pt>
    <dgm:pt modelId="{5904F50F-6551-47B7-973C-9872D3A2AB31}" type="pres">
      <dgm:prSet presAssocID="{912D7DCB-A85E-4648-ADA8-F2805C58F0AC}" presName="parentText" presStyleLbl="node1" presStyleIdx="3" presStyleCnt="4">
        <dgm:presLayoutVars>
          <dgm:chMax val="0"/>
          <dgm:bulletEnabled val="1"/>
        </dgm:presLayoutVars>
      </dgm:prSet>
      <dgm:spPr/>
    </dgm:pt>
  </dgm:ptLst>
  <dgm:cxnLst>
    <dgm:cxn modelId="{5D561A0D-B873-416C-A868-90DCA863E698}" srcId="{38CAF228-C70E-43C4-B248-C2DCC42C6A87}" destId="{49BD279B-5107-4DEA-BC07-123CC51F30E9}" srcOrd="0" destOrd="0" parTransId="{13C22562-716F-4D3C-8425-030582DE48BE}" sibTransId="{22F22127-0EFB-47E7-991D-546FE985192A}"/>
    <dgm:cxn modelId="{796DEA2B-711A-475A-9A86-5578FA1C3DE0}" type="presOf" srcId="{68A11C33-E420-429E-A847-6E16B3574E65}" destId="{D527B60E-4C43-4C9E-91CB-672A260506E7}" srcOrd="0" destOrd="0" presId="urn:microsoft.com/office/officeart/2005/8/layout/vList2"/>
    <dgm:cxn modelId="{E07D7E45-FEC7-4B32-B351-35DDFA4B2DFC}" type="presOf" srcId="{49BD279B-5107-4DEA-BC07-123CC51F30E9}" destId="{09F7F36D-C0E7-40B5-8537-A50273CE2246}" srcOrd="0" destOrd="0" presId="urn:microsoft.com/office/officeart/2005/8/layout/vList2"/>
    <dgm:cxn modelId="{701877A3-556A-4C13-83D7-27101C39F9C0}" type="presOf" srcId="{912D7DCB-A85E-4648-ADA8-F2805C58F0AC}" destId="{5904F50F-6551-47B7-973C-9872D3A2AB31}" srcOrd="0" destOrd="0" presId="urn:microsoft.com/office/officeart/2005/8/layout/vList2"/>
    <dgm:cxn modelId="{989A43A5-7D9C-4487-91EE-8396B46B4F8A}" srcId="{38CAF228-C70E-43C4-B248-C2DCC42C6A87}" destId="{912D7DCB-A85E-4648-ADA8-F2805C58F0AC}" srcOrd="3" destOrd="0" parTransId="{E2AE9DC9-65F0-4881-8AB0-6AE72FCBC7DA}" sibTransId="{1B65C8D2-A977-4BFC-AE16-F278106F5FF3}"/>
    <dgm:cxn modelId="{DAF4DCC5-0A19-451F-83E9-F4082792E8FB}" type="presOf" srcId="{7A40254F-D748-481C-917E-50CAB6C5D2A8}" destId="{3534DC32-7993-47DF-96CA-006F04F39D7C}" srcOrd="0" destOrd="0" presId="urn:microsoft.com/office/officeart/2005/8/layout/vList2"/>
    <dgm:cxn modelId="{C2B42FE5-1F02-4DCD-A335-C7C120C6B5D0}" type="presOf" srcId="{38CAF228-C70E-43C4-B248-C2DCC42C6A87}" destId="{33A8B12B-FEFF-4A4B-988E-2E0A309885BA}" srcOrd="0" destOrd="0" presId="urn:microsoft.com/office/officeart/2005/8/layout/vList2"/>
    <dgm:cxn modelId="{8AAE66F6-E032-44D6-AB0B-19900F9FA569}" srcId="{38CAF228-C70E-43C4-B248-C2DCC42C6A87}" destId="{7A40254F-D748-481C-917E-50CAB6C5D2A8}" srcOrd="1" destOrd="0" parTransId="{0BFC66CC-890E-4749-9BA8-BC639F9AD5A3}" sibTransId="{2173B34C-E239-4E8A-A8A9-12318AB1CF63}"/>
    <dgm:cxn modelId="{96A34AFD-34AB-4CC9-A03A-54A44D580B2A}" srcId="{38CAF228-C70E-43C4-B248-C2DCC42C6A87}" destId="{68A11C33-E420-429E-A847-6E16B3574E65}" srcOrd="2" destOrd="0" parTransId="{A302B142-F005-48DE-BA91-F93A4E62C7F4}" sibTransId="{A6E84969-05A6-46CC-AD1D-986A885AEBD8}"/>
    <dgm:cxn modelId="{984F3F89-729A-400E-B91A-E9017E1F89E5}" type="presParOf" srcId="{33A8B12B-FEFF-4A4B-988E-2E0A309885BA}" destId="{09F7F36D-C0E7-40B5-8537-A50273CE2246}" srcOrd="0" destOrd="0" presId="urn:microsoft.com/office/officeart/2005/8/layout/vList2"/>
    <dgm:cxn modelId="{5D442BA2-0CCA-4BB7-AFE1-5B35DA0100A3}" type="presParOf" srcId="{33A8B12B-FEFF-4A4B-988E-2E0A309885BA}" destId="{2A486565-5494-4EF6-825C-EF4B26CBEA51}" srcOrd="1" destOrd="0" presId="urn:microsoft.com/office/officeart/2005/8/layout/vList2"/>
    <dgm:cxn modelId="{3725B1B9-CD48-4455-888C-A793E00AA326}" type="presParOf" srcId="{33A8B12B-FEFF-4A4B-988E-2E0A309885BA}" destId="{3534DC32-7993-47DF-96CA-006F04F39D7C}" srcOrd="2" destOrd="0" presId="urn:microsoft.com/office/officeart/2005/8/layout/vList2"/>
    <dgm:cxn modelId="{5145E29B-9A36-49B0-8134-AA9EFF17DCD3}" type="presParOf" srcId="{33A8B12B-FEFF-4A4B-988E-2E0A309885BA}" destId="{66EDACAD-8765-47F3-81A8-E910CF162C07}" srcOrd="3" destOrd="0" presId="urn:microsoft.com/office/officeart/2005/8/layout/vList2"/>
    <dgm:cxn modelId="{C88B92F7-4176-4BB2-9FC5-C6732EDE181B}" type="presParOf" srcId="{33A8B12B-FEFF-4A4B-988E-2E0A309885BA}" destId="{D527B60E-4C43-4C9E-91CB-672A260506E7}" srcOrd="4" destOrd="0" presId="urn:microsoft.com/office/officeart/2005/8/layout/vList2"/>
    <dgm:cxn modelId="{A40A44BC-4D3C-4D3F-9BE4-2540167AB640}" type="presParOf" srcId="{33A8B12B-FEFF-4A4B-988E-2E0A309885BA}" destId="{65E309C5-3781-4009-8BF2-0F7AA95D8F55}" srcOrd="5" destOrd="0" presId="urn:microsoft.com/office/officeart/2005/8/layout/vList2"/>
    <dgm:cxn modelId="{24642A09-9AF1-4488-BF01-40FBFCD944FF}" type="presParOf" srcId="{33A8B12B-FEFF-4A4B-988E-2E0A309885BA}" destId="{5904F50F-6551-47B7-973C-9872D3A2AB31}"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38CAF228-C70E-43C4-B248-C2DCC42C6A87}"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49BD279B-5107-4DEA-BC07-123CC51F30E9}">
      <dgm:prSet/>
      <dgm:spPr/>
      <dgm:t>
        <a:bodyPr/>
        <a:lstStyle/>
        <a:p>
          <a:pPr algn="l"/>
          <a:r>
            <a:rPr lang="en-US" b="0" dirty="0">
              <a:latin typeface="Calibri"/>
            </a:rPr>
            <a:t>1</a:t>
          </a:r>
          <a:r>
            <a:rPr lang="en-US" dirty="0">
              <a:latin typeface="Calibri"/>
            </a:rPr>
            <a:t>. Cosine Similarity: Cosine similarity is a common metric used to measure the similarity between two vectors, such as TF-IDF vectors or word embeddings, representing </a:t>
          </a:r>
          <a:r>
            <a:rPr lang="en-US" b="0" dirty="0">
              <a:latin typeface="Calibri"/>
            </a:rPr>
            <a:t>text data. It calculates the cosine of the angle between the vectors, with a higher cosine value indicating greater similarity.</a:t>
          </a:r>
          <a:endParaRPr lang="en-US" dirty="0"/>
        </a:p>
      </dgm:t>
    </dgm:pt>
    <dgm:pt modelId="{13C22562-716F-4D3C-8425-030582DE48BE}" type="parTrans" cxnId="{5D561A0D-B873-416C-A868-90DCA863E698}">
      <dgm:prSet/>
      <dgm:spPr/>
      <dgm:t>
        <a:bodyPr/>
        <a:lstStyle/>
        <a:p>
          <a:endParaRPr lang="en-US"/>
        </a:p>
      </dgm:t>
    </dgm:pt>
    <dgm:pt modelId="{22F22127-0EFB-47E7-991D-546FE985192A}" type="sibTrans" cxnId="{5D561A0D-B873-416C-A868-90DCA863E698}">
      <dgm:prSet/>
      <dgm:spPr/>
      <dgm:t>
        <a:bodyPr/>
        <a:lstStyle/>
        <a:p>
          <a:endParaRPr lang="en-US"/>
        </a:p>
      </dgm:t>
    </dgm:pt>
    <dgm:pt modelId="{93024F02-B093-45C2-BCDF-6BD8F4BBA3E1}">
      <dgm:prSet phldr="0"/>
      <dgm:spPr/>
      <dgm:t>
        <a:bodyPr/>
        <a:lstStyle/>
        <a:p>
          <a:pPr algn="l"/>
          <a:r>
            <a:rPr lang="en-US" b="0" dirty="0">
              <a:latin typeface="Calibri"/>
            </a:rPr>
            <a:t>2. Jaccard Similarity: Jaccard similarity measures the similarity between two sets by calculating the size of their intersection divided by the size of their union. It is often used for comparing sets of words or tokens in documents.</a:t>
          </a:r>
          <a:endParaRPr lang="en-US" b="0" dirty="0"/>
        </a:p>
      </dgm:t>
    </dgm:pt>
    <dgm:pt modelId="{85F77FEF-85BA-4933-9E4D-1FB1397E2DEF}" type="parTrans" cxnId="{2A3B9241-2491-41A1-A884-9079AB9EEBDC}">
      <dgm:prSet/>
      <dgm:spPr/>
    </dgm:pt>
    <dgm:pt modelId="{B5A5A239-111B-4BA3-B30C-3F3873077E57}" type="sibTrans" cxnId="{2A3B9241-2491-41A1-A884-9079AB9EEBDC}">
      <dgm:prSet/>
      <dgm:spPr/>
    </dgm:pt>
    <dgm:pt modelId="{F65D2C0B-8569-4A03-8524-99CAD91AB402}">
      <dgm:prSet phldr="0"/>
      <dgm:spPr/>
      <dgm:t>
        <a:bodyPr/>
        <a:lstStyle/>
        <a:p>
          <a:pPr algn="l"/>
          <a:r>
            <a:rPr lang="en-US" b="0" dirty="0">
              <a:latin typeface="Calibri"/>
            </a:rPr>
            <a:t>3. Euclidean Distance: Euclidean distance measures the straight-line distance between two vectors in a high-dimensional space. Smaller distances imply greater similarity.</a:t>
          </a:r>
          <a:endParaRPr lang="en-IN" b="0" dirty="0">
            <a:latin typeface="Calibri"/>
          </a:endParaRPr>
        </a:p>
      </dgm:t>
    </dgm:pt>
    <dgm:pt modelId="{5BF7D114-4E44-4C1F-8F3F-77C09AC9536B}" type="parTrans" cxnId="{356A1B0B-5E25-4B52-BFBA-19F5D1713C58}">
      <dgm:prSet/>
      <dgm:spPr/>
    </dgm:pt>
    <dgm:pt modelId="{4C2BD0EC-923F-46D3-904F-8B7610970463}" type="sibTrans" cxnId="{356A1B0B-5E25-4B52-BFBA-19F5D1713C58}">
      <dgm:prSet/>
      <dgm:spPr/>
    </dgm:pt>
    <dgm:pt modelId="{38C337EB-8625-4050-BC6A-F7561D32C820}">
      <dgm:prSet phldr="0"/>
      <dgm:spPr/>
      <dgm:t>
        <a:bodyPr/>
        <a:lstStyle/>
        <a:p>
          <a:pPr algn="l" rtl="0"/>
          <a:r>
            <a:rPr lang="en-US" b="0" dirty="0">
              <a:latin typeface="Calibri"/>
            </a:rPr>
            <a:t>4. Edit Distance (</a:t>
          </a:r>
          <a:r>
            <a:rPr lang="en-US" b="0" dirty="0" err="1">
              <a:latin typeface="Calibri"/>
            </a:rPr>
            <a:t>Levenshtein</a:t>
          </a:r>
          <a:r>
            <a:rPr lang="en-US" b="0" dirty="0">
              <a:latin typeface="Calibri"/>
            </a:rPr>
            <a:t> Distance): Edit distance quantifies the minimum number of edit operations (insertions, deletions, substitutions) needed to transform one string into another. It's commonly used for measuring the similarity of two strings or sentences.</a:t>
          </a:r>
          <a:endParaRPr lang="en-IN" b="0" dirty="0">
            <a:latin typeface="Calibri"/>
          </a:endParaRPr>
        </a:p>
      </dgm:t>
    </dgm:pt>
    <dgm:pt modelId="{B21480F9-3D0D-4A46-A871-554D3894D288}" type="parTrans" cxnId="{EE072085-8930-4D6F-A21F-B1A35DF5F50D}">
      <dgm:prSet/>
      <dgm:spPr/>
    </dgm:pt>
    <dgm:pt modelId="{A9A80234-C75C-4CD6-A0A0-57F35D31D704}" type="sibTrans" cxnId="{EE072085-8930-4D6F-A21F-B1A35DF5F50D}">
      <dgm:prSet/>
      <dgm:spPr/>
    </dgm:pt>
    <dgm:pt modelId="{DC2A8369-6583-4659-A83E-078E3D5E9E25}">
      <dgm:prSet phldr="0"/>
      <dgm:spPr/>
      <dgm:t>
        <a:bodyPr/>
        <a:lstStyle/>
        <a:p>
          <a:pPr algn="l"/>
          <a:r>
            <a:rPr lang="en-US" b="0" dirty="0">
              <a:latin typeface="Calibri"/>
            </a:rPr>
            <a:t>5. Semantic Similarity: Techniques such as word embeddings (e.g., Word2Vec, </a:t>
          </a:r>
          <a:r>
            <a:rPr lang="en-US" b="0" dirty="0" err="1">
              <a:latin typeface="Calibri"/>
            </a:rPr>
            <a:t>GloVe</a:t>
          </a:r>
          <a:r>
            <a:rPr lang="en-US" b="0" dirty="0">
              <a:latin typeface="Calibri"/>
            </a:rPr>
            <a:t>, or BERT embeddings) and pre-trained language models (e.g., BERT, </a:t>
          </a:r>
          <a:r>
            <a:rPr lang="en-US" b="0" dirty="0" err="1">
              <a:latin typeface="Calibri"/>
            </a:rPr>
            <a:t>RoBERTa</a:t>
          </a:r>
          <a:r>
            <a:rPr lang="en-US" b="0" dirty="0">
              <a:latin typeface="Calibri"/>
            </a:rPr>
            <a:t>) can be used to compute the semantic similarity between text fragments based on the meanings of words and phrases.</a:t>
          </a:r>
        </a:p>
      </dgm:t>
    </dgm:pt>
    <dgm:pt modelId="{CE14FABD-3ADF-400C-8B2E-9E45C93A3BC3}" type="parTrans" cxnId="{742D743F-8DA4-47B9-B17A-D0B38CEF90BD}">
      <dgm:prSet/>
      <dgm:spPr/>
    </dgm:pt>
    <dgm:pt modelId="{54A14AB4-A14E-4843-90BA-E5CF28805FB3}" type="sibTrans" cxnId="{742D743F-8DA4-47B9-B17A-D0B38CEF90BD}">
      <dgm:prSet/>
      <dgm:spPr/>
    </dgm:pt>
    <dgm:pt modelId="{33A8B12B-FEFF-4A4B-988E-2E0A309885BA}" type="pres">
      <dgm:prSet presAssocID="{38CAF228-C70E-43C4-B248-C2DCC42C6A87}" presName="linear" presStyleCnt="0">
        <dgm:presLayoutVars>
          <dgm:animLvl val="lvl"/>
          <dgm:resizeHandles val="exact"/>
        </dgm:presLayoutVars>
      </dgm:prSet>
      <dgm:spPr/>
    </dgm:pt>
    <dgm:pt modelId="{09F7F36D-C0E7-40B5-8537-A50273CE2246}" type="pres">
      <dgm:prSet presAssocID="{49BD279B-5107-4DEA-BC07-123CC51F30E9}" presName="parentText" presStyleLbl="node1" presStyleIdx="0" presStyleCnt="5">
        <dgm:presLayoutVars>
          <dgm:chMax val="0"/>
          <dgm:bulletEnabled val="1"/>
        </dgm:presLayoutVars>
      </dgm:prSet>
      <dgm:spPr/>
    </dgm:pt>
    <dgm:pt modelId="{A6CB63A5-B12F-4632-A0FF-4E580A2699BE}" type="pres">
      <dgm:prSet presAssocID="{22F22127-0EFB-47E7-991D-546FE985192A}" presName="spacer" presStyleCnt="0"/>
      <dgm:spPr/>
    </dgm:pt>
    <dgm:pt modelId="{F4771F2F-64AF-4512-B399-6C2405009C52}" type="pres">
      <dgm:prSet presAssocID="{93024F02-B093-45C2-BCDF-6BD8F4BBA3E1}" presName="parentText" presStyleLbl="node1" presStyleIdx="1" presStyleCnt="5">
        <dgm:presLayoutVars>
          <dgm:chMax val="0"/>
          <dgm:bulletEnabled val="1"/>
        </dgm:presLayoutVars>
      </dgm:prSet>
      <dgm:spPr/>
    </dgm:pt>
    <dgm:pt modelId="{2C5F62DF-1D38-4A5B-BAD0-CEDDBA216A80}" type="pres">
      <dgm:prSet presAssocID="{B5A5A239-111B-4BA3-B30C-3F3873077E57}" presName="spacer" presStyleCnt="0"/>
      <dgm:spPr/>
    </dgm:pt>
    <dgm:pt modelId="{BC87E257-DE3B-4050-ABC4-A7BB6C3B4E56}" type="pres">
      <dgm:prSet presAssocID="{F65D2C0B-8569-4A03-8524-99CAD91AB402}" presName="parentText" presStyleLbl="node1" presStyleIdx="2" presStyleCnt="5">
        <dgm:presLayoutVars>
          <dgm:chMax val="0"/>
          <dgm:bulletEnabled val="1"/>
        </dgm:presLayoutVars>
      </dgm:prSet>
      <dgm:spPr/>
    </dgm:pt>
    <dgm:pt modelId="{4011D9D2-4806-4C7C-ADE2-6DF566E29D6B}" type="pres">
      <dgm:prSet presAssocID="{4C2BD0EC-923F-46D3-904F-8B7610970463}" presName="spacer" presStyleCnt="0"/>
      <dgm:spPr/>
    </dgm:pt>
    <dgm:pt modelId="{1A6E93A2-6788-45E5-BEFA-76EAB6C8C4A8}" type="pres">
      <dgm:prSet presAssocID="{38C337EB-8625-4050-BC6A-F7561D32C820}" presName="parentText" presStyleLbl="node1" presStyleIdx="3" presStyleCnt="5">
        <dgm:presLayoutVars>
          <dgm:chMax val="0"/>
          <dgm:bulletEnabled val="1"/>
        </dgm:presLayoutVars>
      </dgm:prSet>
      <dgm:spPr/>
    </dgm:pt>
    <dgm:pt modelId="{862C97B4-16F7-4962-B7C3-C14EC2B248A3}" type="pres">
      <dgm:prSet presAssocID="{A9A80234-C75C-4CD6-A0A0-57F35D31D704}" presName="spacer" presStyleCnt="0"/>
      <dgm:spPr/>
    </dgm:pt>
    <dgm:pt modelId="{4AF94C92-DDCB-48B2-B120-02B8AE20C36E}" type="pres">
      <dgm:prSet presAssocID="{DC2A8369-6583-4659-A83E-078E3D5E9E25}" presName="parentText" presStyleLbl="node1" presStyleIdx="4" presStyleCnt="5">
        <dgm:presLayoutVars>
          <dgm:chMax val="0"/>
          <dgm:bulletEnabled val="1"/>
        </dgm:presLayoutVars>
      </dgm:prSet>
      <dgm:spPr/>
    </dgm:pt>
  </dgm:ptLst>
  <dgm:cxnLst>
    <dgm:cxn modelId="{D2BC1108-7E10-488F-B7DE-A87DF09A5B53}" type="presOf" srcId="{93024F02-B093-45C2-BCDF-6BD8F4BBA3E1}" destId="{F4771F2F-64AF-4512-B399-6C2405009C52}" srcOrd="0" destOrd="0" presId="urn:microsoft.com/office/officeart/2005/8/layout/vList2"/>
    <dgm:cxn modelId="{356A1B0B-5E25-4B52-BFBA-19F5D1713C58}" srcId="{38CAF228-C70E-43C4-B248-C2DCC42C6A87}" destId="{F65D2C0B-8569-4A03-8524-99CAD91AB402}" srcOrd="2" destOrd="0" parTransId="{5BF7D114-4E44-4C1F-8F3F-77C09AC9536B}" sibTransId="{4C2BD0EC-923F-46D3-904F-8B7610970463}"/>
    <dgm:cxn modelId="{5D561A0D-B873-416C-A868-90DCA863E698}" srcId="{38CAF228-C70E-43C4-B248-C2DCC42C6A87}" destId="{49BD279B-5107-4DEA-BC07-123CC51F30E9}" srcOrd="0" destOrd="0" parTransId="{13C22562-716F-4D3C-8425-030582DE48BE}" sibTransId="{22F22127-0EFB-47E7-991D-546FE985192A}"/>
    <dgm:cxn modelId="{742D743F-8DA4-47B9-B17A-D0B38CEF90BD}" srcId="{38CAF228-C70E-43C4-B248-C2DCC42C6A87}" destId="{DC2A8369-6583-4659-A83E-078E3D5E9E25}" srcOrd="4" destOrd="0" parTransId="{CE14FABD-3ADF-400C-8B2E-9E45C93A3BC3}" sibTransId="{54A14AB4-A14E-4843-90BA-E5CF28805FB3}"/>
    <dgm:cxn modelId="{2A3B9241-2491-41A1-A884-9079AB9EEBDC}" srcId="{38CAF228-C70E-43C4-B248-C2DCC42C6A87}" destId="{93024F02-B093-45C2-BCDF-6BD8F4BBA3E1}" srcOrd="1" destOrd="0" parTransId="{85F77FEF-85BA-4933-9E4D-1FB1397E2DEF}" sibTransId="{B5A5A239-111B-4BA3-B30C-3F3873077E57}"/>
    <dgm:cxn modelId="{A354CA7D-1730-4FA0-BF6E-38ED7C756266}" type="presOf" srcId="{49BD279B-5107-4DEA-BC07-123CC51F30E9}" destId="{09F7F36D-C0E7-40B5-8537-A50273CE2246}" srcOrd="0" destOrd="0" presId="urn:microsoft.com/office/officeart/2005/8/layout/vList2"/>
    <dgm:cxn modelId="{EE072085-8930-4D6F-A21F-B1A35DF5F50D}" srcId="{38CAF228-C70E-43C4-B248-C2DCC42C6A87}" destId="{38C337EB-8625-4050-BC6A-F7561D32C820}" srcOrd="3" destOrd="0" parTransId="{B21480F9-3D0D-4A46-A871-554D3894D288}" sibTransId="{A9A80234-C75C-4CD6-A0A0-57F35D31D704}"/>
    <dgm:cxn modelId="{7B8B1A8B-915D-4142-9217-5A41EC13682A}" type="presOf" srcId="{38C337EB-8625-4050-BC6A-F7561D32C820}" destId="{1A6E93A2-6788-45E5-BEFA-76EAB6C8C4A8}" srcOrd="0" destOrd="0" presId="urn:microsoft.com/office/officeart/2005/8/layout/vList2"/>
    <dgm:cxn modelId="{EB48B5B0-1DDF-4E76-925D-2942C7D0340A}" type="presOf" srcId="{F65D2C0B-8569-4A03-8524-99CAD91AB402}" destId="{BC87E257-DE3B-4050-ABC4-A7BB6C3B4E56}" srcOrd="0" destOrd="0" presId="urn:microsoft.com/office/officeart/2005/8/layout/vList2"/>
    <dgm:cxn modelId="{D95291C3-F662-41CA-AD2A-54861CE73A34}" type="presOf" srcId="{DC2A8369-6583-4659-A83E-078E3D5E9E25}" destId="{4AF94C92-DDCB-48B2-B120-02B8AE20C36E}" srcOrd="0" destOrd="0" presId="urn:microsoft.com/office/officeart/2005/8/layout/vList2"/>
    <dgm:cxn modelId="{C2B42FE5-1F02-4DCD-A335-C7C120C6B5D0}" type="presOf" srcId="{38CAF228-C70E-43C4-B248-C2DCC42C6A87}" destId="{33A8B12B-FEFF-4A4B-988E-2E0A309885BA}" srcOrd="0" destOrd="0" presId="urn:microsoft.com/office/officeart/2005/8/layout/vList2"/>
    <dgm:cxn modelId="{BF8999F1-480A-4928-8CB0-C402DEFC2DBE}" type="presParOf" srcId="{33A8B12B-FEFF-4A4B-988E-2E0A309885BA}" destId="{09F7F36D-C0E7-40B5-8537-A50273CE2246}" srcOrd="0" destOrd="0" presId="urn:microsoft.com/office/officeart/2005/8/layout/vList2"/>
    <dgm:cxn modelId="{8252486E-B8BC-41C7-83E8-3C82F7181FB7}" type="presParOf" srcId="{33A8B12B-FEFF-4A4B-988E-2E0A309885BA}" destId="{A6CB63A5-B12F-4632-A0FF-4E580A2699BE}" srcOrd="1" destOrd="0" presId="urn:microsoft.com/office/officeart/2005/8/layout/vList2"/>
    <dgm:cxn modelId="{6D719E33-E991-4864-9DF8-674398D100CD}" type="presParOf" srcId="{33A8B12B-FEFF-4A4B-988E-2E0A309885BA}" destId="{F4771F2F-64AF-4512-B399-6C2405009C52}" srcOrd="2" destOrd="0" presId="urn:microsoft.com/office/officeart/2005/8/layout/vList2"/>
    <dgm:cxn modelId="{A4F957A2-E3F2-4EE7-9A87-1D38E53C083C}" type="presParOf" srcId="{33A8B12B-FEFF-4A4B-988E-2E0A309885BA}" destId="{2C5F62DF-1D38-4A5B-BAD0-CEDDBA216A80}" srcOrd="3" destOrd="0" presId="urn:microsoft.com/office/officeart/2005/8/layout/vList2"/>
    <dgm:cxn modelId="{C14FADC1-77AB-4FF0-BC3E-7D977C641305}" type="presParOf" srcId="{33A8B12B-FEFF-4A4B-988E-2E0A309885BA}" destId="{BC87E257-DE3B-4050-ABC4-A7BB6C3B4E56}" srcOrd="4" destOrd="0" presId="urn:microsoft.com/office/officeart/2005/8/layout/vList2"/>
    <dgm:cxn modelId="{4B3B6739-F90B-43D2-B03C-565BCC787FB5}" type="presParOf" srcId="{33A8B12B-FEFF-4A4B-988E-2E0A309885BA}" destId="{4011D9D2-4806-4C7C-ADE2-6DF566E29D6B}" srcOrd="5" destOrd="0" presId="urn:microsoft.com/office/officeart/2005/8/layout/vList2"/>
    <dgm:cxn modelId="{9D1E4E55-0055-4F46-8ABF-62A75B00C979}" type="presParOf" srcId="{33A8B12B-FEFF-4A4B-988E-2E0A309885BA}" destId="{1A6E93A2-6788-45E5-BEFA-76EAB6C8C4A8}" srcOrd="6" destOrd="0" presId="urn:microsoft.com/office/officeart/2005/8/layout/vList2"/>
    <dgm:cxn modelId="{5591C1CE-61A8-4E0A-B5B0-4C3F807CA788}" type="presParOf" srcId="{33A8B12B-FEFF-4A4B-988E-2E0A309885BA}" destId="{862C97B4-16F7-4962-B7C3-C14EC2B248A3}" srcOrd="7" destOrd="0" presId="urn:microsoft.com/office/officeart/2005/8/layout/vList2"/>
    <dgm:cxn modelId="{8D7514ED-08F7-439D-BDE8-D34BE604651C}" type="presParOf" srcId="{33A8B12B-FEFF-4A4B-988E-2E0A309885BA}" destId="{4AF94C92-DDCB-48B2-B120-02B8AE20C36E}"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38CAF228-C70E-43C4-B248-C2DCC42C6A87}"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49BD279B-5107-4DEA-BC07-123CC51F30E9}">
      <dgm:prSet/>
      <dgm:spPr/>
      <dgm:t>
        <a:bodyPr/>
        <a:lstStyle/>
        <a:p>
          <a:pPr algn="l"/>
          <a:r>
            <a:rPr lang="en-US" b="0" dirty="0">
              <a:latin typeface="Calibri"/>
            </a:rPr>
            <a:t>6</a:t>
          </a:r>
          <a:r>
            <a:rPr lang="en-US" dirty="0">
              <a:latin typeface="Calibri"/>
            </a:rPr>
            <a:t>. String Matching Algorithms: Algorithms like the Jaro-Winkler </a:t>
          </a:r>
          <a:r>
            <a:rPr lang="en-US" b="0" dirty="0">
              <a:latin typeface="Calibri"/>
            </a:rPr>
            <a:t>distance, string </a:t>
          </a:r>
          <a:r>
            <a:rPr lang="en-US" dirty="0">
              <a:latin typeface="Calibri"/>
            </a:rPr>
            <a:t>similarity </a:t>
          </a:r>
          <a:r>
            <a:rPr lang="en-US" b="0" dirty="0">
              <a:latin typeface="Calibri"/>
            </a:rPr>
            <a:t>ratio, or fuzzy string matching techniques can be </a:t>
          </a:r>
          <a:r>
            <a:rPr lang="en-US" dirty="0">
              <a:latin typeface="Calibri"/>
            </a:rPr>
            <a:t>used to </a:t>
          </a:r>
          <a:r>
            <a:rPr lang="en-US" b="0" dirty="0">
              <a:latin typeface="Calibri"/>
            </a:rPr>
            <a:t>compare and </a:t>
          </a:r>
          <a:r>
            <a:rPr lang="en-US" dirty="0">
              <a:latin typeface="Calibri"/>
            </a:rPr>
            <a:t>measure the similarity between </a:t>
          </a:r>
          <a:r>
            <a:rPr lang="en-US" b="0" dirty="0">
              <a:latin typeface="Calibri"/>
            </a:rPr>
            <a:t>text strings.</a:t>
          </a:r>
        </a:p>
      </dgm:t>
    </dgm:pt>
    <dgm:pt modelId="{13C22562-716F-4D3C-8425-030582DE48BE}" type="parTrans" cxnId="{5D561A0D-B873-416C-A868-90DCA863E698}">
      <dgm:prSet/>
      <dgm:spPr/>
      <dgm:t>
        <a:bodyPr/>
        <a:lstStyle/>
        <a:p>
          <a:endParaRPr lang="en-US"/>
        </a:p>
      </dgm:t>
    </dgm:pt>
    <dgm:pt modelId="{22F22127-0EFB-47E7-991D-546FE985192A}" type="sibTrans" cxnId="{5D561A0D-B873-416C-A868-90DCA863E698}">
      <dgm:prSet/>
      <dgm:spPr/>
      <dgm:t>
        <a:bodyPr/>
        <a:lstStyle/>
        <a:p>
          <a:endParaRPr lang="en-US"/>
        </a:p>
      </dgm:t>
    </dgm:pt>
    <dgm:pt modelId="{93024F02-B093-45C2-BCDF-6BD8F4BBA3E1}">
      <dgm:prSet phldr="0"/>
      <dgm:spPr/>
      <dgm:t>
        <a:bodyPr/>
        <a:lstStyle/>
        <a:p>
          <a:pPr algn="l"/>
          <a:r>
            <a:rPr lang="en-US" b="0" dirty="0">
              <a:latin typeface="Calibri"/>
            </a:rPr>
            <a:t>8. Topic Modeling: Similarity between documents can be measured by comparing their topic distributions, obtained through topic modeling techniques like Latent Dirichlet Allocation (LDA).</a:t>
          </a:r>
          <a:endParaRPr lang="en-US" b="0" dirty="0"/>
        </a:p>
      </dgm:t>
    </dgm:pt>
    <dgm:pt modelId="{85F77FEF-85BA-4933-9E4D-1FB1397E2DEF}" type="parTrans" cxnId="{2A3B9241-2491-41A1-A884-9079AB9EEBDC}">
      <dgm:prSet/>
      <dgm:spPr/>
    </dgm:pt>
    <dgm:pt modelId="{B5A5A239-111B-4BA3-B30C-3F3873077E57}" type="sibTrans" cxnId="{2A3B9241-2491-41A1-A884-9079AB9EEBDC}">
      <dgm:prSet/>
      <dgm:spPr/>
    </dgm:pt>
    <dgm:pt modelId="{38C337EB-8625-4050-BC6A-F7561D32C820}">
      <dgm:prSet phldr="0"/>
      <dgm:spPr/>
      <dgm:t>
        <a:bodyPr/>
        <a:lstStyle/>
        <a:p>
          <a:pPr algn="l"/>
          <a:r>
            <a:rPr lang="en-US" b="0" dirty="0">
              <a:latin typeface="Calibri"/>
            </a:rPr>
            <a:t>9. Machine Learning Models: Supervised or unsupervised machine learning models, such as Siamese networks or similarity learning models, can be trained to predict textual similarity based on labeled data.</a:t>
          </a:r>
        </a:p>
      </dgm:t>
    </dgm:pt>
    <dgm:pt modelId="{B21480F9-3D0D-4A46-A871-554D3894D288}" type="parTrans" cxnId="{EE072085-8930-4D6F-A21F-B1A35DF5F50D}">
      <dgm:prSet/>
      <dgm:spPr/>
    </dgm:pt>
    <dgm:pt modelId="{A9A80234-C75C-4CD6-A0A0-57F35D31D704}" type="sibTrans" cxnId="{EE072085-8930-4D6F-A21F-B1A35DF5F50D}">
      <dgm:prSet/>
      <dgm:spPr/>
    </dgm:pt>
    <dgm:pt modelId="{DC2A8369-6583-4659-A83E-078E3D5E9E25}">
      <dgm:prSet phldr="0"/>
      <dgm:spPr/>
      <dgm:t>
        <a:bodyPr/>
        <a:lstStyle/>
        <a:p>
          <a:pPr algn="l"/>
          <a:r>
            <a:rPr lang="en-US" b="0" dirty="0">
              <a:latin typeface="Calibri"/>
            </a:rPr>
            <a:t>10. Deep Learning: Recurrent Neural Networks (RNNs), Convolutional Neural Networks (CNNs), and Transformers can be employed for various text similarity tasks, often by encoding text into dense representations and measuring the similarity in the encoded space.</a:t>
          </a:r>
        </a:p>
      </dgm:t>
    </dgm:pt>
    <dgm:pt modelId="{CE14FABD-3ADF-400C-8B2E-9E45C93A3BC3}" type="parTrans" cxnId="{742D743F-8DA4-47B9-B17A-D0B38CEF90BD}">
      <dgm:prSet/>
      <dgm:spPr/>
    </dgm:pt>
    <dgm:pt modelId="{54A14AB4-A14E-4843-90BA-E5CF28805FB3}" type="sibTrans" cxnId="{742D743F-8DA4-47B9-B17A-D0B38CEF90BD}">
      <dgm:prSet/>
      <dgm:spPr/>
    </dgm:pt>
    <dgm:pt modelId="{35B3D00E-B3AB-4764-8EBA-21BBDC705BA3}">
      <dgm:prSet phldr="0"/>
      <dgm:spPr/>
      <dgm:t>
        <a:bodyPr/>
        <a:lstStyle/>
        <a:p>
          <a:pPr algn="l"/>
          <a:r>
            <a:rPr lang="en-US" b="0" dirty="0">
              <a:latin typeface="Calibri"/>
            </a:rPr>
            <a:t>7. Graph-Based Methods: In some cases</a:t>
          </a:r>
          <a:r>
            <a:rPr lang="en-US" dirty="0">
              <a:latin typeface="Calibri"/>
            </a:rPr>
            <a:t>, </a:t>
          </a:r>
          <a:r>
            <a:rPr lang="en-US" b="0" dirty="0">
              <a:latin typeface="Calibri"/>
            </a:rPr>
            <a:t>text can be represented </a:t>
          </a:r>
          <a:r>
            <a:rPr lang="en-US" dirty="0">
              <a:latin typeface="Calibri"/>
            </a:rPr>
            <a:t>as </a:t>
          </a:r>
          <a:r>
            <a:rPr lang="en-US" b="0" dirty="0">
              <a:latin typeface="Calibri"/>
            </a:rPr>
            <a:t>a graph</a:t>
          </a:r>
          <a:r>
            <a:rPr lang="en-US" dirty="0">
              <a:latin typeface="Calibri"/>
            </a:rPr>
            <a:t>, </a:t>
          </a:r>
          <a:r>
            <a:rPr lang="en-US" b="0" dirty="0">
              <a:latin typeface="Calibri"/>
            </a:rPr>
            <a:t>with words or phrases as nodes and their relationships as edges. Graph-based methods can be used to compute similarity based on the structure and connections within the graph.</a:t>
          </a:r>
          <a:endParaRPr lang="en-US" dirty="0"/>
        </a:p>
      </dgm:t>
    </dgm:pt>
    <dgm:pt modelId="{4C3F7A41-6D47-4582-8874-A6B422D22E5E}" type="parTrans" cxnId="{67D0FB88-1608-4682-A473-0C955E5B099A}">
      <dgm:prSet/>
      <dgm:spPr/>
    </dgm:pt>
    <dgm:pt modelId="{C7DC5305-EE6B-44D5-ABA0-21824E368051}" type="sibTrans" cxnId="{67D0FB88-1608-4682-A473-0C955E5B099A}">
      <dgm:prSet/>
      <dgm:spPr/>
    </dgm:pt>
    <dgm:pt modelId="{33A8B12B-FEFF-4A4B-988E-2E0A309885BA}" type="pres">
      <dgm:prSet presAssocID="{38CAF228-C70E-43C4-B248-C2DCC42C6A87}" presName="linear" presStyleCnt="0">
        <dgm:presLayoutVars>
          <dgm:animLvl val="lvl"/>
          <dgm:resizeHandles val="exact"/>
        </dgm:presLayoutVars>
      </dgm:prSet>
      <dgm:spPr/>
    </dgm:pt>
    <dgm:pt modelId="{09F7F36D-C0E7-40B5-8537-A50273CE2246}" type="pres">
      <dgm:prSet presAssocID="{49BD279B-5107-4DEA-BC07-123CC51F30E9}" presName="parentText" presStyleLbl="node1" presStyleIdx="0" presStyleCnt="5">
        <dgm:presLayoutVars>
          <dgm:chMax val="0"/>
          <dgm:bulletEnabled val="1"/>
        </dgm:presLayoutVars>
      </dgm:prSet>
      <dgm:spPr/>
    </dgm:pt>
    <dgm:pt modelId="{A6CB63A5-B12F-4632-A0FF-4E580A2699BE}" type="pres">
      <dgm:prSet presAssocID="{22F22127-0EFB-47E7-991D-546FE985192A}" presName="spacer" presStyleCnt="0"/>
      <dgm:spPr/>
    </dgm:pt>
    <dgm:pt modelId="{1A53D383-B373-4AE3-9DF0-49F61AFC06E9}" type="pres">
      <dgm:prSet presAssocID="{35B3D00E-B3AB-4764-8EBA-21BBDC705BA3}" presName="parentText" presStyleLbl="node1" presStyleIdx="1" presStyleCnt="5">
        <dgm:presLayoutVars>
          <dgm:chMax val="0"/>
          <dgm:bulletEnabled val="1"/>
        </dgm:presLayoutVars>
      </dgm:prSet>
      <dgm:spPr/>
    </dgm:pt>
    <dgm:pt modelId="{01240A5D-F485-4A65-BAF1-65CA8B3ED6FC}" type="pres">
      <dgm:prSet presAssocID="{C7DC5305-EE6B-44D5-ABA0-21824E368051}" presName="spacer" presStyleCnt="0"/>
      <dgm:spPr/>
    </dgm:pt>
    <dgm:pt modelId="{F4771F2F-64AF-4512-B399-6C2405009C52}" type="pres">
      <dgm:prSet presAssocID="{93024F02-B093-45C2-BCDF-6BD8F4BBA3E1}" presName="parentText" presStyleLbl="node1" presStyleIdx="2" presStyleCnt="5">
        <dgm:presLayoutVars>
          <dgm:chMax val="0"/>
          <dgm:bulletEnabled val="1"/>
        </dgm:presLayoutVars>
      </dgm:prSet>
      <dgm:spPr/>
    </dgm:pt>
    <dgm:pt modelId="{2C5F62DF-1D38-4A5B-BAD0-CEDDBA216A80}" type="pres">
      <dgm:prSet presAssocID="{B5A5A239-111B-4BA3-B30C-3F3873077E57}" presName="spacer" presStyleCnt="0"/>
      <dgm:spPr/>
    </dgm:pt>
    <dgm:pt modelId="{1A6E93A2-6788-45E5-BEFA-76EAB6C8C4A8}" type="pres">
      <dgm:prSet presAssocID="{38C337EB-8625-4050-BC6A-F7561D32C820}" presName="parentText" presStyleLbl="node1" presStyleIdx="3" presStyleCnt="5">
        <dgm:presLayoutVars>
          <dgm:chMax val="0"/>
          <dgm:bulletEnabled val="1"/>
        </dgm:presLayoutVars>
      </dgm:prSet>
      <dgm:spPr/>
    </dgm:pt>
    <dgm:pt modelId="{862C97B4-16F7-4962-B7C3-C14EC2B248A3}" type="pres">
      <dgm:prSet presAssocID="{A9A80234-C75C-4CD6-A0A0-57F35D31D704}" presName="spacer" presStyleCnt="0"/>
      <dgm:spPr/>
    </dgm:pt>
    <dgm:pt modelId="{4AF94C92-DDCB-48B2-B120-02B8AE20C36E}" type="pres">
      <dgm:prSet presAssocID="{DC2A8369-6583-4659-A83E-078E3D5E9E25}" presName="parentText" presStyleLbl="node1" presStyleIdx="4" presStyleCnt="5">
        <dgm:presLayoutVars>
          <dgm:chMax val="0"/>
          <dgm:bulletEnabled val="1"/>
        </dgm:presLayoutVars>
      </dgm:prSet>
      <dgm:spPr/>
    </dgm:pt>
  </dgm:ptLst>
  <dgm:cxnLst>
    <dgm:cxn modelId="{5D561A0D-B873-416C-A868-90DCA863E698}" srcId="{38CAF228-C70E-43C4-B248-C2DCC42C6A87}" destId="{49BD279B-5107-4DEA-BC07-123CC51F30E9}" srcOrd="0" destOrd="0" parTransId="{13C22562-716F-4D3C-8425-030582DE48BE}" sibTransId="{22F22127-0EFB-47E7-991D-546FE985192A}"/>
    <dgm:cxn modelId="{42776215-180F-4367-AE5F-C237DF3D5180}" type="presOf" srcId="{38C337EB-8625-4050-BC6A-F7561D32C820}" destId="{1A6E93A2-6788-45E5-BEFA-76EAB6C8C4A8}" srcOrd="0" destOrd="0" presId="urn:microsoft.com/office/officeart/2005/8/layout/vList2"/>
    <dgm:cxn modelId="{742D743F-8DA4-47B9-B17A-D0B38CEF90BD}" srcId="{38CAF228-C70E-43C4-B248-C2DCC42C6A87}" destId="{DC2A8369-6583-4659-A83E-078E3D5E9E25}" srcOrd="4" destOrd="0" parTransId="{CE14FABD-3ADF-400C-8B2E-9E45C93A3BC3}" sibTransId="{54A14AB4-A14E-4843-90BA-E5CF28805FB3}"/>
    <dgm:cxn modelId="{4A250D5D-2AC2-42F3-80F0-33F52BA3E21D}" type="presOf" srcId="{35B3D00E-B3AB-4764-8EBA-21BBDC705BA3}" destId="{1A53D383-B373-4AE3-9DF0-49F61AFC06E9}" srcOrd="0" destOrd="0" presId="urn:microsoft.com/office/officeart/2005/8/layout/vList2"/>
    <dgm:cxn modelId="{2A3B9241-2491-41A1-A884-9079AB9EEBDC}" srcId="{38CAF228-C70E-43C4-B248-C2DCC42C6A87}" destId="{93024F02-B093-45C2-BCDF-6BD8F4BBA3E1}" srcOrd="2" destOrd="0" parTransId="{85F77FEF-85BA-4933-9E4D-1FB1397E2DEF}" sibTransId="{B5A5A239-111B-4BA3-B30C-3F3873077E57}"/>
    <dgm:cxn modelId="{077B1F55-A7D6-471A-85FD-6875E5B0960C}" type="presOf" srcId="{93024F02-B093-45C2-BCDF-6BD8F4BBA3E1}" destId="{F4771F2F-64AF-4512-B399-6C2405009C52}" srcOrd="0" destOrd="0" presId="urn:microsoft.com/office/officeart/2005/8/layout/vList2"/>
    <dgm:cxn modelId="{C345F276-6C69-4C84-A80C-4C0923D7FFEC}" type="presOf" srcId="{DC2A8369-6583-4659-A83E-078E3D5E9E25}" destId="{4AF94C92-DDCB-48B2-B120-02B8AE20C36E}" srcOrd="0" destOrd="0" presId="urn:microsoft.com/office/officeart/2005/8/layout/vList2"/>
    <dgm:cxn modelId="{EE072085-8930-4D6F-A21F-B1A35DF5F50D}" srcId="{38CAF228-C70E-43C4-B248-C2DCC42C6A87}" destId="{38C337EB-8625-4050-BC6A-F7561D32C820}" srcOrd="3" destOrd="0" parTransId="{B21480F9-3D0D-4A46-A871-554D3894D288}" sibTransId="{A9A80234-C75C-4CD6-A0A0-57F35D31D704}"/>
    <dgm:cxn modelId="{67D0FB88-1608-4682-A473-0C955E5B099A}" srcId="{38CAF228-C70E-43C4-B248-C2DCC42C6A87}" destId="{35B3D00E-B3AB-4764-8EBA-21BBDC705BA3}" srcOrd="1" destOrd="0" parTransId="{4C3F7A41-6D47-4582-8874-A6B422D22E5E}" sibTransId="{C7DC5305-EE6B-44D5-ABA0-21824E368051}"/>
    <dgm:cxn modelId="{9EEF7EA8-EFB5-46EA-807B-097866CE7101}" type="presOf" srcId="{49BD279B-5107-4DEA-BC07-123CC51F30E9}" destId="{09F7F36D-C0E7-40B5-8537-A50273CE2246}" srcOrd="0" destOrd="0" presId="urn:microsoft.com/office/officeart/2005/8/layout/vList2"/>
    <dgm:cxn modelId="{C2B42FE5-1F02-4DCD-A335-C7C120C6B5D0}" type="presOf" srcId="{38CAF228-C70E-43C4-B248-C2DCC42C6A87}" destId="{33A8B12B-FEFF-4A4B-988E-2E0A309885BA}" srcOrd="0" destOrd="0" presId="urn:microsoft.com/office/officeart/2005/8/layout/vList2"/>
    <dgm:cxn modelId="{97E507F9-B058-46FD-9CD1-608F2A26FBFE}" type="presParOf" srcId="{33A8B12B-FEFF-4A4B-988E-2E0A309885BA}" destId="{09F7F36D-C0E7-40B5-8537-A50273CE2246}" srcOrd="0" destOrd="0" presId="urn:microsoft.com/office/officeart/2005/8/layout/vList2"/>
    <dgm:cxn modelId="{B6B96D38-7097-4DFA-8B5F-31A5B496C686}" type="presParOf" srcId="{33A8B12B-FEFF-4A4B-988E-2E0A309885BA}" destId="{A6CB63A5-B12F-4632-A0FF-4E580A2699BE}" srcOrd="1" destOrd="0" presId="urn:microsoft.com/office/officeart/2005/8/layout/vList2"/>
    <dgm:cxn modelId="{90A55D3F-F8AF-4C5A-B1C9-16BA17565DF6}" type="presParOf" srcId="{33A8B12B-FEFF-4A4B-988E-2E0A309885BA}" destId="{1A53D383-B373-4AE3-9DF0-49F61AFC06E9}" srcOrd="2" destOrd="0" presId="urn:microsoft.com/office/officeart/2005/8/layout/vList2"/>
    <dgm:cxn modelId="{4D5562F9-46A8-430B-8133-DE677E2ECB80}" type="presParOf" srcId="{33A8B12B-FEFF-4A4B-988E-2E0A309885BA}" destId="{01240A5D-F485-4A65-BAF1-65CA8B3ED6FC}" srcOrd="3" destOrd="0" presId="urn:microsoft.com/office/officeart/2005/8/layout/vList2"/>
    <dgm:cxn modelId="{13864070-6F6E-4E79-93DE-6D5AE0D086F7}" type="presParOf" srcId="{33A8B12B-FEFF-4A4B-988E-2E0A309885BA}" destId="{F4771F2F-64AF-4512-B399-6C2405009C52}" srcOrd="4" destOrd="0" presId="urn:microsoft.com/office/officeart/2005/8/layout/vList2"/>
    <dgm:cxn modelId="{C5523AF0-DB03-4C0E-8E57-F06A5CB8428F}" type="presParOf" srcId="{33A8B12B-FEFF-4A4B-988E-2E0A309885BA}" destId="{2C5F62DF-1D38-4A5B-BAD0-CEDDBA216A80}" srcOrd="5" destOrd="0" presId="urn:microsoft.com/office/officeart/2005/8/layout/vList2"/>
    <dgm:cxn modelId="{5BD5F498-F492-497B-8E3D-11BB1AAD382E}" type="presParOf" srcId="{33A8B12B-FEFF-4A4B-988E-2E0A309885BA}" destId="{1A6E93A2-6788-45E5-BEFA-76EAB6C8C4A8}" srcOrd="6" destOrd="0" presId="urn:microsoft.com/office/officeart/2005/8/layout/vList2"/>
    <dgm:cxn modelId="{29DDC550-1BDB-4AB1-83F6-B1E93602B7C9}" type="presParOf" srcId="{33A8B12B-FEFF-4A4B-988E-2E0A309885BA}" destId="{862C97B4-16F7-4962-B7C3-C14EC2B248A3}" srcOrd="7" destOrd="0" presId="urn:microsoft.com/office/officeart/2005/8/layout/vList2"/>
    <dgm:cxn modelId="{BEEE0852-18C3-4212-837B-D66A2C9D9796}" type="presParOf" srcId="{33A8B12B-FEFF-4A4B-988E-2E0A309885BA}" destId="{4AF94C92-DDCB-48B2-B120-02B8AE20C36E}"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38CAF228-C70E-43C4-B248-C2DCC42C6A87}"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49BD279B-5107-4DEA-BC07-123CC51F30E9}">
      <dgm:prSet/>
      <dgm:spPr/>
      <dgm:t>
        <a:bodyPr/>
        <a:lstStyle/>
        <a:p>
          <a:pPr rtl="0"/>
          <a:r>
            <a:rPr lang="en-US" dirty="0">
              <a:solidFill>
                <a:srgbClr val="343541"/>
              </a:solidFill>
              <a:latin typeface="system-ui"/>
            </a:rPr>
            <a:t>Cosine Similarity is a widely used metric in textual similarity analysis in Natural Language Processing (NLP). </a:t>
          </a:r>
        </a:p>
      </dgm:t>
    </dgm:pt>
    <dgm:pt modelId="{13C22562-716F-4D3C-8425-030582DE48BE}" type="parTrans" cxnId="{5D561A0D-B873-416C-A868-90DCA863E698}">
      <dgm:prSet/>
      <dgm:spPr/>
      <dgm:t>
        <a:bodyPr/>
        <a:lstStyle/>
        <a:p>
          <a:endParaRPr lang="en-US"/>
        </a:p>
      </dgm:t>
    </dgm:pt>
    <dgm:pt modelId="{22F22127-0EFB-47E7-991D-546FE985192A}" type="sibTrans" cxnId="{5D561A0D-B873-416C-A868-90DCA863E698}">
      <dgm:prSet/>
      <dgm:spPr/>
      <dgm:t>
        <a:bodyPr/>
        <a:lstStyle/>
        <a:p>
          <a:endParaRPr lang="en-US"/>
        </a:p>
      </dgm:t>
    </dgm:pt>
    <dgm:pt modelId="{5841513A-4149-4078-8DFC-20C99EC536C3}">
      <dgm:prSet phldr="0"/>
      <dgm:spPr/>
      <dgm:t>
        <a:bodyPr/>
        <a:lstStyle/>
        <a:p>
          <a:pPr rtl="0"/>
          <a:r>
            <a:rPr lang="en-US" dirty="0">
              <a:solidFill>
                <a:srgbClr val="343541"/>
              </a:solidFill>
              <a:latin typeface="system-ui"/>
            </a:rPr>
            <a:t>It quantifies the similarity between two vectors by measuring the cosine of the angle between them, typically in high-dimensional spaces. </a:t>
          </a:r>
          <a:endParaRPr lang="en-US" dirty="0">
            <a:latin typeface="Calibri"/>
            <a:ea typeface="Calibri"/>
            <a:cs typeface="Calibri"/>
          </a:endParaRPr>
        </a:p>
      </dgm:t>
    </dgm:pt>
    <dgm:pt modelId="{1052ABDB-688A-45A4-BA90-75B686BFFB1E}" type="parTrans" cxnId="{CD7B1CE0-8557-4E47-A906-B309FE3D7B85}">
      <dgm:prSet/>
      <dgm:spPr/>
    </dgm:pt>
    <dgm:pt modelId="{718B3EC3-C812-431B-A72F-3BB047113703}" type="sibTrans" cxnId="{CD7B1CE0-8557-4E47-A906-B309FE3D7B85}">
      <dgm:prSet/>
      <dgm:spPr/>
    </dgm:pt>
    <dgm:pt modelId="{D854175C-E3C7-4FC4-892C-C82E9B9B8237}">
      <dgm:prSet phldr="0"/>
      <dgm:spPr/>
      <dgm:t>
        <a:bodyPr/>
        <a:lstStyle/>
        <a:p>
          <a:r>
            <a:rPr lang="en-US" dirty="0">
              <a:solidFill>
                <a:srgbClr val="343541"/>
              </a:solidFill>
              <a:latin typeface="system-ui"/>
            </a:rPr>
            <a:t>In NLP, cosine similarity is often used to assess the similarity between text documents, sentences, or other text fragments represented as vectors, such as TF-IDF vectors or word embeddings.</a:t>
          </a:r>
          <a:endParaRPr lang="en-US" dirty="0"/>
        </a:p>
      </dgm:t>
    </dgm:pt>
    <dgm:pt modelId="{B1062F1B-4163-4632-B032-11D91DF97FFE}" type="parTrans" cxnId="{404C1652-38C6-4E4A-9C21-22DA5642F51A}">
      <dgm:prSet/>
      <dgm:spPr/>
    </dgm:pt>
    <dgm:pt modelId="{1A110C5A-C3E2-4CA7-8566-CF7A882E2DEE}" type="sibTrans" cxnId="{404C1652-38C6-4E4A-9C21-22DA5642F51A}">
      <dgm:prSet/>
      <dgm:spPr/>
    </dgm:pt>
    <dgm:pt modelId="{B788D300-7B01-4CF1-AC42-D298F71B59A4}">
      <dgm:prSet phldr="0"/>
      <dgm:spPr/>
      <dgm:t>
        <a:bodyPr/>
        <a:lstStyle/>
        <a:p>
          <a:pPr rtl="0"/>
          <a:r>
            <a:rPr lang="en-US" dirty="0">
              <a:solidFill>
                <a:srgbClr val="343541"/>
              </a:solidFill>
              <a:latin typeface="system-ui"/>
            </a:rPr>
            <a:t>Cosine Similarity is particularly useful in textual similarity analysis because it focuses on the direction of vectors rather than their magnitude. </a:t>
          </a:r>
        </a:p>
      </dgm:t>
    </dgm:pt>
    <dgm:pt modelId="{486AE9FE-0E90-442C-A914-7B410357BF02}" type="parTrans" cxnId="{CA432C82-D762-4E25-8F52-6F559CF19B34}">
      <dgm:prSet/>
      <dgm:spPr/>
    </dgm:pt>
    <dgm:pt modelId="{68786612-2529-4FE4-9172-989187078E4E}" type="sibTrans" cxnId="{CA432C82-D762-4E25-8F52-6F559CF19B34}">
      <dgm:prSet/>
      <dgm:spPr/>
    </dgm:pt>
    <dgm:pt modelId="{9BF7DCB5-2F96-4255-B458-F1316B3977C2}">
      <dgm:prSet phldr="0"/>
      <dgm:spPr/>
      <dgm:t>
        <a:bodyPr/>
        <a:lstStyle/>
        <a:p>
          <a:pPr rtl="0"/>
          <a:r>
            <a:rPr lang="en-US" dirty="0">
              <a:solidFill>
                <a:srgbClr val="343541"/>
              </a:solidFill>
              <a:latin typeface="system-ui"/>
            </a:rPr>
            <a:t>This makes it robust to the length of documents and is especially helpful when comparing documents of varying sizes. </a:t>
          </a:r>
          <a:endParaRPr lang="en-US" dirty="0">
            <a:latin typeface="Calibri"/>
            <a:ea typeface="Calibri"/>
            <a:cs typeface="Calibri"/>
          </a:endParaRPr>
        </a:p>
      </dgm:t>
    </dgm:pt>
    <dgm:pt modelId="{F8A69F22-DFBE-4E4B-AF69-0CF47D5A0AF1}" type="parTrans" cxnId="{D5A57FAC-B575-43A3-BB32-5B7583B4B412}">
      <dgm:prSet/>
      <dgm:spPr/>
    </dgm:pt>
    <dgm:pt modelId="{52418C66-76B6-4118-8740-6682AFC27469}" type="sibTrans" cxnId="{D5A57FAC-B575-43A3-BB32-5B7583B4B412}">
      <dgm:prSet/>
      <dgm:spPr/>
    </dgm:pt>
    <dgm:pt modelId="{9FF220A7-57FF-40BF-9EFE-77885C4980EB}">
      <dgm:prSet phldr="0"/>
      <dgm:spPr/>
      <dgm:t>
        <a:bodyPr/>
        <a:lstStyle/>
        <a:p>
          <a:r>
            <a:rPr lang="en-US" dirty="0">
              <a:solidFill>
                <a:srgbClr val="343541"/>
              </a:solidFill>
              <a:latin typeface="system-ui"/>
            </a:rPr>
            <a:t>It's used in various NLP applications, including information retrieval (finding similar documents), document clustering, recommendation systems (content-based recommendations), and measuring sentence or document similarity in tasks like question answering, paraphrase detection, and more.</a:t>
          </a:r>
          <a:endParaRPr lang="en-US" dirty="0"/>
        </a:p>
      </dgm:t>
    </dgm:pt>
    <dgm:pt modelId="{EEE72766-F61E-4BEF-B3C9-AD36E87C0DBC}" type="parTrans" cxnId="{AF4B2D41-4191-4258-B6DD-F8D9DD2470BF}">
      <dgm:prSet/>
      <dgm:spPr/>
    </dgm:pt>
    <dgm:pt modelId="{364584B8-56A3-4E9E-A22E-B0ABDC512BEA}" type="sibTrans" cxnId="{AF4B2D41-4191-4258-B6DD-F8D9DD2470BF}">
      <dgm:prSet/>
      <dgm:spPr/>
    </dgm:pt>
    <dgm:pt modelId="{33A8B12B-FEFF-4A4B-988E-2E0A309885BA}" type="pres">
      <dgm:prSet presAssocID="{38CAF228-C70E-43C4-B248-C2DCC42C6A87}" presName="linear" presStyleCnt="0">
        <dgm:presLayoutVars>
          <dgm:animLvl val="lvl"/>
          <dgm:resizeHandles val="exact"/>
        </dgm:presLayoutVars>
      </dgm:prSet>
      <dgm:spPr/>
    </dgm:pt>
    <dgm:pt modelId="{09F7F36D-C0E7-40B5-8537-A50273CE2246}" type="pres">
      <dgm:prSet presAssocID="{49BD279B-5107-4DEA-BC07-123CC51F30E9}" presName="parentText" presStyleLbl="node1" presStyleIdx="0" presStyleCnt="6">
        <dgm:presLayoutVars>
          <dgm:chMax val="0"/>
          <dgm:bulletEnabled val="1"/>
        </dgm:presLayoutVars>
      </dgm:prSet>
      <dgm:spPr/>
    </dgm:pt>
    <dgm:pt modelId="{897DCCA5-6D5A-4E85-850F-3D70A87F679F}" type="pres">
      <dgm:prSet presAssocID="{22F22127-0EFB-47E7-991D-546FE985192A}" presName="spacer" presStyleCnt="0"/>
      <dgm:spPr/>
    </dgm:pt>
    <dgm:pt modelId="{4710B4C2-5133-4574-A9E4-9BD93D3CC88F}" type="pres">
      <dgm:prSet presAssocID="{5841513A-4149-4078-8DFC-20C99EC536C3}" presName="parentText" presStyleLbl="node1" presStyleIdx="1" presStyleCnt="6">
        <dgm:presLayoutVars>
          <dgm:chMax val="0"/>
          <dgm:bulletEnabled val="1"/>
        </dgm:presLayoutVars>
      </dgm:prSet>
      <dgm:spPr/>
    </dgm:pt>
    <dgm:pt modelId="{07800C8F-EDE6-481D-BFF2-F9CC6BD7BD6B}" type="pres">
      <dgm:prSet presAssocID="{718B3EC3-C812-431B-A72F-3BB047113703}" presName="spacer" presStyleCnt="0"/>
      <dgm:spPr/>
    </dgm:pt>
    <dgm:pt modelId="{E11F5A95-FAE8-45C9-9DD5-2941BFD7AF6A}" type="pres">
      <dgm:prSet presAssocID="{D854175C-E3C7-4FC4-892C-C82E9B9B8237}" presName="parentText" presStyleLbl="node1" presStyleIdx="2" presStyleCnt="6">
        <dgm:presLayoutVars>
          <dgm:chMax val="0"/>
          <dgm:bulletEnabled val="1"/>
        </dgm:presLayoutVars>
      </dgm:prSet>
      <dgm:spPr/>
    </dgm:pt>
    <dgm:pt modelId="{04288BCB-F5D3-4A6E-8ED6-EE5830AFA5EB}" type="pres">
      <dgm:prSet presAssocID="{1A110C5A-C3E2-4CA7-8566-CF7A882E2DEE}" presName="spacer" presStyleCnt="0"/>
      <dgm:spPr/>
    </dgm:pt>
    <dgm:pt modelId="{5234F8F8-DD3E-480F-BB4F-E31E51E91788}" type="pres">
      <dgm:prSet presAssocID="{B788D300-7B01-4CF1-AC42-D298F71B59A4}" presName="parentText" presStyleLbl="node1" presStyleIdx="3" presStyleCnt="6">
        <dgm:presLayoutVars>
          <dgm:chMax val="0"/>
          <dgm:bulletEnabled val="1"/>
        </dgm:presLayoutVars>
      </dgm:prSet>
      <dgm:spPr/>
    </dgm:pt>
    <dgm:pt modelId="{35AF9326-4486-4D57-9B5C-50D1437AF704}" type="pres">
      <dgm:prSet presAssocID="{68786612-2529-4FE4-9172-989187078E4E}" presName="spacer" presStyleCnt="0"/>
      <dgm:spPr/>
    </dgm:pt>
    <dgm:pt modelId="{24CB6E5F-A452-465F-A486-37D46F1FF1B4}" type="pres">
      <dgm:prSet presAssocID="{9BF7DCB5-2F96-4255-B458-F1316B3977C2}" presName="parentText" presStyleLbl="node1" presStyleIdx="4" presStyleCnt="6">
        <dgm:presLayoutVars>
          <dgm:chMax val="0"/>
          <dgm:bulletEnabled val="1"/>
        </dgm:presLayoutVars>
      </dgm:prSet>
      <dgm:spPr/>
    </dgm:pt>
    <dgm:pt modelId="{B612127E-9ED0-47F3-AAB4-255D20209E43}" type="pres">
      <dgm:prSet presAssocID="{52418C66-76B6-4118-8740-6682AFC27469}" presName="spacer" presStyleCnt="0"/>
      <dgm:spPr/>
    </dgm:pt>
    <dgm:pt modelId="{2912E7D9-920C-4677-A381-27DF25E76A25}" type="pres">
      <dgm:prSet presAssocID="{9FF220A7-57FF-40BF-9EFE-77885C4980EB}" presName="parentText" presStyleLbl="node1" presStyleIdx="5" presStyleCnt="6">
        <dgm:presLayoutVars>
          <dgm:chMax val="0"/>
          <dgm:bulletEnabled val="1"/>
        </dgm:presLayoutVars>
      </dgm:prSet>
      <dgm:spPr/>
    </dgm:pt>
  </dgm:ptLst>
  <dgm:cxnLst>
    <dgm:cxn modelId="{5D561A0D-B873-416C-A868-90DCA863E698}" srcId="{38CAF228-C70E-43C4-B248-C2DCC42C6A87}" destId="{49BD279B-5107-4DEA-BC07-123CC51F30E9}" srcOrd="0" destOrd="0" parTransId="{13C22562-716F-4D3C-8425-030582DE48BE}" sibTransId="{22F22127-0EFB-47E7-991D-546FE985192A}"/>
    <dgm:cxn modelId="{17C16E16-1642-47D9-A9CA-E77D4EB7EE74}" type="presOf" srcId="{B788D300-7B01-4CF1-AC42-D298F71B59A4}" destId="{5234F8F8-DD3E-480F-BB4F-E31E51E91788}" srcOrd="0" destOrd="0" presId="urn:microsoft.com/office/officeart/2005/8/layout/vList2"/>
    <dgm:cxn modelId="{4DDE8934-2494-4500-A97D-22B783654B90}" type="presOf" srcId="{49BD279B-5107-4DEA-BC07-123CC51F30E9}" destId="{09F7F36D-C0E7-40B5-8537-A50273CE2246}" srcOrd="0" destOrd="0" presId="urn:microsoft.com/office/officeart/2005/8/layout/vList2"/>
    <dgm:cxn modelId="{D71FA938-D73D-4645-9AAB-B9C098B31719}" type="presOf" srcId="{D854175C-E3C7-4FC4-892C-C82E9B9B8237}" destId="{E11F5A95-FAE8-45C9-9DD5-2941BFD7AF6A}" srcOrd="0" destOrd="0" presId="urn:microsoft.com/office/officeart/2005/8/layout/vList2"/>
    <dgm:cxn modelId="{A171065F-36EF-46EA-8DEC-349D79D93B1B}" type="presOf" srcId="{9FF220A7-57FF-40BF-9EFE-77885C4980EB}" destId="{2912E7D9-920C-4677-A381-27DF25E76A25}" srcOrd="0" destOrd="0" presId="urn:microsoft.com/office/officeart/2005/8/layout/vList2"/>
    <dgm:cxn modelId="{AF4B2D41-4191-4258-B6DD-F8D9DD2470BF}" srcId="{38CAF228-C70E-43C4-B248-C2DCC42C6A87}" destId="{9FF220A7-57FF-40BF-9EFE-77885C4980EB}" srcOrd="5" destOrd="0" parTransId="{EEE72766-F61E-4BEF-B3C9-AD36E87C0DBC}" sibTransId="{364584B8-56A3-4E9E-A22E-B0ABDC512BEA}"/>
    <dgm:cxn modelId="{404C1652-38C6-4E4A-9C21-22DA5642F51A}" srcId="{38CAF228-C70E-43C4-B248-C2DCC42C6A87}" destId="{D854175C-E3C7-4FC4-892C-C82E9B9B8237}" srcOrd="2" destOrd="0" parTransId="{B1062F1B-4163-4632-B032-11D91DF97FFE}" sibTransId="{1A110C5A-C3E2-4CA7-8566-CF7A882E2DEE}"/>
    <dgm:cxn modelId="{CA432C82-D762-4E25-8F52-6F559CF19B34}" srcId="{38CAF228-C70E-43C4-B248-C2DCC42C6A87}" destId="{B788D300-7B01-4CF1-AC42-D298F71B59A4}" srcOrd="3" destOrd="0" parTransId="{486AE9FE-0E90-442C-A914-7B410357BF02}" sibTransId="{68786612-2529-4FE4-9172-989187078E4E}"/>
    <dgm:cxn modelId="{06E1069D-ACD5-4B3B-9678-DD3DD9A4CDE4}" type="presOf" srcId="{9BF7DCB5-2F96-4255-B458-F1316B3977C2}" destId="{24CB6E5F-A452-465F-A486-37D46F1FF1B4}" srcOrd="0" destOrd="0" presId="urn:microsoft.com/office/officeart/2005/8/layout/vList2"/>
    <dgm:cxn modelId="{D5A57FAC-B575-43A3-BB32-5B7583B4B412}" srcId="{38CAF228-C70E-43C4-B248-C2DCC42C6A87}" destId="{9BF7DCB5-2F96-4255-B458-F1316B3977C2}" srcOrd="4" destOrd="0" parTransId="{F8A69F22-DFBE-4E4B-AF69-0CF47D5A0AF1}" sibTransId="{52418C66-76B6-4118-8740-6682AFC27469}"/>
    <dgm:cxn modelId="{09B4E2D3-5502-4527-AE4E-FF7B58E16635}" type="presOf" srcId="{5841513A-4149-4078-8DFC-20C99EC536C3}" destId="{4710B4C2-5133-4574-A9E4-9BD93D3CC88F}" srcOrd="0" destOrd="0" presId="urn:microsoft.com/office/officeart/2005/8/layout/vList2"/>
    <dgm:cxn modelId="{CD7B1CE0-8557-4E47-A906-B309FE3D7B85}" srcId="{38CAF228-C70E-43C4-B248-C2DCC42C6A87}" destId="{5841513A-4149-4078-8DFC-20C99EC536C3}" srcOrd="1" destOrd="0" parTransId="{1052ABDB-688A-45A4-BA90-75B686BFFB1E}" sibTransId="{718B3EC3-C812-431B-A72F-3BB047113703}"/>
    <dgm:cxn modelId="{C2B42FE5-1F02-4DCD-A335-C7C120C6B5D0}" type="presOf" srcId="{38CAF228-C70E-43C4-B248-C2DCC42C6A87}" destId="{33A8B12B-FEFF-4A4B-988E-2E0A309885BA}" srcOrd="0" destOrd="0" presId="urn:microsoft.com/office/officeart/2005/8/layout/vList2"/>
    <dgm:cxn modelId="{0E3C509D-2CD4-4EE1-B764-4B027B3D7B48}" type="presParOf" srcId="{33A8B12B-FEFF-4A4B-988E-2E0A309885BA}" destId="{09F7F36D-C0E7-40B5-8537-A50273CE2246}" srcOrd="0" destOrd="0" presId="urn:microsoft.com/office/officeart/2005/8/layout/vList2"/>
    <dgm:cxn modelId="{60F4B187-273D-4225-B189-41BF90678909}" type="presParOf" srcId="{33A8B12B-FEFF-4A4B-988E-2E0A309885BA}" destId="{897DCCA5-6D5A-4E85-850F-3D70A87F679F}" srcOrd="1" destOrd="0" presId="urn:microsoft.com/office/officeart/2005/8/layout/vList2"/>
    <dgm:cxn modelId="{8E166594-52DB-4AAA-AF96-F669F2187CF9}" type="presParOf" srcId="{33A8B12B-FEFF-4A4B-988E-2E0A309885BA}" destId="{4710B4C2-5133-4574-A9E4-9BD93D3CC88F}" srcOrd="2" destOrd="0" presId="urn:microsoft.com/office/officeart/2005/8/layout/vList2"/>
    <dgm:cxn modelId="{4F04BE43-4C49-48AA-B6CB-9768F688F57C}" type="presParOf" srcId="{33A8B12B-FEFF-4A4B-988E-2E0A309885BA}" destId="{07800C8F-EDE6-481D-BFF2-F9CC6BD7BD6B}" srcOrd="3" destOrd="0" presId="urn:microsoft.com/office/officeart/2005/8/layout/vList2"/>
    <dgm:cxn modelId="{EBDA9FBD-20A0-442E-B1A0-1FB890500127}" type="presParOf" srcId="{33A8B12B-FEFF-4A4B-988E-2E0A309885BA}" destId="{E11F5A95-FAE8-45C9-9DD5-2941BFD7AF6A}" srcOrd="4" destOrd="0" presId="urn:microsoft.com/office/officeart/2005/8/layout/vList2"/>
    <dgm:cxn modelId="{86A56158-B090-4278-BAC7-0C27F165CC15}" type="presParOf" srcId="{33A8B12B-FEFF-4A4B-988E-2E0A309885BA}" destId="{04288BCB-F5D3-4A6E-8ED6-EE5830AFA5EB}" srcOrd="5" destOrd="0" presId="urn:microsoft.com/office/officeart/2005/8/layout/vList2"/>
    <dgm:cxn modelId="{E5FC2005-7A89-42D8-87D8-7E34B23E122C}" type="presParOf" srcId="{33A8B12B-FEFF-4A4B-988E-2E0A309885BA}" destId="{5234F8F8-DD3E-480F-BB4F-E31E51E91788}" srcOrd="6" destOrd="0" presId="urn:microsoft.com/office/officeart/2005/8/layout/vList2"/>
    <dgm:cxn modelId="{26A4E006-4051-4A14-9382-FC53BFC2E0DD}" type="presParOf" srcId="{33A8B12B-FEFF-4A4B-988E-2E0A309885BA}" destId="{35AF9326-4486-4D57-9B5C-50D1437AF704}" srcOrd="7" destOrd="0" presId="urn:microsoft.com/office/officeart/2005/8/layout/vList2"/>
    <dgm:cxn modelId="{DFA5A653-6CD1-45DD-A40D-A3C15F350720}" type="presParOf" srcId="{33A8B12B-FEFF-4A4B-988E-2E0A309885BA}" destId="{24CB6E5F-A452-465F-A486-37D46F1FF1B4}" srcOrd="8" destOrd="0" presId="urn:microsoft.com/office/officeart/2005/8/layout/vList2"/>
    <dgm:cxn modelId="{852622C5-E29C-4D48-8FE9-667A621A8795}" type="presParOf" srcId="{33A8B12B-FEFF-4A4B-988E-2E0A309885BA}" destId="{B612127E-9ED0-47F3-AAB4-255D20209E43}" srcOrd="9" destOrd="0" presId="urn:microsoft.com/office/officeart/2005/8/layout/vList2"/>
    <dgm:cxn modelId="{AB016682-F695-4B43-9E65-08290409C411}" type="presParOf" srcId="{33A8B12B-FEFF-4A4B-988E-2E0A309885BA}" destId="{2912E7D9-920C-4677-A381-27DF25E76A25}" srcOrd="1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38CAF228-C70E-43C4-B248-C2DCC42C6A87}"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49BD279B-5107-4DEA-BC07-123CC51F30E9}">
      <dgm:prSet/>
      <dgm:spPr/>
      <dgm:t>
        <a:bodyPr/>
        <a:lstStyle/>
        <a:p>
          <a:pPr rtl="0"/>
          <a:r>
            <a:rPr lang="en-US" dirty="0">
              <a:solidFill>
                <a:srgbClr val="343541"/>
              </a:solidFill>
              <a:latin typeface="system-ui"/>
            </a:rPr>
            <a:t>Word Mover's Distance (WMD) is a metric used in textual similarity analysis in Natural Language Processing (NLP) to quantify the dissimilarity or distance between two text documents. </a:t>
          </a:r>
        </a:p>
      </dgm:t>
    </dgm:pt>
    <dgm:pt modelId="{13C22562-716F-4D3C-8425-030582DE48BE}" type="parTrans" cxnId="{5D561A0D-B873-416C-A868-90DCA863E698}">
      <dgm:prSet/>
      <dgm:spPr/>
      <dgm:t>
        <a:bodyPr/>
        <a:lstStyle/>
        <a:p>
          <a:endParaRPr lang="en-US"/>
        </a:p>
      </dgm:t>
    </dgm:pt>
    <dgm:pt modelId="{22F22127-0EFB-47E7-991D-546FE985192A}" type="sibTrans" cxnId="{5D561A0D-B873-416C-A868-90DCA863E698}">
      <dgm:prSet/>
      <dgm:spPr/>
      <dgm:t>
        <a:bodyPr/>
        <a:lstStyle/>
        <a:p>
          <a:endParaRPr lang="en-US"/>
        </a:p>
      </dgm:t>
    </dgm:pt>
    <dgm:pt modelId="{67FD241B-0438-44E9-AF90-916046C49314}">
      <dgm:prSet phldr="0"/>
      <dgm:spPr/>
      <dgm:t>
        <a:bodyPr/>
        <a:lstStyle/>
        <a:p>
          <a:pPr rtl="0"/>
          <a:r>
            <a:rPr lang="en-US" dirty="0">
              <a:solidFill>
                <a:srgbClr val="343541"/>
              </a:solidFill>
              <a:latin typeface="system-ui"/>
            </a:rPr>
            <a:t>It is a measure of how "far" one document is from another in terms of the words they use and their semantic meanings.</a:t>
          </a:r>
          <a:endParaRPr lang="en-US" dirty="0">
            <a:latin typeface="Calibri"/>
            <a:ea typeface="Calibri"/>
            <a:cs typeface="Calibri"/>
          </a:endParaRPr>
        </a:p>
      </dgm:t>
    </dgm:pt>
    <dgm:pt modelId="{84592FDB-3994-4D15-AEC1-FA94169E07AA}" type="parTrans" cxnId="{ACEA3E11-B467-446C-946C-B507C4FAA4D7}">
      <dgm:prSet/>
      <dgm:spPr/>
    </dgm:pt>
    <dgm:pt modelId="{8E61C1C2-07E7-4271-8E2B-429D4607E14A}" type="sibTrans" cxnId="{ACEA3E11-B467-446C-946C-B507C4FAA4D7}">
      <dgm:prSet/>
      <dgm:spPr/>
    </dgm:pt>
    <dgm:pt modelId="{58509B44-8E27-40EF-A2F7-B9EAC1F316AC}">
      <dgm:prSet phldr="0"/>
      <dgm:spPr/>
      <dgm:t>
        <a:bodyPr/>
        <a:lstStyle/>
        <a:p>
          <a:r>
            <a:rPr lang="en-US" dirty="0">
              <a:solidFill>
                <a:srgbClr val="343541"/>
              </a:solidFill>
              <a:latin typeface="system-ui"/>
            </a:rPr>
            <a:t> WMD is particularly useful when you want to compare the similarity between documents while considering the meaning of words, rather than just their syntactic or structural aspects.</a:t>
          </a:r>
          <a:endParaRPr lang="en-US" dirty="0"/>
        </a:p>
      </dgm:t>
    </dgm:pt>
    <dgm:pt modelId="{DF210E09-C059-4B82-A34E-812CF0E96FE8}" type="parTrans" cxnId="{020B0FCA-00A0-4246-8DA6-52B8F4D19BD7}">
      <dgm:prSet/>
      <dgm:spPr/>
    </dgm:pt>
    <dgm:pt modelId="{506ED546-B974-48DD-B95F-70F251521626}" type="sibTrans" cxnId="{020B0FCA-00A0-4246-8DA6-52B8F4D19BD7}">
      <dgm:prSet/>
      <dgm:spPr/>
    </dgm:pt>
    <dgm:pt modelId="{B8A04B2F-1533-4706-9258-B804BA108291}">
      <dgm:prSet phldr="0"/>
      <dgm:spPr/>
      <dgm:t>
        <a:bodyPr/>
        <a:lstStyle/>
        <a:p>
          <a:pPr rtl="0"/>
          <a:r>
            <a:rPr lang="en-US" dirty="0">
              <a:solidFill>
                <a:srgbClr val="343541"/>
              </a:solidFill>
              <a:latin typeface="system-ui"/>
            </a:rPr>
            <a:t>WMD is a powerful metric for measuring textual similarity because it takes into account both the meaning of words and their frequency in the documents. </a:t>
          </a:r>
        </a:p>
      </dgm:t>
    </dgm:pt>
    <dgm:pt modelId="{B2D255B8-E116-411C-9CDD-46B0DC68E191}" type="parTrans" cxnId="{99F9CCFE-8F7A-4A4B-8A6A-2D67497BBDBA}">
      <dgm:prSet/>
      <dgm:spPr/>
    </dgm:pt>
    <dgm:pt modelId="{D5D9F52E-1331-4F9C-BB7B-6344248738E0}" type="sibTrans" cxnId="{99F9CCFE-8F7A-4A4B-8A6A-2D67497BBDBA}">
      <dgm:prSet/>
      <dgm:spPr/>
    </dgm:pt>
    <dgm:pt modelId="{83EB3F88-892C-47BD-9A7F-2D9D5A25C775}">
      <dgm:prSet phldr="0"/>
      <dgm:spPr/>
      <dgm:t>
        <a:bodyPr/>
        <a:lstStyle/>
        <a:p>
          <a:pPr rtl="0"/>
          <a:r>
            <a:rPr lang="en-US" dirty="0">
              <a:solidFill>
                <a:srgbClr val="343541"/>
              </a:solidFill>
              <a:latin typeface="system-ui"/>
            </a:rPr>
            <a:t>It is particularly useful for tasks such as document clustering, text summarization, and document retrieval, where understanding the semantic relationship between documents is essential.</a:t>
          </a:r>
          <a:endParaRPr lang="en-US" dirty="0">
            <a:latin typeface="Calibri"/>
            <a:ea typeface="Calibri"/>
            <a:cs typeface="Calibri"/>
          </a:endParaRPr>
        </a:p>
      </dgm:t>
    </dgm:pt>
    <dgm:pt modelId="{F3C6C3C4-3739-4873-9168-52FFFF897CB9}" type="parTrans" cxnId="{8C1B741F-9A3D-4FD4-AF95-D7A4EE913B24}">
      <dgm:prSet/>
      <dgm:spPr/>
    </dgm:pt>
    <dgm:pt modelId="{3FE72D44-4D81-464A-A99A-8BB2517728B2}" type="sibTrans" cxnId="{8C1B741F-9A3D-4FD4-AF95-D7A4EE913B24}">
      <dgm:prSet/>
      <dgm:spPr/>
    </dgm:pt>
    <dgm:pt modelId="{22512B18-44AF-4002-A86F-D986F8538819}">
      <dgm:prSet phldr="0"/>
      <dgm:spPr/>
      <dgm:t>
        <a:bodyPr/>
        <a:lstStyle/>
        <a:p>
          <a:r>
            <a:rPr lang="en-US" dirty="0">
              <a:solidFill>
                <a:srgbClr val="343541"/>
              </a:solidFill>
              <a:latin typeface="system-ui"/>
            </a:rPr>
            <a:t>However, it can be computationally expensive, especially for large documents and vocabularies, and may require efficient optimization algorithms to compute accurately.</a:t>
          </a:r>
          <a:endParaRPr lang="en-US" dirty="0"/>
        </a:p>
      </dgm:t>
    </dgm:pt>
    <dgm:pt modelId="{47440E08-7C84-4562-B8B5-5BD2CF3B751A}" type="parTrans" cxnId="{4404765E-D5E0-46E1-95EA-C3B996A3A237}">
      <dgm:prSet/>
      <dgm:spPr/>
    </dgm:pt>
    <dgm:pt modelId="{0288804D-D6D4-4953-A04D-C146CC979BE2}" type="sibTrans" cxnId="{4404765E-D5E0-46E1-95EA-C3B996A3A237}">
      <dgm:prSet/>
      <dgm:spPr/>
    </dgm:pt>
    <dgm:pt modelId="{33A8B12B-FEFF-4A4B-988E-2E0A309885BA}" type="pres">
      <dgm:prSet presAssocID="{38CAF228-C70E-43C4-B248-C2DCC42C6A87}" presName="linear" presStyleCnt="0">
        <dgm:presLayoutVars>
          <dgm:animLvl val="lvl"/>
          <dgm:resizeHandles val="exact"/>
        </dgm:presLayoutVars>
      </dgm:prSet>
      <dgm:spPr/>
    </dgm:pt>
    <dgm:pt modelId="{09F7F36D-C0E7-40B5-8537-A50273CE2246}" type="pres">
      <dgm:prSet presAssocID="{49BD279B-5107-4DEA-BC07-123CC51F30E9}" presName="parentText" presStyleLbl="node1" presStyleIdx="0" presStyleCnt="6">
        <dgm:presLayoutVars>
          <dgm:chMax val="0"/>
          <dgm:bulletEnabled val="1"/>
        </dgm:presLayoutVars>
      </dgm:prSet>
      <dgm:spPr/>
    </dgm:pt>
    <dgm:pt modelId="{22646803-483B-497A-839A-338912D4F53D}" type="pres">
      <dgm:prSet presAssocID="{22F22127-0EFB-47E7-991D-546FE985192A}" presName="spacer" presStyleCnt="0"/>
      <dgm:spPr/>
    </dgm:pt>
    <dgm:pt modelId="{F47B0FA8-F025-4F05-B856-0642C6EBA714}" type="pres">
      <dgm:prSet presAssocID="{67FD241B-0438-44E9-AF90-916046C49314}" presName="parentText" presStyleLbl="node1" presStyleIdx="1" presStyleCnt="6">
        <dgm:presLayoutVars>
          <dgm:chMax val="0"/>
          <dgm:bulletEnabled val="1"/>
        </dgm:presLayoutVars>
      </dgm:prSet>
      <dgm:spPr/>
    </dgm:pt>
    <dgm:pt modelId="{214EA33E-F112-49F1-83D6-6FE720CE8FD8}" type="pres">
      <dgm:prSet presAssocID="{8E61C1C2-07E7-4271-8E2B-429D4607E14A}" presName="spacer" presStyleCnt="0"/>
      <dgm:spPr/>
    </dgm:pt>
    <dgm:pt modelId="{5C9D6E5C-A6F3-4CED-AC11-FA9505F1ECAF}" type="pres">
      <dgm:prSet presAssocID="{58509B44-8E27-40EF-A2F7-B9EAC1F316AC}" presName="parentText" presStyleLbl="node1" presStyleIdx="2" presStyleCnt="6">
        <dgm:presLayoutVars>
          <dgm:chMax val="0"/>
          <dgm:bulletEnabled val="1"/>
        </dgm:presLayoutVars>
      </dgm:prSet>
      <dgm:spPr/>
    </dgm:pt>
    <dgm:pt modelId="{4E3E9F81-BAF3-4BCF-A860-08C2C4DAA305}" type="pres">
      <dgm:prSet presAssocID="{506ED546-B974-48DD-B95F-70F251521626}" presName="spacer" presStyleCnt="0"/>
      <dgm:spPr/>
    </dgm:pt>
    <dgm:pt modelId="{645D81DC-65C9-490A-B008-160B9FEE259F}" type="pres">
      <dgm:prSet presAssocID="{B8A04B2F-1533-4706-9258-B804BA108291}" presName="parentText" presStyleLbl="node1" presStyleIdx="3" presStyleCnt="6">
        <dgm:presLayoutVars>
          <dgm:chMax val="0"/>
          <dgm:bulletEnabled val="1"/>
        </dgm:presLayoutVars>
      </dgm:prSet>
      <dgm:spPr/>
    </dgm:pt>
    <dgm:pt modelId="{B2D724D1-17F8-4C36-A3CB-6F0EF08E23FB}" type="pres">
      <dgm:prSet presAssocID="{D5D9F52E-1331-4F9C-BB7B-6344248738E0}" presName="spacer" presStyleCnt="0"/>
      <dgm:spPr/>
    </dgm:pt>
    <dgm:pt modelId="{3CC76F4B-F5D4-4F13-92B6-6067D950E3D2}" type="pres">
      <dgm:prSet presAssocID="{83EB3F88-892C-47BD-9A7F-2D9D5A25C775}" presName="parentText" presStyleLbl="node1" presStyleIdx="4" presStyleCnt="6">
        <dgm:presLayoutVars>
          <dgm:chMax val="0"/>
          <dgm:bulletEnabled val="1"/>
        </dgm:presLayoutVars>
      </dgm:prSet>
      <dgm:spPr/>
    </dgm:pt>
    <dgm:pt modelId="{39BDB007-8F54-45AD-A688-BA10CB6BBB31}" type="pres">
      <dgm:prSet presAssocID="{3FE72D44-4D81-464A-A99A-8BB2517728B2}" presName="spacer" presStyleCnt="0"/>
      <dgm:spPr/>
    </dgm:pt>
    <dgm:pt modelId="{06DAA21C-41B7-4F0F-9DE5-CE5304088C2F}" type="pres">
      <dgm:prSet presAssocID="{22512B18-44AF-4002-A86F-D986F8538819}" presName="parentText" presStyleLbl="node1" presStyleIdx="5" presStyleCnt="6">
        <dgm:presLayoutVars>
          <dgm:chMax val="0"/>
          <dgm:bulletEnabled val="1"/>
        </dgm:presLayoutVars>
      </dgm:prSet>
      <dgm:spPr/>
    </dgm:pt>
  </dgm:ptLst>
  <dgm:cxnLst>
    <dgm:cxn modelId="{5D561A0D-B873-416C-A868-90DCA863E698}" srcId="{38CAF228-C70E-43C4-B248-C2DCC42C6A87}" destId="{49BD279B-5107-4DEA-BC07-123CC51F30E9}" srcOrd="0" destOrd="0" parTransId="{13C22562-716F-4D3C-8425-030582DE48BE}" sibTransId="{22F22127-0EFB-47E7-991D-546FE985192A}"/>
    <dgm:cxn modelId="{ACEA3E11-B467-446C-946C-B507C4FAA4D7}" srcId="{38CAF228-C70E-43C4-B248-C2DCC42C6A87}" destId="{67FD241B-0438-44E9-AF90-916046C49314}" srcOrd="1" destOrd="0" parTransId="{84592FDB-3994-4D15-AEC1-FA94169E07AA}" sibTransId="{8E61C1C2-07E7-4271-8E2B-429D4607E14A}"/>
    <dgm:cxn modelId="{8C1B741F-9A3D-4FD4-AF95-D7A4EE913B24}" srcId="{38CAF228-C70E-43C4-B248-C2DCC42C6A87}" destId="{83EB3F88-892C-47BD-9A7F-2D9D5A25C775}" srcOrd="4" destOrd="0" parTransId="{F3C6C3C4-3739-4873-9168-52FFFF897CB9}" sibTransId="{3FE72D44-4D81-464A-A99A-8BB2517728B2}"/>
    <dgm:cxn modelId="{CC143338-60AC-4B2A-8A49-D76D6EBA5D0E}" type="presOf" srcId="{49BD279B-5107-4DEA-BC07-123CC51F30E9}" destId="{09F7F36D-C0E7-40B5-8537-A50273CE2246}" srcOrd="0" destOrd="0" presId="urn:microsoft.com/office/officeart/2005/8/layout/vList2"/>
    <dgm:cxn modelId="{4404765E-D5E0-46E1-95EA-C3B996A3A237}" srcId="{38CAF228-C70E-43C4-B248-C2DCC42C6A87}" destId="{22512B18-44AF-4002-A86F-D986F8538819}" srcOrd="5" destOrd="0" parTransId="{47440E08-7C84-4562-B8B5-5BD2CF3B751A}" sibTransId="{0288804D-D6D4-4953-A04D-C146CC979BE2}"/>
    <dgm:cxn modelId="{761CA57C-6BB3-419A-8ECC-4D86EEC69A7F}" type="presOf" srcId="{83EB3F88-892C-47BD-9A7F-2D9D5A25C775}" destId="{3CC76F4B-F5D4-4F13-92B6-6067D950E3D2}" srcOrd="0" destOrd="0" presId="urn:microsoft.com/office/officeart/2005/8/layout/vList2"/>
    <dgm:cxn modelId="{A05753AA-A852-4FA6-A896-589C6C17FCDD}" type="presOf" srcId="{B8A04B2F-1533-4706-9258-B804BA108291}" destId="{645D81DC-65C9-490A-B008-160B9FEE259F}" srcOrd="0" destOrd="0" presId="urn:microsoft.com/office/officeart/2005/8/layout/vList2"/>
    <dgm:cxn modelId="{40C4A1BD-868A-41F3-B135-30147B62EB7C}" type="presOf" srcId="{67FD241B-0438-44E9-AF90-916046C49314}" destId="{F47B0FA8-F025-4F05-B856-0642C6EBA714}" srcOrd="0" destOrd="0" presId="urn:microsoft.com/office/officeart/2005/8/layout/vList2"/>
    <dgm:cxn modelId="{020B0FCA-00A0-4246-8DA6-52B8F4D19BD7}" srcId="{38CAF228-C70E-43C4-B248-C2DCC42C6A87}" destId="{58509B44-8E27-40EF-A2F7-B9EAC1F316AC}" srcOrd="2" destOrd="0" parTransId="{DF210E09-C059-4B82-A34E-812CF0E96FE8}" sibTransId="{506ED546-B974-48DD-B95F-70F251521626}"/>
    <dgm:cxn modelId="{336B6DD7-FD15-4015-8275-9681C07700CB}" type="presOf" srcId="{22512B18-44AF-4002-A86F-D986F8538819}" destId="{06DAA21C-41B7-4F0F-9DE5-CE5304088C2F}" srcOrd="0" destOrd="0" presId="urn:microsoft.com/office/officeart/2005/8/layout/vList2"/>
    <dgm:cxn modelId="{151D9DD8-050C-4490-992C-33FB4753421B}" type="presOf" srcId="{58509B44-8E27-40EF-A2F7-B9EAC1F316AC}" destId="{5C9D6E5C-A6F3-4CED-AC11-FA9505F1ECAF}" srcOrd="0" destOrd="0" presId="urn:microsoft.com/office/officeart/2005/8/layout/vList2"/>
    <dgm:cxn modelId="{C2B42FE5-1F02-4DCD-A335-C7C120C6B5D0}" type="presOf" srcId="{38CAF228-C70E-43C4-B248-C2DCC42C6A87}" destId="{33A8B12B-FEFF-4A4B-988E-2E0A309885BA}" srcOrd="0" destOrd="0" presId="urn:microsoft.com/office/officeart/2005/8/layout/vList2"/>
    <dgm:cxn modelId="{99F9CCFE-8F7A-4A4B-8A6A-2D67497BBDBA}" srcId="{38CAF228-C70E-43C4-B248-C2DCC42C6A87}" destId="{B8A04B2F-1533-4706-9258-B804BA108291}" srcOrd="3" destOrd="0" parTransId="{B2D255B8-E116-411C-9CDD-46B0DC68E191}" sibTransId="{D5D9F52E-1331-4F9C-BB7B-6344248738E0}"/>
    <dgm:cxn modelId="{3A46E07E-BFB4-46A4-8F62-F5DDF45DFBEE}" type="presParOf" srcId="{33A8B12B-FEFF-4A4B-988E-2E0A309885BA}" destId="{09F7F36D-C0E7-40B5-8537-A50273CE2246}" srcOrd="0" destOrd="0" presId="urn:microsoft.com/office/officeart/2005/8/layout/vList2"/>
    <dgm:cxn modelId="{1A6EC030-BFCF-44E6-A616-B58565715B76}" type="presParOf" srcId="{33A8B12B-FEFF-4A4B-988E-2E0A309885BA}" destId="{22646803-483B-497A-839A-338912D4F53D}" srcOrd="1" destOrd="0" presId="urn:microsoft.com/office/officeart/2005/8/layout/vList2"/>
    <dgm:cxn modelId="{F8F7C8E4-A2B0-4DB5-A00A-A642B9B7AA97}" type="presParOf" srcId="{33A8B12B-FEFF-4A4B-988E-2E0A309885BA}" destId="{F47B0FA8-F025-4F05-B856-0642C6EBA714}" srcOrd="2" destOrd="0" presId="urn:microsoft.com/office/officeart/2005/8/layout/vList2"/>
    <dgm:cxn modelId="{D140B8A5-BB60-4247-93CB-C3C6363437DD}" type="presParOf" srcId="{33A8B12B-FEFF-4A4B-988E-2E0A309885BA}" destId="{214EA33E-F112-49F1-83D6-6FE720CE8FD8}" srcOrd="3" destOrd="0" presId="urn:microsoft.com/office/officeart/2005/8/layout/vList2"/>
    <dgm:cxn modelId="{9E108F6D-282E-4719-9CB2-49976D634241}" type="presParOf" srcId="{33A8B12B-FEFF-4A4B-988E-2E0A309885BA}" destId="{5C9D6E5C-A6F3-4CED-AC11-FA9505F1ECAF}" srcOrd="4" destOrd="0" presId="urn:microsoft.com/office/officeart/2005/8/layout/vList2"/>
    <dgm:cxn modelId="{D8110653-F543-49C4-BD57-97EA7507DBD8}" type="presParOf" srcId="{33A8B12B-FEFF-4A4B-988E-2E0A309885BA}" destId="{4E3E9F81-BAF3-4BCF-A860-08C2C4DAA305}" srcOrd="5" destOrd="0" presId="urn:microsoft.com/office/officeart/2005/8/layout/vList2"/>
    <dgm:cxn modelId="{13BB94AA-335E-4AB7-A9B5-D6639830AFAE}" type="presParOf" srcId="{33A8B12B-FEFF-4A4B-988E-2E0A309885BA}" destId="{645D81DC-65C9-490A-B008-160B9FEE259F}" srcOrd="6" destOrd="0" presId="urn:microsoft.com/office/officeart/2005/8/layout/vList2"/>
    <dgm:cxn modelId="{A53D6871-C472-412F-8A10-23C2F470092E}" type="presParOf" srcId="{33A8B12B-FEFF-4A4B-988E-2E0A309885BA}" destId="{B2D724D1-17F8-4C36-A3CB-6F0EF08E23FB}" srcOrd="7" destOrd="0" presId="urn:microsoft.com/office/officeart/2005/8/layout/vList2"/>
    <dgm:cxn modelId="{CEBAADC5-C583-431E-8B8F-CC9B01EA9ADC}" type="presParOf" srcId="{33A8B12B-FEFF-4A4B-988E-2E0A309885BA}" destId="{3CC76F4B-F5D4-4F13-92B6-6067D950E3D2}" srcOrd="8" destOrd="0" presId="urn:microsoft.com/office/officeart/2005/8/layout/vList2"/>
    <dgm:cxn modelId="{AAD86D74-94CB-42EE-8621-6159BAA37D9D}" type="presParOf" srcId="{33A8B12B-FEFF-4A4B-988E-2E0A309885BA}" destId="{39BDB007-8F54-45AD-A688-BA10CB6BBB31}" srcOrd="9" destOrd="0" presId="urn:microsoft.com/office/officeart/2005/8/layout/vList2"/>
    <dgm:cxn modelId="{F08AF078-43FB-445E-B468-503F9F027D9C}" type="presParOf" srcId="{33A8B12B-FEFF-4A4B-988E-2E0A309885BA}" destId="{06DAA21C-41B7-4F0F-9DE5-CE5304088C2F}" srcOrd="1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38CAF228-C70E-43C4-B248-C2DCC42C6A87}"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49BD279B-5107-4DEA-BC07-123CC51F30E9}">
      <dgm:prSet/>
      <dgm:spPr/>
      <dgm:t>
        <a:bodyPr/>
        <a:lstStyle/>
        <a:p>
          <a:pPr rtl="0"/>
          <a:r>
            <a:rPr lang="en-US" dirty="0">
              <a:solidFill>
                <a:srgbClr val="343541"/>
              </a:solidFill>
              <a:latin typeface="system-ui"/>
            </a:rPr>
            <a:t>Word Embeddings in Natural Language Processing (NLP) are dense vector representations of words in a continuous, high-dimensional space. </a:t>
          </a:r>
        </a:p>
      </dgm:t>
    </dgm:pt>
    <dgm:pt modelId="{13C22562-716F-4D3C-8425-030582DE48BE}" type="parTrans" cxnId="{5D561A0D-B873-416C-A868-90DCA863E698}">
      <dgm:prSet/>
      <dgm:spPr/>
      <dgm:t>
        <a:bodyPr/>
        <a:lstStyle/>
        <a:p>
          <a:endParaRPr lang="en-US"/>
        </a:p>
      </dgm:t>
    </dgm:pt>
    <dgm:pt modelId="{22F22127-0EFB-47E7-991D-546FE985192A}" type="sibTrans" cxnId="{5D561A0D-B873-416C-A868-90DCA863E698}">
      <dgm:prSet/>
      <dgm:spPr/>
      <dgm:t>
        <a:bodyPr/>
        <a:lstStyle/>
        <a:p>
          <a:endParaRPr lang="en-US"/>
        </a:p>
      </dgm:t>
    </dgm:pt>
    <dgm:pt modelId="{23683D21-D281-4021-8D60-CD4614DE9439}">
      <dgm:prSet phldr="0"/>
      <dgm:spPr/>
      <dgm:t>
        <a:bodyPr/>
        <a:lstStyle/>
        <a:p>
          <a:pPr rtl="0"/>
          <a:r>
            <a:rPr lang="en-US" dirty="0">
              <a:solidFill>
                <a:srgbClr val="343541"/>
              </a:solidFill>
              <a:latin typeface="system-ui"/>
            </a:rPr>
            <a:t>These word vectors are designed to capture the semantic and syntactic meanings of words based on their usage patterns in large text corpora. </a:t>
          </a:r>
          <a:endParaRPr lang="en-US" dirty="0">
            <a:latin typeface="Calibri"/>
            <a:ea typeface="Calibri"/>
            <a:cs typeface="Calibri"/>
          </a:endParaRPr>
        </a:p>
      </dgm:t>
    </dgm:pt>
    <dgm:pt modelId="{F5E65D4B-565B-4EC7-BEB3-AFF90F50F12E}" type="parTrans" cxnId="{CEDC156C-DC9D-481B-BB08-8C795DD2FC17}">
      <dgm:prSet/>
      <dgm:spPr/>
    </dgm:pt>
    <dgm:pt modelId="{CB6C444D-0EAE-4229-A637-3FDD53AB83ED}" type="sibTrans" cxnId="{CEDC156C-DC9D-481B-BB08-8C795DD2FC17}">
      <dgm:prSet/>
      <dgm:spPr/>
    </dgm:pt>
    <dgm:pt modelId="{42FE9280-7C18-4485-B5E0-0EE8D443FE72}">
      <dgm:prSet phldr="0"/>
      <dgm:spPr/>
      <dgm:t>
        <a:bodyPr/>
        <a:lstStyle/>
        <a:p>
          <a:r>
            <a:rPr lang="en-US" dirty="0">
              <a:solidFill>
                <a:srgbClr val="343541"/>
              </a:solidFill>
              <a:latin typeface="system-ui"/>
            </a:rPr>
            <a:t>Word embeddings are a fundamental concept in NLP because they enable machines to understand and work with words in a way that preserves their contextual relationships and semantics.</a:t>
          </a:r>
          <a:endParaRPr lang="en-US" dirty="0"/>
        </a:p>
      </dgm:t>
    </dgm:pt>
    <dgm:pt modelId="{F6A2B3ED-6921-45A2-B348-21437CD9DE29}" type="parTrans" cxnId="{127EA887-F9D8-4E42-9603-96FBDC89D914}">
      <dgm:prSet/>
      <dgm:spPr/>
    </dgm:pt>
    <dgm:pt modelId="{0944F05D-33F5-48BA-B37C-0C86DE3064D9}" type="sibTrans" cxnId="{127EA887-F9D8-4E42-9603-96FBDC89D914}">
      <dgm:prSet/>
      <dgm:spPr/>
    </dgm:pt>
    <dgm:pt modelId="{AB0CA64E-B99D-4B1D-86B4-0F907E9A1549}">
      <dgm:prSet phldr="0"/>
      <dgm:spPr/>
      <dgm:t>
        <a:bodyPr/>
        <a:lstStyle/>
        <a:p>
          <a:pPr rtl="0"/>
          <a:r>
            <a:rPr lang="en-US" dirty="0">
              <a:solidFill>
                <a:srgbClr val="343541"/>
              </a:solidFill>
              <a:latin typeface="system-ui"/>
            </a:rPr>
            <a:t>They enable better performance in tasks like machine translation, sentiment analysis, text classification, and information retrieval by providing a more meaningful representation of words than traditional one-hot encoding or Bag of Words (BoW) representations. </a:t>
          </a:r>
          <a:endParaRPr lang="en-US" dirty="0">
            <a:latin typeface="Calibri"/>
            <a:ea typeface="Calibri"/>
            <a:cs typeface="Calibri"/>
          </a:endParaRPr>
        </a:p>
      </dgm:t>
    </dgm:pt>
    <dgm:pt modelId="{E9AE8B73-5163-4D0D-A529-961D9F04202A}" type="parTrans" cxnId="{CC77AFE9-2A68-4962-BFD8-1A34CB21D680}">
      <dgm:prSet/>
      <dgm:spPr/>
    </dgm:pt>
    <dgm:pt modelId="{FD740231-784F-4143-9B93-61D9A7C2E343}" type="sibTrans" cxnId="{CC77AFE9-2A68-4962-BFD8-1A34CB21D680}">
      <dgm:prSet/>
      <dgm:spPr/>
    </dgm:pt>
    <dgm:pt modelId="{0DF1E311-F726-466D-9777-E7D38AB177E4}">
      <dgm:prSet phldr="0"/>
      <dgm:spPr/>
      <dgm:t>
        <a:bodyPr/>
        <a:lstStyle/>
        <a:p>
          <a:r>
            <a:rPr lang="en-US" dirty="0">
              <a:solidFill>
                <a:srgbClr val="343541"/>
              </a:solidFill>
              <a:latin typeface="system-ui"/>
            </a:rPr>
            <a:t>Word embeddings have become a foundational component of modern NLP models and have contributed to significant advances in the field.</a:t>
          </a:r>
          <a:endParaRPr lang="en-US" dirty="0"/>
        </a:p>
      </dgm:t>
    </dgm:pt>
    <dgm:pt modelId="{6D674A62-E2F3-4ADD-818B-2E3B2FFE24FE}" type="parTrans" cxnId="{021749FD-C8FF-490E-B5D7-D744E2E3570B}">
      <dgm:prSet/>
      <dgm:spPr/>
    </dgm:pt>
    <dgm:pt modelId="{9E3B6D62-1BFF-4D31-AF15-0A3977130E13}" type="sibTrans" cxnId="{021749FD-C8FF-490E-B5D7-D744E2E3570B}">
      <dgm:prSet/>
      <dgm:spPr/>
    </dgm:pt>
    <dgm:pt modelId="{33A8B12B-FEFF-4A4B-988E-2E0A309885BA}" type="pres">
      <dgm:prSet presAssocID="{38CAF228-C70E-43C4-B248-C2DCC42C6A87}" presName="linear" presStyleCnt="0">
        <dgm:presLayoutVars>
          <dgm:animLvl val="lvl"/>
          <dgm:resizeHandles val="exact"/>
        </dgm:presLayoutVars>
      </dgm:prSet>
      <dgm:spPr/>
    </dgm:pt>
    <dgm:pt modelId="{09F7F36D-C0E7-40B5-8537-A50273CE2246}" type="pres">
      <dgm:prSet presAssocID="{49BD279B-5107-4DEA-BC07-123CC51F30E9}" presName="parentText" presStyleLbl="node1" presStyleIdx="0" presStyleCnt="5">
        <dgm:presLayoutVars>
          <dgm:chMax val="0"/>
          <dgm:bulletEnabled val="1"/>
        </dgm:presLayoutVars>
      </dgm:prSet>
      <dgm:spPr/>
    </dgm:pt>
    <dgm:pt modelId="{A0A670A9-92E1-41C6-AD06-78B73FDC6B1B}" type="pres">
      <dgm:prSet presAssocID="{22F22127-0EFB-47E7-991D-546FE985192A}" presName="spacer" presStyleCnt="0"/>
      <dgm:spPr/>
    </dgm:pt>
    <dgm:pt modelId="{2355987D-37D1-40CB-B99C-C94731E2F9DC}" type="pres">
      <dgm:prSet presAssocID="{23683D21-D281-4021-8D60-CD4614DE9439}" presName="parentText" presStyleLbl="node1" presStyleIdx="1" presStyleCnt="5">
        <dgm:presLayoutVars>
          <dgm:chMax val="0"/>
          <dgm:bulletEnabled val="1"/>
        </dgm:presLayoutVars>
      </dgm:prSet>
      <dgm:spPr/>
    </dgm:pt>
    <dgm:pt modelId="{D866B4DE-84AC-402E-9FED-A3FCF5D34DFE}" type="pres">
      <dgm:prSet presAssocID="{CB6C444D-0EAE-4229-A637-3FDD53AB83ED}" presName="spacer" presStyleCnt="0"/>
      <dgm:spPr/>
    </dgm:pt>
    <dgm:pt modelId="{70C2475E-34E1-45FC-819D-68237CB223D9}" type="pres">
      <dgm:prSet presAssocID="{42FE9280-7C18-4485-B5E0-0EE8D443FE72}" presName="parentText" presStyleLbl="node1" presStyleIdx="2" presStyleCnt="5">
        <dgm:presLayoutVars>
          <dgm:chMax val="0"/>
          <dgm:bulletEnabled val="1"/>
        </dgm:presLayoutVars>
      </dgm:prSet>
      <dgm:spPr/>
    </dgm:pt>
    <dgm:pt modelId="{9A381539-CF0E-4E4B-B753-660998AD7D97}" type="pres">
      <dgm:prSet presAssocID="{0944F05D-33F5-48BA-B37C-0C86DE3064D9}" presName="spacer" presStyleCnt="0"/>
      <dgm:spPr/>
    </dgm:pt>
    <dgm:pt modelId="{C38EE2A7-DCF5-4FE0-A79D-0581B8D14BA3}" type="pres">
      <dgm:prSet presAssocID="{AB0CA64E-B99D-4B1D-86B4-0F907E9A1549}" presName="parentText" presStyleLbl="node1" presStyleIdx="3" presStyleCnt="5">
        <dgm:presLayoutVars>
          <dgm:chMax val="0"/>
          <dgm:bulletEnabled val="1"/>
        </dgm:presLayoutVars>
      </dgm:prSet>
      <dgm:spPr/>
    </dgm:pt>
    <dgm:pt modelId="{EE1392B7-2250-435D-A434-E194403F5FC8}" type="pres">
      <dgm:prSet presAssocID="{FD740231-784F-4143-9B93-61D9A7C2E343}" presName="spacer" presStyleCnt="0"/>
      <dgm:spPr/>
    </dgm:pt>
    <dgm:pt modelId="{645AF0F7-411B-4B36-AEC4-4DBDAAE6FCC3}" type="pres">
      <dgm:prSet presAssocID="{0DF1E311-F726-466D-9777-E7D38AB177E4}" presName="parentText" presStyleLbl="node1" presStyleIdx="4" presStyleCnt="5">
        <dgm:presLayoutVars>
          <dgm:chMax val="0"/>
          <dgm:bulletEnabled val="1"/>
        </dgm:presLayoutVars>
      </dgm:prSet>
      <dgm:spPr/>
    </dgm:pt>
  </dgm:ptLst>
  <dgm:cxnLst>
    <dgm:cxn modelId="{5D561A0D-B873-416C-A868-90DCA863E698}" srcId="{38CAF228-C70E-43C4-B248-C2DCC42C6A87}" destId="{49BD279B-5107-4DEA-BC07-123CC51F30E9}" srcOrd="0" destOrd="0" parTransId="{13C22562-716F-4D3C-8425-030582DE48BE}" sibTransId="{22F22127-0EFB-47E7-991D-546FE985192A}"/>
    <dgm:cxn modelId="{7D6BCE1E-9B4E-4046-B5EC-5CCE0675664B}" type="presOf" srcId="{23683D21-D281-4021-8D60-CD4614DE9439}" destId="{2355987D-37D1-40CB-B99C-C94731E2F9DC}" srcOrd="0" destOrd="0" presId="urn:microsoft.com/office/officeart/2005/8/layout/vList2"/>
    <dgm:cxn modelId="{C68DC23C-C6EC-4365-B20B-D2B4CC1005F5}" type="presOf" srcId="{42FE9280-7C18-4485-B5E0-0EE8D443FE72}" destId="{70C2475E-34E1-45FC-819D-68237CB223D9}" srcOrd="0" destOrd="0" presId="urn:microsoft.com/office/officeart/2005/8/layout/vList2"/>
    <dgm:cxn modelId="{CEDC156C-DC9D-481B-BB08-8C795DD2FC17}" srcId="{38CAF228-C70E-43C4-B248-C2DCC42C6A87}" destId="{23683D21-D281-4021-8D60-CD4614DE9439}" srcOrd="1" destOrd="0" parTransId="{F5E65D4B-565B-4EC7-BEB3-AFF90F50F12E}" sibTransId="{CB6C444D-0EAE-4229-A637-3FDD53AB83ED}"/>
    <dgm:cxn modelId="{F16A0970-330F-45B9-9171-C67208B0FAEE}" type="presOf" srcId="{49BD279B-5107-4DEA-BC07-123CC51F30E9}" destId="{09F7F36D-C0E7-40B5-8537-A50273CE2246}" srcOrd="0" destOrd="0" presId="urn:microsoft.com/office/officeart/2005/8/layout/vList2"/>
    <dgm:cxn modelId="{127EA887-F9D8-4E42-9603-96FBDC89D914}" srcId="{38CAF228-C70E-43C4-B248-C2DCC42C6A87}" destId="{42FE9280-7C18-4485-B5E0-0EE8D443FE72}" srcOrd="2" destOrd="0" parTransId="{F6A2B3ED-6921-45A2-B348-21437CD9DE29}" sibTransId="{0944F05D-33F5-48BA-B37C-0C86DE3064D9}"/>
    <dgm:cxn modelId="{E56C7DBF-4F34-45D7-9A3F-9DA850F66344}" type="presOf" srcId="{AB0CA64E-B99D-4B1D-86B4-0F907E9A1549}" destId="{C38EE2A7-DCF5-4FE0-A79D-0581B8D14BA3}" srcOrd="0" destOrd="0" presId="urn:microsoft.com/office/officeart/2005/8/layout/vList2"/>
    <dgm:cxn modelId="{C2B42FE5-1F02-4DCD-A335-C7C120C6B5D0}" type="presOf" srcId="{38CAF228-C70E-43C4-B248-C2DCC42C6A87}" destId="{33A8B12B-FEFF-4A4B-988E-2E0A309885BA}" srcOrd="0" destOrd="0" presId="urn:microsoft.com/office/officeart/2005/8/layout/vList2"/>
    <dgm:cxn modelId="{CC77AFE9-2A68-4962-BFD8-1A34CB21D680}" srcId="{38CAF228-C70E-43C4-B248-C2DCC42C6A87}" destId="{AB0CA64E-B99D-4B1D-86B4-0F907E9A1549}" srcOrd="3" destOrd="0" parTransId="{E9AE8B73-5163-4D0D-A529-961D9F04202A}" sibTransId="{FD740231-784F-4143-9B93-61D9A7C2E343}"/>
    <dgm:cxn modelId="{2393C0EC-DC7F-4BE6-B817-8526044EC541}" type="presOf" srcId="{0DF1E311-F726-466D-9777-E7D38AB177E4}" destId="{645AF0F7-411B-4B36-AEC4-4DBDAAE6FCC3}" srcOrd="0" destOrd="0" presId="urn:microsoft.com/office/officeart/2005/8/layout/vList2"/>
    <dgm:cxn modelId="{021749FD-C8FF-490E-B5D7-D744E2E3570B}" srcId="{38CAF228-C70E-43C4-B248-C2DCC42C6A87}" destId="{0DF1E311-F726-466D-9777-E7D38AB177E4}" srcOrd="4" destOrd="0" parTransId="{6D674A62-E2F3-4ADD-818B-2E3B2FFE24FE}" sibTransId="{9E3B6D62-1BFF-4D31-AF15-0A3977130E13}"/>
    <dgm:cxn modelId="{0DABFE01-F33F-45C3-A4F0-27F2D902C99C}" type="presParOf" srcId="{33A8B12B-FEFF-4A4B-988E-2E0A309885BA}" destId="{09F7F36D-C0E7-40B5-8537-A50273CE2246}" srcOrd="0" destOrd="0" presId="urn:microsoft.com/office/officeart/2005/8/layout/vList2"/>
    <dgm:cxn modelId="{9A45426B-8C3D-4A25-A8C8-4CE9BA6EBAB8}" type="presParOf" srcId="{33A8B12B-FEFF-4A4B-988E-2E0A309885BA}" destId="{A0A670A9-92E1-41C6-AD06-78B73FDC6B1B}" srcOrd="1" destOrd="0" presId="urn:microsoft.com/office/officeart/2005/8/layout/vList2"/>
    <dgm:cxn modelId="{A41235AA-510E-4CF7-99DD-E78E1D7FAEBB}" type="presParOf" srcId="{33A8B12B-FEFF-4A4B-988E-2E0A309885BA}" destId="{2355987D-37D1-40CB-B99C-C94731E2F9DC}" srcOrd="2" destOrd="0" presId="urn:microsoft.com/office/officeart/2005/8/layout/vList2"/>
    <dgm:cxn modelId="{DE6652AB-E2D0-4F68-8C30-4C0C34B7C7F8}" type="presParOf" srcId="{33A8B12B-FEFF-4A4B-988E-2E0A309885BA}" destId="{D866B4DE-84AC-402E-9FED-A3FCF5D34DFE}" srcOrd="3" destOrd="0" presId="urn:microsoft.com/office/officeart/2005/8/layout/vList2"/>
    <dgm:cxn modelId="{9F97ADE9-05B5-4AA9-BE91-059EE422079A}" type="presParOf" srcId="{33A8B12B-FEFF-4A4B-988E-2E0A309885BA}" destId="{70C2475E-34E1-45FC-819D-68237CB223D9}" srcOrd="4" destOrd="0" presId="urn:microsoft.com/office/officeart/2005/8/layout/vList2"/>
    <dgm:cxn modelId="{E9359537-A02C-4A79-A5A1-635B9FE81878}" type="presParOf" srcId="{33A8B12B-FEFF-4A4B-988E-2E0A309885BA}" destId="{9A381539-CF0E-4E4B-B753-660998AD7D97}" srcOrd="5" destOrd="0" presId="urn:microsoft.com/office/officeart/2005/8/layout/vList2"/>
    <dgm:cxn modelId="{D0025858-94F2-4696-9DCD-88A787D4A5BB}" type="presParOf" srcId="{33A8B12B-FEFF-4A4B-988E-2E0A309885BA}" destId="{C38EE2A7-DCF5-4FE0-A79D-0581B8D14BA3}" srcOrd="6" destOrd="0" presId="urn:microsoft.com/office/officeart/2005/8/layout/vList2"/>
    <dgm:cxn modelId="{3EC07B32-11C8-42C4-A5E8-0B4821026BD0}" type="presParOf" srcId="{33A8B12B-FEFF-4A4B-988E-2E0A309885BA}" destId="{EE1392B7-2250-435D-A434-E194403F5FC8}" srcOrd="7" destOrd="0" presId="urn:microsoft.com/office/officeart/2005/8/layout/vList2"/>
    <dgm:cxn modelId="{253270B1-9BF3-4FDF-97E5-F3E08F2DE392}" type="presParOf" srcId="{33A8B12B-FEFF-4A4B-988E-2E0A309885BA}" destId="{645AF0F7-411B-4B36-AEC4-4DBDAAE6FCC3}"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38CAF228-C70E-43C4-B248-C2DCC42C6A87}"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49BD279B-5107-4DEA-BC07-123CC51F30E9}">
      <dgm:prSet/>
      <dgm:spPr/>
      <dgm:t>
        <a:bodyPr/>
        <a:lstStyle/>
        <a:p>
          <a:pPr algn="l"/>
          <a:r>
            <a:rPr lang="en-US" b="0" dirty="0">
              <a:solidFill>
                <a:srgbClr val="343541"/>
              </a:solidFill>
              <a:latin typeface="system-ui"/>
            </a:rPr>
            <a:t>1</a:t>
          </a:r>
          <a:r>
            <a:rPr lang="en-US" dirty="0">
              <a:solidFill>
                <a:srgbClr val="343541"/>
              </a:solidFill>
              <a:latin typeface="system-ui"/>
            </a:rPr>
            <a:t>. Word Representation: Word embeddings represent words as points in a high-dimensional vector space. Each word is associated </a:t>
          </a:r>
          <a:r>
            <a:rPr lang="en-US" b="0" dirty="0">
              <a:solidFill>
                <a:srgbClr val="343541"/>
              </a:solidFill>
              <a:latin typeface="system-ui"/>
            </a:rPr>
            <a:t>with a vector where the values (typically real numbers) encode information about the word's meaning.</a:t>
          </a:r>
          <a:endParaRPr lang="en-US" dirty="0">
            <a:solidFill>
              <a:srgbClr val="343541"/>
            </a:solidFill>
            <a:latin typeface="system-ui"/>
          </a:endParaRPr>
        </a:p>
      </dgm:t>
    </dgm:pt>
    <dgm:pt modelId="{13C22562-716F-4D3C-8425-030582DE48BE}" type="parTrans" cxnId="{5D561A0D-B873-416C-A868-90DCA863E698}">
      <dgm:prSet/>
      <dgm:spPr/>
      <dgm:t>
        <a:bodyPr/>
        <a:lstStyle/>
        <a:p>
          <a:endParaRPr lang="en-US"/>
        </a:p>
      </dgm:t>
    </dgm:pt>
    <dgm:pt modelId="{22F22127-0EFB-47E7-991D-546FE985192A}" type="sibTrans" cxnId="{5D561A0D-B873-416C-A868-90DCA863E698}">
      <dgm:prSet/>
      <dgm:spPr/>
      <dgm:t>
        <a:bodyPr/>
        <a:lstStyle/>
        <a:p>
          <a:endParaRPr lang="en-US"/>
        </a:p>
      </dgm:t>
    </dgm:pt>
    <dgm:pt modelId="{93024F02-B093-45C2-BCDF-6BD8F4BBA3E1}">
      <dgm:prSet phldr="0"/>
      <dgm:spPr/>
      <dgm:t>
        <a:bodyPr/>
        <a:lstStyle/>
        <a:p>
          <a:pPr algn="l" rtl="0"/>
          <a:r>
            <a:rPr lang="en-US" b="0" dirty="0">
              <a:solidFill>
                <a:srgbClr val="343541"/>
              </a:solidFill>
              <a:latin typeface="system-ui"/>
            </a:rPr>
            <a:t>2. Distributional Semantics: Word embeddings are often constructed based on the distributional hypothesis, which posits that words with similar meanings tend to occur in similar contexts. In other words, words that appear in similar contexts are likely to have similar vectors in the embedding space.</a:t>
          </a:r>
        </a:p>
      </dgm:t>
    </dgm:pt>
    <dgm:pt modelId="{85F77FEF-85BA-4933-9E4D-1FB1397E2DEF}" type="parTrans" cxnId="{2A3B9241-2491-41A1-A884-9079AB9EEBDC}">
      <dgm:prSet/>
      <dgm:spPr/>
    </dgm:pt>
    <dgm:pt modelId="{B5A5A239-111B-4BA3-B30C-3F3873077E57}" type="sibTrans" cxnId="{2A3B9241-2491-41A1-A884-9079AB9EEBDC}">
      <dgm:prSet/>
      <dgm:spPr/>
    </dgm:pt>
    <dgm:pt modelId="{F65D2C0B-8569-4A03-8524-99CAD91AB402}">
      <dgm:prSet phldr="0"/>
      <dgm:spPr/>
      <dgm:t>
        <a:bodyPr/>
        <a:lstStyle/>
        <a:p>
          <a:pPr algn="l"/>
          <a:r>
            <a:rPr lang="en-US" b="0" dirty="0">
              <a:solidFill>
                <a:srgbClr val="343541"/>
              </a:solidFill>
              <a:latin typeface="system-ui"/>
            </a:rPr>
            <a:t>3. Word2Vec and GloVe: Two popular algorithms for generating word embeddings are Word2Vec and GloVe (Global Vectors for Word Representation). Word2Vec uses neural networks to learn word embeddings from large text corpora, while GloVe uses co-occurrence statistics to build embeddings.</a:t>
          </a:r>
        </a:p>
      </dgm:t>
    </dgm:pt>
    <dgm:pt modelId="{5BF7D114-4E44-4C1F-8F3F-77C09AC9536B}" type="parTrans" cxnId="{356A1B0B-5E25-4B52-BFBA-19F5D1713C58}">
      <dgm:prSet/>
      <dgm:spPr/>
    </dgm:pt>
    <dgm:pt modelId="{4C2BD0EC-923F-46D3-904F-8B7610970463}" type="sibTrans" cxnId="{356A1B0B-5E25-4B52-BFBA-19F5D1713C58}">
      <dgm:prSet/>
      <dgm:spPr/>
    </dgm:pt>
    <dgm:pt modelId="{B805865C-65BE-49EB-95F6-CD1EFC7589C4}">
      <dgm:prSet phldr="0"/>
      <dgm:spPr/>
      <dgm:t>
        <a:bodyPr/>
        <a:lstStyle/>
        <a:p>
          <a:pPr algn="l"/>
          <a:r>
            <a:rPr lang="en-US" b="0" dirty="0">
              <a:solidFill>
                <a:srgbClr val="343541"/>
              </a:solidFill>
              <a:latin typeface="system-ui"/>
            </a:rPr>
            <a:t>4. Semantic Relationships: Word embeddings capture semantic relationships between words. For example, in a well-trained word embedding model, the vectors for "king" and "queen" are likely to be close in the vector space, and the vector for "king" minus the vector for "man" plus the vector for "woman" might be close to the vector for "queen."</a:t>
          </a:r>
        </a:p>
      </dgm:t>
    </dgm:pt>
    <dgm:pt modelId="{0E6786CB-26EF-437C-AD60-56FC1BA9F109}" type="parTrans" cxnId="{C78D273C-12EC-4733-865C-878E62AB024B}">
      <dgm:prSet/>
      <dgm:spPr/>
    </dgm:pt>
    <dgm:pt modelId="{2D0B8ED5-42D9-4D7E-A7F3-D65550BC141C}" type="sibTrans" cxnId="{C78D273C-12EC-4733-865C-878E62AB024B}">
      <dgm:prSet/>
      <dgm:spPr/>
    </dgm:pt>
    <dgm:pt modelId="{33A8B12B-FEFF-4A4B-988E-2E0A309885BA}" type="pres">
      <dgm:prSet presAssocID="{38CAF228-C70E-43C4-B248-C2DCC42C6A87}" presName="linear" presStyleCnt="0">
        <dgm:presLayoutVars>
          <dgm:animLvl val="lvl"/>
          <dgm:resizeHandles val="exact"/>
        </dgm:presLayoutVars>
      </dgm:prSet>
      <dgm:spPr/>
    </dgm:pt>
    <dgm:pt modelId="{09F7F36D-C0E7-40B5-8537-A50273CE2246}" type="pres">
      <dgm:prSet presAssocID="{49BD279B-5107-4DEA-BC07-123CC51F30E9}" presName="parentText" presStyleLbl="node1" presStyleIdx="0" presStyleCnt="4">
        <dgm:presLayoutVars>
          <dgm:chMax val="0"/>
          <dgm:bulletEnabled val="1"/>
        </dgm:presLayoutVars>
      </dgm:prSet>
      <dgm:spPr/>
    </dgm:pt>
    <dgm:pt modelId="{A6CB63A5-B12F-4632-A0FF-4E580A2699BE}" type="pres">
      <dgm:prSet presAssocID="{22F22127-0EFB-47E7-991D-546FE985192A}" presName="spacer" presStyleCnt="0"/>
      <dgm:spPr/>
    </dgm:pt>
    <dgm:pt modelId="{F4771F2F-64AF-4512-B399-6C2405009C52}" type="pres">
      <dgm:prSet presAssocID="{93024F02-B093-45C2-BCDF-6BD8F4BBA3E1}" presName="parentText" presStyleLbl="node1" presStyleIdx="1" presStyleCnt="4">
        <dgm:presLayoutVars>
          <dgm:chMax val="0"/>
          <dgm:bulletEnabled val="1"/>
        </dgm:presLayoutVars>
      </dgm:prSet>
      <dgm:spPr/>
    </dgm:pt>
    <dgm:pt modelId="{2C5F62DF-1D38-4A5B-BAD0-CEDDBA216A80}" type="pres">
      <dgm:prSet presAssocID="{B5A5A239-111B-4BA3-B30C-3F3873077E57}" presName="spacer" presStyleCnt="0"/>
      <dgm:spPr/>
    </dgm:pt>
    <dgm:pt modelId="{BC87E257-DE3B-4050-ABC4-A7BB6C3B4E56}" type="pres">
      <dgm:prSet presAssocID="{F65D2C0B-8569-4A03-8524-99CAD91AB402}" presName="parentText" presStyleLbl="node1" presStyleIdx="2" presStyleCnt="4">
        <dgm:presLayoutVars>
          <dgm:chMax val="0"/>
          <dgm:bulletEnabled val="1"/>
        </dgm:presLayoutVars>
      </dgm:prSet>
      <dgm:spPr/>
    </dgm:pt>
    <dgm:pt modelId="{4011D9D2-4806-4C7C-ADE2-6DF566E29D6B}" type="pres">
      <dgm:prSet presAssocID="{4C2BD0EC-923F-46D3-904F-8B7610970463}" presName="spacer" presStyleCnt="0"/>
      <dgm:spPr/>
    </dgm:pt>
    <dgm:pt modelId="{78379CB8-C741-4ECF-8BEF-28DB9C6CF63A}" type="pres">
      <dgm:prSet presAssocID="{B805865C-65BE-49EB-95F6-CD1EFC7589C4}" presName="parentText" presStyleLbl="node1" presStyleIdx="3" presStyleCnt="4">
        <dgm:presLayoutVars>
          <dgm:chMax val="0"/>
          <dgm:bulletEnabled val="1"/>
        </dgm:presLayoutVars>
      </dgm:prSet>
      <dgm:spPr/>
    </dgm:pt>
  </dgm:ptLst>
  <dgm:cxnLst>
    <dgm:cxn modelId="{02395F01-5AD6-4CB2-8962-C5E153043250}" type="presOf" srcId="{B805865C-65BE-49EB-95F6-CD1EFC7589C4}" destId="{78379CB8-C741-4ECF-8BEF-28DB9C6CF63A}" srcOrd="0" destOrd="0" presId="urn:microsoft.com/office/officeart/2005/8/layout/vList2"/>
    <dgm:cxn modelId="{DE0DAE09-088F-4F5C-B370-81F32262F0A3}" type="presOf" srcId="{93024F02-B093-45C2-BCDF-6BD8F4BBA3E1}" destId="{F4771F2F-64AF-4512-B399-6C2405009C52}" srcOrd="0" destOrd="0" presId="urn:microsoft.com/office/officeart/2005/8/layout/vList2"/>
    <dgm:cxn modelId="{356A1B0B-5E25-4B52-BFBA-19F5D1713C58}" srcId="{38CAF228-C70E-43C4-B248-C2DCC42C6A87}" destId="{F65D2C0B-8569-4A03-8524-99CAD91AB402}" srcOrd="2" destOrd="0" parTransId="{5BF7D114-4E44-4C1F-8F3F-77C09AC9536B}" sibTransId="{4C2BD0EC-923F-46D3-904F-8B7610970463}"/>
    <dgm:cxn modelId="{5D561A0D-B873-416C-A868-90DCA863E698}" srcId="{38CAF228-C70E-43C4-B248-C2DCC42C6A87}" destId="{49BD279B-5107-4DEA-BC07-123CC51F30E9}" srcOrd="0" destOrd="0" parTransId="{13C22562-716F-4D3C-8425-030582DE48BE}" sibTransId="{22F22127-0EFB-47E7-991D-546FE985192A}"/>
    <dgm:cxn modelId="{42375423-5E4B-4125-9483-CFD367187169}" type="presOf" srcId="{49BD279B-5107-4DEA-BC07-123CC51F30E9}" destId="{09F7F36D-C0E7-40B5-8537-A50273CE2246}" srcOrd="0" destOrd="0" presId="urn:microsoft.com/office/officeart/2005/8/layout/vList2"/>
    <dgm:cxn modelId="{C78D273C-12EC-4733-865C-878E62AB024B}" srcId="{38CAF228-C70E-43C4-B248-C2DCC42C6A87}" destId="{B805865C-65BE-49EB-95F6-CD1EFC7589C4}" srcOrd="3" destOrd="0" parTransId="{0E6786CB-26EF-437C-AD60-56FC1BA9F109}" sibTransId="{2D0B8ED5-42D9-4D7E-A7F3-D65550BC141C}"/>
    <dgm:cxn modelId="{2A3B9241-2491-41A1-A884-9079AB9EEBDC}" srcId="{38CAF228-C70E-43C4-B248-C2DCC42C6A87}" destId="{93024F02-B093-45C2-BCDF-6BD8F4BBA3E1}" srcOrd="1" destOrd="0" parTransId="{85F77FEF-85BA-4933-9E4D-1FB1397E2DEF}" sibTransId="{B5A5A239-111B-4BA3-B30C-3F3873077E57}"/>
    <dgm:cxn modelId="{7F061470-E0C3-4036-BD3A-E33BBAF54F8C}" type="presOf" srcId="{F65D2C0B-8569-4A03-8524-99CAD91AB402}" destId="{BC87E257-DE3B-4050-ABC4-A7BB6C3B4E56}" srcOrd="0" destOrd="0" presId="urn:microsoft.com/office/officeart/2005/8/layout/vList2"/>
    <dgm:cxn modelId="{C2B42FE5-1F02-4DCD-A335-C7C120C6B5D0}" type="presOf" srcId="{38CAF228-C70E-43C4-B248-C2DCC42C6A87}" destId="{33A8B12B-FEFF-4A4B-988E-2E0A309885BA}" srcOrd="0" destOrd="0" presId="urn:microsoft.com/office/officeart/2005/8/layout/vList2"/>
    <dgm:cxn modelId="{9E9C7C36-67AB-4CED-9991-834152EA7A64}" type="presParOf" srcId="{33A8B12B-FEFF-4A4B-988E-2E0A309885BA}" destId="{09F7F36D-C0E7-40B5-8537-A50273CE2246}" srcOrd="0" destOrd="0" presId="urn:microsoft.com/office/officeart/2005/8/layout/vList2"/>
    <dgm:cxn modelId="{9D485838-FBB2-412D-9785-37FB871E5698}" type="presParOf" srcId="{33A8B12B-FEFF-4A4B-988E-2E0A309885BA}" destId="{A6CB63A5-B12F-4632-A0FF-4E580A2699BE}" srcOrd="1" destOrd="0" presId="urn:microsoft.com/office/officeart/2005/8/layout/vList2"/>
    <dgm:cxn modelId="{20EAFF15-4D36-4657-98A4-DFE23B7AD84C}" type="presParOf" srcId="{33A8B12B-FEFF-4A4B-988E-2E0A309885BA}" destId="{F4771F2F-64AF-4512-B399-6C2405009C52}" srcOrd="2" destOrd="0" presId="urn:microsoft.com/office/officeart/2005/8/layout/vList2"/>
    <dgm:cxn modelId="{04B68B2E-D61F-4F9B-B4E0-77ED9EA9622F}" type="presParOf" srcId="{33A8B12B-FEFF-4A4B-988E-2E0A309885BA}" destId="{2C5F62DF-1D38-4A5B-BAD0-CEDDBA216A80}" srcOrd="3" destOrd="0" presId="urn:microsoft.com/office/officeart/2005/8/layout/vList2"/>
    <dgm:cxn modelId="{3A4933BE-FA3A-45E1-859E-75B6550583AD}" type="presParOf" srcId="{33A8B12B-FEFF-4A4B-988E-2E0A309885BA}" destId="{BC87E257-DE3B-4050-ABC4-A7BB6C3B4E56}" srcOrd="4" destOrd="0" presId="urn:microsoft.com/office/officeart/2005/8/layout/vList2"/>
    <dgm:cxn modelId="{5876E26C-CAB9-43DD-8257-08882FC1EAF6}" type="presParOf" srcId="{33A8B12B-FEFF-4A4B-988E-2E0A309885BA}" destId="{4011D9D2-4806-4C7C-ADE2-6DF566E29D6B}" srcOrd="5" destOrd="0" presId="urn:microsoft.com/office/officeart/2005/8/layout/vList2"/>
    <dgm:cxn modelId="{A0DC421F-AAD2-46D1-8048-D7FAF0237E30}" type="presParOf" srcId="{33A8B12B-FEFF-4A4B-988E-2E0A309885BA}" destId="{78379CB8-C741-4ECF-8BEF-28DB9C6CF63A}"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38CAF228-C70E-43C4-B248-C2DCC42C6A87}"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49BD279B-5107-4DEA-BC07-123CC51F30E9}">
      <dgm:prSet/>
      <dgm:spPr/>
      <dgm:t>
        <a:bodyPr/>
        <a:lstStyle/>
        <a:p>
          <a:pPr algn="l"/>
          <a:r>
            <a:rPr lang="en-US" b="0" dirty="0">
              <a:solidFill>
                <a:srgbClr val="343541"/>
              </a:solidFill>
              <a:latin typeface="system-ui"/>
            </a:rPr>
            <a:t>5</a:t>
          </a:r>
          <a:r>
            <a:rPr lang="en-US" dirty="0">
              <a:solidFill>
                <a:srgbClr val="343541"/>
              </a:solidFill>
              <a:latin typeface="system-ui"/>
            </a:rPr>
            <a:t>. Word </a:t>
          </a:r>
          <a:r>
            <a:rPr lang="en-US" b="0" dirty="0">
              <a:solidFill>
                <a:srgbClr val="343541"/>
              </a:solidFill>
              <a:latin typeface="system-ui"/>
            </a:rPr>
            <a:t>Arithmetic: </a:t>
          </a:r>
          <a:r>
            <a:rPr lang="en-US" dirty="0">
              <a:solidFill>
                <a:srgbClr val="343541"/>
              </a:solidFill>
              <a:latin typeface="system-ui"/>
            </a:rPr>
            <a:t>Word embeddings enable</a:t>
          </a:r>
          <a:r>
            <a:rPr lang="en-US" b="0" dirty="0">
              <a:solidFill>
                <a:srgbClr val="343541"/>
              </a:solidFill>
              <a:latin typeface="system-ui"/>
            </a:rPr>
            <a:t> algebraic operations on </a:t>
          </a:r>
          <a:r>
            <a:rPr lang="en-US" dirty="0">
              <a:solidFill>
                <a:srgbClr val="343541"/>
              </a:solidFill>
              <a:latin typeface="system-ui"/>
            </a:rPr>
            <a:t>words. You can perform operations</a:t>
          </a:r>
          <a:r>
            <a:rPr lang="en-US" b="0" dirty="0">
              <a:solidFill>
                <a:srgbClr val="343541"/>
              </a:solidFill>
              <a:latin typeface="system-ui"/>
            </a:rPr>
            <a:t> like word analogy ("king" - "man" + "woman" ≈ "queen") by manipulating </a:t>
          </a:r>
          <a:r>
            <a:rPr lang="en-US" dirty="0">
              <a:solidFill>
                <a:srgbClr val="343541"/>
              </a:solidFill>
              <a:latin typeface="system-ui"/>
            </a:rPr>
            <a:t>word </a:t>
          </a:r>
          <a:r>
            <a:rPr lang="en-US" b="0" dirty="0">
              <a:solidFill>
                <a:srgbClr val="343541"/>
              </a:solidFill>
              <a:latin typeface="system-ui"/>
            </a:rPr>
            <a:t>vectors.</a:t>
          </a:r>
          <a:endParaRPr lang="en-US" dirty="0">
            <a:solidFill>
              <a:srgbClr val="343541"/>
            </a:solidFill>
            <a:latin typeface="system-ui"/>
          </a:endParaRPr>
        </a:p>
      </dgm:t>
    </dgm:pt>
    <dgm:pt modelId="{13C22562-716F-4D3C-8425-030582DE48BE}" type="parTrans" cxnId="{5D561A0D-B873-416C-A868-90DCA863E698}">
      <dgm:prSet/>
      <dgm:spPr/>
      <dgm:t>
        <a:bodyPr/>
        <a:lstStyle/>
        <a:p>
          <a:endParaRPr lang="en-US"/>
        </a:p>
      </dgm:t>
    </dgm:pt>
    <dgm:pt modelId="{22F22127-0EFB-47E7-991D-546FE985192A}" type="sibTrans" cxnId="{5D561A0D-B873-416C-A868-90DCA863E698}">
      <dgm:prSet/>
      <dgm:spPr/>
      <dgm:t>
        <a:bodyPr/>
        <a:lstStyle/>
        <a:p>
          <a:endParaRPr lang="en-US"/>
        </a:p>
      </dgm:t>
    </dgm:pt>
    <dgm:pt modelId="{93024F02-B093-45C2-BCDF-6BD8F4BBA3E1}">
      <dgm:prSet phldr="0"/>
      <dgm:spPr/>
      <dgm:t>
        <a:bodyPr/>
        <a:lstStyle/>
        <a:p>
          <a:pPr algn="l" rtl="0"/>
          <a:r>
            <a:rPr lang="en-US" b="0" dirty="0">
              <a:solidFill>
                <a:srgbClr val="343541"/>
              </a:solidFill>
              <a:latin typeface="system-ui"/>
            </a:rPr>
            <a:t>6. Dimensionality: Word embeddings are typically high-dimensional, with hundreds of dimensions. The choice of dimensionality affects the richness of the semantic information captured.</a:t>
          </a:r>
        </a:p>
      </dgm:t>
    </dgm:pt>
    <dgm:pt modelId="{85F77FEF-85BA-4933-9E4D-1FB1397E2DEF}" type="parTrans" cxnId="{2A3B9241-2491-41A1-A884-9079AB9EEBDC}">
      <dgm:prSet/>
      <dgm:spPr/>
    </dgm:pt>
    <dgm:pt modelId="{B5A5A239-111B-4BA3-B30C-3F3873077E57}" type="sibTrans" cxnId="{2A3B9241-2491-41A1-A884-9079AB9EEBDC}">
      <dgm:prSet/>
      <dgm:spPr/>
    </dgm:pt>
    <dgm:pt modelId="{F65D2C0B-8569-4A03-8524-99CAD91AB402}">
      <dgm:prSet phldr="0"/>
      <dgm:spPr/>
      <dgm:t>
        <a:bodyPr/>
        <a:lstStyle/>
        <a:p>
          <a:pPr algn="l"/>
          <a:r>
            <a:rPr lang="en-US" b="0" dirty="0">
              <a:solidFill>
                <a:srgbClr val="343541"/>
              </a:solidFill>
              <a:latin typeface="system-ui"/>
            </a:rPr>
            <a:t>7. Pre-trained Models: Pre-trained word embeddings are available for various languages and domains. These models are trained on large corpora and can be fine-tuned for specific NLP tasks, such as sentiment analysis or machine translation.</a:t>
          </a:r>
        </a:p>
      </dgm:t>
    </dgm:pt>
    <dgm:pt modelId="{5BF7D114-4E44-4C1F-8F3F-77C09AC9536B}" type="parTrans" cxnId="{356A1B0B-5E25-4B52-BFBA-19F5D1713C58}">
      <dgm:prSet/>
      <dgm:spPr/>
    </dgm:pt>
    <dgm:pt modelId="{4C2BD0EC-923F-46D3-904F-8B7610970463}" type="sibTrans" cxnId="{356A1B0B-5E25-4B52-BFBA-19F5D1713C58}">
      <dgm:prSet/>
      <dgm:spPr/>
    </dgm:pt>
    <dgm:pt modelId="{B805865C-65BE-49EB-95F6-CD1EFC7589C4}">
      <dgm:prSet phldr="0"/>
      <dgm:spPr/>
      <dgm:t>
        <a:bodyPr/>
        <a:lstStyle/>
        <a:p>
          <a:pPr algn="l" rtl="0"/>
          <a:r>
            <a:rPr lang="en-US" b="0" dirty="0">
              <a:solidFill>
                <a:srgbClr val="343541"/>
              </a:solidFill>
              <a:latin typeface="system-ui"/>
            </a:rPr>
            <a:t>8. Embedding Visualization: Techniques like Principal Component Analysis (PCA) or t-SNE can be used to reduce the dimensionality of word embeddings for visualization, making it possible to explore the semantic relationships between words graphically.</a:t>
          </a:r>
        </a:p>
      </dgm:t>
    </dgm:pt>
    <dgm:pt modelId="{0E6786CB-26EF-437C-AD60-56FC1BA9F109}" type="parTrans" cxnId="{C78D273C-12EC-4733-865C-878E62AB024B}">
      <dgm:prSet/>
      <dgm:spPr/>
    </dgm:pt>
    <dgm:pt modelId="{2D0B8ED5-42D9-4D7E-A7F3-D65550BC141C}" type="sibTrans" cxnId="{C78D273C-12EC-4733-865C-878E62AB024B}">
      <dgm:prSet/>
      <dgm:spPr/>
    </dgm:pt>
    <dgm:pt modelId="{33A8B12B-FEFF-4A4B-988E-2E0A309885BA}" type="pres">
      <dgm:prSet presAssocID="{38CAF228-C70E-43C4-B248-C2DCC42C6A87}" presName="linear" presStyleCnt="0">
        <dgm:presLayoutVars>
          <dgm:animLvl val="lvl"/>
          <dgm:resizeHandles val="exact"/>
        </dgm:presLayoutVars>
      </dgm:prSet>
      <dgm:spPr/>
    </dgm:pt>
    <dgm:pt modelId="{09F7F36D-C0E7-40B5-8537-A50273CE2246}" type="pres">
      <dgm:prSet presAssocID="{49BD279B-5107-4DEA-BC07-123CC51F30E9}" presName="parentText" presStyleLbl="node1" presStyleIdx="0" presStyleCnt="4">
        <dgm:presLayoutVars>
          <dgm:chMax val="0"/>
          <dgm:bulletEnabled val="1"/>
        </dgm:presLayoutVars>
      </dgm:prSet>
      <dgm:spPr/>
    </dgm:pt>
    <dgm:pt modelId="{A6CB63A5-B12F-4632-A0FF-4E580A2699BE}" type="pres">
      <dgm:prSet presAssocID="{22F22127-0EFB-47E7-991D-546FE985192A}" presName="spacer" presStyleCnt="0"/>
      <dgm:spPr/>
    </dgm:pt>
    <dgm:pt modelId="{F4771F2F-64AF-4512-B399-6C2405009C52}" type="pres">
      <dgm:prSet presAssocID="{93024F02-B093-45C2-BCDF-6BD8F4BBA3E1}" presName="parentText" presStyleLbl="node1" presStyleIdx="1" presStyleCnt="4">
        <dgm:presLayoutVars>
          <dgm:chMax val="0"/>
          <dgm:bulletEnabled val="1"/>
        </dgm:presLayoutVars>
      </dgm:prSet>
      <dgm:spPr/>
    </dgm:pt>
    <dgm:pt modelId="{2C5F62DF-1D38-4A5B-BAD0-CEDDBA216A80}" type="pres">
      <dgm:prSet presAssocID="{B5A5A239-111B-4BA3-B30C-3F3873077E57}" presName="spacer" presStyleCnt="0"/>
      <dgm:spPr/>
    </dgm:pt>
    <dgm:pt modelId="{BC87E257-DE3B-4050-ABC4-A7BB6C3B4E56}" type="pres">
      <dgm:prSet presAssocID="{F65D2C0B-8569-4A03-8524-99CAD91AB402}" presName="parentText" presStyleLbl="node1" presStyleIdx="2" presStyleCnt="4">
        <dgm:presLayoutVars>
          <dgm:chMax val="0"/>
          <dgm:bulletEnabled val="1"/>
        </dgm:presLayoutVars>
      </dgm:prSet>
      <dgm:spPr/>
    </dgm:pt>
    <dgm:pt modelId="{4011D9D2-4806-4C7C-ADE2-6DF566E29D6B}" type="pres">
      <dgm:prSet presAssocID="{4C2BD0EC-923F-46D3-904F-8B7610970463}" presName="spacer" presStyleCnt="0"/>
      <dgm:spPr/>
    </dgm:pt>
    <dgm:pt modelId="{78379CB8-C741-4ECF-8BEF-28DB9C6CF63A}" type="pres">
      <dgm:prSet presAssocID="{B805865C-65BE-49EB-95F6-CD1EFC7589C4}" presName="parentText" presStyleLbl="node1" presStyleIdx="3" presStyleCnt="4">
        <dgm:presLayoutVars>
          <dgm:chMax val="0"/>
          <dgm:bulletEnabled val="1"/>
        </dgm:presLayoutVars>
      </dgm:prSet>
      <dgm:spPr/>
    </dgm:pt>
  </dgm:ptLst>
  <dgm:cxnLst>
    <dgm:cxn modelId="{356A1B0B-5E25-4B52-BFBA-19F5D1713C58}" srcId="{38CAF228-C70E-43C4-B248-C2DCC42C6A87}" destId="{F65D2C0B-8569-4A03-8524-99CAD91AB402}" srcOrd="2" destOrd="0" parTransId="{5BF7D114-4E44-4C1F-8F3F-77C09AC9536B}" sibTransId="{4C2BD0EC-923F-46D3-904F-8B7610970463}"/>
    <dgm:cxn modelId="{5D561A0D-B873-416C-A868-90DCA863E698}" srcId="{38CAF228-C70E-43C4-B248-C2DCC42C6A87}" destId="{49BD279B-5107-4DEA-BC07-123CC51F30E9}" srcOrd="0" destOrd="0" parTransId="{13C22562-716F-4D3C-8425-030582DE48BE}" sibTransId="{22F22127-0EFB-47E7-991D-546FE985192A}"/>
    <dgm:cxn modelId="{661A7822-27D2-496E-A08A-74417EB8D9A0}" type="presOf" srcId="{93024F02-B093-45C2-BCDF-6BD8F4BBA3E1}" destId="{F4771F2F-64AF-4512-B399-6C2405009C52}" srcOrd="0" destOrd="0" presId="urn:microsoft.com/office/officeart/2005/8/layout/vList2"/>
    <dgm:cxn modelId="{625B2323-F732-43BA-9A1A-C3D761D3B9A3}" type="presOf" srcId="{49BD279B-5107-4DEA-BC07-123CC51F30E9}" destId="{09F7F36D-C0E7-40B5-8537-A50273CE2246}" srcOrd="0" destOrd="0" presId="urn:microsoft.com/office/officeart/2005/8/layout/vList2"/>
    <dgm:cxn modelId="{C78D273C-12EC-4733-865C-878E62AB024B}" srcId="{38CAF228-C70E-43C4-B248-C2DCC42C6A87}" destId="{B805865C-65BE-49EB-95F6-CD1EFC7589C4}" srcOrd="3" destOrd="0" parTransId="{0E6786CB-26EF-437C-AD60-56FC1BA9F109}" sibTransId="{2D0B8ED5-42D9-4D7E-A7F3-D65550BC141C}"/>
    <dgm:cxn modelId="{2A3B9241-2491-41A1-A884-9079AB9EEBDC}" srcId="{38CAF228-C70E-43C4-B248-C2DCC42C6A87}" destId="{93024F02-B093-45C2-BCDF-6BD8F4BBA3E1}" srcOrd="1" destOrd="0" parTransId="{85F77FEF-85BA-4933-9E4D-1FB1397E2DEF}" sibTransId="{B5A5A239-111B-4BA3-B30C-3F3873077E57}"/>
    <dgm:cxn modelId="{54F5AF6A-2719-495F-A282-7787D9B02EBD}" type="presOf" srcId="{B805865C-65BE-49EB-95F6-CD1EFC7589C4}" destId="{78379CB8-C741-4ECF-8BEF-28DB9C6CF63A}" srcOrd="0" destOrd="0" presId="urn:microsoft.com/office/officeart/2005/8/layout/vList2"/>
    <dgm:cxn modelId="{E3E28156-71CF-454A-8B04-E82D75C057C8}" type="presOf" srcId="{F65D2C0B-8569-4A03-8524-99CAD91AB402}" destId="{BC87E257-DE3B-4050-ABC4-A7BB6C3B4E56}" srcOrd="0" destOrd="0" presId="urn:microsoft.com/office/officeart/2005/8/layout/vList2"/>
    <dgm:cxn modelId="{C2B42FE5-1F02-4DCD-A335-C7C120C6B5D0}" type="presOf" srcId="{38CAF228-C70E-43C4-B248-C2DCC42C6A87}" destId="{33A8B12B-FEFF-4A4B-988E-2E0A309885BA}" srcOrd="0" destOrd="0" presId="urn:microsoft.com/office/officeart/2005/8/layout/vList2"/>
    <dgm:cxn modelId="{728C9A38-8C88-4861-A53E-24CFC23216DC}" type="presParOf" srcId="{33A8B12B-FEFF-4A4B-988E-2E0A309885BA}" destId="{09F7F36D-C0E7-40B5-8537-A50273CE2246}" srcOrd="0" destOrd="0" presId="urn:microsoft.com/office/officeart/2005/8/layout/vList2"/>
    <dgm:cxn modelId="{CF4D4C9A-0E83-49AE-8AEF-4E088E065E4D}" type="presParOf" srcId="{33A8B12B-FEFF-4A4B-988E-2E0A309885BA}" destId="{A6CB63A5-B12F-4632-A0FF-4E580A2699BE}" srcOrd="1" destOrd="0" presId="urn:microsoft.com/office/officeart/2005/8/layout/vList2"/>
    <dgm:cxn modelId="{D4A78EAB-251F-4398-8186-7A0A2FD051F8}" type="presParOf" srcId="{33A8B12B-FEFF-4A4B-988E-2E0A309885BA}" destId="{F4771F2F-64AF-4512-B399-6C2405009C52}" srcOrd="2" destOrd="0" presId="urn:microsoft.com/office/officeart/2005/8/layout/vList2"/>
    <dgm:cxn modelId="{1E786D2A-9619-4575-9BB9-C0174967CB07}" type="presParOf" srcId="{33A8B12B-FEFF-4A4B-988E-2E0A309885BA}" destId="{2C5F62DF-1D38-4A5B-BAD0-CEDDBA216A80}" srcOrd="3" destOrd="0" presId="urn:microsoft.com/office/officeart/2005/8/layout/vList2"/>
    <dgm:cxn modelId="{BE4ADABD-2992-4F25-B7F7-9850C8466BBD}" type="presParOf" srcId="{33A8B12B-FEFF-4A4B-988E-2E0A309885BA}" destId="{BC87E257-DE3B-4050-ABC4-A7BB6C3B4E56}" srcOrd="4" destOrd="0" presId="urn:microsoft.com/office/officeart/2005/8/layout/vList2"/>
    <dgm:cxn modelId="{0AED7EC9-16C6-4B6C-8931-1BBBE8F08F2B}" type="presParOf" srcId="{33A8B12B-FEFF-4A4B-988E-2E0A309885BA}" destId="{4011D9D2-4806-4C7C-ADE2-6DF566E29D6B}" srcOrd="5" destOrd="0" presId="urn:microsoft.com/office/officeart/2005/8/layout/vList2"/>
    <dgm:cxn modelId="{D8CC41A1-C15F-4A76-8E4F-32CFE526ED0A}" type="presParOf" srcId="{33A8B12B-FEFF-4A4B-988E-2E0A309885BA}" destId="{78379CB8-C741-4ECF-8BEF-28DB9C6CF63A}"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38CAF228-C70E-43C4-B248-C2DCC42C6A87}"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49BD279B-5107-4DEA-BC07-123CC51F30E9}">
      <dgm:prSet/>
      <dgm:spPr/>
      <dgm:t>
        <a:bodyPr/>
        <a:lstStyle/>
        <a:p>
          <a:pPr rtl="0"/>
          <a:r>
            <a:rPr lang="en-US" dirty="0">
              <a:solidFill>
                <a:srgbClr val="343541"/>
              </a:solidFill>
              <a:latin typeface="system-ui"/>
            </a:rPr>
            <a:t>Word2Vec is a popular natural language processing (NLP) technique that is used to generate word embeddings.</a:t>
          </a:r>
        </a:p>
      </dgm:t>
    </dgm:pt>
    <dgm:pt modelId="{13C22562-716F-4D3C-8425-030582DE48BE}" type="parTrans" cxnId="{5D561A0D-B873-416C-A868-90DCA863E698}">
      <dgm:prSet/>
      <dgm:spPr/>
      <dgm:t>
        <a:bodyPr/>
        <a:lstStyle/>
        <a:p>
          <a:endParaRPr lang="en-US"/>
        </a:p>
      </dgm:t>
    </dgm:pt>
    <dgm:pt modelId="{22F22127-0EFB-47E7-991D-546FE985192A}" type="sibTrans" cxnId="{5D561A0D-B873-416C-A868-90DCA863E698}">
      <dgm:prSet/>
      <dgm:spPr/>
      <dgm:t>
        <a:bodyPr/>
        <a:lstStyle/>
        <a:p>
          <a:endParaRPr lang="en-US"/>
        </a:p>
      </dgm:t>
    </dgm:pt>
    <dgm:pt modelId="{43CB3A93-9B37-4E22-AEE4-15B93632DE94}">
      <dgm:prSet phldr="0"/>
      <dgm:spPr/>
      <dgm:t>
        <a:bodyPr/>
        <a:lstStyle/>
        <a:p>
          <a:pPr rtl="0"/>
          <a:r>
            <a:rPr lang="en-US" dirty="0">
              <a:solidFill>
                <a:srgbClr val="343541"/>
              </a:solidFill>
              <a:latin typeface="system-ui"/>
            </a:rPr>
            <a:t>Word Embeddings are dense, real-valued vector representations of words in a continuous vector space.</a:t>
          </a:r>
          <a:endParaRPr lang="en-US" dirty="0">
            <a:latin typeface="Calibri"/>
            <a:ea typeface="Calibri"/>
            <a:cs typeface="Calibri"/>
          </a:endParaRPr>
        </a:p>
      </dgm:t>
    </dgm:pt>
    <dgm:pt modelId="{27173AD9-DD02-4B79-A8A8-D46FEE8C81D0}" type="parTrans" cxnId="{9F3347E5-E1E5-430C-B4C2-FBF2C952271B}">
      <dgm:prSet/>
      <dgm:spPr/>
    </dgm:pt>
    <dgm:pt modelId="{37F30A1E-B6C3-4C5F-AE0A-69C082E0A763}" type="sibTrans" cxnId="{9F3347E5-E1E5-430C-B4C2-FBF2C952271B}">
      <dgm:prSet/>
      <dgm:spPr/>
    </dgm:pt>
    <dgm:pt modelId="{9DF56564-EBB8-4C86-AD9E-E0448AD1DBFB}">
      <dgm:prSet phldr="0"/>
      <dgm:spPr/>
      <dgm:t>
        <a:bodyPr/>
        <a:lstStyle/>
        <a:p>
          <a:pPr rtl="0"/>
          <a:r>
            <a:rPr lang="en-US" dirty="0">
              <a:solidFill>
                <a:srgbClr val="343541"/>
              </a:solidFill>
              <a:latin typeface="system-ui"/>
            </a:rPr>
            <a:t>Word2Vec is designed to capture the semantic meaning of words by considering their contextual usage in a large corpus of text. </a:t>
          </a:r>
          <a:endParaRPr lang="en-US" dirty="0">
            <a:latin typeface="Calibri"/>
            <a:ea typeface="Calibri"/>
            <a:cs typeface="Calibri"/>
          </a:endParaRPr>
        </a:p>
      </dgm:t>
    </dgm:pt>
    <dgm:pt modelId="{E5012F36-AEF6-43C6-AF67-A348855A5A0A}" type="parTrans" cxnId="{0D566430-484D-4A31-8266-048CB1DBD208}">
      <dgm:prSet/>
      <dgm:spPr/>
    </dgm:pt>
    <dgm:pt modelId="{959FA465-075D-4217-AFF5-959EE0BF8CD7}" type="sibTrans" cxnId="{0D566430-484D-4A31-8266-048CB1DBD208}">
      <dgm:prSet/>
      <dgm:spPr/>
    </dgm:pt>
    <dgm:pt modelId="{0784DA8E-BCAE-4AFF-BBEB-866ACCEF6E23}">
      <dgm:prSet phldr="0"/>
      <dgm:spPr/>
      <dgm:t>
        <a:bodyPr/>
        <a:lstStyle/>
        <a:p>
          <a:r>
            <a:rPr lang="en-US" dirty="0">
              <a:solidFill>
                <a:srgbClr val="343541"/>
              </a:solidFill>
              <a:latin typeface="system-ui"/>
            </a:rPr>
            <a:t>This technique has been instrumental in improving the performance of various NLP tasks.</a:t>
          </a:r>
          <a:endParaRPr lang="en-US" dirty="0"/>
        </a:p>
      </dgm:t>
    </dgm:pt>
    <dgm:pt modelId="{05859B30-2613-4EAE-8114-12B28228BE87}" type="parTrans" cxnId="{7B04FD10-B07A-4887-B8DD-D8554BA9C2F1}">
      <dgm:prSet/>
      <dgm:spPr/>
    </dgm:pt>
    <dgm:pt modelId="{724C6C96-A82C-4DC0-8A05-F467EE588BA0}" type="sibTrans" cxnId="{7B04FD10-B07A-4887-B8DD-D8554BA9C2F1}">
      <dgm:prSet/>
      <dgm:spPr/>
    </dgm:pt>
    <dgm:pt modelId="{45AD443D-21BC-428A-8F49-E32152E3FD06}">
      <dgm:prSet phldr="0"/>
      <dgm:spPr/>
      <dgm:t>
        <a:bodyPr/>
        <a:lstStyle/>
        <a:p>
          <a:pPr rtl="0"/>
          <a:r>
            <a:rPr lang="en-US" dirty="0">
              <a:solidFill>
                <a:srgbClr val="343541"/>
              </a:solidFill>
              <a:latin typeface="system-ui"/>
            </a:rPr>
            <a:t>Word2Vec Embeddings have proven to be highly effective in various NLP tasks, including sentiment analysis, text classification, machine translation, named entity recognition, and more. </a:t>
          </a:r>
        </a:p>
      </dgm:t>
    </dgm:pt>
    <dgm:pt modelId="{B1159EFD-2B31-4A86-88F3-D68FAA3F966E}" type="parTrans" cxnId="{34C1BE85-B44A-4531-BE58-855EBF85A200}">
      <dgm:prSet/>
      <dgm:spPr/>
    </dgm:pt>
    <dgm:pt modelId="{92BEC832-F325-4C7C-B8B6-BE86A1A39910}" type="sibTrans" cxnId="{34C1BE85-B44A-4531-BE58-855EBF85A200}">
      <dgm:prSet/>
      <dgm:spPr/>
    </dgm:pt>
    <dgm:pt modelId="{18C9656B-4C29-4EE7-9780-85EE80255B11}">
      <dgm:prSet phldr="0"/>
      <dgm:spPr/>
      <dgm:t>
        <a:bodyPr/>
        <a:lstStyle/>
        <a:p>
          <a:pPr rtl="0"/>
          <a:r>
            <a:rPr lang="en-US" dirty="0">
              <a:solidFill>
                <a:srgbClr val="343541"/>
              </a:solidFill>
              <a:latin typeface="system-ui"/>
            </a:rPr>
            <a:t>They provide a way to represent words in a dense and semantically meaningful format, which is often used as input features for downstream machine learning models in NLP applications. </a:t>
          </a:r>
          <a:endParaRPr lang="en-US" dirty="0">
            <a:latin typeface="Calibri"/>
            <a:ea typeface="Calibri"/>
            <a:cs typeface="Calibri"/>
          </a:endParaRPr>
        </a:p>
      </dgm:t>
    </dgm:pt>
    <dgm:pt modelId="{8A33393A-22B5-4B2C-B135-DF13A5ACB149}" type="parTrans" cxnId="{24BC569E-3594-4ACB-91F4-2A5F1EE9CED6}">
      <dgm:prSet/>
      <dgm:spPr/>
    </dgm:pt>
    <dgm:pt modelId="{8C6C323F-99F4-483A-9226-0C210D479E1A}" type="sibTrans" cxnId="{24BC569E-3594-4ACB-91F4-2A5F1EE9CED6}">
      <dgm:prSet/>
      <dgm:spPr/>
    </dgm:pt>
    <dgm:pt modelId="{3E83FB17-DF91-4169-AA4D-3C548A16F640}">
      <dgm:prSet phldr="0"/>
      <dgm:spPr/>
      <dgm:t>
        <a:bodyPr/>
        <a:lstStyle/>
        <a:p>
          <a:r>
            <a:rPr lang="en-US" dirty="0">
              <a:solidFill>
                <a:srgbClr val="343541"/>
              </a:solidFill>
              <a:latin typeface="system-ui"/>
            </a:rPr>
            <a:t>Pre-trained Word2Vec models are available for many languages and domains, making them a valuable resource for NLP practitioners.</a:t>
          </a:r>
          <a:endParaRPr lang="en-US" dirty="0"/>
        </a:p>
      </dgm:t>
    </dgm:pt>
    <dgm:pt modelId="{DB87D76E-BA55-48B0-8C0E-A487106A90B1}" type="parTrans" cxnId="{2063B1CE-705B-468E-9881-5EC0CA7EBC62}">
      <dgm:prSet/>
      <dgm:spPr/>
    </dgm:pt>
    <dgm:pt modelId="{409BA7C7-9C54-4116-BA12-9CA06D89D318}" type="sibTrans" cxnId="{2063B1CE-705B-468E-9881-5EC0CA7EBC62}">
      <dgm:prSet/>
      <dgm:spPr/>
    </dgm:pt>
    <dgm:pt modelId="{33A8B12B-FEFF-4A4B-988E-2E0A309885BA}" type="pres">
      <dgm:prSet presAssocID="{38CAF228-C70E-43C4-B248-C2DCC42C6A87}" presName="linear" presStyleCnt="0">
        <dgm:presLayoutVars>
          <dgm:animLvl val="lvl"/>
          <dgm:resizeHandles val="exact"/>
        </dgm:presLayoutVars>
      </dgm:prSet>
      <dgm:spPr/>
    </dgm:pt>
    <dgm:pt modelId="{09F7F36D-C0E7-40B5-8537-A50273CE2246}" type="pres">
      <dgm:prSet presAssocID="{49BD279B-5107-4DEA-BC07-123CC51F30E9}" presName="parentText" presStyleLbl="node1" presStyleIdx="0" presStyleCnt="7">
        <dgm:presLayoutVars>
          <dgm:chMax val="0"/>
          <dgm:bulletEnabled val="1"/>
        </dgm:presLayoutVars>
      </dgm:prSet>
      <dgm:spPr/>
    </dgm:pt>
    <dgm:pt modelId="{D1814874-2F9B-4314-8CC9-D3250C423C6C}" type="pres">
      <dgm:prSet presAssocID="{22F22127-0EFB-47E7-991D-546FE985192A}" presName="spacer" presStyleCnt="0"/>
      <dgm:spPr/>
    </dgm:pt>
    <dgm:pt modelId="{AB270195-970A-4EBF-ADD7-75FEFB75C299}" type="pres">
      <dgm:prSet presAssocID="{43CB3A93-9B37-4E22-AEE4-15B93632DE94}" presName="parentText" presStyleLbl="node1" presStyleIdx="1" presStyleCnt="7">
        <dgm:presLayoutVars>
          <dgm:chMax val="0"/>
          <dgm:bulletEnabled val="1"/>
        </dgm:presLayoutVars>
      </dgm:prSet>
      <dgm:spPr/>
    </dgm:pt>
    <dgm:pt modelId="{ADE9DB79-701B-43A5-92E4-D25E9EC473A0}" type="pres">
      <dgm:prSet presAssocID="{37F30A1E-B6C3-4C5F-AE0A-69C082E0A763}" presName="spacer" presStyleCnt="0"/>
      <dgm:spPr/>
    </dgm:pt>
    <dgm:pt modelId="{AD904602-128D-4B05-9B23-C91B7E2581D2}" type="pres">
      <dgm:prSet presAssocID="{9DF56564-EBB8-4C86-AD9E-E0448AD1DBFB}" presName="parentText" presStyleLbl="node1" presStyleIdx="2" presStyleCnt="7">
        <dgm:presLayoutVars>
          <dgm:chMax val="0"/>
          <dgm:bulletEnabled val="1"/>
        </dgm:presLayoutVars>
      </dgm:prSet>
      <dgm:spPr/>
    </dgm:pt>
    <dgm:pt modelId="{327221C5-56EA-4FDC-A74C-73D9B9B34DFD}" type="pres">
      <dgm:prSet presAssocID="{959FA465-075D-4217-AFF5-959EE0BF8CD7}" presName="spacer" presStyleCnt="0"/>
      <dgm:spPr/>
    </dgm:pt>
    <dgm:pt modelId="{7EB10D51-BBF9-4BC1-AC17-44F4649DF96B}" type="pres">
      <dgm:prSet presAssocID="{0784DA8E-BCAE-4AFF-BBEB-866ACCEF6E23}" presName="parentText" presStyleLbl="node1" presStyleIdx="3" presStyleCnt="7">
        <dgm:presLayoutVars>
          <dgm:chMax val="0"/>
          <dgm:bulletEnabled val="1"/>
        </dgm:presLayoutVars>
      </dgm:prSet>
      <dgm:spPr/>
    </dgm:pt>
    <dgm:pt modelId="{79F9EF49-2306-40AF-974B-70EE9CDEDAE9}" type="pres">
      <dgm:prSet presAssocID="{724C6C96-A82C-4DC0-8A05-F467EE588BA0}" presName="spacer" presStyleCnt="0"/>
      <dgm:spPr/>
    </dgm:pt>
    <dgm:pt modelId="{8D249F0C-850E-4993-845D-5F323D2165B6}" type="pres">
      <dgm:prSet presAssocID="{45AD443D-21BC-428A-8F49-E32152E3FD06}" presName="parentText" presStyleLbl="node1" presStyleIdx="4" presStyleCnt="7">
        <dgm:presLayoutVars>
          <dgm:chMax val="0"/>
          <dgm:bulletEnabled val="1"/>
        </dgm:presLayoutVars>
      </dgm:prSet>
      <dgm:spPr/>
    </dgm:pt>
    <dgm:pt modelId="{997AFAEC-751E-4F1D-8A98-CF97DE6DD21B}" type="pres">
      <dgm:prSet presAssocID="{92BEC832-F325-4C7C-B8B6-BE86A1A39910}" presName="spacer" presStyleCnt="0"/>
      <dgm:spPr/>
    </dgm:pt>
    <dgm:pt modelId="{502EAE8E-2DD2-4217-B40F-8B185810F5D0}" type="pres">
      <dgm:prSet presAssocID="{18C9656B-4C29-4EE7-9780-85EE80255B11}" presName="parentText" presStyleLbl="node1" presStyleIdx="5" presStyleCnt="7">
        <dgm:presLayoutVars>
          <dgm:chMax val="0"/>
          <dgm:bulletEnabled val="1"/>
        </dgm:presLayoutVars>
      </dgm:prSet>
      <dgm:spPr/>
    </dgm:pt>
    <dgm:pt modelId="{F256428B-92B5-4BD7-9454-E9A918D23623}" type="pres">
      <dgm:prSet presAssocID="{8C6C323F-99F4-483A-9226-0C210D479E1A}" presName="spacer" presStyleCnt="0"/>
      <dgm:spPr/>
    </dgm:pt>
    <dgm:pt modelId="{4559ADB4-9ED2-4742-825D-E4198762AC6E}" type="pres">
      <dgm:prSet presAssocID="{3E83FB17-DF91-4169-AA4D-3C548A16F640}" presName="parentText" presStyleLbl="node1" presStyleIdx="6" presStyleCnt="7">
        <dgm:presLayoutVars>
          <dgm:chMax val="0"/>
          <dgm:bulletEnabled val="1"/>
        </dgm:presLayoutVars>
      </dgm:prSet>
      <dgm:spPr/>
    </dgm:pt>
  </dgm:ptLst>
  <dgm:cxnLst>
    <dgm:cxn modelId="{5D561A0D-B873-416C-A868-90DCA863E698}" srcId="{38CAF228-C70E-43C4-B248-C2DCC42C6A87}" destId="{49BD279B-5107-4DEA-BC07-123CC51F30E9}" srcOrd="0" destOrd="0" parTransId="{13C22562-716F-4D3C-8425-030582DE48BE}" sibTransId="{22F22127-0EFB-47E7-991D-546FE985192A}"/>
    <dgm:cxn modelId="{7B04FD10-B07A-4887-B8DD-D8554BA9C2F1}" srcId="{38CAF228-C70E-43C4-B248-C2DCC42C6A87}" destId="{0784DA8E-BCAE-4AFF-BBEB-866ACCEF6E23}" srcOrd="3" destOrd="0" parTransId="{05859B30-2613-4EAE-8114-12B28228BE87}" sibTransId="{724C6C96-A82C-4DC0-8A05-F467EE588BA0}"/>
    <dgm:cxn modelId="{BC376321-0F90-45F2-BF8A-1F6B3FE8DD27}" type="presOf" srcId="{3E83FB17-DF91-4169-AA4D-3C548A16F640}" destId="{4559ADB4-9ED2-4742-825D-E4198762AC6E}" srcOrd="0" destOrd="0" presId="urn:microsoft.com/office/officeart/2005/8/layout/vList2"/>
    <dgm:cxn modelId="{0D566430-484D-4A31-8266-048CB1DBD208}" srcId="{38CAF228-C70E-43C4-B248-C2DCC42C6A87}" destId="{9DF56564-EBB8-4C86-AD9E-E0448AD1DBFB}" srcOrd="2" destOrd="0" parTransId="{E5012F36-AEF6-43C6-AF67-A348855A5A0A}" sibTransId="{959FA465-075D-4217-AFF5-959EE0BF8CD7}"/>
    <dgm:cxn modelId="{CB10CE49-BA52-4D26-B106-5ED61F8E5DDF}" type="presOf" srcId="{9DF56564-EBB8-4C86-AD9E-E0448AD1DBFB}" destId="{AD904602-128D-4B05-9B23-C91B7E2581D2}" srcOrd="0" destOrd="0" presId="urn:microsoft.com/office/officeart/2005/8/layout/vList2"/>
    <dgm:cxn modelId="{363B4673-A18E-4AF5-A90D-22A4066868AC}" type="presOf" srcId="{49BD279B-5107-4DEA-BC07-123CC51F30E9}" destId="{09F7F36D-C0E7-40B5-8537-A50273CE2246}" srcOrd="0" destOrd="0" presId="urn:microsoft.com/office/officeart/2005/8/layout/vList2"/>
    <dgm:cxn modelId="{F4C26653-203C-4FA2-9F9B-9BB89F205D7B}" type="presOf" srcId="{45AD443D-21BC-428A-8F49-E32152E3FD06}" destId="{8D249F0C-850E-4993-845D-5F323D2165B6}" srcOrd="0" destOrd="0" presId="urn:microsoft.com/office/officeart/2005/8/layout/vList2"/>
    <dgm:cxn modelId="{34C1BE85-B44A-4531-BE58-855EBF85A200}" srcId="{38CAF228-C70E-43C4-B248-C2DCC42C6A87}" destId="{45AD443D-21BC-428A-8F49-E32152E3FD06}" srcOrd="4" destOrd="0" parTransId="{B1159EFD-2B31-4A86-88F3-D68FAA3F966E}" sibTransId="{92BEC832-F325-4C7C-B8B6-BE86A1A39910}"/>
    <dgm:cxn modelId="{24BC569E-3594-4ACB-91F4-2A5F1EE9CED6}" srcId="{38CAF228-C70E-43C4-B248-C2DCC42C6A87}" destId="{18C9656B-4C29-4EE7-9780-85EE80255B11}" srcOrd="5" destOrd="0" parTransId="{8A33393A-22B5-4B2C-B135-DF13A5ACB149}" sibTransId="{8C6C323F-99F4-483A-9226-0C210D479E1A}"/>
    <dgm:cxn modelId="{AEDF38BC-75AF-401E-BAC9-04A4C0475171}" type="presOf" srcId="{18C9656B-4C29-4EE7-9780-85EE80255B11}" destId="{502EAE8E-2DD2-4217-B40F-8B185810F5D0}" srcOrd="0" destOrd="0" presId="urn:microsoft.com/office/officeart/2005/8/layout/vList2"/>
    <dgm:cxn modelId="{2063B1CE-705B-468E-9881-5EC0CA7EBC62}" srcId="{38CAF228-C70E-43C4-B248-C2DCC42C6A87}" destId="{3E83FB17-DF91-4169-AA4D-3C548A16F640}" srcOrd="6" destOrd="0" parTransId="{DB87D76E-BA55-48B0-8C0E-A487106A90B1}" sibTransId="{409BA7C7-9C54-4116-BA12-9CA06D89D318}"/>
    <dgm:cxn modelId="{C2B42FE5-1F02-4DCD-A335-C7C120C6B5D0}" type="presOf" srcId="{38CAF228-C70E-43C4-B248-C2DCC42C6A87}" destId="{33A8B12B-FEFF-4A4B-988E-2E0A309885BA}" srcOrd="0" destOrd="0" presId="urn:microsoft.com/office/officeart/2005/8/layout/vList2"/>
    <dgm:cxn modelId="{9F3347E5-E1E5-430C-B4C2-FBF2C952271B}" srcId="{38CAF228-C70E-43C4-B248-C2DCC42C6A87}" destId="{43CB3A93-9B37-4E22-AEE4-15B93632DE94}" srcOrd="1" destOrd="0" parTransId="{27173AD9-DD02-4B79-A8A8-D46FEE8C81D0}" sibTransId="{37F30A1E-B6C3-4C5F-AE0A-69C082E0A763}"/>
    <dgm:cxn modelId="{3B18CEF0-9DB1-4C2F-BA6A-5C1925FFF78D}" type="presOf" srcId="{43CB3A93-9B37-4E22-AEE4-15B93632DE94}" destId="{AB270195-970A-4EBF-ADD7-75FEFB75C299}" srcOrd="0" destOrd="0" presId="urn:microsoft.com/office/officeart/2005/8/layout/vList2"/>
    <dgm:cxn modelId="{538CFEF0-6F5C-4431-A9F6-1DB647E1C682}" type="presOf" srcId="{0784DA8E-BCAE-4AFF-BBEB-866ACCEF6E23}" destId="{7EB10D51-BBF9-4BC1-AC17-44F4649DF96B}" srcOrd="0" destOrd="0" presId="urn:microsoft.com/office/officeart/2005/8/layout/vList2"/>
    <dgm:cxn modelId="{18134254-B218-4E23-872E-E15988A69042}" type="presParOf" srcId="{33A8B12B-FEFF-4A4B-988E-2E0A309885BA}" destId="{09F7F36D-C0E7-40B5-8537-A50273CE2246}" srcOrd="0" destOrd="0" presId="urn:microsoft.com/office/officeart/2005/8/layout/vList2"/>
    <dgm:cxn modelId="{D899DFA4-9554-4B36-8265-4DF2CC7AB6E9}" type="presParOf" srcId="{33A8B12B-FEFF-4A4B-988E-2E0A309885BA}" destId="{D1814874-2F9B-4314-8CC9-D3250C423C6C}" srcOrd="1" destOrd="0" presId="urn:microsoft.com/office/officeart/2005/8/layout/vList2"/>
    <dgm:cxn modelId="{845DEBC6-F5B1-42A4-A493-34AB15CC609E}" type="presParOf" srcId="{33A8B12B-FEFF-4A4B-988E-2E0A309885BA}" destId="{AB270195-970A-4EBF-ADD7-75FEFB75C299}" srcOrd="2" destOrd="0" presId="urn:microsoft.com/office/officeart/2005/8/layout/vList2"/>
    <dgm:cxn modelId="{5160DA15-DF15-4711-8F45-3C5BDA31E8A2}" type="presParOf" srcId="{33A8B12B-FEFF-4A4B-988E-2E0A309885BA}" destId="{ADE9DB79-701B-43A5-92E4-D25E9EC473A0}" srcOrd="3" destOrd="0" presId="urn:microsoft.com/office/officeart/2005/8/layout/vList2"/>
    <dgm:cxn modelId="{6CD4700E-6C87-4C29-801C-087CD1125ED5}" type="presParOf" srcId="{33A8B12B-FEFF-4A4B-988E-2E0A309885BA}" destId="{AD904602-128D-4B05-9B23-C91B7E2581D2}" srcOrd="4" destOrd="0" presId="urn:microsoft.com/office/officeart/2005/8/layout/vList2"/>
    <dgm:cxn modelId="{CC3E5FE8-0A7C-4152-BE90-0EACCD5C62DA}" type="presParOf" srcId="{33A8B12B-FEFF-4A4B-988E-2E0A309885BA}" destId="{327221C5-56EA-4FDC-A74C-73D9B9B34DFD}" srcOrd="5" destOrd="0" presId="urn:microsoft.com/office/officeart/2005/8/layout/vList2"/>
    <dgm:cxn modelId="{BC8F3D98-BEB2-41CA-BB25-B66F3EBCA1B6}" type="presParOf" srcId="{33A8B12B-FEFF-4A4B-988E-2E0A309885BA}" destId="{7EB10D51-BBF9-4BC1-AC17-44F4649DF96B}" srcOrd="6" destOrd="0" presId="urn:microsoft.com/office/officeart/2005/8/layout/vList2"/>
    <dgm:cxn modelId="{4A6C0811-F99F-47F7-BFCD-D71D284709EB}" type="presParOf" srcId="{33A8B12B-FEFF-4A4B-988E-2E0A309885BA}" destId="{79F9EF49-2306-40AF-974B-70EE9CDEDAE9}" srcOrd="7" destOrd="0" presId="urn:microsoft.com/office/officeart/2005/8/layout/vList2"/>
    <dgm:cxn modelId="{76C032C5-2076-4E9F-A2B8-BD4C31FC757A}" type="presParOf" srcId="{33A8B12B-FEFF-4A4B-988E-2E0A309885BA}" destId="{8D249F0C-850E-4993-845D-5F323D2165B6}" srcOrd="8" destOrd="0" presId="urn:microsoft.com/office/officeart/2005/8/layout/vList2"/>
    <dgm:cxn modelId="{8F48DF87-07B5-4CB1-9B7A-12FEDBFEF363}" type="presParOf" srcId="{33A8B12B-FEFF-4A4B-988E-2E0A309885BA}" destId="{997AFAEC-751E-4F1D-8A98-CF97DE6DD21B}" srcOrd="9" destOrd="0" presId="urn:microsoft.com/office/officeart/2005/8/layout/vList2"/>
    <dgm:cxn modelId="{AEFA4269-9562-4B5E-BC8A-8AB64FFA59AA}" type="presParOf" srcId="{33A8B12B-FEFF-4A4B-988E-2E0A309885BA}" destId="{502EAE8E-2DD2-4217-B40F-8B185810F5D0}" srcOrd="10" destOrd="0" presId="urn:microsoft.com/office/officeart/2005/8/layout/vList2"/>
    <dgm:cxn modelId="{47942216-D795-4FA0-BB03-1A0006A14789}" type="presParOf" srcId="{33A8B12B-FEFF-4A4B-988E-2E0A309885BA}" destId="{F256428B-92B5-4BD7-9454-E9A918D23623}" srcOrd="11" destOrd="0" presId="urn:microsoft.com/office/officeart/2005/8/layout/vList2"/>
    <dgm:cxn modelId="{5781B6DF-4E00-4996-B325-367708F5663F}" type="presParOf" srcId="{33A8B12B-FEFF-4A4B-988E-2E0A309885BA}" destId="{4559ADB4-9ED2-4742-825D-E4198762AC6E}" srcOrd="1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38CAF228-C70E-43C4-B248-C2DCC42C6A87}"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49BD279B-5107-4DEA-BC07-123CC51F30E9}">
      <dgm:prSet/>
      <dgm:spPr/>
      <dgm:t>
        <a:bodyPr/>
        <a:lstStyle/>
        <a:p>
          <a:pPr rtl="0"/>
          <a:r>
            <a:rPr lang="en-US" dirty="0">
              <a:solidFill>
                <a:srgbClr val="343541"/>
              </a:solidFill>
              <a:latin typeface="system-ui"/>
            </a:rPr>
            <a:t>GloVe, which stands for Global Vectors for Word Representation, is an unsupervised machine learning algorithm used for generating word embeddings in natural language processing (NLP). </a:t>
          </a:r>
        </a:p>
      </dgm:t>
    </dgm:pt>
    <dgm:pt modelId="{13C22562-716F-4D3C-8425-030582DE48BE}" type="parTrans" cxnId="{5D561A0D-B873-416C-A868-90DCA863E698}">
      <dgm:prSet/>
      <dgm:spPr/>
      <dgm:t>
        <a:bodyPr/>
        <a:lstStyle/>
        <a:p>
          <a:endParaRPr lang="en-US"/>
        </a:p>
      </dgm:t>
    </dgm:pt>
    <dgm:pt modelId="{22F22127-0EFB-47E7-991D-546FE985192A}" type="sibTrans" cxnId="{5D561A0D-B873-416C-A868-90DCA863E698}">
      <dgm:prSet/>
      <dgm:spPr/>
      <dgm:t>
        <a:bodyPr/>
        <a:lstStyle/>
        <a:p>
          <a:endParaRPr lang="en-US"/>
        </a:p>
      </dgm:t>
    </dgm:pt>
    <dgm:pt modelId="{B84509C4-5F79-4C37-930D-3725E623FDC2}">
      <dgm:prSet phldr="0"/>
      <dgm:spPr/>
      <dgm:t>
        <a:bodyPr/>
        <a:lstStyle/>
        <a:p>
          <a:r>
            <a:rPr lang="en-US" dirty="0">
              <a:solidFill>
                <a:srgbClr val="343541"/>
              </a:solidFill>
              <a:latin typeface="system-ui"/>
            </a:rPr>
            <a:t>Like Word2Vec, GloVe is designed to capture the semantic meaning of words by learning dense vector representations of words based on their co-occurrence patterns in large text corpora.</a:t>
          </a:r>
          <a:endParaRPr lang="en-US" dirty="0"/>
        </a:p>
      </dgm:t>
    </dgm:pt>
    <dgm:pt modelId="{B6E95D3B-0A45-44A0-A3A7-6B10393B820A}" type="parTrans" cxnId="{0F42BEC8-5FC5-403A-B96A-6ED22EFE16EF}">
      <dgm:prSet/>
      <dgm:spPr/>
    </dgm:pt>
    <dgm:pt modelId="{AD6CD1F9-70D0-4C03-9774-450981E86BEA}" type="sibTrans" cxnId="{0F42BEC8-5FC5-403A-B96A-6ED22EFE16EF}">
      <dgm:prSet/>
      <dgm:spPr/>
    </dgm:pt>
    <dgm:pt modelId="{C7F40763-8763-4248-BA31-C8F8FCD40D93}">
      <dgm:prSet phldr="0"/>
      <dgm:spPr/>
      <dgm:t>
        <a:bodyPr/>
        <a:lstStyle/>
        <a:p>
          <a:pPr rtl="0"/>
          <a:r>
            <a:rPr lang="en-US" dirty="0">
              <a:solidFill>
                <a:srgbClr val="343541"/>
              </a:solidFill>
              <a:latin typeface="system-ui"/>
            </a:rPr>
            <a:t>GloVe has been widely adopted in NLP research and applications. </a:t>
          </a:r>
        </a:p>
      </dgm:t>
    </dgm:pt>
    <dgm:pt modelId="{C66C9FE7-055E-41D2-A36B-4D0011C0CF55}" type="parTrans" cxnId="{E49087D0-F26D-4D2A-A7EB-F14F24E58F32}">
      <dgm:prSet/>
      <dgm:spPr/>
    </dgm:pt>
    <dgm:pt modelId="{8190AED3-DA94-4290-9C79-BA09ED106DE7}" type="sibTrans" cxnId="{E49087D0-F26D-4D2A-A7EB-F14F24E58F32}">
      <dgm:prSet/>
      <dgm:spPr/>
    </dgm:pt>
    <dgm:pt modelId="{AF2D2BE6-15C8-4E13-91A3-A2F14720649D}">
      <dgm:prSet phldr="0"/>
      <dgm:spPr/>
      <dgm:t>
        <a:bodyPr/>
        <a:lstStyle/>
        <a:p>
          <a:pPr rtl="0"/>
          <a:r>
            <a:rPr lang="en-US" dirty="0">
              <a:solidFill>
                <a:srgbClr val="343541"/>
              </a:solidFill>
              <a:latin typeface="system-ui"/>
            </a:rPr>
            <a:t>It is particularly effective for tasks like word similarity measurement, document retrieval, sentiment analysis, and text classification. </a:t>
          </a:r>
          <a:endParaRPr lang="en-US" dirty="0">
            <a:latin typeface="Calibri"/>
            <a:ea typeface="Calibri"/>
            <a:cs typeface="Calibri"/>
          </a:endParaRPr>
        </a:p>
      </dgm:t>
    </dgm:pt>
    <dgm:pt modelId="{7F6DE2AA-CDB2-4529-A978-00D1E33A9357}" type="parTrans" cxnId="{7F03279E-E1D8-4C3D-A57C-CCBDAF60954F}">
      <dgm:prSet/>
      <dgm:spPr/>
    </dgm:pt>
    <dgm:pt modelId="{0D12979A-3C0F-4008-AE41-B3949326E288}" type="sibTrans" cxnId="{7F03279E-E1D8-4C3D-A57C-CCBDAF60954F}">
      <dgm:prSet/>
      <dgm:spPr/>
    </dgm:pt>
    <dgm:pt modelId="{4E7D6BF0-D7DD-4001-8D4E-25EE25D8A0FB}">
      <dgm:prSet phldr="0"/>
      <dgm:spPr/>
      <dgm:t>
        <a:bodyPr/>
        <a:lstStyle/>
        <a:p>
          <a:r>
            <a:rPr lang="en-US" dirty="0">
              <a:solidFill>
                <a:srgbClr val="343541"/>
              </a:solidFill>
              <a:latin typeface="system-ui"/>
            </a:rPr>
            <a:t>GloVe's ability to capture global co-occurrence patterns in addition to local context information makes it a valuable tool for understanding word semantics and improving the performance of various NLP models and applications.</a:t>
          </a:r>
          <a:endParaRPr lang="en-US" dirty="0"/>
        </a:p>
      </dgm:t>
    </dgm:pt>
    <dgm:pt modelId="{2F85E9A9-1A8D-4CDA-A759-3219E8A2C394}" type="parTrans" cxnId="{276A17C5-89C3-4141-9448-5E60976270A2}">
      <dgm:prSet/>
      <dgm:spPr/>
    </dgm:pt>
    <dgm:pt modelId="{3B9FD66F-E529-4BF5-93D2-4AE6F5DA40C8}" type="sibTrans" cxnId="{276A17C5-89C3-4141-9448-5E60976270A2}">
      <dgm:prSet/>
      <dgm:spPr/>
    </dgm:pt>
    <dgm:pt modelId="{33A8B12B-FEFF-4A4B-988E-2E0A309885BA}" type="pres">
      <dgm:prSet presAssocID="{38CAF228-C70E-43C4-B248-C2DCC42C6A87}" presName="linear" presStyleCnt="0">
        <dgm:presLayoutVars>
          <dgm:animLvl val="lvl"/>
          <dgm:resizeHandles val="exact"/>
        </dgm:presLayoutVars>
      </dgm:prSet>
      <dgm:spPr/>
    </dgm:pt>
    <dgm:pt modelId="{09F7F36D-C0E7-40B5-8537-A50273CE2246}" type="pres">
      <dgm:prSet presAssocID="{49BD279B-5107-4DEA-BC07-123CC51F30E9}" presName="parentText" presStyleLbl="node1" presStyleIdx="0" presStyleCnt="5">
        <dgm:presLayoutVars>
          <dgm:chMax val="0"/>
          <dgm:bulletEnabled val="1"/>
        </dgm:presLayoutVars>
      </dgm:prSet>
      <dgm:spPr/>
    </dgm:pt>
    <dgm:pt modelId="{FF7D901C-6A3F-4A13-AE8A-591B52CCBF21}" type="pres">
      <dgm:prSet presAssocID="{22F22127-0EFB-47E7-991D-546FE985192A}" presName="spacer" presStyleCnt="0"/>
      <dgm:spPr/>
    </dgm:pt>
    <dgm:pt modelId="{3391D46D-0252-4A18-9AD6-7D01B05F6A4F}" type="pres">
      <dgm:prSet presAssocID="{B84509C4-5F79-4C37-930D-3725E623FDC2}" presName="parentText" presStyleLbl="node1" presStyleIdx="1" presStyleCnt="5">
        <dgm:presLayoutVars>
          <dgm:chMax val="0"/>
          <dgm:bulletEnabled val="1"/>
        </dgm:presLayoutVars>
      </dgm:prSet>
      <dgm:spPr/>
    </dgm:pt>
    <dgm:pt modelId="{EBC9AC3C-0282-420B-A36B-1838558F3920}" type="pres">
      <dgm:prSet presAssocID="{AD6CD1F9-70D0-4C03-9774-450981E86BEA}" presName="spacer" presStyleCnt="0"/>
      <dgm:spPr/>
    </dgm:pt>
    <dgm:pt modelId="{0F8AC7F7-4975-49E3-A7C7-16D3CE20C6A2}" type="pres">
      <dgm:prSet presAssocID="{C7F40763-8763-4248-BA31-C8F8FCD40D93}" presName="parentText" presStyleLbl="node1" presStyleIdx="2" presStyleCnt="5">
        <dgm:presLayoutVars>
          <dgm:chMax val="0"/>
          <dgm:bulletEnabled val="1"/>
        </dgm:presLayoutVars>
      </dgm:prSet>
      <dgm:spPr/>
    </dgm:pt>
    <dgm:pt modelId="{F62CB3CC-2C3D-4190-BE91-746F892D7768}" type="pres">
      <dgm:prSet presAssocID="{8190AED3-DA94-4290-9C79-BA09ED106DE7}" presName="spacer" presStyleCnt="0"/>
      <dgm:spPr/>
    </dgm:pt>
    <dgm:pt modelId="{0BD5718B-3709-4A05-9679-1D73C7EDE9D6}" type="pres">
      <dgm:prSet presAssocID="{AF2D2BE6-15C8-4E13-91A3-A2F14720649D}" presName="parentText" presStyleLbl="node1" presStyleIdx="3" presStyleCnt="5">
        <dgm:presLayoutVars>
          <dgm:chMax val="0"/>
          <dgm:bulletEnabled val="1"/>
        </dgm:presLayoutVars>
      </dgm:prSet>
      <dgm:spPr/>
    </dgm:pt>
    <dgm:pt modelId="{E85C4913-1403-45B6-BD63-8C9510821F0B}" type="pres">
      <dgm:prSet presAssocID="{0D12979A-3C0F-4008-AE41-B3949326E288}" presName="spacer" presStyleCnt="0"/>
      <dgm:spPr/>
    </dgm:pt>
    <dgm:pt modelId="{8E633960-B4A8-463B-9238-457CC8681F27}" type="pres">
      <dgm:prSet presAssocID="{4E7D6BF0-D7DD-4001-8D4E-25EE25D8A0FB}" presName="parentText" presStyleLbl="node1" presStyleIdx="4" presStyleCnt="5">
        <dgm:presLayoutVars>
          <dgm:chMax val="0"/>
          <dgm:bulletEnabled val="1"/>
        </dgm:presLayoutVars>
      </dgm:prSet>
      <dgm:spPr/>
    </dgm:pt>
  </dgm:ptLst>
  <dgm:cxnLst>
    <dgm:cxn modelId="{5D561A0D-B873-416C-A868-90DCA863E698}" srcId="{38CAF228-C70E-43C4-B248-C2DCC42C6A87}" destId="{49BD279B-5107-4DEA-BC07-123CC51F30E9}" srcOrd="0" destOrd="0" parTransId="{13C22562-716F-4D3C-8425-030582DE48BE}" sibTransId="{22F22127-0EFB-47E7-991D-546FE985192A}"/>
    <dgm:cxn modelId="{C3A01F0E-80B9-44FE-8592-F9A70BD1368A}" type="presOf" srcId="{B84509C4-5F79-4C37-930D-3725E623FDC2}" destId="{3391D46D-0252-4A18-9AD6-7D01B05F6A4F}" srcOrd="0" destOrd="0" presId="urn:microsoft.com/office/officeart/2005/8/layout/vList2"/>
    <dgm:cxn modelId="{6BCC4A4B-904C-4C55-9079-1E6BFF48E34F}" type="presOf" srcId="{49BD279B-5107-4DEA-BC07-123CC51F30E9}" destId="{09F7F36D-C0E7-40B5-8537-A50273CE2246}" srcOrd="0" destOrd="0" presId="urn:microsoft.com/office/officeart/2005/8/layout/vList2"/>
    <dgm:cxn modelId="{7F03279E-E1D8-4C3D-A57C-CCBDAF60954F}" srcId="{38CAF228-C70E-43C4-B248-C2DCC42C6A87}" destId="{AF2D2BE6-15C8-4E13-91A3-A2F14720649D}" srcOrd="3" destOrd="0" parTransId="{7F6DE2AA-CDB2-4529-A978-00D1E33A9357}" sibTransId="{0D12979A-3C0F-4008-AE41-B3949326E288}"/>
    <dgm:cxn modelId="{5462EBC1-BE2F-48B1-8030-E5B5D687971D}" type="presOf" srcId="{C7F40763-8763-4248-BA31-C8F8FCD40D93}" destId="{0F8AC7F7-4975-49E3-A7C7-16D3CE20C6A2}" srcOrd="0" destOrd="0" presId="urn:microsoft.com/office/officeart/2005/8/layout/vList2"/>
    <dgm:cxn modelId="{7B306CC2-9CAC-4AA0-82DD-CAB5DE2FF690}" type="presOf" srcId="{AF2D2BE6-15C8-4E13-91A3-A2F14720649D}" destId="{0BD5718B-3709-4A05-9679-1D73C7EDE9D6}" srcOrd="0" destOrd="0" presId="urn:microsoft.com/office/officeart/2005/8/layout/vList2"/>
    <dgm:cxn modelId="{276A17C5-89C3-4141-9448-5E60976270A2}" srcId="{38CAF228-C70E-43C4-B248-C2DCC42C6A87}" destId="{4E7D6BF0-D7DD-4001-8D4E-25EE25D8A0FB}" srcOrd="4" destOrd="0" parTransId="{2F85E9A9-1A8D-4CDA-A759-3219E8A2C394}" sibTransId="{3B9FD66F-E529-4BF5-93D2-4AE6F5DA40C8}"/>
    <dgm:cxn modelId="{0F42BEC8-5FC5-403A-B96A-6ED22EFE16EF}" srcId="{38CAF228-C70E-43C4-B248-C2DCC42C6A87}" destId="{B84509C4-5F79-4C37-930D-3725E623FDC2}" srcOrd="1" destOrd="0" parTransId="{B6E95D3B-0A45-44A0-A3A7-6B10393B820A}" sibTransId="{AD6CD1F9-70D0-4C03-9774-450981E86BEA}"/>
    <dgm:cxn modelId="{E49087D0-F26D-4D2A-A7EB-F14F24E58F32}" srcId="{38CAF228-C70E-43C4-B248-C2DCC42C6A87}" destId="{C7F40763-8763-4248-BA31-C8F8FCD40D93}" srcOrd="2" destOrd="0" parTransId="{C66C9FE7-055E-41D2-A36B-4D0011C0CF55}" sibTransId="{8190AED3-DA94-4290-9C79-BA09ED106DE7}"/>
    <dgm:cxn modelId="{93477BD9-E70E-4023-9341-8A95D3CF25F7}" type="presOf" srcId="{4E7D6BF0-D7DD-4001-8D4E-25EE25D8A0FB}" destId="{8E633960-B4A8-463B-9238-457CC8681F27}" srcOrd="0" destOrd="0" presId="urn:microsoft.com/office/officeart/2005/8/layout/vList2"/>
    <dgm:cxn modelId="{C2B42FE5-1F02-4DCD-A335-C7C120C6B5D0}" type="presOf" srcId="{38CAF228-C70E-43C4-B248-C2DCC42C6A87}" destId="{33A8B12B-FEFF-4A4B-988E-2E0A309885BA}" srcOrd="0" destOrd="0" presId="urn:microsoft.com/office/officeart/2005/8/layout/vList2"/>
    <dgm:cxn modelId="{5002EFE9-154D-4E53-A854-48F1655C7AAB}" type="presParOf" srcId="{33A8B12B-FEFF-4A4B-988E-2E0A309885BA}" destId="{09F7F36D-C0E7-40B5-8537-A50273CE2246}" srcOrd="0" destOrd="0" presId="urn:microsoft.com/office/officeart/2005/8/layout/vList2"/>
    <dgm:cxn modelId="{B0243FB2-1014-4EE7-97C5-92FBF7FB74D5}" type="presParOf" srcId="{33A8B12B-FEFF-4A4B-988E-2E0A309885BA}" destId="{FF7D901C-6A3F-4A13-AE8A-591B52CCBF21}" srcOrd="1" destOrd="0" presId="urn:microsoft.com/office/officeart/2005/8/layout/vList2"/>
    <dgm:cxn modelId="{C6D96F98-E8E8-4DBB-819E-E57F3C2F1C07}" type="presParOf" srcId="{33A8B12B-FEFF-4A4B-988E-2E0A309885BA}" destId="{3391D46D-0252-4A18-9AD6-7D01B05F6A4F}" srcOrd="2" destOrd="0" presId="urn:microsoft.com/office/officeart/2005/8/layout/vList2"/>
    <dgm:cxn modelId="{94112DF4-A8E9-4463-A787-058B40731A8F}" type="presParOf" srcId="{33A8B12B-FEFF-4A4B-988E-2E0A309885BA}" destId="{EBC9AC3C-0282-420B-A36B-1838558F3920}" srcOrd="3" destOrd="0" presId="urn:microsoft.com/office/officeart/2005/8/layout/vList2"/>
    <dgm:cxn modelId="{25475CDE-F3A1-4B01-B6CF-773934E14941}" type="presParOf" srcId="{33A8B12B-FEFF-4A4B-988E-2E0A309885BA}" destId="{0F8AC7F7-4975-49E3-A7C7-16D3CE20C6A2}" srcOrd="4" destOrd="0" presId="urn:microsoft.com/office/officeart/2005/8/layout/vList2"/>
    <dgm:cxn modelId="{A4138CC7-70D9-4025-A10A-D1D2D9898E71}" type="presParOf" srcId="{33A8B12B-FEFF-4A4B-988E-2E0A309885BA}" destId="{F62CB3CC-2C3D-4190-BE91-746F892D7768}" srcOrd="5" destOrd="0" presId="urn:microsoft.com/office/officeart/2005/8/layout/vList2"/>
    <dgm:cxn modelId="{D0E6E6DD-DF39-46E2-8B32-255B1E42BCDF}" type="presParOf" srcId="{33A8B12B-FEFF-4A4B-988E-2E0A309885BA}" destId="{0BD5718B-3709-4A05-9679-1D73C7EDE9D6}" srcOrd="6" destOrd="0" presId="urn:microsoft.com/office/officeart/2005/8/layout/vList2"/>
    <dgm:cxn modelId="{527C39EC-A3AE-4448-B41C-27A1630C5ADA}" type="presParOf" srcId="{33A8B12B-FEFF-4A4B-988E-2E0A309885BA}" destId="{E85C4913-1403-45B6-BD63-8C9510821F0B}" srcOrd="7" destOrd="0" presId="urn:microsoft.com/office/officeart/2005/8/layout/vList2"/>
    <dgm:cxn modelId="{85B67AFA-2AB5-4F4D-8B49-9217155AB4CD}" type="presParOf" srcId="{33A8B12B-FEFF-4A4B-988E-2E0A309885BA}" destId="{8E633960-B4A8-463B-9238-457CC8681F27}"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38CAF228-C70E-43C4-B248-C2DCC42C6A87}"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49BD279B-5107-4DEA-BC07-123CC51F30E9}">
      <dgm:prSet/>
      <dgm:spPr/>
      <dgm:t>
        <a:bodyPr/>
        <a:lstStyle/>
        <a:p>
          <a:pPr algn="l"/>
          <a:r>
            <a:rPr lang="en-US" b="0" dirty="0">
              <a:solidFill>
                <a:srgbClr val="343541"/>
              </a:solidFill>
              <a:latin typeface="system-ui"/>
            </a:rPr>
            <a:t>1</a:t>
          </a:r>
          <a:r>
            <a:rPr lang="en-US" dirty="0">
              <a:solidFill>
                <a:srgbClr val="343541"/>
              </a:solidFill>
              <a:latin typeface="system-ui"/>
            </a:rPr>
            <a:t>. Co-Occurrence Statistics: GloVe is based </a:t>
          </a:r>
          <a:r>
            <a:rPr lang="en-US" b="0" dirty="0">
              <a:solidFill>
                <a:srgbClr val="343541"/>
              </a:solidFill>
              <a:latin typeface="system-ui"/>
            </a:rPr>
            <a:t>on </a:t>
          </a:r>
          <a:r>
            <a:rPr lang="en-US" dirty="0">
              <a:solidFill>
                <a:srgbClr val="343541"/>
              </a:solidFill>
              <a:latin typeface="system-ui"/>
            </a:rPr>
            <a:t>the idea that word meaning can be inferred from the patterns of word co-occurrence in a corpus. It analyzes the statistics of how often words co-occur in the same context window. The co-occurrence statistics are computed from a large text corpus, such as a collection of documents or a web crawl.</a:t>
          </a:r>
        </a:p>
      </dgm:t>
    </dgm:pt>
    <dgm:pt modelId="{13C22562-716F-4D3C-8425-030582DE48BE}" type="parTrans" cxnId="{5D561A0D-B873-416C-A868-90DCA863E698}">
      <dgm:prSet/>
      <dgm:spPr/>
      <dgm:t>
        <a:bodyPr/>
        <a:lstStyle/>
        <a:p>
          <a:endParaRPr lang="en-US"/>
        </a:p>
      </dgm:t>
    </dgm:pt>
    <dgm:pt modelId="{22F22127-0EFB-47E7-991D-546FE985192A}" type="sibTrans" cxnId="{5D561A0D-B873-416C-A868-90DCA863E698}">
      <dgm:prSet/>
      <dgm:spPr/>
      <dgm:t>
        <a:bodyPr/>
        <a:lstStyle/>
        <a:p>
          <a:endParaRPr lang="en-US"/>
        </a:p>
      </dgm:t>
    </dgm:pt>
    <dgm:pt modelId="{93024F02-B093-45C2-BCDF-6BD8F4BBA3E1}">
      <dgm:prSet phldr="0"/>
      <dgm:spPr/>
      <dgm:t>
        <a:bodyPr/>
        <a:lstStyle/>
        <a:p>
          <a:pPr algn="l"/>
          <a:r>
            <a:rPr lang="en-US" b="0" dirty="0">
              <a:solidFill>
                <a:srgbClr val="343541"/>
              </a:solidFill>
              <a:latin typeface="system-ui"/>
            </a:rPr>
            <a:t>3. Word Similarities: GloVe produces word vectors that represent words in a continuous vector space, similar to Word2Vec. Words with similar meanings or usage patterns are represented as vectors that are close to each other in this space. The distance or similarity between word vectors can be calculated using standard vector similarity measures like cosine similarity.</a:t>
          </a:r>
        </a:p>
      </dgm:t>
    </dgm:pt>
    <dgm:pt modelId="{85F77FEF-85BA-4933-9E4D-1FB1397E2DEF}" type="parTrans" cxnId="{2A3B9241-2491-41A1-A884-9079AB9EEBDC}">
      <dgm:prSet/>
      <dgm:spPr/>
    </dgm:pt>
    <dgm:pt modelId="{B5A5A239-111B-4BA3-B30C-3F3873077E57}" type="sibTrans" cxnId="{2A3B9241-2491-41A1-A884-9079AB9EEBDC}">
      <dgm:prSet/>
      <dgm:spPr/>
    </dgm:pt>
    <dgm:pt modelId="{F65D2C0B-8569-4A03-8524-99CAD91AB402}">
      <dgm:prSet phldr="0"/>
      <dgm:spPr/>
      <dgm:t>
        <a:bodyPr/>
        <a:lstStyle/>
        <a:p>
          <a:pPr algn="l"/>
          <a:r>
            <a:rPr lang="en-US" b="0" dirty="0">
              <a:solidFill>
                <a:srgbClr val="343541"/>
              </a:solidFill>
              <a:latin typeface="system-ui"/>
            </a:rPr>
            <a:t>6. Pre-trained Models: Pre-trained </a:t>
          </a:r>
          <a:r>
            <a:rPr lang="en-US" b="0" dirty="0" err="1">
              <a:solidFill>
                <a:srgbClr val="343541"/>
              </a:solidFill>
              <a:latin typeface="system-ui"/>
            </a:rPr>
            <a:t>GloVe</a:t>
          </a:r>
          <a:r>
            <a:rPr lang="en-US" b="0" dirty="0">
              <a:solidFill>
                <a:srgbClr val="343541"/>
              </a:solidFill>
              <a:latin typeface="system-ui"/>
            </a:rPr>
            <a:t> models are available for many languages and domains. These pre-trained models can be fine-tuned or used directly in various NLP tasks, saving time and computational resources for NLP projects.</a:t>
          </a:r>
        </a:p>
      </dgm:t>
    </dgm:pt>
    <dgm:pt modelId="{5BF7D114-4E44-4C1F-8F3F-77C09AC9536B}" type="parTrans" cxnId="{356A1B0B-5E25-4B52-BFBA-19F5D1713C58}">
      <dgm:prSet/>
      <dgm:spPr/>
    </dgm:pt>
    <dgm:pt modelId="{4C2BD0EC-923F-46D3-904F-8B7610970463}" type="sibTrans" cxnId="{356A1B0B-5E25-4B52-BFBA-19F5D1713C58}">
      <dgm:prSet/>
      <dgm:spPr/>
    </dgm:pt>
    <dgm:pt modelId="{F1B54543-73CE-4FCB-93A0-C98B32E57DA4}">
      <dgm:prSet phldr="0"/>
      <dgm:spPr/>
      <dgm:t>
        <a:bodyPr/>
        <a:lstStyle/>
        <a:p>
          <a:pPr algn="l"/>
          <a:r>
            <a:rPr lang="en-US" dirty="0">
              <a:solidFill>
                <a:srgbClr val="343541"/>
              </a:solidFill>
              <a:latin typeface="system-ui"/>
            </a:rPr>
            <a:t>2. Objective Function: </a:t>
          </a:r>
          <a:r>
            <a:rPr lang="en-US" dirty="0" err="1">
              <a:solidFill>
                <a:srgbClr val="343541"/>
              </a:solidFill>
              <a:latin typeface="system-ui"/>
            </a:rPr>
            <a:t>GloVe</a:t>
          </a:r>
          <a:r>
            <a:rPr lang="en-US" dirty="0">
              <a:solidFill>
                <a:srgbClr val="343541"/>
              </a:solidFill>
              <a:latin typeface="system-ui"/>
            </a:rPr>
            <a:t> learns </a:t>
          </a:r>
          <a:r>
            <a:rPr lang="en-US" b="0" dirty="0">
              <a:solidFill>
                <a:srgbClr val="343541"/>
              </a:solidFill>
              <a:latin typeface="system-ui"/>
            </a:rPr>
            <a:t>word embeddings by defining an objective function that aims to minimize the difference between dot products of word vectors and the logarithm of word co-occurrence frequencies. The objective is formulated such that the resulting </a:t>
          </a:r>
          <a:r>
            <a:rPr lang="en-US" dirty="0">
              <a:solidFill>
                <a:srgbClr val="343541"/>
              </a:solidFill>
              <a:latin typeface="system-ui"/>
            </a:rPr>
            <a:t>word </a:t>
          </a:r>
          <a:r>
            <a:rPr lang="en-US" b="0" dirty="0">
              <a:solidFill>
                <a:srgbClr val="343541"/>
              </a:solidFill>
              <a:latin typeface="system-ui"/>
            </a:rPr>
            <a:t>vectors capture both local and global context information.</a:t>
          </a:r>
          <a:endParaRPr lang="en-US" dirty="0">
            <a:solidFill>
              <a:srgbClr val="343541"/>
            </a:solidFill>
          </a:endParaRPr>
        </a:p>
      </dgm:t>
    </dgm:pt>
    <dgm:pt modelId="{E559D006-49EA-402D-88AA-F80864C2F809}" type="parTrans" cxnId="{20E5DA08-994F-41FF-BA33-4F96063A2F59}">
      <dgm:prSet/>
      <dgm:spPr/>
    </dgm:pt>
    <dgm:pt modelId="{D98CB571-EBDB-46D2-B884-972F37E7A9E0}" type="sibTrans" cxnId="{20E5DA08-994F-41FF-BA33-4F96063A2F59}">
      <dgm:prSet/>
      <dgm:spPr/>
    </dgm:pt>
    <dgm:pt modelId="{4CE7E54A-D5BA-42A7-AB89-D0F486FAF29D}">
      <dgm:prSet phldr="0"/>
      <dgm:spPr/>
      <dgm:t>
        <a:bodyPr/>
        <a:lstStyle/>
        <a:p>
          <a:pPr algn="l"/>
          <a:r>
            <a:rPr lang="en-US" b="0" dirty="0">
              <a:solidFill>
                <a:srgbClr val="343541"/>
              </a:solidFill>
              <a:latin typeface="system-ui"/>
            </a:rPr>
            <a:t>4. Training Flexibility: </a:t>
          </a:r>
          <a:r>
            <a:rPr lang="en-US" b="0" dirty="0" err="1">
              <a:solidFill>
                <a:srgbClr val="343541"/>
              </a:solidFill>
              <a:latin typeface="system-ui"/>
            </a:rPr>
            <a:t>GloVe</a:t>
          </a:r>
          <a:r>
            <a:rPr lang="en-US" b="0" dirty="0">
              <a:solidFill>
                <a:srgbClr val="343541"/>
              </a:solidFill>
              <a:latin typeface="system-ui"/>
            </a:rPr>
            <a:t> provides flexibility in the choice of context windows and the granularity of co-occurrence statistics. Practitioners can customize the training parameters based on the specific characteristics of the text data and the desired word embeddings.</a:t>
          </a:r>
        </a:p>
      </dgm:t>
    </dgm:pt>
    <dgm:pt modelId="{E7DEB36E-DB3B-4D01-93C5-CB0F0AF163FA}" type="parTrans" cxnId="{F4704200-A039-4905-AB52-DE3D194F93C1}">
      <dgm:prSet/>
      <dgm:spPr/>
    </dgm:pt>
    <dgm:pt modelId="{E2C87087-6060-4D33-8C1C-A5DBD3AB944E}" type="sibTrans" cxnId="{F4704200-A039-4905-AB52-DE3D194F93C1}">
      <dgm:prSet/>
      <dgm:spPr/>
    </dgm:pt>
    <dgm:pt modelId="{E251F49A-98C9-4DE1-B840-71B6BC787A41}">
      <dgm:prSet phldr="0"/>
      <dgm:spPr/>
      <dgm:t>
        <a:bodyPr/>
        <a:lstStyle/>
        <a:p>
          <a:pPr algn="l"/>
          <a:r>
            <a:rPr lang="en-US" b="0" dirty="0">
              <a:solidFill>
                <a:srgbClr val="343541"/>
              </a:solidFill>
              <a:latin typeface="system-ui"/>
            </a:rPr>
            <a:t>5. High-Dimensional Vectors: Typically, GloVe generates word embeddings in high-dimensional vector spaces, often ranging from 50 to 300 dimensions. These high-dimensional vectors capture rich semantic information about words.</a:t>
          </a:r>
          <a:endParaRPr lang="en-US" dirty="0">
            <a:solidFill>
              <a:srgbClr val="343541"/>
            </a:solidFill>
          </a:endParaRPr>
        </a:p>
      </dgm:t>
    </dgm:pt>
    <dgm:pt modelId="{B0F83DEF-BAE7-441F-9B94-FE2081D27559}" type="parTrans" cxnId="{575F3BDD-63A5-4A80-97F1-C83234E58DD9}">
      <dgm:prSet/>
      <dgm:spPr/>
    </dgm:pt>
    <dgm:pt modelId="{A1D51614-BC16-4459-A3C6-A8E3571B3788}" type="sibTrans" cxnId="{575F3BDD-63A5-4A80-97F1-C83234E58DD9}">
      <dgm:prSet/>
      <dgm:spPr/>
    </dgm:pt>
    <dgm:pt modelId="{33A8B12B-FEFF-4A4B-988E-2E0A309885BA}" type="pres">
      <dgm:prSet presAssocID="{38CAF228-C70E-43C4-B248-C2DCC42C6A87}" presName="linear" presStyleCnt="0">
        <dgm:presLayoutVars>
          <dgm:animLvl val="lvl"/>
          <dgm:resizeHandles val="exact"/>
        </dgm:presLayoutVars>
      </dgm:prSet>
      <dgm:spPr/>
    </dgm:pt>
    <dgm:pt modelId="{09F7F36D-C0E7-40B5-8537-A50273CE2246}" type="pres">
      <dgm:prSet presAssocID="{49BD279B-5107-4DEA-BC07-123CC51F30E9}" presName="parentText" presStyleLbl="node1" presStyleIdx="0" presStyleCnt="6">
        <dgm:presLayoutVars>
          <dgm:chMax val="0"/>
          <dgm:bulletEnabled val="1"/>
        </dgm:presLayoutVars>
      </dgm:prSet>
      <dgm:spPr/>
    </dgm:pt>
    <dgm:pt modelId="{A6CB63A5-B12F-4632-A0FF-4E580A2699BE}" type="pres">
      <dgm:prSet presAssocID="{22F22127-0EFB-47E7-991D-546FE985192A}" presName="spacer" presStyleCnt="0"/>
      <dgm:spPr/>
    </dgm:pt>
    <dgm:pt modelId="{99B24C3A-5AF0-493B-A68C-0491B6E2E629}" type="pres">
      <dgm:prSet presAssocID="{F1B54543-73CE-4FCB-93A0-C98B32E57DA4}" presName="parentText" presStyleLbl="node1" presStyleIdx="1" presStyleCnt="6">
        <dgm:presLayoutVars>
          <dgm:chMax val="0"/>
          <dgm:bulletEnabled val="1"/>
        </dgm:presLayoutVars>
      </dgm:prSet>
      <dgm:spPr/>
    </dgm:pt>
    <dgm:pt modelId="{C07948CE-99A3-4F10-A3F3-17CB6317954E}" type="pres">
      <dgm:prSet presAssocID="{D98CB571-EBDB-46D2-B884-972F37E7A9E0}" presName="spacer" presStyleCnt="0"/>
      <dgm:spPr/>
    </dgm:pt>
    <dgm:pt modelId="{F4771F2F-64AF-4512-B399-6C2405009C52}" type="pres">
      <dgm:prSet presAssocID="{93024F02-B093-45C2-BCDF-6BD8F4BBA3E1}" presName="parentText" presStyleLbl="node1" presStyleIdx="2" presStyleCnt="6">
        <dgm:presLayoutVars>
          <dgm:chMax val="0"/>
          <dgm:bulletEnabled val="1"/>
        </dgm:presLayoutVars>
      </dgm:prSet>
      <dgm:spPr/>
    </dgm:pt>
    <dgm:pt modelId="{2C5F62DF-1D38-4A5B-BAD0-CEDDBA216A80}" type="pres">
      <dgm:prSet presAssocID="{B5A5A239-111B-4BA3-B30C-3F3873077E57}" presName="spacer" presStyleCnt="0"/>
      <dgm:spPr/>
    </dgm:pt>
    <dgm:pt modelId="{736A04E3-4B6A-4786-8467-E7A30B4589AB}" type="pres">
      <dgm:prSet presAssocID="{4CE7E54A-D5BA-42A7-AB89-D0F486FAF29D}" presName="parentText" presStyleLbl="node1" presStyleIdx="3" presStyleCnt="6">
        <dgm:presLayoutVars>
          <dgm:chMax val="0"/>
          <dgm:bulletEnabled val="1"/>
        </dgm:presLayoutVars>
      </dgm:prSet>
      <dgm:spPr/>
    </dgm:pt>
    <dgm:pt modelId="{7651BEB0-D083-472B-B8C1-91BCBE584FB5}" type="pres">
      <dgm:prSet presAssocID="{E2C87087-6060-4D33-8C1C-A5DBD3AB944E}" presName="spacer" presStyleCnt="0"/>
      <dgm:spPr/>
    </dgm:pt>
    <dgm:pt modelId="{4655AC93-A707-4BBC-B900-8A626C6204A8}" type="pres">
      <dgm:prSet presAssocID="{E251F49A-98C9-4DE1-B840-71B6BC787A41}" presName="parentText" presStyleLbl="node1" presStyleIdx="4" presStyleCnt="6">
        <dgm:presLayoutVars>
          <dgm:chMax val="0"/>
          <dgm:bulletEnabled val="1"/>
        </dgm:presLayoutVars>
      </dgm:prSet>
      <dgm:spPr/>
    </dgm:pt>
    <dgm:pt modelId="{D61241C5-D8D3-403E-8C99-AD41FD44196E}" type="pres">
      <dgm:prSet presAssocID="{A1D51614-BC16-4459-A3C6-A8E3571B3788}" presName="spacer" presStyleCnt="0"/>
      <dgm:spPr/>
    </dgm:pt>
    <dgm:pt modelId="{BC87E257-DE3B-4050-ABC4-A7BB6C3B4E56}" type="pres">
      <dgm:prSet presAssocID="{F65D2C0B-8569-4A03-8524-99CAD91AB402}" presName="parentText" presStyleLbl="node1" presStyleIdx="5" presStyleCnt="6">
        <dgm:presLayoutVars>
          <dgm:chMax val="0"/>
          <dgm:bulletEnabled val="1"/>
        </dgm:presLayoutVars>
      </dgm:prSet>
      <dgm:spPr/>
    </dgm:pt>
  </dgm:ptLst>
  <dgm:cxnLst>
    <dgm:cxn modelId="{F4704200-A039-4905-AB52-DE3D194F93C1}" srcId="{38CAF228-C70E-43C4-B248-C2DCC42C6A87}" destId="{4CE7E54A-D5BA-42A7-AB89-D0F486FAF29D}" srcOrd="3" destOrd="0" parTransId="{E7DEB36E-DB3B-4D01-93C5-CB0F0AF163FA}" sibTransId="{E2C87087-6060-4D33-8C1C-A5DBD3AB944E}"/>
    <dgm:cxn modelId="{20E5DA08-994F-41FF-BA33-4F96063A2F59}" srcId="{38CAF228-C70E-43C4-B248-C2DCC42C6A87}" destId="{F1B54543-73CE-4FCB-93A0-C98B32E57DA4}" srcOrd="1" destOrd="0" parTransId="{E559D006-49EA-402D-88AA-F80864C2F809}" sibTransId="{D98CB571-EBDB-46D2-B884-972F37E7A9E0}"/>
    <dgm:cxn modelId="{356A1B0B-5E25-4B52-BFBA-19F5D1713C58}" srcId="{38CAF228-C70E-43C4-B248-C2DCC42C6A87}" destId="{F65D2C0B-8569-4A03-8524-99CAD91AB402}" srcOrd="5" destOrd="0" parTransId="{5BF7D114-4E44-4C1F-8F3F-77C09AC9536B}" sibTransId="{4C2BD0EC-923F-46D3-904F-8B7610970463}"/>
    <dgm:cxn modelId="{5D561A0D-B873-416C-A868-90DCA863E698}" srcId="{38CAF228-C70E-43C4-B248-C2DCC42C6A87}" destId="{49BD279B-5107-4DEA-BC07-123CC51F30E9}" srcOrd="0" destOrd="0" parTransId="{13C22562-716F-4D3C-8425-030582DE48BE}" sibTransId="{22F22127-0EFB-47E7-991D-546FE985192A}"/>
    <dgm:cxn modelId="{2A3B9241-2491-41A1-A884-9079AB9EEBDC}" srcId="{38CAF228-C70E-43C4-B248-C2DCC42C6A87}" destId="{93024F02-B093-45C2-BCDF-6BD8F4BBA3E1}" srcOrd="2" destOrd="0" parTransId="{85F77FEF-85BA-4933-9E4D-1FB1397E2DEF}" sibTransId="{B5A5A239-111B-4BA3-B30C-3F3873077E57}"/>
    <dgm:cxn modelId="{6AA20952-DEBD-4F9E-A148-5F966E22D8C2}" type="presOf" srcId="{4CE7E54A-D5BA-42A7-AB89-D0F486FAF29D}" destId="{736A04E3-4B6A-4786-8467-E7A30B4589AB}" srcOrd="0" destOrd="0" presId="urn:microsoft.com/office/officeart/2005/8/layout/vList2"/>
    <dgm:cxn modelId="{FB866D78-BDD0-4C66-8C4C-4363DF86D37A}" type="presOf" srcId="{49BD279B-5107-4DEA-BC07-123CC51F30E9}" destId="{09F7F36D-C0E7-40B5-8537-A50273CE2246}" srcOrd="0" destOrd="0" presId="urn:microsoft.com/office/officeart/2005/8/layout/vList2"/>
    <dgm:cxn modelId="{D79BA483-8CEE-4795-B49C-A17318935638}" type="presOf" srcId="{93024F02-B093-45C2-BCDF-6BD8F4BBA3E1}" destId="{F4771F2F-64AF-4512-B399-6C2405009C52}" srcOrd="0" destOrd="0" presId="urn:microsoft.com/office/officeart/2005/8/layout/vList2"/>
    <dgm:cxn modelId="{F02F91C1-EA0E-4725-8E08-07D4CC566D74}" type="presOf" srcId="{F65D2C0B-8569-4A03-8524-99CAD91AB402}" destId="{BC87E257-DE3B-4050-ABC4-A7BB6C3B4E56}" srcOrd="0" destOrd="0" presId="urn:microsoft.com/office/officeart/2005/8/layout/vList2"/>
    <dgm:cxn modelId="{575F3BDD-63A5-4A80-97F1-C83234E58DD9}" srcId="{38CAF228-C70E-43C4-B248-C2DCC42C6A87}" destId="{E251F49A-98C9-4DE1-B840-71B6BC787A41}" srcOrd="4" destOrd="0" parTransId="{B0F83DEF-BAE7-441F-9B94-FE2081D27559}" sibTransId="{A1D51614-BC16-4459-A3C6-A8E3571B3788}"/>
    <dgm:cxn modelId="{C2B42FE5-1F02-4DCD-A335-C7C120C6B5D0}" type="presOf" srcId="{38CAF228-C70E-43C4-B248-C2DCC42C6A87}" destId="{33A8B12B-FEFF-4A4B-988E-2E0A309885BA}" srcOrd="0" destOrd="0" presId="urn:microsoft.com/office/officeart/2005/8/layout/vList2"/>
    <dgm:cxn modelId="{CBBF4DEC-F856-4254-BD78-0E060B2946D6}" type="presOf" srcId="{F1B54543-73CE-4FCB-93A0-C98B32E57DA4}" destId="{99B24C3A-5AF0-493B-A68C-0491B6E2E629}" srcOrd="0" destOrd="0" presId="urn:microsoft.com/office/officeart/2005/8/layout/vList2"/>
    <dgm:cxn modelId="{20546CED-1B35-448E-BBEF-AC3C2B98ABE3}" type="presOf" srcId="{E251F49A-98C9-4DE1-B840-71B6BC787A41}" destId="{4655AC93-A707-4BBC-B900-8A626C6204A8}" srcOrd="0" destOrd="0" presId="urn:microsoft.com/office/officeart/2005/8/layout/vList2"/>
    <dgm:cxn modelId="{1F086926-C125-4B20-B316-FB22E1C6516A}" type="presParOf" srcId="{33A8B12B-FEFF-4A4B-988E-2E0A309885BA}" destId="{09F7F36D-C0E7-40B5-8537-A50273CE2246}" srcOrd="0" destOrd="0" presId="urn:microsoft.com/office/officeart/2005/8/layout/vList2"/>
    <dgm:cxn modelId="{E5B98EDA-E1D3-4302-A660-96BD9CCBAA0B}" type="presParOf" srcId="{33A8B12B-FEFF-4A4B-988E-2E0A309885BA}" destId="{A6CB63A5-B12F-4632-A0FF-4E580A2699BE}" srcOrd="1" destOrd="0" presId="urn:microsoft.com/office/officeart/2005/8/layout/vList2"/>
    <dgm:cxn modelId="{B2DFD276-0538-4455-A69D-57504C1BA81A}" type="presParOf" srcId="{33A8B12B-FEFF-4A4B-988E-2E0A309885BA}" destId="{99B24C3A-5AF0-493B-A68C-0491B6E2E629}" srcOrd="2" destOrd="0" presId="urn:microsoft.com/office/officeart/2005/8/layout/vList2"/>
    <dgm:cxn modelId="{D785CC53-41CA-46B6-B64D-F2476E4AD415}" type="presParOf" srcId="{33A8B12B-FEFF-4A4B-988E-2E0A309885BA}" destId="{C07948CE-99A3-4F10-A3F3-17CB6317954E}" srcOrd="3" destOrd="0" presId="urn:microsoft.com/office/officeart/2005/8/layout/vList2"/>
    <dgm:cxn modelId="{59C82DC8-ECFA-452C-AC8C-C212989297D8}" type="presParOf" srcId="{33A8B12B-FEFF-4A4B-988E-2E0A309885BA}" destId="{F4771F2F-64AF-4512-B399-6C2405009C52}" srcOrd="4" destOrd="0" presId="urn:microsoft.com/office/officeart/2005/8/layout/vList2"/>
    <dgm:cxn modelId="{D2454905-4F07-4734-BACF-60DF154782AA}" type="presParOf" srcId="{33A8B12B-FEFF-4A4B-988E-2E0A309885BA}" destId="{2C5F62DF-1D38-4A5B-BAD0-CEDDBA216A80}" srcOrd="5" destOrd="0" presId="urn:microsoft.com/office/officeart/2005/8/layout/vList2"/>
    <dgm:cxn modelId="{45F4AFDF-FE70-4283-88DD-B797FAD6C08D}" type="presParOf" srcId="{33A8B12B-FEFF-4A4B-988E-2E0A309885BA}" destId="{736A04E3-4B6A-4786-8467-E7A30B4589AB}" srcOrd="6" destOrd="0" presId="urn:microsoft.com/office/officeart/2005/8/layout/vList2"/>
    <dgm:cxn modelId="{BABE03DF-C6CA-4947-B562-1339066D3DFE}" type="presParOf" srcId="{33A8B12B-FEFF-4A4B-988E-2E0A309885BA}" destId="{7651BEB0-D083-472B-B8C1-91BCBE584FB5}" srcOrd="7" destOrd="0" presId="urn:microsoft.com/office/officeart/2005/8/layout/vList2"/>
    <dgm:cxn modelId="{336B48BF-877D-469C-8D0B-7D7131283BED}" type="presParOf" srcId="{33A8B12B-FEFF-4A4B-988E-2E0A309885BA}" destId="{4655AC93-A707-4BBC-B900-8A626C6204A8}" srcOrd="8" destOrd="0" presId="urn:microsoft.com/office/officeart/2005/8/layout/vList2"/>
    <dgm:cxn modelId="{53FF31F8-3B03-452A-8AD7-A6A577A868EB}" type="presParOf" srcId="{33A8B12B-FEFF-4A4B-988E-2E0A309885BA}" destId="{D61241C5-D8D3-403E-8C99-AD41FD44196E}" srcOrd="9" destOrd="0" presId="urn:microsoft.com/office/officeart/2005/8/layout/vList2"/>
    <dgm:cxn modelId="{02359BA4-3672-4213-A586-D3F5A43D54E4}" type="presParOf" srcId="{33A8B12B-FEFF-4A4B-988E-2E0A309885BA}" destId="{BC87E257-DE3B-4050-ABC4-A7BB6C3B4E56}"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094B42-DE61-4013-A691-8BC7A1058ADF}">
      <dsp:nvSpPr>
        <dsp:cNvPr id="0" name=""/>
        <dsp:cNvSpPr/>
      </dsp:nvSpPr>
      <dsp:spPr>
        <a:xfrm>
          <a:off x="0" y="33146"/>
          <a:ext cx="7879842" cy="81549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Programming Skills, </a:t>
          </a:r>
        </a:p>
      </dsp:txBody>
      <dsp:txXfrm>
        <a:off x="39809" y="72955"/>
        <a:ext cx="7800224" cy="735872"/>
      </dsp:txXfrm>
    </dsp:sp>
    <dsp:sp modelId="{0D726924-1EF3-46AD-A2F0-649908CFB024}">
      <dsp:nvSpPr>
        <dsp:cNvPr id="0" name=""/>
        <dsp:cNvSpPr/>
      </dsp:nvSpPr>
      <dsp:spPr>
        <a:xfrm>
          <a:off x="0" y="946556"/>
          <a:ext cx="7879842" cy="815490"/>
        </a:xfrm>
        <a:prstGeom prst="roundRect">
          <a:avLst/>
        </a:prstGeom>
        <a:solidFill>
          <a:schemeClr val="accent2">
            <a:hueOff val="1170380"/>
            <a:satOff val="-1460"/>
            <a:lumOff val="34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Data Structures, </a:t>
          </a:r>
        </a:p>
      </dsp:txBody>
      <dsp:txXfrm>
        <a:off x="39809" y="986365"/>
        <a:ext cx="7800224" cy="735872"/>
      </dsp:txXfrm>
    </dsp:sp>
    <dsp:sp modelId="{083E6DF9-FF45-474B-B9B1-C36D0BCB4DAE}">
      <dsp:nvSpPr>
        <dsp:cNvPr id="0" name=""/>
        <dsp:cNvSpPr/>
      </dsp:nvSpPr>
      <dsp:spPr>
        <a:xfrm>
          <a:off x="0" y="1859967"/>
          <a:ext cx="7879842" cy="815490"/>
        </a:xfrm>
        <a:prstGeom prst="roundRect">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Algorithms, </a:t>
          </a:r>
        </a:p>
      </dsp:txBody>
      <dsp:txXfrm>
        <a:off x="39809" y="1899776"/>
        <a:ext cx="7800224" cy="735872"/>
      </dsp:txXfrm>
    </dsp:sp>
    <dsp:sp modelId="{A639AE38-BDEB-4C8E-B0E9-03E676AF7926}">
      <dsp:nvSpPr>
        <dsp:cNvPr id="0" name=""/>
        <dsp:cNvSpPr/>
      </dsp:nvSpPr>
      <dsp:spPr>
        <a:xfrm>
          <a:off x="0" y="2773377"/>
          <a:ext cx="7879842" cy="815490"/>
        </a:xfrm>
        <a:prstGeom prst="roundRect">
          <a:avLst/>
        </a:prstGeom>
        <a:solidFill>
          <a:schemeClr val="accent2">
            <a:hueOff val="3511139"/>
            <a:satOff val="-4379"/>
            <a:lumOff val="103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Probability and Statistics, </a:t>
          </a:r>
        </a:p>
      </dsp:txBody>
      <dsp:txXfrm>
        <a:off x="39809" y="2813186"/>
        <a:ext cx="7800224" cy="735872"/>
      </dsp:txXfrm>
    </dsp:sp>
    <dsp:sp modelId="{1EC13922-A5FD-459A-BC53-B96D19311172}">
      <dsp:nvSpPr>
        <dsp:cNvPr id="0" name=""/>
        <dsp:cNvSpPr/>
      </dsp:nvSpPr>
      <dsp:spPr>
        <a:xfrm>
          <a:off x="0" y="3686787"/>
          <a:ext cx="7879842" cy="815490"/>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Machine Learning.</a:t>
          </a:r>
        </a:p>
      </dsp:txBody>
      <dsp:txXfrm>
        <a:off x="39809" y="3726596"/>
        <a:ext cx="7800224" cy="73587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F7F36D-C0E7-40B5-8537-A50273CE2246}">
      <dsp:nvSpPr>
        <dsp:cNvPr id="0" name=""/>
        <dsp:cNvSpPr/>
      </dsp:nvSpPr>
      <dsp:spPr>
        <a:xfrm>
          <a:off x="0" y="62818"/>
          <a:ext cx="7879842" cy="1061406"/>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en-US" sz="1900" kern="1200" dirty="0">
              <a:solidFill>
                <a:srgbClr val="374151"/>
              </a:solidFill>
            </a:rPr>
            <a:t>Text analysis, also known as text mining or text analytics</a:t>
          </a:r>
          <a:r>
            <a:rPr lang="en-US" sz="1900" kern="1200" dirty="0">
              <a:solidFill>
                <a:srgbClr val="374151"/>
              </a:solidFill>
              <a:latin typeface="Calibri"/>
            </a:rPr>
            <a:t>.</a:t>
          </a:r>
        </a:p>
      </dsp:txBody>
      <dsp:txXfrm>
        <a:off x="51814" y="114632"/>
        <a:ext cx="7776214" cy="957778"/>
      </dsp:txXfrm>
    </dsp:sp>
    <dsp:sp modelId="{F5148E5C-8D1C-4327-833D-359C55C5A927}">
      <dsp:nvSpPr>
        <dsp:cNvPr id="0" name=""/>
        <dsp:cNvSpPr/>
      </dsp:nvSpPr>
      <dsp:spPr>
        <a:xfrm>
          <a:off x="0" y="1178945"/>
          <a:ext cx="7879842" cy="1061406"/>
        </a:xfrm>
        <a:prstGeom prst="roundRect">
          <a:avLst/>
        </a:prstGeom>
        <a:solidFill>
          <a:schemeClr val="accent2">
            <a:hueOff val="1560506"/>
            <a:satOff val="-1946"/>
            <a:lumOff val="45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en-US" sz="1900" kern="1200" dirty="0">
              <a:solidFill>
                <a:srgbClr val="374151"/>
              </a:solidFill>
              <a:latin typeface="Calibri"/>
            </a:rPr>
            <a:t>It</a:t>
          </a:r>
          <a:r>
            <a:rPr lang="en-US" sz="1900" kern="1200" dirty="0">
              <a:solidFill>
                <a:srgbClr val="374151"/>
              </a:solidFill>
            </a:rPr>
            <a:t> is the process of extracting useful information, patterns, and insights from unstructured text data. </a:t>
          </a:r>
          <a:endParaRPr lang="en-US" sz="1900" kern="1200" dirty="0">
            <a:latin typeface="Calibri"/>
          </a:endParaRPr>
        </a:p>
      </dsp:txBody>
      <dsp:txXfrm>
        <a:off x="51814" y="1230759"/>
        <a:ext cx="7776214" cy="957778"/>
      </dsp:txXfrm>
    </dsp:sp>
    <dsp:sp modelId="{4AEBCCD6-B42E-4F14-8247-90A6D17A773B}">
      <dsp:nvSpPr>
        <dsp:cNvPr id="0" name=""/>
        <dsp:cNvSpPr/>
      </dsp:nvSpPr>
      <dsp:spPr>
        <a:xfrm>
          <a:off x="0" y="2295072"/>
          <a:ext cx="7879842" cy="1061406"/>
        </a:xfrm>
        <a:prstGeom prst="roundRect">
          <a:avLst/>
        </a:prstGeom>
        <a:solidFill>
          <a:schemeClr val="accent2">
            <a:hueOff val="3121013"/>
            <a:satOff val="-3893"/>
            <a:lumOff val="9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en-US" sz="1900" kern="1200" dirty="0">
              <a:solidFill>
                <a:srgbClr val="374151"/>
              </a:solidFill>
            </a:rPr>
            <a:t>It involves various techniques and methods to transform raw text into structured and meaningful information that can be used for decision-making, information retrieval, and knowledge discovery. </a:t>
          </a:r>
          <a:endParaRPr lang="en-US" sz="1900" kern="1200" dirty="0">
            <a:latin typeface="Calibri"/>
          </a:endParaRPr>
        </a:p>
      </dsp:txBody>
      <dsp:txXfrm>
        <a:off x="51814" y="2346886"/>
        <a:ext cx="7776214" cy="957778"/>
      </dsp:txXfrm>
    </dsp:sp>
    <dsp:sp modelId="{9D446D64-F98B-4E36-B35C-74C387DDCE70}">
      <dsp:nvSpPr>
        <dsp:cNvPr id="0" name=""/>
        <dsp:cNvSpPr/>
      </dsp:nvSpPr>
      <dsp:spPr>
        <a:xfrm>
          <a:off x="0" y="3411198"/>
          <a:ext cx="7879842" cy="1061406"/>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solidFill>
                <a:srgbClr val="374151"/>
              </a:solidFill>
            </a:rPr>
            <a:t>Text </a:t>
          </a:r>
          <a:r>
            <a:rPr lang="en-US" sz="1900" kern="1200" dirty="0">
              <a:solidFill>
                <a:srgbClr val="374151"/>
              </a:solidFill>
              <a:latin typeface="Calibri"/>
            </a:rPr>
            <a:t>Analysis</a:t>
          </a:r>
          <a:r>
            <a:rPr lang="en-US" sz="1900" kern="1200" dirty="0">
              <a:solidFill>
                <a:srgbClr val="374151"/>
              </a:solidFill>
            </a:rPr>
            <a:t> can be applied to a wide range of text sources, including documents, social media posts, emails, customer reviews, news articles, and more.</a:t>
          </a:r>
          <a:endParaRPr lang="en-US" sz="1900" kern="1200" dirty="0"/>
        </a:p>
      </dsp:txBody>
      <dsp:txXfrm>
        <a:off x="51814" y="3463012"/>
        <a:ext cx="7776214" cy="95777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F7F36D-C0E7-40B5-8537-A50273CE2246}">
      <dsp:nvSpPr>
        <dsp:cNvPr id="0" name=""/>
        <dsp:cNvSpPr/>
      </dsp:nvSpPr>
      <dsp:spPr>
        <a:xfrm>
          <a:off x="0" y="57492"/>
          <a:ext cx="7879842" cy="85644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IN" sz="1200" b="1" kern="1200" dirty="0"/>
            <a:t>Text Preprocessing</a:t>
          </a:r>
          <a:r>
            <a:rPr lang="en-IN" sz="1200" kern="1200" dirty="0">
              <a:latin typeface="Calibri"/>
            </a:rPr>
            <a:t>: This involves cleaning and preparing text data for analysis. It includes tasks like tokenization (splitting text into words or phrases), removing punctuation, converting text to lowercase, and handling issues like stopwords (common words like "and," "the," "is" that are often removed because they don't carry significant meaning) and stemming (reducing words to their root form).</a:t>
          </a:r>
          <a:endParaRPr lang="en-US" sz="1200" kern="1200" dirty="0"/>
        </a:p>
      </dsp:txBody>
      <dsp:txXfrm>
        <a:off x="41808" y="99300"/>
        <a:ext cx="7796226" cy="772824"/>
      </dsp:txXfrm>
    </dsp:sp>
    <dsp:sp modelId="{FBBEA05D-EA53-42FD-84FD-452A98749DC6}">
      <dsp:nvSpPr>
        <dsp:cNvPr id="0" name=""/>
        <dsp:cNvSpPr/>
      </dsp:nvSpPr>
      <dsp:spPr>
        <a:xfrm>
          <a:off x="0" y="948492"/>
          <a:ext cx="7879842" cy="856440"/>
        </a:xfrm>
        <a:prstGeom prst="roundRect">
          <a:avLst/>
        </a:prstGeom>
        <a:solidFill>
          <a:schemeClr val="accent2">
            <a:hueOff val="1170380"/>
            <a:satOff val="-1460"/>
            <a:lumOff val="34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IN" sz="1200" b="1" kern="1200" dirty="0"/>
            <a:t>Text Classification</a:t>
          </a:r>
          <a:r>
            <a:rPr lang="en-IN" sz="1200" b="0" kern="1200" dirty="0">
              <a:latin typeface="Calibri"/>
            </a:rPr>
            <a:t>: Text classification involves categorizing text data into predefined classes or categories. Common examples include spam email detection, sentiment analysis (classifying text as positive, negative, or neutral), and topic classification.</a:t>
          </a:r>
          <a:endParaRPr lang="en-US" sz="1200" b="0" kern="1200" dirty="0">
            <a:latin typeface="Calibri"/>
          </a:endParaRPr>
        </a:p>
      </dsp:txBody>
      <dsp:txXfrm>
        <a:off x="41808" y="990300"/>
        <a:ext cx="7796226" cy="772824"/>
      </dsp:txXfrm>
    </dsp:sp>
    <dsp:sp modelId="{F4771F2F-64AF-4512-B399-6C2405009C52}">
      <dsp:nvSpPr>
        <dsp:cNvPr id="0" name=""/>
        <dsp:cNvSpPr/>
      </dsp:nvSpPr>
      <dsp:spPr>
        <a:xfrm>
          <a:off x="0" y="1839492"/>
          <a:ext cx="7879842" cy="856440"/>
        </a:xfrm>
        <a:prstGeom prst="roundRect">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IN" sz="1200" b="1" kern="1200" dirty="0"/>
            <a:t>Named Entity Recognition (NER</a:t>
          </a:r>
          <a:r>
            <a:rPr lang="en-IN" sz="1200" b="0" kern="1200" dirty="0">
              <a:latin typeface="Calibri"/>
            </a:rPr>
            <a:t>): NER is the process of identifying and classifying entities (such as names of people, organizations, locations, dates, etc.) within text. It is essential for information extraction and can be used in applications like news article summarization and entity linking.</a:t>
          </a:r>
          <a:endParaRPr lang="en-US" sz="1200" b="0" kern="1200" dirty="0"/>
        </a:p>
      </dsp:txBody>
      <dsp:txXfrm>
        <a:off x="41808" y="1881300"/>
        <a:ext cx="7796226" cy="772824"/>
      </dsp:txXfrm>
    </dsp:sp>
    <dsp:sp modelId="{BC87E257-DE3B-4050-ABC4-A7BB6C3B4E56}">
      <dsp:nvSpPr>
        <dsp:cNvPr id="0" name=""/>
        <dsp:cNvSpPr/>
      </dsp:nvSpPr>
      <dsp:spPr>
        <a:xfrm>
          <a:off x="0" y="2730491"/>
          <a:ext cx="7879842" cy="856440"/>
        </a:xfrm>
        <a:prstGeom prst="roundRect">
          <a:avLst/>
        </a:prstGeom>
        <a:solidFill>
          <a:schemeClr val="accent2">
            <a:hueOff val="3511139"/>
            <a:satOff val="-4379"/>
            <a:lumOff val="103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IN" sz="1200" b="1" kern="1200" dirty="0"/>
            <a:t>Sentiment Analysis</a:t>
          </a:r>
          <a:r>
            <a:rPr lang="en-IN" sz="1200" b="0" kern="1200" dirty="0">
              <a:latin typeface="Calibri"/>
            </a:rPr>
            <a:t>: Sentiment analysis, also known as opinion mining, determines the sentiment or emotional tone expressed in a piece of text. It's often used to gauge public opinion on products, services, or topics by classifying text as positive, negative, or neutral.</a:t>
          </a:r>
          <a:endParaRPr lang="en-US" sz="1200" b="0" kern="1200" dirty="0"/>
        </a:p>
      </dsp:txBody>
      <dsp:txXfrm>
        <a:off x="41808" y="2772299"/>
        <a:ext cx="7796226" cy="772824"/>
      </dsp:txXfrm>
    </dsp:sp>
    <dsp:sp modelId="{A59CE44B-82E4-45F0-91C1-8AA082D71046}">
      <dsp:nvSpPr>
        <dsp:cNvPr id="0" name=""/>
        <dsp:cNvSpPr/>
      </dsp:nvSpPr>
      <dsp:spPr>
        <a:xfrm>
          <a:off x="0" y="3621491"/>
          <a:ext cx="7879842" cy="856440"/>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IN" sz="1200" b="1" kern="1200" dirty="0">
              <a:latin typeface="Calibri"/>
            </a:rPr>
            <a:t>Text Clustering</a:t>
          </a:r>
          <a:r>
            <a:rPr lang="en-IN" sz="1200" b="0" kern="1200" dirty="0">
              <a:latin typeface="Calibri"/>
            </a:rPr>
            <a:t>: Text clustering groups similar documents or pieces of text together based on their content. This is useful for organizing large collections of text data and can be applied in areas like document categorization and recommendation systems.</a:t>
          </a:r>
          <a:endParaRPr lang="en-US" sz="1200" b="0" kern="1200" dirty="0"/>
        </a:p>
      </dsp:txBody>
      <dsp:txXfrm>
        <a:off x="41808" y="3663299"/>
        <a:ext cx="7796226" cy="77282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BEA05D-EA53-42FD-84FD-452A98749DC6}">
      <dsp:nvSpPr>
        <dsp:cNvPr id="0" name=""/>
        <dsp:cNvSpPr/>
      </dsp:nvSpPr>
      <dsp:spPr>
        <a:xfrm>
          <a:off x="0" y="324611"/>
          <a:ext cx="7879842" cy="93483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IN" sz="1700" b="1" kern="1200" dirty="0">
              <a:latin typeface="Calibri"/>
            </a:rPr>
            <a:t>Information Extraction</a:t>
          </a:r>
          <a:r>
            <a:rPr lang="en-IN" sz="1700" b="0" kern="1200" dirty="0">
              <a:latin typeface="Calibri"/>
            </a:rPr>
            <a:t>: Information extraction involves identifying structured information from unstructured text data. This can include extracting facts, relationships, and events from news articles, research papers, or other text sources.</a:t>
          </a:r>
        </a:p>
      </dsp:txBody>
      <dsp:txXfrm>
        <a:off x="45635" y="370246"/>
        <a:ext cx="7788572" cy="843560"/>
      </dsp:txXfrm>
    </dsp:sp>
    <dsp:sp modelId="{A59CE44B-82E4-45F0-91C1-8AA082D71046}">
      <dsp:nvSpPr>
        <dsp:cNvPr id="0" name=""/>
        <dsp:cNvSpPr/>
      </dsp:nvSpPr>
      <dsp:spPr>
        <a:xfrm>
          <a:off x="0" y="1308401"/>
          <a:ext cx="7879842" cy="934830"/>
        </a:xfrm>
        <a:prstGeom prst="roundRect">
          <a:avLst/>
        </a:prstGeom>
        <a:solidFill>
          <a:schemeClr val="accent2">
            <a:hueOff val="1560506"/>
            <a:satOff val="-1946"/>
            <a:lumOff val="45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IN" sz="1700" b="1" kern="1200" dirty="0">
              <a:latin typeface="Calibri"/>
            </a:rPr>
            <a:t>Text Summarization</a:t>
          </a:r>
          <a:r>
            <a:rPr lang="en-IN" sz="1700" b="0" kern="1200" dirty="0">
              <a:latin typeface="Calibri"/>
            </a:rPr>
            <a:t>: Text summarization techniques aim to generate concise and coherent summaries of longer texts. This is useful for creating abstracts of articles, news stories, or documents.</a:t>
          </a:r>
        </a:p>
      </dsp:txBody>
      <dsp:txXfrm>
        <a:off x="45635" y="1354036"/>
        <a:ext cx="7788572" cy="843560"/>
      </dsp:txXfrm>
    </dsp:sp>
    <dsp:sp modelId="{BBA65B4A-0249-4716-8417-10D3560D7FB3}">
      <dsp:nvSpPr>
        <dsp:cNvPr id="0" name=""/>
        <dsp:cNvSpPr/>
      </dsp:nvSpPr>
      <dsp:spPr>
        <a:xfrm>
          <a:off x="0" y="2292192"/>
          <a:ext cx="7879842" cy="934830"/>
        </a:xfrm>
        <a:prstGeom prst="roundRect">
          <a:avLst/>
        </a:prstGeom>
        <a:solidFill>
          <a:schemeClr val="accent2">
            <a:hueOff val="3121013"/>
            <a:satOff val="-3893"/>
            <a:lumOff val="9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IN" sz="1700" b="1" kern="1200" dirty="0">
              <a:latin typeface="Calibri"/>
            </a:rPr>
            <a:t>Machine Translation</a:t>
          </a:r>
          <a:r>
            <a:rPr lang="en-IN" sz="1700" b="0" kern="1200" dirty="0">
              <a:latin typeface="Calibri"/>
            </a:rPr>
            <a:t>: Translation models use text analysis to convert text from one language to another, enabling cross-lingual communication.</a:t>
          </a:r>
          <a:endParaRPr lang="en-IN" sz="1700" kern="1200" dirty="0"/>
        </a:p>
      </dsp:txBody>
      <dsp:txXfrm>
        <a:off x="45635" y="2337827"/>
        <a:ext cx="7788572" cy="843560"/>
      </dsp:txXfrm>
    </dsp:sp>
    <dsp:sp modelId="{20238C3A-9A7C-466F-A963-A52F1416A0E8}">
      <dsp:nvSpPr>
        <dsp:cNvPr id="0" name=""/>
        <dsp:cNvSpPr/>
      </dsp:nvSpPr>
      <dsp:spPr>
        <a:xfrm>
          <a:off x="0" y="3275982"/>
          <a:ext cx="7879842" cy="934830"/>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IN" sz="1700" b="1" kern="1200" dirty="0">
              <a:latin typeface="Calibri"/>
            </a:rPr>
            <a:t>Keyword Extraction</a:t>
          </a:r>
          <a:r>
            <a:rPr lang="en-IN" sz="1700" b="0" kern="1200" dirty="0">
              <a:latin typeface="Calibri"/>
            </a:rPr>
            <a:t>: Identifying important keywords or phrases within a document can help in understanding its main topics and themes. This is commonly used for search engine optimization and content tagging.</a:t>
          </a:r>
          <a:endParaRPr lang="en-US" sz="1700" kern="1200" dirty="0"/>
        </a:p>
      </dsp:txBody>
      <dsp:txXfrm>
        <a:off x="45635" y="3321617"/>
        <a:ext cx="7788572" cy="84356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F7F36D-C0E7-40B5-8537-A50273CE2246}">
      <dsp:nvSpPr>
        <dsp:cNvPr id="0" name=""/>
        <dsp:cNvSpPr/>
      </dsp:nvSpPr>
      <dsp:spPr>
        <a:xfrm>
          <a:off x="0" y="673991"/>
          <a:ext cx="7879842" cy="75582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en-US" sz="1900" kern="1200" dirty="0">
              <a:solidFill>
                <a:srgbClr val="374151"/>
              </a:solidFill>
            </a:rPr>
            <a:t>Text </a:t>
          </a:r>
          <a:r>
            <a:rPr lang="en-US" sz="1900" kern="1200" dirty="0">
              <a:solidFill>
                <a:srgbClr val="374151"/>
              </a:solidFill>
              <a:latin typeface="Calibri"/>
            </a:rPr>
            <a:t>Vectorization</a:t>
          </a:r>
          <a:r>
            <a:rPr lang="en-US" sz="1900" kern="1200" dirty="0">
              <a:solidFill>
                <a:srgbClr val="374151"/>
              </a:solidFill>
            </a:rPr>
            <a:t> in natural language processing (NLP) refers to the process of converting textual data into numerical vectors or arrays of numbers. </a:t>
          </a:r>
          <a:endParaRPr lang="en-US" sz="1900" kern="1200" dirty="0">
            <a:solidFill>
              <a:srgbClr val="374151"/>
            </a:solidFill>
            <a:latin typeface="Calibri"/>
          </a:endParaRPr>
        </a:p>
      </dsp:txBody>
      <dsp:txXfrm>
        <a:off x="36896" y="710887"/>
        <a:ext cx="7806050" cy="682028"/>
      </dsp:txXfrm>
    </dsp:sp>
    <dsp:sp modelId="{07A207BE-F926-42C5-A564-CCEC2357359E}">
      <dsp:nvSpPr>
        <dsp:cNvPr id="0" name=""/>
        <dsp:cNvSpPr/>
      </dsp:nvSpPr>
      <dsp:spPr>
        <a:xfrm>
          <a:off x="0" y="1484531"/>
          <a:ext cx="7879842" cy="755820"/>
        </a:xfrm>
        <a:prstGeom prst="roundRect">
          <a:avLst/>
        </a:prstGeom>
        <a:solidFill>
          <a:schemeClr val="accent2">
            <a:hueOff val="1560506"/>
            <a:satOff val="-1946"/>
            <a:lumOff val="45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en-US" sz="1900" kern="1200" dirty="0">
              <a:solidFill>
                <a:srgbClr val="374151"/>
              </a:solidFill>
            </a:rPr>
            <a:t>Since machine learning algorithms and models typically work with numerical data, text vectorization is a crucial step in NLP tasks. </a:t>
          </a:r>
          <a:endParaRPr lang="en-US" sz="1900" kern="1200" dirty="0">
            <a:latin typeface="Calibri"/>
          </a:endParaRPr>
        </a:p>
      </dsp:txBody>
      <dsp:txXfrm>
        <a:off x="36896" y="1521427"/>
        <a:ext cx="7806050" cy="682028"/>
      </dsp:txXfrm>
    </dsp:sp>
    <dsp:sp modelId="{525AFD1E-F523-4AB8-B6FC-31BB61E5EB2D}">
      <dsp:nvSpPr>
        <dsp:cNvPr id="0" name=""/>
        <dsp:cNvSpPr/>
      </dsp:nvSpPr>
      <dsp:spPr>
        <a:xfrm>
          <a:off x="0" y="2295072"/>
          <a:ext cx="7879842" cy="755820"/>
        </a:xfrm>
        <a:prstGeom prst="roundRect">
          <a:avLst/>
        </a:prstGeom>
        <a:solidFill>
          <a:schemeClr val="accent2">
            <a:hueOff val="3121013"/>
            <a:satOff val="-3893"/>
            <a:lumOff val="9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en-US" sz="1900" kern="1200" dirty="0">
              <a:solidFill>
                <a:srgbClr val="374151"/>
              </a:solidFill>
            </a:rPr>
            <a:t>It allows you to represent text data in a format that can be used for training machine learning models and performing various text analysis tasks. </a:t>
          </a:r>
          <a:endParaRPr lang="en-US" sz="1900" kern="1200" dirty="0">
            <a:latin typeface="Calibri"/>
          </a:endParaRPr>
        </a:p>
      </dsp:txBody>
      <dsp:txXfrm>
        <a:off x="36896" y="2331968"/>
        <a:ext cx="7806050" cy="682028"/>
      </dsp:txXfrm>
    </dsp:sp>
    <dsp:sp modelId="{4721E48B-52F9-476B-89CC-DD37B8030888}">
      <dsp:nvSpPr>
        <dsp:cNvPr id="0" name=""/>
        <dsp:cNvSpPr/>
      </dsp:nvSpPr>
      <dsp:spPr>
        <a:xfrm>
          <a:off x="0" y="3105612"/>
          <a:ext cx="7879842" cy="755820"/>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solidFill>
                <a:srgbClr val="374151"/>
              </a:solidFill>
            </a:rPr>
            <a:t>Text vectorization involves assigning numerical values to words, phrases, or documents in a way that captures their semantic meaning or relationship.</a:t>
          </a:r>
          <a:endParaRPr lang="en-US" sz="1900" kern="1200" dirty="0"/>
        </a:p>
      </dsp:txBody>
      <dsp:txXfrm>
        <a:off x="36896" y="3142508"/>
        <a:ext cx="7806050" cy="68202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0BEF42-EBE5-4267-A110-4E498B726590}">
      <dsp:nvSpPr>
        <dsp:cNvPr id="0" name=""/>
        <dsp:cNvSpPr/>
      </dsp:nvSpPr>
      <dsp:spPr>
        <a:xfrm>
          <a:off x="0" y="1808"/>
          <a:ext cx="7886700" cy="916611"/>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2C75318-A496-4B41-AA87-2F13BDF6BA18}">
      <dsp:nvSpPr>
        <dsp:cNvPr id="0" name=""/>
        <dsp:cNvSpPr/>
      </dsp:nvSpPr>
      <dsp:spPr>
        <a:xfrm>
          <a:off x="277275" y="208046"/>
          <a:ext cx="504136" cy="504136"/>
        </a:xfrm>
        <a:prstGeom prst="rect">
          <a:avLst/>
        </a:prstGeom>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EA65093-4491-4B45-9C96-C2512F38C9AC}">
      <dsp:nvSpPr>
        <dsp:cNvPr id="0" name=""/>
        <dsp:cNvSpPr/>
      </dsp:nvSpPr>
      <dsp:spPr>
        <a:xfrm>
          <a:off x="1058686" y="1808"/>
          <a:ext cx="68280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755650">
            <a:lnSpc>
              <a:spcPct val="90000"/>
            </a:lnSpc>
            <a:spcBef>
              <a:spcPct val="0"/>
            </a:spcBef>
            <a:spcAft>
              <a:spcPct val="35000"/>
            </a:spcAft>
            <a:buNone/>
          </a:pPr>
          <a:r>
            <a:rPr lang="en-US" sz="1700" kern="1200"/>
            <a:t>The Bag of Words (BoW) model in text analysis is a simple and foundational technique used to represent text data for various Natural Language Processing (NLP) tasks. </a:t>
          </a:r>
        </a:p>
      </dsp:txBody>
      <dsp:txXfrm>
        <a:off x="1058686" y="1808"/>
        <a:ext cx="6828013" cy="916611"/>
      </dsp:txXfrm>
    </dsp:sp>
    <dsp:sp modelId="{BE24EB8D-9C76-4856-96FF-40DF983E6BC5}">
      <dsp:nvSpPr>
        <dsp:cNvPr id="0" name=""/>
        <dsp:cNvSpPr/>
      </dsp:nvSpPr>
      <dsp:spPr>
        <a:xfrm>
          <a:off x="0" y="1147573"/>
          <a:ext cx="7886700" cy="916611"/>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B870025-E580-46E4-AF75-BB7C90A60736}">
      <dsp:nvSpPr>
        <dsp:cNvPr id="0" name=""/>
        <dsp:cNvSpPr/>
      </dsp:nvSpPr>
      <dsp:spPr>
        <a:xfrm>
          <a:off x="277275" y="1353811"/>
          <a:ext cx="504136" cy="504136"/>
        </a:xfrm>
        <a:prstGeom prst="rect">
          <a:avLst/>
        </a:prstGeom>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BEC5748-4037-4F50-9364-542B0C73ACBD}">
      <dsp:nvSpPr>
        <dsp:cNvPr id="0" name=""/>
        <dsp:cNvSpPr/>
      </dsp:nvSpPr>
      <dsp:spPr>
        <a:xfrm>
          <a:off x="1058686" y="1147573"/>
          <a:ext cx="68280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755650">
            <a:lnSpc>
              <a:spcPct val="90000"/>
            </a:lnSpc>
            <a:spcBef>
              <a:spcPct val="0"/>
            </a:spcBef>
            <a:spcAft>
              <a:spcPct val="35000"/>
            </a:spcAft>
            <a:buNone/>
          </a:pPr>
          <a:r>
            <a:rPr lang="en-US" sz="1700" kern="1200"/>
            <a:t>It treats a document as an unordered collection or "bag" of words, ignoring word order and context, and represents it as a numerical vector. </a:t>
          </a:r>
        </a:p>
      </dsp:txBody>
      <dsp:txXfrm>
        <a:off x="1058686" y="1147573"/>
        <a:ext cx="6828013" cy="916611"/>
      </dsp:txXfrm>
    </dsp:sp>
    <dsp:sp modelId="{89212FB2-7CE5-4DBE-A987-86F5A25E03A4}">
      <dsp:nvSpPr>
        <dsp:cNvPr id="0" name=""/>
        <dsp:cNvSpPr/>
      </dsp:nvSpPr>
      <dsp:spPr>
        <a:xfrm>
          <a:off x="0" y="2293338"/>
          <a:ext cx="7886700" cy="916611"/>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BA5D645-EC8F-4AF5-9B87-C3D9BB29635A}">
      <dsp:nvSpPr>
        <dsp:cNvPr id="0" name=""/>
        <dsp:cNvSpPr/>
      </dsp:nvSpPr>
      <dsp:spPr>
        <a:xfrm>
          <a:off x="277275" y="2499576"/>
          <a:ext cx="504136" cy="504136"/>
        </a:xfrm>
        <a:prstGeom prst="rect">
          <a:avLst/>
        </a:prstGeom>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583E6AB-DDD9-40B6-B687-F59E6674F633}">
      <dsp:nvSpPr>
        <dsp:cNvPr id="0" name=""/>
        <dsp:cNvSpPr/>
      </dsp:nvSpPr>
      <dsp:spPr>
        <a:xfrm>
          <a:off x="1058686" y="2293338"/>
          <a:ext cx="68280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755650">
            <a:lnSpc>
              <a:spcPct val="90000"/>
            </a:lnSpc>
            <a:spcBef>
              <a:spcPct val="0"/>
            </a:spcBef>
            <a:spcAft>
              <a:spcPct val="35000"/>
            </a:spcAft>
            <a:buNone/>
          </a:pPr>
          <a:r>
            <a:rPr lang="en-US" sz="1700" kern="1200"/>
            <a:t>This vector represents the frequencies of words in the document. </a:t>
          </a:r>
        </a:p>
      </dsp:txBody>
      <dsp:txXfrm>
        <a:off x="1058686" y="2293338"/>
        <a:ext cx="6828013" cy="916611"/>
      </dsp:txXfrm>
    </dsp:sp>
    <dsp:sp modelId="{11153C53-A246-42FE-A7C1-8467407E3EEE}">
      <dsp:nvSpPr>
        <dsp:cNvPr id="0" name=""/>
        <dsp:cNvSpPr/>
      </dsp:nvSpPr>
      <dsp:spPr>
        <a:xfrm>
          <a:off x="0" y="3439103"/>
          <a:ext cx="7886700" cy="916611"/>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4256F32-3211-4CD3-BCB3-6A2B6347E6D2}">
      <dsp:nvSpPr>
        <dsp:cNvPr id="0" name=""/>
        <dsp:cNvSpPr/>
      </dsp:nvSpPr>
      <dsp:spPr>
        <a:xfrm>
          <a:off x="277275" y="3645341"/>
          <a:ext cx="504136" cy="504136"/>
        </a:xfrm>
        <a:prstGeom prst="rect">
          <a:avLst/>
        </a:prstGeom>
        <a:blipFill>
          <a:blip xmlns:r="http://schemas.openxmlformats.org/officeDocument/2006/relationships"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FB0D773-72C3-4ECE-8B2A-A0739B961C62}">
      <dsp:nvSpPr>
        <dsp:cNvPr id="0" name=""/>
        <dsp:cNvSpPr/>
      </dsp:nvSpPr>
      <dsp:spPr>
        <a:xfrm>
          <a:off x="1058686" y="3439103"/>
          <a:ext cx="68280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755650">
            <a:lnSpc>
              <a:spcPct val="90000"/>
            </a:lnSpc>
            <a:spcBef>
              <a:spcPct val="0"/>
            </a:spcBef>
            <a:spcAft>
              <a:spcPct val="35000"/>
            </a:spcAft>
            <a:buNone/>
          </a:pPr>
          <a:r>
            <a:rPr lang="en-US" sz="1700" kern="1200"/>
            <a:t>The BoW model is a way to convert text data into a format suitable for machine learning algorithms.</a:t>
          </a:r>
        </a:p>
      </dsp:txBody>
      <dsp:txXfrm>
        <a:off x="1058686" y="3439103"/>
        <a:ext cx="6828013" cy="91661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0BEF42-EBE5-4267-A110-4E498B726590}">
      <dsp:nvSpPr>
        <dsp:cNvPr id="0" name=""/>
        <dsp:cNvSpPr/>
      </dsp:nvSpPr>
      <dsp:spPr>
        <a:xfrm>
          <a:off x="0" y="1808"/>
          <a:ext cx="7886700" cy="916611"/>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2C75318-A496-4B41-AA87-2F13BDF6BA18}">
      <dsp:nvSpPr>
        <dsp:cNvPr id="0" name=""/>
        <dsp:cNvSpPr/>
      </dsp:nvSpPr>
      <dsp:spPr>
        <a:xfrm>
          <a:off x="277275" y="208046"/>
          <a:ext cx="504136" cy="504136"/>
        </a:xfrm>
        <a:prstGeom prst="rect">
          <a:avLst/>
        </a:prstGeom>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EA65093-4491-4B45-9C96-C2512F38C9AC}">
      <dsp:nvSpPr>
        <dsp:cNvPr id="0" name=""/>
        <dsp:cNvSpPr/>
      </dsp:nvSpPr>
      <dsp:spPr>
        <a:xfrm>
          <a:off x="1058686" y="1808"/>
          <a:ext cx="68280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933450">
            <a:lnSpc>
              <a:spcPct val="100000"/>
            </a:lnSpc>
            <a:spcBef>
              <a:spcPct val="0"/>
            </a:spcBef>
            <a:spcAft>
              <a:spcPct val="35000"/>
            </a:spcAft>
            <a:buNone/>
          </a:pPr>
          <a:r>
            <a:rPr lang="en-US" sz="2100" kern="1200" dirty="0">
              <a:solidFill>
                <a:srgbClr val="000000"/>
              </a:solidFill>
            </a:rPr>
            <a:t>The </a:t>
          </a:r>
          <a:r>
            <a:rPr lang="en-US" sz="2100" kern="1200" dirty="0">
              <a:solidFill>
                <a:srgbClr val="000000"/>
              </a:solidFill>
              <a:latin typeface="Calibri"/>
            </a:rPr>
            <a:t>Vector Space Model </a:t>
          </a:r>
          <a:r>
            <a:rPr lang="en-US" sz="2100" kern="1200" dirty="0">
              <a:solidFill>
                <a:srgbClr val="000000"/>
              </a:solidFill>
            </a:rPr>
            <a:t>(</a:t>
          </a:r>
          <a:r>
            <a:rPr lang="en-US" sz="2100" kern="1200" dirty="0">
              <a:solidFill>
                <a:srgbClr val="000000"/>
              </a:solidFill>
              <a:latin typeface="Calibri"/>
            </a:rPr>
            <a:t>VSM</a:t>
          </a:r>
          <a:r>
            <a:rPr lang="en-US" sz="2100" kern="1200" dirty="0">
              <a:solidFill>
                <a:srgbClr val="000000"/>
              </a:solidFill>
            </a:rPr>
            <a:t>) </a:t>
          </a:r>
          <a:r>
            <a:rPr lang="en-US" sz="2100" kern="1200" dirty="0">
              <a:solidFill>
                <a:srgbClr val="000000"/>
              </a:solidFill>
              <a:latin typeface="Calibri"/>
            </a:rPr>
            <a:t>is a mathematical framework used </a:t>
          </a:r>
          <a:r>
            <a:rPr lang="en-US" sz="2100" kern="1200" dirty="0">
              <a:solidFill>
                <a:srgbClr val="000000"/>
              </a:solidFill>
            </a:rPr>
            <a:t>in text analysis and Natural Language Processing (NLP</a:t>
          </a:r>
          <a:r>
            <a:rPr lang="en-US" sz="2100" kern="1200" dirty="0">
              <a:solidFill>
                <a:srgbClr val="000000"/>
              </a:solidFill>
              <a:latin typeface="Calibri"/>
            </a:rPr>
            <a:t>).</a:t>
          </a:r>
        </a:p>
      </dsp:txBody>
      <dsp:txXfrm>
        <a:off x="1058686" y="1808"/>
        <a:ext cx="6828013" cy="916611"/>
      </dsp:txXfrm>
    </dsp:sp>
    <dsp:sp modelId="{7D07389F-5B74-4F06-BA51-755EF836C277}">
      <dsp:nvSpPr>
        <dsp:cNvPr id="0" name=""/>
        <dsp:cNvSpPr/>
      </dsp:nvSpPr>
      <dsp:spPr>
        <a:xfrm>
          <a:off x="0" y="1147573"/>
          <a:ext cx="7886700" cy="916611"/>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B1CA58C-8484-4221-B188-EF251B70850F}">
      <dsp:nvSpPr>
        <dsp:cNvPr id="0" name=""/>
        <dsp:cNvSpPr/>
      </dsp:nvSpPr>
      <dsp:spPr>
        <a:xfrm>
          <a:off x="277275" y="1353811"/>
          <a:ext cx="504136" cy="504136"/>
        </a:xfrm>
        <a:prstGeom prst="rect">
          <a:avLst/>
        </a:prstGeom>
        <a:solidFill>
          <a:schemeClr val="bg1">
            <a:hueOff val="0"/>
            <a:satOff val="0"/>
            <a:lumOff val="0"/>
            <a:alphaOff val="0"/>
          </a:schemeClr>
        </a:solidFill>
        <a:ln w="254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90DADC0-AA1E-420E-A92C-E3DACB3D8E7F}">
      <dsp:nvSpPr>
        <dsp:cNvPr id="0" name=""/>
        <dsp:cNvSpPr/>
      </dsp:nvSpPr>
      <dsp:spPr>
        <a:xfrm>
          <a:off x="1058686" y="1147573"/>
          <a:ext cx="68280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933450">
            <a:lnSpc>
              <a:spcPct val="100000"/>
            </a:lnSpc>
            <a:spcBef>
              <a:spcPct val="0"/>
            </a:spcBef>
            <a:spcAft>
              <a:spcPct val="35000"/>
            </a:spcAft>
            <a:buNone/>
          </a:pPr>
          <a:r>
            <a:rPr lang="en-US" sz="2100" kern="1200" dirty="0">
              <a:solidFill>
                <a:srgbClr val="000000"/>
              </a:solidFill>
              <a:latin typeface="Calibri"/>
            </a:rPr>
            <a:t>It is used to represent </a:t>
          </a:r>
          <a:r>
            <a:rPr lang="en-US" sz="2100" kern="1200" dirty="0">
              <a:solidFill>
                <a:srgbClr val="000000"/>
              </a:solidFill>
            </a:rPr>
            <a:t>and </a:t>
          </a:r>
          <a:r>
            <a:rPr lang="en-US" sz="2100" kern="1200" dirty="0">
              <a:solidFill>
                <a:srgbClr val="000000"/>
              </a:solidFill>
              <a:latin typeface="Calibri"/>
            </a:rPr>
            <a:t>analyze text documents </a:t>
          </a:r>
          <a:r>
            <a:rPr lang="en-US" sz="2100" kern="1200" dirty="0">
              <a:solidFill>
                <a:srgbClr val="000000"/>
              </a:solidFill>
            </a:rPr>
            <a:t>as </a:t>
          </a:r>
          <a:r>
            <a:rPr lang="en-US" sz="2100" kern="1200" dirty="0">
              <a:solidFill>
                <a:srgbClr val="000000"/>
              </a:solidFill>
              <a:latin typeface="Calibri"/>
            </a:rPr>
            <a:t>vectors in </a:t>
          </a:r>
          <a:r>
            <a:rPr lang="en-US" sz="2100" kern="1200" dirty="0">
              <a:solidFill>
                <a:srgbClr val="000000"/>
              </a:solidFill>
            </a:rPr>
            <a:t>a </a:t>
          </a:r>
          <a:r>
            <a:rPr lang="en-US" sz="2100" kern="1200" dirty="0">
              <a:solidFill>
                <a:srgbClr val="000000"/>
              </a:solidFill>
              <a:latin typeface="Calibri"/>
            </a:rPr>
            <a:t>high-dimensional space</a:t>
          </a:r>
          <a:r>
            <a:rPr lang="en-US" sz="2100" kern="1200" dirty="0">
              <a:solidFill>
                <a:srgbClr val="000000"/>
              </a:solidFill>
            </a:rPr>
            <a:t>.</a:t>
          </a:r>
          <a:r>
            <a:rPr lang="en-US" sz="2100" kern="1200" dirty="0">
              <a:latin typeface="Calibri"/>
            </a:rPr>
            <a:t> </a:t>
          </a:r>
          <a:endParaRPr lang="en-US" sz="2100" kern="1200" dirty="0"/>
        </a:p>
      </dsp:txBody>
      <dsp:txXfrm>
        <a:off x="1058686" y="1147573"/>
        <a:ext cx="6828013" cy="916611"/>
      </dsp:txXfrm>
    </dsp:sp>
    <dsp:sp modelId="{59F13F43-FA50-4332-96A3-AA1243DF94CB}">
      <dsp:nvSpPr>
        <dsp:cNvPr id="0" name=""/>
        <dsp:cNvSpPr/>
      </dsp:nvSpPr>
      <dsp:spPr>
        <a:xfrm>
          <a:off x="0" y="2293338"/>
          <a:ext cx="7886700" cy="916611"/>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67FB117-5EAB-43FA-9595-865F718A1232}">
      <dsp:nvSpPr>
        <dsp:cNvPr id="0" name=""/>
        <dsp:cNvSpPr/>
      </dsp:nvSpPr>
      <dsp:spPr>
        <a:xfrm>
          <a:off x="277275" y="2499576"/>
          <a:ext cx="504136" cy="504136"/>
        </a:xfrm>
        <a:prstGeom prst="rect">
          <a:avLst/>
        </a:prstGeom>
        <a:solidFill>
          <a:schemeClr val="bg1">
            <a:hueOff val="0"/>
            <a:satOff val="0"/>
            <a:lumOff val="0"/>
            <a:alphaOff val="0"/>
          </a:schemeClr>
        </a:solidFill>
        <a:ln w="254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5638DF0-2E4C-4DB4-870A-F3A37A9A7868}">
      <dsp:nvSpPr>
        <dsp:cNvPr id="0" name=""/>
        <dsp:cNvSpPr/>
      </dsp:nvSpPr>
      <dsp:spPr>
        <a:xfrm>
          <a:off x="1058686" y="2293338"/>
          <a:ext cx="68280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933450" rtl="0">
            <a:lnSpc>
              <a:spcPct val="100000"/>
            </a:lnSpc>
            <a:spcBef>
              <a:spcPct val="0"/>
            </a:spcBef>
            <a:spcAft>
              <a:spcPct val="35000"/>
            </a:spcAft>
            <a:buNone/>
          </a:pPr>
          <a:r>
            <a:rPr lang="en-US" sz="2100" kern="1200" dirty="0">
              <a:solidFill>
                <a:srgbClr val="000000"/>
              </a:solidFill>
            </a:rPr>
            <a:t>The </a:t>
          </a:r>
          <a:r>
            <a:rPr lang="en-US" sz="2100" kern="1200" dirty="0">
              <a:solidFill>
                <a:srgbClr val="000000"/>
              </a:solidFill>
              <a:latin typeface="Calibri"/>
            </a:rPr>
            <a:t>VSM </a:t>
          </a:r>
          <a:r>
            <a:rPr lang="en-US" sz="2100" kern="1200" dirty="0">
              <a:solidFill>
                <a:srgbClr val="000000"/>
              </a:solidFill>
            </a:rPr>
            <a:t>is a </a:t>
          </a:r>
          <a:r>
            <a:rPr lang="en-US" sz="2100" kern="1200" dirty="0">
              <a:solidFill>
                <a:srgbClr val="000000"/>
              </a:solidFill>
              <a:latin typeface="Calibri"/>
            </a:rPr>
            <a:t>fundamental concept in information retrieval and text analysis.</a:t>
          </a:r>
          <a:endParaRPr lang="en-US" sz="2100" kern="1200" dirty="0">
            <a:latin typeface="Calibri"/>
          </a:endParaRPr>
        </a:p>
      </dsp:txBody>
      <dsp:txXfrm>
        <a:off x="1058686" y="2293338"/>
        <a:ext cx="6828013" cy="916611"/>
      </dsp:txXfrm>
    </dsp:sp>
    <dsp:sp modelId="{669C5904-9731-4A37-B141-2AA0F81C276A}">
      <dsp:nvSpPr>
        <dsp:cNvPr id="0" name=""/>
        <dsp:cNvSpPr/>
      </dsp:nvSpPr>
      <dsp:spPr>
        <a:xfrm>
          <a:off x="0" y="3439103"/>
          <a:ext cx="7886700" cy="916611"/>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0E45B69-EC16-4380-8E4E-640C1B4C63A9}">
      <dsp:nvSpPr>
        <dsp:cNvPr id="0" name=""/>
        <dsp:cNvSpPr/>
      </dsp:nvSpPr>
      <dsp:spPr>
        <a:xfrm>
          <a:off x="277275" y="3645341"/>
          <a:ext cx="504136" cy="504136"/>
        </a:xfrm>
        <a:prstGeom prst="rect">
          <a:avLst/>
        </a:prstGeom>
        <a:solidFill>
          <a:schemeClr val="bg1">
            <a:hueOff val="0"/>
            <a:satOff val="0"/>
            <a:lumOff val="0"/>
            <a:alphaOff val="0"/>
          </a:schemeClr>
        </a:solidFill>
        <a:ln w="254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6F0E591-12E3-41BE-8BA7-7F287BC2410E}">
      <dsp:nvSpPr>
        <dsp:cNvPr id="0" name=""/>
        <dsp:cNvSpPr/>
      </dsp:nvSpPr>
      <dsp:spPr>
        <a:xfrm>
          <a:off x="1058686" y="3439103"/>
          <a:ext cx="68280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933450" rtl="0">
            <a:lnSpc>
              <a:spcPct val="100000"/>
            </a:lnSpc>
            <a:spcBef>
              <a:spcPct val="0"/>
            </a:spcBef>
            <a:spcAft>
              <a:spcPct val="35000"/>
            </a:spcAft>
            <a:buNone/>
          </a:pPr>
          <a:r>
            <a:rPr lang="en-US" sz="2100" kern="1200" dirty="0">
              <a:solidFill>
                <a:srgbClr val="000000"/>
              </a:solidFill>
              <a:latin typeface="Calibri"/>
            </a:rPr>
            <a:t>It is used to providing a </a:t>
          </a:r>
          <a:r>
            <a:rPr lang="en-US" sz="2100" kern="1200" dirty="0">
              <a:solidFill>
                <a:srgbClr val="000000"/>
              </a:solidFill>
            </a:rPr>
            <a:t>way to </a:t>
          </a:r>
          <a:r>
            <a:rPr lang="en-US" sz="2100" kern="1200" dirty="0">
              <a:solidFill>
                <a:srgbClr val="000000"/>
              </a:solidFill>
              <a:latin typeface="Calibri"/>
            </a:rPr>
            <a:t>quantify the similarity and relationships between documents and terms</a:t>
          </a:r>
          <a:r>
            <a:rPr lang="en-US" sz="2100" kern="1200" dirty="0">
              <a:solidFill>
                <a:srgbClr val="000000"/>
              </a:solidFill>
            </a:rPr>
            <a:t>.</a:t>
          </a:r>
          <a:endParaRPr lang="en-US" sz="2100" kern="1200" dirty="0"/>
        </a:p>
      </dsp:txBody>
      <dsp:txXfrm>
        <a:off x="1058686" y="3439103"/>
        <a:ext cx="6828013" cy="916611"/>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0BEF42-EBE5-4267-A110-4E498B726590}">
      <dsp:nvSpPr>
        <dsp:cNvPr id="0" name=""/>
        <dsp:cNvSpPr/>
      </dsp:nvSpPr>
      <dsp:spPr>
        <a:xfrm>
          <a:off x="0" y="531"/>
          <a:ext cx="7886700" cy="1244702"/>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2C75318-A496-4B41-AA87-2F13BDF6BA18}">
      <dsp:nvSpPr>
        <dsp:cNvPr id="0" name=""/>
        <dsp:cNvSpPr/>
      </dsp:nvSpPr>
      <dsp:spPr>
        <a:xfrm>
          <a:off x="376522" y="280590"/>
          <a:ext cx="684586" cy="684586"/>
        </a:xfrm>
        <a:prstGeom prst="rect">
          <a:avLst/>
        </a:prstGeom>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EA65093-4491-4B45-9C96-C2512F38C9AC}">
      <dsp:nvSpPr>
        <dsp:cNvPr id="0" name=""/>
        <dsp:cNvSpPr/>
      </dsp:nvSpPr>
      <dsp:spPr>
        <a:xfrm>
          <a:off x="1437631" y="531"/>
          <a:ext cx="64490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800100">
            <a:lnSpc>
              <a:spcPct val="100000"/>
            </a:lnSpc>
            <a:spcBef>
              <a:spcPct val="0"/>
            </a:spcBef>
            <a:spcAft>
              <a:spcPct val="35000"/>
            </a:spcAft>
            <a:buNone/>
          </a:pPr>
          <a:r>
            <a:rPr lang="en-US" sz="1800" kern="1200" dirty="0">
              <a:latin typeface="Calibri"/>
            </a:rPr>
            <a:t>Term Presence </a:t>
          </a:r>
          <a:r>
            <a:rPr lang="en-US" sz="1800" kern="1200" dirty="0"/>
            <a:t>in text analysis </a:t>
          </a:r>
          <a:r>
            <a:rPr lang="en-US" sz="1800" kern="1200" dirty="0">
              <a:latin typeface="Calibri"/>
            </a:rPr>
            <a:t>in NLP refers to a binary representation of text data that indicates whether specific terms or words are present (1) or absent </a:t>
          </a:r>
          <a:r>
            <a:rPr lang="en-US" sz="1800" kern="1200" dirty="0"/>
            <a:t>(</a:t>
          </a:r>
          <a:r>
            <a:rPr lang="en-US" sz="1800" kern="1200" dirty="0">
              <a:latin typeface="Calibri"/>
            </a:rPr>
            <a:t>0) in a document or a dataset. </a:t>
          </a:r>
        </a:p>
      </dsp:txBody>
      <dsp:txXfrm>
        <a:off x="1437631" y="531"/>
        <a:ext cx="6449068" cy="1244702"/>
      </dsp:txXfrm>
    </dsp:sp>
    <dsp:sp modelId="{0F7165C0-1059-4AC4-99DF-1453915FC315}">
      <dsp:nvSpPr>
        <dsp:cNvPr id="0" name=""/>
        <dsp:cNvSpPr/>
      </dsp:nvSpPr>
      <dsp:spPr>
        <a:xfrm>
          <a:off x="0" y="1556410"/>
          <a:ext cx="7886700" cy="1244702"/>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7004708-961F-4A94-BD1D-DF2112F588A8}">
      <dsp:nvSpPr>
        <dsp:cNvPr id="0" name=""/>
        <dsp:cNvSpPr/>
      </dsp:nvSpPr>
      <dsp:spPr>
        <a:xfrm>
          <a:off x="376522" y="1836468"/>
          <a:ext cx="684586" cy="684586"/>
        </a:xfrm>
        <a:prstGeom prst="rect">
          <a:avLst/>
        </a:prstGeom>
        <a:solidFill>
          <a:schemeClr val="bg1">
            <a:hueOff val="0"/>
            <a:satOff val="0"/>
            <a:lumOff val="0"/>
            <a:alphaOff val="0"/>
          </a:schemeClr>
        </a:solidFill>
        <a:ln w="254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1A3BF9B-72A3-42A1-8AC7-10C30D520D55}">
      <dsp:nvSpPr>
        <dsp:cNvPr id="0" name=""/>
        <dsp:cNvSpPr/>
      </dsp:nvSpPr>
      <dsp:spPr>
        <a:xfrm>
          <a:off x="1437631" y="1556410"/>
          <a:ext cx="64490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800100" rtl="0">
            <a:lnSpc>
              <a:spcPct val="100000"/>
            </a:lnSpc>
            <a:spcBef>
              <a:spcPct val="0"/>
            </a:spcBef>
            <a:spcAft>
              <a:spcPct val="35000"/>
            </a:spcAft>
            <a:buNone/>
          </a:pPr>
          <a:r>
            <a:rPr lang="en-US" sz="1800" kern="1200" dirty="0">
              <a:latin typeface="Calibri"/>
            </a:rPr>
            <a:t>It is a simple method to represent the existence or non-existence of specific terms within the text, without considering their frequency or position</a:t>
          </a:r>
          <a:r>
            <a:rPr lang="en-US" sz="1800" kern="1200" dirty="0"/>
            <a:t>.</a:t>
          </a:r>
          <a:r>
            <a:rPr lang="en-US" sz="1800" kern="1200" dirty="0">
              <a:latin typeface="Calibri"/>
            </a:rPr>
            <a:t> </a:t>
          </a:r>
        </a:p>
      </dsp:txBody>
      <dsp:txXfrm>
        <a:off x="1437631" y="1556410"/>
        <a:ext cx="6449068" cy="1244702"/>
      </dsp:txXfrm>
    </dsp:sp>
    <dsp:sp modelId="{796DAD4F-67D2-4B5D-B4BD-E896B54EB7B4}">
      <dsp:nvSpPr>
        <dsp:cNvPr id="0" name=""/>
        <dsp:cNvSpPr/>
      </dsp:nvSpPr>
      <dsp:spPr>
        <a:xfrm>
          <a:off x="0" y="3112289"/>
          <a:ext cx="7886700" cy="1244702"/>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3D38611-7B45-4DAD-AA30-2F0C919F6F39}">
      <dsp:nvSpPr>
        <dsp:cNvPr id="0" name=""/>
        <dsp:cNvSpPr/>
      </dsp:nvSpPr>
      <dsp:spPr>
        <a:xfrm>
          <a:off x="376522" y="3392347"/>
          <a:ext cx="684586" cy="684586"/>
        </a:xfrm>
        <a:prstGeom prst="rect">
          <a:avLst/>
        </a:prstGeom>
        <a:solidFill>
          <a:schemeClr val="bg1">
            <a:hueOff val="0"/>
            <a:satOff val="0"/>
            <a:lumOff val="0"/>
            <a:alphaOff val="0"/>
          </a:schemeClr>
        </a:solidFill>
        <a:ln w="254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F45C9A5-8C02-40EB-B5DC-E18EDE9ABC28}">
      <dsp:nvSpPr>
        <dsp:cNvPr id="0" name=""/>
        <dsp:cNvSpPr/>
      </dsp:nvSpPr>
      <dsp:spPr>
        <a:xfrm>
          <a:off x="1437631" y="3112289"/>
          <a:ext cx="64490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800100">
            <a:lnSpc>
              <a:spcPct val="100000"/>
            </a:lnSpc>
            <a:spcBef>
              <a:spcPct val="0"/>
            </a:spcBef>
            <a:spcAft>
              <a:spcPct val="35000"/>
            </a:spcAft>
            <a:buNone/>
          </a:pPr>
          <a:r>
            <a:rPr lang="en-US" sz="1800" kern="1200" dirty="0">
              <a:latin typeface="Calibri"/>
            </a:rPr>
            <a:t>Term Presence </a:t>
          </a:r>
          <a:r>
            <a:rPr lang="en-US" sz="1800" kern="1200" dirty="0"/>
            <a:t>is </a:t>
          </a:r>
          <a:r>
            <a:rPr lang="en-US" sz="1800" kern="1200" dirty="0">
              <a:latin typeface="Calibri"/>
            </a:rPr>
            <a:t>often used as </a:t>
          </a:r>
          <a:r>
            <a:rPr lang="en-US" sz="1800" kern="1200" dirty="0"/>
            <a:t>a </a:t>
          </a:r>
          <a:r>
            <a:rPr lang="en-US" sz="1800" kern="1200" dirty="0">
              <a:latin typeface="Calibri"/>
            </a:rPr>
            <a:t>basic feature extraction technique in various text analysis tasks.</a:t>
          </a:r>
          <a:endParaRPr lang="en-US" sz="1800" kern="1200" dirty="0"/>
        </a:p>
      </dsp:txBody>
      <dsp:txXfrm>
        <a:off x="1437631" y="3112289"/>
        <a:ext cx="6449068" cy="1244702"/>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0BEF42-EBE5-4267-A110-4E498B726590}">
      <dsp:nvSpPr>
        <dsp:cNvPr id="0" name=""/>
        <dsp:cNvSpPr/>
      </dsp:nvSpPr>
      <dsp:spPr>
        <a:xfrm>
          <a:off x="0" y="531"/>
          <a:ext cx="7886700" cy="1242935"/>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2C75318-A496-4B41-AA87-2F13BDF6BA18}">
      <dsp:nvSpPr>
        <dsp:cNvPr id="0" name=""/>
        <dsp:cNvSpPr/>
      </dsp:nvSpPr>
      <dsp:spPr>
        <a:xfrm>
          <a:off x="375988" y="280191"/>
          <a:ext cx="683614" cy="683614"/>
        </a:xfrm>
        <a:prstGeom prst="rect">
          <a:avLst/>
        </a:prstGeom>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EA65093-4491-4B45-9C96-C2512F38C9AC}">
      <dsp:nvSpPr>
        <dsp:cNvPr id="0" name=""/>
        <dsp:cNvSpPr/>
      </dsp:nvSpPr>
      <dsp:spPr>
        <a:xfrm>
          <a:off x="1435590" y="531"/>
          <a:ext cx="64511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755650">
            <a:lnSpc>
              <a:spcPct val="90000"/>
            </a:lnSpc>
            <a:spcBef>
              <a:spcPct val="0"/>
            </a:spcBef>
            <a:spcAft>
              <a:spcPct val="35000"/>
            </a:spcAft>
            <a:buNone/>
          </a:pPr>
          <a:r>
            <a:rPr lang="en-US" sz="1700" kern="1200">
              <a:latin typeface="Calibri"/>
            </a:rPr>
            <a:t>Term Frequency (TF) </a:t>
          </a:r>
          <a:r>
            <a:rPr lang="en-US" sz="1700" kern="1200"/>
            <a:t>in text analysis </a:t>
          </a:r>
          <a:r>
            <a:rPr lang="en-US" sz="1700" kern="1200">
              <a:latin typeface="Calibri"/>
            </a:rPr>
            <a:t>in NLP refers to the measure of how frequently a specific term or word appears in a document or a dataset. </a:t>
          </a:r>
        </a:p>
      </dsp:txBody>
      <dsp:txXfrm>
        <a:off x="1435590" y="531"/>
        <a:ext cx="6451109" cy="1242935"/>
      </dsp:txXfrm>
    </dsp:sp>
    <dsp:sp modelId="{E6B4EA52-FF93-4F1C-9564-7F801EED5179}">
      <dsp:nvSpPr>
        <dsp:cNvPr id="0" name=""/>
        <dsp:cNvSpPr/>
      </dsp:nvSpPr>
      <dsp:spPr>
        <a:xfrm>
          <a:off x="0" y="1554201"/>
          <a:ext cx="7886700" cy="1242935"/>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DAC9DB5-0235-4CB4-8CD7-4E93F59161F0}">
      <dsp:nvSpPr>
        <dsp:cNvPr id="0" name=""/>
        <dsp:cNvSpPr/>
      </dsp:nvSpPr>
      <dsp:spPr>
        <a:xfrm>
          <a:off x="375988" y="1833861"/>
          <a:ext cx="683614" cy="683614"/>
        </a:xfrm>
        <a:prstGeom prst="rect">
          <a:avLst/>
        </a:prstGeom>
        <a:solidFill>
          <a:schemeClr val="bg1">
            <a:hueOff val="0"/>
            <a:satOff val="0"/>
            <a:lumOff val="0"/>
            <a:alphaOff val="0"/>
          </a:schemeClr>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213A46D-D5DC-49F0-94FD-CE401C2F4BCD}">
      <dsp:nvSpPr>
        <dsp:cNvPr id="0" name=""/>
        <dsp:cNvSpPr/>
      </dsp:nvSpPr>
      <dsp:spPr>
        <a:xfrm>
          <a:off x="1435590" y="1554201"/>
          <a:ext cx="64511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755650" rtl="0">
            <a:lnSpc>
              <a:spcPct val="90000"/>
            </a:lnSpc>
            <a:spcBef>
              <a:spcPct val="0"/>
            </a:spcBef>
            <a:spcAft>
              <a:spcPct val="35000"/>
            </a:spcAft>
            <a:buNone/>
          </a:pPr>
          <a:r>
            <a:rPr lang="en-US" sz="1700" kern="1200">
              <a:latin typeface="Calibri"/>
            </a:rPr>
            <a:t>It is one of the fundamental features used to represent and analyze text data. </a:t>
          </a:r>
        </a:p>
      </dsp:txBody>
      <dsp:txXfrm>
        <a:off x="1435590" y="1554201"/>
        <a:ext cx="6451109" cy="1242935"/>
      </dsp:txXfrm>
    </dsp:sp>
    <dsp:sp modelId="{35C8F89B-C4B3-440E-A6FF-3AE7B8D5F062}">
      <dsp:nvSpPr>
        <dsp:cNvPr id="0" name=""/>
        <dsp:cNvSpPr/>
      </dsp:nvSpPr>
      <dsp:spPr>
        <a:xfrm>
          <a:off x="0" y="3107870"/>
          <a:ext cx="7886700" cy="1242935"/>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DB2ADDD-EB30-445B-8157-966019383DFF}">
      <dsp:nvSpPr>
        <dsp:cNvPr id="0" name=""/>
        <dsp:cNvSpPr/>
      </dsp:nvSpPr>
      <dsp:spPr>
        <a:xfrm>
          <a:off x="375988" y="3387531"/>
          <a:ext cx="683614" cy="683614"/>
        </a:xfrm>
        <a:prstGeom prst="rect">
          <a:avLst/>
        </a:prstGeom>
        <a:solidFill>
          <a:schemeClr val="bg1">
            <a:hueOff val="0"/>
            <a:satOff val="0"/>
            <a:lumOff val="0"/>
            <a:alphaOff val="0"/>
          </a:schemeClr>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EDB8BEE-9B0C-4C7C-8FEB-7EED2669B9D8}">
      <dsp:nvSpPr>
        <dsp:cNvPr id="0" name=""/>
        <dsp:cNvSpPr/>
      </dsp:nvSpPr>
      <dsp:spPr>
        <a:xfrm>
          <a:off x="1435590" y="3107870"/>
          <a:ext cx="64511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755650">
            <a:lnSpc>
              <a:spcPct val="90000"/>
            </a:lnSpc>
            <a:spcBef>
              <a:spcPct val="0"/>
            </a:spcBef>
            <a:spcAft>
              <a:spcPct val="35000"/>
            </a:spcAft>
            <a:buNone/>
          </a:pPr>
          <a:r>
            <a:rPr lang="en-US" sz="1700" kern="1200">
              <a:latin typeface="Calibri"/>
            </a:rPr>
            <a:t>TF quantifies the importance or relevance of a term within a document, and it's often used as </a:t>
          </a:r>
          <a:r>
            <a:rPr lang="en-US" sz="1700" kern="1200"/>
            <a:t>a </a:t>
          </a:r>
          <a:r>
            <a:rPr lang="en-US" sz="1700" kern="1200">
              <a:latin typeface="Calibri"/>
            </a:rPr>
            <a:t>basic feature for various NLP tasks, such as text classification, information retrieval, and sentiment analysis.</a:t>
          </a:r>
          <a:endParaRPr lang="en-US" sz="1700" kern="1200"/>
        </a:p>
      </dsp:txBody>
      <dsp:txXfrm>
        <a:off x="1435590" y="3107870"/>
        <a:ext cx="6451109" cy="1242935"/>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0BEF42-EBE5-4267-A110-4E498B726590}">
      <dsp:nvSpPr>
        <dsp:cNvPr id="0" name=""/>
        <dsp:cNvSpPr/>
      </dsp:nvSpPr>
      <dsp:spPr>
        <a:xfrm>
          <a:off x="0" y="1805"/>
          <a:ext cx="7886700" cy="915310"/>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2C75318-A496-4B41-AA87-2F13BDF6BA18}">
      <dsp:nvSpPr>
        <dsp:cNvPr id="0" name=""/>
        <dsp:cNvSpPr/>
      </dsp:nvSpPr>
      <dsp:spPr>
        <a:xfrm>
          <a:off x="276881" y="207750"/>
          <a:ext cx="503420" cy="503420"/>
        </a:xfrm>
        <a:prstGeom prst="rect">
          <a:avLst/>
        </a:prstGeom>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EA65093-4491-4B45-9C96-C2512F38C9AC}">
      <dsp:nvSpPr>
        <dsp:cNvPr id="0" name=""/>
        <dsp:cNvSpPr/>
      </dsp:nvSpPr>
      <dsp:spPr>
        <a:xfrm>
          <a:off x="1057183" y="1805"/>
          <a:ext cx="68295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666750">
            <a:lnSpc>
              <a:spcPct val="100000"/>
            </a:lnSpc>
            <a:spcBef>
              <a:spcPct val="0"/>
            </a:spcBef>
            <a:spcAft>
              <a:spcPct val="35000"/>
            </a:spcAft>
            <a:buNone/>
          </a:pPr>
          <a:r>
            <a:rPr lang="en-US" sz="1500" kern="1200" dirty="0">
              <a:latin typeface="Calibri"/>
            </a:rPr>
            <a:t>TF-IDF, which stands for Term Frequency-Inverse Document Frequency.</a:t>
          </a:r>
        </a:p>
      </dsp:txBody>
      <dsp:txXfrm>
        <a:off x="1057183" y="1805"/>
        <a:ext cx="6829516" cy="915310"/>
      </dsp:txXfrm>
    </dsp:sp>
    <dsp:sp modelId="{12E01C70-C55E-431B-A093-7AA5EA4A8A62}">
      <dsp:nvSpPr>
        <dsp:cNvPr id="0" name=""/>
        <dsp:cNvSpPr/>
      </dsp:nvSpPr>
      <dsp:spPr>
        <a:xfrm>
          <a:off x="0" y="1145944"/>
          <a:ext cx="7886700" cy="915310"/>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3FC613D-3E8C-4C91-BB4F-D550AAD40FEE}">
      <dsp:nvSpPr>
        <dsp:cNvPr id="0" name=""/>
        <dsp:cNvSpPr/>
      </dsp:nvSpPr>
      <dsp:spPr>
        <a:xfrm>
          <a:off x="276881" y="1351889"/>
          <a:ext cx="503420" cy="503420"/>
        </a:xfrm>
        <a:prstGeom prst="rect">
          <a:avLst/>
        </a:prstGeom>
        <a:solidFill>
          <a:schemeClr val="bg1">
            <a:hueOff val="0"/>
            <a:satOff val="0"/>
            <a:lumOff val="0"/>
            <a:alphaOff val="0"/>
          </a:schemeClr>
        </a:solidFill>
        <a:ln w="254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E0FA6FD-307F-41CF-916B-B5A8CCCF95C1}">
      <dsp:nvSpPr>
        <dsp:cNvPr id="0" name=""/>
        <dsp:cNvSpPr/>
      </dsp:nvSpPr>
      <dsp:spPr>
        <a:xfrm>
          <a:off x="1057183" y="1145944"/>
          <a:ext cx="68295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666750">
            <a:lnSpc>
              <a:spcPct val="100000"/>
            </a:lnSpc>
            <a:spcBef>
              <a:spcPct val="0"/>
            </a:spcBef>
            <a:spcAft>
              <a:spcPct val="35000"/>
            </a:spcAft>
            <a:buNone/>
          </a:pPr>
          <a:r>
            <a:rPr lang="en-US" sz="1500" kern="1200" dirty="0">
              <a:latin typeface="Calibri"/>
            </a:rPr>
            <a:t>It is a numerical statistic used </a:t>
          </a:r>
          <a:r>
            <a:rPr lang="en-US" sz="1500" kern="1200" dirty="0"/>
            <a:t>in text analysis </a:t>
          </a:r>
          <a:r>
            <a:rPr lang="en-US" sz="1500" kern="1200" dirty="0">
              <a:latin typeface="Calibri"/>
            </a:rPr>
            <a:t>and Natural Language Processing (NLP) to evaluate the importance of a term within a document relative to a collection of documents (corpus). </a:t>
          </a:r>
        </a:p>
      </dsp:txBody>
      <dsp:txXfrm>
        <a:off x="1057183" y="1145944"/>
        <a:ext cx="6829516" cy="915310"/>
      </dsp:txXfrm>
    </dsp:sp>
    <dsp:sp modelId="{A3DF9465-86D5-4939-9819-45DB3F1FD9B6}">
      <dsp:nvSpPr>
        <dsp:cNvPr id="0" name=""/>
        <dsp:cNvSpPr/>
      </dsp:nvSpPr>
      <dsp:spPr>
        <a:xfrm>
          <a:off x="0" y="2290082"/>
          <a:ext cx="7886700" cy="915310"/>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EEC59E6-B3DA-460E-9139-0D143FEFB451}">
      <dsp:nvSpPr>
        <dsp:cNvPr id="0" name=""/>
        <dsp:cNvSpPr/>
      </dsp:nvSpPr>
      <dsp:spPr>
        <a:xfrm>
          <a:off x="276881" y="2496027"/>
          <a:ext cx="503420" cy="503420"/>
        </a:xfrm>
        <a:prstGeom prst="rect">
          <a:avLst/>
        </a:prstGeom>
        <a:solidFill>
          <a:schemeClr val="bg1">
            <a:hueOff val="0"/>
            <a:satOff val="0"/>
            <a:lumOff val="0"/>
            <a:alphaOff val="0"/>
          </a:schemeClr>
        </a:solidFill>
        <a:ln w="254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CB0CBD1-CC20-4CA7-8DC8-A171413DCF60}">
      <dsp:nvSpPr>
        <dsp:cNvPr id="0" name=""/>
        <dsp:cNvSpPr/>
      </dsp:nvSpPr>
      <dsp:spPr>
        <a:xfrm>
          <a:off x="1057183" y="2290082"/>
          <a:ext cx="68295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666750">
            <a:lnSpc>
              <a:spcPct val="100000"/>
            </a:lnSpc>
            <a:spcBef>
              <a:spcPct val="0"/>
            </a:spcBef>
            <a:spcAft>
              <a:spcPct val="35000"/>
            </a:spcAft>
            <a:buNone/>
          </a:pPr>
          <a:r>
            <a:rPr lang="en-US" sz="1500" kern="1200" dirty="0">
              <a:latin typeface="Calibri"/>
            </a:rPr>
            <a:t>It is a technique that helps represent and analyze text data by considering both the frequency of a term within a document (Term Frequency or TF) and the importance of the term across the entire corpus (Inverse Document Frequency or IDF).</a:t>
          </a:r>
          <a:endParaRPr lang="en-US" sz="1500" kern="1200" dirty="0"/>
        </a:p>
      </dsp:txBody>
      <dsp:txXfrm>
        <a:off x="1057183" y="2290082"/>
        <a:ext cx="6829516" cy="915310"/>
      </dsp:txXfrm>
    </dsp:sp>
    <dsp:sp modelId="{0E3D622D-6303-40E2-AB42-DC680B8B3FF0}">
      <dsp:nvSpPr>
        <dsp:cNvPr id="0" name=""/>
        <dsp:cNvSpPr/>
      </dsp:nvSpPr>
      <dsp:spPr>
        <a:xfrm>
          <a:off x="0" y="3434221"/>
          <a:ext cx="7886700" cy="915310"/>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E88B0C4-3FE7-4CEF-844F-3AC9F51DF5C9}">
      <dsp:nvSpPr>
        <dsp:cNvPr id="0" name=""/>
        <dsp:cNvSpPr/>
      </dsp:nvSpPr>
      <dsp:spPr>
        <a:xfrm>
          <a:off x="276881" y="3640166"/>
          <a:ext cx="503420" cy="503420"/>
        </a:xfrm>
        <a:prstGeom prst="rect">
          <a:avLst/>
        </a:prstGeom>
        <a:solidFill>
          <a:schemeClr val="bg1">
            <a:hueOff val="0"/>
            <a:satOff val="0"/>
            <a:lumOff val="0"/>
            <a:alphaOff val="0"/>
          </a:schemeClr>
        </a:solidFill>
        <a:ln w="254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7CC8538-6DEE-4539-A6B1-DCE7EF593ED5}">
      <dsp:nvSpPr>
        <dsp:cNvPr id="0" name=""/>
        <dsp:cNvSpPr/>
      </dsp:nvSpPr>
      <dsp:spPr>
        <a:xfrm>
          <a:off x="1057183" y="3434221"/>
          <a:ext cx="68295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666750" rtl="0">
            <a:lnSpc>
              <a:spcPct val="100000"/>
            </a:lnSpc>
            <a:spcBef>
              <a:spcPct val="0"/>
            </a:spcBef>
            <a:spcAft>
              <a:spcPct val="35000"/>
            </a:spcAft>
            <a:buNone/>
          </a:pPr>
          <a:r>
            <a:rPr lang="en-US" sz="1500" kern="1200" dirty="0">
              <a:latin typeface="Calibri"/>
            </a:rPr>
            <a:t>TF-IDF is widely used in NLP because it helps to improve the accuracy and effectiveness of various text analysis tasks by giving more weight to terms that have a meaningful impact on the content of the document.</a:t>
          </a:r>
        </a:p>
      </dsp:txBody>
      <dsp:txXfrm>
        <a:off x="1057183" y="3434221"/>
        <a:ext cx="6829516" cy="91531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F7F36D-C0E7-40B5-8537-A50273CE2246}">
      <dsp:nvSpPr>
        <dsp:cNvPr id="0" name=""/>
        <dsp:cNvSpPr/>
      </dsp:nvSpPr>
      <dsp:spPr>
        <a:xfrm>
          <a:off x="0" y="408491"/>
          <a:ext cx="7879842" cy="89505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n-US" sz="1600" kern="1200" dirty="0">
              <a:solidFill>
                <a:srgbClr val="000000"/>
              </a:solidFill>
              <a:latin typeface="Calibri"/>
            </a:rPr>
            <a:t>Textual Similarity in Natural Language Processing (NLP) refers to the degree of likeness or similarity between two or more pieces of text</a:t>
          </a:r>
          <a:r>
            <a:rPr lang="en-US" sz="1600" kern="1200" dirty="0">
              <a:solidFill>
                <a:srgbClr val="000000"/>
              </a:solidFill>
            </a:rPr>
            <a:t>, </a:t>
          </a:r>
          <a:r>
            <a:rPr lang="en-US" sz="1600" kern="1200" dirty="0">
              <a:solidFill>
                <a:srgbClr val="000000"/>
              </a:solidFill>
              <a:latin typeface="Calibri"/>
            </a:rPr>
            <a:t>such </a:t>
          </a:r>
          <a:r>
            <a:rPr lang="en-US" sz="1600" kern="1200" dirty="0">
              <a:solidFill>
                <a:srgbClr val="000000"/>
              </a:solidFill>
            </a:rPr>
            <a:t>as </a:t>
          </a:r>
          <a:r>
            <a:rPr lang="en-US" sz="1600" kern="1200" dirty="0">
              <a:solidFill>
                <a:srgbClr val="000000"/>
              </a:solidFill>
              <a:latin typeface="Calibri"/>
            </a:rPr>
            <a:t>documents, sentences, </a:t>
          </a:r>
          <a:r>
            <a:rPr lang="en-US" sz="1600" kern="1200" dirty="0">
              <a:solidFill>
                <a:srgbClr val="000000"/>
              </a:solidFill>
            </a:rPr>
            <a:t>or </a:t>
          </a:r>
          <a:r>
            <a:rPr lang="en-US" sz="1600" kern="1200" dirty="0">
              <a:solidFill>
                <a:srgbClr val="000000"/>
              </a:solidFill>
              <a:latin typeface="Calibri"/>
            </a:rPr>
            <a:t>phrases. </a:t>
          </a:r>
        </a:p>
      </dsp:txBody>
      <dsp:txXfrm>
        <a:off x="43693" y="452184"/>
        <a:ext cx="7792456" cy="807664"/>
      </dsp:txXfrm>
    </dsp:sp>
    <dsp:sp modelId="{3534DC32-7993-47DF-96CA-006F04F39D7C}">
      <dsp:nvSpPr>
        <dsp:cNvPr id="0" name=""/>
        <dsp:cNvSpPr/>
      </dsp:nvSpPr>
      <dsp:spPr>
        <a:xfrm>
          <a:off x="0" y="1349621"/>
          <a:ext cx="7879842" cy="895050"/>
        </a:xfrm>
        <a:prstGeom prst="roundRect">
          <a:avLst/>
        </a:prstGeom>
        <a:solidFill>
          <a:schemeClr val="accent2">
            <a:hueOff val="1560506"/>
            <a:satOff val="-1946"/>
            <a:lumOff val="45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n-US" sz="1600" kern="1200" dirty="0">
              <a:solidFill>
                <a:srgbClr val="000000"/>
              </a:solidFill>
              <a:latin typeface="Calibri"/>
            </a:rPr>
            <a:t>It</a:t>
          </a:r>
          <a:r>
            <a:rPr lang="en-US" sz="1600" kern="1200" dirty="0">
              <a:solidFill>
                <a:srgbClr val="000000"/>
              </a:solidFill>
            </a:rPr>
            <a:t> </a:t>
          </a:r>
          <a:r>
            <a:rPr lang="en-US" sz="1600" kern="1200" dirty="0">
              <a:solidFill>
                <a:srgbClr val="000000"/>
              </a:solidFill>
              <a:latin typeface="Calibri"/>
            </a:rPr>
            <a:t>quantifies how closely related or similar </a:t>
          </a:r>
          <a:r>
            <a:rPr lang="en-US" sz="1600" kern="1200" dirty="0">
              <a:solidFill>
                <a:srgbClr val="000000"/>
              </a:solidFill>
            </a:rPr>
            <a:t>the </a:t>
          </a:r>
          <a:r>
            <a:rPr lang="en-US" sz="1600" kern="1200" dirty="0">
              <a:solidFill>
                <a:srgbClr val="000000"/>
              </a:solidFill>
              <a:latin typeface="Calibri"/>
            </a:rPr>
            <a:t>textual content </a:t>
          </a:r>
          <a:r>
            <a:rPr lang="en-US" sz="1600" kern="1200" dirty="0">
              <a:solidFill>
                <a:srgbClr val="000000"/>
              </a:solidFill>
            </a:rPr>
            <a:t>of </a:t>
          </a:r>
          <a:r>
            <a:rPr lang="en-US" sz="1600" kern="1200" dirty="0">
              <a:solidFill>
                <a:srgbClr val="000000"/>
              </a:solidFill>
              <a:latin typeface="Calibri"/>
            </a:rPr>
            <a:t>these units is, often by comparing their semantic</a:t>
          </a:r>
          <a:r>
            <a:rPr lang="en-US" sz="1600" kern="1200" dirty="0">
              <a:solidFill>
                <a:srgbClr val="000000"/>
              </a:solidFill>
            </a:rPr>
            <a:t>, </a:t>
          </a:r>
          <a:r>
            <a:rPr lang="en-US" sz="1600" kern="1200" dirty="0">
              <a:solidFill>
                <a:srgbClr val="000000"/>
              </a:solidFill>
              <a:latin typeface="Calibri"/>
            </a:rPr>
            <a:t>structural</a:t>
          </a:r>
          <a:r>
            <a:rPr lang="en-US" sz="1600" kern="1200" dirty="0">
              <a:solidFill>
                <a:srgbClr val="000000"/>
              </a:solidFill>
            </a:rPr>
            <a:t>, </a:t>
          </a:r>
          <a:r>
            <a:rPr lang="en-US" sz="1600" kern="1200" dirty="0">
              <a:solidFill>
                <a:srgbClr val="000000"/>
              </a:solidFill>
              <a:latin typeface="Calibri"/>
            </a:rPr>
            <a:t>or syntactic characteristics</a:t>
          </a:r>
          <a:r>
            <a:rPr lang="en-US" sz="1600" kern="1200" dirty="0">
              <a:solidFill>
                <a:srgbClr val="000000"/>
              </a:solidFill>
            </a:rPr>
            <a:t>. </a:t>
          </a:r>
          <a:endParaRPr lang="en-US" sz="1600" kern="1200" dirty="0">
            <a:latin typeface="Calibri"/>
          </a:endParaRPr>
        </a:p>
      </dsp:txBody>
      <dsp:txXfrm>
        <a:off x="43693" y="1393314"/>
        <a:ext cx="7792456" cy="807664"/>
      </dsp:txXfrm>
    </dsp:sp>
    <dsp:sp modelId="{D527B60E-4C43-4C9E-91CB-672A260506E7}">
      <dsp:nvSpPr>
        <dsp:cNvPr id="0" name=""/>
        <dsp:cNvSpPr/>
      </dsp:nvSpPr>
      <dsp:spPr>
        <a:xfrm>
          <a:off x="0" y="2290752"/>
          <a:ext cx="7879842" cy="895050"/>
        </a:xfrm>
        <a:prstGeom prst="roundRect">
          <a:avLst/>
        </a:prstGeom>
        <a:solidFill>
          <a:schemeClr val="accent2">
            <a:hueOff val="3121013"/>
            <a:satOff val="-3893"/>
            <a:lumOff val="9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solidFill>
                <a:srgbClr val="000000"/>
              </a:solidFill>
              <a:latin typeface="Calibri"/>
            </a:rPr>
            <a:t>Textual similarity is a crucial concept in </a:t>
          </a:r>
          <a:r>
            <a:rPr lang="en-US" sz="1600" kern="1200" dirty="0">
              <a:solidFill>
                <a:srgbClr val="000000"/>
              </a:solidFill>
            </a:rPr>
            <a:t>various </a:t>
          </a:r>
          <a:r>
            <a:rPr lang="en-US" sz="1600" kern="1200" dirty="0">
              <a:solidFill>
                <a:srgbClr val="000000"/>
              </a:solidFill>
              <a:latin typeface="Calibri"/>
            </a:rPr>
            <a:t>NLP applications</a:t>
          </a:r>
          <a:r>
            <a:rPr lang="en-US" sz="1600" kern="1200" dirty="0">
              <a:solidFill>
                <a:srgbClr val="000000"/>
              </a:solidFill>
            </a:rPr>
            <a:t>, </a:t>
          </a:r>
          <a:r>
            <a:rPr lang="en-US" sz="1600" kern="1200" dirty="0">
              <a:solidFill>
                <a:srgbClr val="000000"/>
              </a:solidFill>
              <a:latin typeface="Calibri"/>
            </a:rPr>
            <a:t>including </a:t>
          </a:r>
          <a:r>
            <a:rPr lang="en-US" sz="1600" kern="1200" dirty="0">
              <a:solidFill>
                <a:srgbClr val="000000"/>
              </a:solidFill>
            </a:rPr>
            <a:t>information retrieval, </a:t>
          </a:r>
          <a:r>
            <a:rPr lang="en-US" sz="1600" kern="1200" dirty="0">
              <a:solidFill>
                <a:srgbClr val="000000"/>
              </a:solidFill>
              <a:latin typeface="Calibri"/>
            </a:rPr>
            <a:t>question answering</a:t>
          </a:r>
          <a:r>
            <a:rPr lang="en-US" sz="1600" kern="1200" dirty="0">
              <a:solidFill>
                <a:srgbClr val="000000"/>
              </a:solidFill>
            </a:rPr>
            <a:t>, </a:t>
          </a:r>
          <a:r>
            <a:rPr lang="en-US" sz="1600" kern="1200" dirty="0">
              <a:solidFill>
                <a:srgbClr val="000000"/>
              </a:solidFill>
              <a:latin typeface="Calibri"/>
            </a:rPr>
            <a:t>plagiarism detection</a:t>
          </a:r>
          <a:r>
            <a:rPr lang="en-US" sz="1600" kern="1200" dirty="0">
              <a:solidFill>
                <a:srgbClr val="000000"/>
              </a:solidFill>
            </a:rPr>
            <a:t>, and </a:t>
          </a:r>
          <a:r>
            <a:rPr lang="en-US" sz="1600" kern="1200" dirty="0">
              <a:solidFill>
                <a:srgbClr val="000000"/>
              </a:solidFill>
              <a:latin typeface="Calibri"/>
            </a:rPr>
            <a:t>recommendation systems</a:t>
          </a:r>
          <a:r>
            <a:rPr lang="en-US" sz="1600" kern="1200" dirty="0">
              <a:solidFill>
                <a:srgbClr val="000000"/>
              </a:solidFill>
            </a:rPr>
            <a:t>.</a:t>
          </a:r>
          <a:endParaRPr lang="en-US" sz="1600" kern="1200" dirty="0"/>
        </a:p>
      </dsp:txBody>
      <dsp:txXfrm>
        <a:off x="43693" y="2334445"/>
        <a:ext cx="7792456" cy="807664"/>
      </dsp:txXfrm>
    </dsp:sp>
    <dsp:sp modelId="{5904F50F-6551-47B7-973C-9872D3A2AB31}">
      <dsp:nvSpPr>
        <dsp:cNvPr id="0" name=""/>
        <dsp:cNvSpPr/>
      </dsp:nvSpPr>
      <dsp:spPr>
        <a:xfrm>
          <a:off x="0" y="3231881"/>
          <a:ext cx="7879842" cy="895050"/>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n-US" sz="1600" kern="1200" dirty="0">
              <a:solidFill>
                <a:srgbClr val="000000"/>
              </a:solidFill>
              <a:latin typeface="Calibri"/>
            </a:rPr>
            <a:t>Textual similarity measures are used in various NLP applications, such as duplicate detection, recommendation systems (e.g., content-based recommendations), information retrieval (e.g., finding relevant documents), paraphrase detection, and more.</a:t>
          </a:r>
          <a:endParaRPr lang="en-US" sz="1600" kern="1200" dirty="0">
            <a:latin typeface="Calibri"/>
          </a:endParaRPr>
        </a:p>
      </dsp:txBody>
      <dsp:txXfrm>
        <a:off x="43693" y="3275574"/>
        <a:ext cx="7792456" cy="807664"/>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F7F36D-C0E7-40B5-8537-A50273CE2246}">
      <dsp:nvSpPr>
        <dsp:cNvPr id="0" name=""/>
        <dsp:cNvSpPr/>
      </dsp:nvSpPr>
      <dsp:spPr>
        <a:xfrm>
          <a:off x="0" y="119186"/>
          <a:ext cx="7879842" cy="82485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0" kern="1200" dirty="0">
              <a:latin typeface="Calibri"/>
            </a:rPr>
            <a:t>1</a:t>
          </a:r>
          <a:r>
            <a:rPr lang="en-US" sz="1500" kern="1200" dirty="0">
              <a:latin typeface="Calibri"/>
            </a:rPr>
            <a:t>. Cosine Similarity: Cosine similarity is a common metric used to measure the similarity between two vectors, such as TF-IDF vectors or word embeddings, representing </a:t>
          </a:r>
          <a:r>
            <a:rPr lang="en-US" sz="1500" b="0" kern="1200" dirty="0">
              <a:latin typeface="Calibri"/>
            </a:rPr>
            <a:t>text data. It calculates the cosine of the angle between the vectors, with a higher cosine value indicating greater similarity.</a:t>
          </a:r>
          <a:endParaRPr lang="en-US" sz="1500" kern="1200" dirty="0"/>
        </a:p>
      </dsp:txBody>
      <dsp:txXfrm>
        <a:off x="40266" y="159452"/>
        <a:ext cx="7799310" cy="744318"/>
      </dsp:txXfrm>
    </dsp:sp>
    <dsp:sp modelId="{F4771F2F-64AF-4512-B399-6C2405009C52}">
      <dsp:nvSpPr>
        <dsp:cNvPr id="0" name=""/>
        <dsp:cNvSpPr/>
      </dsp:nvSpPr>
      <dsp:spPr>
        <a:xfrm>
          <a:off x="0" y="987236"/>
          <a:ext cx="7879842" cy="824850"/>
        </a:xfrm>
        <a:prstGeom prst="roundRect">
          <a:avLst/>
        </a:prstGeom>
        <a:solidFill>
          <a:schemeClr val="accent2">
            <a:hueOff val="1170380"/>
            <a:satOff val="-1460"/>
            <a:lumOff val="34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0" kern="1200" dirty="0">
              <a:latin typeface="Calibri"/>
            </a:rPr>
            <a:t>2. Jaccard Similarity: Jaccard similarity measures the similarity between two sets by calculating the size of their intersection divided by the size of their union. It is often used for comparing sets of words or tokens in documents.</a:t>
          </a:r>
          <a:endParaRPr lang="en-US" sz="1500" b="0" kern="1200" dirty="0"/>
        </a:p>
      </dsp:txBody>
      <dsp:txXfrm>
        <a:off x="40266" y="1027502"/>
        <a:ext cx="7799310" cy="744318"/>
      </dsp:txXfrm>
    </dsp:sp>
    <dsp:sp modelId="{BC87E257-DE3B-4050-ABC4-A7BB6C3B4E56}">
      <dsp:nvSpPr>
        <dsp:cNvPr id="0" name=""/>
        <dsp:cNvSpPr/>
      </dsp:nvSpPr>
      <dsp:spPr>
        <a:xfrm>
          <a:off x="0" y="1855286"/>
          <a:ext cx="7879842" cy="824850"/>
        </a:xfrm>
        <a:prstGeom prst="roundRect">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0" kern="1200" dirty="0">
              <a:latin typeface="Calibri"/>
            </a:rPr>
            <a:t>3. Euclidean Distance: Euclidean distance measures the straight-line distance between two vectors in a high-dimensional space. Smaller distances imply greater similarity.</a:t>
          </a:r>
          <a:endParaRPr lang="en-IN" sz="1500" b="0" kern="1200" dirty="0">
            <a:latin typeface="Calibri"/>
          </a:endParaRPr>
        </a:p>
      </dsp:txBody>
      <dsp:txXfrm>
        <a:off x="40266" y="1895552"/>
        <a:ext cx="7799310" cy="744318"/>
      </dsp:txXfrm>
    </dsp:sp>
    <dsp:sp modelId="{1A6E93A2-6788-45E5-BEFA-76EAB6C8C4A8}">
      <dsp:nvSpPr>
        <dsp:cNvPr id="0" name=""/>
        <dsp:cNvSpPr/>
      </dsp:nvSpPr>
      <dsp:spPr>
        <a:xfrm>
          <a:off x="0" y="2723336"/>
          <a:ext cx="7879842" cy="824850"/>
        </a:xfrm>
        <a:prstGeom prst="roundRect">
          <a:avLst/>
        </a:prstGeom>
        <a:solidFill>
          <a:schemeClr val="accent2">
            <a:hueOff val="3511139"/>
            <a:satOff val="-4379"/>
            <a:lumOff val="103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rtl="0">
            <a:lnSpc>
              <a:spcPct val="90000"/>
            </a:lnSpc>
            <a:spcBef>
              <a:spcPct val="0"/>
            </a:spcBef>
            <a:spcAft>
              <a:spcPct val="35000"/>
            </a:spcAft>
            <a:buNone/>
          </a:pPr>
          <a:r>
            <a:rPr lang="en-US" sz="1500" b="0" kern="1200" dirty="0">
              <a:latin typeface="Calibri"/>
            </a:rPr>
            <a:t>4. Edit Distance (</a:t>
          </a:r>
          <a:r>
            <a:rPr lang="en-US" sz="1500" b="0" kern="1200" dirty="0" err="1">
              <a:latin typeface="Calibri"/>
            </a:rPr>
            <a:t>Levenshtein</a:t>
          </a:r>
          <a:r>
            <a:rPr lang="en-US" sz="1500" b="0" kern="1200" dirty="0">
              <a:latin typeface="Calibri"/>
            </a:rPr>
            <a:t> Distance): Edit distance quantifies the minimum number of edit operations (insertions, deletions, substitutions) needed to transform one string into another. It's commonly used for measuring the similarity of two strings or sentences.</a:t>
          </a:r>
          <a:endParaRPr lang="en-IN" sz="1500" b="0" kern="1200" dirty="0">
            <a:latin typeface="Calibri"/>
          </a:endParaRPr>
        </a:p>
      </dsp:txBody>
      <dsp:txXfrm>
        <a:off x="40266" y="2763602"/>
        <a:ext cx="7799310" cy="744318"/>
      </dsp:txXfrm>
    </dsp:sp>
    <dsp:sp modelId="{4AF94C92-DDCB-48B2-B120-02B8AE20C36E}">
      <dsp:nvSpPr>
        <dsp:cNvPr id="0" name=""/>
        <dsp:cNvSpPr/>
      </dsp:nvSpPr>
      <dsp:spPr>
        <a:xfrm>
          <a:off x="0" y="3591387"/>
          <a:ext cx="7879842" cy="824850"/>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0" kern="1200" dirty="0">
              <a:latin typeface="Calibri"/>
            </a:rPr>
            <a:t>5. Semantic Similarity: Techniques such as word embeddings (e.g., Word2Vec, </a:t>
          </a:r>
          <a:r>
            <a:rPr lang="en-US" sz="1500" b="0" kern="1200" dirty="0" err="1">
              <a:latin typeface="Calibri"/>
            </a:rPr>
            <a:t>GloVe</a:t>
          </a:r>
          <a:r>
            <a:rPr lang="en-US" sz="1500" b="0" kern="1200" dirty="0">
              <a:latin typeface="Calibri"/>
            </a:rPr>
            <a:t>, or BERT embeddings) and pre-trained language models (e.g., BERT, </a:t>
          </a:r>
          <a:r>
            <a:rPr lang="en-US" sz="1500" b="0" kern="1200" dirty="0" err="1">
              <a:latin typeface="Calibri"/>
            </a:rPr>
            <a:t>RoBERTa</a:t>
          </a:r>
          <a:r>
            <a:rPr lang="en-US" sz="1500" b="0" kern="1200" dirty="0">
              <a:latin typeface="Calibri"/>
            </a:rPr>
            <a:t>) can be used to compute the semantic similarity between text fragments based on the meanings of words and phrases.</a:t>
          </a:r>
        </a:p>
      </dsp:txBody>
      <dsp:txXfrm>
        <a:off x="40266" y="3631653"/>
        <a:ext cx="7799310" cy="744318"/>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F7F36D-C0E7-40B5-8537-A50273CE2246}">
      <dsp:nvSpPr>
        <dsp:cNvPr id="0" name=""/>
        <dsp:cNvSpPr/>
      </dsp:nvSpPr>
      <dsp:spPr>
        <a:xfrm>
          <a:off x="0" y="119186"/>
          <a:ext cx="7879842" cy="82485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0" kern="1200" dirty="0">
              <a:latin typeface="Calibri"/>
            </a:rPr>
            <a:t>6</a:t>
          </a:r>
          <a:r>
            <a:rPr lang="en-US" sz="1500" kern="1200" dirty="0">
              <a:latin typeface="Calibri"/>
            </a:rPr>
            <a:t>. String Matching Algorithms: Algorithms like the Jaro-Winkler </a:t>
          </a:r>
          <a:r>
            <a:rPr lang="en-US" sz="1500" b="0" kern="1200" dirty="0">
              <a:latin typeface="Calibri"/>
            </a:rPr>
            <a:t>distance, string </a:t>
          </a:r>
          <a:r>
            <a:rPr lang="en-US" sz="1500" kern="1200" dirty="0">
              <a:latin typeface="Calibri"/>
            </a:rPr>
            <a:t>similarity </a:t>
          </a:r>
          <a:r>
            <a:rPr lang="en-US" sz="1500" b="0" kern="1200" dirty="0">
              <a:latin typeface="Calibri"/>
            </a:rPr>
            <a:t>ratio, or fuzzy string matching techniques can be </a:t>
          </a:r>
          <a:r>
            <a:rPr lang="en-US" sz="1500" kern="1200" dirty="0">
              <a:latin typeface="Calibri"/>
            </a:rPr>
            <a:t>used to </a:t>
          </a:r>
          <a:r>
            <a:rPr lang="en-US" sz="1500" b="0" kern="1200" dirty="0">
              <a:latin typeface="Calibri"/>
            </a:rPr>
            <a:t>compare and </a:t>
          </a:r>
          <a:r>
            <a:rPr lang="en-US" sz="1500" kern="1200" dirty="0">
              <a:latin typeface="Calibri"/>
            </a:rPr>
            <a:t>measure the similarity between </a:t>
          </a:r>
          <a:r>
            <a:rPr lang="en-US" sz="1500" b="0" kern="1200" dirty="0">
              <a:latin typeface="Calibri"/>
            </a:rPr>
            <a:t>text strings.</a:t>
          </a:r>
        </a:p>
      </dsp:txBody>
      <dsp:txXfrm>
        <a:off x="40266" y="159452"/>
        <a:ext cx="7799310" cy="744318"/>
      </dsp:txXfrm>
    </dsp:sp>
    <dsp:sp modelId="{1A53D383-B373-4AE3-9DF0-49F61AFC06E9}">
      <dsp:nvSpPr>
        <dsp:cNvPr id="0" name=""/>
        <dsp:cNvSpPr/>
      </dsp:nvSpPr>
      <dsp:spPr>
        <a:xfrm>
          <a:off x="0" y="987236"/>
          <a:ext cx="7879842" cy="824850"/>
        </a:xfrm>
        <a:prstGeom prst="roundRect">
          <a:avLst/>
        </a:prstGeom>
        <a:solidFill>
          <a:schemeClr val="accent2">
            <a:hueOff val="1170380"/>
            <a:satOff val="-1460"/>
            <a:lumOff val="34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0" kern="1200" dirty="0">
              <a:latin typeface="Calibri"/>
            </a:rPr>
            <a:t>7. Graph-Based Methods: In some cases</a:t>
          </a:r>
          <a:r>
            <a:rPr lang="en-US" sz="1500" kern="1200" dirty="0">
              <a:latin typeface="Calibri"/>
            </a:rPr>
            <a:t>, </a:t>
          </a:r>
          <a:r>
            <a:rPr lang="en-US" sz="1500" b="0" kern="1200" dirty="0">
              <a:latin typeface="Calibri"/>
            </a:rPr>
            <a:t>text can be represented </a:t>
          </a:r>
          <a:r>
            <a:rPr lang="en-US" sz="1500" kern="1200" dirty="0">
              <a:latin typeface="Calibri"/>
            </a:rPr>
            <a:t>as </a:t>
          </a:r>
          <a:r>
            <a:rPr lang="en-US" sz="1500" b="0" kern="1200" dirty="0">
              <a:latin typeface="Calibri"/>
            </a:rPr>
            <a:t>a graph</a:t>
          </a:r>
          <a:r>
            <a:rPr lang="en-US" sz="1500" kern="1200" dirty="0">
              <a:latin typeface="Calibri"/>
            </a:rPr>
            <a:t>, </a:t>
          </a:r>
          <a:r>
            <a:rPr lang="en-US" sz="1500" b="0" kern="1200" dirty="0">
              <a:latin typeface="Calibri"/>
            </a:rPr>
            <a:t>with words or phrases as nodes and their relationships as edges. Graph-based methods can be used to compute similarity based on the structure and connections within the graph.</a:t>
          </a:r>
          <a:endParaRPr lang="en-US" sz="1500" kern="1200" dirty="0"/>
        </a:p>
      </dsp:txBody>
      <dsp:txXfrm>
        <a:off x="40266" y="1027502"/>
        <a:ext cx="7799310" cy="744318"/>
      </dsp:txXfrm>
    </dsp:sp>
    <dsp:sp modelId="{F4771F2F-64AF-4512-B399-6C2405009C52}">
      <dsp:nvSpPr>
        <dsp:cNvPr id="0" name=""/>
        <dsp:cNvSpPr/>
      </dsp:nvSpPr>
      <dsp:spPr>
        <a:xfrm>
          <a:off x="0" y="1855286"/>
          <a:ext cx="7879842" cy="824850"/>
        </a:xfrm>
        <a:prstGeom prst="roundRect">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0" kern="1200" dirty="0">
              <a:latin typeface="Calibri"/>
            </a:rPr>
            <a:t>8. Topic Modeling: Similarity between documents can be measured by comparing their topic distributions, obtained through topic modeling techniques like Latent Dirichlet Allocation (LDA).</a:t>
          </a:r>
          <a:endParaRPr lang="en-US" sz="1500" b="0" kern="1200" dirty="0"/>
        </a:p>
      </dsp:txBody>
      <dsp:txXfrm>
        <a:off x="40266" y="1895552"/>
        <a:ext cx="7799310" cy="744318"/>
      </dsp:txXfrm>
    </dsp:sp>
    <dsp:sp modelId="{1A6E93A2-6788-45E5-BEFA-76EAB6C8C4A8}">
      <dsp:nvSpPr>
        <dsp:cNvPr id="0" name=""/>
        <dsp:cNvSpPr/>
      </dsp:nvSpPr>
      <dsp:spPr>
        <a:xfrm>
          <a:off x="0" y="2723336"/>
          <a:ext cx="7879842" cy="824850"/>
        </a:xfrm>
        <a:prstGeom prst="roundRect">
          <a:avLst/>
        </a:prstGeom>
        <a:solidFill>
          <a:schemeClr val="accent2">
            <a:hueOff val="3511139"/>
            <a:satOff val="-4379"/>
            <a:lumOff val="103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0" kern="1200" dirty="0">
              <a:latin typeface="Calibri"/>
            </a:rPr>
            <a:t>9. Machine Learning Models: Supervised or unsupervised machine learning models, such as Siamese networks or similarity learning models, can be trained to predict textual similarity based on labeled data.</a:t>
          </a:r>
        </a:p>
      </dsp:txBody>
      <dsp:txXfrm>
        <a:off x="40266" y="2763602"/>
        <a:ext cx="7799310" cy="744318"/>
      </dsp:txXfrm>
    </dsp:sp>
    <dsp:sp modelId="{4AF94C92-DDCB-48B2-B120-02B8AE20C36E}">
      <dsp:nvSpPr>
        <dsp:cNvPr id="0" name=""/>
        <dsp:cNvSpPr/>
      </dsp:nvSpPr>
      <dsp:spPr>
        <a:xfrm>
          <a:off x="0" y="3591387"/>
          <a:ext cx="7879842" cy="824850"/>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0" kern="1200" dirty="0">
              <a:latin typeface="Calibri"/>
            </a:rPr>
            <a:t>10. Deep Learning: Recurrent Neural Networks (RNNs), Convolutional Neural Networks (CNNs), and Transformers can be employed for various text similarity tasks, often by encoding text into dense representations and measuring the similarity in the encoded space.</a:t>
          </a:r>
        </a:p>
      </dsp:txBody>
      <dsp:txXfrm>
        <a:off x="40266" y="3631653"/>
        <a:ext cx="7799310" cy="744318"/>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F7F36D-C0E7-40B5-8537-A50273CE2246}">
      <dsp:nvSpPr>
        <dsp:cNvPr id="0" name=""/>
        <dsp:cNvSpPr/>
      </dsp:nvSpPr>
      <dsp:spPr>
        <a:xfrm>
          <a:off x="0" y="103650"/>
          <a:ext cx="7879842" cy="690153"/>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rtl="0">
            <a:lnSpc>
              <a:spcPct val="90000"/>
            </a:lnSpc>
            <a:spcBef>
              <a:spcPct val="0"/>
            </a:spcBef>
            <a:spcAft>
              <a:spcPct val="35000"/>
            </a:spcAft>
            <a:buNone/>
          </a:pPr>
          <a:r>
            <a:rPr lang="en-US" sz="1300" kern="1200" dirty="0">
              <a:solidFill>
                <a:srgbClr val="343541"/>
              </a:solidFill>
              <a:latin typeface="system-ui"/>
            </a:rPr>
            <a:t>Cosine Similarity is a widely used metric in textual similarity analysis in Natural Language Processing (NLP). </a:t>
          </a:r>
        </a:p>
      </dsp:txBody>
      <dsp:txXfrm>
        <a:off x="33690" y="137340"/>
        <a:ext cx="7812462" cy="622773"/>
      </dsp:txXfrm>
    </dsp:sp>
    <dsp:sp modelId="{4710B4C2-5133-4574-A9E4-9BD93D3CC88F}">
      <dsp:nvSpPr>
        <dsp:cNvPr id="0" name=""/>
        <dsp:cNvSpPr/>
      </dsp:nvSpPr>
      <dsp:spPr>
        <a:xfrm>
          <a:off x="0" y="831244"/>
          <a:ext cx="7879842" cy="690153"/>
        </a:xfrm>
        <a:prstGeom prst="roundRect">
          <a:avLst/>
        </a:prstGeom>
        <a:solidFill>
          <a:schemeClr val="accent2">
            <a:hueOff val="936304"/>
            <a:satOff val="-1168"/>
            <a:lumOff val="27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rtl="0">
            <a:lnSpc>
              <a:spcPct val="90000"/>
            </a:lnSpc>
            <a:spcBef>
              <a:spcPct val="0"/>
            </a:spcBef>
            <a:spcAft>
              <a:spcPct val="35000"/>
            </a:spcAft>
            <a:buNone/>
          </a:pPr>
          <a:r>
            <a:rPr lang="en-US" sz="1300" kern="1200" dirty="0">
              <a:solidFill>
                <a:srgbClr val="343541"/>
              </a:solidFill>
              <a:latin typeface="system-ui"/>
            </a:rPr>
            <a:t>It quantifies the similarity between two vectors by measuring the cosine of the angle between them, typically in high-dimensional spaces. </a:t>
          </a:r>
          <a:endParaRPr lang="en-US" sz="1300" kern="1200" dirty="0">
            <a:latin typeface="Calibri"/>
            <a:ea typeface="Calibri"/>
            <a:cs typeface="Calibri"/>
          </a:endParaRPr>
        </a:p>
      </dsp:txBody>
      <dsp:txXfrm>
        <a:off x="33690" y="864934"/>
        <a:ext cx="7812462" cy="622773"/>
      </dsp:txXfrm>
    </dsp:sp>
    <dsp:sp modelId="{E11F5A95-FAE8-45C9-9DD5-2941BFD7AF6A}">
      <dsp:nvSpPr>
        <dsp:cNvPr id="0" name=""/>
        <dsp:cNvSpPr/>
      </dsp:nvSpPr>
      <dsp:spPr>
        <a:xfrm>
          <a:off x="0" y="1558838"/>
          <a:ext cx="7879842" cy="690153"/>
        </a:xfrm>
        <a:prstGeom prst="roundRect">
          <a:avLst/>
        </a:prstGeom>
        <a:solidFill>
          <a:schemeClr val="accent2">
            <a:hueOff val="1872608"/>
            <a:satOff val="-2336"/>
            <a:lumOff val="54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dirty="0">
              <a:solidFill>
                <a:srgbClr val="343541"/>
              </a:solidFill>
              <a:latin typeface="system-ui"/>
            </a:rPr>
            <a:t>In NLP, cosine similarity is often used to assess the similarity between text documents, sentences, or other text fragments represented as vectors, such as TF-IDF vectors or word embeddings.</a:t>
          </a:r>
          <a:endParaRPr lang="en-US" sz="1300" kern="1200" dirty="0"/>
        </a:p>
      </dsp:txBody>
      <dsp:txXfrm>
        <a:off x="33690" y="1592528"/>
        <a:ext cx="7812462" cy="622773"/>
      </dsp:txXfrm>
    </dsp:sp>
    <dsp:sp modelId="{5234F8F8-DD3E-480F-BB4F-E31E51E91788}">
      <dsp:nvSpPr>
        <dsp:cNvPr id="0" name=""/>
        <dsp:cNvSpPr/>
      </dsp:nvSpPr>
      <dsp:spPr>
        <a:xfrm>
          <a:off x="0" y="2286431"/>
          <a:ext cx="7879842" cy="690153"/>
        </a:xfrm>
        <a:prstGeom prst="roundRect">
          <a:avLst/>
        </a:prstGeom>
        <a:solidFill>
          <a:schemeClr val="accent2">
            <a:hueOff val="2808911"/>
            <a:satOff val="-3503"/>
            <a:lumOff val="82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rtl="0">
            <a:lnSpc>
              <a:spcPct val="90000"/>
            </a:lnSpc>
            <a:spcBef>
              <a:spcPct val="0"/>
            </a:spcBef>
            <a:spcAft>
              <a:spcPct val="35000"/>
            </a:spcAft>
            <a:buNone/>
          </a:pPr>
          <a:r>
            <a:rPr lang="en-US" sz="1300" kern="1200" dirty="0">
              <a:solidFill>
                <a:srgbClr val="343541"/>
              </a:solidFill>
              <a:latin typeface="system-ui"/>
            </a:rPr>
            <a:t>Cosine Similarity is particularly useful in textual similarity analysis because it focuses on the direction of vectors rather than their magnitude. </a:t>
          </a:r>
        </a:p>
      </dsp:txBody>
      <dsp:txXfrm>
        <a:off x="33690" y="2320121"/>
        <a:ext cx="7812462" cy="622773"/>
      </dsp:txXfrm>
    </dsp:sp>
    <dsp:sp modelId="{24CB6E5F-A452-465F-A486-37D46F1FF1B4}">
      <dsp:nvSpPr>
        <dsp:cNvPr id="0" name=""/>
        <dsp:cNvSpPr/>
      </dsp:nvSpPr>
      <dsp:spPr>
        <a:xfrm>
          <a:off x="0" y="3014025"/>
          <a:ext cx="7879842" cy="690153"/>
        </a:xfrm>
        <a:prstGeom prst="roundRect">
          <a:avLst/>
        </a:prstGeom>
        <a:solidFill>
          <a:schemeClr val="accent2">
            <a:hueOff val="3745215"/>
            <a:satOff val="-4671"/>
            <a:lumOff val="109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rtl="0">
            <a:lnSpc>
              <a:spcPct val="90000"/>
            </a:lnSpc>
            <a:spcBef>
              <a:spcPct val="0"/>
            </a:spcBef>
            <a:spcAft>
              <a:spcPct val="35000"/>
            </a:spcAft>
            <a:buNone/>
          </a:pPr>
          <a:r>
            <a:rPr lang="en-US" sz="1300" kern="1200" dirty="0">
              <a:solidFill>
                <a:srgbClr val="343541"/>
              </a:solidFill>
              <a:latin typeface="system-ui"/>
            </a:rPr>
            <a:t>This makes it robust to the length of documents and is especially helpful when comparing documents of varying sizes. </a:t>
          </a:r>
          <a:endParaRPr lang="en-US" sz="1300" kern="1200" dirty="0">
            <a:latin typeface="Calibri"/>
            <a:ea typeface="Calibri"/>
            <a:cs typeface="Calibri"/>
          </a:endParaRPr>
        </a:p>
      </dsp:txBody>
      <dsp:txXfrm>
        <a:off x="33690" y="3047715"/>
        <a:ext cx="7812462" cy="622773"/>
      </dsp:txXfrm>
    </dsp:sp>
    <dsp:sp modelId="{2912E7D9-920C-4677-A381-27DF25E76A25}">
      <dsp:nvSpPr>
        <dsp:cNvPr id="0" name=""/>
        <dsp:cNvSpPr/>
      </dsp:nvSpPr>
      <dsp:spPr>
        <a:xfrm>
          <a:off x="0" y="3741619"/>
          <a:ext cx="7879842" cy="690153"/>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dirty="0">
              <a:solidFill>
                <a:srgbClr val="343541"/>
              </a:solidFill>
              <a:latin typeface="system-ui"/>
            </a:rPr>
            <a:t>It's used in various NLP applications, including information retrieval (finding similar documents), document clustering, recommendation systems (content-based recommendations), and measuring sentence or document similarity in tasks like question answering, paraphrase detection, and more.</a:t>
          </a:r>
          <a:endParaRPr lang="en-US" sz="1300" kern="1200" dirty="0"/>
        </a:p>
      </dsp:txBody>
      <dsp:txXfrm>
        <a:off x="33690" y="3775309"/>
        <a:ext cx="7812462" cy="622773"/>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F7F36D-C0E7-40B5-8537-A50273CE2246}">
      <dsp:nvSpPr>
        <dsp:cNvPr id="0" name=""/>
        <dsp:cNvSpPr/>
      </dsp:nvSpPr>
      <dsp:spPr>
        <a:xfrm>
          <a:off x="0" y="545291"/>
          <a:ext cx="7879842" cy="54054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rtl="0">
            <a:lnSpc>
              <a:spcPct val="90000"/>
            </a:lnSpc>
            <a:spcBef>
              <a:spcPct val="0"/>
            </a:spcBef>
            <a:spcAft>
              <a:spcPct val="35000"/>
            </a:spcAft>
            <a:buNone/>
          </a:pPr>
          <a:r>
            <a:rPr lang="en-US" sz="1400" kern="1200" dirty="0">
              <a:solidFill>
                <a:srgbClr val="343541"/>
              </a:solidFill>
              <a:latin typeface="system-ui"/>
            </a:rPr>
            <a:t>Word Mover's Distance (WMD) is a metric used in textual similarity analysis in Natural Language Processing (NLP) to quantify the dissimilarity or distance between two text documents. </a:t>
          </a:r>
        </a:p>
      </dsp:txBody>
      <dsp:txXfrm>
        <a:off x="26387" y="571678"/>
        <a:ext cx="7827068" cy="487766"/>
      </dsp:txXfrm>
    </dsp:sp>
    <dsp:sp modelId="{F47B0FA8-F025-4F05-B856-0642C6EBA714}">
      <dsp:nvSpPr>
        <dsp:cNvPr id="0" name=""/>
        <dsp:cNvSpPr/>
      </dsp:nvSpPr>
      <dsp:spPr>
        <a:xfrm>
          <a:off x="0" y="1126151"/>
          <a:ext cx="7879842" cy="540540"/>
        </a:xfrm>
        <a:prstGeom prst="roundRect">
          <a:avLst/>
        </a:prstGeom>
        <a:solidFill>
          <a:schemeClr val="accent2">
            <a:hueOff val="936304"/>
            <a:satOff val="-1168"/>
            <a:lumOff val="27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rtl="0">
            <a:lnSpc>
              <a:spcPct val="90000"/>
            </a:lnSpc>
            <a:spcBef>
              <a:spcPct val="0"/>
            </a:spcBef>
            <a:spcAft>
              <a:spcPct val="35000"/>
            </a:spcAft>
            <a:buNone/>
          </a:pPr>
          <a:r>
            <a:rPr lang="en-US" sz="1400" kern="1200" dirty="0">
              <a:solidFill>
                <a:srgbClr val="343541"/>
              </a:solidFill>
              <a:latin typeface="system-ui"/>
            </a:rPr>
            <a:t>It is a measure of how "far" one document is from another in terms of the words they use and their semantic meanings.</a:t>
          </a:r>
          <a:endParaRPr lang="en-US" sz="1400" kern="1200" dirty="0">
            <a:latin typeface="Calibri"/>
            <a:ea typeface="Calibri"/>
            <a:cs typeface="Calibri"/>
          </a:endParaRPr>
        </a:p>
      </dsp:txBody>
      <dsp:txXfrm>
        <a:off x="26387" y="1152538"/>
        <a:ext cx="7827068" cy="487766"/>
      </dsp:txXfrm>
    </dsp:sp>
    <dsp:sp modelId="{5C9D6E5C-A6F3-4CED-AC11-FA9505F1ECAF}">
      <dsp:nvSpPr>
        <dsp:cNvPr id="0" name=""/>
        <dsp:cNvSpPr/>
      </dsp:nvSpPr>
      <dsp:spPr>
        <a:xfrm>
          <a:off x="0" y="1707011"/>
          <a:ext cx="7879842" cy="540540"/>
        </a:xfrm>
        <a:prstGeom prst="roundRect">
          <a:avLst/>
        </a:prstGeom>
        <a:solidFill>
          <a:schemeClr val="accent2">
            <a:hueOff val="1872608"/>
            <a:satOff val="-2336"/>
            <a:lumOff val="54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solidFill>
                <a:srgbClr val="343541"/>
              </a:solidFill>
              <a:latin typeface="system-ui"/>
            </a:rPr>
            <a:t> WMD is particularly useful when you want to compare the similarity between documents while considering the meaning of words, rather than just their syntactic or structural aspects.</a:t>
          </a:r>
          <a:endParaRPr lang="en-US" sz="1400" kern="1200" dirty="0"/>
        </a:p>
      </dsp:txBody>
      <dsp:txXfrm>
        <a:off x="26387" y="1733398"/>
        <a:ext cx="7827068" cy="487766"/>
      </dsp:txXfrm>
    </dsp:sp>
    <dsp:sp modelId="{645D81DC-65C9-490A-B008-160B9FEE259F}">
      <dsp:nvSpPr>
        <dsp:cNvPr id="0" name=""/>
        <dsp:cNvSpPr/>
      </dsp:nvSpPr>
      <dsp:spPr>
        <a:xfrm>
          <a:off x="0" y="2287871"/>
          <a:ext cx="7879842" cy="540540"/>
        </a:xfrm>
        <a:prstGeom prst="roundRect">
          <a:avLst/>
        </a:prstGeom>
        <a:solidFill>
          <a:schemeClr val="accent2">
            <a:hueOff val="2808911"/>
            <a:satOff val="-3503"/>
            <a:lumOff val="82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rtl="0">
            <a:lnSpc>
              <a:spcPct val="90000"/>
            </a:lnSpc>
            <a:spcBef>
              <a:spcPct val="0"/>
            </a:spcBef>
            <a:spcAft>
              <a:spcPct val="35000"/>
            </a:spcAft>
            <a:buNone/>
          </a:pPr>
          <a:r>
            <a:rPr lang="en-US" sz="1400" kern="1200" dirty="0">
              <a:solidFill>
                <a:srgbClr val="343541"/>
              </a:solidFill>
              <a:latin typeface="system-ui"/>
            </a:rPr>
            <a:t>WMD is a powerful metric for measuring textual similarity because it takes into account both the meaning of words and their frequency in the documents. </a:t>
          </a:r>
        </a:p>
      </dsp:txBody>
      <dsp:txXfrm>
        <a:off x="26387" y="2314258"/>
        <a:ext cx="7827068" cy="487766"/>
      </dsp:txXfrm>
    </dsp:sp>
    <dsp:sp modelId="{3CC76F4B-F5D4-4F13-92B6-6067D950E3D2}">
      <dsp:nvSpPr>
        <dsp:cNvPr id="0" name=""/>
        <dsp:cNvSpPr/>
      </dsp:nvSpPr>
      <dsp:spPr>
        <a:xfrm>
          <a:off x="0" y="2868731"/>
          <a:ext cx="7879842" cy="540540"/>
        </a:xfrm>
        <a:prstGeom prst="roundRect">
          <a:avLst/>
        </a:prstGeom>
        <a:solidFill>
          <a:schemeClr val="accent2">
            <a:hueOff val="3745215"/>
            <a:satOff val="-4671"/>
            <a:lumOff val="109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rtl="0">
            <a:lnSpc>
              <a:spcPct val="90000"/>
            </a:lnSpc>
            <a:spcBef>
              <a:spcPct val="0"/>
            </a:spcBef>
            <a:spcAft>
              <a:spcPct val="35000"/>
            </a:spcAft>
            <a:buNone/>
          </a:pPr>
          <a:r>
            <a:rPr lang="en-US" sz="1400" kern="1200" dirty="0">
              <a:solidFill>
                <a:srgbClr val="343541"/>
              </a:solidFill>
              <a:latin typeface="system-ui"/>
            </a:rPr>
            <a:t>It is particularly useful for tasks such as document clustering, text summarization, and document retrieval, where understanding the semantic relationship between documents is essential.</a:t>
          </a:r>
          <a:endParaRPr lang="en-US" sz="1400" kern="1200" dirty="0">
            <a:latin typeface="Calibri"/>
            <a:ea typeface="Calibri"/>
            <a:cs typeface="Calibri"/>
          </a:endParaRPr>
        </a:p>
      </dsp:txBody>
      <dsp:txXfrm>
        <a:off x="26387" y="2895118"/>
        <a:ext cx="7827068" cy="487766"/>
      </dsp:txXfrm>
    </dsp:sp>
    <dsp:sp modelId="{06DAA21C-41B7-4F0F-9DE5-CE5304088C2F}">
      <dsp:nvSpPr>
        <dsp:cNvPr id="0" name=""/>
        <dsp:cNvSpPr/>
      </dsp:nvSpPr>
      <dsp:spPr>
        <a:xfrm>
          <a:off x="0" y="3449592"/>
          <a:ext cx="7879842" cy="540540"/>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solidFill>
                <a:srgbClr val="343541"/>
              </a:solidFill>
              <a:latin typeface="system-ui"/>
            </a:rPr>
            <a:t>However, it can be computationally expensive, especially for large documents and vocabularies, and may require efficient optimization algorithms to compute accurately.</a:t>
          </a:r>
          <a:endParaRPr lang="en-US" sz="1400" kern="1200" dirty="0"/>
        </a:p>
      </dsp:txBody>
      <dsp:txXfrm>
        <a:off x="26387" y="3475979"/>
        <a:ext cx="7827068" cy="487766"/>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F7F36D-C0E7-40B5-8537-A50273CE2246}">
      <dsp:nvSpPr>
        <dsp:cNvPr id="0" name=""/>
        <dsp:cNvSpPr/>
      </dsp:nvSpPr>
      <dsp:spPr>
        <a:xfrm>
          <a:off x="0" y="190483"/>
          <a:ext cx="7879842" cy="796331"/>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rtl="0">
            <a:lnSpc>
              <a:spcPct val="90000"/>
            </a:lnSpc>
            <a:spcBef>
              <a:spcPct val="0"/>
            </a:spcBef>
            <a:spcAft>
              <a:spcPct val="35000"/>
            </a:spcAft>
            <a:buNone/>
          </a:pPr>
          <a:r>
            <a:rPr lang="en-US" sz="1500" kern="1200" dirty="0">
              <a:solidFill>
                <a:srgbClr val="343541"/>
              </a:solidFill>
              <a:latin typeface="system-ui"/>
            </a:rPr>
            <a:t>Word Embeddings in Natural Language Processing (NLP) are dense vector representations of words in a continuous, high-dimensional space. </a:t>
          </a:r>
        </a:p>
      </dsp:txBody>
      <dsp:txXfrm>
        <a:off x="38874" y="229357"/>
        <a:ext cx="7802094" cy="718583"/>
      </dsp:txXfrm>
    </dsp:sp>
    <dsp:sp modelId="{2355987D-37D1-40CB-B99C-C94731E2F9DC}">
      <dsp:nvSpPr>
        <dsp:cNvPr id="0" name=""/>
        <dsp:cNvSpPr/>
      </dsp:nvSpPr>
      <dsp:spPr>
        <a:xfrm>
          <a:off x="0" y="1030015"/>
          <a:ext cx="7879842" cy="796331"/>
        </a:xfrm>
        <a:prstGeom prst="roundRect">
          <a:avLst/>
        </a:prstGeom>
        <a:solidFill>
          <a:schemeClr val="accent2">
            <a:hueOff val="1170380"/>
            <a:satOff val="-1460"/>
            <a:lumOff val="34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rtl="0">
            <a:lnSpc>
              <a:spcPct val="90000"/>
            </a:lnSpc>
            <a:spcBef>
              <a:spcPct val="0"/>
            </a:spcBef>
            <a:spcAft>
              <a:spcPct val="35000"/>
            </a:spcAft>
            <a:buNone/>
          </a:pPr>
          <a:r>
            <a:rPr lang="en-US" sz="1500" kern="1200" dirty="0">
              <a:solidFill>
                <a:srgbClr val="343541"/>
              </a:solidFill>
              <a:latin typeface="system-ui"/>
            </a:rPr>
            <a:t>These word vectors are designed to capture the semantic and syntactic meanings of words based on their usage patterns in large text corpora. </a:t>
          </a:r>
          <a:endParaRPr lang="en-US" sz="1500" kern="1200" dirty="0">
            <a:latin typeface="Calibri"/>
            <a:ea typeface="Calibri"/>
            <a:cs typeface="Calibri"/>
          </a:endParaRPr>
        </a:p>
      </dsp:txBody>
      <dsp:txXfrm>
        <a:off x="38874" y="1068889"/>
        <a:ext cx="7802094" cy="718583"/>
      </dsp:txXfrm>
    </dsp:sp>
    <dsp:sp modelId="{70C2475E-34E1-45FC-819D-68237CB223D9}">
      <dsp:nvSpPr>
        <dsp:cNvPr id="0" name=""/>
        <dsp:cNvSpPr/>
      </dsp:nvSpPr>
      <dsp:spPr>
        <a:xfrm>
          <a:off x="0" y="1869546"/>
          <a:ext cx="7879842" cy="796331"/>
        </a:xfrm>
        <a:prstGeom prst="roundRect">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dirty="0">
              <a:solidFill>
                <a:srgbClr val="343541"/>
              </a:solidFill>
              <a:latin typeface="system-ui"/>
            </a:rPr>
            <a:t>Word embeddings are a fundamental concept in NLP because they enable machines to understand and work with words in a way that preserves their contextual relationships and semantics.</a:t>
          </a:r>
          <a:endParaRPr lang="en-US" sz="1500" kern="1200" dirty="0"/>
        </a:p>
      </dsp:txBody>
      <dsp:txXfrm>
        <a:off x="38874" y="1908420"/>
        <a:ext cx="7802094" cy="718583"/>
      </dsp:txXfrm>
    </dsp:sp>
    <dsp:sp modelId="{C38EE2A7-DCF5-4FE0-A79D-0581B8D14BA3}">
      <dsp:nvSpPr>
        <dsp:cNvPr id="0" name=""/>
        <dsp:cNvSpPr/>
      </dsp:nvSpPr>
      <dsp:spPr>
        <a:xfrm>
          <a:off x="0" y="2709077"/>
          <a:ext cx="7879842" cy="796331"/>
        </a:xfrm>
        <a:prstGeom prst="roundRect">
          <a:avLst/>
        </a:prstGeom>
        <a:solidFill>
          <a:schemeClr val="accent2">
            <a:hueOff val="3511139"/>
            <a:satOff val="-4379"/>
            <a:lumOff val="103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rtl="0">
            <a:lnSpc>
              <a:spcPct val="90000"/>
            </a:lnSpc>
            <a:spcBef>
              <a:spcPct val="0"/>
            </a:spcBef>
            <a:spcAft>
              <a:spcPct val="35000"/>
            </a:spcAft>
            <a:buNone/>
          </a:pPr>
          <a:r>
            <a:rPr lang="en-US" sz="1500" kern="1200" dirty="0">
              <a:solidFill>
                <a:srgbClr val="343541"/>
              </a:solidFill>
              <a:latin typeface="system-ui"/>
            </a:rPr>
            <a:t>They enable better performance in tasks like machine translation, sentiment analysis, text classification, and information retrieval by providing a more meaningful representation of words than traditional one-hot encoding or Bag of Words (BoW) representations. </a:t>
          </a:r>
          <a:endParaRPr lang="en-US" sz="1500" kern="1200" dirty="0">
            <a:latin typeface="Calibri"/>
            <a:ea typeface="Calibri"/>
            <a:cs typeface="Calibri"/>
          </a:endParaRPr>
        </a:p>
      </dsp:txBody>
      <dsp:txXfrm>
        <a:off x="38874" y="2747951"/>
        <a:ext cx="7802094" cy="718583"/>
      </dsp:txXfrm>
    </dsp:sp>
    <dsp:sp modelId="{645AF0F7-411B-4B36-AEC4-4DBDAAE6FCC3}">
      <dsp:nvSpPr>
        <dsp:cNvPr id="0" name=""/>
        <dsp:cNvSpPr/>
      </dsp:nvSpPr>
      <dsp:spPr>
        <a:xfrm>
          <a:off x="0" y="3548608"/>
          <a:ext cx="7879842" cy="796331"/>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dirty="0">
              <a:solidFill>
                <a:srgbClr val="343541"/>
              </a:solidFill>
              <a:latin typeface="system-ui"/>
            </a:rPr>
            <a:t>Word embeddings have become a foundational component of modern NLP models and have contributed to significant advances in the field.</a:t>
          </a:r>
          <a:endParaRPr lang="en-US" sz="1500" kern="1200" dirty="0"/>
        </a:p>
      </dsp:txBody>
      <dsp:txXfrm>
        <a:off x="38874" y="3587482"/>
        <a:ext cx="7802094" cy="718583"/>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F7F36D-C0E7-40B5-8537-A50273CE2246}">
      <dsp:nvSpPr>
        <dsp:cNvPr id="0" name=""/>
        <dsp:cNvSpPr/>
      </dsp:nvSpPr>
      <dsp:spPr>
        <a:xfrm>
          <a:off x="0" y="179177"/>
          <a:ext cx="7879842" cy="1011867"/>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0" kern="1200" dirty="0">
              <a:solidFill>
                <a:srgbClr val="343541"/>
              </a:solidFill>
              <a:latin typeface="system-ui"/>
            </a:rPr>
            <a:t>1</a:t>
          </a:r>
          <a:r>
            <a:rPr lang="en-US" sz="1500" kern="1200" dirty="0">
              <a:solidFill>
                <a:srgbClr val="343541"/>
              </a:solidFill>
              <a:latin typeface="system-ui"/>
            </a:rPr>
            <a:t>. Word Representation: Word embeddings represent words as points in a high-dimensional vector space. Each word is associated </a:t>
          </a:r>
          <a:r>
            <a:rPr lang="en-US" sz="1500" b="0" kern="1200" dirty="0">
              <a:solidFill>
                <a:srgbClr val="343541"/>
              </a:solidFill>
              <a:latin typeface="system-ui"/>
            </a:rPr>
            <a:t>with a vector where the values (typically real numbers) encode information about the word's meaning.</a:t>
          </a:r>
          <a:endParaRPr lang="en-US" sz="1500" kern="1200" dirty="0">
            <a:solidFill>
              <a:srgbClr val="343541"/>
            </a:solidFill>
            <a:latin typeface="system-ui"/>
          </a:endParaRPr>
        </a:p>
      </dsp:txBody>
      <dsp:txXfrm>
        <a:off x="49395" y="228572"/>
        <a:ext cx="7781052" cy="913077"/>
      </dsp:txXfrm>
    </dsp:sp>
    <dsp:sp modelId="{F4771F2F-64AF-4512-B399-6C2405009C52}">
      <dsp:nvSpPr>
        <dsp:cNvPr id="0" name=""/>
        <dsp:cNvSpPr/>
      </dsp:nvSpPr>
      <dsp:spPr>
        <a:xfrm>
          <a:off x="0" y="1234244"/>
          <a:ext cx="7879842" cy="1011867"/>
        </a:xfrm>
        <a:prstGeom prst="roundRect">
          <a:avLst/>
        </a:prstGeom>
        <a:solidFill>
          <a:schemeClr val="accent2">
            <a:hueOff val="1560506"/>
            <a:satOff val="-1946"/>
            <a:lumOff val="45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rtl="0">
            <a:lnSpc>
              <a:spcPct val="90000"/>
            </a:lnSpc>
            <a:spcBef>
              <a:spcPct val="0"/>
            </a:spcBef>
            <a:spcAft>
              <a:spcPct val="35000"/>
            </a:spcAft>
            <a:buNone/>
          </a:pPr>
          <a:r>
            <a:rPr lang="en-US" sz="1500" b="0" kern="1200" dirty="0">
              <a:solidFill>
                <a:srgbClr val="343541"/>
              </a:solidFill>
              <a:latin typeface="system-ui"/>
            </a:rPr>
            <a:t>2. Distributional Semantics: Word embeddings are often constructed based on the distributional hypothesis, which posits that words with similar meanings tend to occur in similar contexts. In other words, words that appear in similar contexts are likely to have similar vectors in the embedding space.</a:t>
          </a:r>
        </a:p>
      </dsp:txBody>
      <dsp:txXfrm>
        <a:off x="49395" y="1283639"/>
        <a:ext cx="7781052" cy="913077"/>
      </dsp:txXfrm>
    </dsp:sp>
    <dsp:sp modelId="{BC87E257-DE3B-4050-ABC4-A7BB6C3B4E56}">
      <dsp:nvSpPr>
        <dsp:cNvPr id="0" name=""/>
        <dsp:cNvSpPr/>
      </dsp:nvSpPr>
      <dsp:spPr>
        <a:xfrm>
          <a:off x="0" y="2289312"/>
          <a:ext cx="7879842" cy="1011867"/>
        </a:xfrm>
        <a:prstGeom prst="roundRect">
          <a:avLst/>
        </a:prstGeom>
        <a:solidFill>
          <a:schemeClr val="accent2">
            <a:hueOff val="3121013"/>
            <a:satOff val="-3893"/>
            <a:lumOff val="9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0" kern="1200" dirty="0">
              <a:solidFill>
                <a:srgbClr val="343541"/>
              </a:solidFill>
              <a:latin typeface="system-ui"/>
            </a:rPr>
            <a:t>3. Word2Vec and GloVe: Two popular algorithms for generating word embeddings are Word2Vec and GloVe (Global Vectors for Word Representation). Word2Vec uses neural networks to learn word embeddings from large text corpora, while GloVe uses co-occurrence statistics to build embeddings.</a:t>
          </a:r>
        </a:p>
      </dsp:txBody>
      <dsp:txXfrm>
        <a:off x="49395" y="2338707"/>
        <a:ext cx="7781052" cy="913077"/>
      </dsp:txXfrm>
    </dsp:sp>
    <dsp:sp modelId="{78379CB8-C741-4ECF-8BEF-28DB9C6CF63A}">
      <dsp:nvSpPr>
        <dsp:cNvPr id="0" name=""/>
        <dsp:cNvSpPr/>
      </dsp:nvSpPr>
      <dsp:spPr>
        <a:xfrm>
          <a:off x="0" y="3344379"/>
          <a:ext cx="7879842" cy="1011867"/>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0" kern="1200" dirty="0">
              <a:solidFill>
                <a:srgbClr val="343541"/>
              </a:solidFill>
              <a:latin typeface="system-ui"/>
            </a:rPr>
            <a:t>4. Semantic Relationships: Word embeddings capture semantic relationships between words. For example, in a well-trained word embedding model, the vectors for "king" and "queen" are likely to be close in the vector space, and the vector for "king" minus the vector for "man" plus the vector for "woman" might be close to the vector for "queen."</a:t>
          </a:r>
        </a:p>
      </dsp:txBody>
      <dsp:txXfrm>
        <a:off x="49395" y="3393774"/>
        <a:ext cx="7781052" cy="913077"/>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F7F36D-C0E7-40B5-8537-A50273CE2246}">
      <dsp:nvSpPr>
        <dsp:cNvPr id="0" name=""/>
        <dsp:cNvSpPr/>
      </dsp:nvSpPr>
      <dsp:spPr>
        <a:xfrm>
          <a:off x="0" y="39941"/>
          <a:ext cx="7879842" cy="1079325"/>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0" kern="1200" dirty="0">
              <a:solidFill>
                <a:srgbClr val="343541"/>
              </a:solidFill>
              <a:latin typeface="system-ui"/>
            </a:rPr>
            <a:t>5</a:t>
          </a:r>
          <a:r>
            <a:rPr lang="en-US" sz="1600" kern="1200" dirty="0">
              <a:solidFill>
                <a:srgbClr val="343541"/>
              </a:solidFill>
              <a:latin typeface="system-ui"/>
            </a:rPr>
            <a:t>. Word </a:t>
          </a:r>
          <a:r>
            <a:rPr lang="en-US" sz="1600" b="0" kern="1200" dirty="0">
              <a:solidFill>
                <a:srgbClr val="343541"/>
              </a:solidFill>
              <a:latin typeface="system-ui"/>
            </a:rPr>
            <a:t>Arithmetic: </a:t>
          </a:r>
          <a:r>
            <a:rPr lang="en-US" sz="1600" kern="1200" dirty="0">
              <a:solidFill>
                <a:srgbClr val="343541"/>
              </a:solidFill>
              <a:latin typeface="system-ui"/>
            </a:rPr>
            <a:t>Word embeddings enable</a:t>
          </a:r>
          <a:r>
            <a:rPr lang="en-US" sz="1600" b="0" kern="1200" dirty="0">
              <a:solidFill>
                <a:srgbClr val="343541"/>
              </a:solidFill>
              <a:latin typeface="system-ui"/>
            </a:rPr>
            <a:t> algebraic operations on </a:t>
          </a:r>
          <a:r>
            <a:rPr lang="en-US" sz="1600" kern="1200" dirty="0">
              <a:solidFill>
                <a:srgbClr val="343541"/>
              </a:solidFill>
              <a:latin typeface="system-ui"/>
            </a:rPr>
            <a:t>words. You can perform operations</a:t>
          </a:r>
          <a:r>
            <a:rPr lang="en-US" sz="1600" b="0" kern="1200" dirty="0">
              <a:solidFill>
                <a:srgbClr val="343541"/>
              </a:solidFill>
              <a:latin typeface="system-ui"/>
            </a:rPr>
            <a:t> like word analogy ("king" - "man" + "woman" ≈ "queen") by manipulating </a:t>
          </a:r>
          <a:r>
            <a:rPr lang="en-US" sz="1600" kern="1200" dirty="0">
              <a:solidFill>
                <a:srgbClr val="343541"/>
              </a:solidFill>
              <a:latin typeface="system-ui"/>
            </a:rPr>
            <a:t>word </a:t>
          </a:r>
          <a:r>
            <a:rPr lang="en-US" sz="1600" b="0" kern="1200" dirty="0">
              <a:solidFill>
                <a:srgbClr val="343541"/>
              </a:solidFill>
              <a:latin typeface="system-ui"/>
            </a:rPr>
            <a:t>vectors.</a:t>
          </a:r>
          <a:endParaRPr lang="en-US" sz="1600" kern="1200" dirty="0">
            <a:solidFill>
              <a:srgbClr val="343541"/>
            </a:solidFill>
            <a:latin typeface="system-ui"/>
          </a:endParaRPr>
        </a:p>
      </dsp:txBody>
      <dsp:txXfrm>
        <a:off x="52688" y="92629"/>
        <a:ext cx="7774466" cy="973949"/>
      </dsp:txXfrm>
    </dsp:sp>
    <dsp:sp modelId="{F4771F2F-64AF-4512-B399-6C2405009C52}">
      <dsp:nvSpPr>
        <dsp:cNvPr id="0" name=""/>
        <dsp:cNvSpPr/>
      </dsp:nvSpPr>
      <dsp:spPr>
        <a:xfrm>
          <a:off x="0" y="1165347"/>
          <a:ext cx="7879842" cy="1079325"/>
        </a:xfrm>
        <a:prstGeom prst="roundRect">
          <a:avLst/>
        </a:prstGeom>
        <a:solidFill>
          <a:schemeClr val="accent2">
            <a:hueOff val="1560506"/>
            <a:satOff val="-1946"/>
            <a:lumOff val="45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n-US" sz="1600" b="0" kern="1200" dirty="0">
              <a:solidFill>
                <a:srgbClr val="343541"/>
              </a:solidFill>
              <a:latin typeface="system-ui"/>
            </a:rPr>
            <a:t>6. Dimensionality: Word embeddings are typically high-dimensional, with hundreds of dimensions. The choice of dimensionality affects the richness of the semantic information captured.</a:t>
          </a:r>
        </a:p>
      </dsp:txBody>
      <dsp:txXfrm>
        <a:off x="52688" y="1218035"/>
        <a:ext cx="7774466" cy="973949"/>
      </dsp:txXfrm>
    </dsp:sp>
    <dsp:sp modelId="{BC87E257-DE3B-4050-ABC4-A7BB6C3B4E56}">
      <dsp:nvSpPr>
        <dsp:cNvPr id="0" name=""/>
        <dsp:cNvSpPr/>
      </dsp:nvSpPr>
      <dsp:spPr>
        <a:xfrm>
          <a:off x="0" y="2290752"/>
          <a:ext cx="7879842" cy="1079325"/>
        </a:xfrm>
        <a:prstGeom prst="roundRect">
          <a:avLst/>
        </a:prstGeom>
        <a:solidFill>
          <a:schemeClr val="accent2">
            <a:hueOff val="3121013"/>
            <a:satOff val="-3893"/>
            <a:lumOff val="9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0" kern="1200" dirty="0">
              <a:solidFill>
                <a:srgbClr val="343541"/>
              </a:solidFill>
              <a:latin typeface="system-ui"/>
            </a:rPr>
            <a:t>7. Pre-trained Models: Pre-trained word embeddings are available for various languages and domains. These models are trained on large corpora and can be fine-tuned for specific NLP tasks, such as sentiment analysis or machine translation.</a:t>
          </a:r>
        </a:p>
      </dsp:txBody>
      <dsp:txXfrm>
        <a:off x="52688" y="2343440"/>
        <a:ext cx="7774466" cy="973949"/>
      </dsp:txXfrm>
    </dsp:sp>
    <dsp:sp modelId="{78379CB8-C741-4ECF-8BEF-28DB9C6CF63A}">
      <dsp:nvSpPr>
        <dsp:cNvPr id="0" name=""/>
        <dsp:cNvSpPr/>
      </dsp:nvSpPr>
      <dsp:spPr>
        <a:xfrm>
          <a:off x="0" y="3416157"/>
          <a:ext cx="7879842" cy="1079325"/>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n-US" sz="1600" b="0" kern="1200" dirty="0">
              <a:solidFill>
                <a:srgbClr val="343541"/>
              </a:solidFill>
              <a:latin typeface="system-ui"/>
            </a:rPr>
            <a:t>8. Embedding Visualization: Techniques like Principal Component Analysis (PCA) or t-SNE can be used to reduce the dimensionality of word embeddings for visualization, making it possible to explore the semantic relationships between words graphically.</a:t>
          </a:r>
        </a:p>
      </dsp:txBody>
      <dsp:txXfrm>
        <a:off x="52688" y="3468845"/>
        <a:ext cx="7774466" cy="973949"/>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F7F36D-C0E7-40B5-8537-A50273CE2246}">
      <dsp:nvSpPr>
        <dsp:cNvPr id="0" name=""/>
        <dsp:cNvSpPr/>
      </dsp:nvSpPr>
      <dsp:spPr>
        <a:xfrm>
          <a:off x="0" y="254861"/>
          <a:ext cx="7879842" cy="54054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rtl="0">
            <a:lnSpc>
              <a:spcPct val="90000"/>
            </a:lnSpc>
            <a:spcBef>
              <a:spcPct val="0"/>
            </a:spcBef>
            <a:spcAft>
              <a:spcPct val="35000"/>
            </a:spcAft>
            <a:buNone/>
          </a:pPr>
          <a:r>
            <a:rPr lang="en-US" sz="1400" kern="1200" dirty="0">
              <a:solidFill>
                <a:srgbClr val="343541"/>
              </a:solidFill>
              <a:latin typeface="system-ui"/>
            </a:rPr>
            <a:t>Word2Vec is a popular natural language processing (NLP) technique that is used to generate word embeddings.</a:t>
          </a:r>
        </a:p>
      </dsp:txBody>
      <dsp:txXfrm>
        <a:off x="26387" y="281248"/>
        <a:ext cx="7827068" cy="487766"/>
      </dsp:txXfrm>
    </dsp:sp>
    <dsp:sp modelId="{AB270195-970A-4EBF-ADD7-75FEFB75C299}">
      <dsp:nvSpPr>
        <dsp:cNvPr id="0" name=""/>
        <dsp:cNvSpPr/>
      </dsp:nvSpPr>
      <dsp:spPr>
        <a:xfrm>
          <a:off x="0" y="835721"/>
          <a:ext cx="7879842" cy="540540"/>
        </a:xfrm>
        <a:prstGeom prst="roundRect">
          <a:avLst/>
        </a:prstGeom>
        <a:solidFill>
          <a:schemeClr val="accent2">
            <a:hueOff val="780253"/>
            <a:satOff val="-973"/>
            <a:lumOff val="22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rtl="0">
            <a:lnSpc>
              <a:spcPct val="90000"/>
            </a:lnSpc>
            <a:spcBef>
              <a:spcPct val="0"/>
            </a:spcBef>
            <a:spcAft>
              <a:spcPct val="35000"/>
            </a:spcAft>
            <a:buNone/>
          </a:pPr>
          <a:r>
            <a:rPr lang="en-US" sz="1400" kern="1200" dirty="0">
              <a:solidFill>
                <a:srgbClr val="343541"/>
              </a:solidFill>
              <a:latin typeface="system-ui"/>
            </a:rPr>
            <a:t>Word Embeddings are dense, real-valued vector representations of words in a continuous vector space.</a:t>
          </a:r>
          <a:endParaRPr lang="en-US" sz="1400" kern="1200" dirty="0">
            <a:latin typeface="Calibri"/>
            <a:ea typeface="Calibri"/>
            <a:cs typeface="Calibri"/>
          </a:endParaRPr>
        </a:p>
      </dsp:txBody>
      <dsp:txXfrm>
        <a:off x="26387" y="862108"/>
        <a:ext cx="7827068" cy="487766"/>
      </dsp:txXfrm>
    </dsp:sp>
    <dsp:sp modelId="{AD904602-128D-4B05-9B23-C91B7E2581D2}">
      <dsp:nvSpPr>
        <dsp:cNvPr id="0" name=""/>
        <dsp:cNvSpPr/>
      </dsp:nvSpPr>
      <dsp:spPr>
        <a:xfrm>
          <a:off x="0" y="1416581"/>
          <a:ext cx="7879842" cy="540540"/>
        </a:xfrm>
        <a:prstGeom prst="roundRect">
          <a:avLst/>
        </a:prstGeom>
        <a:solidFill>
          <a:schemeClr val="accent2">
            <a:hueOff val="1560506"/>
            <a:satOff val="-1946"/>
            <a:lumOff val="45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rtl="0">
            <a:lnSpc>
              <a:spcPct val="90000"/>
            </a:lnSpc>
            <a:spcBef>
              <a:spcPct val="0"/>
            </a:spcBef>
            <a:spcAft>
              <a:spcPct val="35000"/>
            </a:spcAft>
            <a:buNone/>
          </a:pPr>
          <a:r>
            <a:rPr lang="en-US" sz="1400" kern="1200" dirty="0">
              <a:solidFill>
                <a:srgbClr val="343541"/>
              </a:solidFill>
              <a:latin typeface="system-ui"/>
            </a:rPr>
            <a:t>Word2Vec is designed to capture the semantic meaning of words by considering their contextual usage in a large corpus of text. </a:t>
          </a:r>
          <a:endParaRPr lang="en-US" sz="1400" kern="1200" dirty="0">
            <a:latin typeface="Calibri"/>
            <a:ea typeface="Calibri"/>
            <a:cs typeface="Calibri"/>
          </a:endParaRPr>
        </a:p>
      </dsp:txBody>
      <dsp:txXfrm>
        <a:off x="26387" y="1442968"/>
        <a:ext cx="7827068" cy="487766"/>
      </dsp:txXfrm>
    </dsp:sp>
    <dsp:sp modelId="{7EB10D51-BBF9-4BC1-AC17-44F4649DF96B}">
      <dsp:nvSpPr>
        <dsp:cNvPr id="0" name=""/>
        <dsp:cNvSpPr/>
      </dsp:nvSpPr>
      <dsp:spPr>
        <a:xfrm>
          <a:off x="0" y="1997441"/>
          <a:ext cx="7879842" cy="540540"/>
        </a:xfrm>
        <a:prstGeom prst="roundRect">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solidFill>
                <a:srgbClr val="343541"/>
              </a:solidFill>
              <a:latin typeface="system-ui"/>
            </a:rPr>
            <a:t>This technique has been instrumental in improving the performance of various NLP tasks.</a:t>
          </a:r>
          <a:endParaRPr lang="en-US" sz="1400" kern="1200" dirty="0"/>
        </a:p>
      </dsp:txBody>
      <dsp:txXfrm>
        <a:off x="26387" y="2023828"/>
        <a:ext cx="7827068" cy="487766"/>
      </dsp:txXfrm>
    </dsp:sp>
    <dsp:sp modelId="{8D249F0C-850E-4993-845D-5F323D2165B6}">
      <dsp:nvSpPr>
        <dsp:cNvPr id="0" name=""/>
        <dsp:cNvSpPr/>
      </dsp:nvSpPr>
      <dsp:spPr>
        <a:xfrm>
          <a:off x="0" y="2578301"/>
          <a:ext cx="7879842" cy="540540"/>
        </a:xfrm>
        <a:prstGeom prst="roundRect">
          <a:avLst/>
        </a:prstGeom>
        <a:solidFill>
          <a:schemeClr val="accent2">
            <a:hueOff val="3121013"/>
            <a:satOff val="-3893"/>
            <a:lumOff val="9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rtl="0">
            <a:lnSpc>
              <a:spcPct val="90000"/>
            </a:lnSpc>
            <a:spcBef>
              <a:spcPct val="0"/>
            </a:spcBef>
            <a:spcAft>
              <a:spcPct val="35000"/>
            </a:spcAft>
            <a:buNone/>
          </a:pPr>
          <a:r>
            <a:rPr lang="en-US" sz="1400" kern="1200" dirty="0">
              <a:solidFill>
                <a:srgbClr val="343541"/>
              </a:solidFill>
              <a:latin typeface="system-ui"/>
            </a:rPr>
            <a:t>Word2Vec Embeddings have proven to be highly effective in various NLP tasks, including sentiment analysis, text classification, machine translation, named entity recognition, and more. </a:t>
          </a:r>
        </a:p>
      </dsp:txBody>
      <dsp:txXfrm>
        <a:off x="26387" y="2604688"/>
        <a:ext cx="7827068" cy="487766"/>
      </dsp:txXfrm>
    </dsp:sp>
    <dsp:sp modelId="{502EAE8E-2DD2-4217-B40F-8B185810F5D0}">
      <dsp:nvSpPr>
        <dsp:cNvPr id="0" name=""/>
        <dsp:cNvSpPr/>
      </dsp:nvSpPr>
      <dsp:spPr>
        <a:xfrm>
          <a:off x="0" y="3159161"/>
          <a:ext cx="7879842" cy="540540"/>
        </a:xfrm>
        <a:prstGeom prst="roundRect">
          <a:avLst/>
        </a:prstGeom>
        <a:solidFill>
          <a:schemeClr val="accent2">
            <a:hueOff val="3901266"/>
            <a:satOff val="-4866"/>
            <a:lumOff val="114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rtl="0">
            <a:lnSpc>
              <a:spcPct val="90000"/>
            </a:lnSpc>
            <a:spcBef>
              <a:spcPct val="0"/>
            </a:spcBef>
            <a:spcAft>
              <a:spcPct val="35000"/>
            </a:spcAft>
            <a:buNone/>
          </a:pPr>
          <a:r>
            <a:rPr lang="en-US" sz="1400" kern="1200" dirty="0">
              <a:solidFill>
                <a:srgbClr val="343541"/>
              </a:solidFill>
              <a:latin typeface="system-ui"/>
            </a:rPr>
            <a:t>They provide a way to represent words in a dense and semantically meaningful format, which is often used as input features for downstream machine learning models in NLP applications. </a:t>
          </a:r>
          <a:endParaRPr lang="en-US" sz="1400" kern="1200" dirty="0">
            <a:latin typeface="Calibri"/>
            <a:ea typeface="Calibri"/>
            <a:cs typeface="Calibri"/>
          </a:endParaRPr>
        </a:p>
      </dsp:txBody>
      <dsp:txXfrm>
        <a:off x="26387" y="3185548"/>
        <a:ext cx="7827068" cy="487766"/>
      </dsp:txXfrm>
    </dsp:sp>
    <dsp:sp modelId="{4559ADB4-9ED2-4742-825D-E4198762AC6E}">
      <dsp:nvSpPr>
        <dsp:cNvPr id="0" name=""/>
        <dsp:cNvSpPr/>
      </dsp:nvSpPr>
      <dsp:spPr>
        <a:xfrm>
          <a:off x="0" y="3740022"/>
          <a:ext cx="7879842" cy="540540"/>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solidFill>
                <a:srgbClr val="343541"/>
              </a:solidFill>
              <a:latin typeface="system-ui"/>
            </a:rPr>
            <a:t>Pre-trained Word2Vec models are available for many languages and domains, making them a valuable resource for NLP practitioners.</a:t>
          </a:r>
          <a:endParaRPr lang="en-US" sz="1400" kern="1200" dirty="0"/>
        </a:p>
      </dsp:txBody>
      <dsp:txXfrm>
        <a:off x="26387" y="3766409"/>
        <a:ext cx="7827068" cy="487766"/>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F7F36D-C0E7-40B5-8537-A50273CE2246}">
      <dsp:nvSpPr>
        <dsp:cNvPr id="0" name=""/>
        <dsp:cNvSpPr/>
      </dsp:nvSpPr>
      <dsp:spPr>
        <a:xfrm>
          <a:off x="0" y="3739"/>
          <a:ext cx="7879842" cy="868725"/>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n-US" sz="1600" kern="1200" dirty="0">
              <a:solidFill>
                <a:srgbClr val="343541"/>
              </a:solidFill>
              <a:latin typeface="system-ui"/>
            </a:rPr>
            <a:t>GloVe, which stands for Global Vectors for Word Representation, is an unsupervised machine learning algorithm used for generating word embeddings in natural language processing (NLP). </a:t>
          </a:r>
        </a:p>
      </dsp:txBody>
      <dsp:txXfrm>
        <a:off x="42408" y="46147"/>
        <a:ext cx="7795026" cy="783909"/>
      </dsp:txXfrm>
    </dsp:sp>
    <dsp:sp modelId="{3391D46D-0252-4A18-9AD6-7D01B05F6A4F}">
      <dsp:nvSpPr>
        <dsp:cNvPr id="0" name=""/>
        <dsp:cNvSpPr/>
      </dsp:nvSpPr>
      <dsp:spPr>
        <a:xfrm>
          <a:off x="0" y="918544"/>
          <a:ext cx="7879842" cy="868725"/>
        </a:xfrm>
        <a:prstGeom prst="roundRect">
          <a:avLst/>
        </a:prstGeom>
        <a:solidFill>
          <a:schemeClr val="accent2">
            <a:hueOff val="1170380"/>
            <a:satOff val="-1460"/>
            <a:lumOff val="34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solidFill>
                <a:srgbClr val="343541"/>
              </a:solidFill>
              <a:latin typeface="system-ui"/>
            </a:rPr>
            <a:t>Like Word2Vec, GloVe is designed to capture the semantic meaning of words by learning dense vector representations of words based on their co-occurrence patterns in large text corpora.</a:t>
          </a:r>
          <a:endParaRPr lang="en-US" sz="1600" kern="1200" dirty="0"/>
        </a:p>
      </dsp:txBody>
      <dsp:txXfrm>
        <a:off x="42408" y="960952"/>
        <a:ext cx="7795026" cy="783909"/>
      </dsp:txXfrm>
    </dsp:sp>
    <dsp:sp modelId="{0F8AC7F7-4975-49E3-A7C7-16D3CE20C6A2}">
      <dsp:nvSpPr>
        <dsp:cNvPr id="0" name=""/>
        <dsp:cNvSpPr/>
      </dsp:nvSpPr>
      <dsp:spPr>
        <a:xfrm>
          <a:off x="0" y="1833349"/>
          <a:ext cx="7879842" cy="868725"/>
        </a:xfrm>
        <a:prstGeom prst="roundRect">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n-US" sz="1600" kern="1200" dirty="0">
              <a:solidFill>
                <a:srgbClr val="343541"/>
              </a:solidFill>
              <a:latin typeface="system-ui"/>
            </a:rPr>
            <a:t>GloVe has been widely adopted in NLP research and applications. </a:t>
          </a:r>
        </a:p>
      </dsp:txBody>
      <dsp:txXfrm>
        <a:off x="42408" y="1875757"/>
        <a:ext cx="7795026" cy="783909"/>
      </dsp:txXfrm>
    </dsp:sp>
    <dsp:sp modelId="{0BD5718B-3709-4A05-9679-1D73C7EDE9D6}">
      <dsp:nvSpPr>
        <dsp:cNvPr id="0" name=""/>
        <dsp:cNvSpPr/>
      </dsp:nvSpPr>
      <dsp:spPr>
        <a:xfrm>
          <a:off x="0" y="2748154"/>
          <a:ext cx="7879842" cy="868725"/>
        </a:xfrm>
        <a:prstGeom prst="roundRect">
          <a:avLst/>
        </a:prstGeom>
        <a:solidFill>
          <a:schemeClr val="accent2">
            <a:hueOff val="3511139"/>
            <a:satOff val="-4379"/>
            <a:lumOff val="103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n-US" sz="1600" kern="1200" dirty="0">
              <a:solidFill>
                <a:srgbClr val="343541"/>
              </a:solidFill>
              <a:latin typeface="system-ui"/>
            </a:rPr>
            <a:t>It is particularly effective for tasks like word similarity measurement, document retrieval, sentiment analysis, and text classification. </a:t>
          </a:r>
          <a:endParaRPr lang="en-US" sz="1600" kern="1200" dirty="0">
            <a:latin typeface="Calibri"/>
            <a:ea typeface="Calibri"/>
            <a:cs typeface="Calibri"/>
          </a:endParaRPr>
        </a:p>
      </dsp:txBody>
      <dsp:txXfrm>
        <a:off x="42408" y="2790562"/>
        <a:ext cx="7795026" cy="783909"/>
      </dsp:txXfrm>
    </dsp:sp>
    <dsp:sp modelId="{8E633960-B4A8-463B-9238-457CC8681F27}">
      <dsp:nvSpPr>
        <dsp:cNvPr id="0" name=""/>
        <dsp:cNvSpPr/>
      </dsp:nvSpPr>
      <dsp:spPr>
        <a:xfrm>
          <a:off x="0" y="3662959"/>
          <a:ext cx="7879842" cy="868725"/>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solidFill>
                <a:srgbClr val="343541"/>
              </a:solidFill>
              <a:latin typeface="system-ui"/>
            </a:rPr>
            <a:t>GloVe's ability to capture global co-occurrence patterns in addition to local context information makes it a valuable tool for understanding word semantics and improving the performance of various NLP models and applications.</a:t>
          </a:r>
          <a:endParaRPr lang="en-US" sz="1600" kern="1200" dirty="0"/>
        </a:p>
      </dsp:txBody>
      <dsp:txXfrm>
        <a:off x="42408" y="3705367"/>
        <a:ext cx="7795026" cy="783909"/>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F7F36D-C0E7-40B5-8537-A50273CE2246}">
      <dsp:nvSpPr>
        <dsp:cNvPr id="0" name=""/>
        <dsp:cNvSpPr/>
      </dsp:nvSpPr>
      <dsp:spPr>
        <a:xfrm>
          <a:off x="0" y="396766"/>
          <a:ext cx="7879842" cy="597248"/>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b="0" kern="1200" dirty="0">
              <a:solidFill>
                <a:srgbClr val="343541"/>
              </a:solidFill>
              <a:latin typeface="system-ui"/>
            </a:rPr>
            <a:t>1</a:t>
          </a:r>
          <a:r>
            <a:rPr lang="en-US" sz="1100" kern="1200" dirty="0">
              <a:solidFill>
                <a:srgbClr val="343541"/>
              </a:solidFill>
              <a:latin typeface="system-ui"/>
            </a:rPr>
            <a:t>. Co-Occurrence Statistics: GloVe is based </a:t>
          </a:r>
          <a:r>
            <a:rPr lang="en-US" sz="1100" b="0" kern="1200" dirty="0">
              <a:solidFill>
                <a:srgbClr val="343541"/>
              </a:solidFill>
              <a:latin typeface="system-ui"/>
            </a:rPr>
            <a:t>on </a:t>
          </a:r>
          <a:r>
            <a:rPr lang="en-US" sz="1100" kern="1200" dirty="0">
              <a:solidFill>
                <a:srgbClr val="343541"/>
              </a:solidFill>
              <a:latin typeface="system-ui"/>
            </a:rPr>
            <a:t>the idea that word meaning can be inferred from the patterns of word co-occurrence in a corpus. It analyzes the statistics of how often words co-occur in the same context window. The co-occurrence statistics are computed from a large text corpus, such as a collection of documents or a web crawl.</a:t>
          </a:r>
        </a:p>
      </dsp:txBody>
      <dsp:txXfrm>
        <a:off x="29155" y="425921"/>
        <a:ext cx="7821532" cy="538938"/>
      </dsp:txXfrm>
    </dsp:sp>
    <dsp:sp modelId="{99B24C3A-5AF0-493B-A68C-0491B6E2E629}">
      <dsp:nvSpPr>
        <dsp:cNvPr id="0" name=""/>
        <dsp:cNvSpPr/>
      </dsp:nvSpPr>
      <dsp:spPr>
        <a:xfrm>
          <a:off x="0" y="1025695"/>
          <a:ext cx="7879842" cy="597248"/>
        </a:xfrm>
        <a:prstGeom prst="roundRect">
          <a:avLst/>
        </a:prstGeom>
        <a:solidFill>
          <a:schemeClr val="accent2">
            <a:hueOff val="936304"/>
            <a:satOff val="-1168"/>
            <a:lumOff val="27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kern="1200" dirty="0">
              <a:solidFill>
                <a:srgbClr val="343541"/>
              </a:solidFill>
              <a:latin typeface="system-ui"/>
            </a:rPr>
            <a:t>2. Objective Function: </a:t>
          </a:r>
          <a:r>
            <a:rPr lang="en-US" sz="1100" kern="1200" dirty="0" err="1">
              <a:solidFill>
                <a:srgbClr val="343541"/>
              </a:solidFill>
              <a:latin typeface="system-ui"/>
            </a:rPr>
            <a:t>GloVe</a:t>
          </a:r>
          <a:r>
            <a:rPr lang="en-US" sz="1100" kern="1200" dirty="0">
              <a:solidFill>
                <a:srgbClr val="343541"/>
              </a:solidFill>
              <a:latin typeface="system-ui"/>
            </a:rPr>
            <a:t> learns </a:t>
          </a:r>
          <a:r>
            <a:rPr lang="en-US" sz="1100" b="0" kern="1200" dirty="0">
              <a:solidFill>
                <a:srgbClr val="343541"/>
              </a:solidFill>
              <a:latin typeface="system-ui"/>
            </a:rPr>
            <a:t>word embeddings by defining an objective function that aims to minimize the difference between dot products of word vectors and the logarithm of word co-occurrence frequencies. The objective is formulated such that the resulting </a:t>
          </a:r>
          <a:r>
            <a:rPr lang="en-US" sz="1100" kern="1200" dirty="0">
              <a:solidFill>
                <a:srgbClr val="343541"/>
              </a:solidFill>
              <a:latin typeface="system-ui"/>
            </a:rPr>
            <a:t>word </a:t>
          </a:r>
          <a:r>
            <a:rPr lang="en-US" sz="1100" b="0" kern="1200" dirty="0">
              <a:solidFill>
                <a:srgbClr val="343541"/>
              </a:solidFill>
              <a:latin typeface="system-ui"/>
            </a:rPr>
            <a:t>vectors capture both local and global context information.</a:t>
          </a:r>
          <a:endParaRPr lang="en-US" sz="1100" kern="1200" dirty="0">
            <a:solidFill>
              <a:srgbClr val="343541"/>
            </a:solidFill>
          </a:endParaRPr>
        </a:p>
      </dsp:txBody>
      <dsp:txXfrm>
        <a:off x="29155" y="1054850"/>
        <a:ext cx="7821532" cy="538938"/>
      </dsp:txXfrm>
    </dsp:sp>
    <dsp:sp modelId="{F4771F2F-64AF-4512-B399-6C2405009C52}">
      <dsp:nvSpPr>
        <dsp:cNvPr id="0" name=""/>
        <dsp:cNvSpPr/>
      </dsp:nvSpPr>
      <dsp:spPr>
        <a:xfrm>
          <a:off x="0" y="1654623"/>
          <a:ext cx="7879842" cy="597248"/>
        </a:xfrm>
        <a:prstGeom prst="roundRect">
          <a:avLst/>
        </a:prstGeom>
        <a:solidFill>
          <a:schemeClr val="accent2">
            <a:hueOff val="1872608"/>
            <a:satOff val="-2336"/>
            <a:lumOff val="54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b="0" kern="1200" dirty="0">
              <a:solidFill>
                <a:srgbClr val="343541"/>
              </a:solidFill>
              <a:latin typeface="system-ui"/>
            </a:rPr>
            <a:t>3. Word Similarities: GloVe produces word vectors that represent words in a continuous vector space, similar to Word2Vec. Words with similar meanings or usage patterns are represented as vectors that are close to each other in this space. The distance or similarity between word vectors can be calculated using standard vector similarity measures like cosine similarity.</a:t>
          </a:r>
        </a:p>
      </dsp:txBody>
      <dsp:txXfrm>
        <a:off x="29155" y="1683778"/>
        <a:ext cx="7821532" cy="538938"/>
      </dsp:txXfrm>
    </dsp:sp>
    <dsp:sp modelId="{736A04E3-4B6A-4786-8467-E7A30B4589AB}">
      <dsp:nvSpPr>
        <dsp:cNvPr id="0" name=""/>
        <dsp:cNvSpPr/>
      </dsp:nvSpPr>
      <dsp:spPr>
        <a:xfrm>
          <a:off x="0" y="2283552"/>
          <a:ext cx="7879842" cy="597248"/>
        </a:xfrm>
        <a:prstGeom prst="roundRect">
          <a:avLst/>
        </a:prstGeom>
        <a:solidFill>
          <a:schemeClr val="accent2">
            <a:hueOff val="2808911"/>
            <a:satOff val="-3503"/>
            <a:lumOff val="82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b="0" kern="1200" dirty="0">
              <a:solidFill>
                <a:srgbClr val="343541"/>
              </a:solidFill>
              <a:latin typeface="system-ui"/>
            </a:rPr>
            <a:t>4. Training Flexibility: </a:t>
          </a:r>
          <a:r>
            <a:rPr lang="en-US" sz="1100" b="0" kern="1200" dirty="0" err="1">
              <a:solidFill>
                <a:srgbClr val="343541"/>
              </a:solidFill>
              <a:latin typeface="system-ui"/>
            </a:rPr>
            <a:t>GloVe</a:t>
          </a:r>
          <a:r>
            <a:rPr lang="en-US" sz="1100" b="0" kern="1200" dirty="0">
              <a:solidFill>
                <a:srgbClr val="343541"/>
              </a:solidFill>
              <a:latin typeface="system-ui"/>
            </a:rPr>
            <a:t> provides flexibility in the choice of context windows and the granularity of co-occurrence statistics. Practitioners can customize the training parameters based on the specific characteristics of the text data and the desired word embeddings.</a:t>
          </a:r>
        </a:p>
      </dsp:txBody>
      <dsp:txXfrm>
        <a:off x="29155" y="2312707"/>
        <a:ext cx="7821532" cy="538938"/>
      </dsp:txXfrm>
    </dsp:sp>
    <dsp:sp modelId="{4655AC93-A707-4BBC-B900-8A626C6204A8}">
      <dsp:nvSpPr>
        <dsp:cNvPr id="0" name=""/>
        <dsp:cNvSpPr/>
      </dsp:nvSpPr>
      <dsp:spPr>
        <a:xfrm>
          <a:off x="0" y="2912480"/>
          <a:ext cx="7879842" cy="597248"/>
        </a:xfrm>
        <a:prstGeom prst="roundRect">
          <a:avLst/>
        </a:prstGeom>
        <a:solidFill>
          <a:schemeClr val="accent2">
            <a:hueOff val="3745215"/>
            <a:satOff val="-4671"/>
            <a:lumOff val="109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b="0" kern="1200" dirty="0">
              <a:solidFill>
                <a:srgbClr val="343541"/>
              </a:solidFill>
              <a:latin typeface="system-ui"/>
            </a:rPr>
            <a:t>5. High-Dimensional Vectors: Typically, GloVe generates word embeddings in high-dimensional vector spaces, often ranging from 50 to 300 dimensions. These high-dimensional vectors capture rich semantic information about words.</a:t>
          </a:r>
          <a:endParaRPr lang="en-US" sz="1100" kern="1200" dirty="0">
            <a:solidFill>
              <a:srgbClr val="343541"/>
            </a:solidFill>
          </a:endParaRPr>
        </a:p>
      </dsp:txBody>
      <dsp:txXfrm>
        <a:off x="29155" y="2941635"/>
        <a:ext cx="7821532" cy="538938"/>
      </dsp:txXfrm>
    </dsp:sp>
    <dsp:sp modelId="{BC87E257-DE3B-4050-ABC4-A7BB6C3B4E56}">
      <dsp:nvSpPr>
        <dsp:cNvPr id="0" name=""/>
        <dsp:cNvSpPr/>
      </dsp:nvSpPr>
      <dsp:spPr>
        <a:xfrm>
          <a:off x="0" y="3541408"/>
          <a:ext cx="7879842" cy="597248"/>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b="0" kern="1200" dirty="0">
              <a:solidFill>
                <a:srgbClr val="343541"/>
              </a:solidFill>
              <a:latin typeface="system-ui"/>
            </a:rPr>
            <a:t>6. Pre-trained Models: Pre-trained </a:t>
          </a:r>
          <a:r>
            <a:rPr lang="en-US" sz="1100" b="0" kern="1200" dirty="0" err="1">
              <a:solidFill>
                <a:srgbClr val="343541"/>
              </a:solidFill>
              <a:latin typeface="system-ui"/>
            </a:rPr>
            <a:t>GloVe</a:t>
          </a:r>
          <a:r>
            <a:rPr lang="en-US" sz="1100" b="0" kern="1200" dirty="0">
              <a:solidFill>
                <a:srgbClr val="343541"/>
              </a:solidFill>
              <a:latin typeface="system-ui"/>
            </a:rPr>
            <a:t> models are available for many languages and domains. These pre-trained models can be fine-tuned or used directly in various NLP tasks, saving time and computational resources for NLP projects.</a:t>
          </a:r>
        </a:p>
      </dsp:txBody>
      <dsp:txXfrm>
        <a:off x="29155" y="3570563"/>
        <a:ext cx="7821532" cy="538938"/>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0.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8E894EF-B93C-4B6D-8FB8-8960BCB5A269}" type="datetimeFigureOut">
              <a:rPr lang="en-US" smtClean="0"/>
              <a:pPr/>
              <a:t>8/20/2025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14A4A95-7A0B-4549-9352-6E6525D64E4D}"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3.31707" units="1/cm"/>
          <inkml:channelProperty channel="Y" name="resolution" value="33.3913" units="1/cm"/>
          <inkml:channelProperty channel="T" name="resolution" value="1" units="1/dev"/>
        </inkml:channelProperties>
      </inkml:inkSource>
      <inkml:timestamp xml:id="ts0" timeString="2024-10-16T17:07:51.686"/>
    </inkml:context>
    <inkml:brush xml:id="br0">
      <inkml:brushProperty name="width" value="0.05292" units="cm"/>
      <inkml:brushProperty name="height" value="0.05292" units="cm"/>
      <inkml:brushProperty name="color" value="#FF0000"/>
    </inkml:brush>
  </inkml:definitions>
  <inkml:trace contextRef="#ctx0" brushRef="#br0">5284 4887 0,'0'24'125,"0"26"-110,0-25-15,0 0 16,0-1 0,0 1-1,0 0-15,0 0 16,0 0 0,0-1-1,0 1 1,0 0-16,0 0 15,0 0-15,0-1 32,0 26-17,25-25-15,-25 0 16,0 24 0,0-24-16,0 0 15,24 24-15,1 1 16,0-25 15,-25 0-31,25-1 16,0 1-16,-25 0 15,24 25-15,1-50 16,0 24 15,0-24-15,0 0-16,-1 0 31,1 0-15</inkml:trace>
  <inkml:trace contextRef="#ctx0" brushRef="#br0" timeOffset="1912.32">17909 6300 0,'25'-24'62,"0"24"-46,0 24-1,0-24-15,-1 50 16,26-25 0,-50 0-16,50 49 15,-26-24 1,1-1-16,0-24 15,-25 0 1,0 0-16,0 24 16,0 1-1,0-25 1,0 24-16,0-24 16,0 0-16,0 0 15,-25 0-15,25-1 16,-25 1-16,1-25 15,-26 50 1</inkml:trace>
  <inkml:trace contextRef="#ctx0" brushRef="#br0" timeOffset="13751.73">21134 4837 0,'0'50'109,"0"-1"-109,0 1 16,0 24-16,0 25 15,0-74-15,0 50 16,0-26-16,-25 1 16,25-25-16,0-1 15,0 1-15,0 0 16,0 0-16,0 0 31,0-1-15,0 1-16,0 0 31,0 25-31,0-26 16,0 1-1,-25 0-15</inkml:trace>
  <inkml:trace contextRef="#ctx0" brushRef="#br0" timeOffset="15008.14">21258 4887 0,'25'0'78,"-25"49"-62,0-24-16,0 0 15,0 24-15,0-24 16,0 50-16,0-26 16,0 1-16,0-1 15,0 1-15,0-25 16,0 24-16,0-24 15,0 0-15,0 0 16,0 0 0,0-1-16,25 26 15,-25-25 1,0 0 0,0-1-1,0 26 1,0-25-1,24 0 17</inkml:trace>
  <inkml:trace contextRef="#ctx0" brushRef="#br0" timeOffset="16967.9">18480 5531 0,'0'50'94,"25"-25"-94,-1 24 15,-24-24-15,25 0 16,-25 25-16,0-26 16,25 1-16,-25 0 15,0 25-15,0-1 16,25-24-16,0 0 16,-25 0-16,0 0 15,0-1 1,0 26-16,0-25 15,0 0 1,24-1-16,-24 1 16,0 0-16,0 0 15,0 0 17,0-1-1,0 1-16,0 0 1</inkml:trace>
  <inkml:trace contextRef="#ctx0" brushRef="#br0" timeOffset="18296.54">18777 5655 0,'0'-24'31,"-24"24"1,24 49-32,0-24 15,-25 25-15,25-26 16,-25 26-16,25-25 16,0 0-16,0 24 15,0-24 1,0 25-1,0-25 1,0-1 0,0 1-16,0 0 15,0 0-15,0 24 16,0-24 0,0 25-16,25-25 15,0-1 1,-25 26-16,24-50 15,1 25-15,0 0 32,-25-1-1,50-24-15,-50 25 15,25 0-16,-1 0 1,-24 0 0,50-1-16,-25 1 62,0-25-31,-1 0-15</inkml:trace>
  <inkml:trace contextRef="#ctx0" brushRef="#br0" timeOffset="20521.11">17860 6201 0,'25'0'63,"-1"0"-47,26 0-16,-50 25 31,25-25-16,0 25-15,-1 0 16,1-1-16,-25 26 16,25-25-16,0 0 15,0 24-15,-1-24 16,1 0-16,-25 0 16,25-1-16,0-24 15,-25 50-15,25-25 16,-25 0 31,0-1-32,0 1-15,0 25 16,0-25 0,0-1-16,0 1 15,0 0-15,0 50 16,0-51-1,0 51-15,0-26 16,0-24 15,0 0 16,-25 0 0,25 0-31,-25-25 171,0 0-187,0 0 78,1 0 32</inkml:trace>
  <inkml:trace contextRef="#ctx0" brushRef="#br0" timeOffset="40399">11907 6871 0,'24'0'94,"26"0"-78,-25 0-1,24 0-15,-24 0 63,0 0-48,0 0 1,0 0 0,-1 0-1,1-25-15,25 25 32,-25 0-1,-1 0 0,26-25-15,-25 0 15,0 25 0,-1-24 0,1 24-31,0 0 16,0-25 0</inkml:trace>
  <inkml:trace contextRef="#ctx0" brushRef="#br0" timeOffset="41288.91">13271 6846 0,'49'0'94,"51"25"-78,-26 0-16,-24-25 15,24 0-15,1 0 16,-51 0-16,26 0 15,-25 0 1,49 0-16,-49 0 16,49 0-16,-24 0 15,-25 0-15,0 0 16,24 0-16,-24 0 172</inkml:trace>
  <inkml:trace contextRef="#ctx0" brushRef="#br0" timeOffset="41951.15">14883 6796 0,'0'-24'0,"25"24"15,0 0 1,0 0-16,49-25 15,50 25-15,-25 0 16,0 0-16,25 0 16,-49 0-16,24 0 15,-49 0-15,-1 0 16,-24 0 31,25 0 93,-50-25-124</inkml:trace>
  <inkml:trace contextRef="#ctx0" brushRef="#br0" timeOffset="43399.25">16843 6722 0,'49'0'62,"-24"0"-62,50 0 16,-51 0-16,51 0 16,-26 0-16,1 0 15,24 25-15,1-25 16,-26 25-16,-24-1 15,0-24 1,0 0 218,0 25-155,-1-25-64,1 0 63,0 0-46</inkml:trace>
</inkml:ink>
</file>

<file path=ppt/ink/ink2.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3.31707" units="1/cm"/>
          <inkml:channelProperty channel="Y" name="resolution" value="33.3913" units="1/cm"/>
          <inkml:channelProperty channel="T" name="resolution" value="1" units="1/dev"/>
        </inkml:channelProperties>
      </inkml:inkSource>
      <inkml:timestamp xml:id="ts0" timeString="2024-10-10T18:33:12.865"/>
    </inkml:context>
    <inkml:brush xml:id="br0">
      <inkml:brushProperty name="width" value="0.05292" units="cm"/>
      <inkml:brushProperty name="height" value="0.05292" units="cm"/>
      <inkml:brushProperty name="color" value="#FF0000"/>
    </inkml:brush>
  </inkml:definitions>
  <inkml:trace contextRef="#ctx0" brushRef="#br0">21556 15478 0</inkml:trace>
</inkml:ink>
</file>

<file path=ppt/ink/ink3.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3.31707" units="1/cm"/>
          <inkml:channelProperty channel="Y" name="resolution" value="33.3913" units="1/cm"/>
          <inkml:channelProperty channel="T" name="resolution" value="1" units="1/dev"/>
        </inkml:channelProperties>
      </inkml:inkSource>
      <inkml:timestamp xml:id="ts0" timeString="2024-10-16T17:12:41.068"/>
    </inkml:context>
    <inkml:brush xml:id="br0">
      <inkml:brushProperty name="width" value="0.05292" units="cm"/>
      <inkml:brushProperty name="height" value="0.05292" units="cm"/>
      <inkml:brushProperty name="color" value="#FF0000"/>
    </inkml:brush>
  </inkml:definitions>
  <inkml:trace contextRef="#ctx0" brushRef="#br0">4887 12154 0,'-25'0'31,"25"50"-15,0 24 15,50 26-31,-50-76 16,0 76-16,24-51 15,26 26-15,-50-51 16,0 26-16,0 24 15,25-74-15,0 50 16,-25-25-16,0 24 16,0-24-1,0 25-15,25-25 16,-25-1-16,0 1 16,0 0-1,0 25 1,0-1-16,0-24 15,0 0 1,0 0 0,24 0 46,1-1-31,0-24-31,0 0 16,24 0 0,-24 0-1,50 0-15,24 0 16,0 0-16,0 0 16,-24 0-16,-26-24 15,26 24-15,-26-25 16,-24 0-16,49 0 15,-49 25-15,50 0 16,49 0-16,-50 0 16,1-25-16,-1 25 15,0 0-15,-24 0 16,-25 0-16,0 0 16,-1 0-16,26 0 15,24 0 1,26 0-16,24-49 15,74 49-15,-74-25 16,0 25-16,-25-25 16,-24 25-16,-50 0 15,-1-50 17,1 50-17,0 0-15,25-24 16,-1-1-1,1 25-15,-25-25 16,-25 0 47,0 0-48,0-24-15,0 24 16,0-25-1,0 1-15,0-1 16,0 1-16,0 24 16,0-25-16,0 25 15,0 1-15,0-1 16,0-25-16,-25-24 16,25 49-1,0 0 1,-25 0-16,0 1 47,0-26-16,1 25 0,-1 25-31,0-25 16,0 0-16,-24 1 15,49-1-15,-50 0 16,25 0-16,0 25 16,1 0-16,-1 0 15,0 0 1,0 0-16,0 0 16,1 0-16,-1 0 15,0 0-15,-49 0 16,24 0-16,-25 0 15,1 0-15,-25 0 16,0 0-16,-1 0 16,1 0-16,0 0 15,0 0-15,0 0 16,24 0-16,1 0 16,-1 0-16,26 0 15,-1 0-15,0 0 16,26 0-16,-26 0 15,0 0 1,1 0-16,24 0 16,-25 0-16,26 0 15,-26 0-15,25 0 16,-24 0-16,24 0 16,0 0-16,0 0 15,0 0-15,1 0 16,-1 0-1,0 0-15,0 0 16,0 0 15,1 0-15,-1 0 15,0 0-15,25 25 78,-25-25-63,0 25 47,1-25-62,-1 25 15,0-25 31,0 0-46,0 0-16,1 0 16,-1 0-16,0 0 15,0 0 63,0 0-78,0 0 110</inkml:trace>
</inkml:ink>
</file>

<file path=ppt/ink/ink4.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3.31707" units="1/cm"/>
          <inkml:channelProperty channel="Y" name="resolution" value="33.3913" units="1/cm"/>
          <inkml:channelProperty channel="T" name="resolution" value="1" units="1/dev"/>
        </inkml:channelProperties>
      </inkml:inkSource>
      <inkml:timestamp xml:id="ts0" timeString="2024-10-16T17:14:38.020"/>
    </inkml:context>
    <inkml:brush xml:id="br0">
      <inkml:brushProperty name="width" value="0.05292" units="cm"/>
      <inkml:brushProperty name="height" value="0.05292" units="cm"/>
      <inkml:brushProperty name="color" value="#FF0000"/>
    </inkml:brush>
  </inkml:definitions>
  <inkml:trace contextRef="#ctx0" brushRef="#br0">5730 11683 0,'25'0'47,"0"0"-16,0 0 0,-1 0-15,1 0 31,25 0-47,24 0 15,-49 0 1,0 0-16,24 0 16,1 0-1,-25 0 1,25 0-16,-26 0 15,1 0-15,25 0 16,-1 0-16,1 0 16,0 0-16,-26 0 15,1 0-15,-25 25 16,25-25-16,0 0 16,24 0-1,1 0 1,-25 0-16,0 0 31,-1 0-15,1 0-1,0 0 17,25 0-17,-26 0 1,26 0-1,24 0 1,-24 0-16,0 25 16,24-25-16,-24 0 15,-1 0-15,-24 0 32,25 0-17,-25 0 1,24 0-1,-24 0-15,49 0 16,-49 0 0,0 0 15,0 0-31,0 0 31,-1 0 0,1 0 16,0 0-31,0 0 0,0 0-1,24 0 1,-24 0-1,25 0 1,-26 0-16,26 0 16,0 0-16,-1 0 15,-24 0-15,25 0 78,-26 0-62,1 0-16,0 24 16,0-24-16,0 0 15,0 0-15,-25 25 16,24-25 78,1 0-94,0 0 15,0 0 17,0 0-32,-1 0 31,26 0-16,-25 0-15,0 0 32,24 0-1,-24 0-15,0 0-16,24 0 15,-24 0-15,25 0 16,-25 0-1,-1 0-15,1 0 16,50 0-16,-51 0 16,26 0-16,-25 0 15,0 0 1,-1 0-16,1 0 16,0 25-16,0-25 15,0 0 1,-1 25-16,1-25 15,0 0 17,0 0-32,0 0 31,24 0-15,-24 0-1,25 0 1,-25 0-1,-1 0 1,1 0 0,0 0-1,-25 25-15,25-25 16,0 0-16,-1 0 16,1 0-1,25 0 32,-25 0-16,24 0-15,-24 0-16,25 0 16,-26 0 46,26 0-46,-25 0-1,24 0 1,-24 0 0,0 0 15,0 0-16,0 0 1,-1-25 187,1 25-203,0 0 78,0 0-62,24 0 0,1 0-16,-25 0 15,24 0 1,-24 0-16,0 0 15,25 0 1,-25 0 0,-1 0-1,1 0 1,0 0-16,25 0 16,24 0-16,-24-25 15,-26 25 1,1 0 62,25 0-62,-25 0-1,24 0 1,-24 0-1,25 0 1,-26 0 15,26 0-15,-25 0 15,24 0 0,-24 0 1,0-25 15,0 25-47,0 0 15,-1 0-15,1 0 16,0 0-1,0-25 1,0 25 0,-1 0-16,1 0 15,25-24 1,-25 24 31,0 0-47,-1 0 15,26 0-15,-25 0 16,24 0-16,-24 0 16,0 0-16,0 0 15,0 0-15,49 0 63,-49 0-63,49 0 15,1 0-15,-1 0 16,-49 0-16,24 0 16,1 0-16,-25 0 15,0 0 17,-1 0-17,1 0-15,25 0 16,-1 0-1,-24 0-15,25 0 16,-25 0 0,-1 0-1,1 0-15,0 0 16,25 0 0,-25 0-16,-1 0 15,1 0 1,0 0-1,25 0 1,-1 24 0,-24-24-1,49 25 1,-49-25-16,0 0 16,25 0-16,-26 0 15,1 25 16,0-25-31,0 0 32,49 0-32,1 0 15,-51 0 1,26 0-16,-25 0 16,24 0-16,-24 0 15,0 0 1,0 0-1,0 0 1,24 0 0,1 0-16,0 0 15,24 0-15,-24 0 16,-1 0-16,-24 0 16,25 0-16,-26 0 15,1 0-15,0 0 16,0 0-1,0 0 1,-1 0-16,26 0 16,24 0-16,1 0 15,-1 0-15,-49 0 16,25 0-16,-26 0 16,1 0-1,25 0 1,-25 0-1,-1 0-15,26 0 16,0 0-16,-25 0 16,-1 0 15,1 0-15,0 0-16,0 0 15,24 0-15,1 0 16,-25 0-16,0 0 94,-1 0-79,1 0 1,0 0 46,0 0-46,0 0-16,-1 0 16,1 0-16,0 0 15,0 0 173,0 0-157,-1 25 0,1-25-15,25 0-1,-25 0-15,24 0 16,26 0-16,-26 0 16,1 0-16,-1 0 15,-24 0-15,0 0 16,0 0 46,24 0-46,-24 0-16,25 0 16,-25 0-16,0 0 31,24 0 0,26 0-15,-1 0-1,25 0 1,-24 0-16,-26 0 16,26 0-16,-26 0 15,-24 0-15,0 0 63,24 0-63,26 0 15,-1 0-15,1 0 16,-1 0-16,1 0 16,24 0-16,-25 0 15,-49 0-15,0 0 16,24 0-16,1 0 16,-25 0-1,74 0-15,-25 25 16,26-25-16,-1 24 15,-74-24-15,24 0 16,-24 0-16,0 0 16,0 0-1,-1 0-15,1 0 16,25 0-16,24 0 16,-49 0-16,0 0 15,25 0 1,24 0-16,-24 0 15,24 0-15,-24 0 16,-26 0-16,51 0 16,-1 0-16,-49 0 15,49 0-15,-49 0 16,25 0 0,24 0-16,-24 0 15,-1 0-15,1 0 16,24 0-16,1 0 15,-50 0-15,24 0 16,1 0-16,0 0 16,-26 0-16,26 0 15,-25 0-15,24 0 16,-24 0-16,25 0 16,-25 0-16,-1 0 15,26 0-15,-25 0 16,49 0-16,25 0 15,1 0-15,48 0 16,-73 0-16,24 0 16,-24 0-1,-1 0-15,-24 0 16,-26 0-16,26 0 16,0 0-1,-26-24-15,26 24 16,24 0-16,1 0 15,24 0-15,-25 0 16,26 0-16,-1 0 16,-25 0-16,1 0 15,-50 0-15,24 0 16,-24 0-16,25 0 16,-26 0-16,76-25 15,-26 25 1,-49 0-16,49 0 15,-49 0-15,0 0 16,0 0-16,-1 0 16,1 0-1,0 0 1,25 0 0,-1 0-16,50 0 15,1 0-15,-26 0 16,25 0-16,-74 0 15,25 0 1,-25 0 47,24 0-63,1 0 15,-1 0 1,-24 0-16,0 0 15,0 0 1,0 0 0,-1-25-16,1 25 15,25-25-15,-25 25 16,24 0 46,-24 0-46,25-25 0,-1 25-16,1 0 15,-25 0 48,-1 0-48,1 0-15,0 0 16,0 0-16,0 0 63,24 0-48,1 0-15,24 0 16,-24 0-16,24 0 15,-24 0-15,-25 0 16,0 0-16</inkml:trace>
  <inkml:trace contextRef="#ctx0" brushRef="#br0" timeOffset="18823.4">2382 14362 0,'24'0'219,"1"-25"-204,0 25 1,0 0 15,-25-25-15,25 25 0,-1 0-1,1 0 1,0 0-1,25-25 1,-26 25-16,26 0 31,-25 0-15,24 0 0,-24 0-1,25 0 1,-25 0-1,-1 0 1,1 0-16,0 0 16,0 0-1,0 0 1,0 0 0,-1 0 15,1 0-16,0 0 1,0 0-16,0 0 16,-1 0-1,1 0 1,0 0 0,25 0 15,-26 0-16,1 0 17,0 0-17,0 0 1,0 0 0,-1 0-16,1 0 78</inkml:trace>
</inkml:ink>
</file>

<file path=ppt/ink/ink5.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3.31707" units="1/cm"/>
          <inkml:channelProperty channel="Y" name="resolution" value="33.3913" units="1/cm"/>
          <inkml:channelProperty channel="T" name="resolution" value="1" units="1/dev"/>
        </inkml:channelProperties>
      </inkml:inkSource>
      <inkml:timestamp xml:id="ts0" timeString="2024-10-16T17:46:02.721"/>
    </inkml:context>
    <inkml:brush xml:id="br0">
      <inkml:brushProperty name="width" value="0.05292" units="cm"/>
      <inkml:brushProperty name="height" value="0.05292" units="cm"/>
      <inkml:brushProperty name="color" value="#FF0000"/>
    </inkml:brush>
  </inkml:definitions>
  <inkml:trace contextRef="#ctx0" brushRef="#br0">11237 5581 0,'0'25'32,"0"49"-17,0 1-15,0 49 16,0-25-16,0 50 15,0-25-15,0 49 16,49-24-16,-49-50 16,25-74-16,-25 50 15,25-26-15,-25-24 16,0 0 0,50 0-1,-50 49-15,49-49 16,-24 0-16,0 0 15,25-25 1,-26 0 0,26 0-1,-25 0-15,24 0 16,1 0-16,24 0 16,26 0-16,48 0 15,1 0-15,50 0 16,49 0-16,-50 0 15,50 0-15,-49 0 16,74 0-16,-75 0 16,0 0-16,1-25 15,-50 0-15,24 0 16,1 0-16,-75 25 16,50-49-16,-99 49 15,24-25-15,-24 25 16,-26 0-16,51 0 15,-26 0 1,-24 0-16,0 0 16,0 0-1,-25-25-15,74 25 16,-49 0-16,25 0 16,49 0-16,0 0 15,50 0-15,-25 0 16,74 0-16,-49 0 15,25-50-15,-25 50 16,0-24-16,-50-1 16,0 25-16,0-25 15,0 25-15,-24-25 16,-50 25-16,-1 0 16,1 0-16,0 0 31,0-25-16,0 25 1,24 0-16,1-24 16,-1 24-16,26 0 15,-50-50-15,-1 50 16,1 0-16,0 0 16,0 0-1,-25-25 1,50 25-1,-1-25 1,1-24-16,-1 24 16,26 25-16,-1-50 15,-49 26-15,0-1 16,0 0-16,-25 0 16,24 0-16,-24 1 15,0-26-15,0 25 16,0-24-16,0-1 15,0-24-15,0-26 16,0 51-16,0-51 16,0-24-16,0 75 15,-24 24 1,-1 25 0,0 0 30,-25 0-46,1 0 16,-26 0-16,1 0 16,0 0-16,-26 0 15,51 0 1,-26 0-16,-24 0 16,0 0-16,24 0 15,1 0-15,-25-50 16,0 50-16,-50 0 15,25 0-15,-75 0 16,75 0-16,-25 0 16,25 0-16,-74 0 15,49 0-15,-49 0 16,-1 0-16,-24 0 16,25 0-16,24 0 15,50 0-15,-75 0 16,51 0-16,24 0 15,24 0-15,26 0 16,24 0-16,1 0 16,-26 0-16,26 0 15,-1 0-15,-49 0 16,49 0-16,-24 0 16,24 25-16,-24-25 15,24 50-15,-24-50 16,24 0-1,1 0-15,-26 0 16,26 0-16,24 0 31,-25 0-31,25 0 16,1 0-16,-26 0 16,-24 0-16,49 0 15,-74 0-15,49 0 16,0 0-16,1 0 15,-1 0-15,0 0 16,-24 0-16,49 0 16,-24-25-16,24 25 15,-50 0-15,26-25 16,-26 25-16,-24-25 16,25 25-16,24 0 15,1 0-15,-1 0 16,25 0-16</inkml:trace>
  <inkml:trace contextRef="#ctx0" brushRef="#br0" timeOffset="1062.97">4788 8582 0,'0'0'0,"24"0"31,1 0 0,25 25-31,-50 0 16,25-25-16,24 0 16,-24 0-1,50 0-15,-1 25 16,-49-25-16,49 0 15,1 0-15,-26 0 16,26 0-16,-26 0 16,1 0-16,-1 0 15,1 0-15,-25 0 16,0 0-16,-1 0 16,1 0 15,0 25 16</inkml:trace>
  <inkml:trace contextRef="#ctx0" brushRef="#br0" timeOffset="1896.33">5110 9773 0,'50'0'62,"-25"0"-46,24 0-1,-24 0-15,49 0 16,-49 0-16,50 0 16,-1 0-16,-49 0 15,49 0-15,-49 0 16,25 0-16,-26 0 15,1 0 1,0 0-16,0 0 16</inkml:trace>
  <inkml:trace contextRef="#ctx0" brushRef="#br0" timeOffset="8015.57">11386 12626 0,'25'0'156,"24"0"-140,26 0-16,-26 0 15,-24 0-15,25 0 16,-26-25-16,76 0 16,-51 0-16,-24-24 15,74-1-15,-49 0 16,24-24-16,-49 74 16,0-74-16,0 24 15,-1 0-15,-24-24 16,0 24-1,0 25-15,0 1 16,0-1 0,0 0-16,0 0 15,0-24 1,-24 24-16,24 0 16,-25 0-16,0 0 15,0 25 63,0 0-46,1 0-17,-26 0-15,25 25 16,25 25-1,-25 24-15,1-24 16,24-1 0,-25-24-16,25 25 15,0-25 1,0 24 0,0 1-16,-50 24 15,50-49 1,0 25-16,0-1 15,0-24 1,0 0-16,0 0 16,0 0-1,0-1 1,25 26 0,25-50-16,24 0 15,-49 0 1,0 0-16,49 0 15,-24 0-15,-26 0 16,26 0-16,-25 0 16,24 0-1,-24 0 1,25 0 15,-1 0-15,-24 0-16,0 0 15,0 0-15,0 0 16,24 0-16,-24 0 16,0-25-1,0 0 1,24 1 0,-49-1-16,25 25 15,0-25-15,0 25 16,-25-25-1,0 50 95,-25 25-95,25-26 1,0 1 0,0 0-1,0 0 1,0 0 0,0-1 30,25 1-30,0-25 0,-1 0 15,1 0-15,0 0-16,25 0 15,-26 0 1,1-25-16,0 25 15,-25-24 1,25 24-16,-25-25 16,25 25-16,-25-25 15,0 0 1,0 0 0,0-24-1,0-1-15,0 25 16,0-24-16,0 24 15,0-25-15,0 26 16,-25 24 15,0 0 1,0 0-17,0 0-15,1 0 31,-1 0-15,0 0 0,0 0 15,50 0 141,25 24-157,-26-24 1,26 0-16,-25 0 16,24 25-16,-24-25 15,0 0-15,25 0 16,-1 0-16,26 0 16,-1 0-16,-49 0 15,24 0-15,1-25 16,0 1-16,-25-1 15,-1 0-15,1 25 16,0-25 0,0 0 15,24 0-15,-49 50 140,0 0-141,0 50-15,0-1 16,0-49-16,0 24 16,0 1-16,0-25 15,0 0-15,0-1 16,25-24 31,0 0-32,0 0 1,-25-24-16,25-1 16,-1-25-16,1 25 15,-25 1-15,0-1 16,0 0-16,0 0 16,0 0-16,0 75 125,0-25-110,0 24-15,0-24 16,0 50-16,0-1 15,0-24-15,-25 49 16,1-50-16,-1 1 16,25-25-16,-25 0 15,0 24-15,25-24 16,-49 0-16,24 24 16,-50-24-16,26 0 15,24 0-15,0-25 16,-49 0-16,49 0 94,25-25-48,0-49-46,0-1 16,0 26-16,49-51 16,-24 76-1,25-26-15,0 50 32,-26 0-32,51 25 15,-26-25-15,26 0 16,-1 0-16,-49 0 15,25 0-15,-26 0 16,1 0 0,0 0-1</inkml:trace>
  <inkml:trace contextRef="#ctx0" brushRef="#br0" timeOffset="9751.26">9947 8310 0,'25'0'94,"24"0"-78,1 0-16,124 0 15,-50 0-15,124 0 16,-50 0-16,1 0 16,-51 0-16,26 0 15,-25 0-15,-25-50 16,-50 50-1,-49 0 1,0 25 0,0-25-16,0 0 15,24 0-15,1 49 16,-1-49 0,1 0-1,-50 25 1,25 0-16,0-25 15,24 25 1,-24 24-16,0 1 16,-25 24-16,25 1 15,-25 24-15,0-49 16,0 74 0,0-50-16,0 25 15,0-24-15,0-1 16,0-24-16,0 24 15,0-24-15,0-25 16,0-1-16,0 1 16,0 0 62,0 0-63,0 24-15,-25-49 16,0 0-16,-49 25 16,49-25-16,-25 0 15,-24 0-15,-1 0 16,1 0-16,24-25 16,26 25-16,-1-24 15,0 24 63</inkml:trace>
  <inkml:trace contextRef="#ctx0" brushRef="#br0" timeOffset="11223.38">15007 12005 0,'0'-24'63,"50"24"-47,24-50-1,-24 25-15,49 25 16,-25 0-16,1-25 15,-1 25-15,-24 0 16,-1 0-16,-24 0 16,0 0-1,0 0 1,0 0 0,0 0-16,-1 25 15,1 25 1,-25-25-16,0 24 15,0-24-15,0 0 16,0 24 0,0-24-1,-25 0-15,-24 0 16,-1 25 0,25-50-1,-24 24 63,49 1 0,24-25-62,1 0 0,25 0-16,24 0 15,-24 0-15,24 0 16,-24 0-16,0 0 16,-1 0-16,1 0 15,-1 0-15,-24 0 31,0 0 16,0 0-31</inkml:trace>
  <inkml:trace contextRef="#ctx0" brushRef="#br0" timeOffset="11983.83">14437 12799 0,'0'-25'46,"49"25"-46,26 0 16,98-24-16,-24-26 16,50 25-1,-1 0-15,0 25 16,1-49-16,-1 24 16,50 0-16,-74 0 15,49 25-15,-24 0 16,-26 0-16,1-24 15,-50 24-15,-74 0 16,24-50-16,-49 50 16</inkml:trace>
  <inkml:trace contextRef="#ctx0" brushRef="#br0" timeOffset="14222.76">6251 8136 0,'-25'0'47,"1"0"15,24 25-30,49-25-32,26 0 15,-1 0-15,0 0 16,-49 0-16,25 0 16,-25 0-16,-1 0 15,1 0 1,0 0-16,-25-25 15,0 0 1,25 0-16,24-24 31,-24 24 1</inkml:trace>
  <inkml:trace contextRef="#ctx0" brushRef="#br0" timeOffset="15671.01">15999 12923 0,'0'25'110,"0"25"-95,0-26-15,0 26 16,0 24-16,0-49 15,0 25-15,0 0 16,0-26 0,0 1-16,0 0 15,0 0 110,0 0-109</inkml:trace>
  <inkml:trace contextRef="#ctx0" brushRef="#br0" timeOffset="17951.21">11262 11460 0,'0'0'0,"0"49"0,0 26 16,0 24-16,0 0 16,0 25-16,0-25 15,-25 50 1,0 25-16,25-50 16,-25-50-16,-24 50 15,24 50-15,25-75 16,0 25-16,0 75 15,0-50-15,0-25 16,25 0-16,-1-25 16,1 0-16,-25-25 15,25 1-15,0-26 16,-25-24-16,0 0 16,25 25-16,24-1 15,-49-24 1,124 0-16,-24 24 15,73-24-15,26 50 16,24-50-16,50-25 16,-25 24-16,99-24 15,0 0-15,100 0 16,-26 0-16,-73 0 16,148 0-16,-149 0 15,-24-49 1,-51 24-16,26-25 15,-124 50-15,-1-49 16,1 24-16,-50 0 16,25 25-16,0-74 15,-50 49-15,74 0 16,-49 0-16,25-49 16,-25 49-16,-74 25 15,0-74-15,-26 74 16,1-50-16,0 0 15,-25-24-15,25 0 16,49-50-16,-49 24 16,49-48-16,-49 48 15,0-24-15,-25 0 16,0 25-16,0 0 16,0 0-16,-25-75 15,-24 25-15,-26-25 16,26 50-16,-26-49 15,26 123-15,-1-24 16,25 49-16,0 0 16,-24 0-1,-1 1-15,25 24 16,-74-25-16,25 25 16,-75-50-1,25 25-15,-25 1 16,-49-1-16,-50 25 15,49 0-15,-24-75 16,-25 75-16,99 0 16,-49 0-16,49 0 15,49 0-15,-48-24 16,48-1-16,-73 25 16,49-50-16,-50 50 15,75 0-15,-75 0 16,1 0-16,73 0 15,-24 0-15,-24 0 16,24 0-16,0 0 16,0 0-16,24 0 15,1 0-15,0 0 16,0 0-16,-50 0 16,74 0-16,1 0 15,-50 0-15,25 0 16,0 0-16,-1 0 15,75 0-15,-74 0 16,25 0-16,-25 0 16,-1 0-16,26 0 15,0 0 1,24 0-16,-24 0 16,-1 0-16,50 0 15,-24 0 1,-1 0-16,25 0 15,1 0-15,24 25 16,-50-25-16,25 0 16,0 0-16,-49 0 15,74 25-15,-25 0 63,0-25-48</inkml:trace>
</inkml:ink>
</file>

<file path=ppt/ink/ink6.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3.31707" units="1/cm"/>
          <inkml:channelProperty channel="Y" name="resolution" value="33.3913" units="1/cm"/>
          <inkml:channelProperty channel="T" name="resolution" value="1" units="1/dev"/>
        </inkml:channelProperties>
      </inkml:inkSource>
      <inkml:timestamp xml:id="ts0" timeString="2024-10-16T17:15:10.015"/>
    </inkml:context>
    <inkml:brush xml:id="br0">
      <inkml:brushProperty name="width" value="0.05292" units="cm"/>
      <inkml:brushProperty name="height" value="0.05292" units="cm"/>
      <inkml:brushProperty name="color" value="#FF0000"/>
    </inkml:brush>
  </inkml:definitions>
  <inkml:trace contextRef="#ctx0" brushRef="#br0">11510 3398 0,'49'25'79,"26"-25"-64,-26 0-15,-24 25 16,25-25-1,-1 0-15,1 0 16,-25 0-16,24 0 16,-24 0-16,50 0 15,-51 0 1,1 0 0,0 0-16,0 0 31,0 0-16,-1 0 17</inkml:trace>
  <inkml:trace contextRef="#ctx0" brushRef="#br0" timeOffset="2118.91">10220 6970 0,'25'0'47,"24"0"-47,125 0 15,-25-25-15,-50 25 16,0-24-16,0-1 15,1 25-15,-1 0 16,-25 0-16,-24 0 16,49 0-16,-24 0 15,-1 0-15,0 0 16,-49 0-16,50 0 16,-51 0-16,51 0 15,-1 0 1,-24 0-1,-1 0-15,26 0 16,-50 0-16,24 0 16,-24 0-16,25 0 15,-1 0-15,-24 0 16,0 0-16,0 0 31,24 0-31,-24 0 16,0 0-16,0 0 15,-1 0 1,1 0-16,0 0 16,0 0-1,25-25 1,-26 25 15,26 0-15,-50-25-16,50 25 15,-26 0 1,51 0 0,-26 0-16,1 0 15,24 0-15,-24 0 16,0 0-16,-26 0 16,26 0-16,-25 0 31,24 0 0,-24 0-15,25-25-1,24 25 1,-49 0 0,49 0-16,1 0 15,-50 0-15,24 0 110,-49-49-48</inkml:trace>
  <inkml:trace contextRef="#ctx0" brushRef="#br0" timeOffset="3200.01">12924 3597 0,'74'0'62,"25"0"-46,0 0-16,50 0 15,25 0-15,-75 0 16,-49 0 0,24 0-16,-24 0 15,-25 0-15,24 0 16,-24 0-16,0 0 15,24 0-15,1 0 16,-25 0-16,0 0 16,24 0-16,-24 0 15,0 0 1,0 0-16,-1 0 16</inkml:trace>
  <inkml:trace contextRef="#ctx0" brushRef="#br0" timeOffset="4908.99">13891 6796 0,'99'50'141,"-49"-50"-141,74 25 15,-50-25-15,25 0 16,-24 0-16,24 0 16,0 0-16,-24 0 15,-50 0-15,49 0 16,25 0-16,-24 0 15,24 0-15,25 25 16,-25 24-16,0-49 16,-24 0-16,49 25 15,-25-25-15,-25 0 16,1 0-16,24 0 16,-25 0-16,-24 0 15,0 25 1,-26-25-16,26 0 15,24 0-15,26 0 16,-1 0 0,25 0-16,74 0 15,-74 0-15,-24 0 16,-1 0-16,0 0 16,0 0-16,0 0 15,1 0-15,-1 0 16,50 0-16,-50 0 15,0 0-15,0 0 16,-24 0-16,-26 0 16,26 0-16,49 50 15,-75-50-15,26 0 16,24 24-16,25 1 16,25-25-16,-25 0 15,74 0-15,-98 0 16,24 0-16,-50 0 15,-24 0-15,-1 0 16,-24 0-16,0 0 16,49 0-16,-24 0 15,49 0-15,0 0 16,-24 0-16,24 0 16,-49 0-16,49 0 15,-25 0 1,1 0-16,-1 0 15,-49 0-15,24 0 16,1 0-16,0 0 16</inkml:trace>
</inkml:ink>
</file>

<file path=ppt/ink/ink7.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3.31707" units="1/cm"/>
          <inkml:channelProperty channel="Y" name="resolution" value="33.3913" units="1/cm"/>
          <inkml:channelProperty channel="T" name="resolution" value="1" units="1/dev"/>
        </inkml:channelProperties>
      </inkml:inkSource>
      <inkml:timestamp xml:id="ts0" timeString="2024-10-16T17:41:07.508"/>
    </inkml:context>
    <inkml:brush xml:id="br0">
      <inkml:brushProperty name="width" value="0.05292" units="cm"/>
      <inkml:brushProperty name="height" value="0.05292" units="cm"/>
      <inkml:brushProperty name="color" value="#FF0000"/>
    </inkml:brush>
  </inkml:definitions>
  <inkml:trace contextRef="#ctx0" brushRef="#br0">10914 12452 0,'50'0'110,"24"0"-95,-24 0-15,49 0 16,0 0-16,75 0 16,-50 0-16,-25 0 15,25 0-15,-49 0 16,-26 0-16,1 0 15,-25 0-15,0 0 16,24 0-16,50 25 16,-24 0-1,-26-1-15,1-24 16,0 0-16,-1 0 16,-24 0-1,0 0-15,0 0 16,24 0-1,1 0-15,0 0 16,49 0-16,-25 0 16,1 0-16,-1 0 15,-24 0-15,24 0 16,-49 0-16,24 0 16,-24 0-16,50 0 15,-1 0-15,-24 0 16,49 0-16,50 0 15,-75 0-15,50 0 16,-49 0-16,-1 0 16,0 0-16,-49 0 15,50 0-15,-26 0 16,50 0-16,1 0 16,73 0-16,-73 0 15,24 0-15,49 0 16,-74 0-16,1 0 15,-1 0-15,-25 0 16,25 0-16,-24 0 16,-1 0-1,1 0-15,24 0 16,0 0-16,-49 0 16,24 0-16,1 0 15,-1 0-15,-49 0 16,24 0-16,1 0 15,24 0-15,-49 0 16,74 0-16,-24 0 16,-1 0-16,26 0 15,-76 0-15,51 0 16,-50 0-16,24-24 16,-24 24-1,0 0-15,24 0 31,-24-25-31,0 25 16,25 0-16,-1 0 16,50-50-16,-74 50 15,25 0-15,-1 0 16,1 0-16,0 0 16,-1-25-1,-24 25 48,0 0-63,24-24 15,-24 24-15,50 0 16,-50 0-16,49 0 16,-49-25-16,24 25 15,1-25-15,0 25 16,-26 0-1,51 0-15,-50 0 32,24 0-32,-24 0 15,0 0-15,0 0 16,49 0-16,-49 0 16,24 0-16,26 0 15,-26 0-15,1 0 16,24 0-16,-24 0 15,24 0-15,-49 0 16,0 0-16,0 0 16,0 0-1,0 0-15,-1 0 16,26 0 0,0 0-1,-1 0-15,1 0 16,-1 25-16,-24-25 15,25 0-15,-1 0 16,1 0-16,0 0 16,-26 0-1,1 0-15,0 0 16,25 25 0,-1-1-1,-24-24-15,25 25 16,-26-25-1,26 0 1,0 0-16,-26 0 16,1 0-16,0 0 15,25 0-15,-25 0 16,-1 0-16,1 0 16,0 0-16,0 0 15,24 0-15,1 25 16,0-25-1,-26 0-15,1 0 16,25 0-16,-1 0 16,-24 0-1,0 0 1,25 0 0,-1 0-16,1 50 15,-1-50 1,1 0-16,-25 0 15,24 0-15,1 0 16,0 0-16,24 0 16,-49 0-1,25 0-15,-26 0 16,51 0 0,-50 0-16,24 0 15,-24 0-15,25 0 16,-1 0-16,1 24 15,-25-24 1,-1 0 47,26 0-63,24 0 31,-24 0-16,-25 0 17,0 0-17,24 0 1,1 0 0,24 0-16,-49 0 15,25 0 1,-26 0-16,1 0 31,0 0-31,0 0 16,24 0-16,26 0 15,-1 0-15,26 0 16,-26 0-16,0 0 16,-24 0-16,0 0 15,-26 0-15,1 0 16,0 0-16,0 0 31,0 0-15,-1 0-16,1 0 15,0 0 1,0 0-16,0 0 16,24 0-1,-24 0-15,49 0 16,1 0-16,-1 0 15,-24 0-15,0 0 16</inkml:trace>
  <inkml:trace contextRef="#ctx0" brushRef="#br0" timeOffset="2487.8">5061 13171 0,'49'0'157,"50"0"-142,1 0-15,-1 0 16,74 0-16,-73 0 16,73 25-16,-24-25 15,99 25-15,-25 0 16,25-25-1,-24 0-15,-51 0 16,51 49-16,-76-49 16,-48 0-16,-26 0 15,0 0-15,-49 0 16,25 25-16,-25-25 16,49 25-16,-24-25 15,-1 0-15,26 0 16,24 0-16,-49 0 15,24 0-15,25 0 16,-24 0-16,-1 0 16,25 0-16,0 0 15,50 0-15,-25 0 16,0 0-16,25 0 16,-25 0-16,50 0 15,-100 0-15,25 0 16,1 0-16,-26 0 15,-24 0-15,24 0 16,25 0-16,-24 0 16,24 0-16,0 0 15,0 0 1,50-25-16,-74 25 16,-1 0-16,0-25 15,1 25-15,-1-24 16,1 24-16,-26-25 15,50 25-15,-49 0 16,25-25-16,-26 25 16,1-25-16,-1 25 15,51 0-15,-26-25 16,0 25-16,26 0 16,24-49-16,-50 49 15,50-25-15,-74 25 16,-1-25-16,1 25 15,-25 0-15,24 0 16,1 0-16,0 0 16,-1-25-16,1 25 15,-1-25-15,1 25 16,-25 0-16,0-24 16,-1 24-16,1 0 15,0 0 16,0 0-31,24-25 16,-24 25 0,0 0-1,0 0-15</inkml:trace>
  <inkml:trace contextRef="#ctx0" brushRef="#br0" timeOffset="3910.08">13965 13097 0,'25'0'125,"0"0"-109,0 0-16,0 0 15,-1 0-15,51 0 16,-26 0-16,51 0 15,48 0-15,1 0 16,25 0-16,-25 0 16,24 0-16,-49 0 15,50 0-15,-75 0 16,25 0-16,-99 0 16,25-50-16,-25 50 15,-1 0 1,26 0-16,24 0 15,-49 0 1,25-25-16,24 25 16,-49 0-16,0 0 15,24 0-15,1 0 16,24 0-16,1 0 16,24 0-16,-49 0 15,24 0 1,0-24-16,26-1 15,-75 25-15,24-25 16,-24 25 15,25 0-15,-26 0 0,1 0-1,0 0-15,0 0 16,0 0-16,-1 0 15,26 0 1,-25 0-16,0 0 16,-1 0-1,1-25-15,0 25 32,0 0 61</inkml:trace>
  <inkml:trace contextRef="#ctx0" brushRef="#br0" timeOffset="11278.61">20464 12998 0,'25'0'140,"0"0"-140,49 0 16,1 0-16,-1 0 16,-24 0-16,24 0 15,-24 0-15,-25 0 16,24 0-16,1 0 15,-1 0 1,-24 0-16,0 24 16,0-24-16,24 25 15,51-25-15,-26 0 16,25 0-16,-24 0 16,-1 0-16,-24 0 15,-26 0-15,1 25 16,-25 0 15,25-25-15,0 0-1,0 0-15,49 0 16,-49 0-16,24 0 16,-24 0-16,25 0 15,-25-25 1,0 25-16,24 0 15,-24-50-15,25 26 16,-26 24-16,1 0 16,25 0-16,-25 0 15,-25-25 17,49 25-17,-24 0 1,25 0-16,-1 0 15,1 0-15,-25 0 16,-1 0-16,1 0 78,0 0-78,0 0 16,0 0-16,-1 0 15,26 0-15,-25 0 32,0 0-17,-1-25-15,1 25 0,25 0 32</inkml:trace>
  <inkml:trace contextRef="#ctx0" brushRef="#br0" timeOffset="14982.07">4812 13866 0,'25'0'156,"50"-25"-156,24 25 16,0 0-16,0 0 15,50-25 1,-50 0-16,1 25 16,73-49-16,-123 49 15,24 0-15,1 0 16,-26 0-16,26 0 16,-1-25-16,1 25 15,49 0-15,0 0 16,74 0-16,-24 0 15,24 0-15,1 0 16,-26 0-16,-49 0 16,25 0-16,-25 0 15,-25 0-15,-24 0 16,24 0-16,0 0 16,-24 0-16,24 0 15,0 0-15,-25 0 16,26 0-16,-51 0 15,26 0-15,-1 0 16,-49 0-16,24 0 16,26 0-1,-26 0-15,1 0 16,0 0-16,24 0 16,0 0-1,1 0-15,-25 0 16,-1 0-16,26 0 15,-26 0-15,26 25 16,-51-25-16,26 0 16,-25 25-16,24-25 15,-24 0-15,25 0 16,-1 0 0,1 0-16,0 24 15,-1 1-15,50 0 16,-49-25-16,0 0 15,24 0-15,-24 0 16,-1 0 0,26 0-16,-1 0 15,1 0-15,-1 0 16,0 0-16,-24 0 16,-25 25-16,0-25 15,-1 0 1,1 25-1,25-1-15,-1-24 16,51 25 0,-1-25-16,0 25 15,50-25-15,25 50 16,-50-50-16,-25 0 16,-25 0-16,-24 0 15,-1 0-15,-24 0 16,25 0-1,-1 0-15,51 0 16,-26 0-16,50 0 16,0 0-16,50 0 15,-1 0-15,1 0 16,-75 0-16,25 0 16,-49 0-16,-26 0 15,1 0-15,24 0 16,-24 0-16,24 0 15,26 0-15,-26 0 16,25 0-16,-49 0 16,49 0-16,-49 0 15,24 0-15,-24 0 16,-1 0-16,-24 0 16,25 0-16,-26 0 15,26 0-15,-25 0 16,25 0-1,24 0-15,-24 0 16,-26-25-16,26 25 16,-25 0-1,0 0 1,-1 0 0,1 0-1,0 0-15,25 0 16,-26 0-16,1 0 15,25 0-15,-25 0 47,-1 0-31,26-50-16,0 50 16,-1 0-16,1 0 15,49-25-15,-49 25 16,-1 0-16,1 0 15,-25 0-15,-1 0 16,26 0-16,0 0 16,-1-24-1,1 24 1,0-25-16,-26 0 16,26 25-16,0-25 15,-26 25 1,1-25-16,25 25 15,-1-24-15,-24 24 16,50-25-16,-26 25 16,1 0-16,24 0 15,-49 0-15,25 0 16,-1-25-16,1 25 16,-25 0-1,49 0 1,-49 0-16,74 0 15,-24 0-15,-1 0 16,25 0-16,-24 25 16,-1-25-16,-24 0 15,24 0-15,-49 0 16,24 0 0,-24 0-1,25 0-15,-25 0 16,49 0-16,-49 0 15,49 0-15,1 0 16,-26 0-16,1 0 16,-25 0-16,24 0 15,-24 25-15,25-25 16,-1 0 0,1 24-16,0-24 15,-1 0-15,1 50 16,-25-50-16,-1 0 15,26 0-15,-50 25 16,25-25-16,49 25 16,-49-25-16,74 24 15,-74-24-15,25 0 16,-1 25-16,-24-25 16,0 0-16,0 0 15,-1 0-15,1 0 16,25 0-16,-25 0 15,24 0 1,1 0 0,-25 0-16,0 0 15,24 0-15,-24 0 16,0 0-16,24 0 16,1 0-16,-25 0 15,0 0 1,-1 0-1,26 0 1,-25 0 0,49 0-1,-49 0-15,49 0 16,1 0-16,-26 0 16,1 0-1,-25 0-15,0-25 78,-1 25-78,1 0 16,25 0 0,-25 0-1,24 0-15,-24 0 31,25 25 1,-25-25-17</inkml:trace>
</inkml:ink>
</file>

<file path=ppt/ink/ink8.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3.31707" units="1/cm"/>
          <inkml:channelProperty channel="Y" name="resolution" value="33.3913" units="1/cm"/>
          <inkml:channelProperty channel="T" name="resolution" value="1" units="1/dev"/>
        </inkml:channelProperties>
      </inkml:inkSource>
      <inkml:timestamp xml:id="ts0" timeString="2024-10-16T17:41:47.378"/>
    </inkml:context>
    <inkml:brush xml:id="br0">
      <inkml:brushProperty name="width" value="0.05292" units="cm"/>
      <inkml:brushProperty name="height" value="0.05292" units="cm"/>
      <inkml:brushProperty name="color" value="#FF0000"/>
    </inkml:brush>
  </inkml:definitions>
  <inkml:trace contextRef="#ctx0" brushRef="#br0">3126 8632 0,'0'25'203,"25"-25"-141,24 0-62,-24 0 16,25 0-16,-1 49 16,26-24-16,-26-25 15,26 0-15,-1 0 16,0 0-16,26 25 15,-26-25 1,-24 0-16,49 0 0,-25 0 16,1 0-16,-50 0 15,24 0 1,-24 0-16,0 0 16,0 0 15,-1 0-16,26 0 1,-25 0-16,0 0 16,-1 0-16,26 0 15,0 0-15,-26 0 16,1 0-16,25 0 16,-25 0-1,-1 0 1,51 0-16,-50 0 15,49 50-15,0-50 16,-24 24-16,49-24 16,50 25-16,-74-25 15,24 0-15,-50 0 16,-24 0-16,25 0 16,-25 0 312,-1 0-266,1 0-46,0 0-1</inkml:trace>
  <inkml:trace contextRef="#ctx0" brushRef="#br0" timeOffset="2753.45">6375 8731 0,'25'-25'78,"0"25"-63,0 0 1,-1 0 15,1 0-31,0 0 16,0 0-16,0 0 16,-1 0-16,26 0 15,24 0-15,1 0 16,-1 0-16,1 0 15,-26 0-15,1 0 16,-25 0-16,24 0 16,1 0-16,-25 0 15,49 0 1,-24 0-16,99 0 16,-25 25-16,-25-25 15,0 0-15,0 0 16,0 0-16,-49 0 15,49 0-15,-24 0 16,-1 0-16,-49 0 16,25 0-16,-1 0 15,1 0-15,24 0 16,-24 0-16,24 0 16,1 0-16,-26 0 15,26 0 1,-1 0-16,-49 0 15,24 0-15,-24 0 16,50 25-16,-26-25 16,1 0-16,-1 0 15,1 25-15,49 24 16,-24-49-16,-50 0 16,49 0-16,0 0 15,1 0-15,-50 0 16,24 0-16,-24 0 15,0 0-15,0 0 16,24 0-16,1 0 16,-25 0-1,49 0-15,0 0 16,-49 0-16,25 0 16,-25 0-16,24 0 15,-24 0-15,0 0 16,25 0-16,-1 0 15,26 0-15,24 0 16,-25 0-16,25 0 16,-24 0-1,-50 0-15,24 0 16,-24 0 0,0 0 15,24 0-31,-24 0 15,25 0 1,-25 0 0,-1 0-16,1 0 15,0 0 17,0 0-17,0 0 1,-1 0-16,1 0 15,0 0-15,0 0 16,0 0-16,0 0 16,-1 0-1,1 0 32,0 0-31,0-24 15,0 24 16,-1 0-16,1-25 0,0 25-15,0 0 0,0 0 15,-1 0-15,1 0-16,25 0 15,-1 0-15,1 0 16,-25 0-16,24 0 15,-24 0-15,0 0 16,0 0 0,0 0-16,-1 0 15,51 0 1,-1 0-16,1 0 16,73 0-1,-23 0-15,23 0 16,-24 0-16,25 0 15,-124 0-15,25 0 16,-26 0-16,26 0 16,0-25-16,-1 25 31,-24 0-31,0 0 16,24 0-16,26 0 15,-26 0-15,1 0 16,0 0-16,-1 0 15,1 0-15,-25 0 16,24 0 0,-24 0-1,25 0 1,-1 0-16,1 0 16,24 0-16,-49 0 15,0 0-15,25 0 16,-26 0-16,1 0 15,0 0-15,0 0 16,0 0-16,-1 0 16,1 0-16,25 0 15,-25 0 1,24 0-16,-24 0 16,25 0-16,-1 0 15,1 0-15,24 0 16,-24 0-16,0 0 15,-26 0-15,51 0 16</inkml:trace>
  <inkml:trace contextRef="#ctx0" brushRef="#br0" timeOffset="5239.4">17165 8706 0,'25'0'0,"0"0"16,0 0-16,-1 0 15,1 0 1,0 0-16,0 0 31,24 0-15,-24 0-16,25 0 16,-25 0-1,49 0-15,25 0 16,-24 0-16,-26 0 15,26 0-15,-1 0 16,1 0-16,-1 0 16,-24 0-16,24 0 15,0 0-15,-24 0 16,24 0-16,26 0 16,-26 0-16,25 0 15,-49 0-15,24 0 16,1 0-16,-26 0 15,1 0-15,0 0 16,-1 0-16,26 0 16,-26 0-16,-24 0 15,25 0-15,-26 0 16,51 0-16,-26-24 16,1 24-1,0-25-15,24 25 16,25 0-16,75-25 15,-50 25-15,50 0 16,-1-25-16,-74 25 16,50-49-16,-74 49 15,-26 0-15,1 0 16,-25 0-16,24 0 16,-24 0-1,50 0-15,-26 0 16,1 0-16,24 0 15,-49-25-15,25 25 16,24-25-16,-24 25 16,24 0-16,-24 0 15,-26 0 1,26 0 0,-25 0-16,0 0 15,24 0 1,-24 0-16,0 0 15,24 0-15,1 0 16,-25 0 0,24 0-16,-24 0 15,50 0 1,-26 0 0,-24 0-1,0 0-15,25 0 16,-26 0-16,26 0 15,-25 0 1,49 0-16,-49 0 16,49 25-16,-24-25 15,0 25-15,24-1 16,-49-24 0,0 0-1,-1 25 126,1-25-94,0 25-32,0-25 1,24 0-16,1 0 16,-25 0-1,0 0 1,-1 25-16,1-25 31,0 0-15,49 49-1,-49-49-15,25 0 16,-25 25-16,24-25 31,-24 0-15,25 0-1,-1 0 1,26 25 0,-1-25-16,-24 0 15,24 25-15,-49-25 16,0 0-16,0 0 47,-1 0-16,1 25-15</inkml:trace>
  <inkml:trace contextRef="#ctx0" brushRef="#br0" timeOffset="11351.97">7938 10616 0,'25'0'94,"24"0"-78,-24 0-16,49 0 15,1 0-15,-1 0 16,1 0-16,-26-24 16,1 24-1,-25 0-15</inkml:trace>
  <inkml:trace contextRef="#ctx0" brushRef="#br0" timeOffset="12079.62">8310 10616 0,'0'25'93,"0"0"-77,0 0-16,0 0 31,0-1-15,0 26 15,0-25-31,0 0 16,0-1-1</inkml:trace>
  <inkml:trace contextRef="#ctx0" brushRef="#br0" timeOffset="12519.54">8608 10815 0</inkml:trace>
  <inkml:trace contextRef="#ctx0" brushRef="#br0" timeOffset="14087.79">8880 10716 0,'0'24'235,"0"1"-220,0 50 1,-24-26-16,24-24 16,0 25-16,0-26 15,0-98 126,0 49-141,0 0 16,0 1-16,0-1 15,0 0 1,24 50 140,26 24-156,0-24 16,-1 25-16,-24-25 15,0-25 63,0 0-46,-1-25-1,-24-25-15,0 1-1,25-1-15,-25 25 16,0-24-16,0 24 15</inkml:trace>
  <inkml:trace contextRef="#ctx0" brushRef="#br0" timeOffset="14417.3">9501 10740 0</inkml:trace>
  <inkml:trace contextRef="#ctx0" brushRef="#br0" timeOffset="15047.34">9724 10716 0,'0'24'78,"0"1"-47,0 25-15,0-25 0,0 24-1</inkml:trace>
  <inkml:trace contextRef="#ctx0" brushRef="#br0" timeOffset="16696.44">9525 10765 0,'0'-25'31,"25"25"-15,0 0 31,0 0-32,0-24 1,-1-1 0,1 25 15,0 0-15,0 0-1,24 0-15,1 0 31,-25 0 48,0 0-64,24 0 1,-49 49 62,0-24-62,0 25 15,0-25-16,0 24 17,0-24-1,-25-25 16,1 0-32,-1 25 1,0 0 15,0-25-15,0 0 62,1 0-47,-1 0-15,0 0 0,0 24-1,0-24 1,1 0-1,-1 0 48,0 0-47,0 0-16,0 0 15,-24 0 1</inkml:trace>
  <inkml:trace contextRef="#ctx0" brushRef="#br0" timeOffset="18408.34">7814 11212 0,'-25'0'140,"25"-25"-124,25 25-16,24 0 16,-24 0-1,25 0 16,-25 0 1,-1 0 15,26-25-32,0 25 1,-26 0-16,26-25 15,-25 25 1,25 0-16,24-25 16,-49 25-1,0 0-15,24 0 16,-24 0-16,74-24 16,-49 24-16,-25 0 15,24 0-15,1 0 16,-1 0-16,1 0 15,0 0-15,-26 0 16,51 0-16,-1 0 16,-49 0-16,25 0 15,-1 0-15,-24 0 16,0 0-16,0 0 16,24 0-16,26 0 31,-50 0-31,49 24 15,-24-24-15,-1 25 16,75 0-16,-99-25 16,0 0-16,24 25 15,1-25-15,0 0 16,-26 0-16,1 0 16,25 25-16,-1-25 15,-24 0 1,0 0-16,25 25 15,-26-25-15,51 0 16,-26 0 0,-24 0-16,25 0 15,-25 0 1,0 0-16,24 0 31,-24 0-15,0 0-1,0 0 1</inkml:trace>
  <inkml:trace contextRef="#ctx0" brushRef="#br0" timeOffset="34767.34">8533 11410 0,'-25'0'125,"1"0"-109,-1 25 15,25 0-15,-25-25-1,25 25-15,-25-1 16,25 1 0,-25 0-1,25 0 1,0 0 0,0-1-16,0 1 31,0 0 16,25 0-47,25-25 15,-25 0 17,-25 25-32,24-25 15,1 0-15,0 0 16,25 0 15,-26-25-15,1 25 31,-25-25-16,0 0-16,0 0 17,0 1-32,0-26 31,0 0 0,0 26-15,-25 24 171,25-25-187</inkml:trace>
  <inkml:trace contextRef="#ctx0" brushRef="#br0" timeOffset="35360.46">8657 11534 0,'50'25'109</inkml:trace>
  <inkml:trace contextRef="#ctx0" brushRef="#br0" timeOffset="35743.96">9029 11584 0,'-25'0'140</inkml:trace>
  <inkml:trace contextRef="#ctx0" brushRef="#br0" timeOffset="36320.21">9054 11435 0,'25'-25'63,"0"25"-32,-1 0-15,1 0 30,0 0-46,0 0 16,0 0 0,-1 0-1,1 0 1</inkml:trace>
  <inkml:trace contextRef="#ctx0" brushRef="#br0" timeOffset="36992.24">9228 11435 0,'-25'0'15,"25"25"17,0 0-1,0-1-31,0 1 16,0 0-16,0 25 15,-25-1-15,25 1 16,0-25-16,-25-1 15,25 1-15,0 0 16</inkml:trace>
  <inkml:trace contextRef="#ctx0" brushRef="#br0" timeOffset="40215.18">6202 11187 0,'0'-25'78,"0"0"-63,24 0-15,1-24 16,-25 24 15,0 0-31,0 0 16,0 1-16,0-51 15,0 26-15,0 24 16,0 0-16,0-25 16,0 1-16,0 24 15,0-25 17,-25 50 77,25 25-109,-24 25 16,24-1-16,0-24 15,0 50-15,0-51 16,0 26-16,0-25 15,0 24-15,0-24 16,24 0-16,1-25 16,25 50-16,-1-26 15,1-24 1,-25 0 0,0 0-16,-1 0 15,1 0 16,0 0-15,0 0 0,0 0-16,-1 0 15,1-24-15,0-1 282,-25 0-267,25 0 1,-25-24-1,0 24 1,0 0 78,-25 25-79,0 50 1,25-26-16,0 26 16,0 0-1,0-26-15,0 1 16,0 0 0,0 0-16,50 0 46,-25-25-30,-1 0 0,1 0-1,0 0 1,0 0 0,0-50-16,-25 0 15,0 26 1,0-1 15,0 0-31,-25 0 63,74 25 155,-24-25-202,0 25 0,0-24-16,49-1 15,-49 25 1,0 0 124,-25 25-124,25 24 0,-25 1 15,24-50 78,-24 49-31,25 26-62,-25 49-16,0-25 16,0 0-16,0 1 15,0-51-15,0 26 16,0-26-16,0 26 16,-25-26-16,1 26 15,-26-51 1,25-24 31,0 0-32,1 0-15,-1-24 16,25-26 0,0 0-1,0 26-15,0-1 16,0-25-1,25 25-15,-1-24 16,-24 24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8407A98-9A18-4E47-AF94-789022A0201E}" type="datetimeFigureOut">
              <a:rPr lang="en-US" smtClean="0"/>
              <a:pPr/>
              <a:t>8/20/2025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35F52E-BA8C-4FAB-BCFA-C67A14D9CE22}"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0989E41-7724-40D3-9B7F-4459A6E1B64D}" type="datetime1">
              <a:rPr lang="en-US" smtClean="0"/>
              <a:pPr/>
              <a:t>8/20/2025</a:t>
            </a:fld>
            <a:endParaRPr lang="en-US"/>
          </a:p>
        </p:txBody>
      </p:sp>
      <p:sp>
        <p:nvSpPr>
          <p:cNvPr id="5" name="Footer Placeholder 4"/>
          <p:cNvSpPr>
            <a:spLocks noGrp="1"/>
          </p:cNvSpPr>
          <p:nvPr>
            <p:ph type="ftr" sz="quarter" idx="11"/>
          </p:nvPr>
        </p:nvSpPr>
        <p:spPr/>
        <p:txBody>
          <a:bodyPr/>
          <a:lstStyle/>
          <a:p>
            <a:r>
              <a:rPr lang="en-US"/>
              <a:t>Ayushi Pandey             IT Project Management                   Unit-1</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B304A04-E13A-4DF3-AD52-91FDA56BBD70}" type="datetime1">
              <a:rPr lang="en-US" smtClean="0"/>
              <a:pPr/>
              <a:t>8/20/2025</a:t>
            </a:fld>
            <a:endParaRPr lang="en-US"/>
          </a:p>
        </p:txBody>
      </p:sp>
      <p:sp>
        <p:nvSpPr>
          <p:cNvPr id="5" name="Footer Placeholder 4"/>
          <p:cNvSpPr>
            <a:spLocks noGrp="1"/>
          </p:cNvSpPr>
          <p:nvPr>
            <p:ph type="ftr" sz="quarter" idx="11"/>
          </p:nvPr>
        </p:nvSpPr>
        <p:spPr/>
        <p:txBody>
          <a:bodyPr/>
          <a:lstStyle/>
          <a:p>
            <a:r>
              <a:rPr lang="en-US"/>
              <a:t>Ayushi Pandey             IT Project Management                   Unit-1</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5473A0B-B1A3-4CA2-AB05-B192FF086C24}" type="datetime1">
              <a:rPr lang="en-US" smtClean="0"/>
              <a:pPr/>
              <a:t>8/20/2025</a:t>
            </a:fld>
            <a:endParaRPr lang="en-US"/>
          </a:p>
        </p:txBody>
      </p:sp>
      <p:sp>
        <p:nvSpPr>
          <p:cNvPr id="5" name="Footer Placeholder 4"/>
          <p:cNvSpPr>
            <a:spLocks noGrp="1"/>
          </p:cNvSpPr>
          <p:nvPr>
            <p:ph type="ftr" sz="quarter" idx="11"/>
          </p:nvPr>
        </p:nvSpPr>
        <p:spPr/>
        <p:txBody>
          <a:bodyPr/>
          <a:lstStyle/>
          <a:p>
            <a:r>
              <a:rPr lang="en-US"/>
              <a:t>Ayushi Pandey             IT Project Management                   Unit-1</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EE5ACF6-2066-4321-B4DC-5BFD6DBBECD2}" type="datetime1">
              <a:rPr lang="en-US" smtClean="0"/>
              <a:pPr/>
              <a:t>8/20/2025</a:t>
            </a:fld>
            <a:endParaRPr lang="en-US"/>
          </a:p>
        </p:txBody>
      </p:sp>
      <p:sp>
        <p:nvSpPr>
          <p:cNvPr id="6" name="Footer Placeholder 5"/>
          <p:cNvSpPr>
            <a:spLocks noGrp="1"/>
          </p:cNvSpPr>
          <p:nvPr>
            <p:ph type="ftr" sz="quarter" idx="11"/>
          </p:nvPr>
        </p:nvSpPr>
        <p:spPr/>
        <p:txBody>
          <a:bodyPr/>
          <a:lstStyle/>
          <a:p>
            <a:r>
              <a:rPr lang="en-US"/>
              <a:t>Ayushi Pandey             IT Project Management                   Unit-1</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CFA14D3-6EEC-44CE-8C24-CA7D4F6FF054}" type="datetime1">
              <a:rPr lang="en-US" smtClean="0"/>
              <a:pPr/>
              <a:t>8/20/2025</a:t>
            </a:fld>
            <a:endParaRPr lang="en-US"/>
          </a:p>
        </p:txBody>
      </p:sp>
      <p:sp>
        <p:nvSpPr>
          <p:cNvPr id="8" name="Footer Placeholder 7"/>
          <p:cNvSpPr>
            <a:spLocks noGrp="1"/>
          </p:cNvSpPr>
          <p:nvPr>
            <p:ph type="ftr" sz="quarter" idx="11"/>
          </p:nvPr>
        </p:nvSpPr>
        <p:spPr/>
        <p:txBody>
          <a:bodyPr/>
          <a:lstStyle/>
          <a:p>
            <a:r>
              <a:rPr lang="en-US"/>
              <a:t>Ayushi Pandey             IT Project Management                   Unit-1</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E67ED16-A621-4122-9D3B-78A866A3E9AD}" type="datetime1">
              <a:rPr lang="en-US" smtClean="0"/>
              <a:pPr/>
              <a:t>8/20/2025</a:t>
            </a:fld>
            <a:endParaRPr lang="en-US"/>
          </a:p>
        </p:txBody>
      </p:sp>
      <p:sp>
        <p:nvSpPr>
          <p:cNvPr id="4" name="Footer Placeholder 3"/>
          <p:cNvSpPr>
            <a:spLocks noGrp="1"/>
          </p:cNvSpPr>
          <p:nvPr>
            <p:ph type="ftr" sz="quarter" idx="11"/>
          </p:nvPr>
        </p:nvSpPr>
        <p:spPr/>
        <p:txBody>
          <a:bodyPr/>
          <a:lstStyle/>
          <a:p>
            <a:r>
              <a:rPr lang="en-US"/>
              <a:t>Ayushi Pandey             IT Project Management                   Unit-1</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0E681AE-F933-414E-BFC0-E470FC93A853}" type="datetime1">
              <a:rPr lang="en-US" smtClean="0"/>
              <a:pPr/>
              <a:t>8/20/2025</a:t>
            </a:fld>
            <a:endParaRPr lang="en-US"/>
          </a:p>
        </p:txBody>
      </p:sp>
      <p:sp>
        <p:nvSpPr>
          <p:cNvPr id="3" name="Footer Placeholder 2"/>
          <p:cNvSpPr>
            <a:spLocks noGrp="1"/>
          </p:cNvSpPr>
          <p:nvPr>
            <p:ph type="ftr" sz="quarter" idx="11"/>
          </p:nvPr>
        </p:nvSpPr>
        <p:spPr/>
        <p:txBody>
          <a:bodyPr/>
          <a:lstStyle/>
          <a:p>
            <a:r>
              <a:rPr lang="en-US"/>
              <a:t>Ayushi Pandey             IT Project Management                   Unit-1</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CBD5AD0-A1B1-40AB-B559-C451484AE376}" type="datetime1">
              <a:rPr lang="en-US" smtClean="0"/>
              <a:pPr/>
              <a:t>8/20/2025</a:t>
            </a:fld>
            <a:endParaRPr lang="en-US"/>
          </a:p>
        </p:txBody>
      </p:sp>
      <p:sp>
        <p:nvSpPr>
          <p:cNvPr id="6" name="Footer Placeholder 5"/>
          <p:cNvSpPr>
            <a:spLocks noGrp="1"/>
          </p:cNvSpPr>
          <p:nvPr>
            <p:ph type="ftr" sz="quarter" idx="11"/>
          </p:nvPr>
        </p:nvSpPr>
        <p:spPr/>
        <p:txBody>
          <a:bodyPr/>
          <a:lstStyle/>
          <a:p>
            <a:r>
              <a:rPr lang="en-US"/>
              <a:t>Ayushi Pandey             IT Project Management                   Unit-1</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4EA641B-9855-4A82-A6DB-2B7ED3804AC8}" type="datetime1">
              <a:rPr lang="en-US" smtClean="0"/>
              <a:pPr/>
              <a:t>8/20/2025</a:t>
            </a:fld>
            <a:endParaRPr lang="en-US"/>
          </a:p>
        </p:txBody>
      </p:sp>
      <p:sp>
        <p:nvSpPr>
          <p:cNvPr id="6" name="Footer Placeholder 5"/>
          <p:cNvSpPr>
            <a:spLocks noGrp="1"/>
          </p:cNvSpPr>
          <p:nvPr>
            <p:ph type="ftr" sz="quarter" idx="11"/>
          </p:nvPr>
        </p:nvSpPr>
        <p:spPr/>
        <p:txBody>
          <a:bodyPr/>
          <a:lstStyle/>
          <a:p>
            <a:r>
              <a:rPr lang="en-US"/>
              <a:t>Ayushi Pandey             IT Project Management                   Unit-1</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06FE0F4-DCE8-4D9F-9742-27323F9D193C}" type="datetime1">
              <a:rPr lang="en-US" smtClean="0"/>
              <a:pPr/>
              <a:t>8/20/2025</a:t>
            </a:fld>
            <a:endParaRPr lang="en-US"/>
          </a:p>
        </p:txBody>
      </p:sp>
      <p:sp>
        <p:nvSpPr>
          <p:cNvPr id="5" name="Footer Placeholder 4"/>
          <p:cNvSpPr>
            <a:spLocks noGrp="1"/>
          </p:cNvSpPr>
          <p:nvPr>
            <p:ph type="ftr" sz="quarter" idx="11"/>
          </p:nvPr>
        </p:nvSpPr>
        <p:spPr/>
        <p:txBody>
          <a:bodyPr/>
          <a:lstStyle/>
          <a:p>
            <a:r>
              <a:rPr lang="en-US"/>
              <a:t>Ayushi Pandey             IT Project Management                   Unit-1</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671C3CD-528A-4470-92EB-45B8C77E3EF6}" type="datetime1">
              <a:rPr lang="en-US" smtClean="0"/>
              <a:pPr/>
              <a:t>8/20/2025</a:t>
            </a:fld>
            <a:endParaRPr lang="en-US"/>
          </a:p>
        </p:txBody>
      </p:sp>
      <p:sp>
        <p:nvSpPr>
          <p:cNvPr id="5" name="Footer Placeholder 4"/>
          <p:cNvSpPr>
            <a:spLocks noGrp="1"/>
          </p:cNvSpPr>
          <p:nvPr>
            <p:ph type="ftr" sz="quarter" idx="11"/>
          </p:nvPr>
        </p:nvSpPr>
        <p:spPr/>
        <p:txBody>
          <a:bodyPr/>
          <a:lstStyle/>
          <a:p>
            <a:r>
              <a:rPr lang="en-US"/>
              <a:t>Ayushi Pandey             IT Project Management                   Unit-1</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87C570-3C2D-45E6-8F8A-F5D0B32C7F64}" type="datetime1">
              <a:rPr lang="en-US" smtClean="0"/>
              <a:pPr/>
              <a:t>8/20/2025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Ayushi Pandey             IT Project Management                   Unit-1</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hyperlink" Target="https://www.coursera.org/lecture/python-text-mining/basic-nlp-tasks-with-nltk-KD8uN" TargetMode="External"/><Relationship Id="rId7" Type="http://schemas.openxmlformats.org/officeDocument/2006/relationships/image" Target="../media/image2.png"/><Relationship Id="rId2" Type="http://schemas.openxmlformats.org/officeDocument/2006/relationships/hyperlink" Target="https://realpython.com/nltk-nlp-python/" TargetMode="External"/><Relationship Id="rId1" Type="http://schemas.openxmlformats.org/officeDocument/2006/relationships/slideLayout" Target="../slideLayouts/slideLayout2.xml"/><Relationship Id="rId6" Type="http://schemas.openxmlformats.org/officeDocument/2006/relationships/hyperlink" Target="https://www.coursera.org/learn/python-text-mining/lecture/sVe8B/regular-expressions" TargetMode="External"/><Relationship Id="rId5" Type="http://schemas.openxmlformats.org/officeDocument/2006/relationships/hyperlink" Target="https://www.coursera.org/projects/regular-expressions-in-python" TargetMode="External"/><Relationship Id="rId4" Type="http://schemas.openxmlformats.org/officeDocument/2006/relationships/hyperlink" Target="https://www.coursera.org/lecture/nlp-sequence-models/learning-word-embeddings-APM5s" TargetMode="Externa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2.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2.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2.png"/><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2.png"/><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5.xml"/><Relationship Id="rId7" Type="http://schemas.openxmlformats.org/officeDocument/2006/relationships/image" Target="../media/image2.png"/><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6.xml"/><Relationship Id="rId7" Type="http://schemas.openxmlformats.org/officeDocument/2006/relationships/image" Target="../media/image2.png"/><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9.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9.emf"/></Relationships>
</file>

<file path=ppt/slides/_rels/slide20.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0.emf"/><Relationship Id="rId5" Type="http://schemas.openxmlformats.org/officeDocument/2006/relationships/customXml" Target="../ink/ink3.xml"/><Relationship Id="rId4" Type="http://schemas.openxmlformats.org/officeDocument/2006/relationships/image" Target="../media/image90.emf"/></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7.xml"/><Relationship Id="rId7" Type="http://schemas.openxmlformats.org/officeDocument/2006/relationships/image" Target="../media/image2.png"/><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2.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1.emf"/></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8.xml"/><Relationship Id="rId7" Type="http://schemas.openxmlformats.org/officeDocument/2006/relationships/image" Target="../media/image2.png"/><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3.emf"/></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9.xml"/><Relationship Id="rId7" Type="http://schemas.openxmlformats.org/officeDocument/2006/relationships/image" Target="../media/image2.png"/><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customXml" Target="../ink/ink6.xml"/><Relationship Id="rId3" Type="http://schemas.openxmlformats.org/officeDocument/2006/relationships/diagramLayout" Target="../diagrams/layout10.xml"/><Relationship Id="rId7" Type="http://schemas.openxmlformats.org/officeDocument/2006/relationships/image" Target="../media/image2.png"/><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11" Type="http://schemas.openxmlformats.org/officeDocument/2006/relationships/image" Target="../media/image16.emf"/><Relationship Id="rId5" Type="http://schemas.openxmlformats.org/officeDocument/2006/relationships/diagramColors" Target="../diagrams/colors10.xml"/><Relationship Id="rId10" Type="http://schemas.openxmlformats.org/officeDocument/2006/relationships/customXml" Target="../ink/ink7.xml"/><Relationship Id="rId4" Type="http://schemas.openxmlformats.org/officeDocument/2006/relationships/diagramQuickStyle" Target="../diagrams/quickStyle10.xml"/><Relationship Id="rId9" Type="http://schemas.openxmlformats.org/officeDocument/2006/relationships/image" Target="../media/image15.emf"/></Relationships>
</file>

<file path=ppt/slides/_rels/slide30.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7.emf"/></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11.xml"/><Relationship Id="rId7" Type="http://schemas.openxmlformats.org/officeDocument/2006/relationships/image" Target="../media/image2.png"/><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12.xml"/><Relationship Id="rId7" Type="http://schemas.openxmlformats.org/officeDocument/2006/relationships/image" Target="../media/image2.png"/><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13.xml"/><Relationship Id="rId7" Type="http://schemas.openxmlformats.org/officeDocument/2006/relationships/image" Target="../media/image2.png"/><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3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slideLayout" Target="../slideLayouts/slideLayout2.xml"/><Relationship Id="rId1" Type="http://schemas.openxmlformats.org/officeDocument/2006/relationships/themeOverride" Target="../theme/themeOverride3.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slideLayout" Target="../slideLayouts/slideLayout2.xml"/><Relationship Id="rId1" Type="http://schemas.openxmlformats.org/officeDocument/2006/relationships/themeOverride" Target="../theme/themeOverride4.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16.xml"/><Relationship Id="rId7" Type="http://schemas.openxmlformats.org/officeDocument/2006/relationships/image" Target="../media/image2.png"/><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17.xml"/><Relationship Id="rId7" Type="http://schemas.openxmlformats.org/officeDocument/2006/relationships/image" Target="../media/image2.png"/><Relationship Id="rId2" Type="http://schemas.openxmlformats.org/officeDocument/2006/relationships/diagramData" Target="../diagrams/data17.xml"/><Relationship Id="rId1" Type="http://schemas.openxmlformats.org/officeDocument/2006/relationships/slideLayout" Target="../slideLayouts/slideLayout2.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18.xml"/><Relationship Id="rId7" Type="http://schemas.openxmlformats.org/officeDocument/2006/relationships/image" Target="../media/image2.png"/><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41.xml.rels><?xml version="1.0" encoding="UTF-8" standalone="yes"?>
<Relationships xmlns="http://schemas.openxmlformats.org/package/2006/relationships"><Relationship Id="rId3" Type="http://schemas.openxmlformats.org/officeDocument/2006/relationships/diagramLayout" Target="../diagrams/layout19.xml"/><Relationship Id="rId7" Type="http://schemas.openxmlformats.org/officeDocument/2006/relationships/image" Target="../media/image2.png"/><Relationship Id="rId2" Type="http://schemas.openxmlformats.org/officeDocument/2006/relationships/diagramData" Target="../diagrams/data19.xml"/><Relationship Id="rId1" Type="http://schemas.openxmlformats.org/officeDocument/2006/relationships/slideLayout" Target="../slideLayouts/slideLayout2.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20.xml"/><Relationship Id="rId7" Type="http://schemas.openxmlformats.org/officeDocument/2006/relationships/image" Target="../media/image2.png"/><Relationship Id="rId2" Type="http://schemas.openxmlformats.org/officeDocument/2006/relationships/diagramData" Target="../diagrams/data20.xml"/><Relationship Id="rId1" Type="http://schemas.openxmlformats.org/officeDocument/2006/relationships/slideLayout" Target="../slideLayouts/slideLayout2.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_rels/slide44.xml.rels><?xml version="1.0" encoding="UTF-8" standalone="yes"?>
<Relationships xmlns="http://schemas.openxmlformats.org/package/2006/relationships"><Relationship Id="rId3" Type="http://schemas.openxmlformats.org/officeDocument/2006/relationships/diagramLayout" Target="../diagrams/layout21.xml"/><Relationship Id="rId7" Type="http://schemas.openxmlformats.org/officeDocument/2006/relationships/image" Target="../media/image2.png"/><Relationship Id="rId2" Type="http://schemas.openxmlformats.org/officeDocument/2006/relationships/diagramData" Target="../diagrams/data21.xml"/><Relationship Id="rId1" Type="http://schemas.openxmlformats.org/officeDocument/2006/relationships/slideLayout" Target="../slideLayouts/slideLayout2.xml"/><Relationship Id="rId6" Type="http://schemas.microsoft.com/office/2007/relationships/diagramDrawing" Target="../diagrams/drawing21.xml"/><Relationship Id="rId5" Type="http://schemas.openxmlformats.org/officeDocument/2006/relationships/diagramColors" Target="../diagrams/colors21.xml"/><Relationship Id="rId4" Type="http://schemas.openxmlformats.org/officeDocument/2006/relationships/diagramQuickStyle" Target="../diagrams/quickStyle21.xml"/></Relationships>
</file>

<file path=ppt/slides/_rels/slide4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
            <a:ext cx="8001000" cy="685799"/>
          </a:xfrm>
          <a:solidFill>
            <a:srgbClr val="FF9C9C"/>
          </a:solidFill>
        </p:spPr>
        <p:style>
          <a:lnRef idx="1">
            <a:schemeClr val="accent5"/>
          </a:lnRef>
          <a:fillRef idx="2">
            <a:schemeClr val="accent5"/>
          </a:fillRef>
          <a:effectRef idx="1">
            <a:schemeClr val="accent5"/>
          </a:effectRef>
          <a:fontRef idx="minor">
            <a:schemeClr val="dk1"/>
          </a:fontRef>
        </p:style>
        <p:txBody>
          <a:bodyPr>
            <a:noAutofit/>
          </a:bodyPr>
          <a:lstStyle/>
          <a:p>
            <a:r>
              <a:rPr lang="en-US" sz="2400" b="1" dirty="0">
                <a:latin typeface="+mj-lt"/>
              </a:rPr>
              <a:t>Noida Institute of Engineering and Technology, Greater Noida</a:t>
            </a:r>
          </a:p>
        </p:txBody>
      </p:sp>
      <p:sp>
        <p:nvSpPr>
          <p:cNvPr id="3" name="Subtitle 2"/>
          <p:cNvSpPr>
            <a:spLocks noGrp="1"/>
          </p:cNvSpPr>
          <p:nvPr>
            <p:ph type="subTitle" idx="1"/>
          </p:nvPr>
        </p:nvSpPr>
        <p:spPr>
          <a:xfrm>
            <a:off x="1560757" y="811306"/>
            <a:ext cx="6308462" cy="1755662"/>
          </a:xfrm>
          <a:ln>
            <a:solidFill>
              <a:srgbClr val="FF9C9C"/>
            </a:solidFill>
          </a:ln>
        </p:spPr>
        <p:style>
          <a:lnRef idx="2">
            <a:schemeClr val="accent5"/>
          </a:lnRef>
          <a:fillRef idx="1">
            <a:schemeClr val="lt1"/>
          </a:fillRef>
          <a:effectRef idx="0">
            <a:schemeClr val="accent5"/>
          </a:effectRef>
          <a:fontRef idx="minor">
            <a:schemeClr val="dk1"/>
          </a:fontRef>
        </p:style>
        <p:txBody>
          <a:bodyPr>
            <a:noAutofit/>
          </a:bodyPr>
          <a:lstStyle/>
          <a:p>
            <a:pPr lvl="0"/>
            <a:endParaRPr lang="en-IN" sz="3600" b="1" dirty="0">
              <a:solidFill>
                <a:schemeClr val="tx1"/>
              </a:solidFill>
            </a:endParaRPr>
          </a:p>
          <a:p>
            <a:pPr lvl="0"/>
            <a:r>
              <a:rPr lang="en-IN" sz="3600" b="1" dirty="0">
                <a:solidFill>
                  <a:schemeClr val="tx1"/>
                </a:solidFill>
              </a:rPr>
              <a:t>Text Analysis and Similarity</a:t>
            </a:r>
            <a:endParaRPr lang="en-IN" sz="3600" b="1" dirty="0">
              <a:ea typeface="Times New Roman" panose="02020603050405020304" pitchFamily="18" charset="0"/>
              <a:cs typeface="Times New Roman" panose="02020603050405020304" pitchFamily="18" charset="0"/>
            </a:endParaRPr>
          </a:p>
          <a:p>
            <a:r>
              <a:rPr lang="en-US" sz="3600" b="1" dirty="0">
                <a:solidFill>
                  <a:schemeClr val="tx1"/>
                </a:solidFill>
              </a:rPr>
              <a:t> </a:t>
            </a:r>
          </a:p>
          <a:p>
            <a:endParaRPr lang="en-US" sz="3600" b="1" dirty="0">
              <a:solidFill>
                <a:schemeClr val="tx1"/>
              </a:solidFill>
            </a:endParaRPr>
          </a:p>
        </p:txBody>
      </p:sp>
      <p:sp>
        <p:nvSpPr>
          <p:cNvPr id="10" name="Slide Number Placeholder 9"/>
          <p:cNvSpPr>
            <a:spLocks noGrp="1"/>
          </p:cNvSpPr>
          <p:nvPr>
            <p:ph type="sldNum" sz="quarter" idx="12"/>
          </p:nvPr>
        </p:nvSpPr>
        <p:spPr/>
        <p:txBody>
          <a:bodyPr/>
          <a:lstStyle/>
          <a:p>
            <a:fld id="{B6F15528-21DE-4FAA-801E-634DDDAF4B2B}" type="slidenum">
              <a:rPr lang="en-US" smtClean="0"/>
              <a:pPr/>
              <a:t>1</a:t>
            </a:fld>
            <a:endParaRPr lang="en-US"/>
          </a:p>
        </p:txBody>
      </p:sp>
      <p:sp>
        <p:nvSpPr>
          <p:cNvPr id="4" name="Subtitle 2">
            <a:extLst>
              <a:ext uri="{FF2B5EF4-FFF2-40B4-BE49-F238E27FC236}">
                <a16:creationId xmlns:a16="http://schemas.microsoft.com/office/drawing/2014/main" id="{52A85C66-A7C9-422E-3317-F7A8AFD2200A}"/>
              </a:ext>
            </a:extLst>
          </p:cNvPr>
          <p:cNvSpPr txBox="1">
            <a:spLocks/>
          </p:cNvSpPr>
          <p:nvPr/>
        </p:nvSpPr>
        <p:spPr>
          <a:xfrm>
            <a:off x="4326366" y="4475182"/>
            <a:ext cx="4742329" cy="1934957"/>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400" dirty="0">
                <a:solidFill>
                  <a:schemeClr val="tx1"/>
                </a:solidFill>
              </a:rPr>
              <a:t>Mr. M. Abdul Mateen Siddiqui</a:t>
            </a:r>
          </a:p>
          <a:p>
            <a:pPr algn="ctr">
              <a:spcBef>
                <a:spcPct val="20000"/>
              </a:spcBef>
              <a:defRPr/>
            </a:pPr>
            <a:r>
              <a:rPr lang="en-US" sz="2400" dirty="0">
                <a:solidFill>
                  <a:schemeClr val="tx1"/>
                </a:solidFill>
              </a:rPr>
              <a:t>(Assistant Professor) </a:t>
            </a:r>
          </a:p>
          <a:p>
            <a:pPr algn="ctr">
              <a:spcBef>
                <a:spcPct val="20000"/>
              </a:spcBef>
              <a:defRPr/>
            </a:pPr>
            <a:r>
              <a:rPr lang="en-US" sz="2400" dirty="0">
                <a:solidFill>
                  <a:schemeClr val="tx1"/>
                </a:solidFill>
              </a:rPr>
              <a:t>Department of CSE (Cyber Security)</a:t>
            </a:r>
          </a:p>
        </p:txBody>
      </p:sp>
      <p:sp>
        <p:nvSpPr>
          <p:cNvPr id="5" name="Subtitle 2">
            <a:extLst>
              <a:ext uri="{FF2B5EF4-FFF2-40B4-BE49-F238E27FC236}">
                <a16:creationId xmlns:a16="http://schemas.microsoft.com/office/drawing/2014/main" id="{5AA270AB-0EED-B0F0-0F72-67C0F5FE01B0}"/>
              </a:ext>
            </a:extLst>
          </p:cNvPr>
          <p:cNvSpPr txBox="1">
            <a:spLocks/>
          </p:cNvSpPr>
          <p:nvPr/>
        </p:nvSpPr>
        <p:spPr>
          <a:xfrm>
            <a:off x="429409" y="3078559"/>
            <a:ext cx="2057400" cy="533400"/>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500" dirty="0">
                <a:solidFill>
                  <a:schemeClr val="tx1"/>
                </a:solidFill>
              </a:rPr>
              <a:t>Unit: 3</a:t>
            </a:r>
          </a:p>
        </p:txBody>
      </p:sp>
      <p:sp>
        <p:nvSpPr>
          <p:cNvPr id="7" name="Subtitle 2">
            <a:extLst>
              <a:ext uri="{FF2B5EF4-FFF2-40B4-BE49-F238E27FC236}">
                <a16:creationId xmlns:a16="http://schemas.microsoft.com/office/drawing/2014/main" id="{BAD393A4-3220-D317-AC7D-F028D14B089C}"/>
              </a:ext>
            </a:extLst>
          </p:cNvPr>
          <p:cNvSpPr txBox="1">
            <a:spLocks/>
          </p:cNvSpPr>
          <p:nvPr/>
        </p:nvSpPr>
        <p:spPr>
          <a:xfrm>
            <a:off x="429409" y="3856917"/>
            <a:ext cx="3222812" cy="868232"/>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000" dirty="0">
                <a:solidFill>
                  <a:schemeClr val="tx1"/>
                </a:solidFill>
              </a:rPr>
              <a:t>Natural Language Processing</a:t>
            </a:r>
          </a:p>
          <a:p>
            <a:pPr algn="ctr">
              <a:spcBef>
                <a:spcPct val="20000"/>
              </a:spcBef>
              <a:defRPr/>
            </a:pPr>
            <a:r>
              <a:rPr lang="en-US" sz="2000" dirty="0">
                <a:solidFill>
                  <a:schemeClr val="tx1"/>
                </a:solidFill>
              </a:rPr>
              <a:t>Subject Code: ACSAI0712 </a:t>
            </a:r>
          </a:p>
        </p:txBody>
      </p:sp>
      <p:sp>
        <p:nvSpPr>
          <p:cNvPr id="8" name="Subtitle 2">
            <a:extLst>
              <a:ext uri="{FF2B5EF4-FFF2-40B4-BE49-F238E27FC236}">
                <a16:creationId xmlns:a16="http://schemas.microsoft.com/office/drawing/2014/main" id="{D79B5851-A43B-3EDB-1C7A-32DAB238918E}"/>
              </a:ext>
            </a:extLst>
          </p:cNvPr>
          <p:cNvSpPr txBox="1">
            <a:spLocks/>
          </p:cNvSpPr>
          <p:nvPr/>
        </p:nvSpPr>
        <p:spPr>
          <a:xfrm>
            <a:off x="429409" y="4970107"/>
            <a:ext cx="2147047" cy="694765"/>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lnSpcReduction="10000"/>
          </a:bodyPr>
          <a:lstStyle/>
          <a:p>
            <a:pPr algn="ctr">
              <a:spcBef>
                <a:spcPct val="20000"/>
              </a:spcBef>
              <a:defRPr/>
            </a:pPr>
            <a:r>
              <a:rPr lang="en-US" sz="2000" dirty="0">
                <a:solidFill>
                  <a:schemeClr val="tx1"/>
                </a:solidFill>
              </a:rPr>
              <a:t>Course Details</a:t>
            </a:r>
            <a:br>
              <a:rPr lang="en-US" sz="2000" dirty="0">
                <a:solidFill>
                  <a:schemeClr val="tx1"/>
                </a:solidFill>
              </a:rPr>
            </a:br>
            <a:r>
              <a:rPr lang="en-US" sz="2000" dirty="0">
                <a:solidFill>
                  <a:schemeClr val="tx1"/>
                </a:solidFill>
              </a:rPr>
              <a:t>B. Tech. VII Sem</a:t>
            </a:r>
          </a:p>
        </p:txBody>
      </p:sp>
      <p:pic>
        <p:nvPicPr>
          <p:cNvPr id="9" name="Picture 4" descr="C:\Users\Manks\Downloads\speak.png">
            <a:extLst>
              <a:ext uri="{FF2B5EF4-FFF2-40B4-BE49-F238E27FC236}">
                <a16:creationId xmlns:a16="http://schemas.microsoft.com/office/drawing/2014/main" id="{C68C91B5-0EFD-CC34-208A-2A09A0E29E9E}"/>
              </a:ext>
            </a:extLst>
          </p:cNvPr>
          <p:cNvPicPr>
            <a:picLocks noChangeAspect="1" noChangeArrowheads="1"/>
          </p:cNvPicPr>
          <p:nvPr/>
        </p:nvPicPr>
        <p:blipFill>
          <a:blip r:embed="rId3" cstate="print"/>
          <a:srcRect/>
          <a:stretch>
            <a:fillRect/>
          </a:stretch>
        </p:blipFill>
        <p:spPr bwMode="auto">
          <a:xfrm>
            <a:off x="6966473" y="2639846"/>
            <a:ext cx="1524000" cy="1524000"/>
          </a:xfrm>
          <a:prstGeom prst="rect">
            <a:avLst/>
          </a:prstGeom>
          <a:noFill/>
        </p:spPr>
      </p:pic>
      <p:pic>
        <p:nvPicPr>
          <p:cNvPr id="6" name="Picture 2" descr="Noida Institute of Engineering and Technology - [NIET], Greater Noida -  Faculty Details 2024-2025">
            <a:extLst>
              <a:ext uri="{FF2B5EF4-FFF2-40B4-BE49-F238E27FC236}">
                <a16:creationId xmlns:a16="http://schemas.microsoft.com/office/drawing/2014/main" id="{75F40083-1404-D727-5C8A-D303B6E3EF0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1"/>
            <a:ext cx="1177149" cy="62110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a:p>
        </p:txBody>
      </p:sp>
      <p:sp>
        <p:nvSpPr>
          <p:cNvPr id="7" name="Title 1"/>
          <p:cNvSpPr txBox="1">
            <a:spLocks/>
          </p:cNvSpPr>
          <p:nvPr/>
        </p:nvSpPr>
        <p:spPr>
          <a:xfrm>
            <a:off x="1371600" y="1"/>
            <a:ext cx="7772400" cy="685799"/>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3200" b="1">
                <a:latin typeface="+mj-lt"/>
                <a:cs typeface="Times New Roman" panose="02020603050405020304" pitchFamily="18" charset="0"/>
              </a:rPr>
              <a:t>Faculty Introduction</a:t>
            </a:r>
          </a:p>
        </p:txBody>
      </p:sp>
      <p:sp>
        <p:nvSpPr>
          <p:cNvPr id="2" name="Content Placeholder 2">
            <a:extLst>
              <a:ext uri="{FF2B5EF4-FFF2-40B4-BE49-F238E27FC236}">
                <a16:creationId xmlns:a16="http://schemas.microsoft.com/office/drawing/2014/main" id="{72547F92-CCAC-294E-55CC-BFFF62826B8B}"/>
              </a:ext>
            </a:extLst>
          </p:cNvPr>
          <p:cNvSpPr txBox="1">
            <a:spLocks noGrp="1" noChangeArrowheads="1"/>
          </p:cNvSpPr>
          <p:nvPr>
            <p:ph idx="1"/>
          </p:nvPr>
        </p:nvSpPr>
        <p:spPr bwMode="auto">
          <a:xfrm>
            <a:off x="533400" y="1143000"/>
            <a:ext cx="82296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42900" indent="-342900"/>
            <a:r>
              <a:rPr lang="en-IN" sz="2400" b="1" dirty="0">
                <a:latin typeface="Times New Roman" panose="02020603050405020304" pitchFamily="18" charset="0"/>
                <a:cs typeface="Times New Roman" panose="02020603050405020304" pitchFamily="18" charset="0"/>
              </a:rPr>
              <a:t>Name : Mr. M. Abdul Mateen Siddiqui</a:t>
            </a:r>
            <a:endParaRPr lang="en-IN" sz="2400" dirty="0">
              <a:latin typeface="Times New Roman" panose="02020603050405020304" pitchFamily="18" charset="0"/>
              <a:cs typeface="Times New Roman" panose="02020603050405020304" pitchFamily="18" charset="0"/>
            </a:endParaRPr>
          </a:p>
          <a:p>
            <a:pPr marL="342900" indent="-342900"/>
            <a:r>
              <a:rPr lang="en-IN" sz="2400" b="1" dirty="0">
                <a:latin typeface="Times New Roman" panose="02020603050405020304" pitchFamily="18" charset="0"/>
                <a:cs typeface="Times New Roman" panose="02020603050405020304" pitchFamily="18" charset="0"/>
              </a:rPr>
              <a:t>Qualification: </a:t>
            </a:r>
            <a:r>
              <a:rPr lang="en-IN" sz="2400" dirty="0">
                <a:latin typeface="Times New Roman" panose="02020603050405020304" pitchFamily="18" charset="0"/>
                <a:cs typeface="Times New Roman" panose="02020603050405020304" pitchFamily="18" charset="0"/>
              </a:rPr>
              <a:t>B. Tech (CSE),</a:t>
            </a:r>
            <a:r>
              <a:rPr lang="en-IN" sz="2400" b="1"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M. Tech (CSE-CFIS), Ph. D (Pursuing)</a:t>
            </a:r>
          </a:p>
          <a:p>
            <a:pPr marL="342900" indent="-342900"/>
            <a:r>
              <a:rPr lang="en-IN" sz="2400" b="1" dirty="0">
                <a:latin typeface="Times New Roman" panose="02020603050405020304" pitchFamily="18" charset="0"/>
                <a:cs typeface="Times New Roman" panose="02020603050405020304" pitchFamily="18" charset="0"/>
              </a:rPr>
              <a:t>Area of Specialization: </a:t>
            </a:r>
            <a:r>
              <a:rPr lang="en-IN" sz="2400" dirty="0">
                <a:latin typeface="Times New Roman" panose="02020603050405020304" pitchFamily="18" charset="0"/>
                <a:cs typeface="Times New Roman" panose="02020603050405020304" pitchFamily="18" charset="0"/>
              </a:rPr>
              <a:t>Cyber Forensics, Information Security, Digital Forensics, Smart Wearable Devices and IoT Devices</a:t>
            </a:r>
          </a:p>
        </p:txBody>
      </p:sp>
      <p:pic>
        <p:nvPicPr>
          <p:cNvPr id="3" name="Picture 2" descr="Noida Institute of Engineering and Technology - [NIET], Greater Noida -  Faculty Details 2024-2025">
            <a:extLst>
              <a:ext uri="{FF2B5EF4-FFF2-40B4-BE49-F238E27FC236}">
                <a16:creationId xmlns:a16="http://schemas.microsoft.com/office/drawing/2014/main" id="{562595BE-D611-A6E4-6711-5D78A273B7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a:p>
        </p:txBody>
      </p:sp>
      <p:sp>
        <p:nvSpPr>
          <p:cNvPr id="7" name="Title 1"/>
          <p:cNvSpPr txBox="1">
            <a:spLocks/>
          </p:cNvSpPr>
          <p:nvPr/>
        </p:nvSpPr>
        <p:spPr>
          <a:xfrm>
            <a:off x="1371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a:t>Syllabus </a:t>
            </a:r>
          </a:p>
        </p:txBody>
      </p:sp>
      <p:pic>
        <p:nvPicPr>
          <p:cNvPr id="8" name="Picture 7"/>
          <p:cNvPicPr>
            <a:picLocks noChangeAspect="1"/>
          </p:cNvPicPr>
          <p:nvPr/>
        </p:nvPicPr>
        <p:blipFill>
          <a:blip r:embed="rId2"/>
          <a:stretch>
            <a:fillRect/>
          </a:stretch>
        </p:blipFill>
        <p:spPr>
          <a:xfrm>
            <a:off x="899372" y="795253"/>
            <a:ext cx="7787428" cy="5561097"/>
          </a:xfrm>
          <a:prstGeom prst="rect">
            <a:avLst/>
          </a:prstGeom>
        </p:spPr>
      </p:pic>
      <p:pic>
        <p:nvPicPr>
          <p:cNvPr id="10" name="Picture 2" descr="Noida Institute of Engineering and Technology - [NIET], Greater Noida -  Faculty Details 2024-202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83925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a:p>
        </p:txBody>
      </p:sp>
      <p:sp>
        <p:nvSpPr>
          <p:cNvPr id="7" name="Title 1"/>
          <p:cNvSpPr txBox="1">
            <a:spLocks/>
          </p:cNvSpPr>
          <p:nvPr/>
        </p:nvSpPr>
        <p:spPr>
          <a:xfrm>
            <a:off x="1371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a:t>Syllabus </a:t>
            </a:r>
          </a:p>
        </p:txBody>
      </p:sp>
      <p:pic>
        <p:nvPicPr>
          <p:cNvPr id="3" name="Picture 2"/>
          <p:cNvPicPr>
            <a:picLocks noChangeAspect="1"/>
          </p:cNvPicPr>
          <p:nvPr/>
        </p:nvPicPr>
        <p:blipFill>
          <a:blip r:embed="rId2"/>
          <a:stretch>
            <a:fillRect/>
          </a:stretch>
        </p:blipFill>
        <p:spPr>
          <a:xfrm>
            <a:off x="533400" y="838200"/>
            <a:ext cx="8249376" cy="4407877"/>
          </a:xfrm>
          <a:prstGeom prst="rect">
            <a:avLst/>
          </a:prstGeom>
        </p:spPr>
      </p:pic>
      <p:pic>
        <p:nvPicPr>
          <p:cNvPr id="8" name="Picture 7"/>
          <p:cNvPicPr>
            <a:picLocks noChangeAspect="1"/>
          </p:cNvPicPr>
          <p:nvPr/>
        </p:nvPicPr>
        <p:blipFill>
          <a:blip r:embed="rId3"/>
          <a:stretch>
            <a:fillRect/>
          </a:stretch>
        </p:blipFill>
        <p:spPr>
          <a:xfrm>
            <a:off x="533400" y="5273450"/>
            <a:ext cx="8249376" cy="1219200"/>
          </a:xfrm>
          <a:prstGeom prst="rect">
            <a:avLst/>
          </a:prstGeom>
        </p:spPr>
      </p:pic>
      <p:pic>
        <p:nvPicPr>
          <p:cNvPr id="10" name="Picture 2" descr="Noida Institute of Engineering and Technology - [NIET], Greater Noida -  Faculty Details 2024-202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7762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a:p>
        </p:txBody>
      </p:sp>
      <p:sp>
        <p:nvSpPr>
          <p:cNvPr id="7" name="Title 1"/>
          <p:cNvSpPr txBox="1">
            <a:spLocks/>
          </p:cNvSpPr>
          <p:nvPr/>
        </p:nvSpPr>
        <p:spPr>
          <a:xfrm>
            <a:off x="1371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a:t>Video Links </a:t>
            </a:r>
          </a:p>
        </p:txBody>
      </p:sp>
      <p:sp>
        <p:nvSpPr>
          <p:cNvPr id="8" name="Content Placeholder 2"/>
          <p:cNvSpPr>
            <a:spLocks noGrp="1"/>
          </p:cNvSpPr>
          <p:nvPr>
            <p:ph idx="1"/>
          </p:nvPr>
        </p:nvSpPr>
        <p:spPr>
          <a:xfrm>
            <a:off x="533400" y="1143000"/>
            <a:ext cx="8229600" cy="4343399"/>
          </a:xfrm>
        </p:spPr>
        <p:txBody>
          <a:bodyPr>
            <a:normAutofit fontScale="92500" lnSpcReduction="20000"/>
          </a:bodyPr>
          <a:lstStyle/>
          <a:p>
            <a:pPr>
              <a:lnSpc>
                <a:spcPct val="150000"/>
              </a:lnSpc>
              <a:buFont typeface="Wingdings" panose="05000000000000000000" pitchFamily="2" charset="2"/>
              <a:buChar char="Ø"/>
            </a:pPr>
            <a:r>
              <a:rPr lang="en-US">
                <a:hlinkClick r:id="rId2"/>
              </a:rPr>
              <a:t>https://realpython.com/nltk-nlp-python/</a:t>
            </a:r>
            <a:endParaRPr lang="en-US"/>
          </a:p>
          <a:p>
            <a:pPr>
              <a:buFont typeface="Wingdings" panose="05000000000000000000" pitchFamily="2" charset="2"/>
              <a:buChar char="Ø"/>
            </a:pPr>
            <a:r>
              <a:rPr lang="en-US">
                <a:hlinkClick r:id="rId3"/>
              </a:rPr>
              <a:t>https://www.coursera.org/lecture/python-text-mining/basic-nlp-tasks-with-nltk-KD8uN</a:t>
            </a:r>
            <a:endParaRPr lang="en-US"/>
          </a:p>
          <a:p>
            <a:pPr>
              <a:buFont typeface="Wingdings" panose="05000000000000000000" pitchFamily="2" charset="2"/>
              <a:buChar char="Ø"/>
            </a:pPr>
            <a:r>
              <a:rPr lang="en-US">
                <a:hlinkClick r:id="rId4"/>
              </a:rPr>
              <a:t>https://www.coursera.org/lecture/nlp-sequence-models/learning-word-embeddings-APM5s</a:t>
            </a:r>
            <a:endParaRPr lang="en-US"/>
          </a:p>
          <a:p>
            <a:pPr>
              <a:buFont typeface="Wingdings" panose="05000000000000000000" pitchFamily="2" charset="2"/>
              <a:buChar char="Ø"/>
            </a:pPr>
            <a:r>
              <a:rPr lang="en-US">
                <a:hlinkClick r:id="rId5"/>
              </a:rPr>
              <a:t>https://www.coursera.org/projects/regular-expressions-in-python</a:t>
            </a:r>
            <a:endParaRPr lang="en-US"/>
          </a:p>
          <a:p>
            <a:pPr>
              <a:buFont typeface="Wingdings" panose="05000000000000000000" pitchFamily="2" charset="2"/>
              <a:buChar char="Ø"/>
            </a:pPr>
            <a:r>
              <a:rPr lang="en-US">
                <a:hlinkClick r:id="rId6"/>
              </a:rPr>
              <a:t>https://www.coursera.org/learn/python-text-mining/lecture/sVe8B/regular-expressions</a:t>
            </a:r>
            <a:endParaRPr lang="en-US"/>
          </a:p>
          <a:p>
            <a:pPr marL="0" indent="0">
              <a:buNone/>
            </a:pPr>
            <a:endParaRPr lang="en-US"/>
          </a:p>
        </p:txBody>
      </p:sp>
      <p:pic>
        <p:nvPicPr>
          <p:cNvPr id="10" name="Picture 2" descr="Noida Institute of Engineering and Technology - [NIET], Greater Noida -  Faculty Details 2024-202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1979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800600"/>
          </a:xfrm>
        </p:spPr>
        <p:txBody>
          <a:bodyPr>
            <a:normAutofit/>
          </a:bodyPr>
          <a:lstStyle/>
          <a:p>
            <a:pPr>
              <a:lnSpc>
                <a:spcPct val="160000"/>
              </a:lnSpc>
              <a:buFont typeface="Wingdings" panose="05000000000000000000" pitchFamily="2" charset="2"/>
              <a:buChar char="Ø"/>
            </a:pPr>
            <a:r>
              <a:rPr lang="en-US"/>
              <a:t>The course aims to provide an understanding of the foundational concepts and techniques in NLP. </a:t>
            </a:r>
          </a:p>
          <a:p>
            <a:pPr>
              <a:lnSpc>
                <a:spcPct val="160000"/>
              </a:lnSpc>
              <a:buFont typeface="Wingdings" panose="05000000000000000000" pitchFamily="2" charset="2"/>
              <a:buChar char="Ø"/>
            </a:pPr>
            <a:r>
              <a:rPr lang="en-US"/>
              <a:t>The focus is on providing application-based knowledge.</a:t>
            </a:r>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a:p>
        </p:txBody>
      </p:sp>
      <p:sp>
        <p:nvSpPr>
          <p:cNvPr id="7" name="Title 1"/>
          <p:cNvSpPr txBox="1">
            <a:spLocks/>
          </p:cNvSpPr>
          <p:nvPr/>
        </p:nvSpPr>
        <p:spPr>
          <a:xfrm>
            <a:off x="1371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a:t>Course Objective </a:t>
            </a:r>
          </a:p>
        </p:txBody>
      </p:sp>
      <p:pic>
        <p:nvPicPr>
          <p:cNvPr id="8" name="Picture 2" descr="Noida Institute of Engineering and Technology - [NIET], Greater Noida -  Faculty Details 2024-20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8786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a:p>
        </p:txBody>
      </p:sp>
      <p:sp>
        <p:nvSpPr>
          <p:cNvPr id="7" name="Title 1"/>
          <p:cNvSpPr txBox="1">
            <a:spLocks/>
          </p:cNvSpPr>
          <p:nvPr/>
        </p:nvSpPr>
        <p:spPr>
          <a:xfrm>
            <a:off x="1371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a:t>Course Outcome </a:t>
            </a:r>
          </a:p>
        </p:txBody>
      </p:sp>
      <p:graphicFrame>
        <p:nvGraphicFramePr>
          <p:cNvPr id="8" name="Table 3">
            <a:extLst>
              <a:ext uri="{FF2B5EF4-FFF2-40B4-BE49-F238E27FC236}">
                <a16:creationId xmlns:a16="http://schemas.microsoft.com/office/drawing/2014/main" id="{DE10CC19-1C4B-4E58-B63B-552288FB6FC7}"/>
              </a:ext>
            </a:extLst>
          </p:cNvPr>
          <p:cNvGraphicFramePr>
            <a:graphicFrameLocks noGrp="1"/>
          </p:cNvGraphicFramePr>
          <p:nvPr>
            <p:extLst>
              <p:ext uri="{D42A27DB-BD31-4B8C-83A1-F6EECF244321}">
                <p14:modId xmlns:p14="http://schemas.microsoft.com/office/powerpoint/2010/main" val="3709884707"/>
              </p:ext>
            </p:extLst>
          </p:nvPr>
        </p:nvGraphicFramePr>
        <p:xfrm>
          <a:off x="457200" y="928834"/>
          <a:ext cx="8382000" cy="5427516"/>
        </p:xfrm>
        <a:graphic>
          <a:graphicData uri="http://schemas.openxmlformats.org/drawingml/2006/table">
            <a:tbl>
              <a:tblPr firstRow="1" bandRow="1">
                <a:tableStyleId>{5C22544A-7EE6-4342-B048-85BDC9FD1C3A}</a:tableStyleId>
              </a:tblPr>
              <a:tblGrid>
                <a:gridCol w="1157392">
                  <a:extLst>
                    <a:ext uri="{9D8B030D-6E8A-4147-A177-3AD203B41FA5}">
                      <a16:colId xmlns:a16="http://schemas.microsoft.com/office/drawing/2014/main" val="1078138596"/>
                    </a:ext>
                  </a:extLst>
                </a:gridCol>
                <a:gridCol w="6005801">
                  <a:extLst>
                    <a:ext uri="{9D8B030D-6E8A-4147-A177-3AD203B41FA5}">
                      <a16:colId xmlns:a16="http://schemas.microsoft.com/office/drawing/2014/main" val="4047431709"/>
                    </a:ext>
                  </a:extLst>
                </a:gridCol>
                <a:gridCol w="1218807">
                  <a:extLst>
                    <a:ext uri="{9D8B030D-6E8A-4147-A177-3AD203B41FA5}">
                      <a16:colId xmlns:a16="http://schemas.microsoft.com/office/drawing/2014/main" val="2436760275"/>
                    </a:ext>
                  </a:extLst>
                </a:gridCol>
              </a:tblGrid>
              <a:tr h="1332797">
                <a:tc>
                  <a:txBody>
                    <a:bodyPr/>
                    <a:lstStyle/>
                    <a:p>
                      <a:pPr marL="0" indent="0" algn="ctr" defTabSz="914400" rtl="0" eaLnBrk="1" latinLnBrk="0" hangingPunct="1">
                        <a:lnSpc>
                          <a:spcPct val="100000"/>
                        </a:lnSpc>
                        <a:spcBef>
                          <a:spcPct val="20000"/>
                        </a:spcBef>
                        <a:buFont typeface="Arial" pitchFamily="34" charset="0"/>
                        <a:buNone/>
                      </a:pPr>
                      <a:r>
                        <a:rPr lang="en-US" altLang="en-US" sz="2400" kern="1200">
                          <a:solidFill>
                            <a:schemeClr val="tx1">
                              <a:lumMod val="75000"/>
                              <a:lumOff val="25000"/>
                            </a:schemeClr>
                          </a:solidFill>
                          <a:latin typeface="+mn-lt"/>
                          <a:ea typeface="+mn-ea"/>
                          <a:cs typeface="Times New Roman" pitchFamily="18" charset="0"/>
                        </a:rPr>
                        <a:t>CO1</a:t>
                      </a:r>
                    </a:p>
                  </a:txBody>
                  <a:tcPr/>
                </a:tc>
                <a:tc>
                  <a:txBody>
                    <a:bodyPr/>
                    <a:lstStyle/>
                    <a:p>
                      <a:pPr marL="0" marR="0" indent="0" algn="ctr" defTabSz="914400" rtl="0" eaLnBrk="1" latinLnBrk="0" hangingPunct="1">
                        <a:lnSpc>
                          <a:spcPct val="100000"/>
                        </a:lnSpc>
                        <a:spcBef>
                          <a:spcPct val="20000"/>
                        </a:spcBef>
                        <a:spcAft>
                          <a:spcPts val="0"/>
                        </a:spcAft>
                        <a:buFont typeface="Arial" pitchFamily="34" charset="0"/>
                        <a:buNone/>
                      </a:pPr>
                      <a:r>
                        <a:rPr lang="en-US" sz="2400" b="1" kern="1200">
                          <a:solidFill>
                            <a:schemeClr val="tx1">
                              <a:lumMod val="75000"/>
                              <a:lumOff val="25000"/>
                            </a:schemeClr>
                          </a:solidFill>
                          <a:effectLst/>
                          <a:latin typeface="+mn-lt"/>
                          <a:ea typeface="+mn-ea"/>
                          <a:cs typeface="+mn-cs"/>
                        </a:rPr>
                        <a:t>Discuss the emerging trends and challenges in NLP and perform the basic NLP tasks using some NLP library. </a:t>
                      </a:r>
                      <a:endParaRPr lang="en-US" altLang="en-US" sz="2400" kern="1200">
                        <a:solidFill>
                          <a:schemeClr val="tx1">
                            <a:lumMod val="75000"/>
                            <a:lumOff val="25000"/>
                          </a:schemeClr>
                        </a:solidFill>
                        <a:latin typeface="+mn-lt"/>
                        <a:ea typeface="+mn-ea"/>
                        <a:cs typeface="Times New Roman" pitchFamily="18" charset="0"/>
                      </a:endParaRPr>
                    </a:p>
                  </a:txBody>
                  <a:tcPr marL="68580" marR="68580" marT="0" marB="0"/>
                </a:tc>
                <a:tc>
                  <a:txBody>
                    <a:bodyPr/>
                    <a:lstStyle/>
                    <a:p>
                      <a:pPr marL="0" indent="0" algn="ctr" defTabSz="914400" rtl="0" eaLnBrk="1" latinLnBrk="0" hangingPunct="1">
                        <a:lnSpc>
                          <a:spcPct val="100000"/>
                        </a:lnSpc>
                        <a:spcBef>
                          <a:spcPct val="20000"/>
                        </a:spcBef>
                        <a:buFont typeface="Arial" pitchFamily="34" charset="0"/>
                        <a:buNone/>
                      </a:pPr>
                      <a:r>
                        <a:rPr lang="en-US" altLang="en-US" sz="2400" kern="1200">
                          <a:solidFill>
                            <a:schemeClr val="tx1">
                              <a:lumMod val="75000"/>
                              <a:lumOff val="25000"/>
                            </a:schemeClr>
                          </a:solidFill>
                          <a:latin typeface="+mn-lt"/>
                          <a:ea typeface="+mn-ea"/>
                          <a:cs typeface="Times New Roman" pitchFamily="18" charset="0"/>
                        </a:rPr>
                        <a:t>K2</a:t>
                      </a:r>
                    </a:p>
                  </a:txBody>
                  <a:tcPr/>
                </a:tc>
                <a:extLst>
                  <a:ext uri="{0D108BD9-81ED-4DB2-BD59-A6C34878D82A}">
                    <a16:rowId xmlns:a16="http://schemas.microsoft.com/office/drawing/2014/main" val="3890275415"/>
                  </a:ext>
                </a:extLst>
              </a:tr>
              <a:tr h="1250296">
                <a:tc>
                  <a:txBody>
                    <a:bodyPr/>
                    <a:lstStyle/>
                    <a:p>
                      <a:pPr marL="0" indent="0" algn="ctr" defTabSz="914400" rtl="0" eaLnBrk="1" latinLnBrk="0" hangingPunct="1">
                        <a:lnSpc>
                          <a:spcPct val="100000"/>
                        </a:lnSpc>
                        <a:spcBef>
                          <a:spcPct val="20000"/>
                        </a:spcBef>
                        <a:buFont typeface="Arial" pitchFamily="34" charset="0"/>
                        <a:buNone/>
                      </a:pPr>
                      <a:r>
                        <a:rPr lang="en-US" altLang="en-US" sz="2400" kern="1200">
                          <a:solidFill>
                            <a:schemeClr val="tx1">
                              <a:lumMod val="75000"/>
                              <a:lumOff val="25000"/>
                            </a:schemeClr>
                          </a:solidFill>
                          <a:latin typeface="+mn-lt"/>
                          <a:ea typeface="+mn-ea"/>
                          <a:cs typeface="Times New Roman" pitchFamily="18" charset="0"/>
                        </a:rPr>
                        <a:t>CO2 </a:t>
                      </a:r>
                    </a:p>
                  </a:txBody>
                  <a:tcPr/>
                </a:tc>
                <a:tc>
                  <a:txBody>
                    <a:bodyPr/>
                    <a:lstStyle/>
                    <a:p>
                      <a:pPr marL="0" marR="0" algn="ctr">
                        <a:lnSpc>
                          <a:spcPct val="100000"/>
                        </a:lnSpc>
                      </a:pPr>
                      <a:r>
                        <a:rPr lang="en-IN" sz="2400" b="1" kern="1200">
                          <a:solidFill>
                            <a:schemeClr val="tx1">
                              <a:lumMod val="75000"/>
                              <a:lumOff val="25000"/>
                            </a:schemeClr>
                          </a:solidFill>
                          <a:effectLst/>
                          <a:latin typeface="+mn-lt"/>
                          <a:ea typeface="+mn-ea"/>
                          <a:cs typeface="+mn-cs"/>
                        </a:rPr>
                        <a:t>Apply regular expressions for data cleaning and understand the fundamental concepts and theories underlying NLP.</a:t>
                      </a:r>
                      <a:endParaRPr lang="en-US" sz="2400" b="1" kern="1200">
                        <a:solidFill>
                          <a:schemeClr val="tx1">
                            <a:lumMod val="75000"/>
                            <a:lumOff val="25000"/>
                          </a:schemeClr>
                        </a:solidFill>
                        <a:effectLst/>
                        <a:latin typeface="+mn-lt"/>
                        <a:ea typeface="+mn-ea"/>
                        <a:cs typeface="+mn-cs"/>
                      </a:endParaRPr>
                    </a:p>
                  </a:txBody>
                  <a:tcPr marL="68580" marR="68580" marT="0" marB="0"/>
                </a:tc>
                <a:tc>
                  <a:txBody>
                    <a:bodyPr/>
                    <a:lstStyle/>
                    <a:p>
                      <a:pPr marL="0" indent="0" algn="ctr" defTabSz="914400" rtl="0" eaLnBrk="1" latinLnBrk="0" hangingPunct="1">
                        <a:lnSpc>
                          <a:spcPct val="100000"/>
                        </a:lnSpc>
                        <a:spcBef>
                          <a:spcPct val="20000"/>
                        </a:spcBef>
                        <a:buFont typeface="Arial" pitchFamily="34" charset="0"/>
                        <a:buNone/>
                      </a:pPr>
                      <a:r>
                        <a:rPr lang="en-US" altLang="en-US" sz="2400" kern="1200">
                          <a:solidFill>
                            <a:schemeClr val="tx1">
                              <a:lumMod val="75000"/>
                              <a:lumOff val="25000"/>
                            </a:schemeClr>
                          </a:solidFill>
                          <a:latin typeface="+mn-lt"/>
                          <a:ea typeface="+mn-ea"/>
                          <a:cs typeface="Times New Roman" pitchFamily="18" charset="0"/>
                        </a:rPr>
                        <a:t>K3</a:t>
                      </a:r>
                    </a:p>
                  </a:txBody>
                  <a:tcPr/>
                </a:tc>
                <a:extLst>
                  <a:ext uri="{0D108BD9-81ED-4DB2-BD59-A6C34878D82A}">
                    <a16:rowId xmlns:a16="http://schemas.microsoft.com/office/drawing/2014/main" val="1248753504"/>
                  </a:ext>
                </a:extLst>
              </a:tr>
              <a:tr h="702331">
                <a:tc>
                  <a:txBody>
                    <a:bodyPr/>
                    <a:lstStyle/>
                    <a:p>
                      <a:pPr marL="0" indent="0" algn="ctr" defTabSz="914400" rtl="0" eaLnBrk="1" latinLnBrk="0" hangingPunct="1">
                        <a:lnSpc>
                          <a:spcPct val="100000"/>
                        </a:lnSpc>
                        <a:spcBef>
                          <a:spcPct val="20000"/>
                        </a:spcBef>
                        <a:buFont typeface="Arial" pitchFamily="34" charset="0"/>
                        <a:buNone/>
                      </a:pPr>
                      <a:r>
                        <a:rPr lang="en-US" altLang="en-US" sz="2400" kern="1200">
                          <a:solidFill>
                            <a:schemeClr val="tx1">
                              <a:lumMod val="75000"/>
                              <a:lumOff val="25000"/>
                            </a:schemeClr>
                          </a:solidFill>
                          <a:latin typeface="+mn-lt"/>
                          <a:ea typeface="+mn-ea"/>
                          <a:cs typeface="Times New Roman" pitchFamily="18" charset="0"/>
                        </a:rPr>
                        <a:t>CO3</a:t>
                      </a:r>
                    </a:p>
                  </a:txBody>
                  <a:tcPr/>
                </a:tc>
                <a:tc>
                  <a:txBody>
                    <a:bodyPr/>
                    <a:lstStyle/>
                    <a:p>
                      <a:pPr marL="0" indent="0" algn="ctr" defTabSz="914400" rtl="0" eaLnBrk="1" latinLnBrk="0" hangingPunct="1">
                        <a:lnSpc>
                          <a:spcPct val="100000"/>
                        </a:lnSpc>
                        <a:spcBef>
                          <a:spcPct val="20000"/>
                        </a:spcBef>
                        <a:buFont typeface="Arial" pitchFamily="34" charset="0"/>
                        <a:buNone/>
                      </a:pPr>
                      <a:r>
                        <a:rPr lang="en-US" sz="2400" kern="1200">
                          <a:solidFill>
                            <a:schemeClr val="tx1">
                              <a:lumMod val="75000"/>
                              <a:lumOff val="25000"/>
                            </a:schemeClr>
                          </a:solidFill>
                          <a:effectLst/>
                          <a:latin typeface="+mn-lt"/>
                          <a:ea typeface="+mn-ea"/>
                          <a:cs typeface="+mn-cs"/>
                        </a:rPr>
                        <a:t>Extract features and find similarity in text data.</a:t>
                      </a:r>
                      <a:endParaRPr lang="en-US" altLang="en-US" sz="2400" kern="1200">
                        <a:solidFill>
                          <a:schemeClr val="tx1">
                            <a:lumMod val="75000"/>
                            <a:lumOff val="25000"/>
                          </a:schemeClr>
                        </a:solidFill>
                        <a:latin typeface="+mn-lt"/>
                        <a:ea typeface="+mn-ea"/>
                        <a:cs typeface="Times New Roman" pitchFamily="18" charset="0"/>
                      </a:endParaRPr>
                    </a:p>
                  </a:txBody>
                  <a:tcPr/>
                </a:tc>
                <a:tc>
                  <a:txBody>
                    <a:bodyPr/>
                    <a:lstStyle/>
                    <a:p>
                      <a:pPr marL="0" indent="0" algn="ctr" defTabSz="914400" rtl="0" eaLnBrk="1" latinLnBrk="0" hangingPunct="1">
                        <a:lnSpc>
                          <a:spcPct val="100000"/>
                        </a:lnSpc>
                        <a:spcBef>
                          <a:spcPct val="20000"/>
                        </a:spcBef>
                        <a:buFont typeface="Arial" pitchFamily="34" charset="0"/>
                        <a:buNone/>
                      </a:pPr>
                      <a:r>
                        <a:rPr lang="en-US" altLang="en-US" sz="2400" kern="1200">
                          <a:solidFill>
                            <a:schemeClr val="tx1">
                              <a:lumMod val="75000"/>
                              <a:lumOff val="25000"/>
                            </a:schemeClr>
                          </a:solidFill>
                          <a:latin typeface="+mn-lt"/>
                          <a:ea typeface="+mn-ea"/>
                          <a:cs typeface="Times New Roman" pitchFamily="18" charset="0"/>
                        </a:rPr>
                        <a:t>K3</a:t>
                      </a:r>
                    </a:p>
                  </a:txBody>
                  <a:tcPr/>
                </a:tc>
                <a:extLst>
                  <a:ext uri="{0D108BD9-81ED-4DB2-BD59-A6C34878D82A}">
                    <a16:rowId xmlns:a16="http://schemas.microsoft.com/office/drawing/2014/main" val="3766692740"/>
                  </a:ext>
                </a:extLst>
              </a:tr>
              <a:tr h="1016826">
                <a:tc>
                  <a:txBody>
                    <a:bodyPr/>
                    <a:lstStyle/>
                    <a:p>
                      <a:pPr marL="0" indent="0" algn="ctr" defTabSz="914400" rtl="0" eaLnBrk="1" latinLnBrk="0" hangingPunct="1">
                        <a:lnSpc>
                          <a:spcPct val="100000"/>
                        </a:lnSpc>
                        <a:spcBef>
                          <a:spcPct val="20000"/>
                        </a:spcBef>
                        <a:buFont typeface="Arial" pitchFamily="34" charset="0"/>
                        <a:buNone/>
                      </a:pPr>
                      <a:r>
                        <a:rPr lang="en-US" altLang="en-US" sz="2400" kern="1200">
                          <a:solidFill>
                            <a:schemeClr val="tx1">
                              <a:lumMod val="75000"/>
                              <a:lumOff val="25000"/>
                            </a:schemeClr>
                          </a:solidFill>
                          <a:latin typeface="+mn-lt"/>
                          <a:ea typeface="+mn-ea"/>
                          <a:cs typeface="Times New Roman" pitchFamily="18" charset="0"/>
                        </a:rPr>
                        <a:t>CO4</a:t>
                      </a:r>
                    </a:p>
                  </a:txBody>
                  <a:tcPr/>
                </a:tc>
                <a:tc>
                  <a:txBody>
                    <a:bodyPr/>
                    <a:lstStyle/>
                    <a:p>
                      <a:pPr marL="0" indent="0" algn="ctr" defTabSz="914400" rtl="0" eaLnBrk="1" latinLnBrk="0" hangingPunct="1">
                        <a:lnSpc>
                          <a:spcPct val="100000"/>
                        </a:lnSpc>
                        <a:spcBef>
                          <a:spcPct val="20000"/>
                        </a:spcBef>
                        <a:buFont typeface="Arial" pitchFamily="34" charset="0"/>
                        <a:buNone/>
                      </a:pPr>
                      <a:r>
                        <a:rPr lang="en-US" sz="2400" kern="1200">
                          <a:solidFill>
                            <a:schemeClr val="tx1">
                              <a:lumMod val="75000"/>
                              <a:lumOff val="25000"/>
                            </a:schemeClr>
                          </a:solidFill>
                          <a:effectLst/>
                          <a:latin typeface="+mn-lt"/>
                          <a:ea typeface="+mn-ea"/>
                          <a:cs typeface="+mn-cs"/>
                        </a:rPr>
                        <a:t>Implement NLP techniques to design real-world NLP applications </a:t>
                      </a:r>
                      <a:endParaRPr lang="en-US" altLang="en-US" sz="2400" kern="1200">
                        <a:solidFill>
                          <a:schemeClr val="tx1">
                            <a:lumMod val="75000"/>
                            <a:lumOff val="25000"/>
                          </a:schemeClr>
                        </a:solidFill>
                        <a:latin typeface="+mn-lt"/>
                        <a:ea typeface="+mn-ea"/>
                        <a:cs typeface="Times New Roman" pitchFamily="18" charset="0"/>
                      </a:endParaRPr>
                    </a:p>
                  </a:txBody>
                  <a:tcPr/>
                </a:tc>
                <a:tc>
                  <a:txBody>
                    <a:bodyPr/>
                    <a:lstStyle/>
                    <a:p>
                      <a:pPr marL="0" indent="0" algn="ctr" defTabSz="914400" rtl="0" eaLnBrk="1" latinLnBrk="0" hangingPunct="1">
                        <a:lnSpc>
                          <a:spcPct val="100000"/>
                        </a:lnSpc>
                        <a:spcBef>
                          <a:spcPct val="20000"/>
                        </a:spcBef>
                        <a:buFont typeface="Arial" pitchFamily="34" charset="0"/>
                        <a:buNone/>
                      </a:pPr>
                      <a:r>
                        <a:rPr lang="en-US" altLang="en-US" sz="2400" kern="1200">
                          <a:solidFill>
                            <a:schemeClr val="tx1">
                              <a:lumMod val="75000"/>
                              <a:lumOff val="25000"/>
                            </a:schemeClr>
                          </a:solidFill>
                          <a:latin typeface="+mn-lt"/>
                          <a:ea typeface="+mn-ea"/>
                          <a:cs typeface="Times New Roman" pitchFamily="18" charset="0"/>
                        </a:rPr>
                        <a:t>K3</a:t>
                      </a:r>
                    </a:p>
                  </a:txBody>
                  <a:tcPr/>
                </a:tc>
                <a:extLst>
                  <a:ext uri="{0D108BD9-81ED-4DB2-BD59-A6C34878D82A}">
                    <a16:rowId xmlns:a16="http://schemas.microsoft.com/office/drawing/2014/main" val="1419297893"/>
                  </a:ext>
                </a:extLst>
              </a:tr>
              <a:tr h="1125266">
                <a:tc>
                  <a:txBody>
                    <a:bodyPr/>
                    <a:lstStyle/>
                    <a:p>
                      <a:pPr marL="0" indent="0" algn="ctr" defTabSz="914400" rtl="0" eaLnBrk="1" latinLnBrk="0" hangingPunct="1">
                        <a:lnSpc>
                          <a:spcPct val="100000"/>
                        </a:lnSpc>
                        <a:spcBef>
                          <a:spcPct val="20000"/>
                        </a:spcBef>
                        <a:buFont typeface="Arial" pitchFamily="34" charset="0"/>
                        <a:buNone/>
                      </a:pPr>
                      <a:r>
                        <a:rPr lang="en-US" altLang="en-US" sz="2400" kern="1200">
                          <a:solidFill>
                            <a:schemeClr val="tx1">
                              <a:lumMod val="75000"/>
                              <a:lumOff val="25000"/>
                            </a:schemeClr>
                          </a:solidFill>
                          <a:latin typeface="+mn-lt"/>
                          <a:ea typeface="+mn-ea"/>
                          <a:cs typeface="Times New Roman" pitchFamily="18" charset="0"/>
                        </a:rPr>
                        <a:t>CO5</a:t>
                      </a:r>
                    </a:p>
                  </a:txBody>
                  <a:tcPr/>
                </a:tc>
                <a:tc>
                  <a:txBody>
                    <a:bodyPr/>
                    <a:lstStyle/>
                    <a:p>
                      <a:pPr marL="0" marR="0" indent="0" algn="ctr" defTabSz="914400" rtl="0" eaLnBrk="1" latinLnBrk="0" hangingPunct="1">
                        <a:lnSpc>
                          <a:spcPct val="100000"/>
                        </a:lnSpc>
                        <a:spcBef>
                          <a:spcPct val="20000"/>
                        </a:spcBef>
                        <a:spcAft>
                          <a:spcPts val="0"/>
                        </a:spcAft>
                        <a:buFont typeface="Arial" pitchFamily="34" charset="0"/>
                        <a:buNone/>
                      </a:pPr>
                      <a:r>
                        <a:rPr lang="en-US" sz="2400" kern="1200">
                          <a:solidFill>
                            <a:schemeClr val="tx1">
                              <a:lumMod val="75000"/>
                              <a:lumOff val="25000"/>
                            </a:schemeClr>
                          </a:solidFill>
                          <a:effectLst/>
                          <a:latin typeface="+mn-lt"/>
                          <a:ea typeface="+mn-ea"/>
                          <a:cs typeface="+mn-cs"/>
                        </a:rPr>
                        <a:t>Apply advanced techniques like sequential modelling and attention mechanism to develop NLP applications</a:t>
                      </a:r>
                      <a:endParaRPr lang="en-US" altLang="en-US" sz="2400" kern="1200">
                        <a:solidFill>
                          <a:schemeClr val="tx1">
                            <a:lumMod val="75000"/>
                            <a:lumOff val="25000"/>
                          </a:schemeClr>
                        </a:solidFill>
                        <a:latin typeface="+mn-lt"/>
                        <a:ea typeface="+mn-ea"/>
                        <a:cs typeface="Times New Roman" pitchFamily="18" charset="0"/>
                      </a:endParaRPr>
                    </a:p>
                  </a:txBody>
                  <a:tcPr marL="68580" marR="68580" marT="0" marB="0"/>
                </a:tc>
                <a:tc>
                  <a:txBody>
                    <a:bodyPr/>
                    <a:lstStyle/>
                    <a:p>
                      <a:pPr marL="0" indent="0" algn="ctr" defTabSz="914400" rtl="0" eaLnBrk="1" latinLnBrk="0" hangingPunct="1">
                        <a:lnSpc>
                          <a:spcPct val="100000"/>
                        </a:lnSpc>
                        <a:spcBef>
                          <a:spcPct val="20000"/>
                        </a:spcBef>
                        <a:buFont typeface="Arial" pitchFamily="34" charset="0"/>
                        <a:buNone/>
                      </a:pPr>
                      <a:r>
                        <a:rPr lang="en-US" altLang="en-US" sz="2400" kern="1200">
                          <a:solidFill>
                            <a:schemeClr val="tx1">
                              <a:lumMod val="75000"/>
                              <a:lumOff val="25000"/>
                            </a:schemeClr>
                          </a:solidFill>
                          <a:latin typeface="+mn-lt"/>
                          <a:ea typeface="+mn-ea"/>
                          <a:cs typeface="Times New Roman" pitchFamily="18" charset="0"/>
                        </a:rPr>
                        <a:t>K4</a:t>
                      </a:r>
                    </a:p>
                  </a:txBody>
                  <a:tcPr/>
                </a:tc>
                <a:extLst>
                  <a:ext uri="{0D108BD9-81ED-4DB2-BD59-A6C34878D82A}">
                    <a16:rowId xmlns:a16="http://schemas.microsoft.com/office/drawing/2014/main" val="1008236342"/>
                  </a:ext>
                </a:extLst>
              </a:tr>
            </a:tbl>
          </a:graphicData>
        </a:graphic>
      </p:graphicFrame>
      <p:pic>
        <p:nvPicPr>
          <p:cNvPr id="10" name="Picture 2" descr="Noida Institute of Engineering and Technology - [NIET], Greater Noida -  Faculty Details 2024-20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6441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371600"/>
            <a:ext cx="8305800" cy="4648200"/>
          </a:xfrm>
        </p:spPr>
        <p:txBody>
          <a:bodyPr>
            <a:noAutofit/>
          </a:bodyPr>
          <a:lstStyle/>
          <a:p>
            <a:pPr marL="0" indent="0" algn="just">
              <a:buNone/>
            </a:pPr>
            <a:r>
              <a:rPr lang="en-US" sz="2400" b="1">
                <a:cs typeface="Times New Roman" panose="02020603050405020304" pitchFamily="18" charset="0"/>
              </a:rPr>
              <a:t>1. Engineering knowledge:</a:t>
            </a:r>
            <a:r>
              <a:rPr lang="en-US" sz="2400">
                <a:cs typeface="Times New Roman" panose="02020603050405020304" pitchFamily="18" charset="0"/>
              </a:rPr>
              <a:t> Apply the knowledge of mathematics, science, engineering fundamentals, and an engineering specialization for the solution of complex engineering problems. </a:t>
            </a:r>
          </a:p>
          <a:p>
            <a:pPr marL="0" indent="0" algn="just">
              <a:buNone/>
            </a:pPr>
            <a:r>
              <a:rPr lang="en-US" sz="2400" b="1">
                <a:cs typeface="Times New Roman" panose="02020603050405020304" pitchFamily="18" charset="0"/>
              </a:rPr>
              <a:t>2. Problem analysis:</a:t>
            </a:r>
            <a:r>
              <a:rPr lang="en-US" sz="2400">
                <a:cs typeface="Times New Roman" panose="02020603050405020304" pitchFamily="18" charset="0"/>
              </a:rPr>
              <a:t> Identify, formulate, research literature, and analyze complex engineering problems reaching substantiated conclusions using first principles of mathematics, natural sciences, and engineering sciences.</a:t>
            </a:r>
            <a:endParaRPr lang="en-IN" sz="2400">
              <a:cs typeface="Times New Roman" panose="02020603050405020304" pitchFamily="18" charset="0"/>
            </a:endParaRPr>
          </a:p>
          <a:p>
            <a:pPr marL="0" indent="0" algn="just">
              <a:buNone/>
            </a:pPr>
            <a:r>
              <a:rPr lang="en-US" sz="2400" b="1">
                <a:cs typeface="Times New Roman" panose="02020603050405020304" pitchFamily="18" charset="0"/>
              </a:rPr>
              <a:t>3. Design/development of solutions:</a:t>
            </a:r>
            <a:r>
              <a:rPr lang="en-US" sz="2400">
                <a:cs typeface="Times New Roman" panose="02020603050405020304" pitchFamily="18" charset="0"/>
              </a:rPr>
              <a:t> Design solutions for complex engineering problems and design system components or processes that meet the specified needs with appropriate consideration for public health and safety, and cultural, societal, and environmental considerations. </a:t>
            </a:r>
            <a:endParaRPr lang="en-IN" sz="240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sp>
        <p:nvSpPr>
          <p:cNvPr id="7" name="Title 1"/>
          <p:cNvSpPr txBox="1">
            <a:spLocks/>
          </p:cNvSpPr>
          <p:nvPr/>
        </p:nvSpPr>
        <p:spPr>
          <a:xfrm>
            <a:off x="1371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a:t>Program Outcome </a:t>
            </a:r>
          </a:p>
        </p:txBody>
      </p:sp>
      <p:pic>
        <p:nvPicPr>
          <p:cNvPr id="8" name="Picture 2" descr="Noida Institute of Engineering and Technology - [NIET], Greater Noida -  Faculty Details 2024-202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0252612"/>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295400"/>
            <a:ext cx="8305800" cy="4800600"/>
          </a:xfrm>
        </p:spPr>
        <p:txBody>
          <a:bodyPr>
            <a:noAutofit/>
          </a:bodyPr>
          <a:lstStyle/>
          <a:p>
            <a:pPr marL="0" indent="0" algn="just">
              <a:buNone/>
            </a:pPr>
            <a:r>
              <a:rPr lang="en-US" sz="2400" dirty="0">
                <a:cs typeface="Times New Roman" panose="02020603050405020304" pitchFamily="18" charset="0"/>
              </a:rPr>
              <a:t>4. </a:t>
            </a:r>
            <a:r>
              <a:rPr lang="en-US" sz="2400" b="1" dirty="0">
                <a:cs typeface="Times New Roman" panose="02020603050405020304" pitchFamily="18" charset="0"/>
              </a:rPr>
              <a:t>Conduct investigations of complex problems:</a:t>
            </a:r>
            <a:r>
              <a:rPr lang="en-US" sz="2400" dirty="0">
                <a:cs typeface="Times New Roman" panose="02020603050405020304" pitchFamily="18" charset="0"/>
              </a:rPr>
              <a:t> Use research based knowledge and research methods including design of experiments, analysis and interpretation of data, and synthesis of information to provide valid conclusions. </a:t>
            </a:r>
            <a:endParaRPr lang="en-IN" sz="2400" dirty="0">
              <a:cs typeface="Times New Roman" panose="02020603050405020304" pitchFamily="18" charset="0"/>
            </a:endParaRPr>
          </a:p>
          <a:p>
            <a:pPr marL="0" indent="0" algn="just">
              <a:buNone/>
            </a:pPr>
            <a:r>
              <a:rPr lang="en-US" sz="2400" dirty="0">
                <a:cs typeface="Times New Roman" panose="02020603050405020304" pitchFamily="18" charset="0"/>
              </a:rPr>
              <a:t>5. </a:t>
            </a:r>
            <a:r>
              <a:rPr lang="en-US" sz="2400" b="1" dirty="0">
                <a:cs typeface="Times New Roman" panose="02020603050405020304" pitchFamily="18" charset="0"/>
              </a:rPr>
              <a:t>Modern tool usage:</a:t>
            </a:r>
            <a:r>
              <a:rPr lang="en-US" sz="2400" dirty="0">
                <a:cs typeface="Times New Roman" panose="02020603050405020304" pitchFamily="18" charset="0"/>
              </a:rPr>
              <a:t> Create, select, and apply appropriate techniques, resources, and modern engineering and IT tools, including prediction and modeling to complex engineering activities, with an understanding of the limitations. </a:t>
            </a:r>
          </a:p>
          <a:p>
            <a:pPr marL="0" indent="0" algn="just">
              <a:buNone/>
            </a:pPr>
            <a:r>
              <a:rPr lang="en-US" sz="2400" dirty="0">
                <a:cs typeface="Times New Roman" panose="02020603050405020304" pitchFamily="18" charset="0"/>
              </a:rPr>
              <a:t>6. </a:t>
            </a:r>
            <a:r>
              <a:rPr lang="en-US" sz="2400" b="1" dirty="0">
                <a:cs typeface="Times New Roman" panose="02020603050405020304" pitchFamily="18" charset="0"/>
              </a:rPr>
              <a:t>The engineer and society:</a:t>
            </a:r>
            <a:r>
              <a:rPr lang="en-US" sz="2400" dirty="0">
                <a:cs typeface="Times New Roman" panose="02020603050405020304" pitchFamily="18" charset="0"/>
              </a:rPr>
              <a:t> Apply reasoning informed by the contextual knowledge to assess societal, health, safety, legal and cultural issues and the consequent responsibilities relevant to the professional engineering practice. </a:t>
            </a:r>
            <a:endParaRPr lang="en-IN" sz="2400" dirty="0">
              <a:cs typeface="Times New Roman" panose="02020603050405020304" pitchFamily="18" charset="0"/>
            </a:endParaRPr>
          </a:p>
          <a:p>
            <a:pPr marL="0" indent="0" algn="just">
              <a:buNone/>
            </a:pPr>
            <a:endParaRPr lang="en-IN" sz="2400" dirty="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sp>
        <p:nvSpPr>
          <p:cNvPr id="7" name="Title 1"/>
          <p:cNvSpPr txBox="1">
            <a:spLocks/>
          </p:cNvSpPr>
          <p:nvPr/>
        </p:nvSpPr>
        <p:spPr>
          <a:xfrm>
            <a:off x="1371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a:t>Program Outcome </a:t>
            </a:r>
          </a:p>
        </p:txBody>
      </p:sp>
      <p:pic>
        <p:nvPicPr>
          <p:cNvPr id="8" name="Picture 2" descr="Noida Institute of Engineering and Technology - [NIET], Greater Noida -  Faculty Details 2024-20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97561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339849"/>
            <a:ext cx="8305800" cy="4451351"/>
          </a:xfrm>
        </p:spPr>
        <p:txBody>
          <a:bodyPr>
            <a:noAutofit/>
          </a:bodyPr>
          <a:lstStyle/>
          <a:p>
            <a:pPr marL="0" indent="0" algn="just">
              <a:lnSpc>
                <a:spcPct val="120000"/>
              </a:lnSpc>
              <a:buNone/>
            </a:pPr>
            <a:r>
              <a:rPr lang="en-US" sz="2400" b="1">
                <a:cs typeface="Times New Roman" panose="02020603050405020304" pitchFamily="18" charset="0"/>
              </a:rPr>
              <a:t>7. Environment and sustainability:</a:t>
            </a:r>
            <a:r>
              <a:rPr lang="en-US" sz="2400">
                <a:cs typeface="Times New Roman" panose="02020603050405020304" pitchFamily="18" charset="0"/>
              </a:rPr>
              <a:t> Understand the impact of the professional engineering solutions in societal and environmental contexts, and demonstrate the knowledge of, and need for sustainable development. </a:t>
            </a:r>
          </a:p>
          <a:p>
            <a:pPr marL="0" indent="0" algn="just">
              <a:lnSpc>
                <a:spcPct val="120000"/>
              </a:lnSpc>
              <a:buNone/>
            </a:pPr>
            <a:r>
              <a:rPr lang="en-US" sz="2400" b="1">
                <a:cs typeface="Times New Roman" panose="02020603050405020304" pitchFamily="18" charset="0"/>
              </a:rPr>
              <a:t>8. Ethics:</a:t>
            </a:r>
            <a:r>
              <a:rPr lang="en-US" sz="2400">
                <a:cs typeface="Times New Roman" panose="02020603050405020304" pitchFamily="18" charset="0"/>
              </a:rPr>
              <a:t> Apply ethical principles and commit to professional ethics and responsibilities and norms of the engineering practice. </a:t>
            </a:r>
            <a:endParaRPr lang="en-IN" sz="2400">
              <a:cs typeface="Times New Roman" panose="02020603050405020304" pitchFamily="18" charset="0"/>
            </a:endParaRPr>
          </a:p>
          <a:p>
            <a:pPr marL="0" indent="0" algn="just">
              <a:lnSpc>
                <a:spcPct val="120000"/>
              </a:lnSpc>
              <a:buNone/>
            </a:pPr>
            <a:r>
              <a:rPr lang="en-US" sz="2400" b="1">
                <a:cs typeface="Times New Roman" panose="02020603050405020304" pitchFamily="18" charset="0"/>
              </a:rPr>
              <a:t>9. Individual and team work:</a:t>
            </a:r>
            <a:r>
              <a:rPr lang="en-US" sz="2400">
                <a:cs typeface="Times New Roman" panose="02020603050405020304" pitchFamily="18" charset="0"/>
              </a:rPr>
              <a:t> Function effectively as an individual, and as a member or leader in diverse teams, and in multidisciplinary settings.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a:p>
        </p:txBody>
      </p:sp>
      <p:sp>
        <p:nvSpPr>
          <p:cNvPr id="7" name="Title 1"/>
          <p:cNvSpPr txBox="1">
            <a:spLocks/>
          </p:cNvSpPr>
          <p:nvPr/>
        </p:nvSpPr>
        <p:spPr>
          <a:xfrm>
            <a:off x="1371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a:t>Program Outcome </a:t>
            </a:r>
          </a:p>
        </p:txBody>
      </p:sp>
      <p:pic>
        <p:nvPicPr>
          <p:cNvPr id="8" name="Picture 2" descr="Noida Institute of Engineering and Technology - [NIET], Greater Noida -  Faculty Details 2024-202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9568147"/>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95400"/>
            <a:ext cx="8305800" cy="4953000"/>
          </a:xfrm>
        </p:spPr>
        <p:txBody>
          <a:bodyPr>
            <a:noAutofit/>
          </a:bodyPr>
          <a:lstStyle/>
          <a:p>
            <a:pPr marL="0" indent="0" algn="just">
              <a:lnSpc>
                <a:spcPct val="120000"/>
              </a:lnSpc>
              <a:buNone/>
            </a:pPr>
            <a:r>
              <a:rPr lang="en-US" sz="2000">
                <a:cs typeface="Times New Roman" panose="02020603050405020304" pitchFamily="18" charset="0"/>
              </a:rPr>
              <a:t>10. </a:t>
            </a:r>
            <a:r>
              <a:rPr lang="en-US" sz="2000" b="1">
                <a:cs typeface="Times New Roman" panose="02020603050405020304" pitchFamily="18" charset="0"/>
              </a:rPr>
              <a:t>Communication: </a:t>
            </a:r>
            <a:r>
              <a:rPr lang="en-US" sz="2000">
                <a:cs typeface="Times New Roman" panose="02020603050405020304" pitchFamily="18" charset="0"/>
              </a:rPr>
              <a:t>Communicate effectively on complex engineering activities with the engineering community and with the society at large, such as, being able to comprehend and write effective reports and design documentation, make effective presentations, and give and receive clear instructions. </a:t>
            </a:r>
            <a:endParaRPr lang="en-IN" sz="2000">
              <a:cs typeface="Times New Roman" panose="02020603050405020304" pitchFamily="18" charset="0"/>
            </a:endParaRPr>
          </a:p>
          <a:p>
            <a:pPr marL="0" indent="0" algn="just">
              <a:lnSpc>
                <a:spcPct val="120000"/>
              </a:lnSpc>
              <a:buNone/>
            </a:pPr>
            <a:r>
              <a:rPr lang="en-US" sz="2000">
                <a:cs typeface="Times New Roman" panose="02020603050405020304" pitchFamily="18" charset="0"/>
              </a:rPr>
              <a:t>11. </a:t>
            </a:r>
            <a:r>
              <a:rPr lang="en-US" sz="2000" b="1">
                <a:cs typeface="Times New Roman" panose="02020603050405020304" pitchFamily="18" charset="0"/>
              </a:rPr>
              <a:t>Project management and finance: </a:t>
            </a:r>
            <a:r>
              <a:rPr lang="en-US" sz="2000">
                <a:cs typeface="Times New Roman" panose="02020603050405020304" pitchFamily="18" charset="0"/>
              </a:rPr>
              <a:t>Demonstrate knowledge and understanding of the engineering and management principles and apply these to one’s own work, as a member and leader in a team, to manage projects and in multidisciplinary environments. </a:t>
            </a:r>
          </a:p>
          <a:p>
            <a:pPr marL="0" indent="0" algn="just">
              <a:lnSpc>
                <a:spcPct val="120000"/>
              </a:lnSpc>
              <a:buNone/>
            </a:pPr>
            <a:r>
              <a:rPr lang="en-US" sz="2000">
                <a:cs typeface="Times New Roman" panose="02020603050405020304" pitchFamily="18" charset="0"/>
              </a:rPr>
              <a:t>12.</a:t>
            </a:r>
            <a:r>
              <a:rPr lang="en-US" sz="2000" b="1">
                <a:cs typeface="Times New Roman" panose="02020603050405020304" pitchFamily="18" charset="0"/>
              </a:rPr>
              <a:t>Life-long learning: </a:t>
            </a:r>
            <a:r>
              <a:rPr lang="en-US" sz="2000">
                <a:cs typeface="Times New Roman" panose="02020603050405020304" pitchFamily="18" charset="0"/>
              </a:rPr>
              <a:t>Recognize the need for, and have the preparation and ability to engage in independent and life-long learning in the broadest context of technological change.</a:t>
            </a:r>
            <a:endParaRPr lang="en-IN" sz="200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a:p>
        </p:txBody>
      </p:sp>
      <p:sp>
        <p:nvSpPr>
          <p:cNvPr id="7" name="Title 1"/>
          <p:cNvSpPr txBox="1">
            <a:spLocks/>
          </p:cNvSpPr>
          <p:nvPr/>
        </p:nvSpPr>
        <p:spPr>
          <a:xfrm>
            <a:off x="1371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a:t>Program Outcome</a:t>
            </a:r>
          </a:p>
        </p:txBody>
      </p:sp>
      <p:pic>
        <p:nvPicPr>
          <p:cNvPr id="8" name="Picture 2" descr="Noida Institute of Engineering and Technology - [NIET], Greater Noida -  Faculty Details 2024-20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46908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630936" y="334644"/>
            <a:ext cx="7882128" cy="107691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a:t>Pre-requisites </a:t>
            </a:r>
          </a:p>
        </p:txBody>
      </p:sp>
      <p:sp>
        <p:nvSpPr>
          <p:cNvPr id="22" name="Rectangle 21">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2079" y="0"/>
            <a:ext cx="7879842"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3" name="Rectangle 22">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1512994"/>
            <a:ext cx="787984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a:xfrm>
            <a:off x="6537960" y="6356350"/>
            <a:ext cx="197510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12</a:t>
            </a:fld>
            <a:endParaRPr lang="en-US">
              <a:solidFill>
                <a:schemeClr val="tx1">
                  <a:lumMod val="50000"/>
                  <a:lumOff val="50000"/>
                </a:schemeClr>
              </a:solidFill>
            </a:endParaRPr>
          </a:p>
        </p:txBody>
      </p:sp>
      <p:graphicFrame>
        <p:nvGraphicFramePr>
          <p:cNvPr id="24" name="Content Placeholder 2">
            <a:extLst>
              <a:ext uri="{FF2B5EF4-FFF2-40B4-BE49-F238E27FC236}">
                <a16:creationId xmlns:a16="http://schemas.microsoft.com/office/drawing/2014/main" id="{8F4F919B-59A8-DAD7-D9C2-9442BD3B1827}"/>
              </a:ext>
            </a:extLst>
          </p:cNvPr>
          <p:cNvGraphicFramePr>
            <a:graphicFrameLocks noGrp="1"/>
          </p:cNvGraphicFramePr>
          <p:nvPr>
            <p:ph idx="1"/>
            <p:extLst>
              <p:ext uri="{D42A27DB-BD31-4B8C-83A1-F6EECF244321}">
                <p14:modId xmlns:p14="http://schemas.microsoft.com/office/powerpoint/2010/main" val="2271771563"/>
              </p:ext>
            </p:extLst>
          </p:nvPr>
        </p:nvGraphicFramePr>
        <p:xfrm>
          <a:off x="628650" y="1737360"/>
          <a:ext cx="7879842" cy="45354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 name="Picture 2" descr="Noida Institute of Engineering and Technology - [NIET], Greater Noida -  Faculty Details 2024-202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81639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dirty="0" smtClean="0"/>
              <a:pPr/>
              <a:t>13</a:t>
            </a:fld>
            <a:endParaRPr lang="en-US" dirty="0"/>
          </a:p>
        </p:txBody>
      </p:sp>
      <p:sp>
        <p:nvSpPr>
          <p:cNvPr id="7" name="Title 1"/>
          <p:cNvSpPr txBox="1">
            <a:spLocks/>
          </p:cNvSpPr>
          <p:nvPr/>
        </p:nvSpPr>
        <p:spPr>
          <a:xfrm>
            <a:off x="1371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dirty="0"/>
              <a:t>Unit-3:Content </a:t>
            </a:r>
          </a:p>
        </p:txBody>
      </p:sp>
      <p:sp>
        <p:nvSpPr>
          <p:cNvPr id="8" name="Content Placeholder 2">
            <a:extLst>
              <a:ext uri="{FF2B5EF4-FFF2-40B4-BE49-F238E27FC236}">
                <a16:creationId xmlns:a16="http://schemas.microsoft.com/office/drawing/2014/main" id="{D7F71052-C096-41E2-9234-43D568F9BDDA}"/>
              </a:ext>
            </a:extLst>
          </p:cNvPr>
          <p:cNvSpPr txBox="1">
            <a:spLocks/>
          </p:cNvSpPr>
          <p:nvPr/>
        </p:nvSpPr>
        <p:spPr>
          <a:xfrm>
            <a:off x="381000" y="889431"/>
            <a:ext cx="8305800" cy="5655919"/>
          </a:xfrm>
          <a:prstGeom prst="rect">
            <a:avLst/>
          </a:prstGeom>
        </p:spPr>
        <p:txBody>
          <a:bodyPr vert="horz" lIns="91440" tIns="45720" rIns="91440" bIns="45720" rtlCol="0" anchor="t">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defRPr/>
            </a:pPr>
            <a:r>
              <a:rPr lang="en-US" sz="2400" b="1" dirty="0"/>
              <a:t>TEXT ANALYSIS AND SIMILARITY:</a:t>
            </a:r>
            <a:endParaRPr lang="en-US" sz="2400" b="1" dirty="0">
              <a:ea typeface="Calibri"/>
              <a:cs typeface="Calibri"/>
            </a:endParaRPr>
          </a:p>
          <a:p>
            <a:pPr>
              <a:lnSpc>
                <a:spcPct val="150000"/>
              </a:lnSpc>
              <a:buFont typeface="Wingdings" panose="05000000000000000000" pitchFamily="2" charset="2"/>
              <a:buChar char="Ø"/>
              <a:defRPr/>
            </a:pPr>
            <a:r>
              <a:rPr lang="en-US" sz="1800" dirty="0">
                <a:latin typeface="Times New Roman"/>
                <a:cs typeface="Times New Roman"/>
              </a:rPr>
              <a:t>Text Vectorization</a:t>
            </a:r>
            <a:r>
              <a:rPr lang="en-GB" sz="1800" dirty="0">
                <a:latin typeface="Times New Roman"/>
                <a:cs typeface="Times New Roman"/>
              </a:rPr>
              <a:t>:</a:t>
            </a:r>
          </a:p>
          <a:p>
            <a:pPr lvl="1">
              <a:lnSpc>
                <a:spcPct val="150000"/>
              </a:lnSpc>
              <a:buFont typeface="Wingdings,Sans-Serif" panose="05000000000000000000" pitchFamily="2" charset="2"/>
              <a:buChar char="Ø"/>
              <a:defRPr/>
            </a:pPr>
            <a:r>
              <a:rPr lang="en-US" sz="1600" dirty="0">
                <a:latin typeface="Times New Roman"/>
                <a:ea typeface="Calibri"/>
                <a:cs typeface="Times New Roman"/>
              </a:rPr>
              <a:t>Bag-of-Words Model </a:t>
            </a:r>
            <a:endParaRPr lang="en-GB" sz="1600">
              <a:latin typeface="Times New Roman"/>
              <a:ea typeface="Calibri"/>
              <a:cs typeface="Times New Roman"/>
            </a:endParaRPr>
          </a:p>
          <a:p>
            <a:pPr lvl="1">
              <a:lnSpc>
                <a:spcPct val="150000"/>
              </a:lnSpc>
              <a:buFont typeface="Wingdings,Sans-Serif" panose="05000000000000000000" pitchFamily="2" charset="2"/>
              <a:buChar char="Ø"/>
              <a:defRPr/>
            </a:pPr>
            <a:r>
              <a:rPr lang="en-US" sz="1600" dirty="0">
                <a:latin typeface="Times New Roman"/>
                <a:ea typeface="Calibri"/>
                <a:cs typeface="Times New Roman"/>
              </a:rPr>
              <a:t>Vector Space Models</a:t>
            </a:r>
            <a:endParaRPr lang="en-GB" sz="1600">
              <a:latin typeface="Times New Roman"/>
              <a:ea typeface="Calibri"/>
              <a:cs typeface="Times New Roman"/>
            </a:endParaRPr>
          </a:p>
          <a:p>
            <a:pPr lvl="1">
              <a:lnSpc>
                <a:spcPct val="150000"/>
              </a:lnSpc>
              <a:buFont typeface="Wingdings,Sans-Serif" panose="05000000000000000000" pitchFamily="2" charset="2"/>
              <a:buChar char="Ø"/>
              <a:defRPr/>
            </a:pPr>
            <a:r>
              <a:rPr lang="en-US" sz="1600" dirty="0">
                <a:latin typeface="Times New Roman"/>
                <a:ea typeface="Calibri"/>
                <a:cs typeface="Times New Roman"/>
              </a:rPr>
              <a:t>Term Presence</a:t>
            </a:r>
            <a:endParaRPr lang="en-GB" sz="1600">
              <a:latin typeface="Times New Roman"/>
              <a:ea typeface="Calibri"/>
              <a:cs typeface="Times New Roman"/>
            </a:endParaRPr>
          </a:p>
          <a:p>
            <a:pPr lvl="1">
              <a:lnSpc>
                <a:spcPct val="150000"/>
              </a:lnSpc>
              <a:buFont typeface="Wingdings,Sans-Serif" panose="05000000000000000000" pitchFamily="2" charset="2"/>
              <a:buChar char="Ø"/>
              <a:defRPr/>
            </a:pPr>
            <a:r>
              <a:rPr lang="en-US" sz="1600" dirty="0">
                <a:latin typeface="Times New Roman"/>
                <a:ea typeface="Calibri"/>
                <a:cs typeface="Times New Roman"/>
              </a:rPr>
              <a:t>Term Frequency</a:t>
            </a:r>
            <a:endParaRPr lang="en-GB" sz="1600">
              <a:latin typeface="Times New Roman"/>
              <a:ea typeface="Calibri"/>
              <a:cs typeface="Times New Roman"/>
            </a:endParaRPr>
          </a:p>
          <a:p>
            <a:pPr lvl="1">
              <a:lnSpc>
                <a:spcPct val="150000"/>
              </a:lnSpc>
              <a:buFont typeface="Wingdings,Sans-Serif" panose="05000000000000000000" pitchFamily="2" charset="2"/>
              <a:buChar char="Ø"/>
              <a:defRPr/>
            </a:pPr>
            <a:r>
              <a:rPr lang="en-US" sz="1600" dirty="0">
                <a:latin typeface="Times New Roman"/>
                <a:ea typeface="Calibri"/>
                <a:cs typeface="Times New Roman"/>
              </a:rPr>
              <a:t>TF-IDF  </a:t>
            </a:r>
            <a:endParaRPr lang="en-GB" sz="1600">
              <a:latin typeface="Times New Roman"/>
              <a:ea typeface="Calibri"/>
              <a:cs typeface="Times New Roman"/>
            </a:endParaRPr>
          </a:p>
          <a:p>
            <a:pPr>
              <a:lnSpc>
                <a:spcPct val="150000"/>
              </a:lnSpc>
              <a:buFont typeface="Wingdings" panose="05000000000000000000" pitchFamily="2" charset="2"/>
              <a:buChar char="Ø"/>
              <a:defRPr/>
            </a:pPr>
            <a:r>
              <a:rPr lang="en-US" sz="1800" dirty="0">
                <a:latin typeface="Times New Roman"/>
                <a:cs typeface="Times New Roman"/>
              </a:rPr>
              <a:t>Textual Similarity:</a:t>
            </a:r>
          </a:p>
          <a:p>
            <a:pPr lvl="1">
              <a:lnSpc>
                <a:spcPct val="150000"/>
              </a:lnSpc>
              <a:buFont typeface="Wingdings" panose="05000000000000000000" pitchFamily="2" charset="2"/>
              <a:buChar char="Ø"/>
              <a:defRPr/>
            </a:pPr>
            <a:r>
              <a:rPr lang="en-US" sz="1600" dirty="0">
                <a:latin typeface="Times New Roman"/>
                <a:ea typeface="Calibri"/>
                <a:cs typeface="Times New Roman"/>
              </a:rPr>
              <a:t>Cosine Similarity</a:t>
            </a:r>
          </a:p>
          <a:p>
            <a:pPr lvl="1">
              <a:lnSpc>
                <a:spcPct val="150000"/>
              </a:lnSpc>
              <a:buFont typeface="Wingdings" panose="05000000000000000000" pitchFamily="2" charset="2"/>
              <a:buChar char="Ø"/>
              <a:defRPr/>
            </a:pPr>
            <a:r>
              <a:rPr lang="en-US" sz="1600" dirty="0">
                <a:latin typeface="Times New Roman"/>
                <a:ea typeface="Calibri"/>
                <a:cs typeface="Times New Roman"/>
              </a:rPr>
              <a:t>Word Mover’s Distance </a:t>
            </a:r>
            <a:endParaRPr lang="en-US" sz="1600">
              <a:latin typeface="Times New Roman"/>
              <a:ea typeface="Calibri"/>
              <a:cs typeface="Times New Roman"/>
            </a:endParaRPr>
          </a:p>
          <a:p>
            <a:pPr>
              <a:lnSpc>
                <a:spcPct val="150000"/>
              </a:lnSpc>
              <a:buFont typeface="Wingdings" panose="05000000000000000000" pitchFamily="2" charset="2"/>
              <a:buChar char="Ø"/>
              <a:defRPr/>
            </a:pPr>
            <a:r>
              <a:rPr lang="en-US" sz="1800" dirty="0">
                <a:latin typeface="Times New Roman"/>
                <a:cs typeface="Times New Roman"/>
              </a:rPr>
              <a:t>Word Embeddings:</a:t>
            </a:r>
          </a:p>
          <a:p>
            <a:pPr lvl="1">
              <a:lnSpc>
                <a:spcPct val="150000"/>
              </a:lnSpc>
              <a:buFont typeface="Wingdings" panose="05000000000000000000" pitchFamily="2" charset="2"/>
              <a:buChar char="Ø"/>
              <a:defRPr/>
            </a:pPr>
            <a:r>
              <a:rPr lang="en-US" sz="1600" dirty="0">
                <a:latin typeface="Times New Roman"/>
                <a:ea typeface="Calibri"/>
                <a:cs typeface="Times New Roman"/>
              </a:rPr>
              <a:t>Word2Vec</a:t>
            </a:r>
          </a:p>
          <a:p>
            <a:pPr lvl="1">
              <a:lnSpc>
                <a:spcPct val="150000"/>
              </a:lnSpc>
              <a:buFont typeface="Wingdings" panose="05000000000000000000" pitchFamily="2" charset="2"/>
              <a:buChar char="Ø"/>
              <a:defRPr/>
            </a:pPr>
            <a:r>
              <a:rPr lang="en-US" sz="1600" err="1">
                <a:latin typeface="Times New Roman"/>
                <a:ea typeface="Calibri"/>
                <a:cs typeface="Times New Roman"/>
              </a:rPr>
              <a:t>GloVe</a:t>
            </a:r>
            <a:endParaRPr lang="en-US" sz="1600">
              <a:latin typeface="Times New Roman"/>
              <a:ea typeface="Calibri"/>
              <a:cs typeface="Times New Roman"/>
            </a:endParaRPr>
          </a:p>
          <a:p>
            <a:pPr lvl="1">
              <a:buFont typeface="Wingdings" panose="05000000000000000000" pitchFamily="2" charset="2"/>
              <a:buChar char="Ø"/>
              <a:defRPr/>
            </a:pPr>
            <a:endParaRPr lang="en-GB" sz="1800" dirty="0">
              <a:latin typeface="Times New Roman"/>
              <a:ea typeface="Calibri"/>
              <a:cs typeface="Times New Roman"/>
            </a:endParaRPr>
          </a:p>
          <a:p>
            <a:pPr>
              <a:buFont typeface="Wingdings" panose="05000000000000000000" pitchFamily="2" charset="2"/>
              <a:buChar char="Ø"/>
              <a:defRPr/>
            </a:pPr>
            <a:endParaRPr lang="en-GB" sz="1400" dirty="0">
              <a:ea typeface="Calibri"/>
              <a:cs typeface="Times New Roman"/>
            </a:endParaRPr>
          </a:p>
          <a:p>
            <a:pPr algn="just">
              <a:buNone/>
              <a:defRPr/>
            </a:pPr>
            <a:endParaRPr lang="en-IN" sz="1400" dirty="0">
              <a:ea typeface="Calibri"/>
              <a:cs typeface="Calibri"/>
            </a:endParaRPr>
          </a:p>
        </p:txBody>
      </p:sp>
      <p:pic>
        <p:nvPicPr>
          <p:cNvPr id="10" name="Picture 2" descr="Noida Institute of Engineering and Technology - [NIET], Greater Noida -  Faculty Details 2024-20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76302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630936" y="334644"/>
            <a:ext cx="7882128" cy="107691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dirty="0"/>
              <a:t>What is Text Analysis?</a:t>
            </a:r>
          </a:p>
        </p:txBody>
      </p:sp>
      <p:sp>
        <p:nvSpPr>
          <p:cNvPr id="26" name="Rectangle 25">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2079" y="0"/>
            <a:ext cx="7879842"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7" name="Rectangle 26">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1512994"/>
            <a:ext cx="787984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a:xfrm>
            <a:off x="6537960" y="6356350"/>
            <a:ext cx="197510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14</a:t>
            </a:fld>
            <a:endParaRPr lang="en-US">
              <a:solidFill>
                <a:schemeClr val="tx1">
                  <a:lumMod val="50000"/>
                  <a:lumOff val="50000"/>
                </a:schemeClr>
              </a:solidFill>
            </a:endParaRPr>
          </a:p>
        </p:txBody>
      </p:sp>
      <p:graphicFrame>
        <p:nvGraphicFramePr>
          <p:cNvPr id="28" name="Content Placeholder 2">
            <a:extLst>
              <a:ext uri="{FF2B5EF4-FFF2-40B4-BE49-F238E27FC236}">
                <a16:creationId xmlns:a16="http://schemas.microsoft.com/office/drawing/2014/main" id="{7911BCD3-FD89-BC16-4A6F-1F614AC172FE}"/>
              </a:ext>
            </a:extLst>
          </p:cNvPr>
          <p:cNvGraphicFramePr>
            <a:graphicFrameLocks noGrp="1"/>
          </p:cNvGraphicFramePr>
          <p:nvPr>
            <p:ph idx="1"/>
            <p:extLst>
              <p:ext uri="{D42A27DB-BD31-4B8C-83A1-F6EECF244321}">
                <p14:modId xmlns:p14="http://schemas.microsoft.com/office/powerpoint/2010/main" val="3347093247"/>
              </p:ext>
            </p:extLst>
          </p:nvPr>
        </p:nvGraphicFramePr>
        <p:xfrm>
          <a:off x="628650" y="1737360"/>
          <a:ext cx="7879842" cy="45354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 name="Picture 2" descr="Noida Institute of Engineering and Technology - [NIET], Greater Noida -  Faculty Details 2024-202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828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630936" y="334644"/>
            <a:ext cx="7882128" cy="107691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dirty="0"/>
              <a:t>Goals of Text Analysis:</a:t>
            </a:r>
          </a:p>
        </p:txBody>
      </p:sp>
      <p:sp>
        <p:nvSpPr>
          <p:cNvPr id="26" name="Rectangle 25">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2079" y="0"/>
            <a:ext cx="7879842"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7" name="Rectangle 26">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1512994"/>
            <a:ext cx="787984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a:xfrm>
            <a:off x="6537960" y="6356350"/>
            <a:ext cx="197510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15</a:t>
            </a:fld>
            <a:endParaRPr lang="en-US">
              <a:solidFill>
                <a:schemeClr val="tx1">
                  <a:lumMod val="50000"/>
                  <a:lumOff val="50000"/>
                </a:schemeClr>
              </a:solidFill>
            </a:endParaRPr>
          </a:p>
        </p:txBody>
      </p:sp>
      <p:graphicFrame>
        <p:nvGraphicFramePr>
          <p:cNvPr id="28" name="Content Placeholder 2">
            <a:extLst>
              <a:ext uri="{FF2B5EF4-FFF2-40B4-BE49-F238E27FC236}">
                <a16:creationId xmlns:a16="http://schemas.microsoft.com/office/drawing/2014/main" id="{7911BCD3-FD89-BC16-4A6F-1F614AC172FE}"/>
              </a:ext>
            </a:extLst>
          </p:cNvPr>
          <p:cNvGraphicFramePr>
            <a:graphicFrameLocks noGrp="1"/>
          </p:cNvGraphicFramePr>
          <p:nvPr>
            <p:ph idx="1"/>
          </p:nvPr>
        </p:nvGraphicFramePr>
        <p:xfrm>
          <a:off x="628650" y="1737360"/>
          <a:ext cx="7879842" cy="45354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 name="Picture 2" descr="Noida Institute of Engineering and Technology - [NIET], Greater Noida -  Faculty Details 2024-202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70029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630936" y="334644"/>
            <a:ext cx="7882128" cy="107691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dirty="0"/>
              <a:t>Goals of Text Analysis:</a:t>
            </a:r>
          </a:p>
        </p:txBody>
      </p:sp>
      <p:sp>
        <p:nvSpPr>
          <p:cNvPr id="26" name="Rectangle 25">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2079" y="0"/>
            <a:ext cx="7879842"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7" name="Rectangle 26">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1512994"/>
            <a:ext cx="787984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a:xfrm>
            <a:off x="6537960" y="6356350"/>
            <a:ext cx="197510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16</a:t>
            </a:fld>
            <a:endParaRPr lang="en-US">
              <a:solidFill>
                <a:schemeClr val="tx1">
                  <a:lumMod val="50000"/>
                  <a:lumOff val="50000"/>
                </a:schemeClr>
              </a:solidFill>
            </a:endParaRPr>
          </a:p>
        </p:txBody>
      </p:sp>
      <p:graphicFrame>
        <p:nvGraphicFramePr>
          <p:cNvPr id="28" name="Content Placeholder 2">
            <a:extLst>
              <a:ext uri="{FF2B5EF4-FFF2-40B4-BE49-F238E27FC236}">
                <a16:creationId xmlns:a16="http://schemas.microsoft.com/office/drawing/2014/main" id="{7911BCD3-FD89-BC16-4A6F-1F614AC172FE}"/>
              </a:ext>
            </a:extLst>
          </p:cNvPr>
          <p:cNvGraphicFramePr>
            <a:graphicFrameLocks noGrp="1"/>
          </p:cNvGraphicFramePr>
          <p:nvPr>
            <p:ph idx="1"/>
          </p:nvPr>
        </p:nvGraphicFramePr>
        <p:xfrm>
          <a:off x="628650" y="1737360"/>
          <a:ext cx="7879842" cy="45354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 name="Picture 2" descr="Noida Institute of Engineering and Technology - [NIET], Greater Noida -  Faculty Details 2024-202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02271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630936" y="334644"/>
            <a:ext cx="7882128" cy="107691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dirty="0"/>
              <a:t>What is Text Vectorization?</a:t>
            </a:r>
          </a:p>
        </p:txBody>
      </p:sp>
      <p:sp>
        <p:nvSpPr>
          <p:cNvPr id="26" name="Rectangle 25">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2079" y="0"/>
            <a:ext cx="7879842"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7" name="Rectangle 26">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1512994"/>
            <a:ext cx="787984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a:xfrm>
            <a:off x="6537960" y="6356350"/>
            <a:ext cx="197510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17</a:t>
            </a:fld>
            <a:endParaRPr lang="en-US">
              <a:solidFill>
                <a:schemeClr val="tx1">
                  <a:lumMod val="50000"/>
                  <a:lumOff val="50000"/>
                </a:schemeClr>
              </a:solidFill>
            </a:endParaRPr>
          </a:p>
        </p:txBody>
      </p:sp>
      <p:graphicFrame>
        <p:nvGraphicFramePr>
          <p:cNvPr id="28" name="Content Placeholder 2">
            <a:extLst>
              <a:ext uri="{FF2B5EF4-FFF2-40B4-BE49-F238E27FC236}">
                <a16:creationId xmlns:a16="http://schemas.microsoft.com/office/drawing/2014/main" id="{7911BCD3-FD89-BC16-4A6F-1F614AC172FE}"/>
              </a:ext>
            </a:extLst>
          </p:cNvPr>
          <p:cNvGraphicFramePr>
            <a:graphicFrameLocks noGrp="1"/>
          </p:cNvGraphicFramePr>
          <p:nvPr>
            <p:ph idx="1"/>
          </p:nvPr>
        </p:nvGraphicFramePr>
        <p:xfrm>
          <a:off x="628650" y="1737360"/>
          <a:ext cx="7879842" cy="45354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 name="Picture 2" descr="Noida Institute of Engineering and Technology - [NIET], Greater Noida -  Faculty Details 2024-202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03831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5" name="Rectangle 184">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630936" y="256032"/>
            <a:ext cx="7879842" cy="101498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a:t>Bag-of-Words Model</a:t>
            </a:r>
          </a:p>
        </p:txBody>
      </p:sp>
      <p:sp>
        <p:nvSpPr>
          <p:cNvPr id="186" name="Rectangle 185">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464" y="1634502"/>
            <a:ext cx="783869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7" name="Rectangle 186">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30936" y="1538176"/>
            <a:ext cx="1405092"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Slide Number Placeholder 5"/>
          <p:cNvSpPr>
            <a:spLocks noGrp="1"/>
          </p:cNvSpPr>
          <p:nvPr>
            <p:ph type="sldNum" sz="quarter" idx="12"/>
          </p:nvPr>
        </p:nvSpPr>
        <p:spPr>
          <a:xfrm>
            <a:off x="6654940" y="6356350"/>
            <a:ext cx="185812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18</a:t>
            </a:fld>
            <a:endParaRPr lang="en-US">
              <a:solidFill>
                <a:schemeClr val="tx1">
                  <a:lumMod val="50000"/>
                  <a:lumOff val="50000"/>
                </a:schemeClr>
              </a:solidFill>
            </a:endParaRPr>
          </a:p>
        </p:txBody>
      </p:sp>
      <p:graphicFrame>
        <p:nvGraphicFramePr>
          <p:cNvPr id="189" name="Content Placeholder 2">
            <a:extLst>
              <a:ext uri="{FF2B5EF4-FFF2-40B4-BE49-F238E27FC236}">
                <a16:creationId xmlns:a16="http://schemas.microsoft.com/office/drawing/2014/main" id="{EAEE85EF-0E78-BC41-6940-948F160FCB8D}"/>
              </a:ext>
            </a:extLst>
          </p:cNvPr>
          <p:cNvGraphicFramePr>
            <a:graphicFrameLocks noGrp="1"/>
          </p:cNvGraphicFramePr>
          <p:nvPr>
            <p:ph idx="1"/>
            <p:extLst>
              <p:ext uri="{D42A27DB-BD31-4B8C-83A1-F6EECF244321}">
                <p14:modId xmlns:p14="http://schemas.microsoft.com/office/powerpoint/2010/main" val="948862772"/>
              </p:ext>
            </p:extLst>
          </p:nvPr>
        </p:nvGraphicFramePr>
        <p:xfrm>
          <a:off x="628650" y="1926266"/>
          <a:ext cx="78867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 name="Picture 2" descr="Noida Institute of Engineering and Technology - [NIET], Greater Noida -  Faculty Details 2024-202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25248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630936" y="256032"/>
            <a:ext cx="7879842" cy="101498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dirty="0"/>
              <a:t>How the Bag-of-Words Model works?</a:t>
            </a:r>
          </a:p>
        </p:txBody>
      </p:sp>
      <p:sp>
        <p:nvSpPr>
          <p:cNvPr id="17" name="Rectangle 16">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464" y="1634502"/>
            <a:ext cx="783869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9" name="Rectangle 18">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30936" y="1538176"/>
            <a:ext cx="1405092"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Slide Number Placeholder 5"/>
          <p:cNvSpPr>
            <a:spLocks noGrp="1"/>
          </p:cNvSpPr>
          <p:nvPr>
            <p:ph type="sldNum" sz="quarter" idx="12"/>
          </p:nvPr>
        </p:nvSpPr>
        <p:spPr>
          <a:xfrm>
            <a:off x="6654940" y="6356350"/>
            <a:ext cx="185812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19</a:t>
            </a:fld>
            <a:endParaRPr lang="en-US">
              <a:solidFill>
                <a:schemeClr val="tx1">
                  <a:lumMod val="50000"/>
                  <a:lumOff val="50000"/>
                </a:schemeClr>
              </a:solidFill>
            </a:endParaRPr>
          </a:p>
        </p:txBody>
      </p:sp>
      <p:sp>
        <p:nvSpPr>
          <p:cNvPr id="182" name="Content Placeholder 2">
            <a:extLst>
              <a:ext uri="{FF2B5EF4-FFF2-40B4-BE49-F238E27FC236}">
                <a16:creationId xmlns:a16="http://schemas.microsoft.com/office/drawing/2014/main" id="{FDC1A734-1528-FC7A-7C7C-B49C8922968A}"/>
              </a:ext>
            </a:extLst>
          </p:cNvPr>
          <p:cNvSpPr>
            <a:spLocks noGrp="1"/>
          </p:cNvSpPr>
          <p:nvPr>
            <p:ph idx="1"/>
          </p:nvPr>
        </p:nvSpPr>
        <p:spPr>
          <a:xfrm>
            <a:off x="629676" y="1770943"/>
            <a:ext cx="8364096" cy="4901020"/>
          </a:xfrm>
        </p:spPr>
        <p:txBody>
          <a:bodyPr vert="horz" lIns="91440" tIns="45720" rIns="91440" bIns="45720" rtlCol="0" anchor="t">
            <a:noAutofit/>
          </a:bodyPr>
          <a:lstStyle/>
          <a:p>
            <a:pPr marL="0" indent="0">
              <a:buNone/>
            </a:pPr>
            <a:r>
              <a:rPr lang="en-US" sz="1400" b="1" dirty="0"/>
              <a:t>1. Tokenization:</a:t>
            </a:r>
            <a:r>
              <a:rPr lang="en-US" sz="1400" dirty="0"/>
              <a:t> The first step is to break down a text document into individual words or tokens. This process typically involves splitting the text at spaces or punctuation marks to isolate words. For example, the sentence "The</a:t>
            </a:r>
            <a:r>
              <a:rPr lang="en-US" sz="1400" dirty="0">
                <a:cs typeface="Calibri"/>
              </a:rPr>
              <a:t> quick brown fox" would be tokenized into ["The", "quick", "brown", "fox"].</a:t>
            </a:r>
            <a:endParaRPr lang="en-US" sz="1400" dirty="0">
              <a:ea typeface="Calibri"/>
              <a:cs typeface="Calibri"/>
            </a:endParaRPr>
          </a:p>
          <a:p>
            <a:endParaRPr lang="en-US" sz="1400" dirty="0">
              <a:ea typeface="Calibri"/>
              <a:cs typeface="Calibri"/>
            </a:endParaRPr>
          </a:p>
          <a:p>
            <a:pPr marL="0" indent="0">
              <a:buNone/>
            </a:pPr>
            <a:r>
              <a:rPr lang="en-US" sz="1400" b="1" dirty="0">
                <a:cs typeface="Calibri"/>
              </a:rPr>
              <a:t>2. Vocabulary Creation: </a:t>
            </a:r>
            <a:r>
              <a:rPr lang="en-US" sz="1400" dirty="0">
                <a:cs typeface="Calibri"/>
              </a:rPr>
              <a:t>Next, a vocabulary is created by compiling a list of all unique words (or tokens) </a:t>
            </a:r>
            <a:r>
              <a:rPr lang="en-US" sz="1400" dirty="0"/>
              <a:t>in the entire dataset or corpus of documents. Each unique word in the vocabulary is assigned a unique index or identifier</a:t>
            </a:r>
            <a:r>
              <a:rPr lang="en-US" sz="1400" dirty="0">
                <a:cs typeface="Calibri"/>
              </a:rPr>
              <a:t>.</a:t>
            </a:r>
            <a:endParaRPr lang="en-US" sz="1400">
              <a:ea typeface="Calibri"/>
              <a:cs typeface="Calibri"/>
            </a:endParaRPr>
          </a:p>
          <a:p>
            <a:endParaRPr lang="en-US" sz="1400" dirty="0">
              <a:ea typeface="Calibri"/>
              <a:cs typeface="Calibri"/>
            </a:endParaRPr>
          </a:p>
          <a:p>
            <a:pPr marL="0" indent="0">
              <a:buNone/>
            </a:pPr>
            <a:r>
              <a:rPr lang="en-US" sz="1400" b="1" dirty="0">
                <a:cs typeface="Calibri"/>
              </a:rPr>
              <a:t>3. Word Counting: </a:t>
            </a:r>
            <a:r>
              <a:rPr lang="en-US" sz="1400" dirty="0">
                <a:cs typeface="Calibri"/>
              </a:rPr>
              <a:t>For each document or piece of text, a vector is constructed with the same length as the vocabulary. Each element of this vector corresponds to a word in the vocabulary, and the value at each element represents the count of how many times that word appears in the document. This count is sometimes called the "term frequency."</a:t>
            </a:r>
            <a:endParaRPr lang="en-US" sz="1400">
              <a:ea typeface="Calibri"/>
              <a:cs typeface="Calibri"/>
            </a:endParaRPr>
          </a:p>
          <a:p>
            <a:endParaRPr lang="en-US" sz="1400" dirty="0">
              <a:ea typeface="Calibri"/>
              <a:cs typeface="Calibri"/>
            </a:endParaRPr>
          </a:p>
          <a:p>
            <a:pPr marL="0" indent="0">
              <a:buNone/>
            </a:pPr>
            <a:r>
              <a:rPr lang="en-US" sz="1400" b="1" dirty="0">
                <a:cs typeface="Calibri"/>
              </a:rPr>
              <a:t>4. Vectorization:</a:t>
            </a:r>
            <a:r>
              <a:rPr lang="en-US" sz="1400" dirty="0">
                <a:cs typeface="Calibri"/>
              </a:rPr>
              <a:t> Each document is represented as a numerical vector, with the vector's elements representing the word counts for each word in the vocabulary. The order of the words in the document is ignored, and only the frequency of each word matters.</a:t>
            </a:r>
            <a:endParaRPr lang="en-US" sz="1400">
              <a:ea typeface="Calibri"/>
              <a:cs typeface="Calibri"/>
            </a:endParaRPr>
          </a:p>
          <a:p>
            <a:endParaRPr lang="en-US" sz="1400" dirty="0">
              <a:ea typeface="Calibri"/>
              <a:cs typeface="Calibri"/>
            </a:endParaRPr>
          </a:p>
          <a:p>
            <a:pPr marL="0" indent="0">
              <a:buNone/>
            </a:pPr>
            <a:r>
              <a:rPr lang="en-US" sz="1400" b="1" dirty="0">
                <a:cs typeface="Calibri"/>
              </a:rPr>
              <a:t>5. Sparse Representation:</a:t>
            </a:r>
            <a:r>
              <a:rPr lang="en-US" sz="1400" dirty="0">
                <a:cs typeface="Calibri"/>
              </a:rPr>
              <a:t> Since most documents contain only a subset of the words from the vocabulary, the resulting vectors are typically sparse, with many zero values. This is known as a sparse representation.</a:t>
            </a:r>
            <a:endParaRPr lang="en-US" sz="1400" dirty="0">
              <a:ea typeface="Calibri"/>
              <a:cs typeface="Calibri"/>
            </a:endParaRPr>
          </a:p>
          <a:p>
            <a:pPr>
              <a:lnSpc>
                <a:spcPct val="150000"/>
              </a:lnSpc>
              <a:buFont typeface="Wingdings" pitchFamily="34" charset="0"/>
              <a:buChar char="Ø"/>
            </a:pPr>
            <a:endParaRPr lang="en-US" sz="1800" dirty="0">
              <a:ea typeface="Calibri"/>
              <a:cs typeface="Calibri"/>
            </a:endParaRPr>
          </a:p>
        </p:txBody>
      </p:sp>
      <p:pic>
        <p:nvPicPr>
          <p:cNvPr id="10" name="Picture 2" descr="Noida Institute of Engineering and Technology - [NIET], Greater Noida -  Faculty Details 2024-20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2" name="Ink 1"/>
              <p14:cNvContentPartPr/>
              <p14:nvPr/>
            </p14:nvContentPartPr>
            <p14:xfrm>
              <a:off x="1902240" y="1741320"/>
              <a:ext cx="5777640" cy="839880"/>
            </p14:xfrm>
          </p:contentPart>
        </mc:Choice>
        <mc:Fallback xmlns="">
          <p:pic>
            <p:nvPicPr>
              <p:cNvPr id="2" name="Ink 1"/>
              <p:cNvPicPr/>
              <p:nvPr/>
            </p:nvPicPr>
            <p:blipFill>
              <a:blip r:embed="rId4"/>
              <a:stretch>
                <a:fillRect/>
              </a:stretch>
            </p:blipFill>
            <p:spPr>
              <a:xfrm>
                <a:off x="1892880" y="1731960"/>
                <a:ext cx="5796360" cy="858600"/>
              </a:xfrm>
              <a:prstGeom prst="rect">
                <a:avLst/>
              </a:prstGeom>
            </p:spPr>
          </p:pic>
        </mc:Fallback>
      </mc:AlternateContent>
    </p:spTree>
    <p:extLst>
      <p:ext uri="{BB962C8B-B14F-4D97-AF65-F5344CB8AC3E}">
        <p14:creationId xmlns:p14="http://schemas.microsoft.com/office/powerpoint/2010/main" val="27519987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630936" y="256032"/>
            <a:ext cx="7879842" cy="101498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dirty="0"/>
              <a:t>How the Bag-of-Words Model works?</a:t>
            </a:r>
          </a:p>
        </p:txBody>
      </p:sp>
      <p:sp>
        <p:nvSpPr>
          <p:cNvPr id="17" name="Rectangle 16">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464" y="1634502"/>
            <a:ext cx="783869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9" name="Rectangle 18">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30936" y="1538176"/>
            <a:ext cx="1405092"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Slide Number Placeholder 5"/>
          <p:cNvSpPr>
            <a:spLocks noGrp="1"/>
          </p:cNvSpPr>
          <p:nvPr>
            <p:ph type="sldNum" sz="quarter" idx="12"/>
          </p:nvPr>
        </p:nvSpPr>
        <p:spPr>
          <a:xfrm>
            <a:off x="6654940" y="6356350"/>
            <a:ext cx="185812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20</a:t>
            </a:fld>
            <a:endParaRPr lang="en-US">
              <a:solidFill>
                <a:schemeClr val="tx1">
                  <a:lumMod val="50000"/>
                  <a:lumOff val="50000"/>
                </a:schemeClr>
              </a:solidFill>
            </a:endParaRPr>
          </a:p>
        </p:txBody>
      </p:sp>
      <p:sp>
        <p:nvSpPr>
          <p:cNvPr id="182" name="Content Placeholder 2">
            <a:extLst>
              <a:ext uri="{FF2B5EF4-FFF2-40B4-BE49-F238E27FC236}">
                <a16:creationId xmlns:a16="http://schemas.microsoft.com/office/drawing/2014/main" id="{FDC1A734-1528-FC7A-7C7C-B49C8922968A}"/>
              </a:ext>
            </a:extLst>
          </p:cNvPr>
          <p:cNvSpPr>
            <a:spLocks noGrp="1"/>
          </p:cNvSpPr>
          <p:nvPr>
            <p:ph idx="1"/>
          </p:nvPr>
        </p:nvSpPr>
        <p:spPr>
          <a:xfrm>
            <a:off x="629676" y="1770943"/>
            <a:ext cx="8364096" cy="4901020"/>
          </a:xfrm>
        </p:spPr>
        <p:txBody>
          <a:bodyPr vert="horz" lIns="91440" tIns="45720" rIns="91440" bIns="45720" rtlCol="0" anchor="t">
            <a:noAutofit/>
          </a:bodyPr>
          <a:lstStyle/>
          <a:p>
            <a:pPr>
              <a:buNone/>
            </a:pPr>
            <a:r>
              <a:rPr lang="en-US" sz="1800" b="1" dirty="0">
                <a:solidFill>
                  <a:srgbClr val="374151"/>
                </a:solidFill>
                <a:ea typeface="+mn-lt"/>
                <a:cs typeface="+mn-lt"/>
              </a:rPr>
              <a:t>Example:</a:t>
            </a:r>
          </a:p>
          <a:p>
            <a:pPr>
              <a:buNone/>
            </a:pPr>
            <a:r>
              <a:rPr lang="en-US" sz="1800" dirty="0">
                <a:solidFill>
                  <a:srgbClr val="374151"/>
                </a:solidFill>
                <a:ea typeface="+mn-lt"/>
                <a:cs typeface="+mn-lt"/>
              </a:rPr>
              <a:t>Suppose you have a vocabulary of three words: "cat," "dog," and "rabbit." You want to represent a document:</a:t>
            </a:r>
            <a:endParaRPr lang="en-US" sz="1800" dirty="0">
              <a:ea typeface="Calibri"/>
              <a:cs typeface="Calibri"/>
            </a:endParaRPr>
          </a:p>
          <a:p>
            <a:pPr>
              <a:buNone/>
            </a:pPr>
            <a:endParaRPr lang="en-US" sz="1800" dirty="0">
              <a:solidFill>
                <a:srgbClr val="374151"/>
              </a:solidFill>
              <a:ea typeface="+mn-lt"/>
              <a:cs typeface="+mn-lt"/>
            </a:endParaRPr>
          </a:p>
          <a:p>
            <a:pPr>
              <a:buNone/>
            </a:pPr>
            <a:r>
              <a:rPr lang="en-US" sz="1800" dirty="0">
                <a:solidFill>
                  <a:srgbClr val="374151"/>
                </a:solidFill>
                <a:ea typeface="+mn-lt"/>
                <a:cs typeface="+mn-lt"/>
              </a:rPr>
              <a:t>Document: "The cat chased the dog."</a:t>
            </a:r>
          </a:p>
          <a:p>
            <a:pPr>
              <a:buNone/>
            </a:pPr>
            <a:endParaRPr lang="en-US" sz="1800" dirty="0">
              <a:solidFill>
                <a:srgbClr val="374151"/>
              </a:solidFill>
              <a:ea typeface="+mn-lt"/>
              <a:cs typeface="+mn-lt"/>
            </a:endParaRPr>
          </a:p>
          <a:p>
            <a:pPr>
              <a:buNone/>
            </a:pPr>
            <a:r>
              <a:rPr lang="en-US" sz="1800" dirty="0">
                <a:solidFill>
                  <a:srgbClr val="374151"/>
                </a:solidFill>
                <a:ea typeface="+mn-lt"/>
                <a:cs typeface="+mn-lt"/>
              </a:rPr>
              <a:t>The </a:t>
            </a:r>
            <a:r>
              <a:rPr lang="en-US" sz="1800" err="1">
                <a:solidFill>
                  <a:srgbClr val="374151"/>
                </a:solidFill>
                <a:ea typeface="+mn-lt"/>
                <a:cs typeface="+mn-lt"/>
              </a:rPr>
              <a:t>BoW</a:t>
            </a:r>
            <a:r>
              <a:rPr lang="en-US" sz="1800" dirty="0">
                <a:solidFill>
                  <a:srgbClr val="374151"/>
                </a:solidFill>
                <a:ea typeface="+mn-lt"/>
                <a:cs typeface="+mn-lt"/>
              </a:rPr>
              <a:t> representation of this document might look like this:</a:t>
            </a:r>
            <a:endParaRPr lang="en-US" b="1">
              <a:ea typeface="Calibri"/>
              <a:cs typeface="Calibri"/>
            </a:endParaRPr>
          </a:p>
          <a:p>
            <a:pPr>
              <a:buNone/>
            </a:pPr>
            <a:r>
              <a:rPr lang="en-US" sz="1800" b="1" dirty="0">
                <a:ea typeface="+mn-lt"/>
                <a:cs typeface="+mn-lt"/>
              </a:rPr>
              <a:t>Vocabulary: [cat, dog, rabbit]</a:t>
            </a:r>
            <a:endParaRPr lang="en-US" sz="1800" b="1" dirty="0">
              <a:ea typeface="Calibri"/>
              <a:cs typeface="Calibri"/>
            </a:endParaRPr>
          </a:p>
          <a:p>
            <a:pPr>
              <a:buNone/>
            </a:pPr>
            <a:r>
              <a:rPr lang="en-US" sz="1800" b="1" dirty="0">
                <a:ea typeface="+mn-lt"/>
                <a:cs typeface="+mn-lt"/>
              </a:rPr>
              <a:t>Document: [1, 1, 0]</a:t>
            </a:r>
            <a:endParaRPr lang="en-US" sz="1800" b="1" dirty="0">
              <a:ea typeface="Calibri"/>
              <a:cs typeface="Calibri"/>
            </a:endParaRPr>
          </a:p>
          <a:p>
            <a:pPr marL="0" indent="0">
              <a:buNone/>
            </a:pPr>
            <a:endParaRPr lang="en-US" sz="1800" dirty="0">
              <a:solidFill>
                <a:srgbClr val="374151"/>
              </a:solidFill>
              <a:ea typeface="+mn-lt"/>
              <a:cs typeface="+mn-lt"/>
            </a:endParaRPr>
          </a:p>
          <a:p>
            <a:pPr marL="0" indent="0">
              <a:buNone/>
            </a:pPr>
            <a:r>
              <a:rPr lang="en-US" sz="1800" dirty="0">
                <a:solidFill>
                  <a:srgbClr val="374151"/>
                </a:solidFill>
                <a:ea typeface="+mn-lt"/>
                <a:cs typeface="+mn-lt"/>
              </a:rPr>
              <a:t>In this example, "cat" and "dog" each appear once in the document, so their counts are 1, while "rabbit" doesn't appear in the document, so its count is 0.</a:t>
            </a:r>
            <a:endParaRPr lang="en-US" sz="1800">
              <a:ea typeface="Calibri"/>
              <a:cs typeface="Calibri"/>
            </a:endParaRPr>
          </a:p>
        </p:txBody>
      </p:sp>
      <p:pic>
        <p:nvPicPr>
          <p:cNvPr id="10" name="Picture 2" descr="Noida Institute of Engineering and Technology - [NIET], Greater Noida -  Faculty Details 2024-20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2" name="Ink 1"/>
              <p14:cNvContentPartPr/>
              <p14:nvPr/>
            </p14:nvContentPartPr>
            <p14:xfrm>
              <a:off x="7760160" y="5572080"/>
              <a:ext cx="360" cy="360"/>
            </p14:xfrm>
          </p:contentPart>
        </mc:Choice>
        <mc:Fallback xmlns="">
          <p:pic>
            <p:nvPicPr>
              <p:cNvPr id="2" name="Ink 1"/>
              <p:cNvPicPr/>
              <p:nvPr/>
            </p:nvPicPr>
            <p:blipFill>
              <a:blip r:embed="rId4"/>
              <a:stretch>
                <a:fillRect/>
              </a:stretch>
            </p:blipFill>
            <p:spPr>
              <a:xfrm>
                <a:off x="7750800" y="5562720"/>
                <a:ext cx="1908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p14:cNvContentPartPr/>
              <p14:nvPr/>
            </p14:nvContentPartPr>
            <p14:xfrm>
              <a:off x="1750320" y="4330800"/>
              <a:ext cx="1072080" cy="455760"/>
            </p14:xfrm>
          </p:contentPart>
        </mc:Choice>
        <mc:Fallback xmlns="">
          <p:pic>
            <p:nvPicPr>
              <p:cNvPr id="3" name="Ink 2"/>
              <p:cNvPicPr/>
              <p:nvPr/>
            </p:nvPicPr>
            <p:blipFill>
              <a:blip r:embed="rId6"/>
              <a:stretch>
                <a:fillRect/>
              </a:stretch>
            </p:blipFill>
            <p:spPr>
              <a:xfrm>
                <a:off x="1740960" y="4321440"/>
                <a:ext cx="1090800" cy="474480"/>
              </a:xfrm>
              <a:prstGeom prst="rect">
                <a:avLst/>
              </a:prstGeom>
            </p:spPr>
          </p:pic>
        </mc:Fallback>
      </mc:AlternateContent>
    </p:spTree>
    <p:extLst>
      <p:ext uri="{BB962C8B-B14F-4D97-AF65-F5344CB8AC3E}">
        <p14:creationId xmlns:p14="http://schemas.microsoft.com/office/powerpoint/2010/main" val="39189510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5" name="Rectangle 184">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630936" y="256032"/>
            <a:ext cx="7879842" cy="101498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dirty="0"/>
              <a:t>Vector Space Model</a:t>
            </a:r>
          </a:p>
        </p:txBody>
      </p:sp>
      <p:sp>
        <p:nvSpPr>
          <p:cNvPr id="186" name="Rectangle 185">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464" y="1634502"/>
            <a:ext cx="783869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7" name="Rectangle 186">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30936" y="1538176"/>
            <a:ext cx="1405092"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Slide Number Placeholder 5"/>
          <p:cNvSpPr>
            <a:spLocks noGrp="1"/>
          </p:cNvSpPr>
          <p:nvPr>
            <p:ph type="sldNum" sz="quarter" idx="12"/>
          </p:nvPr>
        </p:nvSpPr>
        <p:spPr>
          <a:xfrm>
            <a:off x="6654940" y="6356350"/>
            <a:ext cx="185812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21</a:t>
            </a:fld>
            <a:endParaRPr lang="en-US">
              <a:solidFill>
                <a:schemeClr val="tx1">
                  <a:lumMod val="50000"/>
                  <a:lumOff val="50000"/>
                </a:schemeClr>
              </a:solidFill>
            </a:endParaRPr>
          </a:p>
        </p:txBody>
      </p:sp>
      <p:graphicFrame>
        <p:nvGraphicFramePr>
          <p:cNvPr id="189" name="Content Placeholder 2">
            <a:extLst>
              <a:ext uri="{FF2B5EF4-FFF2-40B4-BE49-F238E27FC236}">
                <a16:creationId xmlns:a16="http://schemas.microsoft.com/office/drawing/2014/main" id="{EAEE85EF-0E78-BC41-6940-948F160FCB8D}"/>
              </a:ext>
            </a:extLst>
          </p:cNvPr>
          <p:cNvGraphicFramePr>
            <a:graphicFrameLocks noGrp="1"/>
          </p:cNvGraphicFramePr>
          <p:nvPr>
            <p:ph idx="1"/>
          </p:nvPr>
        </p:nvGraphicFramePr>
        <p:xfrm>
          <a:off x="628650" y="1926266"/>
          <a:ext cx="78867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 name="Picture 2" descr="Noida Institute of Engineering and Technology - [NIET], Greater Noida -  Faculty Details 2024-202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55834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630936" y="256032"/>
            <a:ext cx="7879842" cy="101498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dirty="0"/>
              <a:t>How the Vector Space Model works?</a:t>
            </a:r>
          </a:p>
        </p:txBody>
      </p:sp>
      <p:sp>
        <p:nvSpPr>
          <p:cNvPr id="17" name="Rectangle 16">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464" y="1634502"/>
            <a:ext cx="783869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9" name="Rectangle 18">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30936" y="1538176"/>
            <a:ext cx="1405092"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Slide Number Placeholder 5"/>
          <p:cNvSpPr>
            <a:spLocks noGrp="1"/>
          </p:cNvSpPr>
          <p:nvPr>
            <p:ph type="sldNum" sz="quarter" idx="12"/>
          </p:nvPr>
        </p:nvSpPr>
        <p:spPr>
          <a:xfrm>
            <a:off x="6654940" y="6356350"/>
            <a:ext cx="185812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22</a:t>
            </a:fld>
            <a:endParaRPr lang="en-US">
              <a:solidFill>
                <a:schemeClr val="tx1">
                  <a:lumMod val="50000"/>
                  <a:lumOff val="50000"/>
                </a:schemeClr>
              </a:solidFill>
            </a:endParaRPr>
          </a:p>
        </p:txBody>
      </p:sp>
      <p:sp>
        <p:nvSpPr>
          <p:cNvPr id="182" name="Content Placeholder 2">
            <a:extLst>
              <a:ext uri="{FF2B5EF4-FFF2-40B4-BE49-F238E27FC236}">
                <a16:creationId xmlns:a16="http://schemas.microsoft.com/office/drawing/2014/main" id="{FDC1A734-1528-FC7A-7C7C-B49C8922968A}"/>
              </a:ext>
            </a:extLst>
          </p:cNvPr>
          <p:cNvSpPr>
            <a:spLocks noGrp="1"/>
          </p:cNvSpPr>
          <p:nvPr>
            <p:ph idx="1"/>
          </p:nvPr>
        </p:nvSpPr>
        <p:spPr>
          <a:xfrm>
            <a:off x="170676" y="1770943"/>
            <a:ext cx="8823096" cy="4901020"/>
          </a:xfrm>
        </p:spPr>
        <p:txBody>
          <a:bodyPr vert="horz" lIns="91440" tIns="45720" rIns="91440" bIns="45720" rtlCol="0" anchor="t">
            <a:noAutofit/>
          </a:bodyPr>
          <a:lstStyle/>
          <a:p>
            <a:pPr marL="228600" indent="-228600">
              <a:buAutoNum type="arabicPeriod"/>
            </a:pPr>
            <a:r>
              <a:rPr lang="en-US" sz="1100" b="1" dirty="0"/>
              <a:t>Document-Term Matrix:</a:t>
            </a:r>
            <a:r>
              <a:rPr lang="en-US" sz="1100" dirty="0"/>
              <a:t> In VSM, each document in a corpus (collection of documents) is represented as a vector</a:t>
            </a:r>
            <a:r>
              <a:rPr lang="en-US" sz="1100" dirty="0">
                <a:cs typeface="Calibri"/>
              </a:rPr>
              <a:t>. Likewise, each unique term (word or token) </a:t>
            </a:r>
            <a:r>
              <a:rPr lang="en-US" sz="1100" dirty="0"/>
              <a:t>in the corpus is represented as a vector</a:t>
            </a:r>
            <a:r>
              <a:rPr lang="en-US" sz="1100" dirty="0">
                <a:cs typeface="Calibri"/>
              </a:rPr>
              <a:t>. This leads to the creation of a document-term matrix (DTM), where each row represents a document, each column represents a term, and each cell contains a numerical value representing the relationship between a document and a term.</a:t>
            </a:r>
            <a:endParaRPr lang="en-US">
              <a:cs typeface="Calibri"/>
            </a:endParaRPr>
          </a:p>
          <a:p>
            <a:pPr>
              <a:buNone/>
            </a:pPr>
            <a:endParaRPr lang="en-US" sz="1100" dirty="0">
              <a:cs typeface="Calibri"/>
            </a:endParaRPr>
          </a:p>
          <a:p>
            <a:pPr>
              <a:buNone/>
            </a:pPr>
            <a:r>
              <a:rPr lang="en-US" sz="1100" dirty="0">
                <a:cs typeface="Calibri"/>
              </a:rPr>
              <a:t>2.  </a:t>
            </a:r>
            <a:r>
              <a:rPr lang="en-US" sz="1100" b="1" dirty="0">
                <a:cs typeface="Calibri"/>
              </a:rPr>
              <a:t>Term Frequency (TF):</a:t>
            </a:r>
            <a:r>
              <a:rPr lang="en-US" sz="1100" dirty="0">
                <a:cs typeface="Calibri"/>
              </a:rPr>
              <a:t> The values in the DTM are often based on term frequency, which counts how many times each term appears in each document. Each cell in the DTM represents the frequency of a term in a document. However, other weighting schemes like TF-IDF (Term Frequency-Inverse Document Frequency) can also be used to give more weight to terms that are more informative across the corpus.</a:t>
            </a:r>
            <a:endParaRPr lang="en-US" sz="1100" dirty="0">
              <a:ea typeface="Calibri"/>
              <a:cs typeface="Calibri"/>
            </a:endParaRPr>
          </a:p>
          <a:p>
            <a:pPr>
              <a:buNone/>
            </a:pPr>
            <a:endParaRPr lang="en-US" sz="1100" dirty="0">
              <a:ea typeface="Calibri"/>
              <a:cs typeface="Calibri"/>
            </a:endParaRPr>
          </a:p>
          <a:p>
            <a:pPr>
              <a:buNone/>
            </a:pPr>
            <a:r>
              <a:rPr lang="en-US" sz="1100" dirty="0">
                <a:cs typeface="Calibri"/>
              </a:rPr>
              <a:t>3.  </a:t>
            </a:r>
            <a:r>
              <a:rPr lang="en-US" sz="1100" b="1" dirty="0">
                <a:cs typeface="Calibri"/>
              </a:rPr>
              <a:t>High-Dimensional Space:</a:t>
            </a:r>
            <a:r>
              <a:rPr lang="en-US" sz="1100" dirty="0">
                <a:cs typeface="Calibri"/>
              </a:rPr>
              <a:t> Each document in the corpus is now represented as a vector in a high-dimensional space, with one dimension for each unique term in the corpus. Typically, the space is very high-dimensional because the vocabulary can be large.</a:t>
            </a:r>
          </a:p>
          <a:p>
            <a:pPr>
              <a:buNone/>
            </a:pPr>
            <a:endParaRPr lang="en-US" sz="1100" dirty="0">
              <a:cs typeface="Calibri"/>
            </a:endParaRPr>
          </a:p>
          <a:p>
            <a:pPr>
              <a:buNone/>
            </a:pPr>
            <a:r>
              <a:rPr lang="en-US" sz="1100" dirty="0">
                <a:cs typeface="Calibri"/>
              </a:rPr>
              <a:t>4.  </a:t>
            </a:r>
            <a:r>
              <a:rPr lang="en-US" sz="1100" b="1" dirty="0">
                <a:cs typeface="Calibri"/>
              </a:rPr>
              <a:t>Similarity Measurement:</a:t>
            </a:r>
            <a:r>
              <a:rPr lang="en-US" sz="1100" dirty="0">
                <a:cs typeface="Calibri"/>
              </a:rPr>
              <a:t> Documents can be compared by measuring the similarity between their vectors in this high-dimensional space. Common similarity measures include cosine similarity, Euclidean distance, or Jaccard similarity, depending on the specific task and requirements.</a:t>
            </a:r>
            <a:endParaRPr lang="en-US" sz="1100" dirty="0">
              <a:ea typeface="Calibri"/>
              <a:cs typeface="Calibri"/>
            </a:endParaRPr>
          </a:p>
          <a:p>
            <a:pPr>
              <a:buNone/>
            </a:pPr>
            <a:endParaRPr lang="en-US" sz="1100" dirty="0">
              <a:ea typeface="Calibri"/>
              <a:cs typeface="Calibri"/>
            </a:endParaRPr>
          </a:p>
          <a:p>
            <a:pPr>
              <a:buNone/>
            </a:pPr>
            <a:r>
              <a:rPr lang="en-US" sz="1100" dirty="0">
                <a:cs typeface="Calibri"/>
              </a:rPr>
              <a:t>5.  </a:t>
            </a:r>
            <a:r>
              <a:rPr lang="en-US" sz="1100" b="1" dirty="0">
                <a:cs typeface="Calibri"/>
              </a:rPr>
              <a:t>Retrieval and Ranking:</a:t>
            </a:r>
            <a:r>
              <a:rPr lang="en-US" sz="1100" dirty="0">
                <a:cs typeface="Calibri"/>
              </a:rPr>
              <a:t> In information retrieval tasks, such as document retrieval or search engines, the VSM is used to rank documents based on their similarity to a query. Documents with vectors that are closer to the query vector are considered more relevant and are ranked higher.</a:t>
            </a:r>
          </a:p>
          <a:p>
            <a:pPr>
              <a:buNone/>
            </a:pPr>
            <a:endParaRPr lang="en-US" sz="1100" dirty="0">
              <a:cs typeface="Calibri"/>
            </a:endParaRPr>
          </a:p>
          <a:p>
            <a:pPr>
              <a:buNone/>
            </a:pPr>
            <a:r>
              <a:rPr lang="en-US" sz="1100" dirty="0">
                <a:cs typeface="Calibri"/>
              </a:rPr>
              <a:t>6.  </a:t>
            </a:r>
            <a:r>
              <a:rPr lang="en-US" sz="1100" b="1" dirty="0">
                <a:cs typeface="Calibri"/>
              </a:rPr>
              <a:t>Term Weights:</a:t>
            </a:r>
            <a:r>
              <a:rPr lang="en-US" sz="1100" dirty="0">
                <a:cs typeface="Calibri"/>
              </a:rPr>
              <a:t> The VSM can incorporate different term weighting schemes, such as TF-IDF, which takes into account not only the term frequency in a document but also the importance of the term across the entire corpus. This helps in highlighting terms that are discriminative and unique to specific documents.</a:t>
            </a:r>
          </a:p>
          <a:p>
            <a:pPr>
              <a:buNone/>
            </a:pPr>
            <a:endParaRPr lang="en-US" sz="1100" dirty="0">
              <a:cs typeface="Calibri"/>
            </a:endParaRPr>
          </a:p>
          <a:p>
            <a:pPr>
              <a:buNone/>
            </a:pPr>
            <a:r>
              <a:rPr lang="en-US" sz="1100" dirty="0">
                <a:cs typeface="Calibri"/>
              </a:rPr>
              <a:t>7.  </a:t>
            </a:r>
            <a:r>
              <a:rPr lang="en-US" sz="1100" b="1" dirty="0">
                <a:cs typeface="Calibri"/>
              </a:rPr>
              <a:t>Dimension Reduction: </a:t>
            </a:r>
            <a:r>
              <a:rPr lang="en-US" sz="1100" dirty="0">
                <a:cs typeface="Calibri"/>
              </a:rPr>
              <a:t>In practice, the high-dimensional space can be reduced to a lower-dimensional space using techniques like Principal Component Analysis (PCA) or Singular Value Decomposition (SVD). This reduces computational complexity and helps capture the most important dimensions of the data.</a:t>
            </a:r>
            <a:endParaRPr lang="en-US" sz="1100" dirty="0">
              <a:ea typeface="Calibri"/>
              <a:cs typeface="Calibri"/>
            </a:endParaRPr>
          </a:p>
          <a:p>
            <a:pPr marL="0" indent="0">
              <a:buNone/>
            </a:pPr>
            <a:endParaRPr lang="en-US" sz="1100" dirty="0">
              <a:ea typeface="Calibri"/>
              <a:cs typeface="Calibri"/>
            </a:endParaRPr>
          </a:p>
        </p:txBody>
      </p:sp>
      <p:pic>
        <p:nvPicPr>
          <p:cNvPr id="10" name="Picture 2" descr="Noida Institute of Engineering and Technology - [NIET], Greater Noida -  Faculty Details 2024-20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2" name="Ink 1"/>
              <p14:cNvContentPartPr/>
              <p14:nvPr/>
            </p14:nvContentPartPr>
            <p14:xfrm>
              <a:off x="857520" y="4205880"/>
              <a:ext cx="7545960" cy="964800"/>
            </p14:xfrm>
          </p:contentPart>
        </mc:Choice>
        <mc:Fallback xmlns="">
          <p:pic>
            <p:nvPicPr>
              <p:cNvPr id="2" name="Ink 1"/>
              <p:cNvPicPr/>
              <p:nvPr/>
            </p:nvPicPr>
            <p:blipFill>
              <a:blip r:embed="rId4"/>
              <a:stretch>
                <a:fillRect/>
              </a:stretch>
            </p:blipFill>
            <p:spPr>
              <a:xfrm>
                <a:off x="848160" y="4196520"/>
                <a:ext cx="7564680" cy="983520"/>
              </a:xfrm>
              <a:prstGeom prst="rect">
                <a:avLst/>
              </a:prstGeom>
            </p:spPr>
          </p:pic>
        </mc:Fallback>
      </mc:AlternateContent>
    </p:spTree>
    <p:extLst>
      <p:ext uri="{BB962C8B-B14F-4D97-AF65-F5344CB8AC3E}">
        <p14:creationId xmlns:p14="http://schemas.microsoft.com/office/powerpoint/2010/main" val="11518736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5" name="Rectangle 184">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630936" y="256032"/>
            <a:ext cx="7879842" cy="101498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dirty="0"/>
              <a:t>Term Presence</a:t>
            </a:r>
          </a:p>
        </p:txBody>
      </p:sp>
      <p:sp>
        <p:nvSpPr>
          <p:cNvPr id="186" name="Rectangle 185">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464" y="1634502"/>
            <a:ext cx="783869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7" name="Rectangle 186">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30936" y="1538176"/>
            <a:ext cx="1405092"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Slide Number Placeholder 5"/>
          <p:cNvSpPr>
            <a:spLocks noGrp="1"/>
          </p:cNvSpPr>
          <p:nvPr>
            <p:ph type="sldNum" sz="quarter" idx="12"/>
          </p:nvPr>
        </p:nvSpPr>
        <p:spPr>
          <a:xfrm>
            <a:off x="6654940" y="6356350"/>
            <a:ext cx="185812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23</a:t>
            </a:fld>
            <a:endParaRPr lang="en-US">
              <a:solidFill>
                <a:schemeClr val="tx1">
                  <a:lumMod val="50000"/>
                  <a:lumOff val="50000"/>
                </a:schemeClr>
              </a:solidFill>
            </a:endParaRPr>
          </a:p>
        </p:txBody>
      </p:sp>
      <p:graphicFrame>
        <p:nvGraphicFramePr>
          <p:cNvPr id="189" name="Content Placeholder 2">
            <a:extLst>
              <a:ext uri="{FF2B5EF4-FFF2-40B4-BE49-F238E27FC236}">
                <a16:creationId xmlns:a16="http://schemas.microsoft.com/office/drawing/2014/main" id="{EAEE85EF-0E78-BC41-6940-948F160FCB8D}"/>
              </a:ext>
            </a:extLst>
          </p:cNvPr>
          <p:cNvGraphicFramePr>
            <a:graphicFrameLocks noGrp="1"/>
          </p:cNvGraphicFramePr>
          <p:nvPr>
            <p:ph idx="1"/>
          </p:nvPr>
        </p:nvGraphicFramePr>
        <p:xfrm>
          <a:off x="628650" y="1926266"/>
          <a:ext cx="78867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 name="Picture 2" descr="Noida Institute of Engineering and Technology - [NIET], Greater Noida -  Faculty Details 2024-202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94339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630936" y="256032"/>
            <a:ext cx="7879842" cy="101498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dirty="0"/>
              <a:t>How Term Presence works?</a:t>
            </a:r>
          </a:p>
        </p:txBody>
      </p:sp>
      <p:sp>
        <p:nvSpPr>
          <p:cNvPr id="17" name="Rectangle 16">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464" y="1634502"/>
            <a:ext cx="783869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9" name="Rectangle 18">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30936" y="1538176"/>
            <a:ext cx="1405092"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Slide Number Placeholder 5"/>
          <p:cNvSpPr>
            <a:spLocks noGrp="1"/>
          </p:cNvSpPr>
          <p:nvPr>
            <p:ph type="sldNum" sz="quarter" idx="12"/>
          </p:nvPr>
        </p:nvSpPr>
        <p:spPr>
          <a:xfrm>
            <a:off x="6654940" y="6356350"/>
            <a:ext cx="185812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24</a:t>
            </a:fld>
            <a:endParaRPr lang="en-US">
              <a:solidFill>
                <a:schemeClr val="tx1">
                  <a:lumMod val="50000"/>
                  <a:lumOff val="50000"/>
                </a:schemeClr>
              </a:solidFill>
            </a:endParaRPr>
          </a:p>
        </p:txBody>
      </p:sp>
      <p:sp>
        <p:nvSpPr>
          <p:cNvPr id="182" name="Content Placeholder 2">
            <a:extLst>
              <a:ext uri="{FF2B5EF4-FFF2-40B4-BE49-F238E27FC236}">
                <a16:creationId xmlns:a16="http://schemas.microsoft.com/office/drawing/2014/main" id="{FDC1A734-1528-FC7A-7C7C-B49C8922968A}"/>
              </a:ext>
            </a:extLst>
          </p:cNvPr>
          <p:cNvSpPr>
            <a:spLocks noGrp="1"/>
          </p:cNvSpPr>
          <p:nvPr>
            <p:ph idx="1"/>
          </p:nvPr>
        </p:nvSpPr>
        <p:spPr>
          <a:xfrm>
            <a:off x="170676" y="1770943"/>
            <a:ext cx="8823096" cy="4901020"/>
          </a:xfrm>
        </p:spPr>
        <p:txBody>
          <a:bodyPr vert="horz" lIns="91440" tIns="45720" rIns="91440" bIns="45720" rtlCol="0" anchor="t">
            <a:noAutofit/>
          </a:bodyPr>
          <a:lstStyle/>
          <a:p>
            <a:pPr marL="0" indent="0">
              <a:buNone/>
            </a:pPr>
            <a:r>
              <a:rPr lang="en-US" sz="1800" b="1" dirty="0"/>
              <a:t>1</a:t>
            </a:r>
            <a:r>
              <a:rPr lang="en-US" sz="1800" b="1" dirty="0">
                <a:cs typeface="Calibri"/>
              </a:rPr>
              <a:t>. Vocabulary Creation: </a:t>
            </a:r>
            <a:r>
              <a:rPr lang="en-US" sz="1800" dirty="0">
                <a:cs typeface="Calibri"/>
              </a:rPr>
              <a:t>The first step is to create a vocabulary or </a:t>
            </a:r>
            <a:r>
              <a:rPr lang="en-US" sz="1800" dirty="0"/>
              <a:t>a </a:t>
            </a:r>
            <a:r>
              <a:rPr lang="en-US" sz="1800" dirty="0">
                <a:cs typeface="Calibri"/>
              </a:rPr>
              <a:t>list </a:t>
            </a:r>
            <a:r>
              <a:rPr lang="en-US" sz="1800" dirty="0"/>
              <a:t>of </a:t>
            </a:r>
            <a:r>
              <a:rPr lang="en-US" sz="1800" dirty="0">
                <a:cs typeface="Calibri"/>
              </a:rPr>
              <a:t>terms (words, tokens, or phrases) </a:t>
            </a:r>
            <a:r>
              <a:rPr lang="en-US" sz="1800" dirty="0"/>
              <a:t>that you want to track or analyze within</a:t>
            </a:r>
            <a:r>
              <a:rPr lang="en-US" sz="1800" dirty="0">
                <a:cs typeface="Calibri"/>
              </a:rPr>
              <a:t> your text data. This vocabulary consists of the terms of interest.</a:t>
            </a:r>
            <a:endParaRPr lang="en-US" sz="1800" dirty="0">
              <a:ea typeface="Calibri"/>
              <a:cs typeface="Calibri"/>
            </a:endParaRPr>
          </a:p>
          <a:p>
            <a:pPr marL="0" indent="0">
              <a:buNone/>
            </a:pPr>
            <a:endParaRPr lang="en-US" sz="1800" dirty="0">
              <a:cs typeface="Calibri"/>
            </a:endParaRPr>
          </a:p>
          <a:p>
            <a:pPr marL="0" indent="0">
              <a:buNone/>
            </a:pPr>
            <a:r>
              <a:rPr lang="en-US" sz="1800" b="1" dirty="0">
                <a:cs typeface="Calibri"/>
              </a:rPr>
              <a:t>2. Binary Encoding:</a:t>
            </a:r>
            <a:r>
              <a:rPr lang="en-US" sz="1800" dirty="0">
                <a:cs typeface="Calibri"/>
              </a:rPr>
              <a:t> For each document in your dataset, you create a binary vector, where each element of the vector corresponds to a term in the vocabulary. If a term from the vocabulary is present in the document, the corresponding element in the vector is set to 1 (indicating presence); otherwise, it is set to 0 (indicating absence).</a:t>
            </a:r>
            <a:endParaRPr lang="en-US" sz="1800" dirty="0">
              <a:ea typeface="Calibri"/>
              <a:cs typeface="Calibri"/>
            </a:endParaRPr>
          </a:p>
          <a:p>
            <a:pPr marL="0" indent="0">
              <a:buNone/>
            </a:pPr>
            <a:endParaRPr lang="en-US" sz="1800" dirty="0">
              <a:ea typeface="Calibri"/>
              <a:cs typeface="Calibri"/>
            </a:endParaRPr>
          </a:p>
          <a:p>
            <a:pPr marL="0" indent="0">
              <a:buNone/>
            </a:pPr>
            <a:r>
              <a:rPr lang="en-US" sz="1800" b="1" dirty="0">
                <a:cs typeface="Calibri"/>
              </a:rPr>
              <a:t>3. Document Representation:</a:t>
            </a:r>
            <a:r>
              <a:rPr lang="en-US" sz="1800" dirty="0">
                <a:cs typeface="Calibri"/>
              </a:rPr>
              <a:t> The binary vectors generated for each document serve as a representation of the document. These vectors capture which terms from the vocabulary are present in each document and which are not.</a:t>
            </a:r>
            <a:endParaRPr lang="en-US" sz="1800" dirty="0">
              <a:ea typeface="Calibri"/>
              <a:cs typeface="Calibri"/>
            </a:endParaRPr>
          </a:p>
          <a:p>
            <a:pPr marL="0" indent="0">
              <a:buNone/>
            </a:pPr>
            <a:endParaRPr lang="en-US" sz="1800" dirty="0">
              <a:ea typeface="Calibri"/>
              <a:cs typeface="Calibri"/>
            </a:endParaRPr>
          </a:p>
          <a:p>
            <a:pPr marL="0" indent="0">
              <a:buNone/>
            </a:pPr>
            <a:r>
              <a:rPr lang="en-US" sz="1800" b="1" dirty="0">
                <a:cs typeface="Calibri"/>
              </a:rPr>
              <a:t>4. Sparse Representation:</a:t>
            </a:r>
            <a:r>
              <a:rPr lang="en-US" sz="1800" dirty="0">
                <a:cs typeface="Calibri"/>
              </a:rPr>
              <a:t> Term Presence often results in sparse vectors, especially when the vocabulary is large compared to the number of terms actually present in each document. Most elements in the binary vector are 0, indicating the absence of most terms.</a:t>
            </a:r>
            <a:endParaRPr lang="en-US" sz="1800" dirty="0">
              <a:ea typeface="Calibri"/>
              <a:cs typeface="Calibri"/>
            </a:endParaRPr>
          </a:p>
          <a:p>
            <a:endParaRPr lang="en-US" sz="1800" dirty="0">
              <a:ea typeface="Calibri"/>
              <a:cs typeface="Calibri"/>
            </a:endParaRPr>
          </a:p>
          <a:p>
            <a:pPr marL="228600" indent="-228600">
              <a:buAutoNum type="arabicPeriod"/>
            </a:pPr>
            <a:endParaRPr lang="en-US" sz="1800" dirty="0">
              <a:ea typeface="Calibri"/>
              <a:cs typeface="Calibri"/>
            </a:endParaRPr>
          </a:p>
        </p:txBody>
      </p:sp>
      <p:pic>
        <p:nvPicPr>
          <p:cNvPr id="10" name="Picture 2" descr="Noida Institute of Engineering and Technology - [NIET], Greater Noida -  Faculty Details 2024-20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59274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630936" y="256032"/>
            <a:ext cx="7879842" cy="101498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dirty="0"/>
              <a:t>How Term Presence works?</a:t>
            </a:r>
          </a:p>
        </p:txBody>
      </p:sp>
      <p:sp>
        <p:nvSpPr>
          <p:cNvPr id="17" name="Rectangle 16">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464" y="1634502"/>
            <a:ext cx="783869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9" name="Rectangle 18">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30936" y="1538176"/>
            <a:ext cx="1405092"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Slide Number Placeholder 5"/>
          <p:cNvSpPr>
            <a:spLocks noGrp="1"/>
          </p:cNvSpPr>
          <p:nvPr>
            <p:ph type="sldNum" sz="quarter" idx="12"/>
          </p:nvPr>
        </p:nvSpPr>
        <p:spPr>
          <a:xfrm>
            <a:off x="6654940" y="6356350"/>
            <a:ext cx="185812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25</a:t>
            </a:fld>
            <a:endParaRPr lang="en-US">
              <a:solidFill>
                <a:schemeClr val="tx1">
                  <a:lumMod val="50000"/>
                  <a:lumOff val="50000"/>
                </a:schemeClr>
              </a:solidFill>
            </a:endParaRPr>
          </a:p>
        </p:txBody>
      </p:sp>
      <p:sp>
        <p:nvSpPr>
          <p:cNvPr id="182" name="Content Placeholder 2">
            <a:extLst>
              <a:ext uri="{FF2B5EF4-FFF2-40B4-BE49-F238E27FC236}">
                <a16:creationId xmlns:a16="http://schemas.microsoft.com/office/drawing/2014/main" id="{FDC1A734-1528-FC7A-7C7C-B49C8922968A}"/>
              </a:ext>
            </a:extLst>
          </p:cNvPr>
          <p:cNvSpPr>
            <a:spLocks noGrp="1"/>
          </p:cNvSpPr>
          <p:nvPr>
            <p:ph idx="1"/>
          </p:nvPr>
        </p:nvSpPr>
        <p:spPr>
          <a:xfrm>
            <a:off x="170676" y="1770943"/>
            <a:ext cx="8823096" cy="4901020"/>
          </a:xfrm>
        </p:spPr>
        <p:txBody>
          <a:bodyPr vert="horz" lIns="91440" tIns="45720" rIns="91440" bIns="45720" rtlCol="0" anchor="t">
            <a:noAutofit/>
          </a:bodyPr>
          <a:lstStyle/>
          <a:p>
            <a:pPr>
              <a:buNone/>
            </a:pPr>
            <a:r>
              <a:rPr lang="en-US" sz="1600" b="1" dirty="0"/>
              <a:t>Example</a:t>
            </a:r>
            <a:r>
              <a:rPr lang="en-US" sz="1600" b="1" dirty="0">
                <a:cs typeface="Calibri"/>
              </a:rPr>
              <a:t>:</a:t>
            </a:r>
            <a:endParaRPr lang="en-US" sz="1600" b="1" dirty="0">
              <a:ea typeface="Calibri"/>
              <a:cs typeface="Calibri"/>
            </a:endParaRPr>
          </a:p>
          <a:p>
            <a:pPr>
              <a:buNone/>
            </a:pPr>
            <a:r>
              <a:rPr lang="en-US" sz="1600" dirty="0">
                <a:cs typeface="Calibri"/>
              </a:rPr>
              <a:t>Suppose you have a vocabulary </a:t>
            </a:r>
            <a:r>
              <a:rPr lang="en-US" sz="1600" dirty="0"/>
              <a:t>of </a:t>
            </a:r>
            <a:r>
              <a:rPr lang="en-US" sz="1600" dirty="0">
                <a:cs typeface="Calibri"/>
              </a:rPr>
              <a:t>four terms: "cat," "dog," "bird," and "fish," and</a:t>
            </a:r>
            <a:r>
              <a:rPr lang="en-US" sz="1600" dirty="0"/>
              <a:t> you want to represent</a:t>
            </a:r>
            <a:r>
              <a:rPr lang="en-US" sz="1600" dirty="0">
                <a:cs typeface="Calibri"/>
              </a:rPr>
              <a:t> two documents:</a:t>
            </a:r>
            <a:endParaRPr lang="en-US" sz="1600" dirty="0">
              <a:ea typeface="Calibri"/>
              <a:cs typeface="Calibri"/>
            </a:endParaRPr>
          </a:p>
          <a:p>
            <a:pPr>
              <a:buNone/>
            </a:pPr>
            <a:endParaRPr lang="en-US" sz="1600" dirty="0">
              <a:ea typeface="Calibri"/>
              <a:cs typeface="Calibri"/>
            </a:endParaRPr>
          </a:p>
          <a:p>
            <a:pPr>
              <a:buNone/>
            </a:pPr>
            <a:r>
              <a:rPr lang="en-US" sz="1600" b="1" dirty="0">
                <a:cs typeface="Calibri"/>
              </a:rPr>
              <a:t>Document 1: "I have a cat and a dog."</a:t>
            </a:r>
            <a:endParaRPr lang="en-US" sz="1600" b="1">
              <a:ea typeface="Calibri"/>
              <a:cs typeface="Calibri"/>
            </a:endParaRPr>
          </a:p>
          <a:p>
            <a:pPr>
              <a:buNone/>
            </a:pPr>
            <a:r>
              <a:rPr lang="en-US" sz="1600" b="1" dirty="0">
                <a:cs typeface="Calibri"/>
              </a:rPr>
              <a:t>Document 2: "Birds and fish are in the pond."</a:t>
            </a:r>
            <a:endParaRPr lang="en-US" sz="1600" b="1">
              <a:ea typeface="Calibri"/>
              <a:cs typeface="Calibri"/>
            </a:endParaRPr>
          </a:p>
          <a:p>
            <a:pPr>
              <a:buNone/>
            </a:pPr>
            <a:endParaRPr lang="en-US" sz="1600" dirty="0">
              <a:ea typeface="Calibri"/>
              <a:cs typeface="Calibri"/>
            </a:endParaRPr>
          </a:p>
          <a:p>
            <a:pPr>
              <a:buNone/>
            </a:pPr>
            <a:r>
              <a:rPr lang="en-US" sz="1600" dirty="0">
                <a:cs typeface="Calibri"/>
              </a:rPr>
              <a:t>The Term Presence representation of these documents might look like this:</a:t>
            </a:r>
            <a:endParaRPr lang="en-US" sz="1600" dirty="0">
              <a:ea typeface="Calibri"/>
              <a:cs typeface="Calibri"/>
            </a:endParaRPr>
          </a:p>
          <a:p>
            <a:pPr>
              <a:buNone/>
            </a:pPr>
            <a:r>
              <a:rPr lang="en-US" sz="1600" b="1" dirty="0">
                <a:cs typeface="Calibri"/>
              </a:rPr>
              <a:t>Vocabulary: [cat, dog, bird, fish]</a:t>
            </a:r>
            <a:endParaRPr lang="en-US" sz="1600" b="1">
              <a:ea typeface="Calibri"/>
              <a:cs typeface="Calibri"/>
            </a:endParaRPr>
          </a:p>
          <a:p>
            <a:pPr>
              <a:buNone/>
            </a:pPr>
            <a:endParaRPr lang="en-US" sz="1600" dirty="0">
              <a:ea typeface="Calibri"/>
              <a:cs typeface="Calibri"/>
            </a:endParaRPr>
          </a:p>
          <a:p>
            <a:pPr>
              <a:buNone/>
            </a:pPr>
            <a:r>
              <a:rPr lang="en-US" sz="1600" b="1" dirty="0">
                <a:cs typeface="Calibri"/>
              </a:rPr>
              <a:t>Document 1: [1, 1, 0, 0]</a:t>
            </a:r>
            <a:endParaRPr lang="en-US" sz="1600" b="1">
              <a:ea typeface="Calibri"/>
              <a:cs typeface="Calibri"/>
            </a:endParaRPr>
          </a:p>
          <a:p>
            <a:pPr>
              <a:buNone/>
            </a:pPr>
            <a:r>
              <a:rPr lang="en-US" sz="1600" b="1" dirty="0">
                <a:cs typeface="Calibri"/>
              </a:rPr>
              <a:t>Document 2: [0, 0, 1, 1]</a:t>
            </a:r>
            <a:endParaRPr lang="en-US" sz="1600" b="1">
              <a:ea typeface="Calibri"/>
              <a:cs typeface="Calibri"/>
            </a:endParaRPr>
          </a:p>
          <a:p>
            <a:pPr>
              <a:buNone/>
            </a:pPr>
            <a:endParaRPr lang="en-US" sz="1600" dirty="0">
              <a:ea typeface="Calibri"/>
              <a:cs typeface="Calibri"/>
            </a:endParaRPr>
          </a:p>
          <a:p>
            <a:pPr>
              <a:buNone/>
            </a:pPr>
            <a:r>
              <a:rPr lang="en-US" sz="1600" dirty="0">
                <a:cs typeface="Calibri"/>
              </a:rPr>
              <a:t>In Document 1, "cat" and "dog" are present, so their corresponding elements are 1, while "bird" and "fish" are absent, so their elements are 0. In Document 2, "bird" and "fish" are present, so their corresponding elements are 1, while "cat" and "dog" are absent, so their elements are 0.</a:t>
            </a:r>
            <a:endParaRPr lang="en-US" sz="1600" dirty="0">
              <a:ea typeface="Calibri"/>
              <a:cs typeface="Calibri"/>
            </a:endParaRPr>
          </a:p>
          <a:p>
            <a:pPr>
              <a:buNone/>
            </a:pPr>
            <a:endParaRPr lang="en-US" sz="1600" dirty="0">
              <a:ea typeface="Calibri"/>
              <a:cs typeface="Calibri"/>
            </a:endParaRPr>
          </a:p>
          <a:p>
            <a:pPr marL="0" indent="0">
              <a:buNone/>
            </a:pPr>
            <a:endParaRPr lang="en-US" sz="1600" dirty="0">
              <a:ea typeface="Calibri"/>
              <a:cs typeface="Calibri"/>
            </a:endParaRPr>
          </a:p>
        </p:txBody>
      </p:sp>
      <p:pic>
        <p:nvPicPr>
          <p:cNvPr id="10" name="Picture 2" descr="Noida Institute of Engineering and Technology - [NIET], Greater Noida -  Faculty Details 2024-20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2" name="Ink 1"/>
              <p14:cNvContentPartPr/>
              <p14:nvPr/>
            </p14:nvContentPartPr>
            <p14:xfrm>
              <a:off x="1723680" y="1991160"/>
              <a:ext cx="4875840" cy="3206160"/>
            </p14:xfrm>
          </p:contentPart>
        </mc:Choice>
        <mc:Fallback xmlns="">
          <p:pic>
            <p:nvPicPr>
              <p:cNvPr id="2" name="Ink 1"/>
              <p:cNvPicPr/>
              <p:nvPr/>
            </p:nvPicPr>
            <p:blipFill>
              <a:blip r:embed="rId4"/>
              <a:stretch>
                <a:fillRect/>
              </a:stretch>
            </p:blipFill>
            <p:spPr>
              <a:xfrm>
                <a:off x="1714320" y="1981800"/>
                <a:ext cx="4894560" cy="3224880"/>
              </a:xfrm>
              <a:prstGeom prst="rect">
                <a:avLst/>
              </a:prstGeom>
            </p:spPr>
          </p:pic>
        </mc:Fallback>
      </mc:AlternateContent>
    </p:spTree>
    <p:extLst>
      <p:ext uri="{BB962C8B-B14F-4D97-AF65-F5344CB8AC3E}">
        <p14:creationId xmlns:p14="http://schemas.microsoft.com/office/powerpoint/2010/main" val="35777192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8" name="Rectangle 197">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628650" y="556995"/>
            <a:ext cx="7886700" cy="113369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dirty="0"/>
              <a:t>Term Frequency</a:t>
            </a:r>
          </a:p>
        </p:txBody>
      </p:sp>
      <p:sp>
        <p:nvSpPr>
          <p:cNvPr id="6" name="Slide Number Placeholder 5"/>
          <p:cNvSpPr>
            <a:spLocks noGrp="1"/>
          </p:cNvSpPr>
          <p:nvPr>
            <p:ph type="sldNum" sz="quarter" idx="12"/>
          </p:nvPr>
        </p:nvSpPr>
        <p:spPr>
          <a:xfrm>
            <a:off x="6457950" y="6356350"/>
            <a:ext cx="2057400" cy="365125"/>
          </a:xfrm>
        </p:spPr>
        <p:txBody>
          <a:bodyPr vert="horz" lIns="91440" tIns="45720" rIns="91440" bIns="45720" rtlCol="0" anchor="ctr">
            <a:normAutofit/>
          </a:bodyPr>
          <a:lstStyle/>
          <a:p>
            <a:pPr>
              <a:spcAft>
                <a:spcPts val="600"/>
              </a:spcAft>
            </a:pPr>
            <a:fld id="{B6F15528-21DE-4FAA-801E-634DDDAF4B2B}" type="slidenum">
              <a:rPr lang="en-US"/>
              <a:pPr>
                <a:spcAft>
                  <a:spcPts val="600"/>
                </a:spcAft>
              </a:pPr>
              <a:t>26</a:t>
            </a:fld>
            <a:endParaRPr lang="en-US"/>
          </a:p>
        </p:txBody>
      </p:sp>
      <p:graphicFrame>
        <p:nvGraphicFramePr>
          <p:cNvPr id="189" name="Content Placeholder 2">
            <a:extLst>
              <a:ext uri="{FF2B5EF4-FFF2-40B4-BE49-F238E27FC236}">
                <a16:creationId xmlns:a16="http://schemas.microsoft.com/office/drawing/2014/main" id="{EAEE85EF-0E78-BC41-6940-948F160FCB8D}"/>
              </a:ext>
            </a:extLst>
          </p:cNvPr>
          <p:cNvGraphicFramePr>
            <a:graphicFrameLocks noGrp="1"/>
          </p:cNvGraphicFramePr>
          <p:nvPr>
            <p:ph idx="1"/>
            <p:extLst>
              <p:ext uri="{D42A27DB-BD31-4B8C-83A1-F6EECF244321}">
                <p14:modId xmlns:p14="http://schemas.microsoft.com/office/powerpoint/2010/main" val="2290528752"/>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Picture 2" descr="Noida Institute of Engineering and Technology - [NIET], Greater Noida -  Faculty Details 2024-202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03614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630936" y="256032"/>
            <a:ext cx="7879842" cy="101498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dirty="0"/>
              <a:t>How Term Frequency works?</a:t>
            </a:r>
          </a:p>
        </p:txBody>
      </p:sp>
      <p:sp>
        <p:nvSpPr>
          <p:cNvPr id="17" name="Rectangle 16">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464" y="1634502"/>
            <a:ext cx="783869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9" name="Rectangle 18">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30936" y="1538176"/>
            <a:ext cx="1405092"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Slide Number Placeholder 5"/>
          <p:cNvSpPr>
            <a:spLocks noGrp="1"/>
          </p:cNvSpPr>
          <p:nvPr>
            <p:ph type="sldNum" sz="quarter" idx="12"/>
          </p:nvPr>
        </p:nvSpPr>
        <p:spPr>
          <a:xfrm>
            <a:off x="6654940" y="6356350"/>
            <a:ext cx="185812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27</a:t>
            </a:fld>
            <a:endParaRPr lang="en-US">
              <a:solidFill>
                <a:schemeClr val="tx1">
                  <a:lumMod val="50000"/>
                  <a:lumOff val="50000"/>
                </a:schemeClr>
              </a:solidFill>
            </a:endParaRPr>
          </a:p>
        </p:txBody>
      </p:sp>
      <p:sp>
        <p:nvSpPr>
          <p:cNvPr id="182" name="Content Placeholder 2">
            <a:extLst>
              <a:ext uri="{FF2B5EF4-FFF2-40B4-BE49-F238E27FC236}">
                <a16:creationId xmlns:a16="http://schemas.microsoft.com/office/drawing/2014/main" id="{FDC1A734-1528-FC7A-7C7C-B49C8922968A}"/>
              </a:ext>
            </a:extLst>
          </p:cNvPr>
          <p:cNvSpPr>
            <a:spLocks noGrp="1"/>
          </p:cNvSpPr>
          <p:nvPr>
            <p:ph idx="1"/>
          </p:nvPr>
        </p:nvSpPr>
        <p:spPr>
          <a:xfrm>
            <a:off x="170676" y="1770943"/>
            <a:ext cx="8823096" cy="4901020"/>
          </a:xfrm>
        </p:spPr>
        <p:txBody>
          <a:bodyPr vert="horz" lIns="91440" tIns="45720" rIns="91440" bIns="45720" rtlCol="0" anchor="t">
            <a:noAutofit/>
          </a:bodyPr>
          <a:lstStyle/>
          <a:p>
            <a:pPr>
              <a:buNone/>
            </a:pPr>
            <a:r>
              <a:rPr lang="en-US" sz="1800" b="1" dirty="0"/>
              <a:t>1. Vocabulary</a:t>
            </a:r>
            <a:r>
              <a:rPr lang="en-US" sz="1800" b="1" dirty="0">
                <a:cs typeface="Calibri"/>
              </a:rPr>
              <a:t> Creation: </a:t>
            </a:r>
            <a:r>
              <a:rPr lang="en-US" sz="1800" dirty="0">
                <a:cs typeface="Calibri"/>
              </a:rPr>
              <a:t>The first step is to create a vocabulary or </a:t>
            </a:r>
            <a:r>
              <a:rPr lang="en-US" sz="1800" dirty="0"/>
              <a:t>a </a:t>
            </a:r>
            <a:r>
              <a:rPr lang="en-US" sz="1800" dirty="0">
                <a:cs typeface="Calibri"/>
              </a:rPr>
              <a:t>list </a:t>
            </a:r>
            <a:r>
              <a:rPr lang="en-US" sz="1800" dirty="0"/>
              <a:t>of </a:t>
            </a:r>
            <a:r>
              <a:rPr lang="en-US" sz="1800" dirty="0">
                <a:cs typeface="Calibri"/>
              </a:rPr>
              <a:t>terms (words, tokens, or phrases) </a:t>
            </a:r>
            <a:r>
              <a:rPr lang="en-US" sz="1800" dirty="0"/>
              <a:t>that you want to analyze within</a:t>
            </a:r>
            <a:r>
              <a:rPr lang="en-US" sz="1800" dirty="0">
                <a:cs typeface="Calibri"/>
              </a:rPr>
              <a:t> your text data. This vocabulary consists of the terms of interest.</a:t>
            </a:r>
            <a:endParaRPr lang="en-US" sz="1800" dirty="0">
              <a:ea typeface="Calibri"/>
              <a:cs typeface="Calibri"/>
            </a:endParaRPr>
          </a:p>
          <a:p>
            <a:pPr>
              <a:buNone/>
            </a:pPr>
            <a:r>
              <a:rPr lang="en-US" sz="1800" b="1" dirty="0">
                <a:cs typeface="Calibri"/>
              </a:rPr>
              <a:t>2. Counting Term Occurrences:</a:t>
            </a:r>
            <a:r>
              <a:rPr lang="en-US" sz="1800" dirty="0">
                <a:cs typeface="Calibri"/>
              </a:rPr>
              <a:t> For each document in your dataset, you count how many times each term from the vocabulary appears in that document. This count represents the frequency of each term within the document. The resulting values are often called "raw term frequencies."</a:t>
            </a:r>
            <a:endParaRPr lang="en-US" sz="1800" dirty="0">
              <a:ea typeface="Calibri"/>
              <a:cs typeface="Calibri"/>
            </a:endParaRPr>
          </a:p>
          <a:p>
            <a:pPr>
              <a:buNone/>
            </a:pPr>
            <a:r>
              <a:rPr lang="en-US" sz="1800" b="1" dirty="0">
                <a:cs typeface="Calibri"/>
              </a:rPr>
              <a:t>3. Vector Representation: </a:t>
            </a:r>
            <a:r>
              <a:rPr lang="en-US" sz="1800" dirty="0">
                <a:cs typeface="Calibri"/>
              </a:rPr>
              <a:t>You represent each document as a vector, where each element of the vector corresponds to a term in the vocabulary. The value at each element is the count (frequency) of that term in the document. This vector is known as the "Term Frequency vector" for that document.</a:t>
            </a:r>
            <a:endParaRPr lang="en-US" sz="1800" dirty="0">
              <a:ea typeface="Calibri"/>
              <a:cs typeface="Calibri"/>
            </a:endParaRPr>
          </a:p>
          <a:p>
            <a:pPr>
              <a:buNone/>
            </a:pPr>
            <a:r>
              <a:rPr lang="en-US" sz="1800" b="1" dirty="0">
                <a:cs typeface="Calibri"/>
              </a:rPr>
              <a:t>4. Sparse Representation:</a:t>
            </a:r>
            <a:r>
              <a:rPr lang="en-US" sz="1800" dirty="0">
                <a:cs typeface="Calibri"/>
              </a:rPr>
              <a:t> TF vectors are often sparse, especially when the vocabulary is large compared to the number of terms actually present in each document. Most elements in the TF vector are typically 0 because many terms from the vocabulary are not present in a given document.</a:t>
            </a:r>
            <a:endParaRPr lang="en-US" sz="1800" dirty="0">
              <a:ea typeface="Calibri"/>
              <a:cs typeface="Calibri"/>
            </a:endParaRPr>
          </a:p>
        </p:txBody>
      </p:sp>
      <p:pic>
        <p:nvPicPr>
          <p:cNvPr id="10" name="Picture 2" descr="Noida Institute of Engineering and Technology - [NIET], Greater Noida -  Faculty Details 2024-20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74648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630936" y="256032"/>
            <a:ext cx="7879842" cy="101498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dirty="0"/>
              <a:t>How Term Frequency works?</a:t>
            </a:r>
          </a:p>
        </p:txBody>
      </p:sp>
      <p:sp>
        <p:nvSpPr>
          <p:cNvPr id="17" name="Rectangle 16">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464" y="1634502"/>
            <a:ext cx="783869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9" name="Rectangle 18">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30936" y="1538176"/>
            <a:ext cx="1405092"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Slide Number Placeholder 5"/>
          <p:cNvSpPr>
            <a:spLocks noGrp="1"/>
          </p:cNvSpPr>
          <p:nvPr>
            <p:ph type="sldNum" sz="quarter" idx="12"/>
          </p:nvPr>
        </p:nvSpPr>
        <p:spPr>
          <a:xfrm>
            <a:off x="6654940" y="6356350"/>
            <a:ext cx="185812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28</a:t>
            </a:fld>
            <a:endParaRPr lang="en-US">
              <a:solidFill>
                <a:schemeClr val="tx1">
                  <a:lumMod val="50000"/>
                  <a:lumOff val="50000"/>
                </a:schemeClr>
              </a:solidFill>
            </a:endParaRPr>
          </a:p>
        </p:txBody>
      </p:sp>
      <p:sp>
        <p:nvSpPr>
          <p:cNvPr id="182" name="Content Placeholder 2">
            <a:extLst>
              <a:ext uri="{FF2B5EF4-FFF2-40B4-BE49-F238E27FC236}">
                <a16:creationId xmlns:a16="http://schemas.microsoft.com/office/drawing/2014/main" id="{FDC1A734-1528-FC7A-7C7C-B49C8922968A}"/>
              </a:ext>
            </a:extLst>
          </p:cNvPr>
          <p:cNvSpPr>
            <a:spLocks noGrp="1"/>
          </p:cNvSpPr>
          <p:nvPr>
            <p:ph idx="1"/>
          </p:nvPr>
        </p:nvSpPr>
        <p:spPr>
          <a:xfrm>
            <a:off x="170676" y="1770943"/>
            <a:ext cx="8823096" cy="4901020"/>
          </a:xfrm>
        </p:spPr>
        <p:txBody>
          <a:bodyPr vert="horz" lIns="91440" tIns="45720" rIns="91440" bIns="45720" rtlCol="0" anchor="t">
            <a:noAutofit/>
          </a:bodyPr>
          <a:lstStyle/>
          <a:p>
            <a:pPr>
              <a:buNone/>
            </a:pPr>
            <a:r>
              <a:rPr lang="en-US" sz="1800" b="1" dirty="0"/>
              <a:t>Example</a:t>
            </a:r>
            <a:r>
              <a:rPr lang="en-US" sz="1800" b="1" dirty="0">
                <a:cs typeface="Calibri"/>
              </a:rPr>
              <a:t>:</a:t>
            </a:r>
            <a:endParaRPr lang="en-US" sz="1800" b="1">
              <a:ea typeface="Calibri"/>
              <a:cs typeface="Calibri"/>
            </a:endParaRPr>
          </a:p>
          <a:p>
            <a:pPr>
              <a:buNone/>
            </a:pPr>
            <a:r>
              <a:rPr lang="en-US" sz="1800" dirty="0">
                <a:ea typeface="Calibri"/>
                <a:cs typeface="Calibri"/>
              </a:rPr>
              <a:t>Suppose you have a vocabulary of three terms: "cat," "dog," and "bird," and you want to represent a document:</a:t>
            </a:r>
          </a:p>
          <a:p>
            <a:pPr>
              <a:buNone/>
            </a:pPr>
            <a:endParaRPr lang="en-US" sz="1800" dirty="0">
              <a:ea typeface="Calibri"/>
              <a:cs typeface="Calibri"/>
            </a:endParaRPr>
          </a:p>
          <a:p>
            <a:pPr>
              <a:buNone/>
            </a:pPr>
            <a:r>
              <a:rPr lang="en-US" sz="1800" b="1" dirty="0">
                <a:ea typeface="Calibri"/>
                <a:cs typeface="Calibri"/>
              </a:rPr>
              <a:t>Document: "I have a cat and a dog. My neighbor has a dog too."</a:t>
            </a:r>
          </a:p>
          <a:p>
            <a:pPr>
              <a:buNone/>
            </a:pPr>
            <a:endParaRPr lang="en-US" sz="1800" dirty="0">
              <a:ea typeface="Calibri"/>
              <a:cs typeface="Calibri"/>
            </a:endParaRPr>
          </a:p>
          <a:p>
            <a:pPr>
              <a:buNone/>
            </a:pPr>
            <a:r>
              <a:rPr lang="en-US" sz="1800" dirty="0">
                <a:ea typeface="Calibri"/>
                <a:cs typeface="Calibri"/>
              </a:rPr>
              <a:t>The Term Frequency representation of this document might look like this:</a:t>
            </a:r>
          </a:p>
          <a:p>
            <a:pPr>
              <a:buNone/>
            </a:pPr>
            <a:endParaRPr lang="en-US" sz="1800" b="1" dirty="0">
              <a:ea typeface="Calibri"/>
              <a:cs typeface="Calibri"/>
            </a:endParaRPr>
          </a:p>
          <a:p>
            <a:pPr>
              <a:buNone/>
            </a:pPr>
            <a:r>
              <a:rPr lang="en-US" sz="1800" b="1" dirty="0">
                <a:ea typeface="Calibri"/>
                <a:cs typeface="Calibri"/>
              </a:rPr>
              <a:t>Vocabulary: [cat, dog, bird]</a:t>
            </a:r>
          </a:p>
          <a:p>
            <a:pPr>
              <a:buNone/>
            </a:pPr>
            <a:endParaRPr lang="en-US" sz="1800" b="1" dirty="0">
              <a:ea typeface="Calibri"/>
              <a:cs typeface="Calibri"/>
            </a:endParaRPr>
          </a:p>
          <a:p>
            <a:pPr>
              <a:buNone/>
            </a:pPr>
            <a:r>
              <a:rPr lang="en-US" sz="1800" b="1" dirty="0">
                <a:ea typeface="Calibri"/>
                <a:cs typeface="Calibri"/>
              </a:rPr>
              <a:t>Document: [1, 2, 0]</a:t>
            </a:r>
          </a:p>
          <a:p>
            <a:pPr>
              <a:buNone/>
            </a:pPr>
            <a:endParaRPr lang="en-US" sz="1800" dirty="0">
              <a:ea typeface="Calibri"/>
              <a:cs typeface="Calibri"/>
            </a:endParaRPr>
          </a:p>
          <a:p>
            <a:pPr>
              <a:buNone/>
            </a:pPr>
            <a:r>
              <a:rPr lang="en-US" sz="1800" dirty="0">
                <a:ea typeface="Calibri"/>
                <a:cs typeface="Calibri"/>
              </a:rPr>
              <a:t>In this example, "cat" appears once in the document, "dog" appears twice, and "bird" doesn't appear at all. Therefore, the Term Frequency vector for this document is [1, 2, 0].</a:t>
            </a:r>
          </a:p>
          <a:p>
            <a:pPr>
              <a:buNone/>
            </a:pPr>
            <a:endParaRPr lang="en-US" sz="1800" dirty="0">
              <a:ea typeface="Calibri"/>
              <a:cs typeface="Calibri"/>
            </a:endParaRPr>
          </a:p>
          <a:p>
            <a:pPr marL="0" indent="0">
              <a:buNone/>
            </a:pPr>
            <a:endParaRPr lang="en-US" sz="1800" dirty="0">
              <a:ea typeface="Calibri"/>
              <a:cs typeface="Calibri"/>
            </a:endParaRPr>
          </a:p>
        </p:txBody>
      </p:sp>
      <p:pic>
        <p:nvPicPr>
          <p:cNvPr id="10" name="Picture 2" descr="Noida Institute of Engineering and Technology - [NIET], Greater Noida -  Faculty Details 2024-20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0560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8" name="Rectangle 197">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628650" y="556995"/>
            <a:ext cx="7886700" cy="113369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dirty="0"/>
              <a:t>TF - IDF</a:t>
            </a:r>
          </a:p>
        </p:txBody>
      </p:sp>
      <p:sp>
        <p:nvSpPr>
          <p:cNvPr id="6" name="Slide Number Placeholder 5"/>
          <p:cNvSpPr>
            <a:spLocks noGrp="1"/>
          </p:cNvSpPr>
          <p:nvPr>
            <p:ph type="sldNum" sz="quarter" idx="12"/>
          </p:nvPr>
        </p:nvSpPr>
        <p:spPr>
          <a:xfrm>
            <a:off x="6457950" y="6356350"/>
            <a:ext cx="2057400" cy="365125"/>
          </a:xfrm>
        </p:spPr>
        <p:txBody>
          <a:bodyPr vert="horz" lIns="91440" tIns="45720" rIns="91440" bIns="45720" rtlCol="0" anchor="ctr">
            <a:normAutofit/>
          </a:bodyPr>
          <a:lstStyle/>
          <a:p>
            <a:pPr>
              <a:spcAft>
                <a:spcPts val="600"/>
              </a:spcAft>
            </a:pPr>
            <a:fld id="{B6F15528-21DE-4FAA-801E-634DDDAF4B2B}" type="slidenum">
              <a:rPr lang="en-US"/>
              <a:pPr>
                <a:spcAft>
                  <a:spcPts val="600"/>
                </a:spcAft>
              </a:pPr>
              <a:t>29</a:t>
            </a:fld>
            <a:endParaRPr lang="en-US"/>
          </a:p>
        </p:txBody>
      </p:sp>
      <p:graphicFrame>
        <p:nvGraphicFramePr>
          <p:cNvPr id="189" name="Content Placeholder 2">
            <a:extLst>
              <a:ext uri="{FF2B5EF4-FFF2-40B4-BE49-F238E27FC236}">
                <a16:creationId xmlns:a16="http://schemas.microsoft.com/office/drawing/2014/main" id="{EAEE85EF-0E78-BC41-6940-948F160FCB8D}"/>
              </a:ext>
            </a:extLst>
          </p:cNvPr>
          <p:cNvGraphicFramePr>
            <a:graphicFrameLocks noGrp="1"/>
          </p:cNvGraphicFramePr>
          <p:nvPr>
            <p:ph idx="1"/>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Picture 2" descr="Noida Institute of Engineering and Technology - [NIET], Greater Noida -  Faculty Details 2024-202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8">
            <p14:nvContentPartPr>
              <p14:cNvPr id="2" name="Ink 1"/>
              <p14:cNvContentPartPr/>
              <p14:nvPr/>
            </p14:nvContentPartPr>
            <p14:xfrm>
              <a:off x="3679200" y="1223280"/>
              <a:ext cx="3759840" cy="1330920"/>
            </p14:xfrm>
          </p:contentPart>
        </mc:Choice>
        <mc:Fallback xmlns="">
          <p:pic>
            <p:nvPicPr>
              <p:cNvPr id="2" name="Ink 1"/>
              <p:cNvPicPr/>
              <p:nvPr/>
            </p:nvPicPr>
            <p:blipFill>
              <a:blip r:embed="rId9"/>
              <a:stretch>
                <a:fillRect/>
              </a:stretch>
            </p:blipFill>
            <p:spPr>
              <a:xfrm>
                <a:off x="3669840" y="1213920"/>
                <a:ext cx="3778560" cy="13496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3" name="Ink 2"/>
              <p14:cNvContentPartPr/>
              <p14:nvPr/>
            </p14:nvContentPartPr>
            <p14:xfrm>
              <a:off x="1732320" y="4438080"/>
              <a:ext cx="6581880" cy="607680"/>
            </p14:xfrm>
          </p:contentPart>
        </mc:Choice>
        <mc:Fallback xmlns="">
          <p:pic>
            <p:nvPicPr>
              <p:cNvPr id="3" name="Ink 2"/>
              <p:cNvPicPr/>
              <p:nvPr/>
            </p:nvPicPr>
            <p:blipFill>
              <a:blip r:embed="rId11"/>
              <a:stretch>
                <a:fillRect/>
              </a:stretch>
            </p:blipFill>
            <p:spPr>
              <a:xfrm>
                <a:off x="1722960" y="4428720"/>
                <a:ext cx="6600600" cy="626400"/>
              </a:xfrm>
              <a:prstGeom prst="rect">
                <a:avLst/>
              </a:prstGeom>
            </p:spPr>
          </p:pic>
        </mc:Fallback>
      </mc:AlternateContent>
    </p:spTree>
    <p:extLst>
      <p:ext uri="{BB962C8B-B14F-4D97-AF65-F5344CB8AC3E}">
        <p14:creationId xmlns:p14="http://schemas.microsoft.com/office/powerpoint/2010/main" val="35950615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630936" y="256032"/>
            <a:ext cx="7879842" cy="101498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dirty="0"/>
              <a:t>How TF – IDF works?</a:t>
            </a:r>
          </a:p>
        </p:txBody>
      </p:sp>
      <p:sp>
        <p:nvSpPr>
          <p:cNvPr id="17" name="Rectangle 16">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464" y="1634502"/>
            <a:ext cx="783869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9" name="Rectangle 18">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30936" y="1538176"/>
            <a:ext cx="1405092"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Slide Number Placeholder 5"/>
          <p:cNvSpPr>
            <a:spLocks noGrp="1"/>
          </p:cNvSpPr>
          <p:nvPr>
            <p:ph type="sldNum" sz="quarter" idx="12"/>
          </p:nvPr>
        </p:nvSpPr>
        <p:spPr>
          <a:xfrm>
            <a:off x="6654940" y="6356350"/>
            <a:ext cx="185812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30</a:t>
            </a:fld>
            <a:endParaRPr lang="en-US">
              <a:solidFill>
                <a:schemeClr val="tx1">
                  <a:lumMod val="50000"/>
                  <a:lumOff val="50000"/>
                </a:schemeClr>
              </a:solidFill>
            </a:endParaRPr>
          </a:p>
        </p:txBody>
      </p:sp>
      <p:sp>
        <p:nvSpPr>
          <p:cNvPr id="182" name="Content Placeholder 2">
            <a:extLst>
              <a:ext uri="{FF2B5EF4-FFF2-40B4-BE49-F238E27FC236}">
                <a16:creationId xmlns:a16="http://schemas.microsoft.com/office/drawing/2014/main" id="{FDC1A734-1528-FC7A-7C7C-B49C8922968A}"/>
              </a:ext>
            </a:extLst>
          </p:cNvPr>
          <p:cNvSpPr>
            <a:spLocks noGrp="1"/>
          </p:cNvSpPr>
          <p:nvPr>
            <p:ph idx="1"/>
          </p:nvPr>
        </p:nvSpPr>
        <p:spPr>
          <a:xfrm>
            <a:off x="170676" y="1770943"/>
            <a:ext cx="8823096" cy="4901020"/>
          </a:xfrm>
        </p:spPr>
        <p:txBody>
          <a:bodyPr vert="horz" lIns="91440" tIns="45720" rIns="91440" bIns="45720" rtlCol="0" anchor="t">
            <a:noAutofit/>
          </a:bodyPr>
          <a:lstStyle/>
          <a:p>
            <a:pPr>
              <a:buNone/>
            </a:pPr>
            <a:r>
              <a:rPr lang="en-US" sz="1400" b="1" dirty="0"/>
              <a:t>1. </a:t>
            </a:r>
            <a:r>
              <a:rPr lang="en-US" sz="1400" b="1" dirty="0">
                <a:cs typeface="Calibri"/>
              </a:rPr>
              <a:t>Term Frequency (TF):</a:t>
            </a:r>
            <a:r>
              <a:rPr lang="en-US" sz="1400" dirty="0">
                <a:cs typeface="Calibri"/>
              </a:rPr>
              <a:t> For each term (word, token, or phrase) in a document, TF measures how frequently that term appears within the document. It is a local measure of term importance within a specific document. Commonly used formulas for TF include raw term frequency (count of the term in the document) and normalized term frequency (TF divided by the total number of terms in the document).</a:t>
            </a:r>
            <a:endParaRPr lang="en-US" sz="1400" dirty="0">
              <a:ea typeface="Calibri"/>
              <a:cs typeface="Calibri"/>
            </a:endParaRPr>
          </a:p>
          <a:p>
            <a:pPr>
              <a:buNone/>
            </a:pPr>
            <a:r>
              <a:rPr lang="en-US" sz="1400" b="1" dirty="0">
                <a:cs typeface="Calibri"/>
              </a:rPr>
              <a:t>2. Inverse Document Frequency (IDF):</a:t>
            </a:r>
            <a:r>
              <a:rPr lang="en-US" sz="1400" dirty="0">
                <a:cs typeface="Calibri"/>
              </a:rPr>
              <a:t> IDF measures the importance of a term across the entire corpus. It is calculated as the logarithm of the total number of documents in the corpus divided by the number of documents containing the term. The idea is that terms that appear in many documents are less informative, so their IDF value is lower, whereas terms that appear in fewer documents are more informative and have a higher IDF value.</a:t>
            </a:r>
            <a:endParaRPr lang="en-US" sz="1400" dirty="0">
              <a:ea typeface="Calibri"/>
              <a:cs typeface="Calibri"/>
            </a:endParaRPr>
          </a:p>
          <a:p>
            <a:pPr>
              <a:buNone/>
            </a:pPr>
            <a:r>
              <a:rPr lang="en-US" sz="1400" b="1" dirty="0">
                <a:ea typeface="Calibri"/>
                <a:cs typeface="Calibri"/>
              </a:rPr>
              <a:t>3. TF-IDF Calculation:</a:t>
            </a:r>
            <a:r>
              <a:rPr lang="en-US" sz="1400" dirty="0">
                <a:ea typeface="Calibri"/>
                <a:cs typeface="Calibri"/>
              </a:rPr>
              <a:t> To compute the TF-IDF score for a term in a document, you multiply its TF by its IDF.</a:t>
            </a:r>
          </a:p>
          <a:p>
            <a:pPr>
              <a:buNone/>
            </a:pPr>
            <a:endParaRPr lang="en-US" sz="1400" dirty="0">
              <a:ea typeface="Calibri"/>
              <a:cs typeface="Calibri"/>
            </a:endParaRPr>
          </a:p>
          <a:p>
            <a:pPr>
              <a:buNone/>
            </a:pPr>
            <a:r>
              <a:rPr lang="en-US" sz="1400" dirty="0">
                <a:ea typeface="Calibri"/>
                <a:cs typeface="Calibri"/>
              </a:rPr>
              <a:t>   </a:t>
            </a:r>
            <a:r>
              <a:rPr lang="en-US" sz="1400" b="1" dirty="0">
                <a:ea typeface="Calibri"/>
                <a:cs typeface="Calibri"/>
              </a:rPr>
              <a:t>TF-IDF = TF * ID</a:t>
            </a:r>
          </a:p>
          <a:p>
            <a:pPr>
              <a:buNone/>
            </a:pPr>
            <a:r>
              <a:rPr lang="en-US" sz="1400" dirty="0">
                <a:ea typeface="Calibri"/>
                <a:cs typeface="Calibri"/>
              </a:rPr>
              <a:t>   The TF-IDF score reflects how important the term is within the context of the document and the corpus. If a term has a high TF-IDF score for a document, it means it is both frequently occurring in that document and relatively rare across the corpus, suggesting it is a distinguishing term for that document.</a:t>
            </a:r>
          </a:p>
          <a:p>
            <a:pPr>
              <a:buNone/>
            </a:pPr>
            <a:r>
              <a:rPr lang="en-US" sz="1400" b="1" dirty="0">
                <a:ea typeface="Calibri"/>
                <a:cs typeface="Calibri"/>
              </a:rPr>
              <a:t>4. Vector Representation:</a:t>
            </a:r>
            <a:r>
              <a:rPr lang="en-US" sz="1400" dirty="0">
                <a:ea typeface="Calibri"/>
                <a:cs typeface="Calibri"/>
              </a:rPr>
              <a:t> Each document is represented as a TF-IDF vector, where each element of the vector corresponds to a term in the vocabulary. The value at each element is the TF-IDF score of the corresponding term in the document. These TF-IDF vectors can be used for various NLP tasks, including document retrieval, text classification, and content recommendation.</a:t>
            </a:r>
          </a:p>
          <a:p>
            <a:pPr>
              <a:buNone/>
            </a:pPr>
            <a:r>
              <a:rPr lang="en-US" sz="1400" b="1" dirty="0">
                <a:ea typeface="Calibri"/>
                <a:cs typeface="Calibri"/>
              </a:rPr>
              <a:t>5. Normalization:</a:t>
            </a:r>
            <a:r>
              <a:rPr lang="en-US" sz="1400" dirty="0">
                <a:ea typeface="Calibri"/>
                <a:cs typeface="Calibri"/>
              </a:rPr>
              <a:t> To ensure that documents of different lengths can be compared effectively, the TF-IDF vectors are often normalized, such as by using L2 (Euclidean) normalization, which scales the vectors to have a unit length.</a:t>
            </a:r>
          </a:p>
          <a:p>
            <a:pPr>
              <a:buNone/>
            </a:pPr>
            <a:endParaRPr lang="en-US" sz="1400" dirty="0">
              <a:ea typeface="Calibri"/>
              <a:cs typeface="Calibri"/>
            </a:endParaRPr>
          </a:p>
          <a:p>
            <a:pPr>
              <a:buNone/>
            </a:pPr>
            <a:endParaRPr lang="en-US" sz="1400" dirty="0">
              <a:ea typeface="Calibri"/>
              <a:cs typeface="Calibri"/>
            </a:endParaRPr>
          </a:p>
        </p:txBody>
      </p:sp>
      <p:pic>
        <p:nvPicPr>
          <p:cNvPr id="10" name="Picture 2" descr="Noida Institute of Engineering and Technology - [NIET], Greater Noida -  Faculty Details 2024-20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2" name="Ink 1"/>
              <p14:cNvContentPartPr/>
              <p14:nvPr/>
            </p14:nvContentPartPr>
            <p14:xfrm>
              <a:off x="1125360" y="3062880"/>
              <a:ext cx="7385040" cy="1259280"/>
            </p14:xfrm>
          </p:contentPart>
        </mc:Choice>
        <mc:Fallback xmlns="">
          <p:pic>
            <p:nvPicPr>
              <p:cNvPr id="2" name="Ink 1"/>
              <p:cNvPicPr/>
              <p:nvPr/>
            </p:nvPicPr>
            <p:blipFill>
              <a:blip r:embed="rId4"/>
              <a:stretch>
                <a:fillRect/>
              </a:stretch>
            </p:blipFill>
            <p:spPr>
              <a:xfrm>
                <a:off x="1116000" y="3053520"/>
                <a:ext cx="7403760" cy="1278000"/>
              </a:xfrm>
              <a:prstGeom prst="rect">
                <a:avLst/>
              </a:prstGeom>
            </p:spPr>
          </p:pic>
        </mc:Fallback>
      </mc:AlternateContent>
    </p:spTree>
    <p:extLst>
      <p:ext uri="{BB962C8B-B14F-4D97-AF65-F5344CB8AC3E}">
        <p14:creationId xmlns:p14="http://schemas.microsoft.com/office/powerpoint/2010/main" val="37942325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630936" y="334644"/>
            <a:ext cx="7882128" cy="107691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dirty="0"/>
              <a:t>What is Text Similarity?</a:t>
            </a:r>
          </a:p>
        </p:txBody>
      </p:sp>
      <p:sp>
        <p:nvSpPr>
          <p:cNvPr id="26" name="Rectangle 25">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2079" y="0"/>
            <a:ext cx="7879842"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7" name="Rectangle 26">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1512994"/>
            <a:ext cx="787984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a:xfrm>
            <a:off x="6537960" y="6356350"/>
            <a:ext cx="197510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31</a:t>
            </a:fld>
            <a:endParaRPr lang="en-US">
              <a:solidFill>
                <a:schemeClr val="tx1">
                  <a:lumMod val="50000"/>
                  <a:lumOff val="50000"/>
                </a:schemeClr>
              </a:solidFill>
            </a:endParaRPr>
          </a:p>
        </p:txBody>
      </p:sp>
      <p:graphicFrame>
        <p:nvGraphicFramePr>
          <p:cNvPr id="28" name="Content Placeholder 2">
            <a:extLst>
              <a:ext uri="{FF2B5EF4-FFF2-40B4-BE49-F238E27FC236}">
                <a16:creationId xmlns:a16="http://schemas.microsoft.com/office/drawing/2014/main" id="{7911BCD3-FD89-BC16-4A6F-1F614AC172FE}"/>
              </a:ext>
            </a:extLst>
          </p:cNvPr>
          <p:cNvGraphicFramePr>
            <a:graphicFrameLocks noGrp="1"/>
          </p:cNvGraphicFramePr>
          <p:nvPr>
            <p:ph idx="1"/>
          </p:nvPr>
        </p:nvGraphicFramePr>
        <p:xfrm>
          <a:off x="628650" y="1737360"/>
          <a:ext cx="7879842" cy="45354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 name="Picture 2" descr="Noida Institute of Engineering and Technology - [NIET], Greater Noida -  Faculty Details 2024-202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18246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630936" y="334644"/>
            <a:ext cx="7882128" cy="107691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dirty="0"/>
              <a:t>Common Approaches and Methods used to measure Textual Similarity in NLP:</a:t>
            </a:r>
          </a:p>
        </p:txBody>
      </p:sp>
      <p:sp>
        <p:nvSpPr>
          <p:cNvPr id="26" name="Rectangle 25">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2079" y="0"/>
            <a:ext cx="7879842"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7" name="Rectangle 26">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1512994"/>
            <a:ext cx="787984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a:xfrm>
            <a:off x="6537960" y="6356350"/>
            <a:ext cx="197510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32</a:t>
            </a:fld>
            <a:endParaRPr lang="en-US">
              <a:solidFill>
                <a:schemeClr val="tx1">
                  <a:lumMod val="50000"/>
                  <a:lumOff val="50000"/>
                </a:schemeClr>
              </a:solidFill>
            </a:endParaRPr>
          </a:p>
        </p:txBody>
      </p:sp>
      <p:graphicFrame>
        <p:nvGraphicFramePr>
          <p:cNvPr id="28" name="Content Placeholder 2">
            <a:extLst>
              <a:ext uri="{FF2B5EF4-FFF2-40B4-BE49-F238E27FC236}">
                <a16:creationId xmlns:a16="http://schemas.microsoft.com/office/drawing/2014/main" id="{7911BCD3-FD89-BC16-4A6F-1F614AC172FE}"/>
              </a:ext>
            </a:extLst>
          </p:cNvPr>
          <p:cNvGraphicFramePr>
            <a:graphicFrameLocks noGrp="1"/>
          </p:cNvGraphicFramePr>
          <p:nvPr>
            <p:ph idx="1"/>
          </p:nvPr>
        </p:nvGraphicFramePr>
        <p:xfrm>
          <a:off x="628650" y="1737360"/>
          <a:ext cx="7879842" cy="45354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 name="Picture 2" descr="Noida Institute of Engineering and Technology - [NIET], Greater Noida -  Faculty Details 2024-202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22287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630936" y="334644"/>
            <a:ext cx="7882128" cy="107691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dirty="0"/>
              <a:t>Common Approaches and Methods used to measure Textual Similarity in NLP:</a:t>
            </a:r>
          </a:p>
        </p:txBody>
      </p:sp>
      <p:sp>
        <p:nvSpPr>
          <p:cNvPr id="26" name="Rectangle 25">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2079" y="0"/>
            <a:ext cx="7879842"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7" name="Rectangle 26">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1512994"/>
            <a:ext cx="787984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a:xfrm>
            <a:off x="6537960" y="6356350"/>
            <a:ext cx="197510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33</a:t>
            </a:fld>
            <a:endParaRPr lang="en-US">
              <a:solidFill>
                <a:schemeClr val="tx1">
                  <a:lumMod val="50000"/>
                  <a:lumOff val="50000"/>
                </a:schemeClr>
              </a:solidFill>
            </a:endParaRPr>
          </a:p>
        </p:txBody>
      </p:sp>
      <p:graphicFrame>
        <p:nvGraphicFramePr>
          <p:cNvPr id="28" name="Content Placeholder 2">
            <a:extLst>
              <a:ext uri="{FF2B5EF4-FFF2-40B4-BE49-F238E27FC236}">
                <a16:creationId xmlns:a16="http://schemas.microsoft.com/office/drawing/2014/main" id="{7911BCD3-FD89-BC16-4A6F-1F614AC172FE}"/>
              </a:ext>
            </a:extLst>
          </p:cNvPr>
          <p:cNvGraphicFramePr>
            <a:graphicFrameLocks noGrp="1"/>
          </p:cNvGraphicFramePr>
          <p:nvPr>
            <p:ph idx="1"/>
          </p:nvPr>
        </p:nvGraphicFramePr>
        <p:xfrm>
          <a:off x="628650" y="1737360"/>
          <a:ext cx="7879842" cy="45354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 name="Picture 2" descr="Noida Institute of Engineering and Technology - [NIET], Greater Noida -  Faculty Details 2024-202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48071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1"/>
          <p:cNvSpPr txBox="1">
            <a:spLocks/>
          </p:cNvSpPr>
          <p:nvPr/>
        </p:nvSpPr>
        <p:spPr>
          <a:xfrm>
            <a:off x="630936" y="334644"/>
            <a:ext cx="7882128" cy="107691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dirty="0"/>
              <a:t>What is Cosine Similarity?</a:t>
            </a:r>
          </a:p>
        </p:txBody>
      </p:sp>
      <p:graphicFrame>
        <p:nvGraphicFramePr>
          <p:cNvPr id="28" name="Content Placeholder 2">
            <a:extLst>
              <a:ext uri="{FF2B5EF4-FFF2-40B4-BE49-F238E27FC236}">
                <a16:creationId xmlns:a16="http://schemas.microsoft.com/office/drawing/2014/main" id="{7911BCD3-FD89-BC16-4A6F-1F614AC172FE}"/>
              </a:ext>
            </a:extLst>
          </p:cNvPr>
          <p:cNvGraphicFramePr>
            <a:graphicFrameLocks noGrp="1"/>
          </p:cNvGraphicFramePr>
          <p:nvPr>
            <p:ph idx="1"/>
          </p:nvPr>
        </p:nvGraphicFramePr>
        <p:xfrm>
          <a:off x="628650" y="1737360"/>
          <a:ext cx="7879842" cy="45354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5"/>
          <p:cNvSpPr>
            <a:spLocks noGrp="1"/>
          </p:cNvSpPr>
          <p:nvPr>
            <p:ph type="sldNum" sz="quarter" idx="12"/>
          </p:nvPr>
        </p:nvSpPr>
        <p:spPr>
          <a:xfrm>
            <a:off x="6537960" y="6356350"/>
            <a:ext cx="197510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34</a:t>
            </a:fld>
            <a:endParaRPr lang="en-US">
              <a:solidFill>
                <a:schemeClr val="tx1">
                  <a:lumMod val="50000"/>
                  <a:lumOff val="50000"/>
                </a:schemeClr>
              </a:solidFill>
            </a:endParaRPr>
          </a:p>
        </p:txBody>
      </p:sp>
      <p:pic>
        <p:nvPicPr>
          <p:cNvPr id="10" name="Picture 2" descr="Noida Institute of Engineering and Technology - [NIET], Greater Noida -  Faculty Details 2024-202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5788628"/>
      </p:ext>
    </p:extLst>
  </p:cSld>
  <p:clrMapOvr>
    <a:overrideClrMapping bg1="lt1" tx1="dk1" bg2="lt2" tx2="dk2" accent1="accent1" accent2="accent2" accent3="accent3" accent4="accent4" accent5="accent5" accent6="accent6" hlink="hlink" folHlink="folHlink"/>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630936" y="256032"/>
            <a:ext cx="7879842" cy="101498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dirty="0"/>
              <a:t>How Cosine Similarity works?</a:t>
            </a:r>
          </a:p>
        </p:txBody>
      </p:sp>
      <p:sp>
        <p:nvSpPr>
          <p:cNvPr id="17" name="Rectangle 16">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464" y="1634502"/>
            <a:ext cx="783869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9" name="Rectangle 18">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30936" y="1538176"/>
            <a:ext cx="1405092"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Slide Number Placeholder 5"/>
          <p:cNvSpPr>
            <a:spLocks noGrp="1"/>
          </p:cNvSpPr>
          <p:nvPr>
            <p:ph type="sldNum" sz="quarter" idx="12"/>
          </p:nvPr>
        </p:nvSpPr>
        <p:spPr>
          <a:xfrm>
            <a:off x="6654940" y="6356350"/>
            <a:ext cx="185812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35</a:t>
            </a:fld>
            <a:endParaRPr lang="en-US">
              <a:solidFill>
                <a:schemeClr val="tx1">
                  <a:lumMod val="50000"/>
                  <a:lumOff val="50000"/>
                </a:schemeClr>
              </a:solidFill>
            </a:endParaRPr>
          </a:p>
        </p:txBody>
      </p:sp>
      <p:sp>
        <p:nvSpPr>
          <p:cNvPr id="182" name="Content Placeholder 2">
            <a:extLst>
              <a:ext uri="{FF2B5EF4-FFF2-40B4-BE49-F238E27FC236}">
                <a16:creationId xmlns:a16="http://schemas.microsoft.com/office/drawing/2014/main" id="{FDC1A734-1528-FC7A-7C7C-B49C8922968A}"/>
              </a:ext>
            </a:extLst>
          </p:cNvPr>
          <p:cNvSpPr>
            <a:spLocks noGrp="1"/>
          </p:cNvSpPr>
          <p:nvPr>
            <p:ph idx="1"/>
          </p:nvPr>
        </p:nvSpPr>
        <p:spPr>
          <a:xfrm>
            <a:off x="170676" y="1770943"/>
            <a:ext cx="8823096" cy="4901020"/>
          </a:xfrm>
        </p:spPr>
        <p:txBody>
          <a:bodyPr vert="horz" lIns="91440" tIns="45720" rIns="91440" bIns="45720" rtlCol="0" anchor="t">
            <a:noAutofit/>
          </a:bodyPr>
          <a:lstStyle/>
          <a:p>
            <a:pPr>
              <a:buNone/>
            </a:pPr>
            <a:r>
              <a:rPr lang="en-US" sz="1200" b="1" dirty="0">
                <a:solidFill>
                  <a:srgbClr val="343541"/>
                </a:solidFill>
                <a:latin typeface="system-ui"/>
              </a:rPr>
              <a:t>1. </a:t>
            </a:r>
            <a:r>
              <a:rPr lang="en-US" sz="1200" b="1" dirty="0">
                <a:solidFill>
                  <a:srgbClr val="343541"/>
                </a:solidFill>
                <a:latin typeface="system-ui"/>
                <a:cs typeface="Calibri"/>
              </a:rPr>
              <a:t>Vector Representation: </a:t>
            </a:r>
            <a:r>
              <a:rPr lang="en-US" sz="1200" dirty="0">
                <a:solidFill>
                  <a:srgbClr val="343541"/>
                </a:solidFill>
                <a:latin typeface="system-ui"/>
                <a:cs typeface="Calibri"/>
              </a:rPr>
              <a:t>To use cosine similarity, you first represent your text data as vectors. Each text document or sentence is represented as a vector in a high-dimensional space, where each dimension corresponds to a term (word or token) in the vocabulary. The value at each dimension represents a feature of the text, such as term frequency, TF-IDF score, or word embedding.</a:t>
            </a:r>
            <a:endParaRPr lang="en-US" sz="1200" b="1" dirty="0">
              <a:solidFill>
                <a:srgbClr val="343541"/>
              </a:solidFill>
              <a:latin typeface="system-ui"/>
              <a:ea typeface="Calibri"/>
              <a:cs typeface="Calibri"/>
            </a:endParaRPr>
          </a:p>
          <a:p>
            <a:pPr>
              <a:buNone/>
            </a:pPr>
            <a:endParaRPr lang="en-US" sz="1200" b="1" dirty="0">
              <a:solidFill>
                <a:srgbClr val="343541"/>
              </a:solidFill>
              <a:latin typeface="system-ui"/>
              <a:ea typeface="Calibri"/>
              <a:cs typeface="Calibri"/>
            </a:endParaRPr>
          </a:p>
          <a:p>
            <a:pPr>
              <a:buNone/>
            </a:pPr>
            <a:r>
              <a:rPr lang="en-US" sz="1200" b="1" dirty="0">
                <a:solidFill>
                  <a:srgbClr val="343541"/>
                </a:solidFill>
                <a:latin typeface="system-ui"/>
                <a:ea typeface="Calibri"/>
                <a:cs typeface="Calibri"/>
              </a:rPr>
              <a:t>2. Cosine Calculation:</a:t>
            </a:r>
            <a:r>
              <a:rPr lang="en-US" sz="1200" dirty="0">
                <a:solidFill>
                  <a:srgbClr val="343541"/>
                </a:solidFill>
                <a:latin typeface="system-ui"/>
                <a:ea typeface="Calibri"/>
                <a:cs typeface="Calibri"/>
              </a:rPr>
              <a:t> To measure the similarity between two text vectors, you calculate the cosine of the angle θ between them using the following formula:</a:t>
            </a:r>
          </a:p>
          <a:p>
            <a:pPr>
              <a:buNone/>
            </a:pPr>
            <a:endParaRPr lang="en-US" sz="1200">
              <a:solidFill>
                <a:srgbClr val="343541"/>
              </a:solidFill>
              <a:latin typeface="system-ui"/>
              <a:ea typeface="Calibri"/>
              <a:cs typeface="Calibri"/>
            </a:endParaRPr>
          </a:p>
          <a:p>
            <a:pPr>
              <a:buNone/>
            </a:pPr>
            <a:r>
              <a:rPr lang="en-US" sz="1200" b="1" dirty="0">
                <a:solidFill>
                  <a:srgbClr val="343541"/>
                </a:solidFill>
                <a:latin typeface="system-ui"/>
                <a:ea typeface="Calibri"/>
                <a:cs typeface="Calibri"/>
              </a:rPr>
              <a:t>   Cosine Similarity (θ) = (A · B) / (||A|| * ||B||)</a:t>
            </a:r>
          </a:p>
          <a:p>
            <a:pPr>
              <a:buNone/>
            </a:pPr>
            <a:endParaRPr lang="en-US" sz="1200">
              <a:solidFill>
                <a:srgbClr val="343541"/>
              </a:solidFill>
              <a:latin typeface="system-ui"/>
              <a:ea typeface="Calibri"/>
              <a:cs typeface="Calibri"/>
            </a:endParaRPr>
          </a:p>
          <a:p>
            <a:pPr>
              <a:buNone/>
            </a:pPr>
            <a:r>
              <a:rPr lang="en-US" sz="1200" dirty="0">
                <a:solidFill>
                  <a:srgbClr val="343541"/>
                </a:solidFill>
                <a:latin typeface="system-ui"/>
                <a:ea typeface="Calibri"/>
                <a:cs typeface="Calibri"/>
              </a:rPr>
              <a:t>   - A and B are the vectors representing the two text fragments (documents, sentences, etc.).</a:t>
            </a:r>
          </a:p>
          <a:p>
            <a:pPr>
              <a:buNone/>
            </a:pPr>
            <a:r>
              <a:rPr lang="en-US" sz="1200" dirty="0">
                <a:solidFill>
                  <a:srgbClr val="343541"/>
                </a:solidFill>
                <a:latin typeface="system-ui"/>
                <a:ea typeface="Calibri"/>
                <a:cs typeface="Calibri"/>
              </a:rPr>
              <a:t>   - (A · B) represents the dot product of A and B.</a:t>
            </a:r>
          </a:p>
          <a:p>
            <a:pPr>
              <a:buNone/>
            </a:pPr>
            <a:r>
              <a:rPr lang="en-US" sz="1200" dirty="0">
                <a:solidFill>
                  <a:srgbClr val="343541"/>
                </a:solidFill>
                <a:latin typeface="system-ui"/>
                <a:ea typeface="Calibri"/>
                <a:cs typeface="Calibri"/>
              </a:rPr>
              <a:t>   - ||A|| and ||B|| represent the Euclidean norms (lengths) of vectors A and B, respectively.</a:t>
            </a:r>
          </a:p>
          <a:p>
            <a:pPr>
              <a:buNone/>
            </a:pPr>
            <a:endParaRPr lang="en-US" sz="1200">
              <a:solidFill>
                <a:srgbClr val="343541"/>
              </a:solidFill>
              <a:latin typeface="system-ui"/>
              <a:ea typeface="Calibri"/>
              <a:cs typeface="Calibri"/>
            </a:endParaRPr>
          </a:p>
          <a:p>
            <a:pPr>
              <a:buNone/>
            </a:pPr>
            <a:r>
              <a:rPr lang="en-US" sz="1200" b="1" dirty="0">
                <a:solidFill>
                  <a:srgbClr val="343541"/>
                </a:solidFill>
                <a:latin typeface="system-ui"/>
                <a:ea typeface="Calibri"/>
                <a:cs typeface="Calibri"/>
              </a:rPr>
              <a:t>3. Similarity Score: </a:t>
            </a:r>
            <a:r>
              <a:rPr lang="en-US" sz="1200" dirty="0">
                <a:solidFill>
                  <a:srgbClr val="343541"/>
                </a:solidFill>
                <a:latin typeface="system-ui"/>
                <a:ea typeface="Calibri"/>
                <a:cs typeface="Calibri"/>
              </a:rPr>
              <a:t>The cosine similarity score ranges from -1 to 1. </a:t>
            </a:r>
          </a:p>
          <a:p>
            <a:pPr>
              <a:buNone/>
            </a:pPr>
            <a:r>
              <a:rPr lang="en-US" sz="1200" dirty="0">
                <a:solidFill>
                  <a:srgbClr val="343541"/>
                </a:solidFill>
                <a:latin typeface="system-ui"/>
                <a:ea typeface="Calibri"/>
                <a:cs typeface="Calibri"/>
              </a:rPr>
              <a:t>   - A score of 1 indicates that the two vectors are identical in direction, meaning the text fragments are identical.</a:t>
            </a:r>
          </a:p>
          <a:p>
            <a:pPr>
              <a:buNone/>
            </a:pPr>
            <a:r>
              <a:rPr lang="en-US" sz="1200" dirty="0">
                <a:solidFill>
                  <a:srgbClr val="343541"/>
                </a:solidFill>
                <a:latin typeface="system-ui"/>
                <a:ea typeface="Calibri"/>
                <a:cs typeface="Calibri"/>
              </a:rPr>
              <a:t>   - A score of 0 indicates that the two vectors are orthogonal (perpendicular), suggesting no similarity.</a:t>
            </a:r>
          </a:p>
          <a:p>
            <a:pPr>
              <a:buNone/>
            </a:pPr>
            <a:r>
              <a:rPr lang="en-US" sz="1200" dirty="0">
                <a:solidFill>
                  <a:srgbClr val="343541"/>
                </a:solidFill>
                <a:latin typeface="system-ui"/>
                <a:ea typeface="Calibri"/>
                <a:cs typeface="Calibri"/>
              </a:rPr>
              <a:t>   - A score of -1 indicates that the two vectors point in opposite directions, suggesting dissimilarity.</a:t>
            </a:r>
          </a:p>
          <a:p>
            <a:pPr>
              <a:buNone/>
            </a:pPr>
            <a:endParaRPr lang="en-US" sz="1200">
              <a:solidFill>
                <a:srgbClr val="343541"/>
              </a:solidFill>
              <a:latin typeface="system-ui"/>
              <a:ea typeface="Calibri"/>
              <a:cs typeface="Calibri"/>
            </a:endParaRPr>
          </a:p>
          <a:p>
            <a:pPr>
              <a:buNone/>
            </a:pPr>
            <a:r>
              <a:rPr lang="en-US" sz="1200" dirty="0">
                <a:solidFill>
                  <a:srgbClr val="343541"/>
                </a:solidFill>
                <a:latin typeface="system-ui"/>
                <a:ea typeface="Calibri"/>
                <a:cs typeface="Calibri"/>
              </a:rPr>
              <a:t>In practice, cosine similarity values are often between 0 and 1 because documents rarely have completely opposite directions in high-dimensional spaces.</a:t>
            </a:r>
          </a:p>
          <a:p>
            <a:pPr>
              <a:buNone/>
            </a:pPr>
            <a:endParaRPr lang="en-US" sz="1400" dirty="0">
              <a:ea typeface="Calibri"/>
              <a:cs typeface="Calibri"/>
            </a:endParaRPr>
          </a:p>
        </p:txBody>
      </p:sp>
      <p:pic>
        <p:nvPicPr>
          <p:cNvPr id="10" name="Picture 2" descr="Noida Institute of Engineering and Technology - [NIET], Greater Noida -  Faculty Details 2024-20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98196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1"/>
          <p:cNvSpPr txBox="1">
            <a:spLocks/>
          </p:cNvSpPr>
          <p:nvPr/>
        </p:nvSpPr>
        <p:spPr>
          <a:xfrm>
            <a:off x="630936" y="334644"/>
            <a:ext cx="7882128" cy="107691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dirty="0"/>
              <a:t>What is Word Mover's Distance?</a:t>
            </a:r>
          </a:p>
        </p:txBody>
      </p:sp>
      <p:graphicFrame>
        <p:nvGraphicFramePr>
          <p:cNvPr id="28" name="Content Placeholder 2">
            <a:extLst>
              <a:ext uri="{FF2B5EF4-FFF2-40B4-BE49-F238E27FC236}">
                <a16:creationId xmlns:a16="http://schemas.microsoft.com/office/drawing/2014/main" id="{7911BCD3-FD89-BC16-4A6F-1F614AC172FE}"/>
              </a:ext>
            </a:extLst>
          </p:cNvPr>
          <p:cNvGraphicFramePr>
            <a:graphicFrameLocks noGrp="1"/>
          </p:cNvGraphicFramePr>
          <p:nvPr>
            <p:ph idx="1"/>
          </p:nvPr>
        </p:nvGraphicFramePr>
        <p:xfrm>
          <a:off x="628650" y="1737360"/>
          <a:ext cx="7879842" cy="45354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5"/>
          <p:cNvSpPr>
            <a:spLocks noGrp="1"/>
          </p:cNvSpPr>
          <p:nvPr>
            <p:ph type="sldNum" sz="quarter" idx="12"/>
          </p:nvPr>
        </p:nvSpPr>
        <p:spPr>
          <a:xfrm>
            <a:off x="6537960" y="6356350"/>
            <a:ext cx="197510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36</a:t>
            </a:fld>
            <a:endParaRPr lang="en-US">
              <a:solidFill>
                <a:schemeClr val="tx1">
                  <a:lumMod val="50000"/>
                  <a:lumOff val="50000"/>
                </a:schemeClr>
              </a:solidFill>
            </a:endParaRPr>
          </a:p>
        </p:txBody>
      </p:sp>
      <p:pic>
        <p:nvPicPr>
          <p:cNvPr id="10" name="Picture 2" descr="Noida Institute of Engineering and Technology - [NIET], Greater Noida -  Faculty Details 2024-202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4964747"/>
      </p:ext>
    </p:extLst>
  </p:cSld>
  <p:clrMapOvr>
    <a:overrideClrMapping bg1="lt1" tx1="dk1" bg2="lt2" tx2="dk2" accent1="accent1" accent2="accent2" accent3="accent3" accent4="accent4" accent5="accent5" accent6="accent6" hlink="hlink" folHlink="folHlink"/>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630936" y="256032"/>
            <a:ext cx="7879842" cy="101498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dirty="0"/>
              <a:t>How Work Mover's Distance works?</a:t>
            </a:r>
          </a:p>
        </p:txBody>
      </p:sp>
      <p:sp>
        <p:nvSpPr>
          <p:cNvPr id="17" name="Rectangle 16">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464" y="1634502"/>
            <a:ext cx="783869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9" name="Rectangle 18">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30936" y="1538176"/>
            <a:ext cx="1405092"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Slide Number Placeholder 5"/>
          <p:cNvSpPr>
            <a:spLocks noGrp="1"/>
          </p:cNvSpPr>
          <p:nvPr>
            <p:ph type="sldNum" sz="quarter" idx="12"/>
          </p:nvPr>
        </p:nvSpPr>
        <p:spPr>
          <a:xfrm>
            <a:off x="6654940" y="6356350"/>
            <a:ext cx="185812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37</a:t>
            </a:fld>
            <a:endParaRPr lang="en-US">
              <a:solidFill>
                <a:schemeClr val="tx1">
                  <a:lumMod val="50000"/>
                  <a:lumOff val="50000"/>
                </a:schemeClr>
              </a:solidFill>
            </a:endParaRPr>
          </a:p>
        </p:txBody>
      </p:sp>
      <p:sp>
        <p:nvSpPr>
          <p:cNvPr id="182" name="Content Placeholder 2">
            <a:extLst>
              <a:ext uri="{FF2B5EF4-FFF2-40B4-BE49-F238E27FC236}">
                <a16:creationId xmlns:a16="http://schemas.microsoft.com/office/drawing/2014/main" id="{FDC1A734-1528-FC7A-7C7C-B49C8922968A}"/>
              </a:ext>
            </a:extLst>
          </p:cNvPr>
          <p:cNvSpPr>
            <a:spLocks noGrp="1"/>
          </p:cNvSpPr>
          <p:nvPr>
            <p:ph idx="1"/>
          </p:nvPr>
        </p:nvSpPr>
        <p:spPr>
          <a:xfrm>
            <a:off x="170676" y="1770943"/>
            <a:ext cx="8823096" cy="4901020"/>
          </a:xfrm>
        </p:spPr>
        <p:txBody>
          <a:bodyPr vert="horz" lIns="91440" tIns="45720" rIns="91440" bIns="45720" rtlCol="0" anchor="t">
            <a:noAutofit/>
          </a:bodyPr>
          <a:lstStyle/>
          <a:p>
            <a:pPr>
              <a:buNone/>
            </a:pPr>
            <a:r>
              <a:rPr lang="en-US" sz="1200" b="1" dirty="0">
                <a:solidFill>
                  <a:srgbClr val="343541"/>
                </a:solidFill>
                <a:latin typeface="system-ui"/>
              </a:rPr>
              <a:t>1. </a:t>
            </a:r>
            <a:r>
              <a:rPr lang="en-US" sz="1200" b="1" dirty="0">
                <a:solidFill>
                  <a:srgbClr val="343541"/>
                </a:solidFill>
                <a:latin typeface="system-ui"/>
                <a:cs typeface="Calibri"/>
              </a:rPr>
              <a:t>Document Vectorization:</a:t>
            </a:r>
            <a:r>
              <a:rPr lang="en-US" sz="1200" dirty="0">
                <a:solidFill>
                  <a:srgbClr val="343541"/>
                </a:solidFill>
                <a:latin typeface="system-ui"/>
                <a:cs typeface="Calibri"/>
              </a:rPr>
              <a:t> First, you represent each document as a collection of word vectors. This typically involves using pre-trained word embeddings like Word2Vec or </a:t>
            </a:r>
            <a:r>
              <a:rPr lang="en-US" sz="1200" dirty="0" err="1">
                <a:solidFill>
                  <a:srgbClr val="343541"/>
                </a:solidFill>
                <a:latin typeface="system-ui"/>
                <a:cs typeface="Calibri"/>
              </a:rPr>
              <a:t>FastText</a:t>
            </a:r>
            <a:r>
              <a:rPr lang="en-US" sz="1200" dirty="0">
                <a:solidFill>
                  <a:srgbClr val="343541"/>
                </a:solidFill>
                <a:latin typeface="system-ui"/>
                <a:cs typeface="Calibri"/>
              </a:rPr>
              <a:t>, which map words to dense vector representations in a high-dimensional space. Each word in the document is mapped to its respective vector.</a:t>
            </a:r>
            <a:endParaRPr lang="en-US" sz="1200" dirty="0">
              <a:solidFill>
                <a:srgbClr val="343541"/>
              </a:solidFill>
              <a:latin typeface="system-ui"/>
              <a:ea typeface="Calibri"/>
              <a:cs typeface="Calibri"/>
            </a:endParaRPr>
          </a:p>
          <a:p>
            <a:pPr>
              <a:buNone/>
            </a:pPr>
            <a:endParaRPr lang="en-US" sz="1200">
              <a:solidFill>
                <a:srgbClr val="343541"/>
              </a:solidFill>
              <a:latin typeface="system-ui"/>
              <a:ea typeface="Calibri"/>
              <a:cs typeface="Calibri"/>
            </a:endParaRPr>
          </a:p>
          <a:p>
            <a:pPr>
              <a:buNone/>
            </a:pPr>
            <a:r>
              <a:rPr lang="en-US" sz="1200" b="1" dirty="0">
                <a:solidFill>
                  <a:srgbClr val="343541"/>
                </a:solidFill>
                <a:latin typeface="system-ui"/>
                <a:ea typeface="Calibri"/>
                <a:cs typeface="Calibri"/>
              </a:rPr>
              <a:t>2. Word-to-Word Distance:</a:t>
            </a:r>
            <a:r>
              <a:rPr lang="en-US" sz="1200" dirty="0">
                <a:solidFill>
                  <a:srgbClr val="343541"/>
                </a:solidFill>
                <a:latin typeface="system-ui"/>
                <a:ea typeface="Calibri"/>
                <a:cs typeface="Calibri"/>
              </a:rPr>
              <a:t> For each pair of words in the two documents, you compute the distance or similarity between their word vectors. This distance represents how "close" or "similar" the words are in the vector space. Common distance measures include cosine similarity or Euclidean distance between word vectors.</a:t>
            </a:r>
          </a:p>
          <a:p>
            <a:pPr>
              <a:buNone/>
            </a:pPr>
            <a:endParaRPr lang="en-US" sz="1200">
              <a:solidFill>
                <a:srgbClr val="343541"/>
              </a:solidFill>
              <a:latin typeface="system-ui"/>
              <a:ea typeface="Calibri"/>
              <a:cs typeface="Calibri"/>
            </a:endParaRPr>
          </a:p>
          <a:p>
            <a:pPr>
              <a:buNone/>
            </a:pPr>
            <a:r>
              <a:rPr lang="en-US" sz="1200" b="1" dirty="0">
                <a:solidFill>
                  <a:srgbClr val="343541"/>
                </a:solidFill>
                <a:latin typeface="system-ui"/>
                <a:ea typeface="Calibri"/>
                <a:cs typeface="Calibri"/>
              </a:rPr>
              <a:t>3. Optimal Transport:</a:t>
            </a:r>
            <a:r>
              <a:rPr lang="en-US" sz="1200" dirty="0">
                <a:solidFill>
                  <a:srgbClr val="343541"/>
                </a:solidFill>
                <a:latin typeface="system-ui"/>
                <a:ea typeface="Calibri"/>
                <a:cs typeface="Calibri"/>
              </a:rPr>
              <a:t> Word Mover's Distance is based on the concept of optimal transport, which is a mathematical framework used in logistics and transportation planning. In the context of WMD, it models how words from one document can be transported to match the word distribution of another document in the most efficient way.</a:t>
            </a:r>
          </a:p>
          <a:p>
            <a:pPr>
              <a:buNone/>
            </a:pPr>
            <a:endParaRPr lang="en-US" sz="1200">
              <a:solidFill>
                <a:srgbClr val="343541"/>
              </a:solidFill>
              <a:latin typeface="system-ui"/>
              <a:ea typeface="Calibri"/>
              <a:cs typeface="Calibri"/>
            </a:endParaRPr>
          </a:p>
          <a:p>
            <a:pPr>
              <a:buNone/>
            </a:pPr>
            <a:r>
              <a:rPr lang="en-US" sz="1200" b="1" dirty="0">
                <a:solidFill>
                  <a:srgbClr val="343541"/>
                </a:solidFill>
                <a:latin typeface="system-ui"/>
                <a:ea typeface="Calibri"/>
                <a:cs typeface="Calibri"/>
              </a:rPr>
              <a:t>4. Word Movement:</a:t>
            </a:r>
            <a:r>
              <a:rPr lang="en-US" sz="1200" dirty="0">
                <a:solidFill>
                  <a:srgbClr val="343541"/>
                </a:solidFill>
                <a:latin typeface="system-ui"/>
                <a:ea typeface="Calibri"/>
                <a:cs typeface="Calibri"/>
              </a:rPr>
              <a:t> The algorithm calculates how much "work" is needed to transform the word distribution of one document into that of another. It accounts for both the distance between words and the amount of mass (word frequency) that needs to be moved from one word to another. The more dissimilar the documents, the greater the WMD.</a:t>
            </a:r>
          </a:p>
          <a:p>
            <a:pPr>
              <a:buNone/>
            </a:pPr>
            <a:endParaRPr lang="en-US" sz="1200">
              <a:solidFill>
                <a:srgbClr val="343541"/>
              </a:solidFill>
              <a:latin typeface="system-ui"/>
              <a:ea typeface="Calibri"/>
              <a:cs typeface="Calibri"/>
            </a:endParaRPr>
          </a:p>
          <a:p>
            <a:pPr>
              <a:buNone/>
            </a:pPr>
            <a:r>
              <a:rPr lang="en-US" sz="1200" b="1" dirty="0">
                <a:solidFill>
                  <a:srgbClr val="343541"/>
                </a:solidFill>
                <a:latin typeface="system-ui"/>
                <a:ea typeface="Calibri"/>
                <a:cs typeface="Calibri"/>
              </a:rPr>
              <a:t>5. Optimization: </a:t>
            </a:r>
            <a:r>
              <a:rPr lang="en-US" sz="1200" dirty="0">
                <a:solidFill>
                  <a:srgbClr val="343541"/>
                </a:solidFill>
                <a:latin typeface="system-ui"/>
                <a:ea typeface="Calibri"/>
                <a:cs typeface="Calibri"/>
              </a:rPr>
              <a:t>WMD calculates the optimal transport plan (set of word-to-word assignments) that minimizes the total cost of moving words from one document to another. The cost is typically defined based on the distance or similarity between word vectors.</a:t>
            </a:r>
          </a:p>
          <a:p>
            <a:pPr>
              <a:buNone/>
            </a:pPr>
            <a:endParaRPr lang="en-US" sz="1200">
              <a:solidFill>
                <a:srgbClr val="343541"/>
              </a:solidFill>
              <a:latin typeface="system-ui"/>
              <a:ea typeface="Calibri"/>
              <a:cs typeface="Calibri"/>
            </a:endParaRPr>
          </a:p>
          <a:p>
            <a:pPr>
              <a:buNone/>
            </a:pPr>
            <a:r>
              <a:rPr lang="en-US" sz="1200" b="1" dirty="0">
                <a:solidFill>
                  <a:srgbClr val="343541"/>
                </a:solidFill>
                <a:latin typeface="system-ui"/>
                <a:ea typeface="Calibri"/>
                <a:cs typeface="Calibri"/>
              </a:rPr>
              <a:t>6. Word Mover's Distance:</a:t>
            </a:r>
            <a:r>
              <a:rPr lang="en-US" sz="1200" dirty="0">
                <a:solidFill>
                  <a:srgbClr val="343541"/>
                </a:solidFill>
                <a:latin typeface="system-ui"/>
                <a:ea typeface="Calibri"/>
                <a:cs typeface="Calibri"/>
              </a:rPr>
              <a:t> The Word Mover's Distance is the sum of the costs associated with the optimal transport plan. It quantifies the dissimilarity between the documents. Lower WMD values indicate greater similarity between the documents, while higher values indicate greater dissimilarity.</a:t>
            </a:r>
          </a:p>
          <a:p>
            <a:pPr>
              <a:buNone/>
            </a:pPr>
            <a:endParaRPr lang="en-US" sz="1200" dirty="0">
              <a:solidFill>
                <a:srgbClr val="343541"/>
              </a:solidFill>
              <a:latin typeface="system-ui"/>
              <a:ea typeface="Calibri"/>
              <a:cs typeface="Calibri"/>
            </a:endParaRPr>
          </a:p>
        </p:txBody>
      </p:sp>
      <p:pic>
        <p:nvPicPr>
          <p:cNvPr id="10" name="Picture 2" descr="Noida Institute of Engineering and Technology - [NIET], Greater Noida -  Faculty Details 2024-20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58504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630936" y="334644"/>
            <a:ext cx="7882128" cy="107691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dirty="0"/>
              <a:t>What is Word Embeddings?</a:t>
            </a:r>
          </a:p>
        </p:txBody>
      </p:sp>
      <p:sp>
        <p:nvSpPr>
          <p:cNvPr id="26" name="Rectangle 25">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2079" y="0"/>
            <a:ext cx="7879842"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7" name="Rectangle 26">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1512994"/>
            <a:ext cx="787984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a:xfrm>
            <a:off x="6537960" y="6356350"/>
            <a:ext cx="197510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38</a:t>
            </a:fld>
            <a:endParaRPr lang="en-US">
              <a:solidFill>
                <a:schemeClr val="tx1">
                  <a:lumMod val="50000"/>
                  <a:lumOff val="50000"/>
                </a:schemeClr>
              </a:solidFill>
            </a:endParaRPr>
          </a:p>
        </p:txBody>
      </p:sp>
      <p:graphicFrame>
        <p:nvGraphicFramePr>
          <p:cNvPr id="28" name="Content Placeholder 2">
            <a:extLst>
              <a:ext uri="{FF2B5EF4-FFF2-40B4-BE49-F238E27FC236}">
                <a16:creationId xmlns:a16="http://schemas.microsoft.com/office/drawing/2014/main" id="{7911BCD3-FD89-BC16-4A6F-1F614AC172FE}"/>
              </a:ext>
            </a:extLst>
          </p:cNvPr>
          <p:cNvGraphicFramePr>
            <a:graphicFrameLocks noGrp="1"/>
          </p:cNvGraphicFramePr>
          <p:nvPr>
            <p:ph idx="1"/>
          </p:nvPr>
        </p:nvGraphicFramePr>
        <p:xfrm>
          <a:off x="628650" y="1737360"/>
          <a:ext cx="7879842" cy="45354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 name="Picture 2" descr="Noida Institute of Engineering and Technology - [NIET], Greater Noida -  Faculty Details 2024-202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01560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630936" y="334644"/>
            <a:ext cx="7882128" cy="107691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dirty="0"/>
              <a:t>Some key points  about Word Embeddings:</a:t>
            </a:r>
          </a:p>
        </p:txBody>
      </p:sp>
      <p:sp>
        <p:nvSpPr>
          <p:cNvPr id="26" name="Rectangle 25">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2079" y="0"/>
            <a:ext cx="7879842"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7" name="Rectangle 26">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1512994"/>
            <a:ext cx="787984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a:xfrm>
            <a:off x="6537960" y="6356350"/>
            <a:ext cx="197510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39</a:t>
            </a:fld>
            <a:endParaRPr lang="en-US">
              <a:solidFill>
                <a:schemeClr val="tx1">
                  <a:lumMod val="50000"/>
                  <a:lumOff val="50000"/>
                </a:schemeClr>
              </a:solidFill>
            </a:endParaRPr>
          </a:p>
        </p:txBody>
      </p:sp>
      <p:graphicFrame>
        <p:nvGraphicFramePr>
          <p:cNvPr id="28" name="Content Placeholder 2">
            <a:extLst>
              <a:ext uri="{FF2B5EF4-FFF2-40B4-BE49-F238E27FC236}">
                <a16:creationId xmlns:a16="http://schemas.microsoft.com/office/drawing/2014/main" id="{7911BCD3-FD89-BC16-4A6F-1F614AC172FE}"/>
              </a:ext>
            </a:extLst>
          </p:cNvPr>
          <p:cNvGraphicFramePr>
            <a:graphicFrameLocks noGrp="1"/>
          </p:cNvGraphicFramePr>
          <p:nvPr>
            <p:ph idx="1"/>
          </p:nvPr>
        </p:nvGraphicFramePr>
        <p:xfrm>
          <a:off x="628650" y="1737360"/>
          <a:ext cx="7879842" cy="45354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 name="Picture 2" descr="Noida Institute of Engineering and Technology - [NIET], Greater Noida -  Faculty Details 2024-202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37294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630936" y="334644"/>
            <a:ext cx="7882128" cy="107691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dirty="0"/>
              <a:t>Some key points  about Word Embeddings:</a:t>
            </a:r>
          </a:p>
        </p:txBody>
      </p:sp>
      <p:sp>
        <p:nvSpPr>
          <p:cNvPr id="26" name="Rectangle 25">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2079" y="0"/>
            <a:ext cx="7879842"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7" name="Rectangle 26">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1512994"/>
            <a:ext cx="787984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a:xfrm>
            <a:off x="6537960" y="6356350"/>
            <a:ext cx="197510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40</a:t>
            </a:fld>
            <a:endParaRPr lang="en-US">
              <a:solidFill>
                <a:schemeClr val="tx1">
                  <a:lumMod val="50000"/>
                  <a:lumOff val="50000"/>
                </a:schemeClr>
              </a:solidFill>
            </a:endParaRPr>
          </a:p>
        </p:txBody>
      </p:sp>
      <p:graphicFrame>
        <p:nvGraphicFramePr>
          <p:cNvPr id="28" name="Content Placeholder 2">
            <a:extLst>
              <a:ext uri="{FF2B5EF4-FFF2-40B4-BE49-F238E27FC236}">
                <a16:creationId xmlns:a16="http://schemas.microsoft.com/office/drawing/2014/main" id="{7911BCD3-FD89-BC16-4A6F-1F614AC172FE}"/>
              </a:ext>
            </a:extLst>
          </p:cNvPr>
          <p:cNvGraphicFramePr>
            <a:graphicFrameLocks noGrp="1"/>
          </p:cNvGraphicFramePr>
          <p:nvPr>
            <p:ph idx="1"/>
          </p:nvPr>
        </p:nvGraphicFramePr>
        <p:xfrm>
          <a:off x="628650" y="1737360"/>
          <a:ext cx="7879842" cy="45354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 name="Picture 2" descr="Noida Institute of Engineering and Technology - [NIET], Greater Noida -  Faculty Details 2024-202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21791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630936" y="334644"/>
            <a:ext cx="7882128" cy="107691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dirty="0"/>
              <a:t>What is Word2Vec?</a:t>
            </a:r>
          </a:p>
        </p:txBody>
      </p:sp>
      <p:sp>
        <p:nvSpPr>
          <p:cNvPr id="26" name="Rectangle 25">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2079" y="0"/>
            <a:ext cx="7879842"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7" name="Rectangle 26">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1512994"/>
            <a:ext cx="787984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a:xfrm>
            <a:off x="6537960" y="6356350"/>
            <a:ext cx="197510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41</a:t>
            </a:fld>
            <a:endParaRPr lang="en-US">
              <a:solidFill>
                <a:schemeClr val="tx1">
                  <a:lumMod val="50000"/>
                  <a:lumOff val="50000"/>
                </a:schemeClr>
              </a:solidFill>
            </a:endParaRPr>
          </a:p>
        </p:txBody>
      </p:sp>
      <p:graphicFrame>
        <p:nvGraphicFramePr>
          <p:cNvPr id="28" name="Content Placeholder 2">
            <a:extLst>
              <a:ext uri="{FF2B5EF4-FFF2-40B4-BE49-F238E27FC236}">
                <a16:creationId xmlns:a16="http://schemas.microsoft.com/office/drawing/2014/main" id="{7911BCD3-FD89-BC16-4A6F-1F614AC172FE}"/>
              </a:ext>
            </a:extLst>
          </p:cNvPr>
          <p:cNvGraphicFramePr>
            <a:graphicFrameLocks noGrp="1"/>
          </p:cNvGraphicFramePr>
          <p:nvPr>
            <p:ph idx="1"/>
          </p:nvPr>
        </p:nvGraphicFramePr>
        <p:xfrm>
          <a:off x="628650" y="1737360"/>
          <a:ext cx="7879842" cy="45354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 name="Picture 2" descr="Noida Institute of Engineering and Technology - [NIET], Greater Noida -  Faculty Details 2024-202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12268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630936" y="256032"/>
            <a:ext cx="7879842" cy="101498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dirty="0"/>
              <a:t>How Word2Vec works?</a:t>
            </a:r>
          </a:p>
        </p:txBody>
      </p:sp>
      <p:sp>
        <p:nvSpPr>
          <p:cNvPr id="17" name="Rectangle 16">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464" y="1634502"/>
            <a:ext cx="783869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9" name="Rectangle 18">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30936" y="1538176"/>
            <a:ext cx="1405092"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Slide Number Placeholder 5"/>
          <p:cNvSpPr>
            <a:spLocks noGrp="1"/>
          </p:cNvSpPr>
          <p:nvPr>
            <p:ph type="sldNum" sz="quarter" idx="12"/>
          </p:nvPr>
        </p:nvSpPr>
        <p:spPr>
          <a:xfrm>
            <a:off x="6654940" y="6356350"/>
            <a:ext cx="185812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42</a:t>
            </a:fld>
            <a:endParaRPr lang="en-US">
              <a:solidFill>
                <a:schemeClr val="tx1">
                  <a:lumMod val="50000"/>
                  <a:lumOff val="50000"/>
                </a:schemeClr>
              </a:solidFill>
            </a:endParaRPr>
          </a:p>
        </p:txBody>
      </p:sp>
      <p:sp>
        <p:nvSpPr>
          <p:cNvPr id="182" name="Content Placeholder 2">
            <a:extLst>
              <a:ext uri="{FF2B5EF4-FFF2-40B4-BE49-F238E27FC236}">
                <a16:creationId xmlns:a16="http://schemas.microsoft.com/office/drawing/2014/main" id="{FDC1A734-1528-FC7A-7C7C-B49C8922968A}"/>
              </a:ext>
            </a:extLst>
          </p:cNvPr>
          <p:cNvSpPr>
            <a:spLocks noGrp="1"/>
          </p:cNvSpPr>
          <p:nvPr>
            <p:ph idx="1"/>
          </p:nvPr>
        </p:nvSpPr>
        <p:spPr>
          <a:xfrm>
            <a:off x="170676" y="1770943"/>
            <a:ext cx="8823096" cy="4901020"/>
          </a:xfrm>
        </p:spPr>
        <p:txBody>
          <a:bodyPr vert="horz" lIns="91440" tIns="45720" rIns="91440" bIns="45720" rtlCol="0" anchor="t">
            <a:noAutofit/>
          </a:bodyPr>
          <a:lstStyle/>
          <a:p>
            <a:pPr>
              <a:buNone/>
            </a:pPr>
            <a:r>
              <a:rPr lang="en-US" sz="1200" b="1" dirty="0">
                <a:solidFill>
                  <a:srgbClr val="343541"/>
                </a:solidFill>
                <a:latin typeface="system-ui"/>
              </a:rPr>
              <a:t>1. </a:t>
            </a:r>
            <a:r>
              <a:rPr lang="en-US" sz="1200" b="1" dirty="0">
                <a:solidFill>
                  <a:srgbClr val="343541"/>
                </a:solidFill>
                <a:latin typeface="system-ui"/>
                <a:cs typeface="Calibri"/>
              </a:rPr>
              <a:t>Context Window:</a:t>
            </a:r>
            <a:r>
              <a:rPr lang="en-US" sz="1200" dirty="0">
                <a:solidFill>
                  <a:srgbClr val="343541"/>
                </a:solidFill>
                <a:latin typeface="system-ui"/>
                <a:cs typeface="Calibri"/>
              </a:rPr>
              <a:t> Word2Vec learns word embeddings by analyzing the context in which words appear. It considers a sliding context window around each word in a large text corpus. This window defines the neighboring words that are taken into account when learning the word embeddings.</a:t>
            </a:r>
            <a:endParaRPr lang="en-US" sz="1200" dirty="0">
              <a:solidFill>
                <a:srgbClr val="343541"/>
              </a:solidFill>
              <a:latin typeface="system-ui"/>
              <a:ea typeface="Calibri"/>
              <a:cs typeface="Calibri"/>
            </a:endParaRPr>
          </a:p>
          <a:p>
            <a:pPr>
              <a:buNone/>
            </a:pPr>
            <a:endParaRPr lang="en-US" sz="1200" dirty="0">
              <a:solidFill>
                <a:srgbClr val="343541"/>
              </a:solidFill>
              <a:latin typeface="system-ui"/>
              <a:ea typeface="Calibri"/>
              <a:cs typeface="Calibri"/>
            </a:endParaRPr>
          </a:p>
          <a:p>
            <a:pPr>
              <a:buNone/>
            </a:pPr>
            <a:r>
              <a:rPr lang="en-US" sz="1200" b="1" dirty="0">
                <a:solidFill>
                  <a:srgbClr val="343541"/>
                </a:solidFill>
                <a:latin typeface="system-ui"/>
                <a:ea typeface="Calibri"/>
                <a:cs typeface="Calibri"/>
              </a:rPr>
              <a:t>2. Skip-gram and Continuous Bag of Words (CBOW):</a:t>
            </a:r>
            <a:r>
              <a:rPr lang="en-US" sz="1200" dirty="0">
                <a:solidFill>
                  <a:srgbClr val="343541"/>
                </a:solidFill>
                <a:latin typeface="system-ui"/>
                <a:ea typeface="Calibri"/>
                <a:cs typeface="Calibri"/>
              </a:rPr>
              <a:t> Word2Vec offers two primary models: Skip-gram and Continuous Bag of Words (CBOW). These models are trained on the same corpus but have slightly different objectives.</a:t>
            </a:r>
          </a:p>
          <a:p>
            <a:pPr>
              <a:buNone/>
            </a:pPr>
            <a:r>
              <a:rPr lang="en-US" sz="1200" dirty="0">
                <a:solidFill>
                  <a:srgbClr val="343541"/>
                </a:solidFill>
                <a:latin typeface="system-ui"/>
                <a:ea typeface="Calibri"/>
                <a:cs typeface="Calibri"/>
              </a:rPr>
              <a:t>   </a:t>
            </a:r>
            <a:r>
              <a:rPr lang="en-US" sz="1200" b="1" dirty="0">
                <a:solidFill>
                  <a:srgbClr val="343541"/>
                </a:solidFill>
                <a:latin typeface="system-ui"/>
                <a:ea typeface="Calibri"/>
                <a:cs typeface="Calibri"/>
              </a:rPr>
              <a:t>- Skip-gram:</a:t>
            </a:r>
            <a:r>
              <a:rPr lang="en-US" sz="1200" dirty="0">
                <a:solidFill>
                  <a:srgbClr val="343541"/>
                </a:solidFill>
                <a:latin typeface="system-ui"/>
                <a:ea typeface="Calibri"/>
                <a:cs typeface="Calibri"/>
              </a:rPr>
              <a:t> In the Skip-gram model, the goal is to predict the surrounding words (context) given a target word. For example, given the word "apple," the model tries to predict words like "juicy" or "fruit" that often appear nearby in sentences.</a:t>
            </a:r>
          </a:p>
          <a:p>
            <a:pPr>
              <a:buNone/>
            </a:pPr>
            <a:r>
              <a:rPr lang="en-US" sz="1200" dirty="0">
                <a:solidFill>
                  <a:srgbClr val="343541"/>
                </a:solidFill>
                <a:latin typeface="system-ui"/>
                <a:ea typeface="Calibri"/>
                <a:cs typeface="Calibri"/>
              </a:rPr>
              <a:t>   </a:t>
            </a:r>
            <a:r>
              <a:rPr lang="en-US" sz="1200" b="1" dirty="0">
                <a:solidFill>
                  <a:srgbClr val="343541"/>
                </a:solidFill>
                <a:latin typeface="system-ui"/>
                <a:ea typeface="Calibri"/>
                <a:cs typeface="Calibri"/>
              </a:rPr>
              <a:t>- CBOW:</a:t>
            </a:r>
            <a:r>
              <a:rPr lang="en-US" sz="1200" dirty="0">
                <a:solidFill>
                  <a:srgbClr val="343541"/>
                </a:solidFill>
                <a:latin typeface="system-ui"/>
                <a:ea typeface="Calibri"/>
                <a:cs typeface="Calibri"/>
              </a:rPr>
              <a:t> In the CBOW model, the goal is to predict the target word based on its surrounding context. In this case, the model tries to predict "apple" when given context words like "juicy" or "fruit."</a:t>
            </a:r>
          </a:p>
          <a:p>
            <a:pPr>
              <a:buNone/>
            </a:pPr>
            <a:endParaRPr lang="en-US" sz="1200" dirty="0">
              <a:solidFill>
                <a:srgbClr val="343541"/>
              </a:solidFill>
              <a:latin typeface="system-ui"/>
              <a:ea typeface="Calibri"/>
              <a:cs typeface="Calibri"/>
            </a:endParaRPr>
          </a:p>
          <a:p>
            <a:pPr>
              <a:buNone/>
            </a:pPr>
            <a:r>
              <a:rPr lang="en-US" sz="1200" b="1" dirty="0">
                <a:solidFill>
                  <a:srgbClr val="343541"/>
                </a:solidFill>
                <a:latin typeface="system-ui"/>
                <a:ea typeface="Calibri"/>
                <a:cs typeface="Calibri"/>
              </a:rPr>
              <a:t>3. Training:</a:t>
            </a:r>
            <a:r>
              <a:rPr lang="en-US" sz="1200" dirty="0">
                <a:solidFill>
                  <a:srgbClr val="343541"/>
                </a:solidFill>
                <a:latin typeface="system-ui"/>
                <a:ea typeface="Calibri"/>
                <a:cs typeface="Calibri"/>
              </a:rPr>
              <a:t> Word2Vec uses a neural network architecture to learn the word embeddings. During training, the model adjusts the vector representations of words to minimize the prediction error for the specified task (Skip-gram or CBOW). These learned word embeddings capture the semantic relationships between words based on their co-occurrence patterns in the corpus.</a:t>
            </a:r>
          </a:p>
          <a:p>
            <a:pPr>
              <a:buNone/>
            </a:pPr>
            <a:endParaRPr lang="en-US" sz="1200" dirty="0">
              <a:solidFill>
                <a:srgbClr val="343541"/>
              </a:solidFill>
              <a:latin typeface="system-ui"/>
              <a:ea typeface="Calibri"/>
              <a:cs typeface="Calibri"/>
            </a:endParaRPr>
          </a:p>
          <a:p>
            <a:pPr>
              <a:buNone/>
            </a:pPr>
            <a:r>
              <a:rPr lang="en-US" sz="1200" b="1" dirty="0">
                <a:solidFill>
                  <a:srgbClr val="343541"/>
                </a:solidFill>
                <a:latin typeface="system-ui"/>
                <a:ea typeface="Calibri"/>
                <a:cs typeface="Calibri"/>
              </a:rPr>
              <a:t>4. Vector Space:</a:t>
            </a:r>
            <a:r>
              <a:rPr lang="en-US" sz="1200" dirty="0">
                <a:solidFill>
                  <a:srgbClr val="343541"/>
                </a:solidFill>
                <a:latin typeface="system-ui"/>
                <a:ea typeface="Calibri"/>
                <a:cs typeface="Calibri"/>
              </a:rPr>
              <a:t> Once trained, each word in the vocabulary is represented as a dense vector in a continuous vector space. These vectors are typically high-dimensional (e.g., 100 to 300 dimensions), and they capture semantic similarities between words. Words with similar meanings or usage patterns are represented as vectors that are closer to each other in this vector space.</a:t>
            </a:r>
          </a:p>
          <a:p>
            <a:pPr>
              <a:buNone/>
            </a:pPr>
            <a:endParaRPr lang="en-US" sz="1200" b="1" dirty="0">
              <a:solidFill>
                <a:srgbClr val="343541"/>
              </a:solidFill>
              <a:latin typeface="system-ui"/>
              <a:ea typeface="Calibri"/>
              <a:cs typeface="Calibri"/>
            </a:endParaRPr>
          </a:p>
          <a:p>
            <a:pPr>
              <a:buNone/>
            </a:pPr>
            <a:r>
              <a:rPr lang="en-US" sz="1200" b="1" dirty="0">
                <a:solidFill>
                  <a:srgbClr val="343541"/>
                </a:solidFill>
                <a:latin typeface="system-ui"/>
                <a:ea typeface="Calibri"/>
                <a:cs typeface="Calibri"/>
              </a:rPr>
              <a:t>5. Word Arithmetic:</a:t>
            </a:r>
            <a:r>
              <a:rPr lang="en-US" sz="1200" dirty="0">
                <a:solidFill>
                  <a:srgbClr val="343541"/>
                </a:solidFill>
                <a:latin typeface="system-ui"/>
                <a:ea typeface="Calibri"/>
                <a:cs typeface="Calibri"/>
              </a:rPr>
              <a:t> Word2Vec embeddings enable algebraic operations on words. For example, "king" - "man" + "woman" might result in a vector close to "queen," demonstrating that the model has captured semantic relationships.</a:t>
            </a:r>
          </a:p>
          <a:p>
            <a:pPr>
              <a:buNone/>
            </a:pPr>
            <a:endParaRPr lang="en-US" sz="1200" dirty="0">
              <a:solidFill>
                <a:srgbClr val="343541"/>
              </a:solidFill>
              <a:latin typeface="system-ui"/>
              <a:ea typeface="Calibri"/>
              <a:cs typeface="Calibri"/>
            </a:endParaRPr>
          </a:p>
        </p:txBody>
      </p:sp>
      <p:pic>
        <p:nvPicPr>
          <p:cNvPr id="10" name="Picture 2" descr="Noida Institute of Engineering and Technology - [NIET], Greater Noida -  Faculty Details 2024-20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85638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630936" y="334644"/>
            <a:ext cx="7882128" cy="107691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dirty="0"/>
              <a:t>What is </a:t>
            </a:r>
            <a:r>
              <a:rPr lang="en-US" dirty="0" err="1"/>
              <a:t>GloVe</a:t>
            </a:r>
            <a:r>
              <a:rPr lang="en-US" dirty="0"/>
              <a:t>?</a:t>
            </a:r>
          </a:p>
        </p:txBody>
      </p:sp>
      <p:sp>
        <p:nvSpPr>
          <p:cNvPr id="26" name="Rectangle 25">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2079" y="0"/>
            <a:ext cx="7879842"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7" name="Rectangle 26">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1512994"/>
            <a:ext cx="787984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a:xfrm>
            <a:off x="6537960" y="6356350"/>
            <a:ext cx="197510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43</a:t>
            </a:fld>
            <a:endParaRPr lang="en-US">
              <a:solidFill>
                <a:schemeClr val="tx1">
                  <a:lumMod val="50000"/>
                  <a:lumOff val="50000"/>
                </a:schemeClr>
              </a:solidFill>
            </a:endParaRPr>
          </a:p>
        </p:txBody>
      </p:sp>
      <p:graphicFrame>
        <p:nvGraphicFramePr>
          <p:cNvPr id="28" name="Content Placeholder 2">
            <a:extLst>
              <a:ext uri="{FF2B5EF4-FFF2-40B4-BE49-F238E27FC236}">
                <a16:creationId xmlns:a16="http://schemas.microsoft.com/office/drawing/2014/main" id="{7911BCD3-FD89-BC16-4A6F-1F614AC172FE}"/>
              </a:ext>
            </a:extLst>
          </p:cNvPr>
          <p:cNvGraphicFramePr>
            <a:graphicFrameLocks noGrp="1"/>
          </p:cNvGraphicFramePr>
          <p:nvPr>
            <p:ph idx="1"/>
          </p:nvPr>
        </p:nvGraphicFramePr>
        <p:xfrm>
          <a:off x="628650" y="1737360"/>
          <a:ext cx="7879842" cy="45354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 name="Picture 2" descr="Noida Institute of Engineering and Technology - [NIET], Greater Noida -  Faculty Details 2024-202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39103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630936" y="334644"/>
            <a:ext cx="7882128" cy="107691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dirty="0"/>
              <a:t>Some key features of </a:t>
            </a:r>
            <a:r>
              <a:rPr lang="en-US" dirty="0" err="1"/>
              <a:t>GloVe</a:t>
            </a:r>
            <a:r>
              <a:rPr lang="en-US" dirty="0"/>
              <a:t>:</a:t>
            </a:r>
          </a:p>
        </p:txBody>
      </p:sp>
      <p:sp>
        <p:nvSpPr>
          <p:cNvPr id="26" name="Rectangle 25">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2079" y="0"/>
            <a:ext cx="7879842"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7" name="Rectangle 26">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1512994"/>
            <a:ext cx="787984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a:xfrm>
            <a:off x="6537960" y="6356350"/>
            <a:ext cx="197510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44</a:t>
            </a:fld>
            <a:endParaRPr lang="en-US">
              <a:solidFill>
                <a:schemeClr val="tx1">
                  <a:lumMod val="50000"/>
                  <a:lumOff val="50000"/>
                </a:schemeClr>
              </a:solidFill>
            </a:endParaRPr>
          </a:p>
        </p:txBody>
      </p:sp>
      <p:graphicFrame>
        <p:nvGraphicFramePr>
          <p:cNvPr id="28" name="Content Placeholder 2">
            <a:extLst>
              <a:ext uri="{FF2B5EF4-FFF2-40B4-BE49-F238E27FC236}">
                <a16:creationId xmlns:a16="http://schemas.microsoft.com/office/drawing/2014/main" id="{7911BCD3-FD89-BC16-4A6F-1F614AC172FE}"/>
              </a:ext>
            </a:extLst>
          </p:cNvPr>
          <p:cNvGraphicFramePr>
            <a:graphicFrameLocks noGrp="1"/>
          </p:cNvGraphicFramePr>
          <p:nvPr>
            <p:ph idx="1"/>
          </p:nvPr>
        </p:nvGraphicFramePr>
        <p:xfrm>
          <a:off x="628650" y="1737360"/>
          <a:ext cx="7879842" cy="45354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 name="Picture 2" descr="Noida Institute of Engineering and Technology - [NIET], Greater Noida -  Faculty Details 2024-202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87789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43050" y="1714501"/>
            <a:ext cx="6172200" cy="2715368"/>
          </a:xfrm>
        </p:spPr>
        <p:txBody>
          <a:bodyPr vert="horz" lIns="91440" tIns="45720" rIns="91440" bIns="45720" rtlCol="0" anchor="t">
            <a:normAutofit/>
          </a:bodyPr>
          <a:lstStyle/>
          <a:p>
            <a:pPr marL="0" indent="0" algn="ctr">
              <a:buNone/>
            </a:pPr>
            <a:endParaRPr lang="en-US"/>
          </a:p>
          <a:p>
            <a:pPr marL="0" indent="0" algn="ctr">
              <a:buNone/>
            </a:pPr>
            <a:endParaRPr lang="en-US"/>
          </a:p>
          <a:p>
            <a:pPr marL="0" indent="0" algn="ctr">
              <a:buNone/>
            </a:pPr>
            <a:r>
              <a:rPr lang="en-US" dirty="0"/>
              <a:t>THANK YOU</a:t>
            </a:r>
            <a:br>
              <a:rPr lang="en-US" dirty="0"/>
            </a:br>
            <a:endParaRPr lang="en-US">
              <a:ea typeface="Calibri"/>
              <a:cs typeface="Calibri"/>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45</a:t>
            </a:fld>
            <a:endParaRPr lang="en-US"/>
          </a:p>
        </p:txBody>
      </p:sp>
      <p:sp>
        <p:nvSpPr>
          <p:cNvPr id="7" name="Title 1"/>
          <p:cNvSpPr txBox="1">
            <a:spLocks/>
          </p:cNvSpPr>
          <p:nvPr/>
        </p:nvSpPr>
        <p:spPr>
          <a:xfrm>
            <a:off x="1121228" y="50348"/>
            <a:ext cx="8022771" cy="51434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a:t> </a:t>
            </a:r>
          </a:p>
        </p:txBody>
      </p:sp>
      <p:pic>
        <p:nvPicPr>
          <p:cNvPr id="8" name="Picture 2" descr="Noida Institute of Engineering and Technology - [NIET], Greater Noida -  Faculty Details 2024-20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03175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117</TotalTime>
  <Words>6736</Words>
  <Application>Microsoft Office PowerPoint</Application>
  <PresentationFormat>On-screen Show (4:3)</PresentationFormat>
  <Paragraphs>366</Paragraphs>
  <Slides>45</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45</vt:i4>
      </vt:variant>
    </vt:vector>
  </HeadingPairs>
  <TitlesOfParts>
    <vt:vector size="52" baseType="lpstr">
      <vt:lpstr>Arial</vt:lpstr>
      <vt:lpstr>Calibri</vt:lpstr>
      <vt:lpstr>system-ui</vt:lpstr>
      <vt:lpstr>Times New Roman</vt:lpstr>
      <vt:lpstr>Wingdings</vt:lpstr>
      <vt:lpstr>Wingdings,Sans-Serif</vt:lpstr>
      <vt:lpstr>Office Theme</vt:lpstr>
      <vt:lpstr>Noida Institute of Engineering and Technology, Greater Noida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Manks</dc:creator>
  <cp:lastModifiedBy>Mohd Abdul Mateen</cp:lastModifiedBy>
  <cp:revision>923</cp:revision>
  <dcterms:created xsi:type="dcterms:W3CDTF">2006-08-16T00:00:00Z</dcterms:created>
  <dcterms:modified xsi:type="dcterms:W3CDTF">2025-08-20T16:41:11Z</dcterms:modified>
</cp:coreProperties>
</file>